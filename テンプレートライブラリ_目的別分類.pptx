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4.xml" ContentType="application/vnd.openxmlformats-officedocument.presentationml.notesSlid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5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6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drawings/drawing1.xml" ContentType="application/vnd.openxmlformats-officedocument.drawingml.chartshape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2.xml" ContentType="application/vnd.openxmlformats-officedocument.drawingml.chartshape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17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notesSlides/notesSlide18.xml" ContentType="application/vnd.openxmlformats-officedocument.presentationml.notesSlide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19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20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24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25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26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notesSlides/notesSlide30.xml" ContentType="application/vnd.openxmlformats-officedocument.presentationml.notesSlide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31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notesSlides/notesSlide32.xml" ContentType="application/vnd.openxmlformats-officedocument.presentationml.notesSlide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charts/chart17.xml" ContentType="application/vnd.openxmlformats-officedocument.drawingml.chart+xml"/>
  <Override PartName="/ppt/theme/themeOverride1.xml" ContentType="application/vnd.openxmlformats-officedocument.themeOverride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drawings/drawing3.xml" ContentType="application/vnd.openxmlformats-officedocument.drawingml.chartshapes+xml"/>
  <Override PartName="/ppt/charts/chart19.xml" ContentType="application/vnd.openxmlformats-officedocument.drawingml.chart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charts/chart20.xml" ContentType="application/vnd.openxmlformats-officedocument.drawingml.chart+xml"/>
  <Override PartName="/ppt/theme/themeOverride2.xml" ContentType="application/vnd.openxmlformats-officedocument.themeOverride+xml"/>
  <Override PartName="/ppt/charts/chart21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drawings/drawing4.xml" ContentType="application/vnd.openxmlformats-officedocument.drawingml.chartshapes+xml"/>
  <Override PartName="/ppt/charts/chart22.xml" ContentType="application/vnd.openxmlformats-officedocument.drawingml.chart+xml"/>
  <Override PartName="/ppt/notesSlides/notesSlide49.xml" ContentType="application/vnd.openxmlformats-officedocument.presentationml.notesSlide+xml"/>
  <Override PartName="/ppt/charts/chart23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charts/chart24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5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54.xml" ContentType="application/vnd.openxmlformats-officedocument.presentationml.notesSlide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charts/chart26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charts/chart27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notesSlides/notesSlide70.xml" ContentType="application/vnd.openxmlformats-officedocument.presentationml.notesSlide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notesSlides/notesSlide71.xml" ContentType="application/vnd.openxmlformats-officedocument.presentationml.notesSlide+xml"/>
  <Override PartName="/ppt/tags/tag345.xml" ContentType="application/vnd.openxmlformats-officedocument.presentationml.tags+xml"/>
  <Override PartName="/ppt/charts/chart28.xml" ContentType="application/vnd.openxmlformats-officedocument.drawingml.chart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charts/chart29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87.xml" ContentType="application/vnd.openxmlformats-officedocument.presentationml.notesSlide+xml"/>
  <Override PartName="/ppt/charts/chart30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charts/chart31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drawings/drawing5.xml" ContentType="application/vnd.openxmlformats-officedocument.drawingml.chartshapes+xml"/>
  <Override PartName="/ppt/notesSlides/notesSlide88.xml" ContentType="application/vnd.openxmlformats-officedocument.presentationml.notesSlide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notesSlides/notesSlide94.xml" ContentType="application/vnd.openxmlformats-officedocument.presentationml.notesSlide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charts/chart35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6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notesSlides/notesSlide99.xml" ContentType="application/vnd.openxmlformats-officedocument.presentationml.notesSlide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charts/chart37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charts/chart38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9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40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41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notesSlides/notesSlide106.xml" ContentType="application/vnd.openxmlformats-officedocument.presentationml.notesSlide+xml"/>
  <Override PartName="/ppt/charts/chart42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43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4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notesSlides/notesSlide107.xml" ContentType="application/vnd.openxmlformats-officedocument.presentationml.notesSlide+xml"/>
  <Override PartName="/ppt/charts/chart45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6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7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8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notesSlides/notesSlide108.xml" ContentType="application/vnd.openxmlformats-officedocument.presentationml.notesSlide+xml"/>
  <Override PartName="/ppt/charts/chart49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50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51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2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53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charts/chart54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ns3="http://schemas.microsoft.com/office/powerpoint/2010/main" xmlns:ns4="http://schemas.microsoft.com/office/powerpoint/2012/main" xmlns:p="http://schemas.openxmlformats.org/presentationml/2006/main" xmlns:r="http://schemas.openxmlformats.org/officeDocument/2006/relationships" saveSubsetFonts="1">
  <p:sldMasterIdLst>
    <p:sldMasterId id="2147483648" r:id="rId4"/>
  </p:sldMasterIdLst>
  <p:notesMasterIdLst>
    <p:notesMasterId r:id="rId361"/>
  </p:notesMasterIdLst>
  <p:handoutMasterIdLst>
    <p:handoutMasterId r:id="rId362"/>
  </p:handoutMasterIdLst>
  <p:sldIdLst>
    <p:sldId id="2147483186" r:id="rId5"/>
    <p:sldId id="2147483197" r:id="rId6"/>
    <p:sldId id="2147483573" r:id="rId7"/>
    <p:sldId id="2147483272" r:id="rId8"/>
    <p:sldId id="2147483195" r:id="rId9"/>
    <p:sldId id="2147483196" r:id="rId10"/>
    <p:sldId id="2147483280" r:id="rId11"/>
    <p:sldId id="2147483278" r:id="rId12"/>
    <p:sldId id="2147483266" r:id="rId13"/>
    <p:sldId id="2147483264" r:id="rId14"/>
    <p:sldId id="2147483267" r:id="rId15"/>
    <p:sldId id="2147483575" r:id="rId16"/>
    <p:sldId id="2147483325" r:id="rId17"/>
    <p:sldId id="2147483304" r:id="rId18"/>
    <p:sldId id="2147483569" r:id="rId19"/>
    <p:sldId id="2147483306" r:id="rId20"/>
    <p:sldId id="2147483566" r:id="rId21"/>
    <p:sldId id="2147483337" r:id="rId22"/>
    <p:sldId id="2147483341" r:id="rId23"/>
    <p:sldId id="2147483342" r:id="rId24"/>
    <p:sldId id="2147483343" r:id="rId25"/>
    <p:sldId id="2147483311" r:id="rId26"/>
    <p:sldId id="2147483202" r:id="rId27"/>
    <p:sldId id="2147483203" r:id="rId28"/>
    <p:sldId id="2147483210" r:id="rId29"/>
    <p:sldId id="576" r:id="rId30"/>
    <p:sldId id="2147483262" r:id="rId31"/>
    <p:sldId id="377" r:id="rId32"/>
    <p:sldId id="378" r:id="rId33"/>
    <p:sldId id="2147483556" r:id="rId34"/>
    <p:sldId id="2147483548" r:id="rId35"/>
    <p:sldId id="2147483555" r:id="rId36"/>
    <p:sldId id="2147483552" r:id="rId37"/>
    <p:sldId id="2147483545" r:id="rId38"/>
    <p:sldId id="2147483193" r:id="rId39"/>
    <p:sldId id="2147483546" r:id="rId40"/>
    <p:sldId id="2147483328" r:id="rId41"/>
    <p:sldId id="2147483399" r:id="rId42"/>
    <p:sldId id="2147483554" r:id="rId43"/>
    <p:sldId id="2147483189" r:id="rId44"/>
    <p:sldId id="2147483557" r:id="rId45"/>
    <p:sldId id="2147483222" r:id="rId46"/>
    <p:sldId id="2147483224" r:id="rId47"/>
    <p:sldId id="2147483561" r:id="rId48"/>
    <p:sldId id="2147483578" r:id="rId49"/>
    <p:sldId id="2147483223" r:id="rId50"/>
    <p:sldId id="2147483583" r:id="rId51"/>
    <p:sldId id="2147483584" r:id="rId52"/>
    <p:sldId id="2147483585" r:id="rId53"/>
    <p:sldId id="341" r:id="rId54"/>
    <p:sldId id="336" r:id="rId55"/>
    <p:sldId id="337" r:id="rId56"/>
    <p:sldId id="344" r:id="rId57"/>
    <p:sldId id="332" r:id="rId58"/>
    <p:sldId id="2147483589" r:id="rId59"/>
    <p:sldId id="2147483588" r:id="rId60"/>
    <p:sldId id="2147483592" r:id="rId61"/>
    <p:sldId id="2147483593" r:id="rId62"/>
    <p:sldId id="2147483627" r:id="rId63"/>
    <p:sldId id="2147483628" r:id="rId64"/>
    <p:sldId id="2147483629" r:id="rId65"/>
    <p:sldId id="2147483639" r:id="rId66"/>
    <p:sldId id="256" r:id="rId67"/>
    <p:sldId id="2147483644" r:id="rId68"/>
    <p:sldId id="2147483646" r:id="rId69"/>
    <p:sldId id="258" r:id="rId70"/>
    <p:sldId id="2147483631" r:id="rId71"/>
    <p:sldId id="2147483632" r:id="rId72"/>
    <p:sldId id="370" r:id="rId73"/>
    <p:sldId id="261" r:id="rId74"/>
    <p:sldId id="266" r:id="rId75"/>
    <p:sldId id="267" r:id="rId76"/>
    <p:sldId id="268" r:id="rId77"/>
    <p:sldId id="269" r:id="rId78"/>
    <p:sldId id="270" r:id="rId79"/>
    <p:sldId id="272" r:id="rId80"/>
    <p:sldId id="273" r:id="rId81"/>
    <p:sldId id="274" r:id="rId82"/>
    <p:sldId id="275" r:id="rId83"/>
    <p:sldId id="276" r:id="rId84"/>
    <p:sldId id="2147483643" r:id="rId85"/>
    <p:sldId id="277" r:id="rId86"/>
    <p:sldId id="2147483641" r:id="rId87"/>
    <p:sldId id="2147483640" r:id="rId88"/>
    <p:sldId id="280" r:id="rId89"/>
    <p:sldId id="2147483611" r:id="rId90"/>
    <p:sldId id="2147483615" r:id="rId91"/>
    <p:sldId id="2147483613" r:id="rId92"/>
    <p:sldId id="2147483616" r:id="rId93"/>
    <p:sldId id="282" r:id="rId94"/>
    <p:sldId id="283" r:id="rId95"/>
    <p:sldId id="284" r:id="rId96"/>
    <p:sldId id="294" r:id="rId97"/>
    <p:sldId id="296" r:id="rId98"/>
    <p:sldId id="297" r:id="rId99"/>
    <p:sldId id="298" r:id="rId100"/>
    <p:sldId id="299" r:id="rId101"/>
    <p:sldId id="300" r:id="rId102"/>
    <p:sldId id="301" r:id="rId103"/>
    <p:sldId id="2147483377" r:id="rId104"/>
    <p:sldId id="313" r:id="rId105"/>
    <p:sldId id="314" r:id="rId106"/>
    <p:sldId id="315" r:id="rId107"/>
    <p:sldId id="316" r:id="rId108"/>
    <p:sldId id="317" r:id="rId109"/>
    <p:sldId id="318" r:id="rId110"/>
    <p:sldId id="319" r:id="rId111"/>
    <p:sldId id="320" r:id="rId112"/>
    <p:sldId id="321" r:id="rId113"/>
    <p:sldId id="322" r:id="rId114"/>
    <p:sldId id="323" r:id="rId115"/>
    <p:sldId id="324" r:id="rId116"/>
    <p:sldId id="325" r:id="rId117"/>
    <p:sldId id="326" r:id="rId118"/>
    <p:sldId id="2147483595" r:id="rId119"/>
    <p:sldId id="328" r:id="rId120"/>
    <p:sldId id="329" r:id="rId121"/>
    <p:sldId id="2147483597" r:id="rId122"/>
    <p:sldId id="330" r:id="rId123"/>
    <p:sldId id="331" r:id="rId124"/>
    <p:sldId id="327" r:id="rId125"/>
    <p:sldId id="333" r:id="rId126"/>
    <p:sldId id="334" r:id="rId127"/>
    <p:sldId id="335" r:id="rId128"/>
    <p:sldId id="338" r:id="rId129"/>
    <p:sldId id="339" r:id="rId130"/>
    <p:sldId id="340" r:id="rId131"/>
    <p:sldId id="342" r:id="rId132"/>
    <p:sldId id="343" r:id="rId133"/>
    <p:sldId id="345" r:id="rId134"/>
    <p:sldId id="346" r:id="rId135"/>
    <p:sldId id="290" r:id="rId136"/>
    <p:sldId id="278" r:id="rId137"/>
    <p:sldId id="279" r:id="rId138"/>
    <p:sldId id="271" r:id="rId139"/>
    <p:sldId id="2147483191" r:id="rId140"/>
    <p:sldId id="281" r:id="rId141"/>
    <p:sldId id="285" r:id="rId142"/>
    <p:sldId id="286" r:id="rId143"/>
    <p:sldId id="287" r:id="rId144"/>
    <p:sldId id="288" r:id="rId145"/>
    <p:sldId id="289" r:id="rId146"/>
    <p:sldId id="291" r:id="rId147"/>
    <p:sldId id="292" r:id="rId148"/>
    <p:sldId id="293" r:id="rId149"/>
    <p:sldId id="295" r:id="rId150"/>
    <p:sldId id="2147483621" r:id="rId151"/>
    <p:sldId id="2147483622" r:id="rId152"/>
    <p:sldId id="302" r:id="rId153"/>
    <p:sldId id="303" r:id="rId154"/>
    <p:sldId id="304" r:id="rId155"/>
    <p:sldId id="305" r:id="rId156"/>
    <p:sldId id="306" r:id="rId157"/>
    <p:sldId id="307" r:id="rId158"/>
    <p:sldId id="308" r:id="rId159"/>
    <p:sldId id="309" r:id="rId160"/>
    <p:sldId id="310" r:id="rId161"/>
    <p:sldId id="311" r:id="rId162"/>
    <p:sldId id="312" r:id="rId163"/>
    <p:sldId id="347" r:id="rId164"/>
    <p:sldId id="348" r:id="rId165"/>
    <p:sldId id="349" r:id="rId166"/>
    <p:sldId id="350" r:id="rId167"/>
    <p:sldId id="351" r:id="rId168"/>
    <p:sldId id="352" r:id="rId169"/>
    <p:sldId id="353" r:id="rId170"/>
    <p:sldId id="354" r:id="rId171"/>
    <p:sldId id="355" r:id="rId172"/>
    <p:sldId id="356" r:id="rId173"/>
    <p:sldId id="357" r:id="rId174"/>
    <p:sldId id="358" r:id="rId175"/>
    <p:sldId id="359" r:id="rId176"/>
    <p:sldId id="360" r:id="rId177"/>
    <p:sldId id="361" r:id="rId178"/>
    <p:sldId id="362" r:id="rId179"/>
    <p:sldId id="363" r:id="rId180"/>
    <p:sldId id="364" r:id="rId181"/>
    <p:sldId id="365" r:id="rId182"/>
    <p:sldId id="366" r:id="rId183"/>
    <p:sldId id="367" r:id="rId184"/>
    <p:sldId id="368" r:id="rId185"/>
    <p:sldId id="369" r:id="rId186"/>
    <p:sldId id="371" r:id="rId187"/>
    <p:sldId id="372" r:id="rId188"/>
    <p:sldId id="373" r:id="rId189"/>
    <p:sldId id="374" r:id="rId190"/>
    <p:sldId id="375" r:id="rId191"/>
    <p:sldId id="376" r:id="rId192"/>
    <p:sldId id="379" r:id="rId193"/>
    <p:sldId id="380" r:id="rId194"/>
    <p:sldId id="381" r:id="rId195"/>
    <p:sldId id="382" r:id="rId196"/>
    <p:sldId id="383" r:id="rId197"/>
    <p:sldId id="384" r:id="rId198"/>
    <p:sldId id="385" r:id="rId199"/>
    <p:sldId id="386" r:id="rId200"/>
    <p:sldId id="387" r:id="rId201"/>
    <p:sldId id="388" r:id="rId202"/>
    <p:sldId id="389" r:id="rId203"/>
    <p:sldId id="2147483634" r:id="rId204"/>
    <p:sldId id="390" r:id="rId205"/>
    <p:sldId id="2147483630" r:id="rId206"/>
    <p:sldId id="391" r:id="rId207"/>
    <p:sldId id="392" r:id="rId208"/>
    <p:sldId id="393" r:id="rId209"/>
    <p:sldId id="2147483623" r:id="rId210"/>
    <p:sldId id="2147483624" r:id="rId211"/>
    <p:sldId id="2147483625" r:id="rId212"/>
    <p:sldId id="2147483633" r:id="rId213"/>
    <p:sldId id="394" r:id="rId214"/>
    <p:sldId id="395" r:id="rId215"/>
    <p:sldId id="396" r:id="rId216"/>
    <p:sldId id="397" r:id="rId217"/>
    <p:sldId id="398" r:id="rId218"/>
    <p:sldId id="399" r:id="rId219"/>
    <p:sldId id="400" r:id="rId220"/>
    <p:sldId id="401" r:id="rId221"/>
    <p:sldId id="402" r:id="rId222"/>
    <p:sldId id="403" r:id="rId223"/>
    <p:sldId id="404" r:id="rId224"/>
    <p:sldId id="2147483635" r:id="rId225"/>
    <p:sldId id="2147483642" r:id="rId226"/>
    <p:sldId id="405" r:id="rId227"/>
    <p:sldId id="406" r:id="rId228"/>
    <p:sldId id="407" r:id="rId229"/>
    <p:sldId id="408" r:id="rId230"/>
    <p:sldId id="2147483645" r:id="rId231"/>
    <p:sldId id="2147483636" r:id="rId232"/>
    <p:sldId id="409" r:id="rId233"/>
    <p:sldId id="410" r:id="rId234"/>
    <p:sldId id="411" r:id="rId235"/>
    <p:sldId id="412" r:id="rId236"/>
    <p:sldId id="2147483637" r:id="rId237"/>
    <p:sldId id="413" r:id="rId238"/>
    <p:sldId id="414" r:id="rId239"/>
    <p:sldId id="415" r:id="rId240"/>
    <p:sldId id="416" r:id="rId241"/>
    <p:sldId id="417" r:id="rId242"/>
    <p:sldId id="418" r:id="rId243"/>
    <p:sldId id="419" r:id="rId244"/>
    <p:sldId id="420" r:id="rId245"/>
    <p:sldId id="421" r:id="rId246"/>
    <p:sldId id="422" r:id="rId247"/>
    <p:sldId id="423" r:id="rId248"/>
    <p:sldId id="424" r:id="rId249"/>
    <p:sldId id="425" r:id="rId250"/>
    <p:sldId id="2147483614" r:id="rId251"/>
    <p:sldId id="2147483626" r:id="rId252"/>
    <p:sldId id="426" r:id="rId253"/>
    <p:sldId id="427" r:id="rId254"/>
    <p:sldId id="428" r:id="rId255"/>
    <p:sldId id="429" r:id="rId256"/>
    <p:sldId id="430" r:id="rId257"/>
    <p:sldId id="2147483619" r:id="rId258"/>
    <p:sldId id="431" r:id="rId259"/>
    <p:sldId id="432" r:id="rId260"/>
    <p:sldId id="433" r:id="rId261"/>
    <p:sldId id="434" r:id="rId262"/>
    <p:sldId id="2147483617" r:id="rId263"/>
    <p:sldId id="435" r:id="rId264"/>
    <p:sldId id="2147483612" r:id="rId265"/>
    <p:sldId id="436" r:id="rId266"/>
    <p:sldId id="437" r:id="rId267"/>
    <p:sldId id="438" r:id="rId268"/>
    <p:sldId id="439" r:id="rId269"/>
    <p:sldId id="440" r:id="rId270"/>
    <p:sldId id="441" r:id="rId271"/>
    <p:sldId id="2147483598" r:id="rId272"/>
    <p:sldId id="442" r:id="rId273"/>
    <p:sldId id="2147483610" r:id="rId274"/>
    <p:sldId id="443" r:id="rId275"/>
    <p:sldId id="444" r:id="rId276"/>
    <p:sldId id="445" r:id="rId277"/>
    <p:sldId id="446" r:id="rId278"/>
    <p:sldId id="447" r:id="rId279"/>
    <p:sldId id="448" r:id="rId280"/>
    <p:sldId id="449" r:id="rId281"/>
    <p:sldId id="450" r:id="rId282"/>
    <p:sldId id="451" r:id="rId283"/>
    <p:sldId id="2147483603" r:id="rId284"/>
    <p:sldId id="452" r:id="rId285"/>
    <p:sldId id="453" r:id="rId286"/>
    <p:sldId id="454" r:id="rId287"/>
    <p:sldId id="455" r:id="rId288"/>
    <p:sldId id="2147483596" r:id="rId289"/>
    <p:sldId id="456" r:id="rId290"/>
    <p:sldId id="457" r:id="rId291"/>
    <p:sldId id="458" r:id="rId292"/>
    <p:sldId id="459" r:id="rId293"/>
    <p:sldId id="460" r:id="rId294"/>
    <p:sldId id="2147483599" r:id="rId295"/>
    <p:sldId id="2147483600" r:id="rId296"/>
    <p:sldId id="2147483601" r:id="rId297"/>
    <p:sldId id="461" r:id="rId298"/>
    <p:sldId id="462" r:id="rId299"/>
    <p:sldId id="463" r:id="rId300"/>
    <p:sldId id="464" r:id="rId301"/>
    <p:sldId id="465" r:id="rId302"/>
    <p:sldId id="466" r:id="rId303"/>
    <p:sldId id="467" r:id="rId304"/>
    <p:sldId id="468" r:id="rId305"/>
    <p:sldId id="469" r:id="rId306"/>
    <p:sldId id="470" r:id="rId307"/>
    <p:sldId id="471" r:id="rId308"/>
    <p:sldId id="472" r:id="rId309"/>
    <p:sldId id="473" r:id="rId310"/>
    <p:sldId id="474" r:id="rId311"/>
    <p:sldId id="475" r:id="rId312"/>
    <p:sldId id="476" r:id="rId313"/>
    <p:sldId id="477" r:id="rId314"/>
    <p:sldId id="478" r:id="rId315"/>
    <p:sldId id="479" r:id="rId316"/>
    <p:sldId id="480" r:id="rId317"/>
    <p:sldId id="481" r:id="rId318"/>
    <p:sldId id="482" r:id="rId319"/>
    <p:sldId id="483" r:id="rId320"/>
    <p:sldId id="484" r:id="rId321"/>
    <p:sldId id="485" r:id="rId322"/>
    <p:sldId id="486" r:id="rId323"/>
    <p:sldId id="487" r:id="rId324"/>
    <p:sldId id="488" r:id="rId325"/>
    <p:sldId id="489" r:id="rId326"/>
    <p:sldId id="490" r:id="rId327"/>
    <p:sldId id="491" r:id="rId328"/>
    <p:sldId id="492" r:id="rId329"/>
    <p:sldId id="493" r:id="rId330"/>
    <p:sldId id="494" r:id="rId331"/>
    <p:sldId id="495" r:id="rId332"/>
    <p:sldId id="496" r:id="rId333"/>
    <p:sldId id="497" r:id="rId334"/>
    <p:sldId id="498" r:id="rId335"/>
    <p:sldId id="499" r:id="rId336"/>
    <p:sldId id="500" r:id="rId337"/>
    <p:sldId id="501" r:id="rId338"/>
    <p:sldId id="502" r:id="rId339"/>
    <p:sldId id="503" r:id="rId340"/>
    <p:sldId id="504" r:id="rId341"/>
    <p:sldId id="505" r:id="rId342"/>
    <p:sldId id="506" r:id="rId343"/>
    <p:sldId id="507" r:id="rId344"/>
    <p:sldId id="508" r:id="rId345"/>
    <p:sldId id="509" r:id="rId346"/>
    <p:sldId id="510" r:id="rId347"/>
    <p:sldId id="511" r:id="rId348"/>
    <p:sldId id="512" r:id="rId349"/>
    <p:sldId id="513" r:id="rId350"/>
    <p:sldId id="514" r:id="rId351"/>
    <p:sldId id="515" r:id="rId352"/>
    <p:sldId id="257" r:id="rId353"/>
    <p:sldId id="5849" r:id="rId354"/>
    <p:sldId id="5851" r:id="rId355"/>
    <p:sldId id="5852" r:id="rId356"/>
    <p:sldId id="5854" r:id="rId357"/>
    <p:sldId id="5856" r:id="rId358"/>
    <p:sldId id="5858" r:id="rId359"/>
    <p:sldId id="5860" r:id="rId360"/>
  </p:sldIdLst>
  <p:sldSz cx="12192000" cy="6858000"/>
  <p:notesSz cx="6858000" cy="9144000"/>
  <p:custDataLst>
    <p:tags r:id="rId363"/>
  </p:custDataLst>
  <p:defaultTextStyle>
    <a:defPPr>
      <a:defRPr lang="ja-JP"/>
    </a:defPPr>
    <a:lvl1pPr marL="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ns3:sectionLst>
        <ns3:section name="既定のセクション" id="{D90C0FF0-51AA-45E8-8BF0-03CED0DF343C}">
          <ns3:sldIdLst>
            <ns3:sldId id="2147483186"/>
            <ns3:sldId id="2147483197"/>
            <ns3:sldId id="2147483573"/>
            <ns3:sldId id="2147483272"/>
            <ns3:sldId id="2147483195"/>
            <ns3:sldId id="2147483196"/>
            <ns3:sldId id="2147483280"/>
            <ns3:sldId id="2147483278"/>
            <ns3:sldId id="2147483266"/>
            <ns3:sldId id="2147483264"/>
            <ns3:sldId id="2147483267"/>
            <ns3:sldId id="2147483575"/>
            <ns3:sldId id="2147483325"/>
            <ns3:sldId id="2147483304"/>
            <ns3:sldId id="2147483569"/>
            <ns3:sldId id="2147483306"/>
            <ns3:sldId id="2147483566"/>
            <ns3:sldId id="2147483337"/>
            <ns3:sldId id="2147483341"/>
            <ns3:sldId id="2147483342"/>
            <ns3:sldId id="2147483343"/>
            <ns3:sldId id="2147483311"/>
            <ns3:sldId id="2147483202"/>
            <ns3:sldId id="2147483203"/>
            <ns3:sldId id="2147483210"/>
            <ns3:sldId id="576"/>
            <ns3:sldId id="2147483262"/>
            <ns3:sldId id="377"/>
            <ns3:sldId id="378"/>
            <ns3:sldId id="2147483556"/>
            <ns3:sldId id="2147483548"/>
            <ns3:sldId id="2147483555"/>
            <ns3:sldId id="2147483552"/>
            <ns3:sldId id="2147483545"/>
            <ns3:sldId id="2147483193"/>
            <ns3:sldId id="2147483546"/>
            <ns3:sldId id="2147483328"/>
            <ns3:sldId id="2147483399"/>
            <ns3:sldId id="2147483554"/>
            <ns3:sldId id="2147483189"/>
            <ns3:sldId id="2147483557"/>
            <ns3:sldId id="2147483222"/>
            <ns3:sldId id="2147483224"/>
          </ns3:sldIdLst>
        </ns3:section>
        <ns3:section name="DXテーマサマリ" id="{B9020E0A-8297-4C35-BE4C-0B7B9DE651F7}">
          <ns3:sldIdLst>
            <ns3:sldId id="2147483561"/>
            <ns3:sldId id="2147483578"/>
            <ns3:sldId id="2147483223"/>
            <ns3:sldId id="2147483583"/>
            <ns3:sldId id="2147483584"/>
            <ns3:sldId id="2147483585"/>
            <ns3:sldId id="341"/>
            <ns3:sldId id="336"/>
            <ns3:sldId id="337"/>
            <ns3:sldId id="344"/>
            <ns3:sldId id="332"/>
            <ns3:sldId id="2147483589"/>
            <ns3:sldId id="2147483588"/>
            <ns3:sldId id="2147483592"/>
            <ns3:sldId id="2147483593"/>
          </ns3:sldIdLst>
        </ns3:section>
        <ns3:section name="マルウェア対策" id="{5EF40D2E-61BC-4EBC-9161-E409C8AF864A}">
          <ns3:sldIdLst>
            <ns3:sldId id="2147483627"/>
            <ns3:sldId id="2147483628"/>
            <ns3:sldId id="2147483629"/>
            <ns3:sldId id="2147483639"/>
            <ns3:sldId id="256"/>
            <ns3:sldId id="2147483644"/>
            <ns3:sldId id="2147483646"/>
            <ns3:sldId id="258"/>
            <ns3:sldId id="2147483631"/>
            <ns3:sldId id="2147483632"/>
            <ns3:sldId id="370"/>
            <ns3:sldId id="261"/>
            <ns3:sldId id="266"/>
            <ns3:sldId id="267"/>
            <ns3:sldId id="268"/>
            <ns3:sldId id="269"/>
            <ns3:sldId id="270"/>
            <ns3:sldId id="272"/>
            <ns3:sldId id="273"/>
            <ns3:sldId id="274"/>
            <ns3:sldId id="275"/>
            <ns3:sldId id="276"/>
            <ns3:sldId id="2147483643"/>
            <ns3:sldId id="277"/>
            <ns3:sldId id="2147483641"/>
            <ns3:sldId id="2147483640"/>
            <ns3:sldId id="280"/>
            <ns3:sldId id="2147483611"/>
            <ns3:sldId id="2147483615"/>
            <ns3:sldId id="2147483613"/>
            <ns3:sldId id="2147483616"/>
            <ns3:sldId id="282"/>
            <ns3:sldId id="283"/>
            <ns3:sldId id="284"/>
            <ns3:sldId id="294"/>
            <ns3:sldId id="296"/>
            <ns3:sldId id="297"/>
            <ns3:sldId id="298"/>
            <ns3:sldId id="299"/>
            <ns3:sldId id="300"/>
            <ns3:sldId id="301"/>
            <ns3:sldId id="2147483377"/>
            <ns3:sldId id="313"/>
            <ns3:sldId id="314"/>
            <ns3:sldId id="315"/>
            <ns3:sldId id="316"/>
            <ns3:sldId id="317"/>
            <ns3:sldId id="318"/>
            <ns3:sldId id="319"/>
            <ns3:sldId id="320"/>
            <ns3:sldId id="321"/>
            <ns3:sldId id="322"/>
            <ns3:sldId id="323"/>
            <ns3:sldId id="324"/>
            <ns3:sldId id="325"/>
            <ns3:sldId id="326"/>
            <ns3:sldId id="2147483595"/>
            <ns3:sldId id="328"/>
            <ns3:sldId id="329"/>
            <ns3:sldId id="2147483597"/>
            <ns3:sldId id="330"/>
            <ns3:sldId id="331"/>
            <ns3:sldId id="327"/>
            <ns3:sldId id="333"/>
            <ns3:sldId id="334"/>
            <ns3:sldId id="335"/>
            <ns3:sldId id="338"/>
            <ns3:sldId id="339"/>
            <ns3:sldId id="340"/>
            <ns3:sldId id="342"/>
            <ns3:sldId id="343"/>
            <ns3:sldId id="345"/>
            <ns3:sldId id="346"/>
          </ns3:sldIdLst>
        </ns3:section>
        <ns3:section name="新組織" id="{231A6674-301A-4B0B-8B1D-7835A20ADF0B}">
          <ns3:sldIdLst>
            <ns3:sldId id="290"/>
            <ns3:sldId id="278"/>
            <ns3:sldId id="279"/>
            <ns3:sldId id="271"/>
            <ns3:sldId id="2147483191"/>
            <ns3:sldId id="281"/>
            <ns3:sldId id="285"/>
            <ns3:sldId id="286"/>
            <ns3:sldId id="287"/>
            <ns3:sldId id="288"/>
            <ns3:sldId id="289"/>
            <ns3:sldId id="291"/>
            <ns3:sldId id="292"/>
            <ns3:sldId id="293"/>
            <ns3:sldId id="295"/>
            <ns3:sldId id="2147483621"/>
            <ns3:sldId id="2147483622"/>
            <ns3:sldId id="302"/>
            <ns3:sldId id="303"/>
            <ns3:sldId id="304"/>
            <ns3:sldId id="305"/>
            <ns3:sldId id="306"/>
            <ns3:sldId id="307"/>
            <ns3:sldId id="308"/>
            <ns3:sldId id="309"/>
            <ns3:sldId id="310"/>
            <ns3:sldId id="311"/>
            <ns3:sldId id="312"/>
            <ns3:sldId id="347"/>
            <ns3:sldId id="348"/>
            <ns3:sldId id="349"/>
            <ns3:sldId id="350"/>
            <ns3:sldId id="351"/>
            <ns3:sldId id="352"/>
            <ns3:sldId id="353"/>
            <ns3:sldId id="354"/>
            <ns3:sldId id="355"/>
            <ns3:sldId id="356"/>
            <ns3:sldId id="357"/>
            <ns3:sldId id="358"/>
            <ns3:sldId id="359"/>
            <ns3:sldId id="360"/>
            <ns3:sldId id="361"/>
            <ns3:sldId id="362"/>
            <ns3:sldId id="363"/>
            <ns3:sldId id="364"/>
            <ns3:sldId id="365"/>
            <ns3:sldId id="366"/>
            <ns3:sldId id="367"/>
            <ns3:sldId id="368"/>
            <ns3:sldId id="369"/>
            <ns3:sldId id="371"/>
            <ns3:sldId id="372"/>
            <ns3:sldId id="373"/>
            <ns3:sldId id="374"/>
            <ns3:sldId id="375"/>
            <ns3:sldId id="376"/>
            <ns3:sldId id="379"/>
            <ns3:sldId id="380"/>
            <ns3:sldId id="381"/>
            <ns3:sldId id="382"/>
            <ns3:sldId id="383"/>
            <ns3:sldId id="384"/>
            <ns3:sldId id="385"/>
            <ns3:sldId id="386"/>
            <ns3:sldId id="387"/>
            <ns3:sldId id="388"/>
            <ns3:sldId id="389"/>
            <ns3:sldId id="2147483634"/>
            <ns3:sldId id="390"/>
            <ns3:sldId id="2147483630"/>
            <ns3:sldId id="391"/>
            <ns3:sldId id="392"/>
            <ns3:sldId id="393"/>
            <ns3:sldId id="2147483623"/>
            <ns3:sldId id="2147483624"/>
            <ns3:sldId id="2147483625"/>
            <ns3:sldId id="2147483633"/>
            <ns3:sldId id="394"/>
            <ns3:sldId id="395"/>
            <ns3:sldId id="396"/>
            <ns3:sldId id="397"/>
            <ns3:sldId id="398"/>
            <ns3:sldId id="399"/>
            <ns3:sldId id="400"/>
            <ns3:sldId id="401"/>
            <ns3:sldId id="402"/>
            <ns3:sldId id="403"/>
            <ns3:sldId id="404"/>
            <ns3:sldId id="2147483635"/>
            <ns3:sldId id="2147483642"/>
            <ns3:sldId id="405"/>
            <ns3:sldId id="406"/>
            <ns3:sldId id="407"/>
            <ns3:sldId id="408"/>
            <ns3:sldId id="2147483645"/>
            <ns3:sldId id="2147483636"/>
            <ns3:sldId id="409"/>
            <ns3:sldId id="410"/>
            <ns3:sldId id="411"/>
            <ns3:sldId id="412"/>
            <ns3:sldId id="2147483637"/>
            <ns3:sldId id="413"/>
            <ns3:sldId id="414"/>
            <ns3:sldId id="415"/>
            <ns3:sldId id="416"/>
            <ns3:sldId id="417"/>
            <ns3:sldId id="418"/>
            <ns3:sldId id="419"/>
            <ns3:sldId id="420"/>
            <ns3:sldId id="421"/>
            <ns3:sldId id="422"/>
            <ns3:sldId id="423"/>
            <ns3:sldId id="424"/>
            <ns3:sldId id="425"/>
            <ns3:sldId id="2147483614"/>
            <ns3:sldId id="2147483626"/>
            <ns3:sldId id="426"/>
            <ns3:sldId id="427"/>
            <ns3:sldId id="428"/>
            <ns3:sldId id="429"/>
            <ns3:sldId id="430"/>
            <ns3:sldId id="2147483619"/>
            <ns3:sldId id="431"/>
            <ns3:sldId id="432"/>
            <ns3:sldId id="433"/>
            <ns3:sldId id="434"/>
            <ns3:sldId id="2147483617"/>
            <ns3:sldId id="435"/>
            <ns3:sldId id="2147483612"/>
            <ns3:sldId id="436"/>
            <ns3:sldId id="437"/>
            <ns3:sldId id="438"/>
            <ns3:sldId id="439"/>
            <ns3:sldId id="440"/>
            <ns3:sldId id="441"/>
            <ns3:sldId id="2147483598"/>
            <ns3:sldId id="442"/>
            <ns3:sldId id="2147483610"/>
            <ns3:sldId id="443"/>
            <ns3:sldId id="444"/>
            <ns3:sldId id="445"/>
            <ns3:sldId id="446"/>
            <ns3:sldId id="447"/>
            <ns3:sldId id="448"/>
            <ns3:sldId id="449"/>
            <ns3:sldId id="450"/>
            <ns3:sldId id="451"/>
            <ns3:sldId id="2147483603"/>
            <ns3:sldId id="452"/>
            <ns3:sldId id="453"/>
            <ns3:sldId id="454"/>
            <ns3:sldId id="455"/>
            <ns3:sldId id="2147483596"/>
            <ns3:sldId id="456"/>
            <ns3:sldId id="457"/>
            <ns3:sldId id="458"/>
            <ns3:sldId id="459"/>
            <ns3:sldId id="460"/>
            <ns3:sldId id="2147483599"/>
            <ns3:sldId id="2147483600"/>
            <ns3:sldId id="2147483601"/>
            <ns3:sldId id="461"/>
            <ns3:sldId id="462"/>
            <ns3:sldId id="463"/>
            <ns3:sldId id="464"/>
            <ns3:sldId id="465"/>
            <ns3:sldId id="466"/>
            <ns3:sldId id="467"/>
            <ns3:sldId id="468"/>
            <ns3:sldId id="469"/>
            <ns3:sldId id="470"/>
            <ns3:sldId id="471"/>
            <ns3:sldId id="472"/>
            <ns3:sldId id="473"/>
            <ns3:sldId id="474"/>
            <ns3:sldId id="475"/>
            <ns3:sldId id="476"/>
            <ns3:sldId id="477"/>
            <ns3:sldId id="478"/>
            <ns3:sldId id="479"/>
            <ns3:sldId id="480"/>
            <ns3:sldId id="481"/>
            <ns3:sldId id="482"/>
            <ns3:sldId id="483"/>
            <ns3:sldId id="484"/>
            <ns3:sldId id="485"/>
            <ns3:sldId id="486"/>
            <ns3:sldId id="487"/>
            <ns3:sldId id="488"/>
            <ns3:sldId id="489"/>
            <ns3:sldId id="490"/>
            <ns3:sldId id="491"/>
            <ns3:sldId id="492"/>
            <ns3:sldId id="493"/>
            <ns3:sldId id="494"/>
            <ns3:sldId id="495"/>
            <ns3:sldId id="496"/>
            <ns3:sldId id="497"/>
            <ns3:sldId id="498"/>
            <ns3:sldId id="499"/>
            <ns3:sldId id="500"/>
            <ns3:sldId id="501"/>
            <ns3:sldId id="502"/>
            <ns3:sldId id="503"/>
            <ns3:sldId id="504"/>
            <ns3:sldId id="505"/>
            <ns3:sldId id="506"/>
            <ns3:sldId id="507"/>
            <ns3:sldId id="508"/>
            <ns3:sldId id="509"/>
            <ns3:sldId id="510"/>
            <ns3:sldId id="511"/>
            <ns3:sldId id="512"/>
            <ns3:sldId id="513"/>
            <ns3:sldId id="514"/>
            <ns3:sldId id="515"/>
          </ns3:sldIdLst>
        </ns3:section>
        <ns3:section name="参考" id="{36EAACEA-9D19-4230-8F5B-2C66447B25E5}">
          <ns3:sldIdLst>
            <ns3:sldId id="257"/>
            <ns3:sldId id="5849"/>
            <ns3:sldId id="5851"/>
            <ns3:sldId id="5852"/>
            <ns3:sldId id="5854"/>
            <ns3:sldId id="5856"/>
            <ns3:sldId id="5858"/>
            <ns3:sldId id="5860"/>
          </ns3:sldIdLst>
        </ns3:section>
      </ns3:sectionLst>
    </p:ext>
    <p:ext uri="{EFAFB233-063F-42B5-8137-9DF3F51BA10A}">
      <ns4:sldGuideLst>
        <ns4:guide id="1" orient="horz" pos="2160" userDrawn="1">
          <ns4:clr>
            <a:srgbClr val="A4A3A4"/>
          </ns4:clr>
        </ns4:guide>
        <ns4:guide id="2" pos="3840" userDrawn="1">
          <ns4:clr>
            <a:srgbClr val="A4A3A4"/>
          </ns4:clr>
        </ns4:guide>
      </ns4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69696"/>
    <a:srgbClr val="008000"/>
    <a:srgbClr val="008D2E"/>
    <a:srgbClr val="E2F0D9"/>
    <a:srgbClr val="01953D"/>
    <a:srgbClr val="D9D9D9"/>
    <a:srgbClr val="FFF2CC"/>
    <a:srgbClr val="5B9BD5"/>
    <a:srgbClr val="595959"/>
    <a:srgbClr val="407FA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中間スタイル 2 - アクセント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997" autoAdjust="0"/>
    <p:restoredTop sz="94660"/>
  </p:normalViewPr>
  <p:slideViewPr>
    <p:cSldViewPr snapToGrid="0">
      <p:cViewPr varScale="1">
        <p:scale>
          <a:sx n="79" d="100"/>
          <a:sy n="79" d="100"/>
        </p:scale>
        <p:origin x="638" y="67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theme" Target="theme/theme1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48" Type="http://schemas.openxmlformats.org/officeDocument/2006/relationships/slide" Target="slides/slide244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slide" Target="slides/slide322.xml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281" Type="http://schemas.openxmlformats.org/officeDocument/2006/relationships/slide" Target="slides/slide277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45" Type="http://schemas.openxmlformats.org/officeDocument/2006/relationships/slide" Target="slides/slide41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348" Type="http://schemas.openxmlformats.org/officeDocument/2006/relationships/slide" Target="slides/slide344.xml"/><Relationship Id="rId152" Type="http://schemas.openxmlformats.org/officeDocument/2006/relationships/slide" Target="slides/slide148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56" Type="http://schemas.openxmlformats.org/officeDocument/2006/relationships/slide" Target="slides/slide52.xml"/><Relationship Id="rId317" Type="http://schemas.openxmlformats.org/officeDocument/2006/relationships/slide" Target="slides/slide313.xml"/><Relationship Id="rId359" Type="http://schemas.openxmlformats.org/officeDocument/2006/relationships/slide" Target="slides/slide355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63" Type="http://schemas.openxmlformats.org/officeDocument/2006/relationships/slide" Target="slides/slide159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" Type="http://schemas.openxmlformats.org/officeDocument/2006/relationships/slide" Target="slides/slide21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328" Type="http://schemas.openxmlformats.org/officeDocument/2006/relationships/slide" Target="slides/slide324.xml"/><Relationship Id="rId132" Type="http://schemas.openxmlformats.org/officeDocument/2006/relationships/slide" Target="slides/slide128.xml"/><Relationship Id="rId174" Type="http://schemas.openxmlformats.org/officeDocument/2006/relationships/slide" Target="slides/slide170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318" Type="http://schemas.openxmlformats.org/officeDocument/2006/relationships/slide" Target="slides/slide314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329" Type="http://schemas.openxmlformats.org/officeDocument/2006/relationships/slide" Target="slides/slide325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361" Type="http://schemas.openxmlformats.org/officeDocument/2006/relationships/notesMaster" Target="notesMasters/notesMaster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19" Type="http://schemas.openxmlformats.org/officeDocument/2006/relationships/slide" Target="slides/slide315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330" Type="http://schemas.openxmlformats.org/officeDocument/2006/relationships/slide" Target="slides/slide326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320" Type="http://schemas.openxmlformats.org/officeDocument/2006/relationships/slide" Target="slides/slide316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341" Type="http://schemas.openxmlformats.org/officeDocument/2006/relationships/slide" Target="slides/slide337.xml"/><Relationship Id="rId362" Type="http://schemas.openxmlformats.org/officeDocument/2006/relationships/handoutMaster" Target="handoutMasters/handoutMaster1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slide" Target="slides/slide327.xml"/><Relationship Id="rId352" Type="http://schemas.openxmlformats.org/officeDocument/2006/relationships/slide" Target="slides/slide348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42" Type="http://schemas.openxmlformats.org/officeDocument/2006/relationships/slide" Target="slides/slide338.xml"/><Relationship Id="rId363" Type="http://schemas.openxmlformats.org/officeDocument/2006/relationships/tags" Target="tags/tag1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slide" Target="slides/slide328.xml"/><Relationship Id="rId353" Type="http://schemas.openxmlformats.org/officeDocument/2006/relationships/slide" Target="slides/slide349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slide" Target="slides/slide318.xml"/><Relationship Id="rId343" Type="http://schemas.openxmlformats.org/officeDocument/2006/relationships/slide" Target="slides/slide339.xml"/><Relationship Id="rId364" Type="http://schemas.openxmlformats.org/officeDocument/2006/relationships/presProps" Target="presProp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openxmlformats.org/officeDocument/2006/relationships/slide" Target="slides/slide329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viewProps" Target="viewProps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367" Type="http://schemas.openxmlformats.org/officeDocument/2006/relationships/tableStyles" Target="tableStyles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36" Type="http://schemas.openxmlformats.org/officeDocument/2006/relationships/slide" Target="slides/slide332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358" Type="http://schemas.openxmlformats.org/officeDocument/2006/relationships/slide" Target="slides/slide354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271" Type="http://schemas.openxmlformats.org/officeDocument/2006/relationships/slide" Target="slides/slide267.xml"/><Relationship Id="rId24" Type="http://schemas.openxmlformats.org/officeDocument/2006/relationships/slide" Target="slides/slide20.xml"/><Relationship Id="rId66" Type="http://schemas.openxmlformats.org/officeDocument/2006/relationships/slide" Target="slides/slide62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173" Type="http://schemas.openxmlformats.org/officeDocument/2006/relationships/slide" Target="slides/slide169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35" Type="http://schemas.openxmlformats.org/officeDocument/2006/relationships/slide" Target="slides/slide31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38" Type="http://schemas.openxmlformats.org/officeDocument/2006/relationships/slide" Target="slides/slide334.xml"/><Relationship Id="rId8" Type="http://schemas.openxmlformats.org/officeDocument/2006/relationships/slide" Target="slides/slide4.xml"/><Relationship Id="rId142" Type="http://schemas.openxmlformats.org/officeDocument/2006/relationships/slide" Target="slides/slide138.xml"/><Relationship Id="rId184" Type="http://schemas.openxmlformats.org/officeDocument/2006/relationships/slide" Target="slides/slide180.xml"/><Relationship Id="rId251" Type="http://schemas.openxmlformats.org/officeDocument/2006/relationships/slide" Target="slides/slide247.xml"/><Relationship Id="rId46" Type="http://schemas.openxmlformats.org/officeDocument/2006/relationships/slide" Target="slides/slide42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3" Type="http://schemas.openxmlformats.org/officeDocument/2006/relationships/slide" Target="slides/slide149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slide" Target="slides/slide356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chartUserShapes" Target="../drawings/drawing1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2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125318\Desktop\Book1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.xlsx"/><Relationship Id="rId1" Type="http://schemas.openxmlformats.org/officeDocument/2006/relationships/themeOverride" Target="../theme/themeOverride1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chartUserShapes" Target="../drawings/drawing3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8.xlsx"/><Relationship Id="rId1" Type="http://schemas.openxmlformats.org/officeDocument/2006/relationships/themeOverride" Target="../theme/themeOverride2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chartUserShapes" Target="../drawings/drawing4.xm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chartUserShapes" Target="../drawings/drawing5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花王</c:v>
                </c:pt>
              </c:strCache>
            </c:strRef>
          </c:tx>
          <c:spPr>
            <a:ln w="28575" cap="rnd">
              <a:solidFill>
                <a:schemeClr val="accent6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accent6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25.1</c:v>
                </c:pt>
                <c:pt idx="1">
                  <c:v>26.7</c:v>
                </c:pt>
                <c:pt idx="2">
                  <c:v>29.1</c:v>
                </c:pt>
                <c:pt idx="3">
                  <c:v>30.1</c:v>
                </c:pt>
                <c:pt idx="4">
                  <c:v>27.7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4C3-4FD8-BD4F-B5F9EDCFE1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ユニ・チャーム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23.8</c:v>
                </c:pt>
                <c:pt idx="1">
                  <c:v>23</c:v>
                </c:pt>
                <c:pt idx="2">
                  <c:v>24.1</c:v>
                </c:pt>
                <c:pt idx="3">
                  <c:v>24</c:v>
                </c:pt>
                <c:pt idx="4">
                  <c:v>23.3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4C3-4FD8-BD4F-B5F9EDCFE1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27.5</c:v>
                </c:pt>
                <c:pt idx="1">
                  <c:v>27.9</c:v>
                </c:pt>
                <c:pt idx="2">
                  <c:v>28.7</c:v>
                </c:pt>
                <c:pt idx="3">
                  <c:v>27.8</c:v>
                </c:pt>
                <c:pt idx="4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4C3-4FD8-BD4F-B5F9EDCFE1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マンダム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28.9</c:v>
                </c:pt>
                <c:pt idx="1">
                  <c:v>35.299999999999997</c:v>
                </c:pt>
                <c:pt idx="2">
                  <c:v>31.1</c:v>
                </c:pt>
                <c:pt idx="3">
                  <c:v>27.2</c:v>
                </c:pt>
                <c:pt idx="4">
                  <c:v>26.4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4C3-4FD8-BD4F-B5F9EDCFE1A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アース製薬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21.7</c:v>
                </c:pt>
                <c:pt idx="1">
                  <c:v>21.6</c:v>
                </c:pt>
                <c:pt idx="2">
                  <c:v>28.5</c:v>
                </c:pt>
                <c:pt idx="3">
                  <c:v>29.1</c:v>
                </c:pt>
                <c:pt idx="4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4C3-4FD8-BD4F-B5F9EDCFE1A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小林製薬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14.9</c:v>
                </c:pt>
                <c:pt idx="1">
                  <c:v>15.5</c:v>
                </c:pt>
                <c:pt idx="2">
                  <c:v>15.9</c:v>
                </c:pt>
                <c:pt idx="3">
                  <c:v>16.3</c:v>
                </c:pt>
                <c:pt idx="4">
                  <c:v>19.5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4C3-4FD8-BD4F-B5F9EDCFE1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7975199"/>
        <c:axId val="997971839"/>
      </c:lineChart>
      <c:catAx>
        <c:axId val="9979751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1839"/>
        <c:crosses val="autoZero"/>
        <c:auto val="1"/>
        <c:lblAlgn val="ctr"/>
        <c:lblOffset val="100"/>
        <c:noMultiLvlLbl val="0"/>
      </c:catAx>
      <c:valAx>
        <c:axId val="997971839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5199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t"/>
      <c:legendEntry>
        <c:idx val="2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197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日本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Sheet1!$B$2:$B$15</c:f>
              <c:numCache>
                <c:formatCode>General</c:formatCode>
                <c:ptCount val="14"/>
                <c:pt idx="0">
                  <c:v>21</c:v>
                </c:pt>
                <c:pt idx="1">
                  <c:v>21</c:v>
                </c:pt>
                <c:pt idx="2">
                  <c:v>21</c:v>
                </c:pt>
                <c:pt idx="3">
                  <c:v>21</c:v>
                </c:pt>
                <c:pt idx="4">
                  <c:v>21</c:v>
                </c:pt>
                <c:pt idx="5">
                  <c:v>21</c:v>
                </c:pt>
                <c:pt idx="6">
                  <c:v>21</c:v>
                </c:pt>
                <c:pt idx="7">
                  <c:v>21</c:v>
                </c:pt>
                <c:pt idx="8">
                  <c:v>25</c:v>
                </c:pt>
                <c:pt idx="9">
                  <c:v>29</c:v>
                </c:pt>
                <c:pt idx="10">
                  <c:v>29</c:v>
                </c:pt>
                <c:pt idx="11">
                  <c:v>30</c:v>
                </c:pt>
                <c:pt idx="12">
                  <c:v>31</c:v>
                </c:pt>
                <c:pt idx="13">
                  <c:v>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B8-4D2B-9B94-E43C9D7E71B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米国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Sheet1!$C$2:$C$15</c:f>
              <c:numCache>
                <c:formatCode>General</c:formatCode>
                <c:ptCount val="14"/>
                <c:pt idx="0">
                  <c:v>3</c:v>
                </c:pt>
                <c:pt idx="1">
                  <c:v>3</c:v>
                </c:pt>
                <c:pt idx="2">
                  <c:v>4</c:v>
                </c:pt>
                <c:pt idx="3">
                  <c:v>3</c:v>
                </c:pt>
                <c:pt idx="4">
                  <c:v>4</c:v>
                </c:pt>
                <c:pt idx="5">
                  <c:v>3</c:v>
                </c:pt>
                <c:pt idx="6">
                  <c:v>3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  <c:pt idx="12">
                  <c:v>5</c:v>
                </c:pt>
                <c:pt idx="1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B8-4D2B-9B94-E43C9D7E71B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イタリア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Sheet1!$D$2:$D$15</c:f>
              <c:numCache>
                <c:formatCode>General</c:formatCode>
                <c:ptCount val="14"/>
                <c:pt idx="0">
                  <c:v>7</c:v>
                </c:pt>
                <c:pt idx="1">
                  <c:v>7</c:v>
                </c:pt>
                <c:pt idx="2">
                  <c:v>7</c:v>
                </c:pt>
                <c:pt idx="3">
                  <c:v>10</c:v>
                </c:pt>
                <c:pt idx="4">
                  <c:v>11</c:v>
                </c:pt>
                <c:pt idx="5">
                  <c:v>11</c:v>
                </c:pt>
                <c:pt idx="6">
                  <c:v>11</c:v>
                </c:pt>
                <c:pt idx="7">
                  <c:v>11</c:v>
                </c:pt>
                <c:pt idx="8">
                  <c:v>11</c:v>
                </c:pt>
                <c:pt idx="9">
                  <c:v>11</c:v>
                </c:pt>
                <c:pt idx="10">
                  <c:v>15</c:v>
                </c:pt>
                <c:pt idx="11">
                  <c:v>8</c:v>
                </c:pt>
                <c:pt idx="12">
                  <c:v>8</c:v>
                </c:pt>
                <c:pt idx="13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B8-4D2B-9B94-E43C9D7E71B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フランス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Sheet1!$E$2:$E$15</c:f>
              <c:numCache>
                <c:formatCode>General</c:formatCode>
                <c:ptCount val="14"/>
                <c:pt idx="0">
                  <c:v>9</c:v>
                </c:pt>
                <c:pt idx="1">
                  <c:v>8</c:v>
                </c:pt>
                <c:pt idx="2">
                  <c:v>8</c:v>
                </c:pt>
                <c:pt idx="3">
                  <c:v>7</c:v>
                </c:pt>
                <c:pt idx="4">
                  <c:v>9</c:v>
                </c:pt>
                <c:pt idx="5">
                  <c:v>9</c:v>
                </c:pt>
                <c:pt idx="6">
                  <c:v>8</c:v>
                </c:pt>
                <c:pt idx="7">
                  <c:v>10</c:v>
                </c:pt>
                <c:pt idx="8">
                  <c:v>9</c:v>
                </c:pt>
                <c:pt idx="9">
                  <c:v>7</c:v>
                </c:pt>
                <c:pt idx="10">
                  <c:v>8</c:v>
                </c:pt>
                <c:pt idx="11">
                  <c:v>10</c:v>
                </c:pt>
                <c:pt idx="12">
                  <c:v>11</c:v>
                </c:pt>
                <c:pt idx="13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B8-4D2B-9B94-E43C9D7E71B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ドイツ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Sheet1!$F$2:$F$15</c:f>
              <c:numCache>
                <c:formatCode>General</c:formatCode>
                <c:ptCount val="14"/>
                <c:pt idx="0">
                  <c:v>14</c:v>
                </c:pt>
                <c:pt idx="1">
                  <c:v>13</c:v>
                </c:pt>
                <c:pt idx="2">
                  <c:v>13</c:v>
                </c:pt>
                <c:pt idx="3">
                  <c:v>14</c:v>
                </c:pt>
                <c:pt idx="4">
                  <c:v>12</c:v>
                </c:pt>
                <c:pt idx="5">
                  <c:v>13</c:v>
                </c:pt>
                <c:pt idx="6">
                  <c:v>12</c:v>
                </c:pt>
                <c:pt idx="7">
                  <c:v>12</c:v>
                </c:pt>
                <c:pt idx="8">
                  <c:v>12</c:v>
                </c:pt>
                <c:pt idx="9">
                  <c:v>12</c:v>
                </c:pt>
                <c:pt idx="10">
                  <c:v>13</c:v>
                </c:pt>
                <c:pt idx="11">
                  <c:v>14</c:v>
                </c:pt>
                <c:pt idx="12">
                  <c:v>13</c:v>
                </c:pt>
                <c:pt idx="13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3B8-4D2B-9B94-E43C9D7E71B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英国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Sheet1!$G$2:$G$15</c:f>
              <c:numCache>
                <c:formatCode>General</c:formatCode>
                <c:ptCount val="14"/>
                <c:pt idx="0">
                  <c:v>18</c:v>
                </c:pt>
                <c:pt idx="1">
                  <c:v>19</c:v>
                </c:pt>
                <c:pt idx="2">
                  <c:v>18</c:v>
                </c:pt>
                <c:pt idx="3">
                  <c:v>18</c:v>
                </c:pt>
                <c:pt idx="4">
                  <c:v>18</c:v>
                </c:pt>
                <c:pt idx="5">
                  <c:v>19</c:v>
                </c:pt>
                <c:pt idx="6">
                  <c:v>19</c:v>
                </c:pt>
                <c:pt idx="7">
                  <c:v>19</c:v>
                </c:pt>
                <c:pt idx="8">
                  <c:v>19</c:v>
                </c:pt>
                <c:pt idx="9">
                  <c:v>18</c:v>
                </c:pt>
                <c:pt idx="10">
                  <c:v>18</c:v>
                </c:pt>
                <c:pt idx="11">
                  <c:v>19</c:v>
                </c:pt>
                <c:pt idx="12">
                  <c:v>19</c:v>
                </c:pt>
                <c:pt idx="13">
                  <c:v>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3B8-4D2B-9B94-E43C9D7E71B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カナダ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Sheet1!$H$2:$H$15</c:f>
              <c:numCache>
                <c:formatCode>General</c:formatCode>
                <c:ptCount val="14"/>
                <c:pt idx="0">
                  <c:v>16</c:v>
                </c:pt>
                <c:pt idx="1">
                  <c:v>16</c:v>
                </c:pt>
                <c:pt idx="2">
                  <c:v>17</c:v>
                </c:pt>
                <c:pt idx="3">
                  <c:v>17</c:v>
                </c:pt>
                <c:pt idx="4">
                  <c:v>16</c:v>
                </c:pt>
                <c:pt idx="5">
                  <c:v>17</c:v>
                </c:pt>
                <c:pt idx="6">
                  <c:v>18</c:v>
                </c:pt>
                <c:pt idx="7">
                  <c:v>18</c:v>
                </c:pt>
                <c:pt idx="8">
                  <c:v>18</c:v>
                </c:pt>
                <c:pt idx="9">
                  <c:v>19</c:v>
                </c:pt>
                <c:pt idx="10">
                  <c:v>17</c:v>
                </c:pt>
                <c:pt idx="11">
                  <c:v>17</c:v>
                </c:pt>
                <c:pt idx="12">
                  <c:v>17</c:v>
                </c:pt>
                <c:pt idx="13">
                  <c:v>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131-45BC-A72F-F06CA8CA4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314030159"/>
        <c:axId val="1314030639"/>
      </c:lineChart>
      <c:catAx>
        <c:axId val="1314030159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639"/>
        <c:crosses val="autoZero"/>
        <c:auto val="1"/>
        <c:lblAlgn val="ctr"/>
        <c:lblOffset val="100"/>
        <c:noMultiLvlLbl val="0"/>
      </c:catAx>
      <c:valAx>
        <c:axId val="1314030639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159"/>
        <c:crosses val="autoZero"/>
        <c:crossBetween val="between"/>
        <c:majorUnit val="10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t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98264076866533E-2"/>
          <c:y val="0.11628020116096795"/>
          <c:w val="0.90897900078785554"/>
          <c:h val="0.872784329731086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dPt>
            <c:idx val="8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C9D-40C8-B23A-337591A2D3F6}"/>
              </c:ext>
            </c:extLst>
          </c:dPt>
          <c:dPt>
            <c:idx val="1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C9D-40C8-B23A-337591A2D3F6}"/>
              </c:ext>
            </c:extLst>
          </c:dPt>
          <c:dPt>
            <c:idx val="12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C9D-40C8-B23A-337591A2D3F6}"/>
              </c:ext>
            </c:extLst>
          </c:dPt>
          <c:dPt>
            <c:idx val="13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3C9D-40C8-B23A-337591A2D3F6}"/>
              </c:ext>
            </c:extLst>
          </c:dPt>
          <c:dPt>
            <c:idx val="15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C9D-40C8-B23A-337591A2D3F6}"/>
              </c:ext>
            </c:extLst>
          </c:dPt>
          <c:dPt>
            <c:idx val="23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C9D-40C8-B23A-337591A2D3F6}"/>
              </c:ext>
            </c:extLst>
          </c:dPt>
          <c:dPt>
            <c:idx val="24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4BA-46F3-A02E-C02B4FD9CE1C}"/>
              </c:ext>
            </c:extLst>
          </c:dPt>
          <c:dPt>
            <c:idx val="26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4BA-46F3-A02E-C02B4FD9CE1C}"/>
              </c:ext>
            </c:extLst>
          </c:dPt>
          <c:cat>
            <c:numRef>
              <c:f>Sheet1!$A$2:$A$31</c:f>
              <c:numCache>
                <c:formatCode>General</c:formatCode>
                <c:ptCount val="30"/>
                <c:pt idx="0">
                  <c:v>1995</c:v>
                </c:pt>
                <c:pt idx="1">
                  <c:v>1996</c:v>
                </c:pt>
                <c:pt idx="2">
                  <c:v>1997</c:v>
                </c:pt>
                <c:pt idx="3">
                  <c:v>1998</c:v>
                </c:pt>
                <c:pt idx="4">
                  <c:v>1999</c:v>
                </c:pt>
                <c:pt idx="5">
                  <c:v>2000</c:v>
                </c:pt>
                <c:pt idx="6">
                  <c:v>2001</c:v>
                </c:pt>
                <c:pt idx="7">
                  <c:v>2002</c:v>
                </c:pt>
                <c:pt idx="8">
                  <c:v>2003</c:v>
                </c:pt>
                <c:pt idx="9">
                  <c:v>2004</c:v>
                </c:pt>
                <c:pt idx="10">
                  <c:v>2005</c:v>
                </c:pt>
                <c:pt idx="11">
                  <c:v>2006</c:v>
                </c:pt>
                <c:pt idx="12">
                  <c:v>2007</c:v>
                </c:pt>
                <c:pt idx="13">
                  <c:v>2008</c:v>
                </c:pt>
                <c:pt idx="14">
                  <c:v>2009</c:v>
                </c:pt>
                <c:pt idx="15">
                  <c:v>2010</c:v>
                </c:pt>
                <c:pt idx="16">
                  <c:v>2011</c:v>
                </c:pt>
                <c:pt idx="17">
                  <c:v>2012</c:v>
                </c:pt>
                <c:pt idx="18">
                  <c:v>2013</c:v>
                </c:pt>
                <c:pt idx="19">
                  <c:v>2014</c:v>
                </c:pt>
                <c:pt idx="20">
                  <c:v>2015</c:v>
                </c:pt>
                <c:pt idx="21">
                  <c:v>2016</c:v>
                </c:pt>
                <c:pt idx="22">
                  <c:v>2017</c:v>
                </c:pt>
                <c:pt idx="23">
                  <c:v>2018</c:v>
                </c:pt>
                <c:pt idx="24">
                  <c:v>2019</c:v>
                </c:pt>
                <c:pt idx="25">
                  <c:v>2020</c:v>
                </c:pt>
                <c:pt idx="26">
                  <c:v>2021</c:v>
                </c:pt>
                <c:pt idx="27">
                  <c:v>2022</c:v>
                </c:pt>
                <c:pt idx="28">
                  <c:v>2023</c:v>
                </c:pt>
                <c:pt idx="29">
                  <c:v>2024</c:v>
                </c:pt>
              </c:numCache>
            </c:numRef>
          </c:cat>
          <c:val>
            <c:numRef>
              <c:f>Sheet1!$B$2:$B$31</c:f>
              <c:numCache>
                <c:formatCode>General</c:formatCode>
                <c:ptCount val="30"/>
                <c:pt idx="0">
                  <c:v>5.48</c:v>
                </c:pt>
                <c:pt idx="1">
                  <c:v>10.33</c:v>
                </c:pt>
                <c:pt idx="2">
                  <c:v>16.16</c:v>
                </c:pt>
                <c:pt idx="3">
                  <c:v>34.67</c:v>
                </c:pt>
                <c:pt idx="4">
                  <c:v>58.38</c:v>
                </c:pt>
                <c:pt idx="5">
                  <c:v>21.69</c:v>
                </c:pt>
                <c:pt idx="6">
                  <c:v>33.130000000000003</c:v>
                </c:pt>
                <c:pt idx="7">
                  <c:v>25.85</c:v>
                </c:pt>
                <c:pt idx="8">
                  <c:v>27.37</c:v>
                </c:pt>
                <c:pt idx="9">
                  <c:v>26.72</c:v>
                </c:pt>
                <c:pt idx="10">
                  <c:v>26.15</c:v>
                </c:pt>
                <c:pt idx="11">
                  <c:v>29.86</c:v>
                </c:pt>
                <c:pt idx="12">
                  <c:v>35.6</c:v>
                </c:pt>
                <c:pt idx="13">
                  <c:v>19.440000000000001</c:v>
                </c:pt>
                <c:pt idx="14">
                  <c:v>30.48</c:v>
                </c:pt>
                <c:pt idx="15">
                  <c:v>27.91</c:v>
                </c:pt>
                <c:pt idx="16">
                  <c:v>25.96</c:v>
                </c:pt>
                <c:pt idx="17">
                  <c:v>26.71</c:v>
                </c:pt>
                <c:pt idx="18">
                  <c:v>37.409999999999997</c:v>
                </c:pt>
                <c:pt idx="19">
                  <c:v>46.45</c:v>
                </c:pt>
                <c:pt idx="20">
                  <c:v>55.48</c:v>
                </c:pt>
                <c:pt idx="21">
                  <c:v>62.14</c:v>
                </c:pt>
                <c:pt idx="22">
                  <c:v>85.54</c:v>
                </c:pt>
                <c:pt idx="23">
                  <c:v>101.57</c:v>
                </c:pt>
                <c:pt idx="24">
                  <c:v>157.69999999999999</c:v>
                </c:pt>
                <c:pt idx="25">
                  <c:v>222.42</c:v>
                </c:pt>
                <c:pt idx="26">
                  <c:v>336.32</c:v>
                </c:pt>
                <c:pt idx="27">
                  <c:v>239.82</c:v>
                </c:pt>
                <c:pt idx="28">
                  <c:v>376.04</c:v>
                </c:pt>
                <c:pt idx="29">
                  <c:v>421.5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C9D-40C8-B23A-337591A2D3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210634224"/>
        <c:axId val="1210634704"/>
      </c:barChart>
      <c:catAx>
        <c:axId val="12106342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704"/>
        <c:crosses val="autoZero"/>
        <c:auto val="1"/>
        <c:lblAlgn val="ctr"/>
        <c:lblOffset val="100"/>
        <c:noMultiLvlLbl val="0"/>
      </c:catAx>
      <c:valAx>
        <c:axId val="1210634704"/>
        <c:scaling>
          <c:orientation val="minMax"/>
          <c:max val="800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822198178453956"/>
          <c:y val="0.19757985837922895"/>
          <c:w val="0.33038657275323846"/>
          <c:h val="0.63057806025408503"/>
        </c:manualLayout>
      </c:layout>
      <c:radarChart>
        <c:radarStyle val="marker"/>
        <c:varyColors val="0"/>
        <c:ser>
          <c:idx val="0"/>
          <c:order val="0"/>
          <c:tx>
            <c:strRef>
              <c:f>Sheet2!$B$12</c:f>
              <c:strCache>
                <c:ptCount val="1"/>
                <c:pt idx="0">
                  <c:v>個数 / スキルカテゴリ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strRef>
              <c:f>Sheet2!$A$13:$A$17</c:f>
              <c:strCache>
                <c:ptCount val="5"/>
                <c:pt idx="0">
                  <c:v>ビジネス</c:v>
                </c:pt>
                <c:pt idx="1">
                  <c:v>データサイエンス</c:v>
                </c:pt>
                <c:pt idx="2">
                  <c:v>セキュリティ</c:v>
                </c:pt>
                <c:pt idx="3">
                  <c:v>デザイン</c:v>
                </c:pt>
                <c:pt idx="4">
                  <c:v>ITエンジニアリング</c:v>
                </c:pt>
              </c:strCache>
            </c:strRef>
          </c:cat>
          <c:val>
            <c:numRef>
              <c:f>Sheet2!$B$13:$B$17</c:f>
              <c:numCache>
                <c:formatCode>0%</c:formatCode>
                <c:ptCount val="5"/>
                <c:pt idx="0">
                  <c:v>0.38750000000000001</c:v>
                </c:pt>
                <c:pt idx="1">
                  <c:v>0.10852713178294573</c:v>
                </c:pt>
                <c:pt idx="2">
                  <c:v>0.33333333333333331</c:v>
                </c:pt>
                <c:pt idx="3">
                  <c:v>0.2</c:v>
                </c:pt>
                <c:pt idx="4">
                  <c:v>0.14130434782608695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DED-4943-B021-C5310BE4A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8417407"/>
        <c:axId val="448415487"/>
      </c:radarChart>
      <c:catAx>
        <c:axId val="4484174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+mn-cs"/>
              </a:defRPr>
            </a:pPr>
            <a:endParaRPr lang="ja-JP"/>
          </a:p>
        </c:txPr>
        <c:crossAx val="448415487"/>
        <c:crosses val="autoZero"/>
        <c:auto val="1"/>
        <c:lblAlgn val="ctr"/>
        <c:lblOffset val="100"/>
        <c:noMultiLvlLbl val="0"/>
      </c:catAx>
      <c:valAx>
        <c:axId val="448415487"/>
        <c:scaling>
          <c:orientation val="minMax"/>
          <c:max val="0.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4484174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898293650793648"/>
          <c:y val="4.8551784711385472E-2"/>
          <c:w val="0.62661230158730152"/>
          <c:h val="0.7554002504824513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ln w="9525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6D3-4E3E-85E1-0E6B73AD67AD}"/>
              </c:ext>
            </c:extLst>
          </c:dPt>
          <c:dPt>
            <c:idx val="1"/>
            <c:bubble3D val="0"/>
            <c:spPr>
              <a:solidFill>
                <a:srgbClr val="008000">
                  <a:alpha val="6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6D3-4E3E-85E1-0E6B73AD67A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09B-4C1F-A39C-3A8F8FEB7304}"/>
              </c:ext>
            </c:extLst>
          </c:dPt>
          <c:dPt>
            <c:idx val="3"/>
            <c:bubble3D val="0"/>
            <c:spPr>
              <a:solidFill>
                <a:srgbClr val="008000">
                  <a:alpha val="2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6D3-4E3E-85E1-0E6B73AD67AD}"/>
              </c:ext>
            </c:extLst>
          </c:dPt>
          <c:dLbls>
            <c:dLbl>
              <c:idx val="2"/>
              <c:layout>
                <c:manualLayout>
                  <c:x val="-0.16940956763877077"/>
                  <c:y val="-5.467941977624973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09B-4C1F-A39C-3A8F8FEB7304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76D3-4E3E-85E1-0E6B73AD67A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VPN機器</c:v>
                </c:pt>
                <c:pt idx="1">
                  <c:v>リモートデスクトップ</c:v>
                </c:pt>
                <c:pt idx="2">
                  <c:v>不審メールやその添付ファイル</c:v>
                </c:pt>
                <c:pt idx="3">
                  <c:v>その他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31</c:v>
                </c:pt>
                <c:pt idx="2">
                  <c:v>2</c:v>
                </c:pt>
                <c:pt idx="3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D3-4E3E-85E1-0E6B73AD67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4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"/>
          <c:y val="0.83248053211734208"/>
          <c:w val="1"/>
          <c:h val="0.1457582069360102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971070659674643E-2"/>
          <c:y val="0.19654873169249162"/>
          <c:w val="0.88241805555555552"/>
          <c:h val="0.6882387959114905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A案件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 formatCode="#,##0">
                  <c:v>1050</c:v>
                </c:pt>
                <c:pt idx="1">
                  <c:v>450</c:v>
                </c:pt>
                <c:pt idx="2">
                  <c:v>450</c:v>
                </c:pt>
                <c:pt idx="3">
                  <c:v>120</c:v>
                </c:pt>
                <c:pt idx="4">
                  <c:v>120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81E-9C55-124143D89EFB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B案件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Sheet1!$B$3:$F$3</c:f>
              <c:numCache>
                <c:formatCode>General</c:formatCode>
                <c:ptCount val="5"/>
                <c:pt idx="0">
                  <c:v>750</c:v>
                </c:pt>
                <c:pt idx="1">
                  <c:v>650</c:v>
                </c:pt>
                <c:pt idx="2">
                  <c:v>600</c:v>
                </c:pt>
                <c:pt idx="3">
                  <c:v>100</c:v>
                </c:pt>
                <c:pt idx="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0C-481E-9C55-124143D89EFB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C案件</c:v>
                </c:pt>
              </c:strCache>
            </c:strRef>
          </c:tx>
          <c:spPr>
            <a:solidFill>
              <a:schemeClr val="accent5">
                <a:alpha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Sheet1!$B$4:$F$4</c:f>
              <c:numCache>
                <c:formatCode>General</c:formatCode>
                <c:ptCount val="5"/>
                <c:pt idx="0" formatCode="#,##0">
                  <c:v>1029</c:v>
                </c:pt>
                <c:pt idx="1">
                  <c:v>979</c:v>
                </c:pt>
                <c:pt idx="2">
                  <c:v>479</c:v>
                </c:pt>
                <c:pt idx="3">
                  <c:v>279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0C-481E-9C55-124143D89EFB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D案件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Sheet1!$B$5:$F$5</c:f>
              <c:numCache>
                <c:formatCode>#,##0</c:formatCode>
                <c:ptCount val="5"/>
                <c:pt idx="0">
                  <c:v>2159</c:v>
                </c:pt>
                <c:pt idx="1">
                  <c:v>1700</c:v>
                </c:pt>
                <c:pt idx="2">
                  <c:v>1575</c:v>
                </c:pt>
                <c:pt idx="3">
                  <c:v>1450</c:v>
                </c:pt>
                <c:pt idx="4">
                  <c:v>1100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0C-481E-9C55-124143D89EFB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E案件</c:v>
                </c:pt>
              </c:strCache>
            </c:strRef>
          </c:tx>
          <c:spPr>
            <a:solidFill>
              <a:schemeClr val="accent5">
                <a:alpha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Sheet1!$B$6:$F$6</c:f>
              <c:numCache>
                <c:formatCode>General</c:formatCode>
                <c:ptCount val="5"/>
                <c:pt idx="0">
                  <c:v>550</c:v>
                </c:pt>
                <c:pt idx="1">
                  <c:v>550</c:v>
                </c:pt>
                <c:pt idx="2">
                  <c:v>550</c:v>
                </c:pt>
                <c:pt idx="3">
                  <c:v>550</c:v>
                </c:pt>
                <c:pt idx="4">
                  <c:v>268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0C-481E-9C55-124143D89EFB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F案件</c:v>
                </c:pt>
              </c:strCache>
            </c:strRef>
          </c:tx>
          <c:spPr>
            <a:solidFill>
              <a:schemeClr val="accent5">
                <a:alpha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Sheet1!$B$7:$F$7</c:f>
              <c:numCache>
                <c:formatCode>#,##0</c:formatCode>
                <c:ptCount val="5"/>
                <c:pt idx="0">
                  <c:v>3500</c:v>
                </c:pt>
                <c:pt idx="1">
                  <c:v>2500</c:v>
                </c:pt>
                <c:pt idx="2">
                  <c:v>2000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60C-481E-9C55-124143D89EFB}"/>
            </c:ext>
          </c:extLst>
        </c:ser>
        <c:ser>
          <c:idx val="6"/>
          <c:order val="6"/>
          <c:tx>
            <c:strRef>
              <c:f>Sheet1!$A$8</c:f>
              <c:strCache>
                <c:ptCount val="1"/>
                <c:pt idx="0">
                  <c:v>G案件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Sheet1!$B$8:$F$8</c:f>
              <c:numCache>
                <c:formatCode>General</c:formatCode>
                <c:ptCount val="5"/>
                <c:pt idx="0">
                  <c:v>441</c:v>
                </c:pt>
                <c:pt idx="1">
                  <c:v>387</c:v>
                </c:pt>
                <c:pt idx="2">
                  <c:v>387</c:v>
                </c:pt>
                <c:pt idx="3">
                  <c:v>387</c:v>
                </c:pt>
                <c:pt idx="4">
                  <c:v>387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60C-481E-9C55-124143D89EFB}"/>
            </c:ext>
          </c:extLst>
        </c:ser>
        <c:ser>
          <c:idx val="7"/>
          <c:order val="7"/>
          <c:tx>
            <c:strRef>
              <c:f>Sheet1!$A$9</c:f>
              <c:strCache>
                <c:ptCount val="1"/>
                <c:pt idx="0">
                  <c:v>H案件</c:v>
                </c:pt>
              </c:strCache>
            </c:strRef>
          </c:tx>
          <c:spPr>
            <a:solidFill>
              <a:schemeClr val="accent5">
                <a:alpha val="3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Sheet1!$B$9:$F$9</c:f>
              <c:numCache>
                <c:formatCode>#,##0</c:formatCode>
                <c:ptCount val="5"/>
                <c:pt idx="0">
                  <c:v>5484</c:v>
                </c:pt>
                <c:pt idx="1">
                  <c:v>4552</c:v>
                </c:pt>
                <c:pt idx="2">
                  <c:v>4625</c:v>
                </c:pt>
                <c:pt idx="3">
                  <c:v>4719</c:v>
                </c:pt>
                <c:pt idx="4">
                  <c:v>4719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81E-9C55-124143D89EFB}"/>
            </c:ext>
          </c:extLst>
        </c:ser>
        <c:ser>
          <c:idx val="8"/>
          <c:order val="8"/>
          <c:tx>
            <c:strRef>
              <c:f>Sheet1!$A$10</c:f>
              <c:strCache>
                <c:ptCount val="1"/>
                <c:pt idx="0">
                  <c:v>I案件</c:v>
                </c:pt>
              </c:strCache>
            </c:strRef>
          </c:tx>
          <c:spPr>
            <a:solidFill>
              <a:schemeClr val="accent5">
                <a:alpha val="2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Sheet1!$B$10:$F$10</c:f>
              <c:numCache>
                <c:formatCode>#,##0</c:formatCode>
                <c:ptCount val="5"/>
                <c:pt idx="0">
                  <c:v>7939</c:v>
                </c:pt>
                <c:pt idx="1">
                  <c:v>7939</c:v>
                </c:pt>
                <c:pt idx="2">
                  <c:v>5599</c:v>
                </c:pt>
                <c:pt idx="3">
                  <c:v>5599</c:v>
                </c:pt>
                <c:pt idx="4">
                  <c:v>5599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81E-9C55-124143D89E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0"/>
        <c:overlap val="100"/>
        <c:axId val="386225152"/>
        <c:axId val="386227072"/>
      </c:barChart>
      <c:catAx>
        <c:axId val="386225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7072"/>
        <c:crosses val="autoZero"/>
        <c:auto val="1"/>
        <c:lblAlgn val="ctr"/>
        <c:lblOffset val="100"/>
        <c:noMultiLvlLbl val="0"/>
      </c:catAx>
      <c:valAx>
        <c:axId val="386227072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5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5.588594553376415E-2"/>
          <c:y val="3.3616616724729931E-2"/>
          <c:w val="0.88679798446008939"/>
          <c:h val="6.33891027296520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Meiryo UI" panose="020B0604030504040204" pitchFamily="50" charset="-128"/>
          <a:ea typeface="Meiryo UI" panose="020B0604030504040204" pitchFamily="50" charset="-128"/>
        </a:defRPr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当社（仮）</c:v>
                </c:pt>
              </c:strCache>
            </c:strRef>
          </c:tx>
          <c:spPr>
            <a:solidFill>
              <a:srgbClr val="008000"/>
            </a:solidFill>
          </c:spPr>
          <c:dPt>
            <c:idx val="0"/>
            <c:bubble3D val="0"/>
            <c:spPr>
              <a:solidFill>
                <a:srgbClr val="E2F0D9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A8C-3C44-95DC-30E6EB182580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15F-433A-8BD8-B6E892D691DE}"/>
              </c:ext>
            </c:extLst>
          </c:dPt>
          <c:dLbls>
            <c:dLbl>
              <c:idx val="1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15F-433A-8BD8-B6E892D691D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バリューアップ</c:v>
                </c:pt>
                <c:pt idx="1">
                  <c:v>ランザビジネス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0.36</c:v>
                </c:pt>
                <c:pt idx="1">
                  <c:v>0.64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A8C-3C44-95DC-30E6EB1825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286957939975981"/>
          <c:y val="4.1823729194461E-2"/>
          <c:w val="0.64161788984535395"/>
          <c:h val="0.85990260255361906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ランザビジネス予算の割合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0.1874021114559770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9B13-4771-8A34-BC3161C77B79}"/>
                </c:ext>
              </c:extLst>
            </c:dLbl>
            <c:dLbl>
              <c:idx val="1"/>
              <c:layout>
                <c:manualLayout>
                  <c:x val="-0.1859550734559197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9B13-4771-8A34-BC3161C77B79}"/>
                </c:ext>
              </c:extLst>
            </c:dLbl>
            <c:dLbl>
              <c:idx val="2"/>
              <c:layout>
                <c:manualLayout>
                  <c:x val="-0.19092428430416464"/>
                  <c:y val="2.911036117707341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9B13-4771-8A34-BC3161C77B79}"/>
                </c:ext>
              </c:extLst>
            </c:dLbl>
            <c:dLbl>
              <c:idx val="3"/>
              <c:layout>
                <c:manualLayout>
                  <c:x val="-0.18803020830405009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9B13-4771-8A34-BC3161C77B79}"/>
                </c:ext>
              </c:extLst>
            </c:dLbl>
            <c:dLbl>
              <c:idx val="4"/>
              <c:layout>
                <c:manualLayout>
                  <c:x val="-0.18184321018596497"/>
                  <c:y val="-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74.7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9B13-4771-8A34-BC3161C77B79}"/>
                </c:ext>
              </c:extLst>
            </c:dLbl>
            <c:dLbl>
              <c:idx val="5"/>
              <c:layout>
                <c:manualLayout>
                  <c:x val="-0.20160932164880505"/>
                  <c:y val="5.8220722327035699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80.4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9B13-4771-8A34-BC3161C77B79}"/>
                </c:ext>
              </c:extLst>
            </c:dLbl>
            <c:dLbl>
              <c:idx val="6"/>
              <c:layout>
                <c:manualLayout>
                  <c:x val="-0.18482214987032228"/>
                  <c:y val="1.355556825339694E-16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76.0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9B13-4771-8A34-BC3161C77B79}"/>
                </c:ext>
              </c:extLst>
            </c:dLbl>
            <c:dLbl>
              <c:idx val="7"/>
              <c:layout>
                <c:manualLayout>
                  <c:x val="-0.1894057126853522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9B13-4771-8A34-BC3161C77B79}"/>
                </c:ext>
              </c:extLst>
            </c:dLbl>
            <c:dLbl>
              <c:idx val="8"/>
              <c:layout>
                <c:manualLayout>
                  <c:x val="-0.18803020830405009"/>
                  <c:y val="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9B13-4771-8A34-BC3161C77B79}"/>
                </c:ext>
              </c:extLst>
            </c:dLbl>
            <c:dLbl>
              <c:idx val="9"/>
              <c:layout>
                <c:manualLayout>
                  <c:x val="-0.1930586785523338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9B13-4771-8A34-BC3161C77B79}"/>
                </c:ext>
              </c:extLst>
            </c:dLbl>
            <c:dLbl>
              <c:idx val="10"/>
              <c:layout>
                <c:manualLayout>
                  <c:x val="-0.19115340305353526"/>
                  <c:y val="-3.6970158677666989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9B13-4771-8A34-BC3161C77B79}"/>
                </c:ext>
              </c:extLst>
            </c:dLbl>
            <c:dLbl>
              <c:idx val="11"/>
              <c:layout>
                <c:manualLayout>
                  <c:x val="-0.19023679607520644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76.9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9B13-4771-8A34-BC3161C77B79}"/>
                </c:ext>
              </c:extLst>
            </c:dLbl>
            <c:dLbl>
              <c:idx val="12"/>
              <c:layout>
                <c:manualLayout>
                  <c:x val="-0.1834471734124057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9B13-4771-8A34-BC3161C77B79}"/>
                </c:ext>
              </c:extLst>
            </c:dLbl>
            <c:dLbl>
              <c:idx val="13"/>
              <c:layout>
                <c:manualLayout>
                  <c:x val="-0.1870287376414785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9B13-4771-8A34-BC3161C77B79}"/>
                </c:ext>
              </c:extLst>
            </c:dLbl>
            <c:dLbl>
              <c:idx val="14"/>
              <c:layout>
                <c:manualLayout>
                  <c:x val="-0.1986303819644478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79.1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9B13-4771-8A34-BC3161C77B79}"/>
                </c:ext>
              </c:extLst>
            </c:dLbl>
            <c:dLbl>
              <c:idx val="15"/>
              <c:layout>
                <c:manualLayout>
                  <c:x val="-0.18535258089205062"/>
                  <c:y val="3.388892063349235E-1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9B13-4771-8A34-BC3161C77B79}"/>
                </c:ext>
              </c:extLst>
            </c:dLbl>
            <c:dLbl>
              <c:idx val="16"/>
              <c:layout>
                <c:manualLayout>
                  <c:x val="-0.1924433838463626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77.2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9B13-4771-8A34-BC3161C77B79}"/>
                </c:ext>
              </c:extLst>
            </c:dLbl>
            <c:dLbl>
              <c:idx val="17"/>
              <c:layout>
                <c:manualLayout>
                  <c:x val="-0.18565379751795658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78.1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9B13-4771-8A34-BC3161C77B79}"/>
                </c:ext>
              </c:extLst>
            </c:dLbl>
            <c:dLbl>
              <c:idx val="18"/>
              <c:layout>
                <c:manualLayout>
                  <c:x val="-0.1926004410535925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76.4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9B13-4771-8A34-BC3161C77B79}"/>
                </c:ext>
              </c:extLst>
            </c:dLbl>
            <c:dLbl>
              <c:idx val="19"/>
              <c:layout>
                <c:manualLayout>
                  <c:x val="-0.2030435575067604"/>
                  <c:y val="2.9110361165212291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accent6">
                            <a:lumMod val="50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 dirty="0">
                        <a:solidFill>
                          <a:schemeClr val="accent6">
                            <a:lumMod val="50000"/>
                          </a:schemeClr>
                        </a:solidFill>
                      </a:rPr>
                      <a:t>74.9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9B13-4771-8A34-BC3161C77B79}"/>
                </c:ext>
              </c:extLst>
            </c:dLbl>
            <c:dLbl>
              <c:idx val="20"/>
              <c:layout>
                <c:manualLayout>
                  <c:x val="-0.18909107034750688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9B13-4771-8A34-BC3161C77B79}"/>
                </c:ext>
              </c:extLst>
            </c:dLbl>
            <c:dLbl>
              <c:idx val="21"/>
              <c:layout>
                <c:manualLayout>
                  <c:x val="-0.19678436586568818"/>
                  <c:y val="2.9110361162670626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76.1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9B13-4771-8A34-BC3161C77B79}"/>
                </c:ext>
              </c:extLst>
            </c:dLbl>
            <c:dLbl>
              <c:idx val="22"/>
              <c:layout>
                <c:manualLayout>
                  <c:x val="-0.17257947457633166"/>
                  <c:y val="2.911036116351785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67.0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Sheet1!$B$2:$B$24</c:f>
              <c:numCache>
                <c:formatCode>0.0</c:formatCode>
                <c:ptCount val="23"/>
                <c:pt idx="0">
                  <c:v>-73.599999999999994</c:v>
                </c:pt>
                <c:pt idx="1">
                  <c:v>-75.599999999999994</c:v>
                </c:pt>
                <c:pt idx="2">
                  <c:v>-77.900000000000006</c:v>
                </c:pt>
                <c:pt idx="3">
                  <c:v>-80.3</c:v>
                </c:pt>
                <c:pt idx="4">
                  <c:v>-75.7</c:v>
                </c:pt>
                <c:pt idx="5">
                  <c:v>-72</c:v>
                </c:pt>
                <c:pt idx="6">
                  <c:v>-73.099999999999994</c:v>
                </c:pt>
                <c:pt idx="7">
                  <c:v>-74.900000000000006</c:v>
                </c:pt>
                <c:pt idx="8">
                  <c:v>-77.2</c:v>
                </c:pt>
                <c:pt idx="9">
                  <c:v>-71.8</c:v>
                </c:pt>
                <c:pt idx="10">
                  <c:v>-77.7</c:v>
                </c:pt>
                <c:pt idx="11">
                  <c:v>-78.2</c:v>
                </c:pt>
                <c:pt idx="12">
                  <c:v>-74.3</c:v>
                </c:pt>
                <c:pt idx="13">
                  <c:v>-74.400000000000006</c:v>
                </c:pt>
                <c:pt idx="14">
                  <c:v>-76.099999999999994</c:v>
                </c:pt>
                <c:pt idx="15">
                  <c:v>-78.7</c:v>
                </c:pt>
                <c:pt idx="16">
                  <c:v>-75</c:v>
                </c:pt>
                <c:pt idx="17">
                  <c:v>-76.2</c:v>
                </c:pt>
                <c:pt idx="18">
                  <c:v>-77.599999999999994</c:v>
                </c:pt>
                <c:pt idx="19">
                  <c:v>-79.400000000000006</c:v>
                </c:pt>
                <c:pt idx="20">
                  <c:v>-75.5</c:v>
                </c:pt>
                <c:pt idx="21">
                  <c:v>-76.2</c:v>
                </c:pt>
                <c:pt idx="22">
                  <c:v>-68.2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56-6A47-BEBC-455735D973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バリューアップ予算の割合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7.1641447106630091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9B13-4771-8A34-BC3161C77B79}"/>
                </c:ext>
              </c:extLst>
            </c:dLbl>
            <c:dLbl>
              <c:idx val="1"/>
              <c:layout>
                <c:manualLayout>
                  <c:x val="6.8060014858403572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B13-4771-8A34-BC3161C77B79}"/>
                </c:ext>
              </c:extLst>
            </c:dLbl>
            <c:dLbl>
              <c:idx val="2"/>
              <c:layout>
                <c:manualLayout>
                  <c:x val="6.141464726073080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9B13-4771-8A34-BC3161C77B79}"/>
                </c:ext>
              </c:extLst>
            </c:dLbl>
            <c:dLbl>
              <c:idx val="3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9B13-4771-8A34-BC3161C77B79}"/>
                </c:ext>
              </c:extLst>
            </c:dLbl>
            <c:dLbl>
              <c:idx val="4"/>
              <c:layout>
                <c:manualLayout>
                  <c:x val="6.881956462950271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9B13-4771-8A34-BC3161C77B79}"/>
                </c:ext>
              </c:extLst>
            </c:dLbl>
            <c:dLbl>
              <c:idx val="5"/>
              <c:layout>
                <c:manualLayout>
                  <c:x val="5.743423691380212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9B13-4771-8A34-BC3161C77B79}"/>
                </c:ext>
              </c:extLst>
            </c:dLbl>
            <c:dLbl>
              <c:idx val="6"/>
              <c:layout>
                <c:manualLayout>
                  <c:x val="6.4164468195717569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9B13-4771-8A34-BC3161C77B79}"/>
                </c:ext>
              </c:extLst>
            </c:dLbl>
            <c:dLbl>
              <c:idx val="7"/>
              <c:layout>
                <c:manualLayout>
                  <c:x val="6.66722362583852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9B13-4771-8A34-BC3161C77B79}"/>
                </c:ext>
              </c:extLst>
            </c:dLbl>
            <c:dLbl>
              <c:idx val="8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9B13-4771-8A34-BC3161C77B79}"/>
                </c:ext>
              </c:extLst>
            </c:dLbl>
            <c:dLbl>
              <c:idx val="9"/>
              <c:layout>
                <c:manualLayout>
                  <c:x val="6.5984880010273389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9B13-4771-8A34-BC3161C77B79}"/>
                </c:ext>
              </c:extLst>
            </c:dLbl>
            <c:dLbl>
              <c:idx val="10"/>
              <c:layout>
                <c:manualLayout>
                  <c:x val="6.2861685260788086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9B13-4771-8A34-BC3161C77B79}"/>
                </c:ext>
              </c:extLst>
            </c:dLbl>
            <c:dLbl>
              <c:idx val="11"/>
              <c:layout>
                <c:manualLayout>
                  <c:x val="6.3778292239117088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9B13-4771-8A34-BC3161C77B79}"/>
                </c:ext>
              </c:extLst>
            </c:dLbl>
            <c:dLbl>
              <c:idx val="12"/>
              <c:layout>
                <c:manualLayout>
                  <c:x val="7.056778292107124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9B13-4771-8A34-BC3161C77B79}"/>
                </c:ext>
              </c:extLst>
            </c:dLbl>
            <c:dLbl>
              <c:idx val="13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9B13-4771-8A34-BC3161C77B79}"/>
                </c:ext>
              </c:extLst>
            </c:dLbl>
            <c:dLbl>
              <c:idx val="14"/>
              <c:layout>
                <c:manualLayout>
                  <c:x val="5.7060863099303451E-2"/>
                  <c:y val="3.6970158677667665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9B13-4771-8A34-BC3161C77B79}"/>
                </c:ext>
              </c:extLst>
            </c:dLbl>
            <c:dLbl>
              <c:idx val="15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9B13-4771-8A34-BC3161C77B79}"/>
                </c:ext>
              </c:extLst>
            </c:dLbl>
            <c:dLbl>
              <c:idx val="16"/>
              <c:layout>
                <c:manualLayout>
                  <c:x val="6.4924017966816461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9B13-4771-8A34-BC3161C77B79}"/>
                </c:ext>
              </c:extLst>
            </c:dLbl>
            <c:dLbl>
              <c:idx val="17"/>
              <c:layout>
                <c:manualLayout>
                  <c:x val="7.003735189934283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9B13-4771-8A34-BC3161C77B79}"/>
                </c:ext>
              </c:extLst>
            </c:dLbl>
            <c:dLbl>
              <c:idx val="18"/>
              <c:layout>
                <c:manualLayout>
                  <c:x val="6.309080401015883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9B13-4771-8A34-BC3161C77B79}"/>
                </c:ext>
              </c:extLst>
            </c:dLbl>
            <c:dLbl>
              <c:idx val="19"/>
              <c:layout>
                <c:manualLayout>
                  <c:x val="6.9409255051269936E-2"/>
                  <c:y val="1.6944460316746175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9B13-4771-8A34-BC3161C77B79}"/>
                </c:ext>
              </c:extLst>
            </c:dLbl>
            <c:dLbl>
              <c:idx val="20"/>
              <c:layout>
                <c:manualLayout>
                  <c:x val="6.6600174716244478E-2"/>
                  <c:y val="-1.6944460316746175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9B13-4771-8A34-BC3161C77B79}"/>
                </c:ext>
              </c:extLst>
            </c:dLbl>
            <c:dLbl>
              <c:idx val="21"/>
              <c:layout>
                <c:manualLayout>
                  <c:x val="7.2316133193486426E-2"/>
                  <c:y val="8.4722301583730876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9B13-4771-8A34-BC3161C77B79}"/>
                </c:ext>
              </c:extLst>
            </c:dLbl>
            <c:dLbl>
              <c:idx val="22"/>
              <c:layout>
                <c:manualLayout>
                  <c:x val="9.4844867733414939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Sheet1!$C$2:$C$24</c:f>
              <c:numCache>
                <c:formatCode>0.0</c:formatCode>
                <c:ptCount val="23"/>
                <c:pt idx="0">
                  <c:v>26.4</c:v>
                </c:pt>
                <c:pt idx="1">
                  <c:v>24.4</c:v>
                </c:pt>
                <c:pt idx="2">
                  <c:v>22.1</c:v>
                </c:pt>
                <c:pt idx="3">
                  <c:v>19.7</c:v>
                </c:pt>
                <c:pt idx="4">
                  <c:v>24.3</c:v>
                </c:pt>
                <c:pt idx="5">
                  <c:v>28</c:v>
                </c:pt>
                <c:pt idx="6">
                  <c:v>26.9</c:v>
                </c:pt>
                <c:pt idx="7">
                  <c:v>25.1</c:v>
                </c:pt>
                <c:pt idx="8">
                  <c:v>22.8</c:v>
                </c:pt>
                <c:pt idx="9">
                  <c:v>28.2</c:v>
                </c:pt>
                <c:pt idx="10">
                  <c:v>22.3</c:v>
                </c:pt>
                <c:pt idx="11">
                  <c:v>21.8</c:v>
                </c:pt>
                <c:pt idx="12">
                  <c:v>25.7</c:v>
                </c:pt>
                <c:pt idx="13">
                  <c:v>25.6</c:v>
                </c:pt>
                <c:pt idx="14">
                  <c:v>23.9</c:v>
                </c:pt>
                <c:pt idx="15">
                  <c:v>21.3</c:v>
                </c:pt>
                <c:pt idx="16">
                  <c:v>25</c:v>
                </c:pt>
                <c:pt idx="17">
                  <c:v>23.8</c:v>
                </c:pt>
                <c:pt idx="18">
                  <c:v>22.4</c:v>
                </c:pt>
                <c:pt idx="19">
                  <c:v>20.6</c:v>
                </c:pt>
                <c:pt idx="20">
                  <c:v>24.5</c:v>
                </c:pt>
                <c:pt idx="21">
                  <c:v>23.8</c:v>
                </c:pt>
                <c:pt idx="22">
                  <c:v>31.8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56-6A47-BEBC-455735D9736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291998512"/>
        <c:axId val="1291997728"/>
      </c:barChart>
      <c:catAx>
        <c:axId val="12919985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91997728"/>
        <c:crosses val="autoZero"/>
        <c:auto val="1"/>
        <c:lblAlgn val="ctr"/>
        <c:lblOffset val="100"/>
        <c:noMultiLvlLbl val="0"/>
      </c:catAx>
      <c:valAx>
        <c:axId val="129199772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291998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#,##0.0;[Red]\-#,##0.0</c:formatCode>
                <c:ptCount val="5"/>
                <c:pt idx="0">
                  <c:v>9.92</c:v>
                </c:pt>
                <c:pt idx="1">
                  <c:v>5.39</c:v>
                </c:pt>
                <c:pt idx="2">
                  <c:v>5.48</c:v>
                </c:pt>
                <c:pt idx="3">
                  <c:v>4.6269999999999998</c:v>
                </c:pt>
                <c:pt idx="4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5.4111382663830691E-2"/>
                  <c:y val="-5.89582163819865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0%</c:formatCode>
                <c:ptCount val="5"/>
                <c:pt idx="0">
                  <c:v>0.23497643129544971</c:v>
                </c:pt>
                <c:pt idx="1">
                  <c:v>0.12767368595589454</c:v>
                </c:pt>
                <c:pt idx="2">
                  <c:v>0.12980552857853472</c:v>
                </c:pt>
                <c:pt idx="3">
                  <c:v>0.10960039794395622</c:v>
                </c:pt>
                <c:pt idx="4">
                  <c:v>0.39794395622616485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#,##0.0;[Red]\-#,##0.0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0%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便益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32-4916-B234-4455125FF6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6974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32-4916-B234-4455125FF6A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32-4916-B234-4455125FF6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14165272"/>
        <c:axId val="1314171936"/>
      </c:barChart>
      <c:catAx>
        <c:axId val="13141652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314171936"/>
        <c:crosses val="autoZero"/>
        <c:auto val="1"/>
        <c:lblAlgn val="ctr"/>
        <c:lblOffset val="100"/>
        <c:noMultiLvlLbl val="0"/>
      </c:catAx>
      <c:valAx>
        <c:axId val="13141719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314165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28575" cap="rnd">
              <a:solidFill>
                <a:schemeClr val="accent2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1.5</c:v>
                </c:pt>
                <c:pt idx="1">
                  <c:v>2</c:v>
                </c:pt>
                <c:pt idx="2">
                  <c:v>2.5</c:v>
                </c:pt>
                <c:pt idx="3">
                  <c:v>3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3.5</c:v>
                </c:pt>
                <c:pt idx="9">
                  <c:v>3.6</c:v>
                </c:pt>
                <c:pt idx="10">
                  <c:v>3.7</c:v>
                </c:pt>
                <c:pt idx="11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54-44D8-9BD9-A6058AC5C3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2.2000000000000002</c:v>
                </c:pt>
                <c:pt idx="1">
                  <c:v>2.6</c:v>
                </c:pt>
                <c:pt idx="2">
                  <c:v>3</c:v>
                </c:pt>
                <c:pt idx="3">
                  <c:v>3.3</c:v>
                </c:pt>
                <c:pt idx="4">
                  <c:v>3.7</c:v>
                </c:pt>
                <c:pt idx="5">
                  <c:v>4.0999999999999996</c:v>
                </c:pt>
                <c:pt idx="6">
                  <c:v>4.5</c:v>
                </c:pt>
                <c:pt idx="7">
                  <c:v>4.8</c:v>
                </c:pt>
                <c:pt idx="8">
                  <c:v>5.0999999999999996</c:v>
                </c:pt>
                <c:pt idx="9">
                  <c:v>5.4</c:v>
                </c:pt>
                <c:pt idx="10">
                  <c:v>5.7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154-44D8-9BD9-A6058AC5C3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401114400"/>
        <c:axId val="1939345392"/>
      </c:lineChart>
      <c:catAx>
        <c:axId val="1401114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9345392"/>
        <c:crosses val="autoZero"/>
        <c:auto val="1"/>
        <c:lblAlgn val="ctr"/>
        <c:lblOffset val="100"/>
        <c:noMultiLvlLbl val="0"/>
      </c:catAx>
      <c:valAx>
        <c:axId val="1939345392"/>
        <c:scaling>
          <c:orientation val="minMax"/>
          <c:max val="7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01114400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予想PER</c:v>
                </c:pt>
              </c:strCache>
            </c:strRef>
          </c:tx>
          <c:spPr>
            <a:solidFill>
              <a:srgbClr val="B23A2E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0-2FA0-4849-82F7-E74AA15D55C5}"/>
              </c:ext>
            </c:extLst>
          </c:dPt>
          <c:dPt>
            <c:idx val="1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2-2FA0-4849-82F7-E74AA15D55C5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4-2FA0-4849-82F7-E74AA15D55C5}"/>
              </c:ext>
            </c:extLst>
          </c:dPt>
          <c:dPt>
            <c:idx val="3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6-2FA0-4849-82F7-E74AA15D55C5}"/>
              </c:ext>
            </c:extLst>
          </c:dPt>
          <c:dLbls>
            <c:dLbl>
              <c:idx val="0"/>
              <c:numFmt formatCode="0.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lang="ja-JP" sz="1200" b="1" i="0" u="none" strike="noStrike">
                      <a:solidFill>
                        <a:srgbClr val="C00000"/>
                      </a:solidFill>
                      <a:latin typeface="+mn-ea"/>
                      <a:ea typeface="+mn-ea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2FA0-4849-82F7-E74AA15D55C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lang="ja-JP" sz="800" b="0" i="0" u="none" strike="noStrike">
                    <a:solidFill>
                      <a:schemeClr val="tx1"/>
                    </a:solidFill>
                    <a:latin typeface="+mn-ea"/>
                    <a:ea typeface="+mn-ea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ライオン</c:v>
                </c:pt>
                <c:pt idx="1">
                  <c:v>花王</c:v>
                </c:pt>
                <c:pt idx="2">
                  <c:v>ユニ・チャーム</c:v>
                </c:pt>
                <c:pt idx="3">
                  <c:v>資生堂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19.2</c:v>
                </c:pt>
                <c:pt idx="1">
                  <c:v>22.7</c:v>
                </c:pt>
                <c:pt idx="2">
                  <c:v>23.5</c:v>
                </c:pt>
                <c:pt idx="3">
                  <c:v>32.4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2FA0-4849-82F7-E74AA15D55C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4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lang="ja-JP" sz="800" b="0" i="0" u="none" strike="noStrike">
                <a:solidFill>
                  <a:schemeClr val="tx1"/>
                </a:solidFill>
                <a:latin typeface="+mn-ea"/>
                <a:ea typeface="+mn-ea"/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46.8</c:v>
                </c:pt>
                <c:pt idx="1">
                  <c:v>35.200000000000003</c:v>
                </c:pt>
                <c:pt idx="2">
                  <c:v>29.2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09-4DA0-9B33-CD568A4C1E4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12.6</c:v>
                </c:pt>
                <c:pt idx="1">
                  <c:v>15</c:v>
                </c:pt>
                <c:pt idx="2">
                  <c:v>11.6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09-4DA0-9B33-CD568A4C1E4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16</c:v>
                </c:pt>
                <c:pt idx="1">
                  <c:v>13</c:v>
                </c:pt>
                <c:pt idx="2">
                  <c:v>17.600000000000001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09-4DA0-9B33-CD568A4C1E45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644330351"/>
        <c:axId val="881978543"/>
      </c:barChart>
      <c:catAx>
        <c:axId val="644330351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1978543"/>
        <c:crosses val="autoZero"/>
        <c:auto val="1"/>
        <c:lblAlgn val="ctr"/>
        <c:lblOffset val="100"/>
        <c:noMultiLvlLbl val="0"/>
      </c:catAx>
      <c:valAx>
        <c:axId val="88197854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443303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617461955296191"/>
          <c:y val="0.11282151507100002"/>
          <c:w val="0.80905556200927975"/>
          <c:h val="0.7704263877975092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lnSpc>
                        <a:spcPts val="400"/>
                      </a:lnSpc>
                      <a:defRPr lang="ja-JP" sz="400" b="0" i="0" u="none" strike="noStrike" kern="1200" baseline="0">
                        <a:solidFill>
                          <a:srgbClr val="FFFFFF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/>
                      <a:t>約</a:t>
                    </a:r>
                    <a:fld id="{640A00DE-72A0-485F-88AC-263B541BEA31}" type="VALUE">
                      <a:rPr lang="en-US" altLang="ja-JP" smtClean="0"/>
                      <a:pPr>
                        <a:lnSpc>
                          <a:spcPts val="400"/>
                        </a:lnSpc>
                        <a:defRPr lang="ja-JP" sz="400">
                          <a:solidFill>
                            <a:srgbClr val="FFFFFF"/>
                          </a:solidFill>
                        </a:defRPr>
                      </a:pPr>
                      <a:t>[値]</a:t>
                    </a:fld>
                    <a:endParaRPr lang="ja-JP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lnSpc>
                      <a:spcPts val="400"/>
                    </a:lnSpc>
                    <a:defRPr lang="ja-JP" sz="400" b="0" i="0" u="none" strike="noStrike" kern="1200" baseline="0">
                      <a:solidFill>
                        <a:srgbClr val="FFFFF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 alt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FAF-4995-8634-1C6ED284303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2025</c:v>
                </c:pt>
                <c:pt idx="1">
                  <c:v>2040</c:v>
                </c:pt>
                <c:pt idx="2">
                  <c:v>2050</c:v>
                </c:pt>
                <c:pt idx="3">
                  <c:v>2060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1.24</c:v>
                </c:pt>
                <c:pt idx="1">
                  <c:v>1.1100000000000001</c:v>
                </c:pt>
                <c:pt idx="2">
                  <c:v>1.04</c:v>
                </c:pt>
                <c:pt idx="3">
                  <c:v>0.96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AF-4995-8634-1C6ED28430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2"/>
        <c:overlap val="-27"/>
        <c:axId val="1980314448"/>
        <c:axId val="1605019888"/>
      </c:barChart>
      <c:catAx>
        <c:axId val="19803144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605019888"/>
        <c:crosses val="autoZero"/>
        <c:auto val="1"/>
        <c:lblAlgn val="ctr"/>
        <c:lblOffset val="100"/>
        <c:noMultiLvlLbl val="0"/>
      </c:catAx>
      <c:valAx>
        <c:axId val="1605019888"/>
        <c:scaling>
          <c:orientation val="minMax"/>
          <c:max val="1.5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980314448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F03-49AD-B2D2-89FD4B6046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160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4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DA-47CC-A4EB-5EB8A792D41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24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6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1F6-4A66-BB5A-3F43AD9D6F7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8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0_);[Red]\(#,##0.0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725631400046057E-2"/>
          <c:y val="8.0888675295950063E-2"/>
          <c:w val="0.95011127631036485"/>
          <c:h val="0.7597629504390397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換算影響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20</c:v>
                </c:pt>
                <c:pt idx="1">
                  <c:v>25</c:v>
                </c:pt>
                <c:pt idx="2">
                  <c:v>28</c:v>
                </c:pt>
                <c:pt idx="3">
                  <c:v>10</c:v>
                </c:pt>
                <c:pt idx="4">
                  <c:v>10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4B-4527-A154-C0627D1C29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取引影響 (ヘッジ後)</c:v>
                </c:pt>
              </c:strCache>
            </c:strRef>
          </c:tx>
          <c:spPr>
            <a:solidFill>
              <a:srgbClr val="ED7D3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-120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4B-4527-A154-C0627D1C29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08074159"/>
        <c:axId val="1008074639"/>
      </c:barChart>
      <c:catAx>
        <c:axId val="100807415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6350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639"/>
        <c:crosses val="autoZero"/>
        <c:auto val="1"/>
        <c:lblAlgn val="ctr"/>
        <c:lblOffset val="100"/>
        <c:noMultiLvlLbl val="0"/>
      </c:catAx>
      <c:valAx>
        <c:axId val="1008074639"/>
        <c:scaling>
          <c:orientation val="minMax"/>
          <c:max val="45"/>
          <c:min val="-135"/>
        </c:scaling>
        <c:delete val="0"/>
        <c:axPos val="l"/>
        <c:majorGridlines>
          <c:spPr>
            <a:ln w="6350" cap="flat" cmpd="sng" algn="ctr">
              <a:solidFill>
                <a:srgbClr val="EDEDED">
                  <a:alpha val="50000"/>
                </a:srgb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 w="6350"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159"/>
        <c:crosses val="autoZero"/>
        <c:crossBetween val="between"/>
        <c:majorUnit val="4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2E-4259-BCC4-FE895631E0C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2E-4259-BCC4-FE895631E0C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02E-4259-BCC4-FE895631E0C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02E-4259-BCC4-FE895631E0C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02E-4259-BCC4-FE895631E0C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02E-4259-BCC4-FE895631E0C0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02E-4259-BCC4-FE895631E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32-480B-B06E-0C29DB49374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32-480B-B06E-0C29DB4937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432-480B-B06E-0C29DB49374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432-480B-B06E-0C29DB49374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432-480B-B06E-0C29DB49374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432-480B-B06E-0C29DB493747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D432-480B-B06E-0C29DB4937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rgbClr val="47A24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C28-4CD4-BD25-B9EA5BA61C8E}"/>
              </c:ext>
            </c:extLst>
          </c:dPt>
          <c:dPt>
            <c:idx val="1"/>
            <c:bubble3D val="0"/>
            <c:spPr>
              <a:solidFill>
                <a:srgbClr val="82C08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DC28-4CD4-BD25-B9EA5BA61C8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C28-4CD4-BD25-B9EA5BA61C8E}"/>
              </c:ext>
            </c:extLst>
          </c:dPt>
          <c:cat>
            <c:strRef>
              <c:f>Sheet1!$A$2:$A$4</c:f>
              <c:strCache>
                <c:ptCount val="3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33</c:v>
                </c:pt>
                <c:pt idx="1">
                  <c:v>33</c:v>
                </c:pt>
                <c:pt idx="2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28-4CD4-BD25-B9EA5BA61C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0"/>
        <c:holeSize val="4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D3-4F65-9BD6-7AB222A2FE9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D3-4F65-9BD6-7AB222A2FE9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9D3-4F65-9BD6-7AB222A2FE9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lineChart>
        <c:grouping val="standard"/>
        <c:varyColors val="0"/>
        <c:ser>
          <c:idx val="5"/>
          <c:order val="5"/>
          <c:tx>
            <c:strRef>
              <c:f>Sheet1!$G$1</c:f>
              <c:strCache>
                <c:ptCount val="1"/>
                <c:pt idx="0">
                  <c:v>外注費</c:v>
                </c:pt>
              </c:strCache>
            </c:strRef>
          </c:tx>
          <c:spPr>
            <a:ln w="25400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40</c:v>
                </c:pt>
                <c:pt idx="1">
                  <c:v>50</c:v>
                </c:pt>
                <c:pt idx="2">
                  <c:v>55</c:v>
                </c:pt>
                <c:pt idx="3">
                  <c:v>60</c:v>
                </c:pt>
                <c:pt idx="4">
                  <c:v>40</c:v>
                </c:pt>
                <c:pt idx="5">
                  <c:v>50</c:v>
                </c:pt>
                <c:pt idx="6">
                  <c:v>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69D3-4F65-9BD6-7AB222A2FE9F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人件費合計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3.2662586843811292E-2"/>
                  <c:y val="-0.109040348969520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B6F-4BCD-AF5F-50550DA2EFD1}"/>
                </c:ext>
              </c:extLst>
            </c:dLbl>
            <c:dLbl>
              <c:idx val="1"/>
              <c:layout>
                <c:manualLayout>
                  <c:x val="-4.0475154297656142E-2"/>
                  <c:y val="-7.24070341378615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9D3-4F65-9BD6-7AB222A2FE9F}"/>
                </c:ext>
              </c:extLst>
            </c:dLbl>
            <c:dLbl>
              <c:idx val="2"/>
              <c:layout>
                <c:manualLayout>
                  <c:x val="-4.1994754513471663E-2"/>
                  <c:y val="-0.1026262107948430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B6F-4BCD-AF5F-50550DA2EFD1}"/>
                </c:ext>
              </c:extLst>
            </c:dLbl>
            <c:dLbl>
              <c:idx val="3"/>
              <c:layout>
                <c:manualLayout>
                  <c:x val="-3.4995628761226388E-2"/>
                  <c:y val="-3.8484829048066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B6F-4BCD-AF5F-50550DA2EFD1}"/>
                </c:ext>
              </c:extLst>
            </c:dLbl>
            <c:dLbl>
              <c:idx val="4"/>
              <c:layout>
                <c:manualLayout>
                  <c:x val="-3.2662586843811209E-2"/>
                  <c:y val="-4.48989672227438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B6F-4BCD-AF5F-50550DA2EFD1}"/>
                </c:ext>
              </c:extLst>
            </c:dLbl>
            <c:dLbl>
              <c:idx val="5"/>
              <c:layout>
                <c:manualLayout>
                  <c:x val="-3.4995628761226472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B6F-4BCD-AF5F-50550DA2EFD1}"/>
                </c:ext>
              </c:extLst>
            </c:dLbl>
            <c:dLbl>
              <c:idx val="6"/>
              <c:layout>
                <c:manualLayout>
                  <c:x val="-3.4995628761226388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B6F-4BCD-AF5F-50550DA2EFD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Sheet1!$H$2:$H$8</c:f>
              <c:numCache>
                <c:formatCode>General</c:formatCode>
                <c:ptCount val="7"/>
                <c:pt idx="0">
                  <c:v>95</c:v>
                </c:pt>
                <c:pt idx="1">
                  <c:v>105</c:v>
                </c:pt>
                <c:pt idx="2">
                  <c:v>105</c:v>
                </c:pt>
                <c:pt idx="3">
                  <c:v>110</c:v>
                </c:pt>
                <c:pt idx="4">
                  <c:v>95</c:v>
                </c:pt>
                <c:pt idx="5">
                  <c:v>105</c:v>
                </c:pt>
                <c:pt idx="6">
                  <c:v>105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7549680"/>
        <c:axId val="67547760"/>
      </c:line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9.2086092715231785E-2"/>
          <c:y val="0.89865005118684282"/>
          <c:w val="0.81582781456953646"/>
          <c:h val="9.493581063847947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432-4C13-9C3E-3777EABE5A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派遣社員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60</c:v>
                </c:pt>
                <c:pt idx="1">
                  <c:v>50</c:v>
                </c:pt>
                <c:pt idx="2">
                  <c:v>60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業務委託費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30</c:v>
                </c:pt>
                <c:pt idx="2">
                  <c:v>30</c:v>
                </c:pt>
                <c:pt idx="3">
                  <c:v>20</c:v>
                </c:pt>
                <c:pt idx="4">
                  <c:v>30</c:v>
                </c:pt>
                <c:pt idx="5">
                  <c:v>30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シェアードサービス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10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>
                      <a:alpha val="60000"/>
                    </a:srgbClr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Sheet1!$E$2:$E$8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432-4C13-9C3E-3777EABE5A86}"/>
                  </c:ext>
                </c:extLst>
              </c15:ser>
            </c15:filteredBarSeries>
            <c15:filteredBa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5432-4C13-9C3E-3777EABE5A86}"/>
                  </c:ext>
                </c:extLst>
              </c15:ser>
            </c15:filteredBarSeries>
          </c:ext>
        </c:extLst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月給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20</c:v>
                </c:pt>
                <c:pt idx="1">
                  <c:v>25</c:v>
                </c:pt>
                <c:pt idx="2">
                  <c:v>20</c:v>
                </c:pt>
                <c:pt idx="3">
                  <c:v>40</c:v>
                </c:pt>
                <c:pt idx="4">
                  <c:v>30</c:v>
                </c:pt>
                <c:pt idx="5">
                  <c:v>50</c:v>
                </c:pt>
                <c:pt idx="6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inMax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10</c:v>
                </c:pt>
                <c:pt idx="1">
                  <c:v>20</c:v>
                </c:pt>
                <c:pt idx="2">
                  <c:v>10</c:v>
                </c:pt>
                <c:pt idx="3">
                  <c:v>50</c:v>
                </c:pt>
                <c:pt idx="4">
                  <c:v>30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r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axMin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485467255334803E-2"/>
          <c:y val="8.0834302608938077E-2"/>
          <c:w val="0.92625275938189833"/>
          <c:h val="0.7844339472555822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C66-439F-BF4F-27AB825FB35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研究技術センター</c:v>
                </c:pt>
              </c:strCache>
            </c:strRef>
          </c:tx>
          <c:spPr>
            <a:solidFill>
              <a:srgbClr val="00800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C66-439F-BF4F-27AB825FB35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生産技術センター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66-439F-BF4F-27AB825FB35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C66-439F-BF4F-27AB825FB35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マーケティングデザインセンター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2540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C66-439F-BF4F-27AB825FB35E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Sheet1!$H$2</c:f>
              <c:numCache>
                <c:formatCode>General</c:formatCode>
                <c:ptCount val="1"/>
                <c:pt idx="0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66-439F-BF4F-27AB825FB35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-7"/>
        <c:axId val="67549680"/>
        <c:axId val="67547760"/>
      </c:barChart>
      <c:catAx>
        <c:axId val="67549680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low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4.218616629874912E-2"/>
          <c:y val="0.84838239980686891"/>
          <c:w val="0.94379617365710078"/>
          <c:h val="0.1306585198694344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カテゴリ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D7-491D-9845-9E0DF9643A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45882560"/>
        <c:axId val="1145881840"/>
      </c:barChart>
      <c:catAx>
        <c:axId val="1145882560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145881840"/>
        <c:crosses val="autoZero"/>
        <c:auto val="1"/>
        <c:lblAlgn val="ctr"/>
        <c:lblOffset val="100"/>
        <c:noMultiLvlLbl val="0"/>
      </c:catAx>
      <c:valAx>
        <c:axId val="1145881840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458825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6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r-FR" altLang="ja-JP" sz="600" err="1"/>
              <a:t>Monthly</a:t>
            </a:r>
            <a:r>
              <a:rPr lang="fr-FR" altLang="ja-JP" sz="600" baseline="0"/>
              <a:t> </a:t>
            </a:r>
            <a:r>
              <a:rPr lang="fr-FR" altLang="ja-JP" sz="600" baseline="0" err="1"/>
              <a:t>Movements</a:t>
            </a:r>
            <a:endParaRPr lang="ja-JP" altLang="fr-FR" sz="600"/>
          </a:p>
        </c:rich>
      </c:tx>
      <c:layout>
        <c:manualLayout>
          <c:xMode val="edge"/>
          <c:yMode val="edge"/>
          <c:x val="0.42563801182429534"/>
          <c:y val="2.721399911278854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 altLang="fr-FR"/>
        </a:p>
      </c:txPr>
    </c:title>
    <c:autoTitleDeleted val="0"/>
    <c:plotArea>
      <c:layout>
        <c:manualLayout>
          <c:layoutTarget val="inner"/>
          <c:xMode val="edge"/>
          <c:yMode val="edge"/>
          <c:x val="4.3534487410127623E-2"/>
          <c:y val="0.15301259640579509"/>
          <c:w val="0.93175121744882305"/>
          <c:h val="0.6169086528792294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91-429F-8727-D623B131605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9338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91-429F-8727-D623B13160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218782840"/>
        <c:axId val="1218781760"/>
      </c:barChart>
      <c:catAx>
        <c:axId val="12187828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1760"/>
        <c:crosses val="autoZero"/>
        <c:auto val="1"/>
        <c:lblAlgn val="ctr"/>
        <c:lblOffset val="100"/>
        <c:noMultiLvlLbl val="0"/>
      </c:catAx>
      <c:valAx>
        <c:axId val="12187817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28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78A-406F-9A08-633776E0A33F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78A-406F-9A08-633776E0A33F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78A-406F-9A08-633776E0A33F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A78A-406F-9A08-633776E0A33F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A78A-406F-9A08-633776E0A33F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29C-48DD-8541-596D16B038B3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29C-48DD-8541-596D16B038B3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29C-48DD-8541-596D16B038B3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129C-48DD-8541-596D16B038B3}"/>
              </c:ext>
            </c:extLst>
          </c:dPt>
          <c:dPt>
            <c:idx val="4"/>
            <c:bubble3D val="0"/>
            <c:spPr>
              <a:solidFill>
                <a:schemeClr val="accent3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129C-48DD-8541-596D16B038B3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1050" b="0" i="0" u="none" strike="noStrike" kern="1200" spc="0" baseline="0">
                <a:solidFill>
                  <a:srgbClr val="008D2E"/>
                </a:solidFill>
                <a:latin typeface="+mn-lt"/>
                <a:ea typeface="+mn-ea"/>
                <a:cs typeface="+mn-cs"/>
              </a:defRPr>
            </a:pPr>
            <a:r>
              <a:rPr lang="ja-JP" altLang="fr-FR" sz="1050">
                <a:solidFill>
                  <a:srgbClr val="008D2E"/>
                </a:solidFill>
              </a:rPr>
              <a:t>月間計画</a:t>
            </a:r>
          </a:p>
        </c:rich>
      </c:tx>
      <c:layout>
        <c:manualLayout>
          <c:xMode val="edge"/>
          <c:yMode val="edge"/>
          <c:x val="2.5124698945142708E-2"/>
          <c:y val="2.911648658005085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050" b="0" i="0" u="none" strike="noStrike" kern="1200" spc="0" baseline="0">
              <a:solidFill>
                <a:srgbClr val="008D2E"/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>
        <c:manualLayout>
          <c:layoutTarget val="inner"/>
          <c:xMode val="edge"/>
          <c:yMode val="edge"/>
          <c:x val="5.8207045327595491E-2"/>
          <c:y val="2.5285490589872506E-2"/>
          <c:w val="0.9068499461381786"/>
          <c:h val="0.671202101007469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月間計画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Sheet1!$B$2:$B$24</c:f>
              <c:numCache>
                <c:formatCode>General</c:formatCode>
                <c:ptCount val="2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3</c:v>
                </c:pt>
                <c:pt idx="4">
                  <c:v>4.5</c:v>
                </c:pt>
                <c:pt idx="5">
                  <c:v>6</c:v>
                </c:pt>
                <c:pt idx="6">
                  <c:v>4</c:v>
                </c:pt>
                <c:pt idx="7">
                  <c:v>3</c:v>
                </c:pt>
                <c:pt idx="8">
                  <c:v>2</c:v>
                </c:pt>
                <c:pt idx="9">
                  <c:v>4</c:v>
                </c:pt>
                <c:pt idx="10">
                  <c:v>5</c:v>
                </c:pt>
                <c:pt idx="11">
                  <c:v>7</c:v>
                </c:pt>
                <c:pt idx="12">
                  <c:v>6</c:v>
                </c:pt>
                <c:pt idx="13">
                  <c:v>3</c:v>
                </c:pt>
                <c:pt idx="14">
                  <c:v>4</c:v>
                </c:pt>
                <c:pt idx="15">
                  <c:v>5</c:v>
                </c:pt>
                <c:pt idx="16">
                  <c:v>5</c:v>
                </c:pt>
                <c:pt idx="17">
                  <c:v>6</c:v>
                </c:pt>
                <c:pt idx="18">
                  <c:v>7</c:v>
                </c:pt>
                <c:pt idx="19">
                  <c:v>8</c:v>
                </c:pt>
                <c:pt idx="20">
                  <c:v>4</c:v>
                </c:pt>
                <c:pt idx="21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A-45FC-833C-320EE92F8EF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XX月見通し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Sheet1!$C$2:$C$24</c:f>
              <c:numCache>
                <c:formatCode>General</c:formatCode>
                <c:ptCount val="2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</c:v>
                </c:pt>
                <c:pt idx="4">
                  <c:v>2.8</c:v>
                </c:pt>
                <c:pt idx="5">
                  <c:v>2</c:v>
                </c:pt>
                <c:pt idx="6">
                  <c:v>5</c:v>
                </c:pt>
                <c:pt idx="7">
                  <c:v>5</c:v>
                </c:pt>
                <c:pt idx="8">
                  <c:v>8</c:v>
                </c:pt>
                <c:pt idx="9">
                  <c:v>5</c:v>
                </c:pt>
                <c:pt idx="10">
                  <c:v>5</c:v>
                </c:pt>
                <c:pt idx="11">
                  <c:v>5</c:v>
                </c:pt>
                <c:pt idx="12">
                  <c:v>6</c:v>
                </c:pt>
                <c:pt idx="13">
                  <c:v>7</c:v>
                </c:pt>
                <c:pt idx="14">
                  <c:v>3</c:v>
                </c:pt>
                <c:pt idx="15">
                  <c:v>4</c:v>
                </c:pt>
                <c:pt idx="16">
                  <c:v>5</c:v>
                </c:pt>
                <c:pt idx="17">
                  <c:v>8</c:v>
                </c:pt>
                <c:pt idx="18">
                  <c:v>6</c:v>
                </c:pt>
                <c:pt idx="19">
                  <c:v>5</c:v>
                </c:pt>
                <c:pt idx="20">
                  <c:v>4</c:v>
                </c:pt>
                <c:pt idx="2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2EA-45FC-833C-320EE92F8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53598168"/>
        <c:axId val="653594208"/>
      </c:barChart>
      <c:catAx>
        <c:axId val="653598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eaVert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653594208"/>
        <c:crosses val="autoZero"/>
        <c:auto val="1"/>
        <c:lblAlgn val="ctr"/>
        <c:lblOffset val="100"/>
        <c:noMultiLvlLbl val="0"/>
      </c:catAx>
      <c:valAx>
        <c:axId val="6535942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535981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r"/>
      <c:layout>
        <c:manualLayout>
          <c:xMode val="edge"/>
          <c:yMode val="edge"/>
          <c:x val="0.75136011318897644"/>
          <c:y val="2.2700691526374432E-2"/>
          <c:w val="0.21426488681102365"/>
          <c:h val="7.060889516535814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20130420389215E-2"/>
          <c:y val="0.15934354219822977"/>
          <c:w val="0.57573877811500962"/>
          <c:h val="0.673855588590383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061700181435605E-2"/>
          <c:y val="0.13011841452686682"/>
          <c:w val="0.55177631797420057"/>
          <c:h val="0.563514134806485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E57-4F52-AC82-7CAD4D76B31B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E57-4F52-AC82-7CAD4D76B31B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E57-4F52-AC82-7CAD4D76B31B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E57-4F52-AC82-7CAD4D76B31B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E57-4F52-AC82-7CAD4D76B31B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EE57-4F52-AC82-7CAD4D76B31B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EE57-4F52-AC82-7CAD4D76B31B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EE57-4F52-AC82-7CAD4D76B31B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E57-4F52-AC82-7CAD4D76B3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EE57-4F52-AC82-7CAD4D76B31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EE57-4F52-AC82-7CAD4D76B3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F11-4C6B-8EF8-F31D9EB0C851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F11-4C6B-8EF8-F31D9EB0C851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F11-4C6B-8EF8-F31D9EB0C851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F11-4C6B-8EF8-F31D9EB0C851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F11-4C6B-8EF8-F31D9EB0C851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8F11-4C6B-8EF8-F31D9EB0C851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8F11-4C6B-8EF8-F31D9EB0C85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8F11-4C6B-8EF8-F31D9EB0C851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11-4C6B-8EF8-F31D9EB0C8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8F11-4C6B-8EF8-F31D9EB0C8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8F11-4C6B-8EF8-F31D9EB0C8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209794821070788E-2"/>
          <c:y val="0.1179016377946908"/>
          <c:w val="0.88287347337792432"/>
          <c:h val="0.5123817818760623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CREATIVE</c:v>
                </c:pt>
              </c:strCache>
            </c:strRef>
          </c:tx>
          <c:spPr>
            <a:solidFill>
              <a:srgbClr val="FF645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4-4E87-B7FE-ACE3FDA5BAE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REACH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F74-4E87-B7FE-ACE3FDA5BAE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BRAND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F74-4E87-B7FE-ACE3FDA5BAE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TARGETING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F74-4E87-B7FE-ACE3FDA5BAE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RECENCY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F74-4E87-B7FE-ACE3FDA5BAE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CONTEXT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3.8066121152174351E-2"/>
                  <c:y val="3.21549921258247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50" b="0" i="0" u="none" strike="noStrike" kern="1200" baseline="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F74-4E87-B7FE-ACE3FDA5BA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F74-4E87-B7FE-ACE3FDA5BAE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0"/>
        <c:overlap val="100"/>
        <c:axId val="1248035103"/>
        <c:axId val="1248035583"/>
      </c:barChart>
      <c:catAx>
        <c:axId val="124803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48035583"/>
        <c:crosses val="autoZero"/>
        <c:auto val="1"/>
        <c:lblAlgn val="ctr"/>
        <c:lblOffset val="100"/>
        <c:noMultiLvlLbl val="0"/>
      </c:catAx>
      <c:valAx>
        <c:axId val="1248035583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12480351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withinLinear" id="18">
  <a:schemeClr val="accent5"/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1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0.10308</cdr:y>
    </cdr:from>
    <cdr:to>
      <cdr:x>0.06954</cdr:x>
      <cdr:y>0.16554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493510D3-188D-A3C3-9269-0519B7AC0339}"/>
            </a:ext>
          </a:extLst>
        </cdr:cNvPr>
        <cdr:cNvSpPr/>
      </cdr:nvSpPr>
      <cdr:spPr>
        <a:xfrm xmlns:a="http://schemas.openxmlformats.org/drawingml/2006/main">
          <a:off x="0" y="3873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altLang="ja-JP" kern="1200" dirty="0">
              <a:solidFill>
                <a:schemeClr val="tx1"/>
              </a:solidFill>
            </a:rPr>
            <a:t>(%)</a:t>
          </a:r>
          <a:endParaRPr lang="ja-JP" altLang="en-US" kern="1200" dirty="0">
            <a:solidFill>
              <a:schemeClr val="tx1"/>
            </a:solidFill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0.09</cdr:y>
    </cdr:from>
    <cdr:to>
      <cdr:x>0.06601</cdr:x>
      <cdr:y>0.15278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FFA42241-92DD-9659-C742-C623650734F9}"/>
            </a:ext>
          </a:extLst>
        </cdr:cNvPr>
        <cdr:cNvSpPr/>
      </cdr:nvSpPr>
      <cdr:spPr>
        <a:xfrm xmlns:a="http://schemas.openxmlformats.org/drawingml/2006/main">
          <a:off x="0" y="3365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Overflow="overflow" horzOverflow="overflow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/>
        <a:p xmlns:a="http://schemas.openxmlformats.org/drawingml/2006/main">
          <a:r>
            <a:rPr lang="ja-JP" altLang="en-US" kern="1200" dirty="0">
              <a:solidFill>
                <a:schemeClr val="tx1"/>
              </a:solidFill>
            </a:rPr>
            <a:t>順位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0.06516</cdr:x>
      <cdr:y>0.75793</cdr:y>
    </cdr:from>
    <cdr:to>
      <cdr:x>1</cdr:x>
      <cdr:y>0.75793</cdr:y>
    </cdr:to>
    <cdr:cxnSp macro="">
      <cdr:nvCxnSpPr>
        <cdr:cNvPr id="3" name="直線コネクタ 2">
          <a:extLst xmlns:a="http://schemas.openxmlformats.org/drawingml/2006/main">
            <a:ext uri="{FF2B5EF4-FFF2-40B4-BE49-F238E27FC236}">
              <a16:creationId xmlns:a16="http://schemas.microsoft.com/office/drawing/2014/main" id="{0EAC07B9-0868-1EDF-89CB-03DACECF7478}"/>
            </a:ext>
          </a:extLst>
        </cdr:cNvPr>
        <cdr:cNvCxnSpPr/>
      </cdr:nvCxnSpPr>
      <cdr:spPr>
        <a:xfrm xmlns:a="http://schemas.openxmlformats.org/drawingml/2006/main">
          <a:off x="229184" y="455220"/>
          <a:ext cx="3276000" cy="0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tx1"/>
          </a:solidFill>
          <a:headEnd type="none" w="med" len="med"/>
          <a:tailEnd type="none" w="med" len="med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C87EA5-B015-4E39-A84B-A594D563A58F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D636F3-8413-4B74-BB00-76FFFF96988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2809174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1B69A8-C8FA-4C38-B005-FB4A7565DD38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2A0D92-6B77-46DB-8A11-5C7100D44DD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41069878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274934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E61F45-BFFE-FFDC-2582-C07655F52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55ABFD5-DBEC-5B74-5939-841C57941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B17B31E-3AE0-CC2B-BD0D-38794F151F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71611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782467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E28BF-E0B0-658B-A3F0-42C173EA9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803B68F-A840-C6FA-204C-9BE24FB8CB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FC1C2EB-7255-3AB1-1302-3973E059BF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133841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F55A9B-6059-59AF-1618-BC7672C8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99D1C1A-29FF-A349-C6A9-EFB4BE984D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FDF03A1-3ABD-79A2-53C0-18B72021A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23496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0A1B2-69E1-9672-34D0-F5E0A1478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D630565-8252-49AF-CC0F-5A9932CB3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F9B37DE-2A39-DDBB-B249-AA87730DD9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00054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29FA4-1E03-F6EA-2FB6-C99CE9823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BE20F1-C43F-37C5-2274-E94D7ACA96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C82E0C6-35AA-5484-75A1-9746FC7BEF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509889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2FFF4-3006-4EAE-97DB-DA267AD94C42}" type="slidenum">
              <a:rPr kumimoji="1" lang="ja-JP" altLang="en-US" smtClean="0"/>
              <a:t>13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0676946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80714D-EEA2-6BD6-341A-0B8998CFE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94A1243-D438-EF7F-646C-55E6A56CE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8E9FFBA-5C60-FD10-4DFC-079B1153F7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0482022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F8CC01-B2DF-9759-935E-2B2D3E44B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31393A1-4C42-4556-0562-4C4BB264E4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F1DC3A3-416B-9085-A2D6-185818FE31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114CB458-A828-A116-6CFE-5E5DE4E02A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1244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0ABF3C-165D-5B48-0684-B314DB5AC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DF7AB7C-F149-9503-F9AB-32DCC8D212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A005712-ABFD-6CA4-DCE8-FCCB860604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48904F86-2B8A-20EE-E3F3-F298C84F9C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26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225300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A1346-DA10-381B-14F7-619388AAB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B834D16-41F4-8B6D-6264-3E48F1F59D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8FA75AB-F5AF-9870-B8CA-3E1EFE3766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1254108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3270305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41425662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54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0390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215614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03093534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637086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8148202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8974257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4D5D1-987D-51C2-0F6B-F56F33719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150CD1C-40CC-AC36-B73A-6AD38CDB17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6EA911D-DA56-3248-777E-160DA6FE00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25E4B6C3-2ABB-EFC9-3D51-67BD62858A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68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894336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045BF-BC58-AB4B-304C-96B689040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6E4730-5DC4-E271-4AE1-A674F1C1E8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BB0183C-E2D3-E628-7921-7FF1752AC4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61FF7A38-8D06-1857-00EA-0E48E8E85E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83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0556023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160697332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5A781-F72A-FD95-BBBF-831FE1898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C721BD9-F0AC-4CD6-3067-3577CF741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4E39E1F-5220-F714-8767-B1561FA975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295496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8826129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E02EA-81F1-726E-2D8D-5974E6EA72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B42703F-F08D-FCD2-FCB5-622D48BDE4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15FC35-9C3D-AB70-3EA2-6A2B9D4BFF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0702993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FC3DF-D660-7048-7A81-61C125E81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B93B860-A933-3870-5C3C-A1BC939B1B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AFB8856-DEE8-A506-B2E7-33974CABB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256008253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FB6C8-774A-CC6D-3DC3-D642A27D7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EB153FF-B4D9-943E-D7E1-ED6CF0E8BC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E62149A-62D7-5BBB-9131-61F390E1BD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155824692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7053610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FD1408-E144-37AD-44B3-D62252963F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049D5C0-DF02-AF36-6E4E-DE3066BCAC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2DF5E7-E62D-0D05-2B7A-917482EC4B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8848739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5E4BA-B71E-259A-ED8C-50EA5ECE8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70EAF9A-B706-DFBF-78B0-CDB158DDA8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4A8D971-B85E-4BE7-B7F2-40751EE24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591770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BF587-D856-7191-0A5B-AB53F9DFA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CDC85A6-1DFE-CA89-5D75-F8BAA2A25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A69F8FD-1D63-4C92-1D80-5552A5C349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3026620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888B52-186E-A7BA-41D4-2609C00BC2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8335B31-9DE5-8673-3CA8-7EDB386B7A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7097F03-06F9-6190-1D5C-1EABD82922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172083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8C07F-D0F7-3284-71F3-8334CFE54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EFF92B0-CEF9-2523-12D7-FEEF65196C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58B5152-60AA-9B6B-A5ED-1138AB6CBF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2051914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42AC2B-B9DE-314B-E999-42C116C0A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C7D7A92-3FA4-AA62-090F-6FACF1F73D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7FDB936-0948-82DB-5BC5-B3C69303A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9425615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CAAF6-0678-4235-74D0-AA6CF0BF9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E085DAD-4AC2-7182-C46D-48800C7D95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2C713AB-9A5E-EC3E-7AFE-640082F8B6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341991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81771176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258859159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4193849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010566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2539706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9051179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2897345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61338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ED837-1ACC-D033-F2AD-1DD3D079E2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D17C180-63DA-1283-6780-770C7399AA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C4AA8D3-5AD5-1031-32E5-DE32632401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3773944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E2E2A-A41A-986B-B1D0-F1372EDB8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4BC0D18-2B0E-ED6F-B1C4-3B2DBA9645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FC10BBA-C9E5-6508-A29C-E1768E9BFC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9376184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BA548D-CA32-3CB6-4B91-E7927FB46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9EB7092-7B79-10D5-7391-1E73BC482C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2BE73CB-CFDE-A23E-89BE-1BDC9123CC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3020329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EFD5E-8720-D4EA-81A4-D69653DC23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532C1C9-FD18-E07A-C393-89E3233AD7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9DE15E2-7458-9219-3C26-FFF1727E93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3297407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48CE1-1846-3377-EDD3-4FB6340CC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4FF450C-209E-56F8-7151-C5A89ED0D5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96F56CB-C0E1-2292-FBC8-62DEC73827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7857528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ECAE6-FF6D-A7EC-4EB9-D16E6272F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08B0468-C208-1710-CF5D-0E5F912822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66A3DD7-3C04-F6E9-6356-B7DF66EA7A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8839670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42346999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101458482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246677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50148-77C1-E0DC-4BC1-41008D567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18A6FB-269D-A330-0CBF-5F23994FE9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502EA3-BF0E-CE22-7420-211835E911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5436571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B6818-0F12-574B-70F1-FE560C262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EF548D-BA7E-9933-B962-A698721B2E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4557F5B-5CFA-C9D8-55F4-2664C1C675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8462396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1705B9-5032-FCAA-3ACD-05F334CFF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5836978-D3D3-206F-27DC-595C7B407D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90E4DB6-CE6D-0285-4260-5F2430BBB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00797748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1DAEC-F74C-C924-92DB-86ECBB6D2C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71D30B3-8ED6-089D-1147-AAB0539815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BAF05A0-D76D-013A-E156-84DA3A9A44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1694489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07CA9-1D61-1136-6FAD-43FECBFC4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2786F37-D96E-0AD5-7E50-3D72D40070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EB294E9-8487-4584-2A4F-48F0C44F11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3026563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771066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6477475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DA80AD-1B11-DDB1-1670-B572A762BD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F5487F8-3E5E-4C82-9243-A76C1570D3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14663B7-F0F9-3C17-FD39-9ACB64ED09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8511564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250161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83124812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1329167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0DEC2-CB22-BC15-0D23-AC028B109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92042C3-CE6D-9F95-FE20-BF231F8DF5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3F1093F-994D-4DEE-AE7E-9E910B2A86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1844545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614112-347B-B7C6-060E-8873576ECD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B1A1536-0B23-EE0D-4741-ADB50D015F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416D189-89F1-AC0E-0781-715674EEBD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01677934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6081422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D8C2227-5C75-434C-8442-056E2B8EB32C}" type="slidenum">
              <a:rPr lang="ja-JP" altLang="en-US" smtClean="0"/>
              <a:pPr/>
              <a:t>301</a:t>
            </a:fld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90963964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F506B-F424-C8FC-AED4-1FF5F96CA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0D80BB2-CDB3-E69B-F152-2B99053938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E4F32D1-2F02-7A81-088F-094C2240EB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185D7B1-01A7-9177-7327-C1E11C6039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D8C2227-5C75-434C-8442-056E2B8EB32C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046252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6A7A2-D7AE-993E-5374-5F18A04FC4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6D7005D-0E0D-7CA5-17D0-903D5F66D1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23F88C3-DD93-01D5-789C-3C4E3F2E32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1938032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C96DD-2AD8-51F6-7885-CA88454BD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203BCED-1495-0E91-6DBE-AEC1304B23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979752-9377-6DB5-C010-96208D641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97421874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A071A-4E5A-DC97-D7A5-C1EB93289E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56B1A158-27C6-0D49-E10D-DB926E4E1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7F078D0-7A44-01E4-AA2B-4DBE1E41A4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1336787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927302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C3879-A3D4-EFD3-5D62-16291782A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FB20720-CF42-EE08-FA5E-7B54CF04E1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BCD6DA6-572C-A902-DF4B-4C799B278A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3037903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6644717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80956698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4055657024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06BCF-9484-4E57-A1E9-A319FD905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0E92AE-FE12-12BB-3225-305C6F233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91B3CE5-9CBE-124F-A7C7-6224253506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7684050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1B233-DF32-E528-B346-2C1090A7A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FC88EE0-CD38-8710-645F-78BFEDEABD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F36329-1B55-0C4B-33CC-1AFB419AF3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92544673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13714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809B2-615A-DAA2-0F77-EF50D3EC84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B77FB3A-36AA-4624-4FA9-1CCD212BB8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CD46D73-53AE-3273-D1B0-14E3A81B75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8085307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6692143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 dirty="0"/>
              <a:t>マスター タイトルの書式設定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9BC486-A67F-4F3D-8FA3-20FB0639ABC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67179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3045" y="1"/>
            <a:ext cx="11745912" cy="914400"/>
          </a:xfrm>
        </p:spPr>
        <p:txBody>
          <a:bodyPr anchor="b">
            <a:normAutofit/>
          </a:bodyPr>
          <a:lstStyle>
            <a:lvl1pPr>
              <a:defRPr sz="2400" baseline="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914400"/>
            <a:ext cx="12192000" cy="0"/>
          </a:xfrm>
          <a:prstGeom prst="line">
            <a:avLst/>
          </a:prstGeom>
          <a:ln w="28575"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>
            <a:lvl1pPr marL="342900" indent="-342900">
              <a:buClr>
                <a:srgbClr val="008000"/>
              </a:buClr>
              <a:buFont typeface="Wingdings" panose="05000000000000000000" pitchFamily="2" charset="2"/>
              <a:buChar char="n"/>
              <a:defRPr sz="2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スライドメッセージ</a:t>
            </a:r>
          </a:p>
        </p:txBody>
      </p:sp>
    </p:spTree>
    <p:extLst>
      <p:ext uri="{BB962C8B-B14F-4D97-AF65-F5344CB8AC3E}">
        <p14:creationId xmlns:p14="http://schemas.microsoft.com/office/powerpoint/2010/main" val="34497224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182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図プレースホルダー 8">
            <a:extLst>
              <a:ext uri="{FF2B5EF4-FFF2-40B4-BE49-F238E27FC236}">
                <a16:creationId xmlns:a16="http://schemas.microsoft.com/office/drawing/2014/main" id="{769171BB-12EF-D7D1-8CAA-8B54FA9AFE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51413" y="8878"/>
            <a:ext cx="5540587" cy="6849121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42875" y="136525"/>
            <a:ext cx="6508538" cy="692457"/>
          </a:xfrm>
        </p:spPr>
        <p:txBody>
          <a:bodyPr anchor="ctr">
            <a:normAutofit/>
          </a:bodyPr>
          <a:lstStyle>
            <a:lvl1pPr>
              <a:defRPr sz="3200" b="1" baseline="0">
                <a:solidFill>
                  <a:srgbClr val="595959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0" y="6356350"/>
            <a:ext cx="3581400" cy="365125"/>
          </a:xfrm>
          <a:prstGeom prst="rect">
            <a:avLst/>
          </a:prstGeom>
        </p:spPr>
        <p:txBody>
          <a:bodyPr/>
          <a:lstStyle>
            <a:lvl1pPr>
              <a:defRPr sz="1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endParaRPr lang="ja-JP" altLang="en-US"/>
          </a:p>
        </p:txBody>
      </p: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1019175" y="1384919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11" name="テキスト プレースホルダー 11">
            <a:extLst>
              <a:ext uri="{FF2B5EF4-FFF2-40B4-BE49-F238E27FC236}">
                <a16:creationId xmlns:a16="http://schemas.microsoft.com/office/drawing/2014/main" id="{AA811C02-548F-41AB-8518-014E4587611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19175" y="2116348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1" name="テキスト プレースホルダー 11">
            <a:extLst>
              <a:ext uri="{FF2B5EF4-FFF2-40B4-BE49-F238E27FC236}">
                <a16:creationId xmlns:a16="http://schemas.microsoft.com/office/drawing/2014/main" id="{D0945B70-3014-AE59-0012-E35A46BA111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116418" y="3261321"/>
            <a:ext cx="4500438" cy="365125"/>
          </a:xfrm>
        </p:spPr>
        <p:txBody>
          <a:bodyPr>
            <a:normAutofit/>
          </a:bodyPr>
          <a:lstStyle>
            <a:lvl1pPr marL="285750" indent="-285750">
              <a:buClr>
                <a:schemeClr val="bg1"/>
              </a:buClr>
              <a:buFont typeface="Arial" panose="020B0604020202020204" pitchFamily="34" charset="0"/>
              <a:buChar char="•"/>
              <a:defRPr sz="1800" b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0" name="図プレースホルダー 19">
            <a:extLst>
              <a:ext uri="{FF2B5EF4-FFF2-40B4-BE49-F238E27FC236}">
                <a16:creationId xmlns:a16="http://schemas.microsoft.com/office/drawing/2014/main" id="{B53DC72C-2BC8-F8E4-ECCF-7A9BA48790D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579458" y="1361786"/>
            <a:ext cx="1633787" cy="1633787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l"/>
            <a:r>
              <a:rPr lang="en-US" altLang="ja-JP"/>
              <a:t>©LION Corporation All rights reserved                                   </a:t>
            </a:r>
            <a:fld id="{AE9BC486-A67F-4F3D-8FA3-20FB0639ABC0}" type="slidenum">
              <a:rPr lang="ja-JP" altLang="en-US" smtClean="0"/>
              <a:pPr algn="l"/>
              <a:t>‹#›</a:t>
            </a:fld>
            <a:endParaRPr lang="ja-JP" altLang="en-US"/>
          </a:p>
        </p:txBody>
      </p:sp>
      <p:sp>
        <p:nvSpPr>
          <p:cNvPr id="5" name="テキスト プレースホルダー 11">
            <a:extLst>
              <a:ext uri="{FF2B5EF4-FFF2-40B4-BE49-F238E27FC236}">
                <a16:creationId xmlns:a16="http://schemas.microsoft.com/office/drawing/2014/main" id="{4ED55D75-A3D4-A129-D2FC-3108681FBD8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019175" y="4121758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7" name="テキスト プレースホルダー 11">
            <a:extLst>
              <a:ext uri="{FF2B5EF4-FFF2-40B4-BE49-F238E27FC236}">
                <a16:creationId xmlns:a16="http://schemas.microsoft.com/office/drawing/2014/main" id="{E28757FD-1708-EB5C-375D-071B3DC61F1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19175" y="4853187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</p:spTree>
    <p:extLst>
      <p:ext uri="{BB962C8B-B14F-4D97-AF65-F5344CB8AC3E}">
        <p14:creationId xmlns:p14="http://schemas.microsoft.com/office/powerpoint/2010/main" val="14396247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182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mewitchフォーマット(標準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4A2761D-693F-9841-B5AF-D1EB28A82F4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72382"/>
            <a:ext cx="11449050" cy="414335"/>
          </a:xfrm>
        </p:spPr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C5712C66-E961-8540-BD9F-1F4EE5B3ED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fld id="{CE884680-B901-7B4E-B61D-104198092958}" type="slidenum">
              <a:rPr lang="ja-JP" altLang="en-US" smtClean="0"/>
              <a:pPr/>
              <a:t>‹#›</a:t>
            </a:fld>
            <a:endParaRPr lang="ja-JP" altLang="en-US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9E541C21-8410-5742-AC55-110D8A38657A}"/>
              </a:ext>
            </a:extLst>
          </p:cNvPr>
          <p:cNvSpPr txBox="1"/>
          <p:nvPr userDrawn="1"/>
        </p:nvSpPr>
        <p:spPr>
          <a:xfrm>
            <a:off x="705394" y="-53557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C57C84D7-6329-474A-9349-CACC71FE3194}"/>
              </a:ext>
            </a:extLst>
          </p:cNvPr>
          <p:cNvSpPr txBox="1"/>
          <p:nvPr userDrawn="1"/>
        </p:nvSpPr>
        <p:spPr>
          <a:xfrm>
            <a:off x="6113417" y="-44413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7" name="グラフィックス 6">
            <a:extLst>
              <a:ext uri="{FF2B5EF4-FFF2-40B4-BE49-F238E27FC236}">
                <a16:creationId xmlns:a16="http://schemas.microsoft.com/office/drawing/2014/main" id="{B63BB7A7-E4F0-461C-C658-0C0CC986ED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32525" y="6524086"/>
            <a:ext cx="288000" cy="1573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46982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3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B67302-71E9-4E10-930C-B752A5BD7583}" type="datetime1">
              <a:rPr lang="ja-JP" altLang="en-US" smtClean="0">
                <a:solidFill>
                  <a:prstClr val="black">
                    <a:tint val="75000"/>
                  </a:prstClr>
                </a:solidFill>
              </a:rPr>
              <a:pPr/>
              <a:t>2026/9/28</a:t>
            </a:fld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9448800" y="6492875"/>
            <a:ext cx="2743200" cy="365125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fld id="{7D4DE007-1F2D-4313-8E3A-480C015024D7}" type="slidenum">
              <a:rPr lang="ja-JP" altLang="en-US" smtClean="0">
                <a:solidFill>
                  <a:prstClr val="black"/>
                </a:solidFill>
              </a:rPr>
              <a:pPr/>
              <a:t>‹#›</a:t>
            </a:fld>
            <a:endParaRPr lang="ja-JP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4533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テキスト ボックス 3"/>
          <p:cNvSpPr txBox="1"/>
          <p:nvPr userDrawn="1"/>
        </p:nvSpPr>
        <p:spPr>
          <a:xfrm>
            <a:off x="11353800" y="6544299"/>
            <a:ext cx="6595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159CA7EA-7377-4C6F-958C-65E49E0817CC}" type="slidenum">
              <a:rPr kumimoji="1" lang="ja-JP" altLang="en-US" sz="1200" smtClean="0">
                <a:solidFill>
                  <a:srgbClr val="969696"/>
                </a:solidFill>
              </a:rPr>
              <a:pPr algn="ctr"/>
              <a:t>‹#›</a:t>
            </a:fld>
            <a:endParaRPr kumimoji="1" lang="ja-JP" altLang="en-US" sz="1200" dirty="0">
              <a:solidFill>
                <a:srgbClr val="96969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105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13" Type="http://schemas.openxmlformats.org/officeDocument/2006/relationships/image" Target="../media/image8.svg"/><Relationship Id="rId18" Type="http://schemas.openxmlformats.org/officeDocument/2006/relationships/image" Target="../media/image13.svg"/><Relationship Id="rId3" Type="http://schemas.openxmlformats.org/officeDocument/2006/relationships/tags" Target="../tags/tag4.xml"/><Relationship Id="rId7" Type="http://schemas.openxmlformats.org/officeDocument/2006/relationships/image" Target="../media/image2.svg"/><Relationship Id="rId12" Type="http://schemas.openxmlformats.org/officeDocument/2006/relationships/image" Target="../media/image7.svg"/><Relationship Id="rId17" Type="http://schemas.openxmlformats.org/officeDocument/2006/relationships/image" Target="../media/image12.svg"/><Relationship Id="rId2" Type="http://schemas.openxmlformats.org/officeDocument/2006/relationships/tags" Target="../tags/tag3.xml"/><Relationship Id="rId16" Type="http://schemas.openxmlformats.org/officeDocument/2006/relationships/image" Target="../media/image11.svg"/><Relationship Id="rId20" Type="http://schemas.openxmlformats.org/officeDocument/2006/relationships/image" Target="../media/image15.svg"/><Relationship Id="rId1" Type="http://schemas.openxmlformats.org/officeDocument/2006/relationships/tags" Target="../tags/tag2.xml"/><Relationship Id="rId6" Type="http://schemas.openxmlformats.org/officeDocument/2006/relationships/notesSlide" Target="../notesSlides/notesSlide1.xml"/><Relationship Id="rId11" Type="http://schemas.openxmlformats.org/officeDocument/2006/relationships/image" Target="../media/image6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0.svg"/><Relationship Id="rId10" Type="http://schemas.openxmlformats.org/officeDocument/2006/relationships/image" Target="../media/image5.svg"/><Relationship Id="rId19" Type="http://schemas.openxmlformats.org/officeDocument/2006/relationships/image" Target="../media/image14.svg"/><Relationship Id="rId4" Type="http://schemas.openxmlformats.org/officeDocument/2006/relationships/tags" Target="../tags/tag5.xml"/><Relationship Id="rId9" Type="http://schemas.openxmlformats.org/officeDocument/2006/relationships/image" Target="../media/image4.svg"/><Relationship Id="rId14" Type="http://schemas.openxmlformats.org/officeDocument/2006/relationships/image" Target="../media/image9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tags" Target="../tags/tag13.xml"/><Relationship Id="rId13" Type="http://schemas.openxmlformats.org/officeDocument/2006/relationships/image" Target="../media/image16.svg"/><Relationship Id="rId18" Type="http://schemas.openxmlformats.org/officeDocument/2006/relationships/image" Target="../media/image21.svg"/><Relationship Id="rId3" Type="http://schemas.openxmlformats.org/officeDocument/2006/relationships/tags" Target="../tags/tag8.xml"/><Relationship Id="rId21" Type="http://schemas.openxmlformats.org/officeDocument/2006/relationships/image" Target="../media/image24.svg"/><Relationship Id="rId7" Type="http://schemas.openxmlformats.org/officeDocument/2006/relationships/tags" Target="../tags/tag12.xml"/><Relationship Id="rId12" Type="http://schemas.openxmlformats.org/officeDocument/2006/relationships/notesSlide" Target="../notesSlides/notesSlide2.xml"/><Relationship Id="rId17" Type="http://schemas.openxmlformats.org/officeDocument/2006/relationships/image" Target="../media/image20.svg"/><Relationship Id="rId25" Type="http://schemas.openxmlformats.org/officeDocument/2006/relationships/image" Target="../media/image28.svg"/><Relationship Id="rId2" Type="http://schemas.openxmlformats.org/officeDocument/2006/relationships/tags" Target="../tags/tag7.xml"/><Relationship Id="rId16" Type="http://schemas.openxmlformats.org/officeDocument/2006/relationships/image" Target="../media/image19.svg"/><Relationship Id="rId20" Type="http://schemas.openxmlformats.org/officeDocument/2006/relationships/image" Target="../media/image23.svg"/><Relationship Id="rId1" Type="http://schemas.openxmlformats.org/officeDocument/2006/relationships/tags" Target="../tags/tag6.xml"/><Relationship Id="rId6" Type="http://schemas.openxmlformats.org/officeDocument/2006/relationships/tags" Target="../tags/tag11.xml"/><Relationship Id="rId11" Type="http://schemas.openxmlformats.org/officeDocument/2006/relationships/slideLayout" Target="../slideLayouts/slideLayout5.xml"/><Relationship Id="rId24" Type="http://schemas.openxmlformats.org/officeDocument/2006/relationships/image" Target="../media/image27.svg"/><Relationship Id="rId5" Type="http://schemas.openxmlformats.org/officeDocument/2006/relationships/tags" Target="../tags/tag10.xml"/><Relationship Id="rId15" Type="http://schemas.openxmlformats.org/officeDocument/2006/relationships/image" Target="../media/image18.svg"/><Relationship Id="rId23" Type="http://schemas.openxmlformats.org/officeDocument/2006/relationships/image" Target="../media/image26.svg"/><Relationship Id="rId10" Type="http://schemas.openxmlformats.org/officeDocument/2006/relationships/tags" Target="../tags/tag15.xml"/><Relationship Id="rId19" Type="http://schemas.openxmlformats.org/officeDocument/2006/relationships/image" Target="../media/image22.svg"/><Relationship Id="rId4" Type="http://schemas.openxmlformats.org/officeDocument/2006/relationships/tags" Target="../tags/tag9.xml"/><Relationship Id="rId9" Type="http://schemas.openxmlformats.org/officeDocument/2006/relationships/tags" Target="../tags/tag14.xml"/><Relationship Id="rId14" Type="http://schemas.openxmlformats.org/officeDocument/2006/relationships/image" Target="../media/image17.svg"/><Relationship Id="rId22" Type="http://schemas.openxmlformats.org/officeDocument/2006/relationships/image" Target="../media/image25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svg"/><Relationship Id="rId4" Type="http://schemas.openxmlformats.org/officeDocument/2006/relationships/image" Target="../media/image30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12" Type="http://schemas.openxmlformats.org/officeDocument/2006/relationships/image" Target="../media/image42.svg"/><Relationship Id="rId2" Type="http://schemas.openxmlformats.org/officeDocument/2006/relationships/image" Target="../media/image3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11" Type="http://schemas.openxmlformats.org/officeDocument/2006/relationships/image" Target="../media/image41.sv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sv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49.svg"/><Relationship Id="rId18" Type="http://schemas.openxmlformats.org/officeDocument/2006/relationships/image" Target="../media/image54.svg"/><Relationship Id="rId3" Type="http://schemas.openxmlformats.org/officeDocument/2006/relationships/tags" Target="../tags/tag18.xml"/><Relationship Id="rId21" Type="http://schemas.openxmlformats.org/officeDocument/2006/relationships/image" Target="../media/image57.svg"/><Relationship Id="rId7" Type="http://schemas.openxmlformats.org/officeDocument/2006/relationships/image" Target="../media/image43.svg"/><Relationship Id="rId12" Type="http://schemas.openxmlformats.org/officeDocument/2006/relationships/image" Target="../media/image48.svg"/><Relationship Id="rId17" Type="http://schemas.openxmlformats.org/officeDocument/2006/relationships/image" Target="../media/image53.svg"/><Relationship Id="rId25" Type="http://schemas.openxmlformats.org/officeDocument/2006/relationships/image" Target="../media/image61.svg"/><Relationship Id="rId2" Type="http://schemas.openxmlformats.org/officeDocument/2006/relationships/tags" Target="../tags/tag17.xml"/><Relationship Id="rId16" Type="http://schemas.openxmlformats.org/officeDocument/2006/relationships/image" Target="../media/image52.svg"/><Relationship Id="rId20" Type="http://schemas.openxmlformats.org/officeDocument/2006/relationships/image" Target="../media/image56.svg"/><Relationship Id="rId1" Type="http://schemas.openxmlformats.org/officeDocument/2006/relationships/tags" Target="../tags/tag16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47.svg"/><Relationship Id="rId24" Type="http://schemas.openxmlformats.org/officeDocument/2006/relationships/image" Target="../media/image60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51.svg"/><Relationship Id="rId23" Type="http://schemas.openxmlformats.org/officeDocument/2006/relationships/image" Target="../media/image59.svg"/><Relationship Id="rId10" Type="http://schemas.openxmlformats.org/officeDocument/2006/relationships/image" Target="../media/image46.svg"/><Relationship Id="rId19" Type="http://schemas.openxmlformats.org/officeDocument/2006/relationships/image" Target="../media/image55.svg"/><Relationship Id="rId4" Type="http://schemas.openxmlformats.org/officeDocument/2006/relationships/tags" Target="../tags/tag19.xml"/><Relationship Id="rId9" Type="http://schemas.openxmlformats.org/officeDocument/2006/relationships/image" Target="../media/image45.svg"/><Relationship Id="rId14" Type="http://schemas.openxmlformats.org/officeDocument/2006/relationships/image" Target="../media/image50.svg"/><Relationship Id="rId22" Type="http://schemas.openxmlformats.org/officeDocument/2006/relationships/image" Target="../media/image58.sv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sv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27.xml"/><Relationship Id="rId13" Type="http://schemas.openxmlformats.org/officeDocument/2006/relationships/tags" Target="../tags/tag32.xml"/><Relationship Id="rId18" Type="http://schemas.openxmlformats.org/officeDocument/2006/relationships/tags" Target="../tags/tag37.xml"/><Relationship Id="rId26" Type="http://schemas.openxmlformats.org/officeDocument/2006/relationships/image" Target="../media/image66.svg"/><Relationship Id="rId3" Type="http://schemas.openxmlformats.org/officeDocument/2006/relationships/tags" Target="../tags/tag22.xml"/><Relationship Id="rId21" Type="http://schemas.openxmlformats.org/officeDocument/2006/relationships/notesSlide" Target="../notesSlides/notesSlide5.xml"/><Relationship Id="rId7" Type="http://schemas.openxmlformats.org/officeDocument/2006/relationships/tags" Target="../tags/tag26.xml"/><Relationship Id="rId12" Type="http://schemas.openxmlformats.org/officeDocument/2006/relationships/tags" Target="../tags/tag31.xml"/><Relationship Id="rId17" Type="http://schemas.openxmlformats.org/officeDocument/2006/relationships/tags" Target="../tags/tag36.xml"/><Relationship Id="rId25" Type="http://schemas.openxmlformats.org/officeDocument/2006/relationships/image" Target="../media/image9.svg"/><Relationship Id="rId2" Type="http://schemas.openxmlformats.org/officeDocument/2006/relationships/tags" Target="../tags/tag21.xml"/><Relationship Id="rId16" Type="http://schemas.openxmlformats.org/officeDocument/2006/relationships/tags" Target="../tags/tag35.xml"/><Relationship Id="rId20" Type="http://schemas.openxmlformats.org/officeDocument/2006/relationships/slideLayout" Target="../slideLayouts/slideLayout2.xml"/><Relationship Id="rId29" Type="http://schemas.openxmlformats.org/officeDocument/2006/relationships/image" Target="../media/image69.svg"/><Relationship Id="rId1" Type="http://schemas.openxmlformats.org/officeDocument/2006/relationships/tags" Target="../tags/tag20.xml"/><Relationship Id="rId6" Type="http://schemas.openxmlformats.org/officeDocument/2006/relationships/tags" Target="../tags/tag25.xml"/><Relationship Id="rId11" Type="http://schemas.openxmlformats.org/officeDocument/2006/relationships/tags" Target="../tags/tag30.xml"/><Relationship Id="rId24" Type="http://schemas.openxmlformats.org/officeDocument/2006/relationships/image" Target="../media/image65.svg"/><Relationship Id="rId32" Type="http://schemas.openxmlformats.org/officeDocument/2006/relationships/image" Target="../media/image72.svg"/><Relationship Id="rId5" Type="http://schemas.openxmlformats.org/officeDocument/2006/relationships/tags" Target="../tags/tag24.xml"/><Relationship Id="rId15" Type="http://schemas.openxmlformats.org/officeDocument/2006/relationships/tags" Target="../tags/tag34.xml"/><Relationship Id="rId23" Type="http://schemas.openxmlformats.org/officeDocument/2006/relationships/image" Target="../media/image64.svg"/><Relationship Id="rId28" Type="http://schemas.openxmlformats.org/officeDocument/2006/relationships/image" Target="../media/image68.svg"/><Relationship Id="rId10" Type="http://schemas.openxmlformats.org/officeDocument/2006/relationships/tags" Target="../tags/tag29.xml"/><Relationship Id="rId19" Type="http://schemas.openxmlformats.org/officeDocument/2006/relationships/tags" Target="../tags/tag38.xml"/><Relationship Id="rId31" Type="http://schemas.openxmlformats.org/officeDocument/2006/relationships/image" Target="../media/image71.svg"/><Relationship Id="rId4" Type="http://schemas.openxmlformats.org/officeDocument/2006/relationships/tags" Target="../tags/tag23.xml"/><Relationship Id="rId9" Type="http://schemas.openxmlformats.org/officeDocument/2006/relationships/tags" Target="../tags/tag28.xml"/><Relationship Id="rId14" Type="http://schemas.openxmlformats.org/officeDocument/2006/relationships/tags" Target="../tags/tag33.xml"/><Relationship Id="rId22" Type="http://schemas.openxmlformats.org/officeDocument/2006/relationships/image" Target="../media/image63.svg"/><Relationship Id="rId27" Type="http://schemas.openxmlformats.org/officeDocument/2006/relationships/image" Target="../media/image67.svg"/><Relationship Id="rId30" Type="http://schemas.openxmlformats.org/officeDocument/2006/relationships/image" Target="../media/image70.sv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46.xml"/><Relationship Id="rId13" Type="http://schemas.openxmlformats.org/officeDocument/2006/relationships/tags" Target="../tags/tag51.xml"/><Relationship Id="rId18" Type="http://schemas.openxmlformats.org/officeDocument/2006/relationships/slideLayout" Target="../slideLayouts/slideLayout2.xml"/><Relationship Id="rId26" Type="http://schemas.openxmlformats.org/officeDocument/2006/relationships/image" Target="../media/image75.svg"/><Relationship Id="rId3" Type="http://schemas.openxmlformats.org/officeDocument/2006/relationships/tags" Target="../tags/tag41.xml"/><Relationship Id="rId21" Type="http://schemas.openxmlformats.org/officeDocument/2006/relationships/image" Target="../media/image65.svg"/><Relationship Id="rId7" Type="http://schemas.openxmlformats.org/officeDocument/2006/relationships/tags" Target="../tags/tag45.xml"/><Relationship Id="rId12" Type="http://schemas.openxmlformats.org/officeDocument/2006/relationships/tags" Target="../tags/tag50.xml"/><Relationship Id="rId17" Type="http://schemas.openxmlformats.org/officeDocument/2006/relationships/tags" Target="../tags/tag55.xml"/><Relationship Id="rId25" Type="http://schemas.openxmlformats.org/officeDocument/2006/relationships/image" Target="../media/image74.svg"/><Relationship Id="rId2" Type="http://schemas.openxmlformats.org/officeDocument/2006/relationships/tags" Target="../tags/tag40.xml"/><Relationship Id="rId16" Type="http://schemas.openxmlformats.org/officeDocument/2006/relationships/tags" Target="../tags/tag54.xml"/><Relationship Id="rId20" Type="http://schemas.openxmlformats.org/officeDocument/2006/relationships/image" Target="../media/image63.svg"/><Relationship Id="rId29" Type="http://schemas.openxmlformats.org/officeDocument/2006/relationships/image" Target="../media/image77.svg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11" Type="http://schemas.openxmlformats.org/officeDocument/2006/relationships/tags" Target="../tags/tag49.xml"/><Relationship Id="rId24" Type="http://schemas.openxmlformats.org/officeDocument/2006/relationships/image" Target="../media/image73.svg"/><Relationship Id="rId5" Type="http://schemas.openxmlformats.org/officeDocument/2006/relationships/tags" Target="../tags/tag43.xml"/><Relationship Id="rId15" Type="http://schemas.openxmlformats.org/officeDocument/2006/relationships/tags" Target="../tags/tag53.xml"/><Relationship Id="rId23" Type="http://schemas.openxmlformats.org/officeDocument/2006/relationships/image" Target="../media/image66.svg"/><Relationship Id="rId28" Type="http://schemas.openxmlformats.org/officeDocument/2006/relationships/image" Target="../media/image76.svg"/><Relationship Id="rId10" Type="http://schemas.openxmlformats.org/officeDocument/2006/relationships/tags" Target="../tags/tag48.xml"/><Relationship Id="rId19" Type="http://schemas.openxmlformats.org/officeDocument/2006/relationships/notesSlide" Target="../notesSlides/notesSlide6.xml"/><Relationship Id="rId4" Type="http://schemas.openxmlformats.org/officeDocument/2006/relationships/tags" Target="../tags/tag42.xml"/><Relationship Id="rId9" Type="http://schemas.openxmlformats.org/officeDocument/2006/relationships/tags" Target="../tags/tag47.xml"/><Relationship Id="rId14" Type="http://schemas.openxmlformats.org/officeDocument/2006/relationships/tags" Target="../tags/tag52.xml"/><Relationship Id="rId22" Type="http://schemas.openxmlformats.org/officeDocument/2006/relationships/image" Target="../media/image9.svg"/><Relationship Id="rId27" Type="http://schemas.openxmlformats.org/officeDocument/2006/relationships/image" Target="../media/image8.svg"/><Relationship Id="rId30" Type="http://schemas.openxmlformats.org/officeDocument/2006/relationships/image" Target="../media/image64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63.xml"/><Relationship Id="rId13" Type="http://schemas.openxmlformats.org/officeDocument/2006/relationships/image" Target="../media/image65.svg"/><Relationship Id="rId18" Type="http://schemas.openxmlformats.org/officeDocument/2006/relationships/image" Target="../media/image75.svg"/><Relationship Id="rId3" Type="http://schemas.openxmlformats.org/officeDocument/2006/relationships/tags" Target="../tags/tag58.xml"/><Relationship Id="rId21" Type="http://schemas.openxmlformats.org/officeDocument/2006/relationships/image" Target="../media/image74.svg"/><Relationship Id="rId7" Type="http://schemas.openxmlformats.org/officeDocument/2006/relationships/tags" Target="../tags/tag62.xml"/><Relationship Id="rId12" Type="http://schemas.openxmlformats.org/officeDocument/2006/relationships/image" Target="../media/image64.svg"/><Relationship Id="rId17" Type="http://schemas.openxmlformats.org/officeDocument/2006/relationships/image" Target="../media/image8.svg"/><Relationship Id="rId2" Type="http://schemas.openxmlformats.org/officeDocument/2006/relationships/tags" Target="../tags/tag57.xml"/><Relationship Id="rId16" Type="http://schemas.openxmlformats.org/officeDocument/2006/relationships/image" Target="../media/image78.svg"/><Relationship Id="rId20" Type="http://schemas.openxmlformats.org/officeDocument/2006/relationships/image" Target="../media/image73.svg"/><Relationship Id="rId1" Type="http://schemas.openxmlformats.org/officeDocument/2006/relationships/tags" Target="../tags/tag56.xml"/><Relationship Id="rId6" Type="http://schemas.openxmlformats.org/officeDocument/2006/relationships/tags" Target="../tags/tag61.xml"/><Relationship Id="rId11" Type="http://schemas.openxmlformats.org/officeDocument/2006/relationships/notesSlide" Target="../notesSlides/notesSlide7.xml"/><Relationship Id="rId5" Type="http://schemas.openxmlformats.org/officeDocument/2006/relationships/tags" Target="../tags/tag60.xml"/><Relationship Id="rId15" Type="http://schemas.openxmlformats.org/officeDocument/2006/relationships/image" Target="../media/image66.svg"/><Relationship Id="rId23" Type="http://schemas.openxmlformats.org/officeDocument/2006/relationships/image" Target="../media/image63.svg"/><Relationship Id="rId10" Type="http://schemas.openxmlformats.org/officeDocument/2006/relationships/slideLayout" Target="../slideLayouts/slideLayout2.xml"/><Relationship Id="rId19" Type="http://schemas.openxmlformats.org/officeDocument/2006/relationships/image" Target="../media/image76.svg"/><Relationship Id="rId4" Type="http://schemas.openxmlformats.org/officeDocument/2006/relationships/tags" Target="../tags/tag59.xml"/><Relationship Id="rId9" Type="http://schemas.openxmlformats.org/officeDocument/2006/relationships/tags" Target="../tags/tag64.xml"/><Relationship Id="rId14" Type="http://schemas.openxmlformats.org/officeDocument/2006/relationships/image" Target="../media/image9.svg"/><Relationship Id="rId22" Type="http://schemas.openxmlformats.org/officeDocument/2006/relationships/image" Target="../media/image77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svg"/><Relationship Id="rId13" Type="http://schemas.openxmlformats.org/officeDocument/2006/relationships/image" Target="../media/image110.svg"/><Relationship Id="rId3" Type="http://schemas.openxmlformats.org/officeDocument/2006/relationships/image" Target="../media/image100.svg"/><Relationship Id="rId7" Type="http://schemas.openxmlformats.org/officeDocument/2006/relationships/image" Target="../media/image104.svg"/><Relationship Id="rId12" Type="http://schemas.openxmlformats.org/officeDocument/2006/relationships/image" Target="../media/image109.sv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.svg"/><Relationship Id="rId11" Type="http://schemas.openxmlformats.org/officeDocument/2006/relationships/image" Target="../media/image108.svg"/><Relationship Id="rId5" Type="http://schemas.openxmlformats.org/officeDocument/2006/relationships/image" Target="../media/image102.svg"/><Relationship Id="rId15" Type="http://schemas.openxmlformats.org/officeDocument/2006/relationships/image" Target="../media/image112.svg"/><Relationship Id="rId10" Type="http://schemas.openxmlformats.org/officeDocument/2006/relationships/image" Target="../media/image107.svg"/><Relationship Id="rId4" Type="http://schemas.openxmlformats.org/officeDocument/2006/relationships/image" Target="../media/image101.svg"/><Relationship Id="rId9" Type="http://schemas.openxmlformats.org/officeDocument/2006/relationships/image" Target="../media/image106.svg"/><Relationship Id="rId14" Type="http://schemas.openxmlformats.org/officeDocument/2006/relationships/image" Target="../media/image111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svg"/><Relationship Id="rId2" Type="http://schemas.openxmlformats.org/officeDocument/2006/relationships/image" Target="../media/image114.sv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13" Type="http://schemas.openxmlformats.org/officeDocument/2006/relationships/image" Target="../media/image58.svg"/><Relationship Id="rId3" Type="http://schemas.openxmlformats.org/officeDocument/2006/relationships/tags" Target="../tags/tag67.xml"/><Relationship Id="rId7" Type="http://schemas.openxmlformats.org/officeDocument/2006/relationships/image" Target="../media/image117.svg"/><Relationship Id="rId12" Type="http://schemas.openxmlformats.org/officeDocument/2006/relationships/image" Target="../media/image122.svg"/><Relationship Id="rId2" Type="http://schemas.openxmlformats.org/officeDocument/2006/relationships/tags" Target="../tags/tag66.xml"/><Relationship Id="rId1" Type="http://schemas.openxmlformats.org/officeDocument/2006/relationships/tags" Target="../tags/tag65.xml"/><Relationship Id="rId6" Type="http://schemas.openxmlformats.org/officeDocument/2006/relationships/image" Target="../media/image116.svg"/><Relationship Id="rId11" Type="http://schemas.openxmlformats.org/officeDocument/2006/relationships/image" Target="../media/image121.svg"/><Relationship Id="rId5" Type="http://schemas.openxmlformats.org/officeDocument/2006/relationships/notesSlide" Target="../notesSlides/notesSlide10.xml"/><Relationship Id="rId15" Type="http://schemas.openxmlformats.org/officeDocument/2006/relationships/image" Target="../media/image124.svg"/><Relationship Id="rId10" Type="http://schemas.openxmlformats.org/officeDocument/2006/relationships/image" Target="../media/image1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9.svg"/><Relationship Id="rId14" Type="http://schemas.openxmlformats.org/officeDocument/2006/relationships/image" Target="../media/image123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svg"/><Relationship Id="rId7" Type="http://schemas.openxmlformats.org/officeDocument/2006/relationships/image" Target="../media/image130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9.svg"/><Relationship Id="rId5" Type="http://schemas.openxmlformats.org/officeDocument/2006/relationships/image" Target="../media/image128.svg"/><Relationship Id="rId4" Type="http://schemas.openxmlformats.org/officeDocument/2006/relationships/image" Target="../media/image127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3" Type="http://schemas.openxmlformats.org/officeDocument/2006/relationships/image" Target="../media/image132.svg"/><Relationship Id="rId7" Type="http://schemas.openxmlformats.org/officeDocument/2006/relationships/image" Target="../media/image136.svg"/><Relationship Id="rId2" Type="http://schemas.openxmlformats.org/officeDocument/2006/relationships/image" Target="../media/image13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5.svg"/><Relationship Id="rId11" Type="http://schemas.openxmlformats.org/officeDocument/2006/relationships/image" Target="../media/image140.svg"/><Relationship Id="rId5" Type="http://schemas.openxmlformats.org/officeDocument/2006/relationships/image" Target="../media/image134.svg"/><Relationship Id="rId10" Type="http://schemas.openxmlformats.org/officeDocument/2006/relationships/image" Target="../media/image139.svg"/><Relationship Id="rId4" Type="http://schemas.openxmlformats.org/officeDocument/2006/relationships/image" Target="../media/image133.svg"/><Relationship Id="rId9" Type="http://schemas.openxmlformats.org/officeDocument/2006/relationships/image" Target="../media/image138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svg"/><Relationship Id="rId13" Type="http://schemas.openxmlformats.org/officeDocument/2006/relationships/image" Target="../media/image152.svg"/><Relationship Id="rId3" Type="http://schemas.openxmlformats.org/officeDocument/2006/relationships/image" Target="../media/image142.svg"/><Relationship Id="rId7" Type="http://schemas.openxmlformats.org/officeDocument/2006/relationships/image" Target="../media/image146.svg"/><Relationship Id="rId12" Type="http://schemas.openxmlformats.org/officeDocument/2006/relationships/image" Target="../media/image151.svg"/><Relationship Id="rId2" Type="http://schemas.openxmlformats.org/officeDocument/2006/relationships/image" Target="../media/image14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5.svg"/><Relationship Id="rId11" Type="http://schemas.openxmlformats.org/officeDocument/2006/relationships/image" Target="../media/image150.svg"/><Relationship Id="rId5" Type="http://schemas.openxmlformats.org/officeDocument/2006/relationships/image" Target="../media/image144.svg"/><Relationship Id="rId10" Type="http://schemas.openxmlformats.org/officeDocument/2006/relationships/image" Target="../media/image149.svg"/><Relationship Id="rId4" Type="http://schemas.openxmlformats.org/officeDocument/2006/relationships/image" Target="../media/image143.svg"/><Relationship Id="rId9" Type="http://schemas.openxmlformats.org/officeDocument/2006/relationships/image" Target="../media/image148.svg"/><Relationship Id="rId14" Type="http://schemas.openxmlformats.org/officeDocument/2006/relationships/image" Target="../media/image153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13" Type="http://schemas.openxmlformats.org/officeDocument/2006/relationships/image" Target="../media/image164.svg"/><Relationship Id="rId3" Type="http://schemas.openxmlformats.org/officeDocument/2006/relationships/image" Target="../media/image155.svg"/><Relationship Id="rId7" Type="http://schemas.openxmlformats.org/officeDocument/2006/relationships/image" Target="../media/image13.svg"/><Relationship Id="rId12" Type="http://schemas.openxmlformats.org/officeDocument/2006/relationships/image" Target="../media/image163.svg"/><Relationship Id="rId2" Type="http://schemas.openxmlformats.org/officeDocument/2006/relationships/image" Target="../media/image1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svg"/><Relationship Id="rId11" Type="http://schemas.openxmlformats.org/officeDocument/2006/relationships/image" Target="../media/image162.svg"/><Relationship Id="rId5" Type="http://schemas.openxmlformats.org/officeDocument/2006/relationships/image" Target="../media/image157.svg"/><Relationship Id="rId10" Type="http://schemas.openxmlformats.org/officeDocument/2006/relationships/image" Target="../media/image161.svg"/><Relationship Id="rId4" Type="http://schemas.openxmlformats.org/officeDocument/2006/relationships/image" Target="../media/image156.svg"/><Relationship Id="rId9" Type="http://schemas.openxmlformats.org/officeDocument/2006/relationships/image" Target="../media/image160.svg"/><Relationship Id="rId14" Type="http://schemas.openxmlformats.org/officeDocument/2006/relationships/image" Target="../media/image153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svg"/><Relationship Id="rId7" Type="http://schemas.openxmlformats.org/officeDocument/2006/relationships/image" Target="../media/image173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2.svg"/><Relationship Id="rId5" Type="http://schemas.openxmlformats.org/officeDocument/2006/relationships/image" Target="../media/image171.svg"/><Relationship Id="rId4" Type="http://schemas.openxmlformats.org/officeDocument/2006/relationships/image" Target="../media/image170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17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7.svg"/><Relationship Id="rId5" Type="http://schemas.openxmlformats.org/officeDocument/2006/relationships/image" Target="../media/image176.svg"/><Relationship Id="rId4" Type="http://schemas.openxmlformats.org/officeDocument/2006/relationships/image" Target="../media/image175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1.png"/><Relationship Id="rId5" Type="http://schemas.openxmlformats.org/officeDocument/2006/relationships/image" Target="../media/image180.svg"/><Relationship Id="rId4" Type="http://schemas.openxmlformats.org/officeDocument/2006/relationships/image" Target="../media/image179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3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.svg"/><Relationship Id="rId13" Type="http://schemas.openxmlformats.org/officeDocument/2006/relationships/image" Target="../media/image192.svg"/><Relationship Id="rId3" Type="http://schemas.openxmlformats.org/officeDocument/2006/relationships/image" Target="../media/image184.svg"/><Relationship Id="rId7" Type="http://schemas.openxmlformats.org/officeDocument/2006/relationships/image" Target="../media/image188.svg"/><Relationship Id="rId12" Type="http://schemas.openxmlformats.org/officeDocument/2006/relationships/image" Target="../media/image191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7.svg"/><Relationship Id="rId11" Type="http://schemas.openxmlformats.org/officeDocument/2006/relationships/image" Target="../media/image71.svg"/><Relationship Id="rId5" Type="http://schemas.openxmlformats.org/officeDocument/2006/relationships/image" Target="../media/image186.svg"/><Relationship Id="rId10" Type="http://schemas.openxmlformats.org/officeDocument/2006/relationships/image" Target="../media/image117.svg"/><Relationship Id="rId4" Type="http://schemas.openxmlformats.org/officeDocument/2006/relationships/image" Target="../media/image185.svg"/><Relationship Id="rId9" Type="http://schemas.openxmlformats.org/officeDocument/2006/relationships/image" Target="../media/image190.svg"/><Relationship Id="rId14" Type="http://schemas.openxmlformats.org/officeDocument/2006/relationships/image" Target="../media/image193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9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5.sv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3" Type="http://schemas.openxmlformats.org/officeDocument/2006/relationships/tags" Target="../tags/tag70.xml"/><Relationship Id="rId7" Type="http://schemas.openxmlformats.org/officeDocument/2006/relationships/image" Target="../media/image53.svg"/><Relationship Id="rId2" Type="http://schemas.openxmlformats.org/officeDocument/2006/relationships/tags" Target="../tags/tag69.xml"/><Relationship Id="rId1" Type="http://schemas.openxmlformats.org/officeDocument/2006/relationships/tags" Target="../tags/tag68.xml"/><Relationship Id="rId6" Type="http://schemas.openxmlformats.org/officeDocument/2006/relationships/image" Target="../media/image198.svg"/><Relationship Id="rId11" Type="http://schemas.openxmlformats.org/officeDocument/2006/relationships/image" Target="../media/image57.svg"/><Relationship Id="rId5" Type="http://schemas.openxmlformats.org/officeDocument/2006/relationships/image" Target="../media/image197.svg"/><Relationship Id="rId10" Type="http://schemas.openxmlformats.org/officeDocument/2006/relationships/image" Target="../media/image5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5.sv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svg"/><Relationship Id="rId3" Type="http://schemas.openxmlformats.org/officeDocument/2006/relationships/tags" Target="../tags/tag73.xml"/><Relationship Id="rId7" Type="http://schemas.openxmlformats.org/officeDocument/2006/relationships/image" Target="../media/image55.svg"/><Relationship Id="rId2" Type="http://schemas.openxmlformats.org/officeDocument/2006/relationships/tags" Target="../tags/tag72.xml"/><Relationship Id="rId1" Type="http://schemas.openxmlformats.org/officeDocument/2006/relationships/tags" Target="../tags/tag71.xml"/><Relationship Id="rId6" Type="http://schemas.openxmlformats.org/officeDocument/2006/relationships/image" Target="../media/image54.svg"/><Relationship Id="rId5" Type="http://schemas.openxmlformats.org/officeDocument/2006/relationships/image" Target="../media/image53.svg"/><Relationship Id="rId10" Type="http://schemas.openxmlformats.org/officeDocument/2006/relationships/image" Target="../media/image1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7.sv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lion-group.ent.box.com/integrations/officeonline/openOfficeOnline?fileId=1850228761274&amp;sharedAccessCode=" TargetMode="External"/><Relationship Id="rId5" Type="http://schemas.openxmlformats.org/officeDocument/2006/relationships/image" Target="../media/image203.svg"/><Relationship Id="rId4" Type="http://schemas.openxmlformats.org/officeDocument/2006/relationships/image" Target="../media/image202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chart" Target="../charts/chart5.xml"/><Relationship Id="rId7" Type="http://schemas.openxmlformats.org/officeDocument/2006/relationships/image" Target="../media/image20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6.svg"/><Relationship Id="rId5" Type="http://schemas.openxmlformats.org/officeDocument/2006/relationships/image" Target="../media/image205.png"/><Relationship Id="rId4" Type="http://schemas.openxmlformats.org/officeDocument/2006/relationships/image" Target="../media/image204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svg"/><Relationship Id="rId7" Type="http://schemas.openxmlformats.org/officeDocument/2006/relationships/image" Target="../media/image213.svg"/><Relationship Id="rId2" Type="http://schemas.openxmlformats.org/officeDocument/2006/relationships/image" Target="../media/image20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2.svg"/><Relationship Id="rId5" Type="http://schemas.openxmlformats.org/officeDocument/2006/relationships/image" Target="../media/image211.svg"/><Relationship Id="rId10" Type="http://schemas.openxmlformats.org/officeDocument/2006/relationships/image" Target="../media/image204.png"/><Relationship Id="rId4" Type="http://schemas.openxmlformats.org/officeDocument/2006/relationships/image" Target="../media/image210.svg"/><Relationship Id="rId9" Type="http://schemas.openxmlformats.org/officeDocument/2006/relationships/image" Target="../media/image215.sv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75.xml"/><Relationship Id="rId1" Type="http://schemas.openxmlformats.org/officeDocument/2006/relationships/tags" Target="../tags/tag74.xml"/><Relationship Id="rId5" Type="http://schemas.openxmlformats.org/officeDocument/2006/relationships/image" Target="../media/image216.svg"/><Relationship Id="rId4" Type="http://schemas.openxmlformats.org/officeDocument/2006/relationships/image" Target="../media/image99.sv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svg"/><Relationship Id="rId3" Type="http://schemas.openxmlformats.org/officeDocument/2006/relationships/image" Target="../media/image190.svg"/><Relationship Id="rId7" Type="http://schemas.openxmlformats.org/officeDocument/2006/relationships/image" Target="../media/image57.svg"/><Relationship Id="rId2" Type="http://schemas.openxmlformats.org/officeDocument/2006/relationships/image" Target="../media/image2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svg"/><Relationship Id="rId11" Type="http://schemas.openxmlformats.org/officeDocument/2006/relationships/image" Target="../media/image223.svg"/><Relationship Id="rId5" Type="http://schemas.openxmlformats.org/officeDocument/2006/relationships/image" Target="../media/image219.svg"/><Relationship Id="rId10" Type="http://schemas.openxmlformats.org/officeDocument/2006/relationships/image" Target="../media/image222.svg"/><Relationship Id="rId4" Type="http://schemas.openxmlformats.org/officeDocument/2006/relationships/image" Target="../media/image218.svg"/><Relationship Id="rId9" Type="http://schemas.openxmlformats.org/officeDocument/2006/relationships/image" Target="../media/image153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svg"/><Relationship Id="rId2" Type="http://schemas.openxmlformats.org/officeDocument/2006/relationships/image" Target="../media/image22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227.svg"/><Relationship Id="rId4" Type="http://schemas.openxmlformats.org/officeDocument/2006/relationships/image" Target="../media/image226.sv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4.svg"/><Relationship Id="rId3" Type="http://schemas.openxmlformats.org/officeDocument/2006/relationships/image" Target="../media/image230.svg"/><Relationship Id="rId7" Type="http://schemas.openxmlformats.org/officeDocument/2006/relationships/image" Target="../media/image233.svg"/><Relationship Id="rId2" Type="http://schemas.openxmlformats.org/officeDocument/2006/relationships/image" Target="../media/image2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2.svg"/><Relationship Id="rId5" Type="http://schemas.openxmlformats.org/officeDocument/2006/relationships/image" Target="../media/image231.svg"/><Relationship Id="rId4" Type="http://schemas.openxmlformats.org/officeDocument/2006/relationships/image" Target="../media/image114.sv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3" Type="http://schemas.openxmlformats.org/officeDocument/2006/relationships/image" Target="../media/image236.svg"/><Relationship Id="rId7" Type="http://schemas.openxmlformats.org/officeDocument/2006/relationships/image" Target="../media/image239.svg"/><Relationship Id="rId2" Type="http://schemas.openxmlformats.org/officeDocument/2006/relationships/image" Target="../media/image23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8.svg"/><Relationship Id="rId11" Type="http://schemas.openxmlformats.org/officeDocument/2006/relationships/image" Target="../media/image243.svg"/><Relationship Id="rId5" Type="http://schemas.openxmlformats.org/officeDocument/2006/relationships/image" Target="../media/image226.svg"/><Relationship Id="rId10" Type="http://schemas.openxmlformats.org/officeDocument/2006/relationships/image" Target="../media/image242.svg"/><Relationship Id="rId4" Type="http://schemas.openxmlformats.org/officeDocument/2006/relationships/image" Target="../media/image237.svg"/><Relationship Id="rId9" Type="http://schemas.openxmlformats.org/officeDocument/2006/relationships/image" Target="../media/image241.sv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png"/><Relationship Id="rId3" Type="http://schemas.openxmlformats.org/officeDocument/2006/relationships/image" Target="../media/image244.svg"/><Relationship Id="rId7" Type="http://schemas.openxmlformats.org/officeDocument/2006/relationships/image" Target="../media/image248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7.svg"/><Relationship Id="rId5" Type="http://schemas.openxmlformats.org/officeDocument/2006/relationships/image" Target="../media/image246.svg"/><Relationship Id="rId4" Type="http://schemas.openxmlformats.org/officeDocument/2006/relationships/image" Target="../media/image245.svg"/><Relationship Id="rId9" Type="http://schemas.openxmlformats.org/officeDocument/2006/relationships/image" Target="../media/image250.jpe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5.svg"/><Relationship Id="rId13" Type="http://schemas.openxmlformats.org/officeDocument/2006/relationships/image" Target="../media/image260.svg"/><Relationship Id="rId3" Type="http://schemas.openxmlformats.org/officeDocument/2006/relationships/image" Target="../media/image251.svg"/><Relationship Id="rId7" Type="http://schemas.openxmlformats.org/officeDocument/2006/relationships/image" Target="../media/image254.svg"/><Relationship Id="rId12" Type="http://schemas.openxmlformats.org/officeDocument/2006/relationships/image" Target="../media/image259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3.svg"/><Relationship Id="rId11" Type="http://schemas.openxmlformats.org/officeDocument/2006/relationships/image" Target="../media/image258.svg"/><Relationship Id="rId5" Type="http://schemas.openxmlformats.org/officeDocument/2006/relationships/image" Target="../media/image252.svg"/><Relationship Id="rId15" Type="http://schemas.openxmlformats.org/officeDocument/2006/relationships/image" Target="../media/image99.svg"/><Relationship Id="rId10" Type="http://schemas.openxmlformats.org/officeDocument/2006/relationships/image" Target="../media/image257.svg"/><Relationship Id="rId4" Type="http://schemas.openxmlformats.org/officeDocument/2006/relationships/image" Target="../media/image190.svg"/><Relationship Id="rId9" Type="http://schemas.openxmlformats.org/officeDocument/2006/relationships/image" Target="../media/image256.svg"/><Relationship Id="rId14" Type="http://schemas.openxmlformats.org/officeDocument/2006/relationships/image" Target="../media/image261.sv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svg"/><Relationship Id="rId2" Type="http://schemas.openxmlformats.org/officeDocument/2006/relationships/image" Target="../media/image262.sv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svg"/><Relationship Id="rId7" Type="http://schemas.openxmlformats.org/officeDocument/2006/relationships/image" Target="../media/image99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7.svg"/><Relationship Id="rId5" Type="http://schemas.openxmlformats.org/officeDocument/2006/relationships/image" Target="../media/image266.svg"/><Relationship Id="rId4" Type="http://schemas.openxmlformats.org/officeDocument/2006/relationships/image" Target="../media/image265.sv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.svg"/><Relationship Id="rId13" Type="http://schemas.openxmlformats.org/officeDocument/2006/relationships/image" Target="../media/image276.svg"/><Relationship Id="rId3" Type="http://schemas.openxmlformats.org/officeDocument/2006/relationships/chart" Target="../charts/chart6.xml"/><Relationship Id="rId7" Type="http://schemas.openxmlformats.org/officeDocument/2006/relationships/image" Target="../media/image259.svg"/><Relationship Id="rId12" Type="http://schemas.openxmlformats.org/officeDocument/2006/relationships/image" Target="../media/image275.sv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27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0.svg"/><Relationship Id="rId11" Type="http://schemas.openxmlformats.org/officeDocument/2006/relationships/image" Target="../media/image274.svg"/><Relationship Id="rId5" Type="http://schemas.openxmlformats.org/officeDocument/2006/relationships/image" Target="../media/image269.svg"/><Relationship Id="rId15" Type="http://schemas.openxmlformats.org/officeDocument/2006/relationships/image" Target="../media/image278.svg"/><Relationship Id="rId10" Type="http://schemas.openxmlformats.org/officeDocument/2006/relationships/image" Target="../media/image273.svg"/><Relationship Id="rId4" Type="http://schemas.openxmlformats.org/officeDocument/2006/relationships/image" Target="../media/image268.svg"/><Relationship Id="rId9" Type="http://schemas.openxmlformats.org/officeDocument/2006/relationships/image" Target="../media/image272.svg"/><Relationship Id="rId14" Type="http://schemas.openxmlformats.org/officeDocument/2006/relationships/image" Target="../media/image277.sv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svg"/><Relationship Id="rId2" Type="http://schemas.openxmlformats.org/officeDocument/2006/relationships/image" Target="../media/image280.sv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282.svg"/><Relationship Id="rId7" Type="http://schemas.openxmlformats.org/officeDocument/2006/relationships/image" Target="../media/image285.svg"/><Relationship Id="rId12" Type="http://schemas.openxmlformats.org/officeDocument/2006/relationships/image" Target="../media/image228.svg"/><Relationship Id="rId2" Type="http://schemas.openxmlformats.org/officeDocument/2006/relationships/image" Target="../media/image15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4.svg"/><Relationship Id="rId11" Type="http://schemas.openxmlformats.org/officeDocument/2006/relationships/image" Target="../media/image289.svg"/><Relationship Id="rId5" Type="http://schemas.openxmlformats.org/officeDocument/2006/relationships/image" Target="../media/image283.svg"/><Relationship Id="rId10" Type="http://schemas.openxmlformats.org/officeDocument/2006/relationships/image" Target="../media/image288.svg"/><Relationship Id="rId4" Type="http://schemas.openxmlformats.org/officeDocument/2006/relationships/image" Target="../media/image257.svg"/><Relationship Id="rId9" Type="http://schemas.openxmlformats.org/officeDocument/2006/relationships/image" Target="../media/image287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svg"/><Relationship Id="rId3" Type="http://schemas.openxmlformats.org/officeDocument/2006/relationships/tags" Target="../tags/tag78.xml"/><Relationship Id="rId7" Type="http://schemas.openxmlformats.org/officeDocument/2006/relationships/image" Target="../media/image286.sv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228.svg"/><Relationship Id="rId5" Type="http://schemas.openxmlformats.org/officeDocument/2006/relationships/image" Target="../media/image285.svg"/><Relationship Id="rId10" Type="http://schemas.openxmlformats.org/officeDocument/2006/relationships/image" Target="../media/image2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2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svg"/><Relationship Id="rId3" Type="http://schemas.openxmlformats.org/officeDocument/2006/relationships/tags" Target="../tags/tag81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6" Type="http://schemas.openxmlformats.org/officeDocument/2006/relationships/tags" Target="../tags/tag84.xml"/><Relationship Id="rId5" Type="http://schemas.openxmlformats.org/officeDocument/2006/relationships/tags" Target="../tags/tag83.xml"/><Relationship Id="rId4" Type="http://schemas.openxmlformats.org/officeDocument/2006/relationships/tags" Target="../tags/tag82.xml"/><Relationship Id="rId9" Type="http://schemas.openxmlformats.org/officeDocument/2006/relationships/image" Target="../media/image290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301.svg"/><Relationship Id="rId3" Type="http://schemas.openxmlformats.org/officeDocument/2006/relationships/image" Target="../media/image292.png"/><Relationship Id="rId7" Type="http://schemas.openxmlformats.org/officeDocument/2006/relationships/image" Target="../media/image296.png"/><Relationship Id="rId12" Type="http://schemas.openxmlformats.org/officeDocument/2006/relationships/image" Target="../media/image300.png"/><Relationship Id="rId17" Type="http://schemas.openxmlformats.org/officeDocument/2006/relationships/image" Target="../media/image305.svg"/><Relationship Id="rId2" Type="http://schemas.openxmlformats.org/officeDocument/2006/relationships/image" Target="../media/image291.svg"/><Relationship Id="rId16" Type="http://schemas.openxmlformats.org/officeDocument/2006/relationships/image" Target="../media/image3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5.png"/><Relationship Id="rId11" Type="http://schemas.openxmlformats.org/officeDocument/2006/relationships/image" Target="../media/image299.svg"/><Relationship Id="rId5" Type="http://schemas.openxmlformats.org/officeDocument/2006/relationships/image" Target="../media/image294.png"/><Relationship Id="rId15" Type="http://schemas.openxmlformats.org/officeDocument/2006/relationships/image" Target="../media/image303.svg"/><Relationship Id="rId10" Type="http://schemas.openxmlformats.org/officeDocument/2006/relationships/image" Target="../media/image298.svg"/><Relationship Id="rId4" Type="http://schemas.openxmlformats.org/officeDocument/2006/relationships/image" Target="../media/image293.png"/><Relationship Id="rId9" Type="http://schemas.openxmlformats.org/officeDocument/2006/relationships/image" Target="../media/image297.svg"/><Relationship Id="rId14" Type="http://schemas.openxmlformats.org/officeDocument/2006/relationships/image" Target="../media/image302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57.svg"/><Relationship Id="rId18" Type="http://schemas.microsoft.com/office/2007/relationships/hdphoto" Target="../media/hdphoto1.wdp"/><Relationship Id="rId3" Type="http://schemas.openxmlformats.org/officeDocument/2006/relationships/tags" Target="../tags/tag87.xml"/><Relationship Id="rId7" Type="http://schemas.openxmlformats.org/officeDocument/2006/relationships/image" Target="../media/image285.svg"/><Relationship Id="rId12" Type="http://schemas.openxmlformats.org/officeDocument/2006/relationships/image" Target="../media/image289.svg"/><Relationship Id="rId17" Type="http://schemas.openxmlformats.org/officeDocument/2006/relationships/image" Target="../media/image306.png"/><Relationship Id="rId2" Type="http://schemas.openxmlformats.org/officeDocument/2006/relationships/tags" Target="../tags/tag86.xml"/><Relationship Id="rId16" Type="http://schemas.openxmlformats.org/officeDocument/2006/relationships/image" Target="../media/image283.svg"/><Relationship Id="rId1" Type="http://schemas.openxmlformats.org/officeDocument/2006/relationships/tags" Target="../tags/tag85.xml"/><Relationship Id="rId6" Type="http://schemas.openxmlformats.org/officeDocument/2006/relationships/image" Target="../media/image257.svg"/><Relationship Id="rId11" Type="http://schemas.openxmlformats.org/officeDocument/2006/relationships/image" Target="../media/image288.svg"/><Relationship Id="rId5" Type="http://schemas.openxmlformats.org/officeDocument/2006/relationships/notesSlide" Target="../notesSlides/notesSlide17.xml"/><Relationship Id="rId15" Type="http://schemas.openxmlformats.org/officeDocument/2006/relationships/image" Target="../media/image282.svg"/><Relationship Id="rId10" Type="http://schemas.openxmlformats.org/officeDocument/2006/relationships/image" Target="../media/image287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6.svg"/><Relationship Id="rId14" Type="http://schemas.openxmlformats.org/officeDocument/2006/relationships/image" Target="../media/image150.sv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1.svg"/><Relationship Id="rId13" Type="http://schemas.openxmlformats.org/officeDocument/2006/relationships/image" Target="../media/image316.svg"/><Relationship Id="rId18" Type="http://schemas.openxmlformats.org/officeDocument/2006/relationships/image" Target="../media/image32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10.svg"/><Relationship Id="rId12" Type="http://schemas.openxmlformats.org/officeDocument/2006/relationships/image" Target="../media/image315.svg"/><Relationship Id="rId17" Type="http://schemas.openxmlformats.org/officeDocument/2006/relationships/image" Target="../media/image320.svg"/><Relationship Id="rId2" Type="http://schemas.openxmlformats.org/officeDocument/2006/relationships/tags" Target="../tags/tag89.xml"/><Relationship Id="rId16" Type="http://schemas.openxmlformats.org/officeDocument/2006/relationships/image" Target="../media/image319.svg"/><Relationship Id="rId1" Type="http://schemas.openxmlformats.org/officeDocument/2006/relationships/tags" Target="../tags/tag88.xml"/><Relationship Id="rId6" Type="http://schemas.openxmlformats.org/officeDocument/2006/relationships/image" Target="../media/image309.svg"/><Relationship Id="rId11" Type="http://schemas.openxmlformats.org/officeDocument/2006/relationships/image" Target="../media/image314.svg"/><Relationship Id="rId5" Type="http://schemas.openxmlformats.org/officeDocument/2006/relationships/image" Target="../media/image308.svg"/><Relationship Id="rId15" Type="http://schemas.openxmlformats.org/officeDocument/2006/relationships/image" Target="../media/image318.svg"/><Relationship Id="rId10" Type="http://schemas.openxmlformats.org/officeDocument/2006/relationships/image" Target="../media/image313.svg"/><Relationship Id="rId19" Type="http://schemas.openxmlformats.org/officeDocument/2006/relationships/image" Target="../media/image322.svg"/><Relationship Id="rId4" Type="http://schemas.openxmlformats.org/officeDocument/2006/relationships/image" Target="../media/image307.svg"/><Relationship Id="rId9" Type="http://schemas.openxmlformats.org/officeDocument/2006/relationships/image" Target="../media/image312.svg"/><Relationship Id="rId14" Type="http://schemas.openxmlformats.org/officeDocument/2006/relationships/image" Target="../media/image317.sv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svg"/><Relationship Id="rId7" Type="http://schemas.openxmlformats.org/officeDocument/2006/relationships/image" Target="../media/image328.svg"/><Relationship Id="rId2" Type="http://schemas.openxmlformats.org/officeDocument/2006/relationships/image" Target="../media/image3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326.svg"/><Relationship Id="rId4" Type="http://schemas.openxmlformats.org/officeDocument/2006/relationships/image" Target="../media/image325.sv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3" Type="http://schemas.openxmlformats.org/officeDocument/2006/relationships/tags" Target="../tags/tag102.xml"/><Relationship Id="rId18" Type="http://schemas.openxmlformats.org/officeDocument/2006/relationships/tags" Target="../tags/tag107.xml"/><Relationship Id="rId26" Type="http://schemas.openxmlformats.org/officeDocument/2006/relationships/tags" Target="../tags/tag115.xml"/><Relationship Id="rId39" Type="http://schemas.openxmlformats.org/officeDocument/2006/relationships/tags" Target="../tags/tag128.xml"/><Relationship Id="rId21" Type="http://schemas.openxmlformats.org/officeDocument/2006/relationships/tags" Target="../tags/tag110.xml"/><Relationship Id="rId34" Type="http://schemas.openxmlformats.org/officeDocument/2006/relationships/tags" Target="../tags/tag123.xml"/><Relationship Id="rId42" Type="http://schemas.openxmlformats.org/officeDocument/2006/relationships/tags" Target="../tags/tag131.xml"/><Relationship Id="rId47" Type="http://schemas.openxmlformats.org/officeDocument/2006/relationships/slideLayout" Target="../slideLayouts/slideLayout2.xml"/><Relationship Id="rId50" Type="http://schemas.openxmlformats.org/officeDocument/2006/relationships/image" Target="../media/image332.svg"/><Relationship Id="rId55" Type="http://schemas.openxmlformats.org/officeDocument/2006/relationships/image" Target="../media/image336.svg"/><Relationship Id="rId7" Type="http://schemas.openxmlformats.org/officeDocument/2006/relationships/tags" Target="../tags/tag96.xml"/><Relationship Id="rId2" Type="http://schemas.openxmlformats.org/officeDocument/2006/relationships/tags" Target="../tags/tag91.xml"/><Relationship Id="rId16" Type="http://schemas.openxmlformats.org/officeDocument/2006/relationships/tags" Target="../tags/tag105.xml"/><Relationship Id="rId29" Type="http://schemas.openxmlformats.org/officeDocument/2006/relationships/tags" Target="../tags/tag118.xml"/><Relationship Id="rId11" Type="http://schemas.openxmlformats.org/officeDocument/2006/relationships/tags" Target="../tags/tag100.xml"/><Relationship Id="rId24" Type="http://schemas.openxmlformats.org/officeDocument/2006/relationships/tags" Target="../tags/tag113.xml"/><Relationship Id="rId32" Type="http://schemas.openxmlformats.org/officeDocument/2006/relationships/tags" Target="../tags/tag121.xml"/><Relationship Id="rId37" Type="http://schemas.openxmlformats.org/officeDocument/2006/relationships/tags" Target="../tags/tag126.xml"/><Relationship Id="rId40" Type="http://schemas.openxmlformats.org/officeDocument/2006/relationships/tags" Target="../tags/tag129.xml"/><Relationship Id="rId45" Type="http://schemas.openxmlformats.org/officeDocument/2006/relationships/tags" Target="../tags/tag134.xml"/><Relationship Id="rId53" Type="http://schemas.openxmlformats.org/officeDocument/2006/relationships/image" Target="../media/image334.svg"/><Relationship Id="rId58" Type="http://schemas.openxmlformats.org/officeDocument/2006/relationships/image" Target="../media/image339.svg"/><Relationship Id="rId5" Type="http://schemas.openxmlformats.org/officeDocument/2006/relationships/tags" Target="../tags/tag94.xml"/><Relationship Id="rId19" Type="http://schemas.openxmlformats.org/officeDocument/2006/relationships/tags" Target="../tags/tag108.xml"/><Relationship Id="rId4" Type="http://schemas.openxmlformats.org/officeDocument/2006/relationships/tags" Target="../tags/tag93.xml"/><Relationship Id="rId9" Type="http://schemas.openxmlformats.org/officeDocument/2006/relationships/tags" Target="../tags/tag98.xml"/><Relationship Id="rId14" Type="http://schemas.openxmlformats.org/officeDocument/2006/relationships/tags" Target="../tags/tag103.xml"/><Relationship Id="rId22" Type="http://schemas.openxmlformats.org/officeDocument/2006/relationships/tags" Target="../tags/tag111.xml"/><Relationship Id="rId27" Type="http://schemas.openxmlformats.org/officeDocument/2006/relationships/tags" Target="../tags/tag116.xml"/><Relationship Id="rId30" Type="http://schemas.openxmlformats.org/officeDocument/2006/relationships/tags" Target="../tags/tag119.xml"/><Relationship Id="rId35" Type="http://schemas.openxmlformats.org/officeDocument/2006/relationships/tags" Target="../tags/tag124.xml"/><Relationship Id="rId43" Type="http://schemas.openxmlformats.org/officeDocument/2006/relationships/tags" Target="../tags/tag132.xml"/><Relationship Id="rId48" Type="http://schemas.openxmlformats.org/officeDocument/2006/relationships/notesSlide" Target="../notesSlides/notesSlide18.xml"/><Relationship Id="rId56" Type="http://schemas.openxmlformats.org/officeDocument/2006/relationships/image" Target="../media/image337.svg"/><Relationship Id="rId8" Type="http://schemas.openxmlformats.org/officeDocument/2006/relationships/tags" Target="../tags/tag97.xml"/><Relationship Id="rId51" Type="http://schemas.openxmlformats.org/officeDocument/2006/relationships/image" Target="../media/image333.svg"/><Relationship Id="rId3" Type="http://schemas.openxmlformats.org/officeDocument/2006/relationships/tags" Target="../tags/tag92.xml"/><Relationship Id="rId12" Type="http://schemas.openxmlformats.org/officeDocument/2006/relationships/tags" Target="../tags/tag101.xml"/><Relationship Id="rId17" Type="http://schemas.openxmlformats.org/officeDocument/2006/relationships/tags" Target="../tags/tag106.xml"/><Relationship Id="rId25" Type="http://schemas.openxmlformats.org/officeDocument/2006/relationships/tags" Target="../tags/tag114.xml"/><Relationship Id="rId33" Type="http://schemas.openxmlformats.org/officeDocument/2006/relationships/tags" Target="../tags/tag122.xml"/><Relationship Id="rId38" Type="http://schemas.openxmlformats.org/officeDocument/2006/relationships/tags" Target="../tags/tag127.xml"/><Relationship Id="rId46" Type="http://schemas.openxmlformats.org/officeDocument/2006/relationships/tags" Target="../tags/tag135.xml"/><Relationship Id="rId59" Type="http://schemas.openxmlformats.org/officeDocument/2006/relationships/image" Target="../media/image340.svg"/><Relationship Id="rId20" Type="http://schemas.openxmlformats.org/officeDocument/2006/relationships/tags" Target="../tags/tag109.xml"/><Relationship Id="rId41" Type="http://schemas.openxmlformats.org/officeDocument/2006/relationships/tags" Target="../tags/tag130.xml"/><Relationship Id="rId54" Type="http://schemas.openxmlformats.org/officeDocument/2006/relationships/image" Target="../media/image335.svg"/><Relationship Id="rId1" Type="http://schemas.openxmlformats.org/officeDocument/2006/relationships/tags" Target="../tags/tag90.xml"/><Relationship Id="rId6" Type="http://schemas.openxmlformats.org/officeDocument/2006/relationships/tags" Target="../tags/tag95.xml"/><Relationship Id="rId15" Type="http://schemas.openxmlformats.org/officeDocument/2006/relationships/tags" Target="../tags/tag104.xml"/><Relationship Id="rId23" Type="http://schemas.openxmlformats.org/officeDocument/2006/relationships/tags" Target="../tags/tag112.xml"/><Relationship Id="rId28" Type="http://schemas.openxmlformats.org/officeDocument/2006/relationships/tags" Target="../tags/tag117.xml"/><Relationship Id="rId36" Type="http://schemas.openxmlformats.org/officeDocument/2006/relationships/tags" Target="../tags/tag125.xml"/><Relationship Id="rId49" Type="http://schemas.openxmlformats.org/officeDocument/2006/relationships/image" Target="../media/image331.svg"/><Relationship Id="rId57" Type="http://schemas.openxmlformats.org/officeDocument/2006/relationships/image" Target="../media/image338.svg"/><Relationship Id="rId10" Type="http://schemas.openxmlformats.org/officeDocument/2006/relationships/tags" Target="../tags/tag99.xml"/><Relationship Id="rId31" Type="http://schemas.openxmlformats.org/officeDocument/2006/relationships/tags" Target="../tags/tag120.xml"/><Relationship Id="rId44" Type="http://schemas.openxmlformats.org/officeDocument/2006/relationships/tags" Target="../tags/tag133.xml"/><Relationship Id="rId52" Type="http://schemas.openxmlformats.org/officeDocument/2006/relationships/image" Target="../media/image278.sv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tags" Target="../tags/tag143.xml"/><Relationship Id="rId13" Type="http://schemas.openxmlformats.org/officeDocument/2006/relationships/tags" Target="../tags/tag148.xml"/><Relationship Id="rId18" Type="http://schemas.openxmlformats.org/officeDocument/2006/relationships/notesSlide" Target="../notesSlides/notesSlide19.xml"/><Relationship Id="rId26" Type="http://schemas.openxmlformats.org/officeDocument/2006/relationships/chart" Target="../charts/chart7.xml"/><Relationship Id="rId3" Type="http://schemas.openxmlformats.org/officeDocument/2006/relationships/tags" Target="../tags/tag138.xml"/><Relationship Id="rId21" Type="http://schemas.openxmlformats.org/officeDocument/2006/relationships/image" Target="../media/image343.svg"/><Relationship Id="rId7" Type="http://schemas.openxmlformats.org/officeDocument/2006/relationships/tags" Target="../tags/tag142.xml"/><Relationship Id="rId12" Type="http://schemas.openxmlformats.org/officeDocument/2006/relationships/tags" Target="../tags/tag147.xml"/><Relationship Id="rId17" Type="http://schemas.openxmlformats.org/officeDocument/2006/relationships/slideLayout" Target="../slideLayouts/slideLayout2.xml"/><Relationship Id="rId25" Type="http://schemas.openxmlformats.org/officeDocument/2006/relationships/image" Target="../media/image346.svg"/><Relationship Id="rId2" Type="http://schemas.openxmlformats.org/officeDocument/2006/relationships/tags" Target="../tags/tag137.xml"/><Relationship Id="rId16" Type="http://schemas.openxmlformats.org/officeDocument/2006/relationships/tags" Target="../tags/tag151.xml"/><Relationship Id="rId20" Type="http://schemas.openxmlformats.org/officeDocument/2006/relationships/image" Target="../media/image342.svg"/><Relationship Id="rId1" Type="http://schemas.openxmlformats.org/officeDocument/2006/relationships/tags" Target="../tags/tag136.xml"/><Relationship Id="rId6" Type="http://schemas.openxmlformats.org/officeDocument/2006/relationships/tags" Target="../tags/tag141.xml"/><Relationship Id="rId11" Type="http://schemas.openxmlformats.org/officeDocument/2006/relationships/tags" Target="../tags/tag146.xml"/><Relationship Id="rId24" Type="http://schemas.openxmlformats.org/officeDocument/2006/relationships/image" Target="../media/image345.svg"/><Relationship Id="rId5" Type="http://schemas.openxmlformats.org/officeDocument/2006/relationships/tags" Target="../tags/tag140.xml"/><Relationship Id="rId15" Type="http://schemas.openxmlformats.org/officeDocument/2006/relationships/tags" Target="../tags/tag150.xml"/><Relationship Id="rId23" Type="http://schemas.openxmlformats.org/officeDocument/2006/relationships/image" Target="../media/image331.svg"/><Relationship Id="rId10" Type="http://schemas.openxmlformats.org/officeDocument/2006/relationships/tags" Target="../tags/tag145.xml"/><Relationship Id="rId19" Type="http://schemas.openxmlformats.org/officeDocument/2006/relationships/image" Target="../media/image341.svg"/><Relationship Id="rId4" Type="http://schemas.openxmlformats.org/officeDocument/2006/relationships/tags" Target="../tags/tag139.xml"/><Relationship Id="rId9" Type="http://schemas.openxmlformats.org/officeDocument/2006/relationships/tags" Target="../tags/tag144.xml"/><Relationship Id="rId14" Type="http://schemas.openxmlformats.org/officeDocument/2006/relationships/tags" Target="../tags/tag149.xml"/><Relationship Id="rId22" Type="http://schemas.openxmlformats.org/officeDocument/2006/relationships/image" Target="../media/image344.sv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0.svg"/><Relationship Id="rId13" Type="http://schemas.openxmlformats.org/officeDocument/2006/relationships/image" Target="../media/image355.svg"/><Relationship Id="rId3" Type="http://schemas.openxmlformats.org/officeDocument/2006/relationships/image" Target="../media/image99.svg"/><Relationship Id="rId7" Type="http://schemas.openxmlformats.org/officeDocument/2006/relationships/image" Target="../media/image349.svg"/><Relationship Id="rId12" Type="http://schemas.openxmlformats.org/officeDocument/2006/relationships/image" Target="../media/image354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svg"/><Relationship Id="rId11" Type="http://schemas.openxmlformats.org/officeDocument/2006/relationships/image" Target="../media/image353.svg"/><Relationship Id="rId5" Type="http://schemas.openxmlformats.org/officeDocument/2006/relationships/image" Target="../media/image347.svg"/><Relationship Id="rId15" Type="http://schemas.openxmlformats.org/officeDocument/2006/relationships/image" Target="../media/image357.svg"/><Relationship Id="rId10" Type="http://schemas.openxmlformats.org/officeDocument/2006/relationships/image" Target="../media/image352.svg"/><Relationship Id="rId4" Type="http://schemas.openxmlformats.org/officeDocument/2006/relationships/image" Target="../media/image286.svg"/><Relationship Id="rId9" Type="http://schemas.openxmlformats.org/officeDocument/2006/relationships/image" Target="../media/image351.svg"/><Relationship Id="rId14" Type="http://schemas.openxmlformats.org/officeDocument/2006/relationships/image" Target="../media/image356.sv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tags" Target="../tags/tag169.xml"/><Relationship Id="rId26" Type="http://schemas.openxmlformats.org/officeDocument/2006/relationships/image" Target="../media/image361.svg"/><Relationship Id="rId3" Type="http://schemas.openxmlformats.org/officeDocument/2006/relationships/tags" Target="../tags/tag154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tags" Target="../tags/tag168.xml"/><Relationship Id="rId25" Type="http://schemas.openxmlformats.org/officeDocument/2006/relationships/image" Target="../media/image360.svg"/><Relationship Id="rId2" Type="http://schemas.openxmlformats.org/officeDocument/2006/relationships/tags" Target="../tags/tag153.xml"/><Relationship Id="rId16" Type="http://schemas.openxmlformats.org/officeDocument/2006/relationships/tags" Target="../tags/tag167.xml"/><Relationship Id="rId20" Type="http://schemas.openxmlformats.org/officeDocument/2006/relationships/tags" Target="../tags/tag171.xml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24" Type="http://schemas.openxmlformats.org/officeDocument/2006/relationships/image" Target="../media/image338.svg"/><Relationship Id="rId5" Type="http://schemas.openxmlformats.org/officeDocument/2006/relationships/tags" Target="../tags/tag156.xml"/><Relationship Id="rId15" Type="http://schemas.openxmlformats.org/officeDocument/2006/relationships/tags" Target="../tags/tag166.xml"/><Relationship Id="rId23" Type="http://schemas.openxmlformats.org/officeDocument/2006/relationships/image" Target="../media/image359.svg"/><Relationship Id="rId10" Type="http://schemas.openxmlformats.org/officeDocument/2006/relationships/tags" Target="../tags/tag161.xml"/><Relationship Id="rId19" Type="http://schemas.openxmlformats.org/officeDocument/2006/relationships/tags" Target="../tags/tag170.xml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tags" Target="../tags/tag165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tags" Target="../tags/tag174.xml"/><Relationship Id="rId2" Type="http://schemas.openxmlformats.org/officeDocument/2006/relationships/tags" Target="../tags/tag173.xml"/><Relationship Id="rId1" Type="http://schemas.openxmlformats.org/officeDocument/2006/relationships/tags" Target="../tags/tag172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76.xml"/><Relationship Id="rId4" Type="http://schemas.openxmlformats.org/officeDocument/2006/relationships/tags" Target="../tags/tag175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3" Type="http://schemas.openxmlformats.org/officeDocument/2006/relationships/tags" Target="../tags/tag179.xml"/><Relationship Id="rId7" Type="http://schemas.openxmlformats.org/officeDocument/2006/relationships/tags" Target="../tags/tag183.xml"/><Relationship Id="rId2" Type="http://schemas.openxmlformats.org/officeDocument/2006/relationships/tags" Target="../tags/tag178.xml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5" Type="http://schemas.openxmlformats.org/officeDocument/2006/relationships/tags" Target="../tags/tag181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180.xml"/><Relationship Id="rId9" Type="http://schemas.openxmlformats.org/officeDocument/2006/relationships/tags" Target="../tags/tag185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tags" Target="../tags/tag193.xml"/><Relationship Id="rId13" Type="http://schemas.openxmlformats.org/officeDocument/2006/relationships/tags" Target="../tags/tag198.xml"/><Relationship Id="rId18" Type="http://schemas.openxmlformats.org/officeDocument/2006/relationships/tags" Target="../tags/tag203.xml"/><Relationship Id="rId26" Type="http://schemas.openxmlformats.org/officeDocument/2006/relationships/image" Target="../media/image361.svg"/><Relationship Id="rId3" Type="http://schemas.openxmlformats.org/officeDocument/2006/relationships/tags" Target="../tags/tag188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92.xml"/><Relationship Id="rId12" Type="http://schemas.openxmlformats.org/officeDocument/2006/relationships/tags" Target="../tags/tag197.xml"/><Relationship Id="rId17" Type="http://schemas.openxmlformats.org/officeDocument/2006/relationships/tags" Target="../tags/tag202.xml"/><Relationship Id="rId25" Type="http://schemas.openxmlformats.org/officeDocument/2006/relationships/image" Target="../media/image360.svg"/><Relationship Id="rId2" Type="http://schemas.openxmlformats.org/officeDocument/2006/relationships/tags" Target="../tags/tag187.xml"/><Relationship Id="rId16" Type="http://schemas.openxmlformats.org/officeDocument/2006/relationships/tags" Target="../tags/tag201.xml"/><Relationship Id="rId20" Type="http://schemas.openxmlformats.org/officeDocument/2006/relationships/tags" Target="../tags/tag205.xml"/><Relationship Id="rId29" Type="http://schemas.openxmlformats.org/officeDocument/2006/relationships/image" Target="../media/image364.svg"/><Relationship Id="rId1" Type="http://schemas.openxmlformats.org/officeDocument/2006/relationships/tags" Target="../tags/tag186.xml"/><Relationship Id="rId6" Type="http://schemas.openxmlformats.org/officeDocument/2006/relationships/tags" Target="../tags/tag191.xml"/><Relationship Id="rId11" Type="http://schemas.openxmlformats.org/officeDocument/2006/relationships/tags" Target="../tags/tag196.xml"/><Relationship Id="rId24" Type="http://schemas.openxmlformats.org/officeDocument/2006/relationships/image" Target="../media/image338.svg"/><Relationship Id="rId32" Type="http://schemas.openxmlformats.org/officeDocument/2006/relationships/image" Target="../media/image277.svg"/><Relationship Id="rId5" Type="http://schemas.openxmlformats.org/officeDocument/2006/relationships/tags" Target="../tags/tag190.xml"/><Relationship Id="rId15" Type="http://schemas.openxmlformats.org/officeDocument/2006/relationships/tags" Target="../tags/tag200.xml"/><Relationship Id="rId23" Type="http://schemas.openxmlformats.org/officeDocument/2006/relationships/image" Target="../media/image359.svg"/><Relationship Id="rId28" Type="http://schemas.openxmlformats.org/officeDocument/2006/relationships/image" Target="../media/image363.svg"/><Relationship Id="rId10" Type="http://schemas.openxmlformats.org/officeDocument/2006/relationships/tags" Target="../tags/tag195.xml"/><Relationship Id="rId19" Type="http://schemas.openxmlformats.org/officeDocument/2006/relationships/tags" Target="../tags/tag204.xml"/><Relationship Id="rId31" Type="http://schemas.openxmlformats.org/officeDocument/2006/relationships/image" Target="../media/image366.svg"/><Relationship Id="rId4" Type="http://schemas.openxmlformats.org/officeDocument/2006/relationships/tags" Target="../tags/tag189.xml"/><Relationship Id="rId9" Type="http://schemas.openxmlformats.org/officeDocument/2006/relationships/tags" Target="../tags/tag194.xml"/><Relationship Id="rId14" Type="http://schemas.openxmlformats.org/officeDocument/2006/relationships/tags" Target="../tags/tag199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Relationship Id="rId30" Type="http://schemas.openxmlformats.org/officeDocument/2006/relationships/image" Target="../media/image365.sv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1.svg"/><Relationship Id="rId13" Type="http://schemas.openxmlformats.org/officeDocument/2006/relationships/image" Target="../media/image234.svg"/><Relationship Id="rId18" Type="http://schemas.openxmlformats.org/officeDocument/2006/relationships/image" Target="../media/image220.svg"/><Relationship Id="rId3" Type="http://schemas.openxmlformats.org/officeDocument/2006/relationships/image" Target="../media/image99.svg"/><Relationship Id="rId7" Type="http://schemas.openxmlformats.org/officeDocument/2006/relationships/image" Target="../media/image370.svg"/><Relationship Id="rId12" Type="http://schemas.openxmlformats.org/officeDocument/2006/relationships/image" Target="../media/image329.svg"/><Relationship Id="rId17" Type="http://schemas.openxmlformats.org/officeDocument/2006/relationships/image" Target="../media/image378.sv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3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9.svg"/><Relationship Id="rId11" Type="http://schemas.openxmlformats.org/officeDocument/2006/relationships/image" Target="../media/image374.svg"/><Relationship Id="rId5" Type="http://schemas.openxmlformats.org/officeDocument/2006/relationships/image" Target="../media/image368.svg"/><Relationship Id="rId15" Type="http://schemas.openxmlformats.org/officeDocument/2006/relationships/image" Target="../media/image376.svg"/><Relationship Id="rId10" Type="http://schemas.openxmlformats.org/officeDocument/2006/relationships/image" Target="../media/image373.svg"/><Relationship Id="rId4" Type="http://schemas.openxmlformats.org/officeDocument/2006/relationships/image" Target="../media/image367.svg"/><Relationship Id="rId9" Type="http://schemas.openxmlformats.org/officeDocument/2006/relationships/image" Target="../media/image372.svg"/><Relationship Id="rId14" Type="http://schemas.openxmlformats.org/officeDocument/2006/relationships/image" Target="../media/image375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sv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1.svg"/><Relationship Id="rId4" Type="http://schemas.openxmlformats.org/officeDocument/2006/relationships/image" Target="../media/image380.sv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3" Type="http://schemas.openxmlformats.org/officeDocument/2006/relationships/image" Target="../media/image383.svg"/><Relationship Id="rId7" Type="http://schemas.openxmlformats.org/officeDocument/2006/relationships/image" Target="../media/image386.svg"/><Relationship Id="rId2" Type="http://schemas.openxmlformats.org/officeDocument/2006/relationships/image" Target="../media/image3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svg"/><Relationship Id="rId5" Type="http://schemas.openxmlformats.org/officeDocument/2006/relationships/image" Target="../media/image385.svg"/><Relationship Id="rId4" Type="http://schemas.openxmlformats.org/officeDocument/2006/relationships/image" Target="../media/image384.sv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8.svg"/><Relationship Id="rId3" Type="http://schemas.openxmlformats.org/officeDocument/2006/relationships/image" Target="../media/image385.svg"/><Relationship Id="rId7" Type="http://schemas.openxmlformats.org/officeDocument/2006/relationships/image" Target="../media/image387.svg"/><Relationship Id="rId12" Type="http://schemas.openxmlformats.org/officeDocument/2006/relationships/image" Target="../media/image383.svg"/><Relationship Id="rId2" Type="http://schemas.openxmlformats.org/officeDocument/2006/relationships/image" Target="../media/image3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.svg"/><Relationship Id="rId11" Type="http://schemas.openxmlformats.org/officeDocument/2006/relationships/image" Target="../media/image390.svg"/><Relationship Id="rId5" Type="http://schemas.openxmlformats.org/officeDocument/2006/relationships/image" Target="../media/image386.svg"/><Relationship Id="rId10" Type="http://schemas.openxmlformats.org/officeDocument/2006/relationships/image" Target="../media/image389.svg"/><Relationship Id="rId4" Type="http://schemas.openxmlformats.org/officeDocument/2006/relationships/image" Target="../media/image58.svg"/><Relationship Id="rId9" Type="http://schemas.openxmlformats.org/officeDocument/2006/relationships/image" Target="../media/image78.sv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3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9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5.svg"/><Relationship Id="rId5" Type="http://schemas.openxmlformats.org/officeDocument/2006/relationships/image" Target="../media/image394.svg"/><Relationship Id="rId4" Type="http://schemas.openxmlformats.org/officeDocument/2006/relationships/image" Target="../media/image393.sv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5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29.svg"/><Relationship Id="rId4" Type="http://schemas.openxmlformats.org/officeDocument/2006/relationships/image" Target="../media/image99.sv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6.svg"/><Relationship Id="rId3" Type="http://schemas.openxmlformats.org/officeDocument/2006/relationships/chart" Target="../charts/chart11.xml"/><Relationship Id="rId7" Type="http://schemas.openxmlformats.org/officeDocument/2006/relationships/image" Target="../media/image117.svg"/><Relationship Id="rId12" Type="http://schemas.openxmlformats.org/officeDocument/2006/relationships/image" Target="../media/image435.sv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4.svg"/><Relationship Id="rId5" Type="http://schemas.openxmlformats.org/officeDocument/2006/relationships/image" Target="../media/image430.svg"/><Relationship Id="rId10" Type="http://schemas.openxmlformats.org/officeDocument/2006/relationships/image" Target="../media/image433.svg"/><Relationship Id="rId4" Type="http://schemas.openxmlformats.org/officeDocument/2006/relationships/image" Target="../media/image99.svg"/><Relationship Id="rId9" Type="http://schemas.openxmlformats.org/officeDocument/2006/relationships/image" Target="../media/image263.svg"/><Relationship Id="rId14" Type="http://schemas.openxmlformats.org/officeDocument/2006/relationships/image" Target="../media/image437.sv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1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tags" Target="../tags/tag213.xml"/><Relationship Id="rId13" Type="http://schemas.openxmlformats.org/officeDocument/2006/relationships/image" Target="../media/image452.svg"/><Relationship Id="rId3" Type="http://schemas.openxmlformats.org/officeDocument/2006/relationships/tags" Target="../tags/tag208.xml"/><Relationship Id="rId7" Type="http://schemas.openxmlformats.org/officeDocument/2006/relationships/tags" Target="../tags/tag212.xml"/><Relationship Id="rId12" Type="http://schemas.openxmlformats.org/officeDocument/2006/relationships/image" Target="../media/image451.svg"/><Relationship Id="rId2" Type="http://schemas.openxmlformats.org/officeDocument/2006/relationships/tags" Target="../tags/tag207.xml"/><Relationship Id="rId1" Type="http://schemas.openxmlformats.org/officeDocument/2006/relationships/tags" Target="../tags/tag206.xml"/><Relationship Id="rId6" Type="http://schemas.openxmlformats.org/officeDocument/2006/relationships/tags" Target="../tags/tag211.xml"/><Relationship Id="rId11" Type="http://schemas.openxmlformats.org/officeDocument/2006/relationships/image" Target="../media/image450.svg"/><Relationship Id="rId5" Type="http://schemas.openxmlformats.org/officeDocument/2006/relationships/tags" Target="../tags/tag210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09.xml"/><Relationship Id="rId9" Type="http://schemas.openxmlformats.org/officeDocument/2006/relationships/tags" Target="../tags/tag214.xml"/><Relationship Id="rId14" Type="http://schemas.openxmlformats.org/officeDocument/2006/relationships/image" Target="../media/image453.sv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tags" Target="../tags/tag217.xml"/><Relationship Id="rId2" Type="http://schemas.openxmlformats.org/officeDocument/2006/relationships/tags" Target="../tags/tag216.xml"/><Relationship Id="rId1" Type="http://schemas.openxmlformats.org/officeDocument/2006/relationships/tags" Target="../tags/tag215.xml"/><Relationship Id="rId4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tags" Target="../tags/tag225.xml"/><Relationship Id="rId13" Type="http://schemas.openxmlformats.org/officeDocument/2006/relationships/tags" Target="../tags/tag230.xml"/><Relationship Id="rId3" Type="http://schemas.openxmlformats.org/officeDocument/2006/relationships/tags" Target="../tags/tag220.xml"/><Relationship Id="rId7" Type="http://schemas.openxmlformats.org/officeDocument/2006/relationships/tags" Target="../tags/tag224.xml"/><Relationship Id="rId12" Type="http://schemas.openxmlformats.org/officeDocument/2006/relationships/tags" Target="../tags/tag229.xml"/><Relationship Id="rId17" Type="http://schemas.openxmlformats.org/officeDocument/2006/relationships/chart" Target="../charts/chart16.xml"/><Relationship Id="rId2" Type="http://schemas.openxmlformats.org/officeDocument/2006/relationships/tags" Target="../tags/tag219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18.xml"/><Relationship Id="rId6" Type="http://schemas.openxmlformats.org/officeDocument/2006/relationships/tags" Target="../tags/tag223.xml"/><Relationship Id="rId11" Type="http://schemas.openxmlformats.org/officeDocument/2006/relationships/tags" Target="../tags/tag228.xml"/><Relationship Id="rId5" Type="http://schemas.openxmlformats.org/officeDocument/2006/relationships/tags" Target="../tags/tag222.xml"/><Relationship Id="rId15" Type="http://schemas.openxmlformats.org/officeDocument/2006/relationships/tags" Target="../tags/tag232.xml"/><Relationship Id="rId10" Type="http://schemas.openxmlformats.org/officeDocument/2006/relationships/tags" Target="../tags/tag227.xml"/><Relationship Id="rId4" Type="http://schemas.openxmlformats.org/officeDocument/2006/relationships/tags" Target="../tags/tag221.xml"/><Relationship Id="rId9" Type="http://schemas.openxmlformats.org/officeDocument/2006/relationships/tags" Target="../tags/tag226.xml"/><Relationship Id="rId14" Type="http://schemas.openxmlformats.org/officeDocument/2006/relationships/tags" Target="../tags/tag231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7.svg"/><Relationship Id="rId3" Type="http://schemas.openxmlformats.org/officeDocument/2006/relationships/image" Target="../media/image472.svg"/><Relationship Id="rId7" Type="http://schemas.openxmlformats.org/officeDocument/2006/relationships/image" Target="../media/image476.svg"/><Relationship Id="rId2" Type="http://schemas.openxmlformats.org/officeDocument/2006/relationships/image" Target="../media/image4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5.svg"/><Relationship Id="rId5" Type="http://schemas.openxmlformats.org/officeDocument/2006/relationships/image" Target="../media/image474.svg"/><Relationship Id="rId4" Type="http://schemas.openxmlformats.org/officeDocument/2006/relationships/image" Target="../media/image473.sv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6.svg"/><Relationship Id="rId13" Type="http://schemas.openxmlformats.org/officeDocument/2006/relationships/image" Target="../media/image490.svg"/><Relationship Id="rId3" Type="http://schemas.openxmlformats.org/officeDocument/2006/relationships/image" Target="../media/image481.svg"/><Relationship Id="rId7" Type="http://schemas.openxmlformats.org/officeDocument/2006/relationships/image" Target="../media/image485.svg"/><Relationship Id="rId12" Type="http://schemas.openxmlformats.org/officeDocument/2006/relationships/image" Target="../media/image108.svg"/><Relationship Id="rId2" Type="http://schemas.openxmlformats.org/officeDocument/2006/relationships/image" Target="../media/image48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svg"/><Relationship Id="rId11" Type="http://schemas.openxmlformats.org/officeDocument/2006/relationships/image" Target="../media/image489.svg"/><Relationship Id="rId5" Type="http://schemas.openxmlformats.org/officeDocument/2006/relationships/image" Target="../media/image483.svg"/><Relationship Id="rId15" Type="http://schemas.openxmlformats.org/officeDocument/2006/relationships/image" Target="../media/image492.svg"/><Relationship Id="rId10" Type="http://schemas.openxmlformats.org/officeDocument/2006/relationships/image" Target="../media/image488.svg"/><Relationship Id="rId4" Type="http://schemas.openxmlformats.org/officeDocument/2006/relationships/image" Target="../media/image482.svg"/><Relationship Id="rId9" Type="http://schemas.openxmlformats.org/officeDocument/2006/relationships/image" Target="../media/image487.svg"/><Relationship Id="rId14" Type="http://schemas.openxmlformats.org/officeDocument/2006/relationships/image" Target="../media/image491.sv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13" Type="http://schemas.openxmlformats.org/officeDocument/2006/relationships/image" Target="../media/image396.svg"/><Relationship Id="rId3" Type="http://schemas.openxmlformats.org/officeDocument/2006/relationships/image" Target="../media/image494.svg"/><Relationship Id="rId7" Type="http://schemas.openxmlformats.org/officeDocument/2006/relationships/image" Target="../media/image495.svg"/><Relationship Id="rId12" Type="http://schemas.openxmlformats.org/officeDocument/2006/relationships/image" Target="../media/image50.svg"/><Relationship Id="rId2" Type="http://schemas.openxmlformats.org/officeDocument/2006/relationships/image" Target="../media/image49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6.svg"/><Relationship Id="rId11" Type="http://schemas.openxmlformats.org/officeDocument/2006/relationships/image" Target="../media/image479.svg"/><Relationship Id="rId5" Type="http://schemas.openxmlformats.org/officeDocument/2006/relationships/image" Target="../media/image190.svg"/><Relationship Id="rId15" Type="http://schemas.openxmlformats.org/officeDocument/2006/relationships/image" Target="../media/image499.svg"/><Relationship Id="rId10" Type="http://schemas.openxmlformats.org/officeDocument/2006/relationships/image" Target="../media/image425.svg"/><Relationship Id="rId4" Type="http://schemas.openxmlformats.org/officeDocument/2006/relationships/image" Target="../media/image286.svg"/><Relationship Id="rId9" Type="http://schemas.openxmlformats.org/officeDocument/2006/relationships/image" Target="../media/image497.svg"/><Relationship Id="rId14" Type="http://schemas.openxmlformats.org/officeDocument/2006/relationships/image" Target="../media/image498.sv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34.xml"/><Relationship Id="rId1" Type="http://schemas.openxmlformats.org/officeDocument/2006/relationships/tags" Target="../tags/tag233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32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5.xml"/><Relationship Id="rId6" Type="http://schemas.openxmlformats.org/officeDocument/2006/relationships/image" Target="../media/image506.svg"/><Relationship Id="rId5" Type="http://schemas.openxmlformats.org/officeDocument/2006/relationships/image" Target="../media/image505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6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7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svg"/><Relationship Id="rId3" Type="http://schemas.openxmlformats.org/officeDocument/2006/relationships/image" Target="../media/image99.svg"/><Relationship Id="rId7" Type="http://schemas.openxmlformats.org/officeDocument/2006/relationships/image" Target="../media/image525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8.xml"/><Relationship Id="rId6" Type="http://schemas.openxmlformats.org/officeDocument/2006/relationships/image" Target="../media/image524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40.xml"/><Relationship Id="rId1" Type="http://schemas.openxmlformats.org/officeDocument/2006/relationships/tags" Target="../tags/tag239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528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1.xml"/><Relationship Id="rId6" Type="http://schemas.openxmlformats.org/officeDocument/2006/relationships/image" Target="../media/image527.svg"/><Relationship Id="rId5" Type="http://schemas.openxmlformats.org/officeDocument/2006/relationships/image" Target="../media/image526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2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3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1.svg"/><Relationship Id="rId3" Type="http://schemas.openxmlformats.org/officeDocument/2006/relationships/image" Target="../media/image99.svg"/><Relationship Id="rId7" Type="http://schemas.openxmlformats.org/officeDocument/2006/relationships/image" Target="../media/image53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4.xml"/><Relationship Id="rId6" Type="http://schemas.openxmlformats.org/officeDocument/2006/relationships/image" Target="../media/image529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9.svg"/><Relationship Id="rId3" Type="http://schemas.openxmlformats.org/officeDocument/2006/relationships/image" Target="../media/image58.svg"/><Relationship Id="rId7" Type="http://schemas.openxmlformats.org/officeDocument/2006/relationships/image" Target="../media/image534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3.svg"/><Relationship Id="rId5" Type="http://schemas.openxmlformats.org/officeDocument/2006/relationships/image" Target="../media/image64.svg"/><Relationship Id="rId4" Type="http://schemas.openxmlformats.org/officeDocument/2006/relationships/image" Target="../media/image532.svg"/><Relationship Id="rId9" Type="http://schemas.openxmlformats.org/officeDocument/2006/relationships/image" Target="../media/image535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9.svg"/><Relationship Id="rId3" Type="http://schemas.openxmlformats.org/officeDocument/2006/relationships/image" Target="../media/image536.svg"/><Relationship Id="rId7" Type="http://schemas.openxmlformats.org/officeDocument/2006/relationships/image" Target="../media/image52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5.xml"/><Relationship Id="rId6" Type="http://schemas.openxmlformats.org/officeDocument/2006/relationships/image" Target="../media/image538.svg"/><Relationship Id="rId5" Type="http://schemas.openxmlformats.org/officeDocument/2006/relationships/image" Target="../media/image537.svg"/><Relationship Id="rId10" Type="http://schemas.openxmlformats.org/officeDocument/2006/relationships/image" Target="../media/image541.svg"/><Relationship Id="rId4" Type="http://schemas.openxmlformats.org/officeDocument/2006/relationships/image" Target="../media/image221.svg"/><Relationship Id="rId9" Type="http://schemas.openxmlformats.org/officeDocument/2006/relationships/image" Target="../media/image540.sv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5.svg"/><Relationship Id="rId13" Type="http://schemas.openxmlformats.org/officeDocument/2006/relationships/image" Target="../media/image22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44.svg"/><Relationship Id="rId12" Type="http://schemas.openxmlformats.org/officeDocument/2006/relationships/image" Target="../media/image549.svg"/><Relationship Id="rId2" Type="http://schemas.openxmlformats.org/officeDocument/2006/relationships/tags" Target="../tags/tag247.xml"/><Relationship Id="rId1" Type="http://schemas.openxmlformats.org/officeDocument/2006/relationships/tags" Target="../tags/tag246.xml"/><Relationship Id="rId6" Type="http://schemas.openxmlformats.org/officeDocument/2006/relationships/image" Target="../media/image543.svg"/><Relationship Id="rId11" Type="http://schemas.openxmlformats.org/officeDocument/2006/relationships/image" Target="../media/image548.svg"/><Relationship Id="rId5" Type="http://schemas.openxmlformats.org/officeDocument/2006/relationships/image" Target="../media/image542.svg"/><Relationship Id="rId10" Type="http://schemas.openxmlformats.org/officeDocument/2006/relationships/image" Target="../media/image547.svg"/><Relationship Id="rId4" Type="http://schemas.openxmlformats.org/officeDocument/2006/relationships/image" Target="../media/image401.svg"/><Relationship Id="rId9" Type="http://schemas.openxmlformats.org/officeDocument/2006/relationships/image" Target="../media/image546.sv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49.xml"/><Relationship Id="rId1" Type="http://schemas.openxmlformats.org/officeDocument/2006/relationships/tags" Target="../tags/tag248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7" Type="http://schemas.openxmlformats.org/officeDocument/2006/relationships/image" Target="../media/image552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1.svg"/><Relationship Id="rId5" Type="http://schemas.openxmlformats.org/officeDocument/2006/relationships/image" Target="../media/image550.svg"/><Relationship Id="rId4" Type="http://schemas.openxmlformats.org/officeDocument/2006/relationships/image" Target="../media/image149.sv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251.xml"/><Relationship Id="rId16" Type="http://schemas.openxmlformats.org/officeDocument/2006/relationships/image" Target="../media/image566.svg"/><Relationship Id="rId1" Type="http://schemas.openxmlformats.org/officeDocument/2006/relationships/tags" Target="../tags/tag25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8.svg"/><Relationship Id="rId3" Type="http://schemas.openxmlformats.org/officeDocument/2006/relationships/image" Target="../media/image581.png"/><Relationship Id="rId7" Type="http://schemas.openxmlformats.org/officeDocument/2006/relationships/image" Target="../media/image587.sv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6.svg"/><Relationship Id="rId11" Type="http://schemas.openxmlformats.org/officeDocument/2006/relationships/image" Target="../media/image591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1.svg"/><Relationship Id="rId3" Type="http://schemas.openxmlformats.org/officeDocument/2006/relationships/image" Target="../media/image607.svg"/><Relationship Id="rId7" Type="http://schemas.openxmlformats.org/officeDocument/2006/relationships/image" Target="../media/image504.svg"/><Relationship Id="rId12" Type="http://schemas.openxmlformats.org/officeDocument/2006/relationships/image" Target="../media/image615.sv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0.svg"/><Relationship Id="rId11" Type="http://schemas.openxmlformats.org/officeDocument/2006/relationships/image" Target="../media/image614.svg"/><Relationship Id="rId5" Type="http://schemas.openxmlformats.org/officeDocument/2006/relationships/image" Target="../media/image609.svg"/><Relationship Id="rId10" Type="http://schemas.openxmlformats.org/officeDocument/2006/relationships/image" Target="../media/image613.svg"/><Relationship Id="rId4" Type="http://schemas.openxmlformats.org/officeDocument/2006/relationships/image" Target="../media/image608.svg"/><Relationship Id="rId9" Type="http://schemas.openxmlformats.org/officeDocument/2006/relationships/image" Target="../media/image612.sv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54.xml"/><Relationship Id="rId7" Type="http://schemas.openxmlformats.org/officeDocument/2006/relationships/image" Target="../media/image617.svg"/><Relationship Id="rId2" Type="http://schemas.openxmlformats.org/officeDocument/2006/relationships/tags" Target="../tags/tag253.xml"/><Relationship Id="rId1" Type="http://schemas.openxmlformats.org/officeDocument/2006/relationships/tags" Target="../tags/tag252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5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6.xml"/><Relationship Id="rId1" Type="http://schemas.openxmlformats.org/officeDocument/2006/relationships/tags" Target="../tags/tag25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19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0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9.xml"/><Relationship Id="rId1" Type="http://schemas.openxmlformats.org/officeDocument/2006/relationships/tags" Target="../tags/tag258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62.xml"/><Relationship Id="rId1" Type="http://schemas.openxmlformats.org/officeDocument/2006/relationships/tags" Target="../tags/tag261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41.xml"/><Relationship Id="rId9" Type="http://schemas.openxmlformats.org/officeDocument/2006/relationships/image" Target="../media/image647.sv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6.svg"/><Relationship Id="rId3" Type="http://schemas.openxmlformats.org/officeDocument/2006/relationships/image" Target="../media/image672.svg"/><Relationship Id="rId7" Type="http://schemas.openxmlformats.org/officeDocument/2006/relationships/image" Target="../media/image675.svg"/><Relationship Id="rId12" Type="http://schemas.openxmlformats.org/officeDocument/2006/relationships/image" Target="../media/image680.svg"/><Relationship Id="rId2" Type="http://schemas.openxmlformats.org/officeDocument/2006/relationships/image" Target="../media/image6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11" Type="http://schemas.openxmlformats.org/officeDocument/2006/relationships/image" Target="../media/image679.svg"/><Relationship Id="rId5" Type="http://schemas.openxmlformats.org/officeDocument/2006/relationships/image" Target="../media/image674.svg"/><Relationship Id="rId10" Type="http://schemas.openxmlformats.org/officeDocument/2006/relationships/image" Target="../media/image678.svg"/><Relationship Id="rId4" Type="http://schemas.openxmlformats.org/officeDocument/2006/relationships/image" Target="../media/image673.svg"/><Relationship Id="rId9" Type="http://schemas.openxmlformats.org/officeDocument/2006/relationships/image" Target="../media/image677.sv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2.svg"/><Relationship Id="rId7" Type="http://schemas.openxmlformats.org/officeDocument/2006/relationships/image" Target="../media/image684.svg"/><Relationship Id="rId2" Type="http://schemas.openxmlformats.org/officeDocument/2006/relationships/image" Target="../media/image68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2.svg"/><Relationship Id="rId5" Type="http://schemas.openxmlformats.org/officeDocument/2006/relationships/image" Target="../media/image683.svg"/><Relationship Id="rId4" Type="http://schemas.openxmlformats.org/officeDocument/2006/relationships/image" Target="../media/image259.sv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svg"/><Relationship Id="rId7" Type="http://schemas.openxmlformats.org/officeDocument/2006/relationships/image" Target="../media/image259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6.svg"/><Relationship Id="rId5" Type="http://schemas.openxmlformats.org/officeDocument/2006/relationships/image" Target="../media/image151.svg"/><Relationship Id="rId4" Type="http://schemas.openxmlformats.org/officeDocument/2006/relationships/image" Target="../media/image417.sv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9.svg"/><Relationship Id="rId2" Type="http://schemas.openxmlformats.org/officeDocument/2006/relationships/image" Target="../media/image3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.svg"/><Relationship Id="rId5" Type="http://schemas.openxmlformats.org/officeDocument/2006/relationships/image" Target="../media/image686.svg"/><Relationship Id="rId4" Type="http://schemas.openxmlformats.org/officeDocument/2006/relationships/image" Target="../media/image685.sv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7.svg"/><Relationship Id="rId2" Type="http://schemas.openxmlformats.org/officeDocument/2006/relationships/image" Target="../media/image19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88.svg"/><Relationship Id="rId4" Type="http://schemas.openxmlformats.org/officeDocument/2006/relationships/image" Target="../media/image228.sv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64.xml"/><Relationship Id="rId1" Type="http://schemas.openxmlformats.org/officeDocument/2006/relationships/tags" Target="../tags/tag263.xml"/><Relationship Id="rId6" Type="http://schemas.openxmlformats.org/officeDocument/2006/relationships/image" Target="../media/image690.svg"/><Relationship Id="rId5" Type="http://schemas.openxmlformats.org/officeDocument/2006/relationships/image" Target="../media/image689.svg"/><Relationship Id="rId4" Type="http://schemas.openxmlformats.org/officeDocument/2006/relationships/image" Target="../media/image136.sv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1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svg"/><Relationship Id="rId5" Type="http://schemas.openxmlformats.org/officeDocument/2006/relationships/image" Target="../media/image692.svg"/><Relationship Id="rId4" Type="http://schemas.openxmlformats.org/officeDocument/2006/relationships/image" Target="../media/image687.svg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693.svg"/><Relationship Id="rId4" Type="http://schemas.openxmlformats.org/officeDocument/2006/relationships/image" Target="../media/image431.sv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8.svg"/><Relationship Id="rId13" Type="http://schemas.openxmlformats.org/officeDocument/2006/relationships/image" Target="../media/image228.svg"/><Relationship Id="rId3" Type="http://schemas.openxmlformats.org/officeDocument/2006/relationships/image" Target="../media/image694.svg"/><Relationship Id="rId7" Type="http://schemas.openxmlformats.org/officeDocument/2006/relationships/image" Target="../media/image697.svg"/><Relationship Id="rId12" Type="http://schemas.openxmlformats.org/officeDocument/2006/relationships/image" Target="../media/image470.svg"/><Relationship Id="rId2" Type="http://schemas.openxmlformats.org/officeDocument/2006/relationships/image" Target="../media/image6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6.svg"/><Relationship Id="rId11" Type="http://schemas.openxmlformats.org/officeDocument/2006/relationships/image" Target="../media/image700.svg"/><Relationship Id="rId5" Type="http://schemas.openxmlformats.org/officeDocument/2006/relationships/image" Target="../media/image695.svg"/><Relationship Id="rId10" Type="http://schemas.openxmlformats.org/officeDocument/2006/relationships/image" Target="../media/image442.svg"/><Relationship Id="rId4" Type="http://schemas.openxmlformats.org/officeDocument/2006/relationships/image" Target="../media/image551.svg"/><Relationship Id="rId9" Type="http://schemas.openxmlformats.org/officeDocument/2006/relationships/image" Target="../media/image699.sv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5.svg"/><Relationship Id="rId3" Type="http://schemas.openxmlformats.org/officeDocument/2006/relationships/image" Target="../media/image701.png"/><Relationship Id="rId7" Type="http://schemas.openxmlformats.org/officeDocument/2006/relationships/image" Target="../media/image704.sv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3.svg"/><Relationship Id="rId5" Type="http://schemas.openxmlformats.org/officeDocument/2006/relationships/image" Target="../media/image702.svg"/><Relationship Id="rId10" Type="http://schemas.openxmlformats.org/officeDocument/2006/relationships/image" Target="../media/image707.svg"/><Relationship Id="rId4" Type="http://schemas.openxmlformats.org/officeDocument/2006/relationships/image" Target="../media/image9.svg"/><Relationship Id="rId9" Type="http://schemas.openxmlformats.org/officeDocument/2006/relationships/image" Target="../media/image706.sv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9.svg"/><Relationship Id="rId13" Type="http://schemas.openxmlformats.org/officeDocument/2006/relationships/image" Target="../media/image712.svg"/><Relationship Id="rId3" Type="http://schemas.openxmlformats.org/officeDocument/2006/relationships/image" Target="../media/image382.svg"/><Relationship Id="rId7" Type="http://schemas.openxmlformats.org/officeDocument/2006/relationships/image" Target="../media/image167.svg"/><Relationship Id="rId12" Type="http://schemas.openxmlformats.org/officeDocument/2006/relationships/image" Target="../media/image711.sv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3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2.svg"/><Relationship Id="rId11" Type="http://schemas.openxmlformats.org/officeDocument/2006/relationships/image" Target="../media/image704.svg"/><Relationship Id="rId5" Type="http://schemas.openxmlformats.org/officeDocument/2006/relationships/image" Target="../media/image57.svg"/><Relationship Id="rId15" Type="http://schemas.openxmlformats.org/officeDocument/2006/relationships/image" Target="../media/image714.svg"/><Relationship Id="rId10" Type="http://schemas.openxmlformats.org/officeDocument/2006/relationships/image" Target="../media/image710.svg"/><Relationship Id="rId4" Type="http://schemas.openxmlformats.org/officeDocument/2006/relationships/image" Target="../media/image708.svg"/><Relationship Id="rId9" Type="http://schemas.openxmlformats.org/officeDocument/2006/relationships/image" Target="../media/image547.svg"/><Relationship Id="rId14" Type="http://schemas.openxmlformats.org/officeDocument/2006/relationships/image" Target="../media/image713.svg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66.xml"/><Relationship Id="rId1" Type="http://schemas.openxmlformats.org/officeDocument/2006/relationships/tags" Target="../tags/tag26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22.xml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2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tags" Target="../tags/tag275.xml"/><Relationship Id="rId13" Type="http://schemas.openxmlformats.org/officeDocument/2006/relationships/image" Target="../media/image452.svg"/><Relationship Id="rId3" Type="http://schemas.openxmlformats.org/officeDocument/2006/relationships/tags" Target="../tags/tag270.xml"/><Relationship Id="rId7" Type="http://schemas.openxmlformats.org/officeDocument/2006/relationships/tags" Target="../tags/tag274.xml"/><Relationship Id="rId12" Type="http://schemas.openxmlformats.org/officeDocument/2006/relationships/image" Target="../media/image451.svg"/><Relationship Id="rId2" Type="http://schemas.openxmlformats.org/officeDocument/2006/relationships/tags" Target="../tags/tag269.xml"/><Relationship Id="rId1" Type="http://schemas.openxmlformats.org/officeDocument/2006/relationships/tags" Target="../tags/tag268.xml"/><Relationship Id="rId6" Type="http://schemas.openxmlformats.org/officeDocument/2006/relationships/tags" Target="../tags/tag273.xml"/><Relationship Id="rId11" Type="http://schemas.openxmlformats.org/officeDocument/2006/relationships/image" Target="../media/image450.svg"/><Relationship Id="rId5" Type="http://schemas.openxmlformats.org/officeDocument/2006/relationships/tags" Target="../tags/tag272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71.xml"/><Relationship Id="rId9" Type="http://schemas.openxmlformats.org/officeDocument/2006/relationships/tags" Target="../tags/tag276.xml"/><Relationship Id="rId14" Type="http://schemas.openxmlformats.org/officeDocument/2006/relationships/image" Target="../media/image453.sv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78.xml"/><Relationship Id="rId1" Type="http://schemas.openxmlformats.org/officeDocument/2006/relationships/tags" Target="../tags/tag277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55.xml"/><Relationship Id="rId9" Type="http://schemas.openxmlformats.org/officeDocument/2006/relationships/image" Target="../media/image647.sv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81.xml"/><Relationship Id="rId7" Type="http://schemas.openxmlformats.org/officeDocument/2006/relationships/image" Target="../media/image617.svg"/><Relationship Id="rId2" Type="http://schemas.openxmlformats.org/officeDocument/2006/relationships/tags" Target="../tags/tag280.xml"/><Relationship Id="rId1" Type="http://schemas.openxmlformats.org/officeDocument/2006/relationships/tags" Target="../tags/tag279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../media/image716.pn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2.svg"/><Relationship Id="rId3" Type="http://schemas.openxmlformats.org/officeDocument/2006/relationships/image" Target="../media/image717.svg"/><Relationship Id="rId7" Type="http://schemas.openxmlformats.org/officeDocument/2006/relationships/image" Target="../media/image721.sv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0.svg"/><Relationship Id="rId5" Type="http://schemas.openxmlformats.org/officeDocument/2006/relationships/image" Target="../media/image719.svg"/><Relationship Id="rId4" Type="http://schemas.openxmlformats.org/officeDocument/2006/relationships/image" Target="../media/image718.sv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3.svg"/><Relationship Id="rId7" Type="http://schemas.openxmlformats.org/officeDocument/2006/relationships/image" Target="../media/image727.sv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6.svg"/><Relationship Id="rId5" Type="http://schemas.openxmlformats.org/officeDocument/2006/relationships/image" Target="../media/image725.svg"/><Relationship Id="rId4" Type="http://schemas.openxmlformats.org/officeDocument/2006/relationships/image" Target="../media/image724.sv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tags" Target="../tags/tag284.xml"/><Relationship Id="rId2" Type="http://schemas.openxmlformats.org/officeDocument/2006/relationships/tags" Target="../tags/tag283.xml"/><Relationship Id="rId1" Type="http://schemas.openxmlformats.org/officeDocument/2006/relationships/tags" Target="../tags/tag282.xml"/><Relationship Id="rId4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tags" Target="../tags/tag292.xml"/><Relationship Id="rId13" Type="http://schemas.openxmlformats.org/officeDocument/2006/relationships/tags" Target="../tags/tag297.xml"/><Relationship Id="rId3" Type="http://schemas.openxmlformats.org/officeDocument/2006/relationships/tags" Target="../tags/tag287.xml"/><Relationship Id="rId7" Type="http://schemas.openxmlformats.org/officeDocument/2006/relationships/tags" Target="../tags/tag291.xml"/><Relationship Id="rId12" Type="http://schemas.openxmlformats.org/officeDocument/2006/relationships/tags" Target="../tags/tag296.xml"/><Relationship Id="rId17" Type="http://schemas.openxmlformats.org/officeDocument/2006/relationships/chart" Target="../charts/chart26.xml"/><Relationship Id="rId2" Type="http://schemas.openxmlformats.org/officeDocument/2006/relationships/tags" Target="../tags/tag286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85.xml"/><Relationship Id="rId6" Type="http://schemas.openxmlformats.org/officeDocument/2006/relationships/tags" Target="../tags/tag290.xml"/><Relationship Id="rId11" Type="http://schemas.openxmlformats.org/officeDocument/2006/relationships/tags" Target="../tags/tag295.xml"/><Relationship Id="rId5" Type="http://schemas.openxmlformats.org/officeDocument/2006/relationships/tags" Target="../tags/tag289.xml"/><Relationship Id="rId15" Type="http://schemas.openxmlformats.org/officeDocument/2006/relationships/tags" Target="../tags/tag299.xml"/><Relationship Id="rId10" Type="http://schemas.openxmlformats.org/officeDocument/2006/relationships/tags" Target="../tags/tag294.xml"/><Relationship Id="rId4" Type="http://schemas.openxmlformats.org/officeDocument/2006/relationships/tags" Target="../tags/tag288.xml"/><Relationship Id="rId9" Type="http://schemas.openxmlformats.org/officeDocument/2006/relationships/tags" Target="../tags/tag293.xml"/><Relationship Id="rId14" Type="http://schemas.openxmlformats.org/officeDocument/2006/relationships/tags" Target="../tags/tag298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tags" Target="../tags/tag307.xml"/><Relationship Id="rId13" Type="http://schemas.openxmlformats.org/officeDocument/2006/relationships/tags" Target="../tags/tag312.xml"/><Relationship Id="rId18" Type="http://schemas.openxmlformats.org/officeDocument/2006/relationships/image" Target="../media/image730.svg"/><Relationship Id="rId26" Type="http://schemas.openxmlformats.org/officeDocument/2006/relationships/image" Target="../media/image738.svg"/><Relationship Id="rId3" Type="http://schemas.openxmlformats.org/officeDocument/2006/relationships/tags" Target="../tags/tag302.xml"/><Relationship Id="rId21" Type="http://schemas.openxmlformats.org/officeDocument/2006/relationships/image" Target="../media/image733.svg"/><Relationship Id="rId7" Type="http://schemas.openxmlformats.org/officeDocument/2006/relationships/tags" Target="../tags/tag306.xml"/><Relationship Id="rId12" Type="http://schemas.openxmlformats.org/officeDocument/2006/relationships/tags" Target="../tags/tag311.xml"/><Relationship Id="rId17" Type="http://schemas.openxmlformats.org/officeDocument/2006/relationships/image" Target="../media/image729.svg"/><Relationship Id="rId25" Type="http://schemas.openxmlformats.org/officeDocument/2006/relationships/image" Target="../media/image737.svg"/><Relationship Id="rId2" Type="http://schemas.openxmlformats.org/officeDocument/2006/relationships/tags" Target="../tags/tag301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732.svg"/><Relationship Id="rId29" Type="http://schemas.openxmlformats.org/officeDocument/2006/relationships/image" Target="../media/image741.svg"/><Relationship Id="rId1" Type="http://schemas.openxmlformats.org/officeDocument/2006/relationships/tags" Target="../tags/tag300.xml"/><Relationship Id="rId6" Type="http://schemas.openxmlformats.org/officeDocument/2006/relationships/tags" Target="../tags/tag305.xml"/><Relationship Id="rId11" Type="http://schemas.openxmlformats.org/officeDocument/2006/relationships/tags" Target="../tags/tag310.xml"/><Relationship Id="rId24" Type="http://schemas.openxmlformats.org/officeDocument/2006/relationships/image" Target="../media/image736.svg"/><Relationship Id="rId5" Type="http://schemas.openxmlformats.org/officeDocument/2006/relationships/tags" Target="../tags/tag304.xml"/><Relationship Id="rId15" Type="http://schemas.openxmlformats.org/officeDocument/2006/relationships/tags" Target="../tags/tag314.xml"/><Relationship Id="rId23" Type="http://schemas.openxmlformats.org/officeDocument/2006/relationships/image" Target="../media/image735.svg"/><Relationship Id="rId28" Type="http://schemas.openxmlformats.org/officeDocument/2006/relationships/image" Target="../media/image740.svg"/><Relationship Id="rId10" Type="http://schemas.openxmlformats.org/officeDocument/2006/relationships/tags" Target="../tags/tag309.xml"/><Relationship Id="rId19" Type="http://schemas.openxmlformats.org/officeDocument/2006/relationships/image" Target="../media/image731.svg"/><Relationship Id="rId4" Type="http://schemas.openxmlformats.org/officeDocument/2006/relationships/tags" Target="../tags/tag303.xml"/><Relationship Id="rId9" Type="http://schemas.openxmlformats.org/officeDocument/2006/relationships/tags" Target="../tags/tag308.xml"/><Relationship Id="rId14" Type="http://schemas.openxmlformats.org/officeDocument/2006/relationships/tags" Target="../tags/tag313.xml"/><Relationship Id="rId22" Type="http://schemas.openxmlformats.org/officeDocument/2006/relationships/image" Target="../media/image734.svg"/><Relationship Id="rId27" Type="http://schemas.openxmlformats.org/officeDocument/2006/relationships/image" Target="../media/image739.svg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8.svg"/><Relationship Id="rId3" Type="http://schemas.openxmlformats.org/officeDocument/2006/relationships/image" Target="../media/image743.svg"/><Relationship Id="rId7" Type="http://schemas.openxmlformats.org/officeDocument/2006/relationships/image" Target="../media/image747.svg"/><Relationship Id="rId2" Type="http://schemas.openxmlformats.org/officeDocument/2006/relationships/image" Target="../media/image74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6.svg"/><Relationship Id="rId5" Type="http://schemas.openxmlformats.org/officeDocument/2006/relationships/image" Target="../media/image745.svg"/><Relationship Id="rId4" Type="http://schemas.openxmlformats.org/officeDocument/2006/relationships/image" Target="../media/image744.svg"/><Relationship Id="rId9" Type="http://schemas.openxmlformats.org/officeDocument/2006/relationships/image" Target="../media/image153.sv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2" Type="http://schemas.openxmlformats.org/officeDocument/2006/relationships/image" Target="../media/image749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3.svg"/><Relationship Id="rId5" Type="http://schemas.openxmlformats.org/officeDocument/2006/relationships/image" Target="../media/image752.svg"/><Relationship Id="rId4" Type="http://schemas.openxmlformats.org/officeDocument/2006/relationships/image" Target="../media/image751.sv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sv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4.svg"/><Relationship Id="rId5" Type="http://schemas.openxmlformats.org/officeDocument/2006/relationships/image" Target="../media/image755.svg"/><Relationship Id="rId4" Type="http://schemas.openxmlformats.org/officeDocument/2006/relationships/image" Target="../media/image754.svg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756.svg"/><Relationship Id="rId4" Type="http://schemas.openxmlformats.org/officeDocument/2006/relationships/image" Target="../media/image117.svg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692.svg"/><Relationship Id="rId4" Type="http://schemas.openxmlformats.org/officeDocument/2006/relationships/image" Target="../media/image227.sv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3.sv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2.svg"/><Relationship Id="rId3" Type="http://schemas.openxmlformats.org/officeDocument/2006/relationships/image" Target="../media/image153.svg"/><Relationship Id="rId7" Type="http://schemas.openxmlformats.org/officeDocument/2006/relationships/image" Target="../media/image761.sv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4.svg"/><Relationship Id="rId5" Type="http://schemas.openxmlformats.org/officeDocument/2006/relationships/image" Target="../media/image760.svg"/><Relationship Id="rId4" Type="http://schemas.openxmlformats.org/officeDocument/2006/relationships/image" Target="../media/image759.svg"/><Relationship Id="rId9" Type="http://schemas.openxmlformats.org/officeDocument/2006/relationships/image" Target="../media/image763.svg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9.svg"/><Relationship Id="rId3" Type="http://schemas.openxmlformats.org/officeDocument/2006/relationships/image" Target="../media/image764.svg"/><Relationship Id="rId7" Type="http://schemas.openxmlformats.org/officeDocument/2006/relationships/image" Target="../media/image768.sv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7.svg"/><Relationship Id="rId5" Type="http://schemas.openxmlformats.org/officeDocument/2006/relationships/image" Target="../media/image766.svg"/><Relationship Id="rId4" Type="http://schemas.openxmlformats.org/officeDocument/2006/relationships/image" Target="../media/image765.sv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svg"/><Relationship Id="rId7" Type="http://schemas.openxmlformats.org/officeDocument/2006/relationships/image" Target="../media/image773.sv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2.svg"/><Relationship Id="rId5" Type="http://schemas.openxmlformats.org/officeDocument/2006/relationships/image" Target="../media/image771.svg"/><Relationship Id="rId4" Type="http://schemas.openxmlformats.org/officeDocument/2006/relationships/image" Target="../media/image770.sv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645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9.svg"/><Relationship Id="rId4" Type="http://schemas.openxmlformats.org/officeDocument/2006/relationships/image" Target="../media/image774.sv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8.svg"/><Relationship Id="rId4" Type="http://schemas.openxmlformats.org/officeDocument/2006/relationships/image" Target="../media/image775.svg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8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6.svg"/><Relationship Id="rId5" Type="http://schemas.openxmlformats.org/officeDocument/2006/relationships/image" Target="../media/image378.svg"/><Relationship Id="rId4" Type="http://schemas.openxmlformats.org/officeDocument/2006/relationships/image" Target="../media/image589.sv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1.svg"/><Relationship Id="rId3" Type="http://schemas.openxmlformats.org/officeDocument/2006/relationships/image" Target="../media/image777.svg"/><Relationship Id="rId7" Type="http://schemas.openxmlformats.org/officeDocument/2006/relationships/image" Target="../media/image780.svg"/><Relationship Id="rId2" Type="http://schemas.openxmlformats.org/officeDocument/2006/relationships/image" Target="../media/image7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7.svg"/><Relationship Id="rId11" Type="http://schemas.openxmlformats.org/officeDocument/2006/relationships/image" Target="../media/image783.svg"/><Relationship Id="rId5" Type="http://schemas.openxmlformats.org/officeDocument/2006/relationships/image" Target="../media/image779.svg"/><Relationship Id="rId10" Type="http://schemas.openxmlformats.org/officeDocument/2006/relationships/image" Target="../media/image782.svg"/><Relationship Id="rId4" Type="http://schemas.openxmlformats.org/officeDocument/2006/relationships/image" Target="../media/image778.svg"/><Relationship Id="rId9" Type="http://schemas.openxmlformats.org/officeDocument/2006/relationships/image" Target="../media/image507.svg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.svg"/><Relationship Id="rId3" Type="http://schemas.openxmlformats.org/officeDocument/2006/relationships/image" Target="../media/image785.svg"/><Relationship Id="rId7" Type="http://schemas.openxmlformats.org/officeDocument/2006/relationships/image" Target="../media/image506.svg"/><Relationship Id="rId2" Type="http://schemas.openxmlformats.org/officeDocument/2006/relationships/image" Target="../media/image7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svg"/><Relationship Id="rId11" Type="http://schemas.openxmlformats.org/officeDocument/2006/relationships/image" Target="../media/image788.svg"/><Relationship Id="rId5" Type="http://schemas.openxmlformats.org/officeDocument/2006/relationships/image" Target="../media/image565.svg"/><Relationship Id="rId10" Type="http://schemas.openxmlformats.org/officeDocument/2006/relationships/image" Target="../media/image787.svg"/><Relationship Id="rId4" Type="http://schemas.openxmlformats.org/officeDocument/2006/relationships/image" Target="../media/image286.svg"/><Relationship Id="rId9" Type="http://schemas.openxmlformats.org/officeDocument/2006/relationships/image" Target="../media/image786.svg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svg"/><Relationship Id="rId3" Type="http://schemas.openxmlformats.org/officeDocument/2006/relationships/image" Target="../media/image704.svg"/><Relationship Id="rId7" Type="http://schemas.openxmlformats.org/officeDocument/2006/relationships/image" Target="../media/image791.sv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.svg"/><Relationship Id="rId5" Type="http://schemas.openxmlformats.org/officeDocument/2006/relationships/image" Target="../media/image790.svg"/><Relationship Id="rId4" Type="http://schemas.openxmlformats.org/officeDocument/2006/relationships/image" Target="../media/image789.svg"/><Relationship Id="rId9" Type="http://schemas.openxmlformats.org/officeDocument/2006/relationships/image" Target="../media/image654.sv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3.svg"/><Relationship Id="rId2" Type="http://schemas.openxmlformats.org/officeDocument/2006/relationships/image" Target="../media/image7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4.svg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tags" Target="../tags/tag317.xml"/><Relationship Id="rId7" Type="http://schemas.openxmlformats.org/officeDocument/2006/relationships/image" Target="../media/image692.svg"/><Relationship Id="rId2" Type="http://schemas.openxmlformats.org/officeDocument/2006/relationships/tags" Target="../tags/tag316.xml"/><Relationship Id="rId1" Type="http://schemas.openxmlformats.org/officeDocument/2006/relationships/tags" Target="../tags/tag315.xml"/><Relationship Id="rId6" Type="http://schemas.openxmlformats.org/officeDocument/2006/relationships/image" Target="../media/image184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18.xml"/><Relationship Id="rId9" Type="http://schemas.openxmlformats.org/officeDocument/2006/relationships/image" Target="../media/image221.sv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7" Type="http://schemas.openxmlformats.org/officeDocument/2006/relationships/chart" Target="../charts/chart2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9.xml"/><Relationship Id="rId6" Type="http://schemas.openxmlformats.org/officeDocument/2006/relationships/image" Target="../media/image57.svg"/><Relationship Id="rId5" Type="http://schemas.openxmlformats.org/officeDocument/2006/relationships/image" Target="../media/image141.svg"/><Relationship Id="rId4" Type="http://schemas.openxmlformats.org/officeDocument/2006/relationships/image" Target="../media/image692.sv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svg"/><Relationship Id="rId2" Type="http://schemas.openxmlformats.org/officeDocument/2006/relationships/image" Target="../media/image79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7.sv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322.xml"/><Relationship Id="rId7" Type="http://schemas.openxmlformats.org/officeDocument/2006/relationships/tags" Target="../tags/tag326.xml"/><Relationship Id="rId12" Type="http://schemas.openxmlformats.org/officeDocument/2006/relationships/image" Target="../media/image798.svg"/><Relationship Id="rId2" Type="http://schemas.openxmlformats.org/officeDocument/2006/relationships/tags" Target="../tags/tag321.xml"/><Relationship Id="rId1" Type="http://schemas.openxmlformats.org/officeDocument/2006/relationships/tags" Target="../tags/tag320.xml"/><Relationship Id="rId6" Type="http://schemas.openxmlformats.org/officeDocument/2006/relationships/tags" Target="../tags/tag325.xml"/><Relationship Id="rId11" Type="http://schemas.openxmlformats.org/officeDocument/2006/relationships/image" Target="../media/image378.svg"/><Relationship Id="rId5" Type="http://schemas.openxmlformats.org/officeDocument/2006/relationships/tags" Target="../tags/tag324.xml"/><Relationship Id="rId10" Type="http://schemas.openxmlformats.org/officeDocument/2006/relationships/image" Target="../media/image692.svg"/><Relationship Id="rId4" Type="http://schemas.openxmlformats.org/officeDocument/2006/relationships/tags" Target="../tags/tag323.xml"/><Relationship Id="rId9" Type="http://schemas.openxmlformats.org/officeDocument/2006/relationships/image" Target="../media/image184.sv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tags" Target="../tags/tag334.xml"/><Relationship Id="rId13" Type="http://schemas.openxmlformats.org/officeDocument/2006/relationships/image" Target="../media/image798.svg"/><Relationship Id="rId3" Type="http://schemas.openxmlformats.org/officeDocument/2006/relationships/tags" Target="../tags/tag329.xml"/><Relationship Id="rId7" Type="http://schemas.openxmlformats.org/officeDocument/2006/relationships/tags" Target="../tags/tag333.xml"/><Relationship Id="rId12" Type="http://schemas.openxmlformats.org/officeDocument/2006/relationships/image" Target="../media/image692.svg"/><Relationship Id="rId2" Type="http://schemas.openxmlformats.org/officeDocument/2006/relationships/tags" Target="../tags/tag328.xml"/><Relationship Id="rId1" Type="http://schemas.openxmlformats.org/officeDocument/2006/relationships/tags" Target="../tags/tag327.xml"/><Relationship Id="rId6" Type="http://schemas.openxmlformats.org/officeDocument/2006/relationships/tags" Target="../tags/tag332.xml"/><Relationship Id="rId11" Type="http://schemas.openxmlformats.org/officeDocument/2006/relationships/image" Target="../media/image184.svg"/><Relationship Id="rId5" Type="http://schemas.openxmlformats.org/officeDocument/2006/relationships/tags" Target="../tags/tag331.xml"/><Relationship Id="rId15" Type="http://schemas.openxmlformats.org/officeDocument/2006/relationships/image" Target="../media/image799.svg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330.xml"/><Relationship Id="rId9" Type="http://schemas.openxmlformats.org/officeDocument/2006/relationships/tags" Target="../tags/tag335.xml"/><Relationship Id="rId14" Type="http://schemas.openxmlformats.org/officeDocument/2006/relationships/image" Target="../media/image378.sv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13" Type="http://schemas.openxmlformats.org/officeDocument/2006/relationships/image" Target="../media/image745.svg"/><Relationship Id="rId3" Type="http://schemas.openxmlformats.org/officeDocument/2006/relationships/tags" Target="../tags/tag338.xml"/><Relationship Id="rId7" Type="http://schemas.openxmlformats.org/officeDocument/2006/relationships/tags" Target="../tags/tag342.xml"/><Relationship Id="rId12" Type="http://schemas.openxmlformats.org/officeDocument/2006/relationships/image" Target="../media/image535.svg"/><Relationship Id="rId2" Type="http://schemas.openxmlformats.org/officeDocument/2006/relationships/tags" Target="../tags/tag337.xml"/><Relationship Id="rId16" Type="http://schemas.openxmlformats.org/officeDocument/2006/relationships/image" Target="../media/image218.svg"/><Relationship Id="rId1" Type="http://schemas.openxmlformats.org/officeDocument/2006/relationships/tags" Target="../tags/tag336.xml"/><Relationship Id="rId6" Type="http://schemas.openxmlformats.org/officeDocument/2006/relationships/tags" Target="../tags/tag341.xml"/><Relationship Id="rId11" Type="http://schemas.openxmlformats.org/officeDocument/2006/relationships/image" Target="../media/image692.svg"/><Relationship Id="rId5" Type="http://schemas.openxmlformats.org/officeDocument/2006/relationships/tags" Target="../tags/tag340.xml"/><Relationship Id="rId15" Type="http://schemas.openxmlformats.org/officeDocument/2006/relationships/image" Target="../media/image800.svg"/><Relationship Id="rId10" Type="http://schemas.openxmlformats.org/officeDocument/2006/relationships/image" Target="../media/image184.svg"/><Relationship Id="rId4" Type="http://schemas.openxmlformats.org/officeDocument/2006/relationships/tags" Target="../tags/tag339.xml"/><Relationship Id="rId9" Type="http://schemas.openxmlformats.org/officeDocument/2006/relationships/notesSlide" Target="../notesSlides/notesSlide70.xml"/><Relationship Id="rId14" Type="http://schemas.openxmlformats.org/officeDocument/2006/relationships/image" Target="../media/image288.sv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4.xml"/><Relationship Id="rId1" Type="http://schemas.openxmlformats.org/officeDocument/2006/relationships/tags" Target="../tags/tag343.xml"/><Relationship Id="rId5" Type="http://schemas.openxmlformats.org/officeDocument/2006/relationships/image" Target="../media/image692.svg"/><Relationship Id="rId4" Type="http://schemas.openxmlformats.org/officeDocument/2006/relationships/image" Target="../media/image184.sv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1.sv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7.svg"/><Relationship Id="rId4" Type="http://schemas.openxmlformats.org/officeDocument/2006/relationships/image" Target="../media/image802.sv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45.xml"/><Relationship Id="rId6" Type="http://schemas.openxmlformats.org/officeDocument/2006/relationships/image" Target="../media/image572.svg"/><Relationship Id="rId5" Type="http://schemas.openxmlformats.org/officeDocument/2006/relationships/image" Target="../media/image346.svg"/><Relationship Id="rId4" Type="http://schemas.openxmlformats.org/officeDocument/2006/relationships/image" Target="../media/image692.sv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03.svg"/><Relationship Id="rId4" Type="http://schemas.openxmlformats.org/officeDocument/2006/relationships/image" Target="../media/image798.svg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svg"/><Relationship Id="rId2" Type="http://schemas.openxmlformats.org/officeDocument/2006/relationships/image" Target="../media/image8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6.svg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8.svg"/><Relationship Id="rId4" Type="http://schemas.openxmlformats.org/officeDocument/2006/relationships/image" Target="../media/image807.svg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08.svg"/><Relationship Id="rId7" Type="http://schemas.openxmlformats.org/officeDocument/2006/relationships/image" Target="../media/image811.svg"/><Relationship Id="rId2" Type="http://schemas.openxmlformats.org/officeDocument/2006/relationships/image" Target="../media/image218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8.xml"/><Relationship Id="rId5" Type="http://schemas.openxmlformats.org/officeDocument/2006/relationships/image" Target="../media/image810.svg"/><Relationship Id="rId4" Type="http://schemas.openxmlformats.org/officeDocument/2006/relationships/image" Target="../media/image809.svg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6.svg"/><Relationship Id="rId2" Type="http://schemas.openxmlformats.org/officeDocument/2006/relationships/image" Target="../media/image808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28.svg"/><Relationship Id="rId4" Type="http://schemas.openxmlformats.org/officeDocument/2006/relationships/image" Target="../media/image827.svg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4.svg"/><Relationship Id="rId13" Type="http://schemas.openxmlformats.org/officeDocument/2006/relationships/image" Target="../media/image184.svg"/><Relationship Id="rId3" Type="http://schemas.openxmlformats.org/officeDocument/2006/relationships/image" Target="../media/image829.png"/><Relationship Id="rId7" Type="http://schemas.openxmlformats.org/officeDocument/2006/relationships/image" Target="../media/image833.svg"/><Relationship Id="rId12" Type="http://schemas.openxmlformats.org/officeDocument/2006/relationships/image" Target="../media/image234.sv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2.svg"/><Relationship Id="rId11" Type="http://schemas.openxmlformats.org/officeDocument/2006/relationships/image" Target="../media/image836.svg"/><Relationship Id="rId5" Type="http://schemas.openxmlformats.org/officeDocument/2006/relationships/image" Target="../media/image831.svg"/><Relationship Id="rId10" Type="http://schemas.openxmlformats.org/officeDocument/2006/relationships/image" Target="../media/image24.svg"/><Relationship Id="rId4" Type="http://schemas.openxmlformats.org/officeDocument/2006/relationships/image" Target="../media/image830.png"/><Relationship Id="rId9" Type="http://schemas.openxmlformats.org/officeDocument/2006/relationships/image" Target="../media/image835.svg"/><Relationship Id="rId14" Type="http://schemas.openxmlformats.org/officeDocument/2006/relationships/image" Target="../media/image837.sv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9.svg"/><Relationship Id="rId4" Type="http://schemas.openxmlformats.org/officeDocument/2006/relationships/image" Target="../media/image838.svg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7.xml"/><Relationship Id="rId1" Type="http://schemas.openxmlformats.org/officeDocument/2006/relationships/tags" Target="../tags/tag346.xml"/><Relationship Id="rId5" Type="http://schemas.openxmlformats.org/officeDocument/2006/relationships/image" Target="../media/image688.svg"/><Relationship Id="rId4" Type="http://schemas.openxmlformats.org/officeDocument/2006/relationships/notesSlide" Target="../notesSlides/notesSlide78.xml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40.svg"/><Relationship Id="rId7" Type="http://schemas.openxmlformats.org/officeDocument/2006/relationships/image" Target="../media/image844.svg"/><Relationship Id="rId12" Type="http://schemas.openxmlformats.org/officeDocument/2006/relationships/image" Target="../media/image848.sv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3.svg"/><Relationship Id="rId11" Type="http://schemas.openxmlformats.org/officeDocument/2006/relationships/image" Target="../media/image847.svg"/><Relationship Id="rId5" Type="http://schemas.openxmlformats.org/officeDocument/2006/relationships/image" Target="../media/image842.svg"/><Relationship Id="rId10" Type="http://schemas.openxmlformats.org/officeDocument/2006/relationships/image" Target="../media/image846.svg"/><Relationship Id="rId4" Type="http://schemas.openxmlformats.org/officeDocument/2006/relationships/image" Target="../media/image841.svg"/><Relationship Id="rId9" Type="http://schemas.openxmlformats.org/officeDocument/2006/relationships/image" Target="../media/image845.svg"/></Relationships>
</file>

<file path=ppt/slides/_rels/slide2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3" Type="http://schemas.openxmlformats.org/officeDocument/2006/relationships/image" Target="../media/image849.svg"/><Relationship Id="rId7" Type="http://schemas.openxmlformats.org/officeDocument/2006/relationships/image" Target="../media/image853.sv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2.svg"/><Relationship Id="rId5" Type="http://schemas.openxmlformats.org/officeDocument/2006/relationships/image" Target="../media/image851.svg"/><Relationship Id="rId4" Type="http://schemas.openxmlformats.org/officeDocument/2006/relationships/image" Target="../media/image850.svg"/><Relationship Id="rId9" Type="http://schemas.openxmlformats.org/officeDocument/2006/relationships/image" Target="../media/image854.svg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oogle.com/search?q=https://www.jbs.co.jp/case/kao" TargetMode="External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google.com/search?q=https://www.infomart.co.jp/case/suntory.asp" TargetMode="External"/><Relationship Id="rId5" Type="http://schemas.openxmlformats.org/officeDocument/2006/relationships/hyperlink" Target="https://www.google.com/search?q=https://www.concur.co.jp/casestudies/ajinomoto-financial-solutions" TargetMode="External"/><Relationship Id="rId4" Type="http://schemas.openxmlformats.org/officeDocument/2006/relationships/hyperlink" Target="https://www.google.com/search?q=https://www.global.toshiba/jp/products-solutions/ai-iot/di-pro/case/shiseido.html" TargetMode="Externa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7.svg"/><Relationship Id="rId5" Type="http://schemas.openxmlformats.org/officeDocument/2006/relationships/image" Target="../media/image856.svg"/><Relationship Id="rId4" Type="http://schemas.openxmlformats.org/officeDocument/2006/relationships/image" Target="../media/image855.sv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9.sv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0.svg"/><Relationship Id="rId7" Type="http://schemas.openxmlformats.org/officeDocument/2006/relationships/image" Target="../media/image864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3.svg"/><Relationship Id="rId5" Type="http://schemas.openxmlformats.org/officeDocument/2006/relationships/image" Target="../media/image862.svg"/><Relationship Id="rId4" Type="http://schemas.openxmlformats.org/officeDocument/2006/relationships/image" Target="../media/image861.svg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5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svg"/><Relationship Id="rId5" Type="http://schemas.openxmlformats.org/officeDocument/2006/relationships/image" Target="../media/image867.svg"/><Relationship Id="rId4" Type="http://schemas.openxmlformats.org/officeDocument/2006/relationships/image" Target="../media/image866.svg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5.svg"/><Relationship Id="rId3" Type="http://schemas.openxmlformats.org/officeDocument/2006/relationships/image" Target="../media/image870.svg"/><Relationship Id="rId7" Type="http://schemas.openxmlformats.org/officeDocument/2006/relationships/image" Target="../media/image874.svg"/><Relationship Id="rId2" Type="http://schemas.openxmlformats.org/officeDocument/2006/relationships/image" Target="../media/image8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3.svg"/><Relationship Id="rId5" Type="http://schemas.openxmlformats.org/officeDocument/2006/relationships/image" Target="../media/image872.svg"/><Relationship Id="rId10" Type="http://schemas.openxmlformats.org/officeDocument/2006/relationships/image" Target="../media/image520.svg"/><Relationship Id="rId4" Type="http://schemas.openxmlformats.org/officeDocument/2006/relationships/image" Target="../media/image871.svg"/><Relationship Id="rId9" Type="http://schemas.openxmlformats.org/officeDocument/2006/relationships/image" Target="../media/image432.sv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77.svg"/><Relationship Id="rId4" Type="http://schemas.openxmlformats.org/officeDocument/2006/relationships/image" Target="../media/image228.sv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svg"/><Relationship Id="rId2" Type="http://schemas.openxmlformats.org/officeDocument/2006/relationships/image" Target="../media/image52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7.svg"/><Relationship Id="rId4" Type="http://schemas.openxmlformats.org/officeDocument/2006/relationships/image" Target="../media/image565.sv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6.svg"/><Relationship Id="rId7" Type="http://schemas.openxmlformats.org/officeDocument/2006/relationships/image" Target="../media/image176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0.svg"/><Relationship Id="rId5" Type="http://schemas.openxmlformats.org/officeDocument/2006/relationships/image" Target="../media/image879.svg"/><Relationship Id="rId4" Type="http://schemas.openxmlformats.org/officeDocument/2006/relationships/image" Target="../media/image878.sv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3" Type="http://schemas.openxmlformats.org/officeDocument/2006/relationships/image" Target="../media/image881.svg"/><Relationship Id="rId7" Type="http://schemas.openxmlformats.org/officeDocument/2006/relationships/image" Target="../media/image263.svg"/><Relationship Id="rId12" Type="http://schemas.openxmlformats.org/officeDocument/2006/relationships/image" Target="../media/image58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3.svg"/><Relationship Id="rId11" Type="http://schemas.openxmlformats.org/officeDocument/2006/relationships/image" Target="../media/image680.svg"/><Relationship Id="rId5" Type="http://schemas.openxmlformats.org/officeDocument/2006/relationships/image" Target="../media/image882.svg"/><Relationship Id="rId10" Type="http://schemas.openxmlformats.org/officeDocument/2006/relationships/image" Target="../media/image601.svg"/><Relationship Id="rId4" Type="http://schemas.openxmlformats.org/officeDocument/2006/relationships/image" Target="../media/image522.svg"/><Relationship Id="rId9" Type="http://schemas.openxmlformats.org/officeDocument/2006/relationships/image" Target="../media/image70.svg"/></Relationships>
</file>

<file path=ppt/slides/_rels/slide2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9.svg"/><Relationship Id="rId3" Type="http://schemas.openxmlformats.org/officeDocument/2006/relationships/image" Target="../media/image884.svg"/><Relationship Id="rId7" Type="http://schemas.openxmlformats.org/officeDocument/2006/relationships/image" Target="../media/image547.svg"/><Relationship Id="rId2" Type="http://schemas.openxmlformats.org/officeDocument/2006/relationships/image" Target="../media/image1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5.svg"/><Relationship Id="rId5" Type="http://schemas.openxmlformats.org/officeDocument/2006/relationships/image" Target="../media/image783.svg"/><Relationship Id="rId4" Type="http://schemas.openxmlformats.org/officeDocument/2006/relationships/image" Target="../media/image523.svg"/><Relationship Id="rId9" Type="http://schemas.openxmlformats.org/officeDocument/2006/relationships/image" Target="../media/image886.svg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7.svg"/><Relationship Id="rId7" Type="http://schemas.openxmlformats.org/officeDocument/2006/relationships/image" Target="../media/image228.sv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0.svg"/><Relationship Id="rId5" Type="http://schemas.openxmlformats.org/officeDocument/2006/relationships/image" Target="../media/image889.svg"/><Relationship Id="rId4" Type="http://schemas.openxmlformats.org/officeDocument/2006/relationships/image" Target="../media/image888.svg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18" Type="http://schemas.openxmlformats.org/officeDocument/2006/relationships/image" Target="../media/image894.svg"/><Relationship Id="rId3" Type="http://schemas.openxmlformats.org/officeDocument/2006/relationships/tags" Target="../tags/tag350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175.svg"/><Relationship Id="rId17" Type="http://schemas.openxmlformats.org/officeDocument/2006/relationships/image" Target="../media/image116.svg"/><Relationship Id="rId2" Type="http://schemas.openxmlformats.org/officeDocument/2006/relationships/tags" Target="../tags/tag349.xml"/><Relationship Id="rId16" Type="http://schemas.openxmlformats.org/officeDocument/2006/relationships/image" Target="../media/image893.svg"/><Relationship Id="rId1" Type="http://schemas.openxmlformats.org/officeDocument/2006/relationships/tags" Target="../tags/tag348.xml"/><Relationship Id="rId6" Type="http://schemas.openxmlformats.org/officeDocument/2006/relationships/tags" Target="../tags/tag353.xml"/><Relationship Id="rId11" Type="http://schemas.openxmlformats.org/officeDocument/2006/relationships/image" Target="../media/image237.svg"/><Relationship Id="rId5" Type="http://schemas.openxmlformats.org/officeDocument/2006/relationships/tags" Target="../tags/tag352.xml"/><Relationship Id="rId15" Type="http://schemas.openxmlformats.org/officeDocument/2006/relationships/image" Target="../media/image217.svg"/><Relationship Id="rId10" Type="http://schemas.openxmlformats.org/officeDocument/2006/relationships/image" Target="../media/image892.svg"/><Relationship Id="rId19" Type="http://schemas.openxmlformats.org/officeDocument/2006/relationships/image" Target="../media/image895.svg"/><Relationship Id="rId4" Type="http://schemas.openxmlformats.org/officeDocument/2006/relationships/tags" Target="../tags/tag351.xml"/><Relationship Id="rId9" Type="http://schemas.openxmlformats.org/officeDocument/2006/relationships/image" Target="../media/image891.svg"/><Relationship Id="rId14" Type="http://schemas.openxmlformats.org/officeDocument/2006/relationships/image" Target="../media/image522.svg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8.svg"/><Relationship Id="rId3" Type="http://schemas.openxmlformats.org/officeDocument/2006/relationships/image" Target="../media/image228.svg"/><Relationship Id="rId7" Type="http://schemas.openxmlformats.org/officeDocument/2006/relationships/image" Target="../media/image89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54.xml"/><Relationship Id="rId6" Type="http://schemas.openxmlformats.org/officeDocument/2006/relationships/image" Target="../media/image896.svg"/><Relationship Id="rId5" Type="http://schemas.openxmlformats.org/officeDocument/2006/relationships/image" Target="../media/image68.svg"/><Relationship Id="rId10" Type="http://schemas.openxmlformats.org/officeDocument/2006/relationships/image" Target="../media/image900.svg"/><Relationship Id="rId4" Type="http://schemas.openxmlformats.org/officeDocument/2006/relationships/image" Target="../media/image524.svg"/><Relationship Id="rId9" Type="http://schemas.openxmlformats.org/officeDocument/2006/relationships/image" Target="../media/image899.sv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901.svg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3" Type="http://schemas.openxmlformats.org/officeDocument/2006/relationships/tags" Target="../tags/tag357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904.svg"/><Relationship Id="rId2" Type="http://schemas.openxmlformats.org/officeDocument/2006/relationships/tags" Target="../tags/tag356.xml"/><Relationship Id="rId16" Type="http://schemas.openxmlformats.org/officeDocument/2006/relationships/image" Target="../media/image907.svg"/><Relationship Id="rId1" Type="http://schemas.openxmlformats.org/officeDocument/2006/relationships/tags" Target="../tags/tag355.xml"/><Relationship Id="rId6" Type="http://schemas.openxmlformats.org/officeDocument/2006/relationships/tags" Target="../tags/tag360.xml"/><Relationship Id="rId11" Type="http://schemas.openxmlformats.org/officeDocument/2006/relationships/image" Target="../media/image903.svg"/><Relationship Id="rId5" Type="http://schemas.openxmlformats.org/officeDocument/2006/relationships/tags" Target="../tags/tag359.xml"/><Relationship Id="rId15" Type="http://schemas.openxmlformats.org/officeDocument/2006/relationships/image" Target="../media/image906.svg"/><Relationship Id="rId10" Type="http://schemas.openxmlformats.org/officeDocument/2006/relationships/image" Target="../media/image902.svg"/><Relationship Id="rId4" Type="http://schemas.openxmlformats.org/officeDocument/2006/relationships/tags" Target="../tags/tag358.xml"/><Relationship Id="rId9" Type="http://schemas.openxmlformats.org/officeDocument/2006/relationships/image" Target="../media/image742.svg"/><Relationship Id="rId14" Type="http://schemas.openxmlformats.org/officeDocument/2006/relationships/image" Target="../media/image905.sv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tags" Target="../tags/tag368.xml"/><Relationship Id="rId13" Type="http://schemas.openxmlformats.org/officeDocument/2006/relationships/image" Target="../media/image909.svg"/><Relationship Id="rId3" Type="http://schemas.openxmlformats.org/officeDocument/2006/relationships/tags" Target="../tags/tag363.xml"/><Relationship Id="rId7" Type="http://schemas.openxmlformats.org/officeDocument/2006/relationships/tags" Target="../tags/tag367.xml"/><Relationship Id="rId12" Type="http://schemas.openxmlformats.org/officeDocument/2006/relationships/image" Target="../media/image908.svg"/><Relationship Id="rId17" Type="http://schemas.openxmlformats.org/officeDocument/2006/relationships/image" Target="../media/image913.svg"/><Relationship Id="rId2" Type="http://schemas.openxmlformats.org/officeDocument/2006/relationships/tags" Target="../tags/tag362.xml"/><Relationship Id="rId16" Type="http://schemas.openxmlformats.org/officeDocument/2006/relationships/image" Target="../media/image912.svg"/><Relationship Id="rId1" Type="http://schemas.openxmlformats.org/officeDocument/2006/relationships/tags" Target="../tags/tag361.xml"/><Relationship Id="rId6" Type="http://schemas.openxmlformats.org/officeDocument/2006/relationships/tags" Target="../tags/tag366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365.xml"/><Relationship Id="rId15" Type="http://schemas.openxmlformats.org/officeDocument/2006/relationships/image" Target="../media/image911.svg"/><Relationship Id="rId10" Type="http://schemas.openxmlformats.org/officeDocument/2006/relationships/tags" Target="../tags/tag370.xml"/><Relationship Id="rId4" Type="http://schemas.openxmlformats.org/officeDocument/2006/relationships/tags" Target="../tags/tag364.xml"/><Relationship Id="rId9" Type="http://schemas.openxmlformats.org/officeDocument/2006/relationships/tags" Target="../tags/tag369.xml"/><Relationship Id="rId14" Type="http://schemas.openxmlformats.org/officeDocument/2006/relationships/image" Target="../media/image910.svg"/></Relationships>
</file>

<file path=ppt/slides/_rels/slide2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8.svg"/><Relationship Id="rId3" Type="http://schemas.openxmlformats.org/officeDocument/2006/relationships/image" Target="../media/image914.svg"/><Relationship Id="rId7" Type="http://schemas.openxmlformats.org/officeDocument/2006/relationships/image" Target="../media/image917.sv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6.svg"/><Relationship Id="rId11" Type="http://schemas.openxmlformats.org/officeDocument/2006/relationships/image" Target="../media/image26.svg"/><Relationship Id="rId5" Type="http://schemas.openxmlformats.org/officeDocument/2006/relationships/image" Target="../media/image915.svg"/><Relationship Id="rId10" Type="http://schemas.openxmlformats.org/officeDocument/2006/relationships/image" Target="../media/image24.svg"/><Relationship Id="rId4" Type="http://schemas.openxmlformats.org/officeDocument/2006/relationships/image" Target="../media/image532.svg"/><Relationship Id="rId9" Type="http://schemas.openxmlformats.org/officeDocument/2006/relationships/image" Target="../media/image919.svg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sv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23.svg"/><Relationship Id="rId4" Type="http://schemas.openxmlformats.org/officeDocument/2006/relationships/image" Target="../media/image922.svg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image" Target="../media/image924.png"/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6.svg"/><Relationship Id="rId7" Type="http://schemas.openxmlformats.org/officeDocument/2006/relationships/image" Target="../media/image692.svg"/><Relationship Id="rId2" Type="http://schemas.openxmlformats.org/officeDocument/2006/relationships/image" Target="../media/image9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svg"/><Relationship Id="rId5" Type="http://schemas.openxmlformats.org/officeDocument/2006/relationships/image" Target="../media/image927.svg"/><Relationship Id="rId4" Type="http://schemas.openxmlformats.org/officeDocument/2006/relationships/image" Target="../media/image330.svg"/></Relationships>
</file>

<file path=ppt/slides/_rels/slide25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1.xml"/><Relationship Id="rId3" Type="http://schemas.openxmlformats.org/officeDocument/2006/relationships/tags" Target="../tags/tag373.xml"/><Relationship Id="rId7" Type="http://schemas.openxmlformats.org/officeDocument/2006/relationships/image" Target="../media/image219.svg"/><Relationship Id="rId12" Type="http://schemas.openxmlformats.org/officeDocument/2006/relationships/chart" Target="../charts/chart34.xml"/><Relationship Id="rId2" Type="http://schemas.openxmlformats.org/officeDocument/2006/relationships/tags" Target="../tags/tag372.xml"/><Relationship Id="rId1" Type="http://schemas.openxmlformats.org/officeDocument/2006/relationships/tags" Target="../tags/tag371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928.svg"/><Relationship Id="rId5" Type="http://schemas.openxmlformats.org/officeDocument/2006/relationships/tags" Target="../tags/tag375.xml"/><Relationship Id="rId10" Type="http://schemas.openxmlformats.org/officeDocument/2006/relationships/chart" Target="../charts/chart33.xml"/><Relationship Id="rId4" Type="http://schemas.openxmlformats.org/officeDocument/2006/relationships/tags" Target="../tags/tag374.xml"/><Relationship Id="rId9" Type="http://schemas.openxmlformats.org/officeDocument/2006/relationships/chart" Target="../charts/chart32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svg"/><Relationship Id="rId7" Type="http://schemas.openxmlformats.org/officeDocument/2006/relationships/image" Target="../media/image930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929.svg"/><Relationship Id="rId4" Type="http://schemas.openxmlformats.org/officeDocument/2006/relationships/image" Target="../media/image568.sv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50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31.svg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.svg"/></Relationships>
</file>

<file path=ppt/slides/_rels/slide2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6.svg"/><Relationship Id="rId3" Type="http://schemas.openxmlformats.org/officeDocument/2006/relationships/image" Target="../media/image932.svg"/><Relationship Id="rId7" Type="http://schemas.openxmlformats.org/officeDocument/2006/relationships/image" Target="../media/image935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svg"/><Relationship Id="rId11" Type="http://schemas.openxmlformats.org/officeDocument/2006/relationships/image" Target="../media/image939.svg"/><Relationship Id="rId5" Type="http://schemas.openxmlformats.org/officeDocument/2006/relationships/image" Target="../media/image934.svg"/><Relationship Id="rId10" Type="http://schemas.openxmlformats.org/officeDocument/2006/relationships/image" Target="../media/image938.svg"/><Relationship Id="rId4" Type="http://schemas.openxmlformats.org/officeDocument/2006/relationships/image" Target="../media/image933.svg"/><Relationship Id="rId9" Type="http://schemas.openxmlformats.org/officeDocument/2006/relationships/image" Target="../media/image937.svg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0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2.svg"/><Relationship Id="rId5" Type="http://schemas.openxmlformats.org/officeDocument/2006/relationships/image" Target="../media/image941.svg"/><Relationship Id="rId4" Type="http://schemas.openxmlformats.org/officeDocument/2006/relationships/image" Target="../media/image540.svg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4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6.svg"/><Relationship Id="rId4" Type="http://schemas.openxmlformats.org/officeDocument/2006/relationships/image" Target="../media/image14.svg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9.svg"/><Relationship Id="rId13" Type="http://schemas.openxmlformats.org/officeDocument/2006/relationships/image" Target="../media/image954.svg"/><Relationship Id="rId18" Type="http://schemas.openxmlformats.org/officeDocument/2006/relationships/image" Target="../media/image959.svg"/><Relationship Id="rId3" Type="http://schemas.openxmlformats.org/officeDocument/2006/relationships/image" Target="../media/image944.svg"/><Relationship Id="rId7" Type="http://schemas.openxmlformats.org/officeDocument/2006/relationships/image" Target="../media/image948.svg"/><Relationship Id="rId12" Type="http://schemas.openxmlformats.org/officeDocument/2006/relationships/image" Target="../media/image953.svg"/><Relationship Id="rId17" Type="http://schemas.openxmlformats.org/officeDocument/2006/relationships/image" Target="../media/image958.svg"/><Relationship Id="rId2" Type="http://schemas.openxmlformats.org/officeDocument/2006/relationships/image" Target="../media/image943.svg"/><Relationship Id="rId16" Type="http://schemas.openxmlformats.org/officeDocument/2006/relationships/image" Target="../media/image9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7.svg"/><Relationship Id="rId11" Type="http://schemas.openxmlformats.org/officeDocument/2006/relationships/image" Target="../media/image952.svg"/><Relationship Id="rId5" Type="http://schemas.openxmlformats.org/officeDocument/2006/relationships/image" Target="../media/image946.svg"/><Relationship Id="rId15" Type="http://schemas.openxmlformats.org/officeDocument/2006/relationships/image" Target="../media/image956.svg"/><Relationship Id="rId10" Type="http://schemas.openxmlformats.org/officeDocument/2006/relationships/image" Target="../media/image951.svg"/><Relationship Id="rId19" Type="http://schemas.openxmlformats.org/officeDocument/2006/relationships/image" Target="../media/image960.svg"/><Relationship Id="rId4" Type="http://schemas.openxmlformats.org/officeDocument/2006/relationships/image" Target="../media/image945.svg"/><Relationship Id="rId9" Type="http://schemas.openxmlformats.org/officeDocument/2006/relationships/image" Target="../media/image950.svg"/><Relationship Id="rId14" Type="http://schemas.openxmlformats.org/officeDocument/2006/relationships/image" Target="../media/image955.svg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3" Type="http://schemas.openxmlformats.org/officeDocument/2006/relationships/tags" Target="../tags/tag378.xml"/><Relationship Id="rId7" Type="http://schemas.openxmlformats.org/officeDocument/2006/relationships/image" Target="../media/image962.svg"/><Relationship Id="rId2" Type="http://schemas.openxmlformats.org/officeDocument/2006/relationships/tags" Target="../tags/tag377.xml"/><Relationship Id="rId1" Type="http://schemas.openxmlformats.org/officeDocument/2006/relationships/tags" Target="../tags/tag376.xml"/><Relationship Id="rId6" Type="http://schemas.openxmlformats.org/officeDocument/2006/relationships/image" Target="../media/image961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79.xml"/><Relationship Id="rId9" Type="http://schemas.openxmlformats.org/officeDocument/2006/relationships/image" Target="../media/image964.svg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13" Type="http://schemas.openxmlformats.org/officeDocument/2006/relationships/image" Target="../media/image968.svg"/><Relationship Id="rId3" Type="http://schemas.openxmlformats.org/officeDocument/2006/relationships/tags" Target="../tags/tag382.xml"/><Relationship Id="rId7" Type="http://schemas.openxmlformats.org/officeDocument/2006/relationships/image" Target="../media/image962.svg"/><Relationship Id="rId12" Type="http://schemas.openxmlformats.org/officeDocument/2006/relationships/image" Target="../media/image967.svg"/><Relationship Id="rId2" Type="http://schemas.openxmlformats.org/officeDocument/2006/relationships/tags" Target="../tags/tag381.xml"/><Relationship Id="rId1" Type="http://schemas.openxmlformats.org/officeDocument/2006/relationships/tags" Target="../tags/tag380.xml"/><Relationship Id="rId6" Type="http://schemas.openxmlformats.org/officeDocument/2006/relationships/image" Target="../media/image961.svg"/><Relationship Id="rId11" Type="http://schemas.openxmlformats.org/officeDocument/2006/relationships/image" Target="../media/image966.sv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965.svg"/><Relationship Id="rId4" Type="http://schemas.openxmlformats.org/officeDocument/2006/relationships/tags" Target="../tags/tag383.xml"/><Relationship Id="rId9" Type="http://schemas.openxmlformats.org/officeDocument/2006/relationships/image" Target="../media/image964.sv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8.svg"/><Relationship Id="rId3" Type="http://schemas.openxmlformats.org/officeDocument/2006/relationships/tags" Target="../tags/tag386.xml"/><Relationship Id="rId7" Type="http://schemas.openxmlformats.org/officeDocument/2006/relationships/image" Target="../media/image967.svg"/><Relationship Id="rId2" Type="http://schemas.openxmlformats.org/officeDocument/2006/relationships/tags" Target="../tags/tag385.xml"/><Relationship Id="rId1" Type="http://schemas.openxmlformats.org/officeDocument/2006/relationships/tags" Target="../tags/tag384.xml"/><Relationship Id="rId6" Type="http://schemas.openxmlformats.org/officeDocument/2006/relationships/image" Target="../media/image966.svg"/><Relationship Id="rId11" Type="http://schemas.openxmlformats.org/officeDocument/2006/relationships/image" Target="../media/image971.svg"/><Relationship Id="rId5" Type="http://schemas.openxmlformats.org/officeDocument/2006/relationships/image" Target="../media/image965.svg"/><Relationship Id="rId10" Type="http://schemas.openxmlformats.org/officeDocument/2006/relationships/image" Target="../media/image97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69.svg"/></Relationships>
</file>

<file path=ppt/slides/_rels/slide2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4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73.svg"/><Relationship Id="rId2" Type="http://schemas.openxmlformats.org/officeDocument/2006/relationships/tags" Target="../tags/tag388.xml"/><Relationship Id="rId1" Type="http://schemas.openxmlformats.org/officeDocument/2006/relationships/tags" Target="../tags/tag387.xml"/><Relationship Id="rId6" Type="http://schemas.openxmlformats.org/officeDocument/2006/relationships/image" Target="../media/image972.svg"/><Relationship Id="rId5" Type="http://schemas.openxmlformats.org/officeDocument/2006/relationships/image" Target="../media/image182.svg"/><Relationship Id="rId4" Type="http://schemas.openxmlformats.org/officeDocument/2006/relationships/image" Target="../media/image99.svg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7.svg"/><Relationship Id="rId3" Type="http://schemas.openxmlformats.org/officeDocument/2006/relationships/image" Target="../media/image218.svg"/><Relationship Id="rId7" Type="http://schemas.openxmlformats.org/officeDocument/2006/relationships/image" Target="../media/image976.svg"/><Relationship Id="rId2" Type="http://schemas.openxmlformats.org/officeDocument/2006/relationships/image" Target="../media/image1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5.svg"/><Relationship Id="rId5" Type="http://schemas.openxmlformats.org/officeDocument/2006/relationships/image" Target="../media/image915.svg"/><Relationship Id="rId4" Type="http://schemas.openxmlformats.org/officeDocument/2006/relationships/image" Target="../media/image57.svg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80.png"/><Relationship Id="rId4" Type="http://schemas.openxmlformats.org/officeDocument/2006/relationships/image" Target="../media/image979.png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8.png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2.svg"/><Relationship Id="rId13" Type="http://schemas.openxmlformats.org/officeDocument/2006/relationships/image" Target="../media/image337.svg"/><Relationship Id="rId3" Type="http://schemas.openxmlformats.org/officeDocument/2006/relationships/tags" Target="../tags/tag391.xml"/><Relationship Id="rId7" Type="http://schemas.openxmlformats.org/officeDocument/2006/relationships/image" Target="../media/image115.svg"/><Relationship Id="rId12" Type="http://schemas.openxmlformats.org/officeDocument/2006/relationships/image" Target="../media/image984.svg"/><Relationship Id="rId2" Type="http://schemas.openxmlformats.org/officeDocument/2006/relationships/tags" Target="../tags/tag390.xml"/><Relationship Id="rId1" Type="http://schemas.openxmlformats.org/officeDocument/2006/relationships/tags" Target="../tags/tag389.xml"/><Relationship Id="rId6" Type="http://schemas.openxmlformats.org/officeDocument/2006/relationships/image" Target="../media/image981.svg"/><Relationship Id="rId11" Type="http://schemas.openxmlformats.org/officeDocument/2006/relationships/image" Target="../media/image151.svg"/><Relationship Id="rId5" Type="http://schemas.openxmlformats.org/officeDocument/2006/relationships/notesSlide" Target="../notesSlides/notesSlide94.xml"/><Relationship Id="rId10" Type="http://schemas.openxmlformats.org/officeDocument/2006/relationships/image" Target="../media/image9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78.svg"/><Relationship Id="rId14" Type="http://schemas.openxmlformats.org/officeDocument/2006/relationships/image" Target="../media/image422.svg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7.svg"/><Relationship Id="rId2" Type="http://schemas.openxmlformats.org/officeDocument/2006/relationships/tags" Target="../tags/tag393.xml"/><Relationship Id="rId1" Type="http://schemas.openxmlformats.org/officeDocument/2006/relationships/tags" Target="../tags/tag392.xml"/><Relationship Id="rId6" Type="http://schemas.openxmlformats.org/officeDocument/2006/relationships/image" Target="../media/image985.svg"/><Relationship Id="rId5" Type="http://schemas.openxmlformats.org/officeDocument/2006/relationships/image" Target="../media/image114.svg"/><Relationship Id="rId4" Type="http://schemas.openxmlformats.org/officeDocument/2006/relationships/notesSlide" Target="../notesSlides/notesSlide95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2" Type="http://schemas.openxmlformats.org/officeDocument/2006/relationships/image" Target="../media/image986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87.svg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4.svg"/><Relationship Id="rId13" Type="http://schemas.openxmlformats.org/officeDocument/2006/relationships/image" Target="../media/image998.svg"/><Relationship Id="rId18" Type="http://schemas.openxmlformats.org/officeDocument/2006/relationships/image" Target="../media/image1003.svg"/><Relationship Id="rId3" Type="http://schemas.openxmlformats.org/officeDocument/2006/relationships/image" Target="../media/image989.svg"/><Relationship Id="rId7" Type="http://schemas.openxmlformats.org/officeDocument/2006/relationships/image" Target="../media/image993.svg"/><Relationship Id="rId12" Type="http://schemas.openxmlformats.org/officeDocument/2006/relationships/image" Target="../media/image997.svg"/><Relationship Id="rId17" Type="http://schemas.openxmlformats.org/officeDocument/2006/relationships/image" Target="../media/image1002.svg"/><Relationship Id="rId2" Type="http://schemas.openxmlformats.org/officeDocument/2006/relationships/image" Target="../media/image988.svg"/><Relationship Id="rId16" Type="http://schemas.openxmlformats.org/officeDocument/2006/relationships/image" Target="../media/image100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2.svg"/><Relationship Id="rId11" Type="http://schemas.openxmlformats.org/officeDocument/2006/relationships/image" Target="../media/image996.svg"/><Relationship Id="rId5" Type="http://schemas.openxmlformats.org/officeDocument/2006/relationships/image" Target="../media/image991.svg"/><Relationship Id="rId15" Type="http://schemas.openxmlformats.org/officeDocument/2006/relationships/image" Target="../media/image1000.svg"/><Relationship Id="rId10" Type="http://schemas.openxmlformats.org/officeDocument/2006/relationships/image" Target="../media/image995.svg"/><Relationship Id="rId4" Type="http://schemas.openxmlformats.org/officeDocument/2006/relationships/image" Target="../media/image990.svg"/><Relationship Id="rId9" Type="http://schemas.openxmlformats.org/officeDocument/2006/relationships/image" Target="../media/image326.svg"/><Relationship Id="rId14" Type="http://schemas.openxmlformats.org/officeDocument/2006/relationships/image" Target="../media/image999.svg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2.svg"/><Relationship Id="rId2" Type="http://schemas.openxmlformats.org/officeDocument/2006/relationships/image" Target="../media/image10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0.svg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5.xml"/><Relationship Id="rId3" Type="http://schemas.openxmlformats.org/officeDocument/2006/relationships/image" Target="../media/image478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5" Type="http://schemas.openxmlformats.org/officeDocument/2006/relationships/image" Target="../media/image1006.svg"/><Relationship Id="rId10" Type="http://schemas.openxmlformats.org/officeDocument/2006/relationships/chart" Target="../charts/chart36.xml"/><Relationship Id="rId4" Type="http://schemas.openxmlformats.org/officeDocument/2006/relationships/image" Target="../media/image1005.svg"/><Relationship Id="rId9" Type="http://schemas.openxmlformats.org/officeDocument/2006/relationships/image" Target="../media/image1007.png"/></Relationships>
</file>

<file path=ppt/slides/_rels/slide2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13" Type="http://schemas.openxmlformats.org/officeDocument/2006/relationships/image" Target="../media/image1016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12" Type="http://schemas.openxmlformats.org/officeDocument/2006/relationships/image" Target="../media/image1015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11" Type="http://schemas.openxmlformats.org/officeDocument/2006/relationships/image" Target="../media/image1014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Relationship Id="rId14" Type="http://schemas.openxmlformats.org/officeDocument/2006/relationships/image" Target="../media/image1017.svg"/></Relationships>
</file>

<file path=ppt/slides/_rels/slide2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0.svg"/><Relationship Id="rId3" Type="http://schemas.openxmlformats.org/officeDocument/2006/relationships/image" Target="../media/image1008.svg"/><Relationship Id="rId7" Type="http://schemas.openxmlformats.org/officeDocument/2006/relationships/image" Target="../media/image1009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3.svg"/><Relationship Id="rId11" Type="http://schemas.openxmlformats.org/officeDocument/2006/relationships/image" Target="../media/image1013.svg"/><Relationship Id="rId5" Type="http://schemas.openxmlformats.org/officeDocument/2006/relationships/image" Target="../media/image373.svg"/><Relationship Id="rId10" Type="http://schemas.openxmlformats.org/officeDocument/2006/relationships/image" Target="../media/image1012.svg"/><Relationship Id="rId4" Type="http://schemas.openxmlformats.org/officeDocument/2006/relationships/image" Target="../media/image496.svg"/><Relationship Id="rId9" Type="http://schemas.openxmlformats.org/officeDocument/2006/relationships/image" Target="../media/image1011.svg"/></Relationships>
</file>

<file path=ppt/slides/_rels/slide2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8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0.svg"/><Relationship Id="rId5" Type="http://schemas.openxmlformats.org/officeDocument/2006/relationships/image" Target="../media/image552.svg"/><Relationship Id="rId4" Type="http://schemas.openxmlformats.org/officeDocument/2006/relationships/image" Target="../media/image1019.svg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svg"/><Relationship Id="rId2" Type="http://schemas.openxmlformats.org/officeDocument/2006/relationships/image" Target="../media/image1021.svg"/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4.svg"/><Relationship Id="rId3" Type="http://schemas.openxmlformats.org/officeDocument/2006/relationships/image" Target="../media/image99.svg"/><Relationship Id="rId7" Type="http://schemas.openxmlformats.org/officeDocument/2006/relationships/image" Target="../media/image1023.sv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182.svg"/><Relationship Id="rId4" Type="http://schemas.openxmlformats.org/officeDocument/2006/relationships/image" Target="../media/image217.svg"/><Relationship Id="rId9" Type="http://schemas.openxmlformats.org/officeDocument/2006/relationships/image" Target="../media/image1025.svg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svg"/><Relationship Id="rId3" Type="http://schemas.openxmlformats.org/officeDocument/2006/relationships/image" Target="../media/image117.svg"/><Relationship Id="rId7" Type="http://schemas.openxmlformats.org/officeDocument/2006/relationships/image" Target="../media/image1029.svg"/><Relationship Id="rId2" Type="http://schemas.openxmlformats.org/officeDocument/2006/relationships/image" Target="../media/image13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8.svg"/><Relationship Id="rId5" Type="http://schemas.openxmlformats.org/officeDocument/2006/relationships/image" Target="../media/image1027.svg"/><Relationship Id="rId4" Type="http://schemas.openxmlformats.org/officeDocument/2006/relationships/image" Target="../media/image1026.svg"/><Relationship Id="rId9" Type="http://schemas.openxmlformats.org/officeDocument/2006/relationships/image" Target="../media/image1031.sv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svg"/><Relationship Id="rId13" Type="http://schemas.openxmlformats.org/officeDocument/2006/relationships/image" Target="../media/image1036.svg"/><Relationship Id="rId3" Type="http://schemas.openxmlformats.org/officeDocument/2006/relationships/image" Target="../media/image520.svg"/><Relationship Id="rId7" Type="http://schemas.openxmlformats.org/officeDocument/2006/relationships/image" Target="../media/image818.svg"/><Relationship Id="rId12" Type="http://schemas.openxmlformats.org/officeDocument/2006/relationships/image" Target="../media/image347.svg"/><Relationship Id="rId2" Type="http://schemas.openxmlformats.org/officeDocument/2006/relationships/image" Target="../media/image505.svg"/><Relationship Id="rId16" Type="http://schemas.openxmlformats.org/officeDocument/2006/relationships/image" Target="../media/image6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4.svg"/><Relationship Id="rId11" Type="http://schemas.openxmlformats.org/officeDocument/2006/relationships/image" Target="../media/image1035.svg"/><Relationship Id="rId5" Type="http://schemas.openxmlformats.org/officeDocument/2006/relationships/image" Target="../media/image1033.svg"/><Relationship Id="rId15" Type="http://schemas.openxmlformats.org/officeDocument/2006/relationships/image" Target="../media/image288.svg"/><Relationship Id="rId10" Type="http://schemas.openxmlformats.org/officeDocument/2006/relationships/image" Target="../media/image825.svg"/><Relationship Id="rId4" Type="http://schemas.openxmlformats.org/officeDocument/2006/relationships/image" Target="../media/image1032.svg"/><Relationship Id="rId9" Type="http://schemas.openxmlformats.org/officeDocument/2006/relationships/image" Target="../media/image1034.svg"/><Relationship Id="rId14" Type="http://schemas.openxmlformats.org/officeDocument/2006/relationships/image" Target="../media/image1037.svg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9.svg"/><Relationship Id="rId3" Type="http://schemas.openxmlformats.org/officeDocument/2006/relationships/tags" Target="../tags/tag396.xml"/><Relationship Id="rId7" Type="http://schemas.openxmlformats.org/officeDocument/2006/relationships/image" Target="../media/image162.svg"/><Relationship Id="rId2" Type="http://schemas.openxmlformats.org/officeDocument/2006/relationships/tags" Target="../tags/tag395.xml"/><Relationship Id="rId1" Type="http://schemas.openxmlformats.org/officeDocument/2006/relationships/tags" Target="../tags/tag394.xml"/><Relationship Id="rId6" Type="http://schemas.openxmlformats.org/officeDocument/2006/relationships/image" Target="../media/image1038.svg"/><Relationship Id="rId5" Type="http://schemas.openxmlformats.org/officeDocument/2006/relationships/notesSlide" Target="../notesSlides/notesSlide99.xml"/><Relationship Id="rId10" Type="http://schemas.openxmlformats.org/officeDocument/2006/relationships/image" Target="../media/image104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040.svg"/></Relationships>
</file>

<file path=ppt/slides/_rels/slide2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3" Type="http://schemas.openxmlformats.org/officeDocument/2006/relationships/tags" Target="../tags/tag399.xml"/><Relationship Id="rId7" Type="http://schemas.openxmlformats.org/officeDocument/2006/relationships/image" Target="../media/image1042.svg"/><Relationship Id="rId2" Type="http://schemas.openxmlformats.org/officeDocument/2006/relationships/tags" Target="../tags/tag398.xml"/><Relationship Id="rId1" Type="http://schemas.openxmlformats.org/officeDocument/2006/relationships/tags" Target="../tags/tag397.xml"/><Relationship Id="rId6" Type="http://schemas.openxmlformats.org/officeDocument/2006/relationships/image" Target="../media/image21.svg"/><Relationship Id="rId5" Type="http://schemas.openxmlformats.org/officeDocument/2006/relationships/image" Target="../media/image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27.svg"/></Relationships>
</file>

<file path=ppt/slides/_rels/slide291.xml.rels><?xml version="1.0" encoding="UTF-8" standalone="yes"?>
<Relationships xmlns="http://schemas.openxmlformats.org/package/2006/relationships"><Relationship Id="rId13" Type="http://schemas.openxmlformats.org/officeDocument/2006/relationships/tags" Target="../tags/tag412.xml"/><Relationship Id="rId18" Type="http://schemas.openxmlformats.org/officeDocument/2006/relationships/tags" Target="../tags/tag417.xml"/><Relationship Id="rId26" Type="http://schemas.openxmlformats.org/officeDocument/2006/relationships/tags" Target="../tags/tag425.xml"/><Relationship Id="rId39" Type="http://schemas.openxmlformats.org/officeDocument/2006/relationships/tags" Target="../tags/tag438.xml"/><Relationship Id="rId21" Type="http://schemas.openxmlformats.org/officeDocument/2006/relationships/tags" Target="../tags/tag420.xml"/><Relationship Id="rId34" Type="http://schemas.openxmlformats.org/officeDocument/2006/relationships/tags" Target="../tags/tag433.xml"/><Relationship Id="rId7" Type="http://schemas.openxmlformats.org/officeDocument/2006/relationships/tags" Target="../tags/tag406.xml"/><Relationship Id="rId2" Type="http://schemas.openxmlformats.org/officeDocument/2006/relationships/tags" Target="../tags/tag401.xml"/><Relationship Id="rId16" Type="http://schemas.openxmlformats.org/officeDocument/2006/relationships/tags" Target="../tags/tag415.xml"/><Relationship Id="rId20" Type="http://schemas.openxmlformats.org/officeDocument/2006/relationships/tags" Target="../tags/tag419.xml"/><Relationship Id="rId29" Type="http://schemas.openxmlformats.org/officeDocument/2006/relationships/tags" Target="../tags/tag428.xml"/><Relationship Id="rId41" Type="http://schemas.openxmlformats.org/officeDocument/2006/relationships/slideLayout" Target="../slideLayouts/slideLayout2.xml"/><Relationship Id="rId1" Type="http://schemas.openxmlformats.org/officeDocument/2006/relationships/tags" Target="../tags/tag400.xml"/><Relationship Id="rId6" Type="http://schemas.openxmlformats.org/officeDocument/2006/relationships/tags" Target="../tags/tag405.xml"/><Relationship Id="rId11" Type="http://schemas.openxmlformats.org/officeDocument/2006/relationships/tags" Target="../tags/tag410.xml"/><Relationship Id="rId24" Type="http://schemas.openxmlformats.org/officeDocument/2006/relationships/tags" Target="../tags/tag423.xml"/><Relationship Id="rId32" Type="http://schemas.openxmlformats.org/officeDocument/2006/relationships/tags" Target="../tags/tag431.xml"/><Relationship Id="rId37" Type="http://schemas.openxmlformats.org/officeDocument/2006/relationships/tags" Target="../tags/tag436.xml"/><Relationship Id="rId40" Type="http://schemas.openxmlformats.org/officeDocument/2006/relationships/tags" Target="../tags/tag439.xml"/><Relationship Id="rId5" Type="http://schemas.openxmlformats.org/officeDocument/2006/relationships/tags" Target="../tags/tag404.xml"/><Relationship Id="rId15" Type="http://schemas.openxmlformats.org/officeDocument/2006/relationships/tags" Target="../tags/tag414.xml"/><Relationship Id="rId23" Type="http://schemas.openxmlformats.org/officeDocument/2006/relationships/tags" Target="../tags/tag422.xml"/><Relationship Id="rId28" Type="http://schemas.openxmlformats.org/officeDocument/2006/relationships/tags" Target="../tags/tag427.xml"/><Relationship Id="rId36" Type="http://schemas.openxmlformats.org/officeDocument/2006/relationships/tags" Target="../tags/tag435.xml"/><Relationship Id="rId10" Type="http://schemas.openxmlformats.org/officeDocument/2006/relationships/tags" Target="../tags/tag409.xml"/><Relationship Id="rId19" Type="http://schemas.openxmlformats.org/officeDocument/2006/relationships/tags" Target="../tags/tag418.xml"/><Relationship Id="rId31" Type="http://schemas.openxmlformats.org/officeDocument/2006/relationships/tags" Target="../tags/tag430.xml"/><Relationship Id="rId4" Type="http://schemas.openxmlformats.org/officeDocument/2006/relationships/tags" Target="../tags/tag403.xml"/><Relationship Id="rId9" Type="http://schemas.openxmlformats.org/officeDocument/2006/relationships/tags" Target="../tags/tag408.xml"/><Relationship Id="rId14" Type="http://schemas.openxmlformats.org/officeDocument/2006/relationships/tags" Target="../tags/tag413.xml"/><Relationship Id="rId22" Type="http://schemas.openxmlformats.org/officeDocument/2006/relationships/tags" Target="../tags/tag421.xml"/><Relationship Id="rId27" Type="http://schemas.openxmlformats.org/officeDocument/2006/relationships/tags" Target="../tags/tag426.xml"/><Relationship Id="rId30" Type="http://schemas.openxmlformats.org/officeDocument/2006/relationships/tags" Target="../tags/tag429.xml"/><Relationship Id="rId35" Type="http://schemas.openxmlformats.org/officeDocument/2006/relationships/tags" Target="../tags/tag434.xml"/><Relationship Id="rId8" Type="http://schemas.openxmlformats.org/officeDocument/2006/relationships/tags" Target="../tags/tag407.xml"/><Relationship Id="rId3" Type="http://schemas.openxmlformats.org/officeDocument/2006/relationships/tags" Target="../tags/tag402.xml"/><Relationship Id="rId12" Type="http://schemas.openxmlformats.org/officeDocument/2006/relationships/tags" Target="../tags/tag411.xml"/><Relationship Id="rId17" Type="http://schemas.openxmlformats.org/officeDocument/2006/relationships/tags" Target="../tags/tag416.xml"/><Relationship Id="rId25" Type="http://schemas.openxmlformats.org/officeDocument/2006/relationships/tags" Target="../tags/tag424.xml"/><Relationship Id="rId33" Type="http://schemas.openxmlformats.org/officeDocument/2006/relationships/tags" Target="../tags/tag432.xml"/><Relationship Id="rId38" Type="http://schemas.openxmlformats.org/officeDocument/2006/relationships/tags" Target="../tags/tag43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4.svg"/><Relationship Id="rId2" Type="http://schemas.openxmlformats.org/officeDocument/2006/relationships/image" Target="../media/image104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46.svg"/><Relationship Id="rId4" Type="http://schemas.openxmlformats.org/officeDocument/2006/relationships/image" Target="../media/image1045.svg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3.sv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47.svg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3" Type="http://schemas.openxmlformats.org/officeDocument/2006/relationships/image" Target="../media/image539.svg"/><Relationship Id="rId7" Type="http://schemas.openxmlformats.org/officeDocument/2006/relationships/image" Target="../media/image161.sv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8.svg"/><Relationship Id="rId11" Type="http://schemas.openxmlformats.org/officeDocument/2006/relationships/image" Target="../media/image1050.svg"/><Relationship Id="rId5" Type="http://schemas.openxmlformats.org/officeDocument/2006/relationships/image" Target="../media/image223.svg"/><Relationship Id="rId10" Type="http://schemas.openxmlformats.org/officeDocument/2006/relationships/image" Target="../media/image1011.svg"/><Relationship Id="rId4" Type="http://schemas.openxmlformats.org/officeDocument/2006/relationships/image" Target="../media/image117.svg"/><Relationship Id="rId9" Type="http://schemas.openxmlformats.org/officeDocument/2006/relationships/image" Target="../media/image1049.svg"/></Relationships>
</file>

<file path=ppt/slides/_rels/slide2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3.svg"/><Relationship Id="rId3" Type="http://schemas.openxmlformats.org/officeDocument/2006/relationships/image" Target="../media/image818.svg"/><Relationship Id="rId7" Type="http://schemas.openxmlformats.org/officeDocument/2006/relationships/image" Target="../media/image660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2.svg"/><Relationship Id="rId5" Type="http://schemas.openxmlformats.org/officeDocument/2006/relationships/image" Target="../media/image692.svg"/><Relationship Id="rId10" Type="http://schemas.openxmlformats.org/officeDocument/2006/relationships/image" Target="../media/image643.svg"/><Relationship Id="rId4" Type="http://schemas.openxmlformats.org/officeDocument/2006/relationships/image" Target="../media/image1051.svg"/><Relationship Id="rId9" Type="http://schemas.openxmlformats.org/officeDocument/2006/relationships/image" Target="../media/image1054.svg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5.svg"/><Relationship Id="rId1" Type="http://schemas.openxmlformats.org/officeDocument/2006/relationships/slideLayout" Target="../slideLayouts/slideLayout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4.xml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7.svg"/><Relationship Id="rId3" Type="http://schemas.openxmlformats.org/officeDocument/2006/relationships/tags" Target="../tags/tag442.xml"/><Relationship Id="rId7" Type="http://schemas.openxmlformats.org/officeDocument/2006/relationships/image" Target="../media/image1056.svg"/><Relationship Id="rId2" Type="http://schemas.openxmlformats.org/officeDocument/2006/relationships/tags" Target="../tags/tag441.xml"/><Relationship Id="rId1" Type="http://schemas.openxmlformats.org/officeDocument/2006/relationships/tags" Target="../tags/tag440.xml"/><Relationship Id="rId6" Type="http://schemas.openxmlformats.org/officeDocument/2006/relationships/slideLayout" Target="../slideLayouts/slideLayout4.xml"/><Relationship Id="rId5" Type="http://schemas.openxmlformats.org/officeDocument/2006/relationships/tags" Target="../tags/tag444.xml"/><Relationship Id="rId4" Type="http://schemas.openxmlformats.org/officeDocument/2006/relationships/tags" Target="../tags/tag443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svg"/><Relationship Id="rId2" Type="http://schemas.openxmlformats.org/officeDocument/2006/relationships/image" Target="../media/image1058.sv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61.svg"/><Relationship Id="rId4" Type="http://schemas.openxmlformats.org/officeDocument/2006/relationships/image" Target="../media/image337.svg"/></Relationships>
</file>

<file path=ppt/slides/_rels/slide3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svg"/><Relationship Id="rId3" Type="http://schemas.openxmlformats.org/officeDocument/2006/relationships/image" Target="../media/image70.svg"/><Relationship Id="rId7" Type="http://schemas.openxmlformats.org/officeDocument/2006/relationships/image" Target="../media/image753.svg"/><Relationship Id="rId2" Type="http://schemas.openxmlformats.org/officeDocument/2006/relationships/image" Target="../media/image1061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62.svg"/><Relationship Id="rId5" Type="http://schemas.openxmlformats.org/officeDocument/2006/relationships/image" Target="../media/image941.svg"/><Relationship Id="rId4" Type="http://schemas.openxmlformats.org/officeDocument/2006/relationships/image" Target="../media/image218.svg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openxmlformats.org/officeDocument/2006/relationships/chart" Target="../charts/chart39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4.xml"/><Relationship Id="rId4" Type="http://schemas.openxmlformats.org/officeDocument/2006/relationships/chart" Target="../charts/chart43.xml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4.svg"/><Relationship Id="rId3" Type="http://schemas.openxmlformats.org/officeDocument/2006/relationships/image" Target="../media/image140.svg"/><Relationship Id="rId7" Type="http://schemas.openxmlformats.org/officeDocument/2006/relationships/image" Target="../media/image552.sv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4.svg"/><Relationship Id="rId5" Type="http://schemas.openxmlformats.org/officeDocument/2006/relationships/image" Target="../media/image1063.svg"/><Relationship Id="rId4" Type="http://schemas.openxmlformats.org/officeDocument/2006/relationships/image" Target="../media/image99.svg"/><Relationship Id="rId9" Type="http://schemas.openxmlformats.org/officeDocument/2006/relationships/image" Target="../media/image283.svg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8.xml"/><Relationship Id="rId4" Type="http://schemas.openxmlformats.org/officeDocument/2006/relationships/chart" Target="../charts/chart4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6.svg"/><Relationship Id="rId7" Type="http://schemas.openxmlformats.org/officeDocument/2006/relationships/chart" Target="../charts/chart53.xml"/><Relationship Id="rId2" Type="http://schemas.openxmlformats.org/officeDocument/2006/relationships/image" Target="../media/image1065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2.xml"/><Relationship Id="rId5" Type="http://schemas.openxmlformats.org/officeDocument/2006/relationships/image" Target="../media/image1068.svg"/><Relationship Id="rId4" Type="http://schemas.openxmlformats.org/officeDocument/2006/relationships/image" Target="../media/image1067.svg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sv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1.svg"/><Relationship Id="rId4" Type="http://schemas.openxmlformats.org/officeDocument/2006/relationships/image" Target="../media/image58.svg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7.svg"/><Relationship Id="rId3" Type="http://schemas.openxmlformats.org/officeDocument/2006/relationships/image" Target="../media/image256.svg"/><Relationship Id="rId7" Type="http://schemas.openxmlformats.org/officeDocument/2006/relationships/image" Target="../media/image147.svg"/><Relationship Id="rId2" Type="http://schemas.openxmlformats.org/officeDocument/2006/relationships/image" Target="../media/image33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svg"/><Relationship Id="rId11" Type="http://schemas.openxmlformats.org/officeDocument/2006/relationships/image" Target="../media/image1072.png"/><Relationship Id="rId5" Type="http://schemas.openxmlformats.org/officeDocument/2006/relationships/image" Target="../media/image1071.svg"/><Relationship Id="rId10" Type="http://schemas.openxmlformats.org/officeDocument/2006/relationships/image" Target="../media/image417.svg"/><Relationship Id="rId4" Type="http://schemas.openxmlformats.org/officeDocument/2006/relationships/image" Target="../media/image1070.svg"/><Relationship Id="rId9" Type="http://schemas.openxmlformats.org/officeDocument/2006/relationships/image" Target="../media/image552.svg"/></Relationships>
</file>

<file path=ppt/slides/_rels/slide3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5.svg"/><Relationship Id="rId13" Type="http://schemas.openxmlformats.org/officeDocument/2006/relationships/image" Target="../media/image508.svg"/><Relationship Id="rId3" Type="http://schemas.openxmlformats.org/officeDocument/2006/relationships/tags" Target="../tags/tag447.xml"/><Relationship Id="rId7" Type="http://schemas.openxmlformats.org/officeDocument/2006/relationships/image" Target="../media/image1074.svg"/><Relationship Id="rId12" Type="http://schemas.openxmlformats.org/officeDocument/2006/relationships/image" Target="../media/image549.svg"/><Relationship Id="rId2" Type="http://schemas.openxmlformats.org/officeDocument/2006/relationships/tags" Target="../tags/tag446.xml"/><Relationship Id="rId1" Type="http://schemas.openxmlformats.org/officeDocument/2006/relationships/tags" Target="../tags/tag445.xml"/><Relationship Id="rId6" Type="http://schemas.openxmlformats.org/officeDocument/2006/relationships/image" Target="../media/image1073.svg"/><Relationship Id="rId11" Type="http://schemas.openxmlformats.org/officeDocument/2006/relationships/image" Target="../media/image1077.svg"/><Relationship Id="rId5" Type="http://schemas.openxmlformats.org/officeDocument/2006/relationships/notesSlide" Target="../notesSlides/notesSlide111.xml"/><Relationship Id="rId10" Type="http://schemas.openxmlformats.org/officeDocument/2006/relationships/image" Target="../media/image107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41.svg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7" Type="http://schemas.openxmlformats.org/officeDocument/2006/relationships/image" Target="../media/image153.sv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753.svg"/><Relationship Id="rId4" Type="http://schemas.openxmlformats.org/officeDocument/2006/relationships/image" Target="../media/image99.svg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8.svg"/><Relationship Id="rId5" Type="http://schemas.openxmlformats.org/officeDocument/2006/relationships/image" Target="../media/image259.svg"/><Relationship Id="rId4" Type="http://schemas.openxmlformats.org/officeDocument/2006/relationships/image" Target="../media/image552.svg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svg"/><Relationship Id="rId7" Type="http://schemas.openxmlformats.org/officeDocument/2006/relationships/image" Target="../media/image1080.sv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8.svg"/><Relationship Id="rId5" Type="http://schemas.openxmlformats.org/officeDocument/2006/relationships/image" Target="../media/image1079.svg"/><Relationship Id="rId4" Type="http://schemas.openxmlformats.org/officeDocument/2006/relationships/image" Target="../media/image709.svg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4.svg"/><Relationship Id="rId5" Type="http://schemas.openxmlformats.org/officeDocument/2006/relationships/image" Target="../media/image277.svg"/><Relationship Id="rId4" Type="http://schemas.openxmlformats.org/officeDocument/2006/relationships/image" Target="../media/image700.svg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081.svg"/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4.svg"/><Relationship Id="rId13" Type="http://schemas.openxmlformats.org/officeDocument/2006/relationships/image" Target="../media/image1087.svg"/><Relationship Id="rId18" Type="http://schemas.openxmlformats.org/officeDocument/2006/relationships/image" Target="../media/image780.svg"/><Relationship Id="rId3" Type="http://schemas.openxmlformats.org/officeDocument/2006/relationships/image" Target="../media/image385.svg"/><Relationship Id="rId7" Type="http://schemas.openxmlformats.org/officeDocument/2006/relationships/image" Target="../media/image237.svg"/><Relationship Id="rId12" Type="http://schemas.openxmlformats.org/officeDocument/2006/relationships/image" Target="../media/image1086.svg"/><Relationship Id="rId17" Type="http://schemas.openxmlformats.org/officeDocument/2006/relationships/image" Target="../media/image386.sv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088.svg"/><Relationship Id="rId1" Type="http://schemas.openxmlformats.org/officeDocument/2006/relationships/tags" Target="../tags/tag448.xml"/><Relationship Id="rId6" Type="http://schemas.openxmlformats.org/officeDocument/2006/relationships/image" Target="../media/image1083.svg"/><Relationship Id="rId11" Type="http://schemas.openxmlformats.org/officeDocument/2006/relationships/image" Target="../media/image31.svg"/><Relationship Id="rId5" Type="http://schemas.openxmlformats.org/officeDocument/2006/relationships/image" Target="../media/image176.svg"/><Relationship Id="rId15" Type="http://schemas.openxmlformats.org/officeDocument/2006/relationships/image" Target="../media/image228.svg"/><Relationship Id="rId10" Type="http://schemas.openxmlformats.org/officeDocument/2006/relationships/image" Target="../media/image507.svg"/><Relationship Id="rId4" Type="http://schemas.openxmlformats.org/officeDocument/2006/relationships/image" Target="../media/image1082.svg"/><Relationship Id="rId9" Type="http://schemas.openxmlformats.org/officeDocument/2006/relationships/image" Target="../media/image1085.svg"/><Relationship Id="rId14" Type="http://schemas.openxmlformats.org/officeDocument/2006/relationships/image" Target="../media/image589.svg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6.svg"/><Relationship Id="rId13" Type="http://schemas.openxmlformats.org/officeDocument/2006/relationships/image" Target="../media/image175.svg"/><Relationship Id="rId3" Type="http://schemas.openxmlformats.org/officeDocument/2006/relationships/tags" Target="../tags/tag451.xml"/><Relationship Id="rId7" Type="http://schemas.openxmlformats.org/officeDocument/2006/relationships/image" Target="../media/image508.svg"/><Relationship Id="rId12" Type="http://schemas.openxmlformats.org/officeDocument/2006/relationships/image" Target="../media/image1091.svg"/><Relationship Id="rId17" Type="http://schemas.openxmlformats.org/officeDocument/2006/relationships/image" Target="../media/image1094.svg"/><Relationship Id="rId2" Type="http://schemas.openxmlformats.org/officeDocument/2006/relationships/tags" Target="../tags/tag450.xml"/><Relationship Id="rId16" Type="http://schemas.openxmlformats.org/officeDocument/2006/relationships/image" Target="../media/image1093.svg"/><Relationship Id="rId1" Type="http://schemas.openxmlformats.org/officeDocument/2006/relationships/tags" Target="../tags/tag449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1090.svg"/><Relationship Id="rId5" Type="http://schemas.openxmlformats.org/officeDocument/2006/relationships/tags" Target="../tags/tag453.xml"/><Relationship Id="rId15" Type="http://schemas.openxmlformats.org/officeDocument/2006/relationships/image" Target="../media/image377.svg"/><Relationship Id="rId10" Type="http://schemas.openxmlformats.org/officeDocument/2006/relationships/image" Target="../media/image904.svg"/><Relationship Id="rId4" Type="http://schemas.openxmlformats.org/officeDocument/2006/relationships/tags" Target="../tags/tag452.xml"/><Relationship Id="rId9" Type="http://schemas.openxmlformats.org/officeDocument/2006/relationships/image" Target="../media/image1089.svg"/><Relationship Id="rId14" Type="http://schemas.openxmlformats.org/officeDocument/2006/relationships/image" Target="../media/image1092.svg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5.svg"/><Relationship Id="rId2" Type="http://schemas.openxmlformats.org/officeDocument/2006/relationships/tags" Target="../tags/tag455.xml"/><Relationship Id="rId1" Type="http://schemas.openxmlformats.org/officeDocument/2006/relationships/tags" Target="../tags/tag454.xml"/><Relationship Id="rId6" Type="http://schemas.openxmlformats.org/officeDocument/2006/relationships/image" Target="../media/image1061.svg"/><Relationship Id="rId5" Type="http://schemas.openxmlformats.org/officeDocument/2006/relationships/image" Target="../media/image118.svg"/><Relationship Id="rId10" Type="http://schemas.openxmlformats.org/officeDocument/2006/relationships/image" Target="../media/image1097.svg"/><Relationship Id="rId4" Type="http://schemas.openxmlformats.org/officeDocument/2006/relationships/image" Target="../media/image692.svg"/><Relationship Id="rId9" Type="http://schemas.openxmlformats.org/officeDocument/2006/relationships/image" Target="../media/image782.svg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9.svg"/><Relationship Id="rId13" Type="http://schemas.openxmlformats.org/officeDocument/2006/relationships/image" Target="../media/image779.svg"/><Relationship Id="rId18" Type="http://schemas.openxmlformats.org/officeDocument/2006/relationships/image" Target="../media/image1106.svg"/><Relationship Id="rId3" Type="http://schemas.openxmlformats.org/officeDocument/2006/relationships/image" Target="../media/image58.svg"/><Relationship Id="rId7" Type="http://schemas.openxmlformats.org/officeDocument/2006/relationships/image" Target="../media/image30.svg"/><Relationship Id="rId12" Type="http://schemas.openxmlformats.org/officeDocument/2006/relationships/image" Target="../media/image1102.svg"/><Relationship Id="rId17" Type="http://schemas.openxmlformats.org/officeDocument/2006/relationships/image" Target="../media/image390.svg"/><Relationship Id="rId2" Type="http://schemas.openxmlformats.org/officeDocument/2006/relationships/notesSlide" Target="../notesSlides/notesSlide115.xml"/><Relationship Id="rId16" Type="http://schemas.openxmlformats.org/officeDocument/2006/relationships/image" Target="../media/image110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8.svg"/><Relationship Id="rId11" Type="http://schemas.openxmlformats.org/officeDocument/2006/relationships/image" Target="../media/image1101.svg"/><Relationship Id="rId5" Type="http://schemas.openxmlformats.org/officeDocument/2006/relationships/image" Target="../media/image1098.svg"/><Relationship Id="rId15" Type="http://schemas.openxmlformats.org/officeDocument/2006/relationships/image" Target="../media/image1104.svg"/><Relationship Id="rId10" Type="http://schemas.openxmlformats.org/officeDocument/2006/relationships/image" Target="../media/image903.svg"/><Relationship Id="rId4" Type="http://schemas.openxmlformats.org/officeDocument/2006/relationships/image" Target="../media/image234.svg"/><Relationship Id="rId9" Type="http://schemas.openxmlformats.org/officeDocument/2006/relationships/image" Target="../media/image1100.svg"/><Relationship Id="rId14" Type="http://schemas.openxmlformats.org/officeDocument/2006/relationships/image" Target="../media/image1103.svg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1.svg"/><Relationship Id="rId3" Type="http://schemas.openxmlformats.org/officeDocument/2006/relationships/image" Target="../media/image77.svg"/><Relationship Id="rId7" Type="http://schemas.openxmlformats.org/officeDocument/2006/relationships/image" Target="../media/image1110.svg"/><Relationship Id="rId2" Type="http://schemas.openxmlformats.org/officeDocument/2006/relationships/image" Target="../media/image58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9.svg"/><Relationship Id="rId5" Type="http://schemas.openxmlformats.org/officeDocument/2006/relationships/image" Target="../media/image1108.svg"/><Relationship Id="rId4" Type="http://schemas.openxmlformats.org/officeDocument/2006/relationships/image" Target="../media/image1107.svg"/><Relationship Id="rId9" Type="http://schemas.openxmlformats.org/officeDocument/2006/relationships/image" Target="../media/image1112.svg"/></Relationships>
</file>

<file path=ppt/slides/_rels/slide3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5.svg"/><Relationship Id="rId3" Type="http://schemas.openxmlformats.org/officeDocument/2006/relationships/image" Target="../media/image1113.svg"/><Relationship Id="rId7" Type="http://schemas.openxmlformats.org/officeDocument/2006/relationships/image" Target="../media/image1114.sv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.svg"/><Relationship Id="rId5" Type="http://schemas.openxmlformats.org/officeDocument/2006/relationships/image" Target="../media/image601.svg"/><Relationship Id="rId10" Type="http://schemas.openxmlformats.org/officeDocument/2006/relationships/image" Target="../media/image1117.svg"/><Relationship Id="rId4" Type="http://schemas.openxmlformats.org/officeDocument/2006/relationships/image" Target="../media/image77.svg"/><Relationship Id="rId9" Type="http://schemas.openxmlformats.org/officeDocument/2006/relationships/image" Target="../media/image1116.svg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9.svg"/><Relationship Id="rId7" Type="http://schemas.openxmlformats.org/officeDocument/2006/relationships/image" Target="../media/image1102.svg"/><Relationship Id="rId2" Type="http://schemas.openxmlformats.org/officeDocument/2006/relationships/image" Target="../media/image111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622.svg"/><Relationship Id="rId4" Type="http://schemas.openxmlformats.org/officeDocument/2006/relationships/image" Target="../media/image190.svg"/></Relationships>
</file>

<file path=ppt/slides/_rels/slide3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2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8.svg"/><Relationship Id="rId12" Type="http://schemas.openxmlformats.org/officeDocument/2006/relationships/image" Target="../media/image1126.svg"/><Relationship Id="rId2" Type="http://schemas.openxmlformats.org/officeDocument/2006/relationships/tags" Target="../tags/tag457.xml"/><Relationship Id="rId1" Type="http://schemas.openxmlformats.org/officeDocument/2006/relationships/tags" Target="../tags/tag456.xml"/><Relationship Id="rId6" Type="http://schemas.openxmlformats.org/officeDocument/2006/relationships/image" Target="../media/image1121.svg"/><Relationship Id="rId11" Type="http://schemas.openxmlformats.org/officeDocument/2006/relationships/image" Target="../media/image1125.svg"/><Relationship Id="rId5" Type="http://schemas.openxmlformats.org/officeDocument/2006/relationships/image" Target="../media/image1120.svg"/><Relationship Id="rId10" Type="http://schemas.openxmlformats.org/officeDocument/2006/relationships/image" Target="../media/image1124.svg"/><Relationship Id="rId4" Type="http://schemas.openxmlformats.org/officeDocument/2006/relationships/notesSlide" Target="../notesSlides/notesSlide117.xml"/><Relationship Id="rId9" Type="http://schemas.openxmlformats.org/officeDocument/2006/relationships/image" Target="../media/image1123.svg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svg"/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3.svg"/><Relationship Id="rId13" Type="http://schemas.openxmlformats.org/officeDocument/2006/relationships/image" Target="../media/image1137.svg"/><Relationship Id="rId18" Type="http://schemas.openxmlformats.org/officeDocument/2006/relationships/image" Target="../media/image1141.svg"/><Relationship Id="rId26" Type="http://schemas.openxmlformats.org/officeDocument/2006/relationships/image" Target="../media/image1148.svg"/><Relationship Id="rId3" Type="http://schemas.openxmlformats.org/officeDocument/2006/relationships/image" Target="../media/image1128.svg"/><Relationship Id="rId21" Type="http://schemas.openxmlformats.org/officeDocument/2006/relationships/image" Target="../media/image1144.svg"/><Relationship Id="rId7" Type="http://schemas.openxmlformats.org/officeDocument/2006/relationships/image" Target="../media/image1132.svg"/><Relationship Id="rId12" Type="http://schemas.openxmlformats.org/officeDocument/2006/relationships/image" Target="../media/image1136.svg"/><Relationship Id="rId17" Type="http://schemas.openxmlformats.org/officeDocument/2006/relationships/image" Target="../media/image1140.svg"/><Relationship Id="rId25" Type="http://schemas.openxmlformats.org/officeDocument/2006/relationships/image" Target="../media/image1147.svg"/><Relationship Id="rId2" Type="http://schemas.openxmlformats.org/officeDocument/2006/relationships/image" Target="../media/image1127.svg"/><Relationship Id="rId16" Type="http://schemas.openxmlformats.org/officeDocument/2006/relationships/image" Target="../media/image1139.svg"/><Relationship Id="rId20" Type="http://schemas.openxmlformats.org/officeDocument/2006/relationships/image" Target="../media/image1143.svg"/><Relationship Id="rId29" Type="http://schemas.openxmlformats.org/officeDocument/2006/relationships/image" Target="../media/image115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1.svg"/><Relationship Id="rId11" Type="http://schemas.openxmlformats.org/officeDocument/2006/relationships/image" Target="../media/image1135.svg"/><Relationship Id="rId24" Type="http://schemas.openxmlformats.org/officeDocument/2006/relationships/image" Target="../media/image259.svg"/><Relationship Id="rId5" Type="http://schemas.openxmlformats.org/officeDocument/2006/relationships/image" Target="../media/image1130.svg"/><Relationship Id="rId15" Type="http://schemas.openxmlformats.org/officeDocument/2006/relationships/image" Target="../media/image1138.svg"/><Relationship Id="rId23" Type="http://schemas.openxmlformats.org/officeDocument/2006/relationships/image" Target="../media/image1146.svg"/><Relationship Id="rId28" Type="http://schemas.openxmlformats.org/officeDocument/2006/relationships/image" Target="../media/image1150.svg"/><Relationship Id="rId10" Type="http://schemas.openxmlformats.org/officeDocument/2006/relationships/image" Target="../media/image1134.svg"/><Relationship Id="rId19" Type="http://schemas.openxmlformats.org/officeDocument/2006/relationships/image" Target="../media/image1142.svg"/><Relationship Id="rId31" Type="http://schemas.openxmlformats.org/officeDocument/2006/relationships/image" Target="../media/image1153.svg"/><Relationship Id="rId4" Type="http://schemas.openxmlformats.org/officeDocument/2006/relationships/image" Target="../media/image1129.svg"/><Relationship Id="rId9" Type="http://schemas.openxmlformats.org/officeDocument/2006/relationships/image" Target="../media/image1133.svg"/><Relationship Id="rId14" Type="http://schemas.openxmlformats.org/officeDocument/2006/relationships/image" Target="../media/image1070.svg"/><Relationship Id="rId22" Type="http://schemas.openxmlformats.org/officeDocument/2006/relationships/image" Target="../media/image1145.svg"/><Relationship Id="rId27" Type="http://schemas.openxmlformats.org/officeDocument/2006/relationships/image" Target="../media/image1149.svg"/><Relationship Id="rId30" Type="http://schemas.openxmlformats.org/officeDocument/2006/relationships/image" Target="../media/image1152.svg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0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54.svg"/><Relationship Id="rId4" Type="http://schemas.openxmlformats.org/officeDocument/2006/relationships/image" Target="../media/image117.svg"/></Relationships>
</file>

<file path=ppt/slides/_rels/slide3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3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581.png"/><Relationship Id="rId7" Type="http://schemas.openxmlformats.org/officeDocument/2006/relationships/image" Target="../media/image1156.sv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5.svg"/><Relationship Id="rId11" Type="http://schemas.openxmlformats.org/officeDocument/2006/relationships/image" Target="../media/image70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3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59.xml"/><Relationship Id="rId1" Type="http://schemas.openxmlformats.org/officeDocument/2006/relationships/tags" Target="../tags/tag458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461.xml"/><Relationship Id="rId16" Type="http://schemas.openxmlformats.org/officeDocument/2006/relationships/image" Target="../media/image566.svg"/><Relationship Id="rId1" Type="http://schemas.openxmlformats.org/officeDocument/2006/relationships/tags" Target="../tags/tag46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3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3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.xml"/><Relationship Id="rId3" Type="http://schemas.openxmlformats.org/officeDocument/2006/relationships/tags" Target="../tags/tag464.xml"/><Relationship Id="rId7" Type="http://schemas.openxmlformats.org/officeDocument/2006/relationships/tags" Target="../tags/tag468.xml"/><Relationship Id="rId2" Type="http://schemas.openxmlformats.org/officeDocument/2006/relationships/tags" Target="../tags/tag463.xml"/><Relationship Id="rId1" Type="http://schemas.openxmlformats.org/officeDocument/2006/relationships/tags" Target="../tags/tag462.xml"/><Relationship Id="rId6" Type="http://schemas.openxmlformats.org/officeDocument/2006/relationships/tags" Target="../tags/tag467.xml"/><Relationship Id="rId5" Type="http://schemas.openxmlformats.org/officeDocument/2006/relationships/tags" Target="../tags/tag466.xml"/><Relationship Id="rId10" Type="http://schemas.openxmlformats.org/officeDocument/2006/relationships/image" Target="../media/image1158.png"/><Relationship Id="rId4" Type="http://schemas.openxmlformats.org/officeDocument/2006/relationships/tags" Target="../tags/tag465.xml"/><Relationship Id="rId9" Type="http://schemas.openxmlformats.org/officeDocument/2006/relationships/image" Target="../media/image1157.png"/></Relationships>
</file>

<file path=ppt/slides/_rels/slide3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0.png"/><Relationship Id="rId3" Type="http://schemas.openxmlformats.org/officeDocument/2006/relationships/tags" Target="../tags/tag471.xml"/><Relationship Id="rId7" Type="http://schemas.openxmlformats.org/officeDocument/2006/relationships/image" Target="../media/image1159.png"/><Relationship Id="rId12" Type="http://schemas.openxmlformats.org/officeDocument/2006/relationships/image" Target="../media/image1162.svg"/><Relationship Id="rId2" Type="http://schemas.openxmlformats.org/officeDocument/2006/relationships/tags" Target="../tags/tag470.xml"/><Relationship Id="rId1" Type="http://schemas.openxmlformats.org/officeDocument/2006/relationships/tags" Target="../tags/tag469.xml"/><Relationship Id="rId6" Type="http://schemas.openxmlformats.org/officeDocument/2006/relationships/chart" Target="../charts/chart54.xml"/><Relationship Id="rId11" Type="http://schemas.openxmlformats.org/officeDocument/2006/relationships/image" Target="../media/image602.svg"/><Relationship Id="rId5" Type="http://schemas.openxmlformats.org/officeDocument/2006/relationships/slideLayout" Target="../slideLayouts/slideLayout4.xml"/><Relationship Id="rId10" Type="http://schemas.openxmlformats.org/officeDocument/2006/relationships/image" Target="../media/image807.svg"/><Relationship Id="rId4" Type="http://schemas.openxmlformats.org/officeDocument/2006/relationships/tags" Target="../tags/tag472.xml"/><Relationship Id="rId9" Type="http://schemas.openxmlformats.org/officeDocument/2006/relationships/image" Target="../media/image1161.svg"/></Relationships>
</file>

<file path=ppt/slides/_rels/slide3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9.png"/><Relationship Id="rId13" Type="http://schemas.openxmlformats.org/officeDocument/2006/relationships/image" Target="../media/image1172.svg"/><Relationship Id="rId3" Type="http://schemas.openxmlformats.org/officeDocument/2006/relationships/image" Target="../media/image1164.svg"/><Relationship Id="rId7" Type="http://schemas.openxmlformats.org/officeDocument/2006/relationships/image" Target="../media/image1168.png"/><Relationship Id="rId12" Type="http://schemas.openxmlformats.org/officeDocument/2006/relationships/image" Target="../media/image680.svg"/><Relationship Id="rId2" Type="http://schemas.openxmlformats.org/officeDocument/2006/relationships/image" Target="../media/image116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7.svg"/><Relationship Id="rId11" Type="http://schemas.openxmlformats.org/officeDocument/2006/relationships/image" Target="../media/image145.svg"/><Relationship Id="rId5" Type="http://schemas.openxmlformats.org/officeDocument/2006/relationships/image" Target="../media/image1166.svg"/><Relationship Id="rId10" Type="http://schemas.openxmlformats.org/officeDocument/2006/relationships/image" Target="../media/image1171.png"/><Relationship Id="rId4" Type="http://schemas.openxmlformats.org/officeDocument/2006/relationships/image" Target="../media/image1165.svg"/><Relationship Id="rId9" Type="http://schemas.openxmlformats.org/officeDocument/2006/relationships/image" Target="../media/image1170.png"/></Relationships>
</file>

<file path=ppt/slides/_rels/slide3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5.svg"/><Relationship Id="rId3" Type="http://schemas.openxmlformats.org/officeDocument/2006/relationships/image" Target="../media/image1174.svg"/><Relationship Id="rId7" Type="http://schemas.openxmlformats.org/officeDocument/2006/relationships/image" Target="../media/image1165.svg"/><Relationship Id="rId2" Type="http://schemas.openxmlformats.org/officeDocument/2006/relationships/image" Target="../media/image117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6.svg"/><Relationship Id="rId5" Type="http://schemas.openxmlformats.org/officeDocument/2006/relationships/image" Target="../media/image221.svg"/><Relationship Id="rId4" Type="http://schemas.openxmlformats.org/officeDocument/2006/relationships/image" Target="../media/image228.svg"/></Relationships>
</file>

<file path=ppt/slides/_rels/slide3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9.svg"/><Relationship Id="rId3" Type="http://schemas.openxmlformats.org/officeDocument/2006/relationships/image" Target="../media/image1177.svg"/><Relationship Id="rId7" Type="http://schemas.openxmlformats.org/officeDocument/2006/relationships/image" Target="../media/image1178.svg"/><Relationship Id="rId2" Type="http://schemas.openxmlformats.org/officeDocument/2006/relationships/image" Target="../media/image1176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3.svg"/><Relationship Id="rId5" Type="http://schemas.openxmlformats.org/officeDocument/2006/relationships/image" Target="../media/image836.svg"/><Relationship Id="rId4" Type="http://schemas.openxmlformats.org/officeDocument/2006/relationships/image" Target="../media/image222.svg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svg"/><Relationship Id="rId3" Type="http://schemas.openxmlformats.org/officeDocument/2006/relationships/image" Target="../media/image1183.png"/><Relationship Id="rId7" Type="http://schemas.openxmlformats.org/officeDocument/2006/relationships/image" Target="../media/image1187.svg"/><Relationship Id="rId2" Type="http://schemas.openxmlformats.org/officeDocument/2006/relationships/image" Target="../media/image1182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6.svg"/><Relationship Id="rId5" Type="http://schemas.openxmlformats.org/officeDocument/2006/relationships/image" Target="../media/image1185.svg"/><Relationship Id="rId10" Type="http://schemas.openxmlformats.org/officeDocument/2006/relationships/image" Target="../media/image1190.svg"/><Relationship Id="rId4" Type="http://schemas.openxmlformats.org/officeDocument/2006/relationships/image" Target="../media/image1184.png"/><Relationship Id="rId9" Type="http://schemas.openxmlformats.org/officeDocument/2006/relationships/image" Target="../media/image1189.svg"/></Relationships>
</file>

<file path=ppt/slides/slide1.xml><?xml version="1.0" encoding="utf-8"?>
<p:sld xmlns:a="http://schemas.openxmlformats.org/drawingml/2006/main" xmlns:ns2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ns2:creationId val="565532"/>
      </p:ext>
    </p:extLst>
  </p:cSld>
  <p:clrMapOvr>
    <a:masterClrMapping/>
  </p:clrMapOvr>
</p:sld>
</file>

<file path=ppt/slides/slide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F5BA3D5-E015-1998-4168-C807D1A83A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D8BEDE-252A-5E14-450C-E56D91F23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5A443321-7220-A646-5FF4-8FC3BE375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48857"/>
            <a:ext cx="11522075" cy="403459"/>
          </a:xfrm>
        </p:spPr>
        <p:txBody>
          <a:bodyPr anchor="b">
            <a:normAutofit/>
          </a:bodyPr>
          <a:lstStyle/>
          <a:p>
            <a:r>
              <a:rPr lang="ja-JP" altLang="en-US" sz="1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XX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Strategy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DX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endParaRPr lang="en-US" altLang="ja-JP" sz="1800" b="1" dirty="0">
              <a:solidFill>
                <a:srgbClr val="008000"/>
              </a:solidFill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2A9743B6-E7F2-EC07-5CEE-25FD6442E383}"/>
              </a:ext>
            </a:extLst>
          </p:cNvPr>
          <p:cNvGrpSpPr/>
          <p:nvPr/>
        </p:nvGrpSpPr>
        <p:grpSpPr>
          <a:xfrm>
            <a:off x="334962" y="1741163"/>
            <a:ext cx="11507865" cy="4572543"/>
            <a:chOff x="334962" y="1741163"/>
            <a:chExt cx="11507865" cy="4572543"/>
          </a:xfrm>
        </p:grpSpPr>
        <p:sp>
          <p:nvSpPr>
            <p:cNvPr id="86" name="テキスト ボックス 85">
              <a:extLst>
                <a:ext uri="{FF2B5EF4-FFF2-40B4-BE49-F238E27FC236}">
                  <ns2:creationId id="{9066C6E5-A4DE-DC28-7370-D5FF83143CBA}"/>
                </a:ext>
              </a:extLst>
            </p:cNvPr>
            <p:cNvSpPr txBox="1"/>
            <p:nvPr/>
          </p:nvSpPr>
          <p:spPr>
            <a:xfrm>
              <a:off x="984937" y="4419795"/>
              <a:ext cx="1259999" cy="386054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numCol="1" rtlCol="0">
              <a:sp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新規開拓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lvl="1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入札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AB5D7B7-449C-D625-F90D-8B3B5BD20570}"/>
                </a:ext>
              </a:extLst>
            </p:cNvPr>
            <p:cNvSpPr txBox="1"/>
            <p:nvPr/>
          </p:nvSpPr>
          <p:spPr>
            <a:xfrm>
              <a:off x="986971" y="4983869"/>
              <a:ext cx="1260000" cy="8589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</a:t>
              </a: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86778E17-5932-1355-6C81-9F0B288CD4B4}"/>
                </a:ext>
              </a:extLst>
            </p:cNvPr>
            <p:cNvSpPr txBox="1"/>
            <p:nvPr/>
          </p:nvSpPr>
          <p:spPr>
            <a:xfrm>
              <a:off x="2295259" y="5506696"/>
              <a:ext cx="1332000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KGI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1768F737-A9FA-1D0F-BBF9-9D4ED828E7C8}"/>
                </a:ext>
              </a:extLst>
            </p:cNvPr>
            <p:cNvSpPr/>
            <p:nvPr/>
          </p:nvSpPr>
          <p:spPr>
            <a:xfrm>
              <a:off x="984938" y="4355445"/>
              <a:ext cx="952447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en-US" altLang="ja-JP" sz="900" dirty="0" err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B15931C3-B922-084F-4EBD-E3127DF82193}"/>
                </a:ext>
              </a:extLst>
            </p:cNvPr>
            <p:cNvSpPr/>
            <p:nvPr/>
          </p:nvSpPr>
          <p:spPr>
            <a:xfrm>
              <a:off x="984939" y="4913713"/>
              <a:ext cx="11486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9BA14A7D-27A1-6824-C0BA-9B1F01844637}"/>
                </a:ext>
              </a:extLst>
            </p:cNvPr>
            <p:cNvSpPr/>
            <p:nvPr/>
          </p:nvSpPr>
          <p:spPr>
            <a:xfrm>
              <a:off x="2295259" y="5431821"/>
              <a:ext cx="9889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718A9EFE-572D-3E3E-3701-2DA7AB915912}"/>
                </a:ext>
              </a:extLst>
            </p:cNvPr>
            <p:cNvSpPr txBox="1"/>
            <p:nvPr/>
          </p:nvSpPr>
          <p:spPr>
            <a:xfrm>
              <a:off x="3610687" y="1857288"/>
              <a:ext cx="1944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90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5BD22C40-8C95-B6FF-1661-87E8CA0EB474}"/>
                </a:ext>
              </a:extLst>
            </p:cNvPr>
            <p:cNvSpPr/>
            <p:nvPr/>
          </p:nvSpPr>
          <p:spPr>
            <a:xfrm>
              <a:off x="3637778" y="1787074"/>
              <a:ext cx="648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80230167-912A-FEDE-B430-BF9B0EA5BF66}"/>
                </a:ext>
              </a:extLst>
            </p:cNvPr>
            <p:cNvSpPr txBox="1"/>
            <p:nvPr/>
          </p:nvSpPr>
          <p:spPr>
            <a:xfrm>
              <a:off x="5661260" y="1857288"/>
              <a:ext cx="1188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36000" tIns="90000" rIns="36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4625" indent="-762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FB85099F-1E58-46D3-9D0C-9821E25C1DF9}"/>
                </a:ext>
              </a:extLst>
            </p:cNvPr>
            <p:cNvSpPr/>
            <p:nvPr/>
          </p:nvSpPr>
          <p:spPr>
            <a:xfrm>
              <a:off x="5693515" y="1769929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966322FA-E49E-F34A-FFF5-9F73B6828FD1}"/>
                </a:ext>
              </a:extLst>
            </p:cNvPr>
            <p:cNvSpPr txBox="1"/>
            <p:nvPr/>
          </p:nvSpPr>
          <p:spPr>
            <a:xfrm>
              <a:off x="3610687" y="3007392"/>
              <a:ext cx="3238573" cy="46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144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8FC14903-80EE-1D1B-FADB-63A01075A8A8}"/>
                </a:ext>
              </a:extLst>
            </p:cNvPr>
            <p:cNvSpPr txBox="1"/>
            <p:nvPr/>
          </p:nvSpPr>
          <p:spPr>
            <a:xfrm>
              <a:off x="5049292" y="3115392"/>
              <a:ext cx="1942168" cy="360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rtlCol="0">
              <a:noAutofit/>
            </a:bodyPr>
            <a:lstStyle/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3" name="四角形: 角を丸くする 92">
              <a:extLst>
                <a:ext uri="{FF2B5EF4-FFF2-40B4-BE49-F238E27FC236}">
                  <ns2:creationId id="{A37364DC-1143-0750-72CB-2FAAE6D1CA93}"/>
                </a:ext>
              </a:extLst>
            </p:cNvPr>
            <p:cNvSpPr/>
            <p:nvPr/>
          </p:nvSpPr>
          <p:spPr>
            <a:xfrm>
              <a:off x="3637778" y="2937808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AI</a:t>
              </a: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6211432-D8B2-C6BF-D63A-79B118FD8994}"/>
                </a:ext>
              </a:extLst>
            </p:cNvPr>
            <p:cNvSpPr txBox="1"/>
            <p:nvPr/>
          </p:nvSpPr>
          <p:spPr>
            <a:xfrm>
              <a:off x="7667426" y="4658099"/>
              <a:ext cx="1980000" cy="1180154"/>
            </a:xfrm>
            <a:prstGeom prst="rect">
              <a:avLst/>
            </a:prstGeom>
            <a:noFill/>
            <a:ln>
              <a:solidFill>
                <a:srgbClr val="008000">
                  <a:alpha val="80000"/>
                </a:srgbClr>
              </a:solidFill>
            </a:ln>
          </p:spPr>
          <p:txBody>
            <a:bodyPr wrap="square" lIns="36000" tIns="144000" rIns="36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kumimoji="1"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5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b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</a:b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9" name="テキスト ボックス 58">
              <a:extLst>
                <a:ext uri="{FF2B5EF4-FFF2-40B4-BE49-F238E27FC236}">
                  <ns2:creationId id="{42A9A947-EF70-1785-F116-BF72F66D2496}"/>
                </a:ext>
              </a:extLst>
            </p:cNvPr>
            <p:cNvSpPr txBox="1"/>
            <p:nvPr/>
          </p:nvSpPr>
          <p:spPr>
            <a:xfrm>
              <a:off x="10181406" y="2682123"/>
              <a:ext cx="1656000" cy="108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90000" tIns="180000" rIns="90000" bIns="72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62FA2EB-DD20-6530-DC43-9AA5504B1ACD}"/>
                </a:ext>
              </a:extLst>
            </p:cNvPr>
            <p:cNvSpPr/>
            <p:nvPr/>
          </p:nvSpPr>
          <p:spPr>
            <a:xfrm>
              <a:off x="10214332" y="2576412"/>
              <a:ext cx="792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05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矢印: 五方向 5">
              <a:extLst>
                <a:ext uri="{FF2B5EF4-FFF2-40B4-BE49-F238E27FC236}">
                  <ns2:creationId id="{D0C37A66-C6E7-5BA6-5E95-5F7B304157DC}"/>
                </a:ext>
              </a:extLst>
            </p:cNvPr>
            <p:cNvSpPr/>
            <p:nvPr/>
          </p:nvSpPr>
          <p:spPr>
            <a:xfrm>
              <a:off x="334962" y="3956156"/>
              <a:ext cx="3088079" cy="360000"/>
            </a:xfrm>
            <a:prstGeom prst="homePlat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" name="矢印: 山形 6">
              <a:extLst>
                <a:ext uri="{FF2B5EF4-FFF2-40B4-BE49-F238E27FC236}">
                  <ns2:creationId id="{83A5EE0C-E955-FB92-5D53-2B6A027BC0DE}"/>
                </a:ext>
              </a:extLst>
            </p:cNvPr>
            <p:cNvSpPr/>
            <p:nvPr/>
          </p:nvSpPr>
          <p:spPr>
            <a:xfrm>
              <a:off x="3316929" y="3956156"/>
              <a:ext cx="3982946" cy="360000"/>
            </a:xfrm>
            <a:prstGeom prst="chevron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72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矢印: 山形 7">
              <a:extLst>
                <a:ext uri="{FF2B5EF4-FFF2-40B4-BE49-F238E27FC236}">
                  <ns2:creationId id="{EBECCBC2-BF3D-563C-6F29-EE8822905A13}"/>
                </a:ext>
              </a:extLst>
            </p:cNvPr>
            <p:cNvSpPr/>
            <p:nvPr/>
          </p:nvSpPr>
          <p:spPr>
            <a:xfrm>
              <a:off x="7172929" y="3956156"/>
              <a:ext cx="2740422" cy="360000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8572D973-8F72-5177-B7E9-8697748A0B53}"/>
                </a:ext>
              </a:extLst>
            </p:cNvPr>
            <p:cNvSpPr/>
            <p:nvPr/>
          </p:nvSpPr>
          <p:spPr>
            <a:xfrm>
              <a:off x="9790827" y="3956156"/>
              <a:ext cx="2052000" cy="360000"/>
            </a:xfrm>
            <a:prstGeom prst="chevron">
              <a:avLst/>
            </a:prstGeom>
            <a:solidFill>
              <a:srgbClr val="008000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テキスト ボックス 17">
              <a:extLst>
                <a:ext uri="{FF2B5EF4-FFF2-40B4-BE49-F238E27FC236}">
                  <ns2:creationId id="{0C6C361E-C18A-9D32-F80F-35C564BE73B1}"/>
                </a:ext>
              </a:extLst>
            </p:cNvPr>
            <p:cNvSpPr txBox="1"/>
            <p:nvPr/>
          </p:nvSpPr>
          <p:spPr>
            <a:xfrm>
              <a:off x="351247" y="3615261"/>
              <a:ext cx="756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>
                  <a:solidFill>
                    <a:srgbClr val="008000"/>
                  </a:solidFill>
                  <a:latin typeface="+mn-ea"/>
                </a:rPr>
                <a:t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a:t>
              </a:r>
            </a:p>
          </p:txBody>
        </p:sp>
        <p:grpSp>
          <p:nvGrpSpPr>
            <p:cNvPr id="36" name="グループ化 35">
              <a:extLst>
                <a:ext uri="{FF2B5EF4-FFF2-40B4-BE49-F238E27FC236}">
                  <ns2:creationId id="{70AC01BA-817F-26E7-4F72-2587968F69A6}"/>
                </a:ext>
              </a:extLst>
            </p:cNvPr>
            <p:cNvGrpSpPr/>
            <p:nvPr/>
          </p:nvGrpSpPr>
          <p:grpSpPr>
            <a:xfrm>
              <a:off x="3398373" y="4330754"/>
              <a:ext cx="2226996" cy="360001"/>
              <a:chOff x="3300399" y="4567107"/>
              <a:chExt cx="2226996" cy="360001"/>
            </a:xfrm>
          </p:grpSpPr>
          <p:grpSp>
            <p:nvGrpSpPr>
              <p:cNvPr id="34" name="グループ化 33">
                <a:extLst>
                  <a:ext uri="{FF2B5EF4-FFF2-40B4-BE49-F238E27FC236}">
                    <ns2:creationId id="{7D9259AE-A6DC-DEA4-9A47-08F3CF5C4D1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2C5F60AA-5773-AFD3-4AC3-36682585E0F7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2" name="直線コネクタ 31">
                  <a:extLst>
                    <a:ext uri="{FF2B5EF4-FFF2-40B4-BE49-F238E27FC236}">
                      <ns2:creationId id="{2516110A-1A03-9104-DD67-F3A456ABE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5" name="正方形/長方形 34">
                <a:extLst>
                  <a:ext uri="{FF2B5EF4-FFF2-40B4-BE49-F238E27FC236}">
                    <ns2:creationId id="{8BCA7B13-55D1-F6C6-622C-F6290F6D5C9A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44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EC0F2CA5-397D-085B-E4F6-1EAA483CEEE7}"/>
                </a:ext>
              </a:extLst>
            </p:cNvPr>
            <p:cNvGrpSpPr/>
            <p:nvPr/>
          </p:nvGrpSpPr>
          <p:grpSpPr>
            <a:xfrm>
              <a:off x="7202925" y="3543351"/>
              <a:ext cx="2553081" cy="360001"/>
              <a:chOff x="6343673" y="3532465"/>
              <a:chExt cx="2553081" cy="360001"/>
            </a:xfrm>
          </p:grpSpPr>
          <p:grpSp>
            <p:nvGrpSpPr>
              <p:cNvPr id="38" name="グループ化 37">
                <a:extLst>
                  <a:ext uri="{FF2B5EF4-FFF2-40B4-BE49-F238E27FC236}">
                    <ns2:creationId id="{56D9C75E-74AB-95FC-0FCB-54EF677344EA}"/>
                  </a:ext>
                </a:extLst>
              </p:cNvPr>
              <p:cNvGrpSpPr/>
              <p:nvPr/>
            </p:nvGrpSpPr>
            <p:grpSpPr>
              <a:xfrm>
                <a:off x="6343673" y="3532465"/>
                <a:ext cx="756000" cy="360001"/>
                <a:chOff x="3300399" y="4567107"/>
                <a:chExt cx="756000" cy="360001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876478A9-BF1B-9A21-14FF-DDCD36A7335E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A8DCC85A-02B3-E848-9EA0-4678659BBF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正方形/長方形 38">
                <a:extLst>
                  <a:ext uri="{FF2B5EF4-FFF2-40B4-BE49-F238E27FC236}">
                    <ns2:creationId id="{ECBA2900-1D5C-512B-C8F8-F5C376C6BF3E}"/>
                  </a:ext>
                </a:extLst>
              </p:cNvPr>
              <p:cNvSpPr/>
              <p:nvPr/>
            </p:nvSpPr>
            <p:spPr>
              <a:xfrm>
                <a:off x="7130667" y="3532465"/>
                <a:ext cx="176608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200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CEB916C7-7E45-DA52-7C4F-34C1FF2FA257}"/>
                </a:ext>
              </a:extLst>
            </p:cNvPr>
            <p:cNvGrpSpPr/>
            <p:nvPr/>
          </p:nvGrpSpPr>
          <p:grpSpPr>
            <a:xfrm>
              <a:off x="9868708" y="4336150"/>
              <a:ext cx="1866996" cy="360001"/>
              <a:chOff x="3300399" y="4567107"/>
              <a:chExt cx="1866996" cy="360001"/>
            </a:xfrm>
          </p:grpSpPr>
          <p:grpSp>
            <p:nvGrpSpPr>
              <p:cNvPr id="44" name="グループ化 43">
                <a:extLst>
                  <a:ext uri="{FF2B5EF4-FFF2-40B4-BE49-F238E27FC236}">
                    <ns2:creationId id="{764E3C81-E0C1-B68E-EAC8-1F7F0A347F0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99FD10F7-77B3-BBB9-46EC-FD18E7A4D06F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7" name="直線コネクタ 46">
                  <a:extLst>
                    <a:ext uri="{FF2B5EF4-FFF2-40B4-BE49-F238E27FC236}">
                      <ns2:creationId id="{AA4F460F-4E48-AD19-B77A-6DE3390F9E3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" name="正方形/長方形 44">
                <a:extLst>
                  <a:ext uri="{FF2B5EF4-FFF2-40B4-BE49-F238E27FC236}">
                    <ns2:creationId id="{76FC3B57-805D-92F6-8B66-1B225995F0C2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538E533-B671-DB53-5FAD-2BACC4970163}"/>
                </a:ext>
              </a:extLst>
            </p:cNvPr>
            <p:cNvGrpSpPr/>
            <p:nvPr/>
          </p:nvGrpSpPr>
          <p:grpSpPr>
            <a:xfrm>
              <a:off x="842749" y="4288972"/>
              <a:ext cx="108000" cy="2023092"/>
              <a:chOff x="842749" y="4288972"/>
              <a:chExt cx="108000" cy="2023092"/>
            </a:xfrm>
          </p:grpSpPr>
          <p:cxnSp>
            <p:nvCxnSpPr>
              <p:cNvPr id="12" name="直線コネクタ 11">
                <a:extLst>
                  <a:ext uri="{FF2B5EF4-FFF2-40B4-BE49-F238E27FC236}">
                    <ns2:creationId id="{19381E08-EE8D-0F42-6033-F6A0894E50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6749" y="4396972"/>
                <a:ext cx="0" cy="1915092"/>
              </a:xfrm>
              <a:prstGeom prst="line">
                <a:avLst/>
              </a:prstGeom>
              <a:ln w="3810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楕円 13">
                <a:extLst>
                  <a:ext uri="{FF2B5EF4-FFF2-40B4-BE49-F238E27FC236}">
                    <ns2:creationId id="{B066B1A7-1756-EC78-9ED0-398296C652EF}"/>
                  </a:ext>
                </a:extLst>
              </p:cNvPr>
              <p:cNvSpPr/>
              <p:nvPr/>
            </p:nvSpPr>
            <p:spPr>
              <a:xfrm>
                <a:off x="842749" y="6203560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6" name="楕円 25">
                <a:extLst>
                  <a:ext uri="{FF2B5EF4-FFF2-40B4-BE49-F238E27FC236}">
                    <ns2:creationId id="{04038691-0BA7-0CAC-74CB-D81FB66CFE44}"/>
                  </a:ext>
                </a:extLst>
              </p:cNvPr>
              <p:cNvSpPr/>
              <p:nvPr/>
            </p:nvSpPr>
            <p:spPr>
              <a:xfrm>
                <a:off x="842749" y="4288972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58" name="楕円 57">
                <a:extLst>
                  <a:ext uri="{FF2B5EF4-FFF2-40B4-BE49-F238E27FC236}">
                    <ns2:creationId id="{C7552EAF-7075-2FE9-F924-BB017A99EE55}"/>
                  </a:ext>
                </a:extLst>
              </p:cNvPr>
              <p:cNvSpPr/>
              <p:nvPr/>
            </p:nvSpPr>
            <p:spPr>
              <a:xfrm>
                <a:off x="842749" y="4749648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E8929E8E-136A-3CD1-3C43-7FDFC5E65329}"/>
                  </a:ext>
                </a:extLst>
              </p:cNvPr>
              <p:cNvSpPr/>
              <p:nvPr/>
            </p:nvSpPr>
            <p:spPr>
              <a:xfrm>
                <a:off x="842749" y="5878409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20" name="四角形: 角を丸くする 119">
              <a:extLst>
                <a:ext uri="{FF2B5EF4-FFF2-40B4-BE49-F238E27FC236}">
                  <ns2:creationId id="{36AC870F-C030-0460-840F-BD5C817EB615}"/>
                </a:ext>
              </a:extLst>
            </p:cNvPr>
            <p:cNvSpPr/>
            <p:nvPr/>
          </p:nvSpPr>
          <p:spPr>
            <a:xfrm>
              <a:off x="7702819" y="4549272"/>
              <a:ext cx="540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FB1331C-F2E3-A782-3EE9-EA99396B9259}"/>
                </a:ext>
              </a:extLst>
            </p:cNvPr>
            <p:cNvSpPr/>
            <p:nvPr/>
          </p:nvSpPr>
          <p:spPr>
            <a:xfrm>
              <a:off x="351247" y="472092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DBA8CD5A-BC25-B0BB-7F92-4ABB40F3252D}"/>
                </a:ext>
              </a:extLst>
            </p:cNvPr>
            <p:cNvSpPr/>
            <p:nvPr/>
          </p:nvSpPr>
          <p:spPr>
            <a:xfrm>
              <a:off x="351247" y="583825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FE69EEEF-721C-1D66-1D63-458B34931252}"/>
                </a:ext>
              </a:extLst>
            </p:cNvPr>
            <p:cNvSpPr/>
            <p:nvPr/>
          </p:nvSpPr>
          <p:spPr>
            <a:xfrm>
              <a:off x="351247" y="6133706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42051BD1-7A0E-6C3C-12FD-F182B98594CC}"/>
                </a:ext>
              </a:extLst>
            </p:cNvPr>
            <p:cNvGrpSpPr/>
            <p:nvPr/>
          </p:nvGrpSpPr>
          <p:grpSpPr>
            <a:xfrm>
              <a:off x="2929583" y="1741163"/>
              <a:ext cx="621000" cy="2262012"/>
              <a:chOff x="2929583" y="1741163"/>
              <a:chExt cx="621000" cy="226201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BF59AD7F-F34A-E93A-EAF2-F716251F78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496583" y="1745900"/>
                <a:ext cx="0" cy="2232000"/>
              </a:xfrm>
              <a:prstGeom prst="line">
                <a:avLst/>
              </a:prstGeom>
              <a:ln w="38100">
                <a:solidFill>
                  <a:srgbClr val="008000">
                    <a:alpha val="6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楕円 14">
                <a:extLst>
                  <a:ext uri="{FF2B5EF4-FFF2-40B4-BE49-F238E27FC236}">
                    <ns2:creationId id="{93422239-C9F0-0C82-B096-230C73CD7322}"/>
                  </a:ext>
                </a:extLst>
              </p:cNvPr>
              <p:cNvSpPr/>
              <p:nvPr/>
            </p:nvSpPr>
            <p:spPr>
              <a:xfrm>
                <a:off x="3442583" y="1741163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DD0077A0-A7EF-66E6-E54C-121FCA301090}"/>
                  </a:ext>
                </a:extLst>
              </p:cNvPr>
              <p:cNvSpPr/>
              <p:nvPr/>
            </p:nvSpPr>
            <p:spPr>
              <a:xfrm>
                <a:off x="3442583" y="3895175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4" name="楕円 83">
                <a:extLst>
                  <a:ext uri="{FF2B5EF4-FFF2-40B4-BE49-F238E27FC236}">
                    <ns2:creationId id="{A838752F-579B-50A2-93AD-6990A95C280A}"/>
                  </a:ext>
                </a:extLst>
              </p:cNvPr>
              <p:cNvSpPr/>
              <p:nvPr/>
            </p:nvSpPr>
            <p:spPr>
              <a:xfrm>
                <a:off x="3442583" y="3197937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A36B7F37-0CB8-E894-5AD9-A177141F3B7D}"/>
                  </a:ext>
                </a:extLst>
              </p:cNvPr>
              <p:cNvSpPr/>
              <p:nvPr/>
            </p:nvSpPr>
            <p:spPr>
              <a:xfrm>
                <a:off x="2929583" y="1752036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3FEE14C-8F84-C98C-E5E4-72F3FC248F3F}"/>
                  </a:ext>
                </a:extLst>
              </p:cNvPr>
              <p:cNvSpPr/>
              <p:nvPr/>
            </p:nvSpPr>
            <p:spPr>
              <a:xfrm>
                <a:off x="2929583" y="3162582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89" name="テキスト ボックス 88">
              <a:extLst>
                <a:ext uri="{FF2B5EF4-FFF2-40B4-BE49-F238E27FC236}">
                  <ns2:creationId id="{E551FC8F-D6E2-B6A2-9C56-E49A121CA794}"/>
                </a:ext>
              </a:extLst>
            </p:cNvPr>
            <p:cNvSpPr txBox="1"/>
            <p:nvPr/>
          </p:nvSpPr>
          <p:spPr>
            <a:xfrm>
              <a:off x="3610687" y="3606314"/>
              <a:ext cx="3238573" cy="252000"/>
            </a:xfrm>
            <a:prstGeom prst="rect">
              <a:avLst/>
            </a:prstGeom>
            <a:noFill/>
            <a:ln w="9525"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90000" bIns="36000" numCol="2" rtlCol="0" anchor="ctr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3105F0A8-800E-9A84-F8E6-D6E4EF526C66}"/>
                </a:ext>
              </a:extLst>
            </p:cNvPr>
            <p:cNvSpPr/>
            <p:nvPr/>
          </p:nvSpPr>
          <p:spPr>
            <a:xfrm>
              <a:off x="3637777" y="3533122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C65D458B-0C05-227A-C514-2E305CA31650}"/>
                </a:ext>
              </a:extLst>
            </p:cNvPr>
            <p:cNvSpPr txBox="1"/>
            <p:nvPr/>
          </p:nvSpPr>
          <p:spPr>
            <a:xfrm>
              <a:off x="5049292" y="3641258"/>
              <a:ext cx="1841798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numCol="2" rtlCol="0"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263525" indent="-171450"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1" name="テキスト ボックス 90">
              <a:extLst>
                <a:ext uri="{FF2B5EF4-FFF2-40B4-BE49-F238E27FC236}">
                  <ns2:creationId id="{F0DA2ECF-FFA2-5CE0-4199-E35A91D23FD2}"/>
                </a:ext>
              </a:extLst>
            </p:cNvPr>
            <p:cNvSpPr txBox="1"/>
            <p:nvPr/>
          </p:nvSpPr>
          <p:spPr>
            <a:xfrm>
              <a:off x="3610687" y="2654556"/>
              <a:ext cx="3238573" cy="252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72000" bIns="36000" rtlCol="0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14A3EF94-E0FA-7EBC-AFCC-49495F755A3C}"/>
                </a:ext>
              </a:extLst>
            </p:cNvPr>
            <p:cNvSpPr/>
            <p:nvPr/>
          </p:nvSpPr>
          <p:spPr>
            <a:xfrm>
              <a:off x="3637778" y="2582436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rtlCol="0" anchor="ctr"/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8E2A62BE-A348-6C1D-E2E2-E0210BE36323}"/>
                </a:ext>
              </a:extLst>
            </p:cNvPr>
            <p:cNvGrpSpPr/>
            <p:nvPr/>
          </p:nvGrpSpPr>
          <p:grpSpPr>
            <a:xfrm>
              <a:off x="7461023" y="4247341"/>
              <a:ext cx="108000" cy="1858601"/>
              <a:chOff x="7461023" y="4247341"/>
              <a:chExt cx="108000" cy="1858601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DFE5F6C6-23F7-D137-45C7-677AA2D1A98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15023" y="4252827"/>
                <a:ext cx="0" cy="1800000"/>
              </a:xfrm>
              <a:prstGeom prst="line">
                <a:avLst/>
              </a:prstGeom>
              <a:solidFill>
                <a:srgbClr val="008000">
                  <a:alpha val="80000"/>
                </a:srgbClr>
              </a:solidFill>
              <a:ln w="38100">
                <a:solidFill>
                  <a:srgbClr val="008000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楕円 15">
                <a:extLst>
                  <a:ext uri="{FF2B5EF4-FFF2-40B4-BE49-F238E27FC236}">
                    <ns2:creationId id="{909163E6-0CDC-C2FD-E47F-0A7F82F9C62F}"/>
                  </a:ext>
                </a:extLst>
              </p:cNvPr>
              <p:cNvSpPr/>
              <p:nvPr/>
            </p:nvSpPr>
            <p:spPr>
              <a:xfrm>
                <a:off x="7461023" y="5997942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6D0123EC-338D-9FCB-73C7-ED2001F7067F}"/>
                  </a:ext>
                </a:extLst>
              </p:cNvPr>
              <p:cNvSpPr/>
              <p:nvPr/>
            </p:nvSpPr>
            <p:spPr>
              <a:xfrm>
                <a:off x="7461023" y="4247341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5" name="正方形/長方形 134">
              <a:extLst>
                <a:ext uri="{FF2B5EF4-FFF2-40B4-BE49-F238E27FC236}">
                  <ns2:creationId id="{5E41D513-B7B8-4328-6309-6A5DB935F242}"/>
                </a:ext>
              </a:extLst>
            </p:cNvPr>
            <p:cNvSpPr/>
            <p:nvPr/>
          </p:nvSpPr>
          <p:spPr>
            <a:xfrm>
              <a:off x="7008149" y="596831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EA2272C7-4115-DC28-B569-7712157F4B6D}"/>
                </a:ext>
              </a:extLst>
            </p:cNvPr>
            <p:cNvGrpSpPr/>
            <p:nvPr/>
          </p:nvGrpSpPr>
          <p:grpSpPr>
            <a:xfrm>
              <a:off x="9974727" y="2194758"/>
              <a:ext cx="108001" cy="1805707"/>
              <a:chOff x="9974727" y="2194758"/>
              <a:chExt cx="108001" cy="1805707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6D99AC9-2E25-149A-DD53-A29092AB0B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28727" y="2265596"/>
                <a:ext cx="0" cy="1695304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楕円 16">
                <a:extLst>
                  <a:ext uri="{FF2B5EF4-FFF2-40B4-BE49-F238E27FC236}">
                    <ns2:creationId id="{60FFB7C9-EE90-A9F7-F72F-AF6F429424B7}"/>
                  </a:ext>
                </a:extLst>
              </p:cNvPr>
              <p:cNvSpPr/>
              <p:nvPr/>
            </p:nvSpPr>
            <p:spPr>
              <a:xfrm>
                <a:off x="9974727" y="2194758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CAFAF031-E034-B0E4-130E-43ED8CBBBC94}"/>
                  </a:ext>
                </a:extLst>
              </p:cNvPr>
              <p:cNvSpPr/>
              <p:nvPr/>
            </p:nvSpPr>
            <p:spPr>
              <a:xfrm>
                <a:off x="9974728" y="3892465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6" name="正方形/長方形 135">
              <a:extLst>
                <a:ext uri="{FF2B5EF4-FFF2-40B4-BE49-F238E27FC236}">
                  <ns2:creationId id="{19E50774-D24A-035E-2392-187E23FCD794}"/>
                </a:ext>
              </a:extLst>
            </p:cNvPr>
            <p:cNvSpPr/>
            <p:nvPr/>
          </p:nvSpPr>
          <p:spPr>
            <a:xfrm>
              <a:off x="9477841" y="2175595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9167BFEF-581D-223D-B959-519459640466}"/>
                </a:ext>
              </a:extLst>
            </p:cNvPr>
            <p:cNvSpPr/>
            <p:nvPr/>
          </p:nvSpPr>
          <p:spPr>
            <a:xfrm>
              <a:off x="5049292" y="2690556"/>
              <a:ext cx="86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3:creationId val="3637802195"/>
      </p:ext>
    </p:extLst>
  </p:cSld>
  <p:clrMapOvr>
    <a:masterClrMapping/>
  </p:clrMapOvr>
</p:sld>
</file>

<file path=ppt/slides/slide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5123656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92" name="右中かっこ 191"/>
          <p:cNvSpPr/>
          <p:nvPr/>
        </p:nvSpPr>
        <p:spPr>
          <a:xfrm>
            <a:off x="10795518" y="1882817"/>
            <a:ext cx="120354" cy="4425908"/>
          </a:xfrm>
          <a:prstGeom prst="rightBrac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546" name="グループ化 545">
            <a:extLst>
              <a:ext uri="{FF2B5EF4-FFF2-40B4-BE49-F238E27FC236}">
                <ns2:creationId id="{5FA9C98A-E889-C8D7-7B70-584A6AB9694C}"/>
              </a:ext>
            </a:extLst>
          </p:cNvPr>
          <p:cNvGrpSpPr/>
          <p:nvPr/>
        </p:nvGrpSpPr>
        <p:grpSpPr>
          <a:xfrm>
            <a:off x="3349312" y="2357560"/>
            <a:ext cx="2246997" cy="3868549"/>
            <a:chOff x="3349312" y="2357560"/>
            <a:chExt cx="2246997" cy="3868549"/>
          </a:xfrm>
        </p:grpSpPr>
        <p:sp>
          <p:nvSpPr>
            <p:cNvPr id="59" name="正方形/長方形 58"/>
            <p:cNvSpPr/>
            <p:nvPr/>
          </p:nvSpPr>
          <p:spPr>
            <a:xfrm>
              <a:off x="3349312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PM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1" name="正方形/長方形 80"/>
            <p:cNvSpPr/>
            <p:nvPr/>
          </p:nvSpPr>
          <p:spPr>
            <a:xfrm>
              <a:off x="3349312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/>
            <p:cNvSpPr/>
            <p:nvPr/>
          </p:nvSpPr>
          <p:spPr>
            <a:xfrm>
              <a:off x="3349312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3" name="正方形/長方形 92"/>
            <p:cNvSpPr/>
            <p:nvPr/>
          </p:nvSpPr>
          <p:spPr>
            <a:xfrm>
              <a:off x="3349312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1" name="Straight Connector 34">
              <a:extLst>
                <a:ext uri="{FF2B5EF4-FFF2-40B4-BE49-F238E27FC236}">
                  <ns2:creationId id="{04ACCF43-AE1F-353F-AE64-045D143836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38">
              <a:extLst>
                <a:ext uri="{FF2B5EF4-FFF2-40B4-BE49-F238E27FC236}">
                  <ns2:creationId id="{1EEE15ED-0D44-BD1A-3B70-D0D1D977B2B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/>
            <p:cNvSpPr/>
            <p:nvPr/>
          </p:nvSpPr>
          <p:spPr>
            <a:xfrm>
              <a:off x="4516309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正方形/長方形 81"/>
            <p:cNvSpPr/>
            <p:nvPr/>
          </p:nvSpPr>
          <p:spPr>
            <a:xfrm>
              <a:off x="4516309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4" name="正方形/長方形 83"/>
            <p:cNvSpPr/>
            <p:nvPr/>
          </p:nvSpPr>
          <p:spPr>
            <a:xfrm>
              <a:off x="4516309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4" name="正方形/長方形 93"/>
            <p:cNvSpPr/>
            <p:nvPr/>
          </p:nvSpPr>
          <p:spPr>
            <a:xfrm>
              <a:off x="4516309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6" name="Straight Connector 34">
              <a:extLst>
                <a:ext uri="{FF2B5EF4-FFF2-40B4-BE49-F238E27FC236}">
                  <ns2:creationId id="{663FE5CB-16B9-BF61-4B08-8DE762D58F35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38">
              <a:extLst>
                <a:ext uri="{FF2B5EF4-FFF2-40B4-BE49-F238E27FC236}">
                  <ns2:creationId id="{97A4E75B-7F33-7B5E-DC09-8FF089368DA3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グループ化 59">
            <a:extLst>
              <a:ext uri="{FF2B5EF4-FFF2-40B4-BE49-F238E27FC236}">
                <ns2:creationId id="{5F11EA81-1443-1E4E-2E06-7E6C9CEDFC77}"/>
              </a:ext>
            </a:extLst>
          </p:cNvPr>
          <p:cNvGrpSpPr/>
          <p:nvPr/>
        </p:nvGrpSpPr>
        <p:grpSpPr>
          <a:xfrm>
            <a:off x="2313053" y="2515609"/>
            <a:ext cx="867748" cy="3710501"/>
            <a:chOff x="2313053" y="2515609"/>
            <a:chExt cx="867748" cy="3710501"/>
          </a:xfrm>
        </p:grpSpPr>
        <p:sp>
          <p:nvSpPr>
            <p:cNvPr id="4" name="正方形/長方形 3"/>
            <p:cNvSpPr/>
            <p:nvPr/>
          </p:nvSpPr>
          <p:spPr>
            <a:xfrm>
              <a:off x="2313053" y="251560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" name="正方形/長方形 4"/>
            <p:cNvSpPr/>
            <p:nvPr/>
          </p:nvSpPr>
          <p:spPr>
            <a:xfrm>
              <a:off x="2313053" y="264431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" name="正方形/長方形 6"/>
            <p:cNvSpPr/>
            <p:nvPr/>
          </p:nvSpPr>
          <p:spPr>
            <a:xfrm>
              <a:off x="2313053" y="277302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正方形/長方形 7"/>
            <p:cNvSpPr/>
            <p:nvPr/>
          </p:nvSpPr>
          <p:spPr>
            <a:xfrm>
              <a:off x="2313053" y="290173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" name="正方形/長方形 8"/>
            <p:cNvSpPr/>
            <p:nvPr/>
          </p:nvSpPr>
          <p:spPr>
            <a:xfrm>
              <a:off x="2313053" y="303044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" name="正方形/長方形 9"/>
            <p:cNvSpPr/>
            <p:nvPr/>
          </p:nvSpPr>
          <p:spPr>
            <a:xfrm>
              <a:off x="2313053" y="315915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正方形/長方形 10"/>
            <p:cNvSpPr/>
            <p:nvPr/>
          </p:nvSpPr>
          <p:spPr>
            <a:xfrm>
              <a:off x="2313053" y="328786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2" name="正方形/長方形 11"/>
            <p:cNvSpPr/>
            <p:nvPr/>
          </p:nvSpPr>
          <p:spPr>
            <a:xfrm>
              <a:off x="2313053" y="341657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" name="正方形/長方形 12"/>
            <p:cNvSpPr/>
            <p:nvPr/>
          </p:nvSpPr>
          <p:spPr>
            <a:xfrm>
              <a:off x="2313053" y="354528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/>
            <p:cNvSpPr/>
            <p:nvPr/>
          </p:nvSpPr>
          <p:spPr>
            <a:xfrm>
              <a:off x="2313053" y="367399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" name="正方形/長方形 14"/>
            <p:cNvSpPr/>
            <p:nvPr/>
          </p:nvSpPr>
          <p:spPr>
            <a:xfrm>
              <a:off x="2313053" y="380270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2313053" y="393141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2313053" y="406012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8" name="正方形/長方形 17"/>
            <p:cNvSpPr/>
            <p:nvPr/>
          </p:nvSpPr>
          <p:spPr>
            <a:xfrm>
              <a:off x="2313053" y="418883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313053" y="4317543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313053" y="4446252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313053" y="458104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313053" y="4709751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/>
            <p:cNvSpPr/>
            <p:nvPr/>
          </p:nvSpPr>
          <p:spPr>
            <a:xfrm>
              <a:off x="2313053" y="483846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" name="正方形/長方形 25"/>
            <p:cNvSpPr/>
            <p:nvPr/>
          </p:nvSpPr>
          <p:spPr>
            <a:xfrm>
              <a:off x="2313053" y="496716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正方形/長方形 26"/>
            <p:cNvSpPr/>
            <p:nvPr/>
          </p:nvSpPr>
          <p:spPr>
            <a:xfrm>
              <a:off x="2313053" y="509587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8" name="正方形/長方形 27"/>
            <p:cNvSpPr/>
            <p:nvPr/>
          </p:nvSpPr>
          <p:spPr>
            <a:xfrm>
              <a:off x="2313053" y="522458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/>
            <p:cNvSpPr/>
            <p:nvPr/>
          </p:nvSpPr>
          <p:spPr>
            <a:xfrm>
              <a:off x="2313053" y="535329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0" name="正方形/長方形 29"/>
            <p:cNvSpPr/>
            <p:nvPr/>
          </p:nvSpPr>
          <p:spPr>
            <a:xfrm>
              <a:off x="2313053" y="548200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1" name="正方形/長方形 30"/>
            <p:cNvSpPr/>
            <p:nvPr/>
          </p:nvSpPr>
          <p:spPr>
            <a:xfrm>
              <a:off x="2313053" y="561071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/>
            <p:cNvSpPr/>
            <p:nvPr/>
          </p:nvSpPr>
          <p:spPr>
            <a:xfrm>
              <a:off x="2313053" y="573942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/>
            <p:cNvSpPr/>
            <p:nvPr/>
          </p:nvSpPr>
          <p:spPr>
            <a:xfrm>
              <a:off x="2313053" y="586813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正方形/長方形 33"/>
            <p:cNvSpPr/>
            <p:nvPr/>
          </p:nvSpPr>
          <p:spPr>
            <a:xfrm>
              <a:off x="2313053" y="5996845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5" name="正方形/長方形 34"/>
            <p:cNvSpPr/>
            <p:nvPr/>
          </p:nvSpPr>
          <p:spPr>
            <a:xfrm>
              <a:off x="2313053" y="612555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9EF4F1E9-C376-6549-382A-DC071AB659B7}"/>
              </a:ext>
            </a:extLst>
          </p:cNvPr>
          <p:cNvGrpSpPr/>
          <p:nvPr/>
        </p:nvGrpSpPr>
        <p:grpSpPr>
          <a:xfrm>
            <a:off x="1324008" y="2515609"/>
            <a:ext cx="867748" cy="486683"/>
            <a:chOff x="1324008" y="2515609"/>
            <a:chExt cx="867748" cy="486683"/>
          </a:xfrm>
        </p:grpSpPr>
        <p:pic>
          <p:nvPicPr>
            <p:cNvPr id="511" name="グラフィックス 510" descr="フローチャート 単色塗りつぶし">
              <a:extLst>
                <a:ext uri="{FF2B5EF4-FFF2-40B4-BE49-F238E27FC236}">
                  <ns2:creationId id="{FA7FA706-0FEC-C7BE-91CF-4F44E1558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357842" y="2650950"/>
              <a:ext cx="216000" cy="216000"/>
            </a:xfrm>
            <a:prstGeom prst="rect">
              <a:avLst/>
            </a:prstGeom>
          </p:spPr>
        </p:pic>
        <p:sp>
          <p:nvSpPr>
            <p:cNvPr id="42" name="正方形/長方形 41"/>
            <p:cNvSpPr/>
            <p:nvPr/>
          </p:nvSpPr>
          <p:spPr>
            <a:xfrm>
              <a:off x="1324008" y="2515609"/>
              <a:ext cx="867748" cy="486683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21" name="グループ化 20">
            <a:extLst>
              <a:ext uri="{FF2B5EF4-FFF2-40B4-BE49-F238E27FC236}">
                <ns2:creationId id="{678D05AA-4F01-452E-3944-2DBD7A8F5A6B}"/>
              </a:ext>
            </a:extLst>
          </p:cNvPr>
          <p:cNvGrpSpPr/>
          <p:nvPr/>
        </p:nvGrpSpPr>
        <p:grpSpPr>
          <a:xfrm>
            <a:off x="1324008" y="3030447"/>
            <a:ext cx="867748" cy="744102"/>
            <a:chOff x="1324008" y="3030447"/>
            <a:chExt cx="867748" cy="744102"/>
          </a:xfrm>
        </p:grpSpPr>
        <p:pic>
          <p:nvPicPr>
            <p:cNvPr id="509" name="グラフィックス 508" descr="社員証 単色塗りつぶし">
              <a:extLst>
                <a:ext uri="{FF2B5EF4-FFF2-40B4-BE49-F238E27FC236}">
                  <ns2:creationId id="{1C42AB4C-CC0F-78E3-2557-F4711C76F8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357842" y="3294498"/>
              <a:ext cx="216000" cy="216000"/>
            </a:xfrm>
            <a:prstGeom prst="rect">
              <a:avLst/>
            </a:prstGeom>
          </p:spPr>
        </p:pic>
        <p:sp>
          <p:nvSpPr>
            <p:cNvPr id="43" name="正方形/長方形 42"/>
            <p:cNvSpPr/>
            <p:nvPr/>
          </p:nvSpPr>
          <p:spPr>
            <a:xfrm>
              <a:off x="1324008" y="3030447"/>
              <a:ext cx="867748" cy="74410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81AD21BD-C7D8-8550-B522-F37784FEC955}"/>
              </a:ext>
            </a:extLst>
          </p:cNvPr>
          <p:cNvGrpSpPr/>
          <p:nvPr/>
        </p:nvGrpSpPr>
        <p:grpSpPr>
          <a:xfrm>
            <a:off x="1324008" y="3802705"/>
            <a:ext cx="867748" cy="357975"/>
            <a:chOff x="1324008" y="3802705"/>
            <a:chExt cx="867748" cy="357975"/>
          </a:xfrm>
        </p:grpSpPr>
        <p:pic>
          <p:nvPicPr>
            <p:cNvPr id="499" name="グラフィックス 498" descr="ビーカー 単色塗りつぶし">
              <a:extLst>
                <a:ext uri="{FF2B5EF4-FFF2-40B4-BE49-F238E27FC236}">
                  <ns2:creationId id="{5D5EAF2D-A28D-707F-D224-FB2D4E1707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357842" y="3873692"/>
              <a:ext cx="216000" cy="216000"/>
            </a:xfrm>
            <a:prstGeom prst="rect">
              <a:avLst/>
            </a:prstGeom>
          </p:spPr>
        </p:pic>
        <p:sp>
          <p:nvSpPr>
            <p:cNvPr id="44" name="正方形/長方形 43"/>
            <p:cNvSpPr/>
            <p:nvPr/>
          </p:nvSpPr>
          <p:spPr>
            <a:xfrm>
              <a:off x="1324008" y="3802705"/>
              <a:ext cx="867748" cy="357975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1" name="グループ化 40">
            <a:extLst>
              <a:ext uri="{FF2B5EF4-FFF2-40B4-BE49-F238E27FC236}">
                <ns2:creationId id="{53DD1907-E7B7-94E2-6340-DC35763BA2F5}"/>
              </a:ext>
            </a:extLst>
          </p:cNvPr>
          <p:cNvGrpSpPr/>
          <p:nvPr/>
        </p:nvGrpSpPr>
        <p:grpSpPr>
          <a:xfrm>
            <a:off x="1324008" y="4188834"/>
            <a:ext cx="867748" cy="229264"/>
            <a:chOff x="1324008" y="4188834"/>
            <a:chExt cx="867748" cy="229264"/>
          </a:xfrm>
        </p:grpSpPr>
        <p:pic>
          <p:nvPicPr>
            <p:cNvPr id="495" name="グラフィックス 494" descr="箱 単色塗りつぶし">
              <a:extLst>
                <a:ext uri="{FF2B5EF4-FFF2-40B4-BE49-F238E27FC236}">
                  <ns2:creationId id="{8D69D9CE-8FA5-EEB0-BB09-4652867335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357842" y="4195466"/>
              <a:ext cx="216000" cy="216000"/>
            </a:xfrm>
            <a:prstGeom prst="rect">
              <a:avLst/>
            </a:prstGeom>
          </p:spPr>
        </p:pic>
        <p:sp>
          <p:nvSpPr>
            <p:cNvPr id="45" name="正方形/長方形 44"/>
            <p:cNvSpPr/>
            <p:nvPr/>
          </p:nvSpPr>
          <p:spPr>
            <a:xfrm>
              <a:off x="1324008" y="4188834"/>
              <a:ext cx="867748" cy="229264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DBC540B6-73EF-F76A-6D6A-C141D2689613}"/>
              </a:ext>
            </a:extLst>
          </p:cNvPr>
          <p:cNvGrpSpPr/>
          <p:nvPr/>
        </p:nvGrpSpPr>
        <p:grpSpPr>
          <a:xfrm>
            <a:off x="1324008" y="4446031"/>
            <a:ext cx="867748" cy="229264"/>
            <a:chOff x="1324008" y="4446031"/>
            <a:chExt cx="867748" cy="229264"/>
          </a:xfrm>
        </p:grpSpPr>
        <p:pic>
          <p:nvPicPr>
            <p:cNvPr id="517" name="グラフィックス 516" descr="優良在庫 単色塗りつぶし">
              <a:extLst>
                <a:ext uri="{FF2B5EF4-FFF2-40B4-BE49-F238E27FC236}">
                  <ns2:creationId id="{7BDBBF64-0F52-F084-01C0-06C1F89579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357842" y="4452663"/>
              <a:ext cx="216000" cy="216000"/>
            </a:xfrm>
            <a:prstGeom prst="rect">
              <a:avLst/>
            </a:prstGeom>
          </p:spPr>
        </p:pic>
        <p:sp>
          <p:nvSpPr>
            <p:cNvPr id="46" name="正方形/長方形 45"/>
            <p:cNvSpPr/>
            <p:nvPr/>
          </p:nvSpPr>
          <p:spPr>
            <a:xfrm>
              <a:off x="1324008" y="4446031"/>
              <a:ext cx="867748" cy="22926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4" name="グループ化 53">
            <a:extLst>
              <a:ext uri="{FF2B5EF4-FFF2-40B4-BE49-F238E27FC236}">
                <ns2:creationId id="{AF7A0F69-9604-4387-5CD6-6D5ED67F821D}"/>
              </a:ext>
            </a:extLst>
          </p:cNvPr>
          <p:cNvGrpSpPr/>
          <p:nvPr/>
        </p:nvGrpSpPr>
        <p:grpSpPr>
          <a:xfrm>
            <a:off x="1324008" y="4703668"/>
            <a:ext cx="867748" cy="364055"/>
            <a:chOff x="1324008" y="4703668"/>
            <a:chExt cx="867748" cy="364055"/>
          </a:xfrm>
        </p:grpSpPr>
        <p:pic>
          <p:nvPicPr>
            <p:cNvPr id="491" name="グラフィックス 490" descr="生産 単色塗りつぶし">
              <a:extLst>
                <a:ext uri="{FF2B5EF4-FFF2-40B4-BE49-F238E27FC236}">
                  <ns2:creationId id="{8E557811-9581-F14A-D61E-ED7F911CB6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357842" y="4777695"/>
              <a:ext cx="216000" cy="216000"/>
            </a:xfrm>
            <a:prstGeom prst="rect">
              <a:avLst/>
            </a:prstGeom>
          </p:spPr>
        </p:pic>
        <p:sp>
          <p:nvSpPr>
            <p:cNvPr id="47" name="正方形/長方形 46"/>
            <p:cNvSpPr/>
            <p:nvPr/>
          </p:nvSpPr>
          <p:spPr>
            <a:xfrm>
              <a:off x="1324008" y="4703668"/>
              <a:ext cx="867748" cy="36405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4BA25562-E347-B9BF-5691-B058B823C92B}"/>
              </a:ext>
            </a:extLst>
          </p:cNvPr>
          <p:cNvGrpSpPr/>
          <p:nvPr/>
        </p:nvGrpSpPr>
        <p:grpSpPr>
          <a:xfrm>
            <a:off x="1324008" y="5095879"/>
            <a:ext cx="867748" cy="486682"/>
            <a:chOff x="1324008" y="5095879"/>
            <a:chExt cx="867748" cy="486682"/>
          </a:xfrm>
        </p:grpSpPr>
        <p:pic>
          <p:nvPicPr>
            <p:cNvPr id="493" name="グラフィックス 492" descr="トラック 単色塗りつぶし">
              <a:extLst>
                <a:ext uri="{FF2B5EF4-FFF2-40B4-BE49-F238E27FC236}">
                  <ns2:creationId id="{3DCD142F-FD67-C79C-7A79-7B0C32217A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1357842" y="5231220"/>
              <a:ext cx="216000" cy="216000"/>
            </a:xfrm>
            <a:prstGeom prst="rect">
              <a:avLst/>
            </a:prstGeom>
          </p:spPr>
        </p:pic>
        <p:sp>
          <p:nvSpPr>
            <p:cNvPr id="48" name="正方形/長方形 47"/>
            <p:cNvSpPr/>
            <p:nvPr/>
          </p:nvSpPr>
          <p:spPr>
            <a:xfrm>
              <a:off x="1324008" y="5095879"/>
              <a:ext cx="867748" cy="486682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6" name="グループ化 55">
            <a:extLst>
              <a:ext uri="{FF2B5EF4-FFF2-40B4-BE49-F238E27FC236}">
                <ns2:creationId id="{CD173DA2-A63B-781F-EF02-A37592CA9778}"/>
              </a:ext>
            </a:extLst>
          </p:cNvPr>
          <p:cNvGrpSpPr/>
          <p:nvPr/>
        </p:nvGrpSpPr>
        <p:grpSpPr>
          <a:xfrm>
            <a:off x="1324008" y="5610717"/>
            <a:ext cx="867748" cy="357974"/>
            <a:chOff x="1324008" y="5610717"/>
            <a:chExt cx="867748" cy="357974"/>
          </a:xfrm>
        </p:grpSpPr>
        <p:pic>
          <p:nvPicPr>
            <p:cNvPr id="497" name="グラフィックス 496" descr="事業の成長 単色塗りつぶし">
              <a:extLst>
                <a:ext uri="{FF2B5EF4-FFF2-40B4-BE49-F238E27FC236}">
                  <ns2:creationId id="{090057E1-9C90-20D6-8672-C26F5E2100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357842" y="5681704"/>
              <a:ext cx="216000" cy="216000"/>
            </a:xfrm>
            <a:prstGeom prst="rect">
              <a:avLst/>
            </a:prstGeom>
          </p:spPr>
        </p:pic>
        <p:sp>
          <p:nvSpPr>
            <p:cNvPr id="49" name="正方形/長方形 48"/>
            <p:cNvSpPr/>
            <p:nvPr/>
          </p:nvSpPr>
          <p:spPr>
            <a:xfrm>
              <a:off x="1324008" y="5610717"/>
              <a:ext cx="867748" cy="35797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7" name="グループ化 56">
            <a:extLst>
              <a:ext uri="{FF2B5EF4-FFF2-40B4-BE49-F238E27FC236}">
                <ns2:creationId id="{26B8DBEB-12FF-87D0-3F92-6A7FE8BD7031}"/>
              </a:ext>
            </a:extLst>
          </p:cNvPr>
          <p:cNvGrpSpPr/>
          <p:nvPr/>
        </p:nvGrpSpPr>
        <p:grpSpPr>
          <a:xfrm>
            <a:off x="1324008" y="5996846"/>
            <a:ext cx="867748" cy="229265"/>
            <a:chOff x="1324008" y="5996846"/>
            <a:chExt cx="867748" cy="229265"/>
          </a:xfrm>
        </p:grpSpPr>
        <p:pic>
          <p:nvPicPr>
            <p:cNvPr id="515" name="グラフィックス 514" descr="手当て 単色塗りつぶし">
              <a:extLst>
                <a:ext uri="{FF2B5EF4-FFF2-40B4-BE49-F238E27FC236}">
                  <ns2:creationId id="{432A6ADA-7BC8-2822-5790-46729EC6D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357842" y="6003478"/>
              <a:ext cx="216000" cy="216000"/>
            </a:xfrm>
            <a:prstGeom prst="rect">
              <a:avLst/>
            </a:prstGeom>
          </p:spPr>
        </p:pic>
        <p:sp>
          <p:nvSpPr>
            <p:cNvPr id="50" name="正方形/長方形 49"/>
            <p:cNvSpPr/>
            <p:nvPr/>
          </p:nvSpPr>
          <p:spPr>
            <a:xfrm>
              <a:off x="1324008" y="5996846"/>
              <a:ext cx="867748" cy="22926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51" name="正方形/長方形 50"/>
          <p:cNvSpPr/>
          <p:nvPr/>
        </p:nvSpPr>
        <p:spPr>
          <a:xfrm>
            <a:off x="334963" y="2515609"/>
            <a:ext cx="867748" cy="1902488"/>
          </a:xfrm>
          <a:prstGeom prst="rect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2" name="正方形/長方形 51"/>
          <p:cNvSpPr/>
          <p:nvPr/>
        </p:nvSpPr>
        <p:spPr>
          <a:xfrm>
            <a:off x="334963" y="4446251"/>
            <a:ext cx="867748" cy="177985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84" name="グループ化 483">
            <a:extLst>
              <a:ext uri="{FF2B5EF4-FFF2-40B4-BE49-F238E27FC236}">
                <ns2:creationId id="{873F4DE1-2A38-9095-969B-3780FF872525}"/>
              </a:ext>
            </a:extLst>
          </p:cNvPr>
          <p:cNvGrpSpPr/>
          <p:nvPr/>
        </p:nvGrpSpPr>
        <p:grpSpPr>
          <a:xfrm>
            <a:off x="10489038" y="1050138"/>
            <a:ext cx="1368000" cy="665374"/>
            <a:chOff x="10489038" y="1050138"/>
            <a:chExt cx="1368000" cy="665374"/>
          </a:xfrm>
        </p:grpSpPr>
        <p:sp>
          <p:nvSpPr>
            <p:cNvPr id="22" name="Rechteck 19">
              <a:extLst>
                <a:ext uri="{FF2B5EF4-FFF2-40B4-BE49-F238E27FC236}">
                  <ns2:creationId id="{9AA36D89-D8F2-2E66-7D5C-9B515A1EC8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10489038" y="1050138"/>
              <a:ext cx="1368000" cy="180000"/>
            </a:xfrm>
            <a:prstGeom prst="rect">
              <a:avLst/>
            </a:prstGeom>
            <a:solidFill>
              <a:schemeClr val="accent6"/>
            </a:solidFill>
            <a:ln w="9525" cmpd="sng">
              <a:solidFill>
                <a:schemeClr val="accent6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C9E1CB8E-0848-9E85-6DA5-F80DD24D76EF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489038" y="1230137"/>
              <a:ext cx="1368000" cy="485375"/>
            </a:xfrm>
            <a:prstGeom prst="rect">
              <a:avLst/>
            </a:prstGeom>
            <a:ln w="9525" cmpd="sng">
              <a:solidFill>
                <a:schemeClr val="accent6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485" name="グループ化 484">
            <a:extLst>
              <a:ext uri="{FF2B5EF4-FFF2-40B4-BE49-F238E27FC236}">
                <ns2:creationId id="{A55057D6-01E4-3C79-C150-D26D1F894742}"/>
              </a:ext>
            </a:extLst>
          </p:cNvPr>
          <p:cNvGrpSpPr/>
          <p:nvPr/>
        </p:nvGrpSpPr>
        <p:grpSpPr>
          <a:xfrm>
            <a:off x="10993038" y="3609695"/>
            <a:ext cx="864000" cy="972152"/>
            <a:chOff x="10993038" y="3550514"/>
            <a:chExt cx="864000" cy="972152"/>
          </a:xfrm>
        </p:grpSpPr>
        <p:sp>
          <p:nvSpPr>
            <p:cNvPr id="37" name="Rechteck 19">
              <a:extLst>
                <a:ext uri="{FF2B5EF4-FFF2-40B4-BE49-F238E27FC236}">
                  <ns2:creationId id="{3C35DFF0-A111-9B82-977A-1D214B0B01B3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0993038" y="3550514"/>
              <a:ext cx="864000" cy="390292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chemeClr val="accent5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Text Placeholder 7">
              <a:extLst>
                <a:ext uri="{FF2B5EF4-FFF2-40B4-BE49-F238E27FC236}">
                  <ns2:creationId id="{CD51E9B2-CFA8-085F-ECF6-1B15B080320A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993038" y="3940806"/>
              <a:ext cx="864000" cy="58186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45" name="グループ化 544">
            <a:extLst>
              <a:ext uri="{FF2B5EF4-FFF2-40B4-BE49-F238E27FC236}">
                <ns2:creationId id="{E165F826-CC18-01D5-2C40-4F8264B397B9}"/>
              </a:ext>
            </a:extLst>
          </p:cNvPr>
          <p:cNvGrpSpPr/>
          <p:nvPr/>
        </p:nvGrpSpPr>
        <p:grpSpPr>
          <a:xfrm>
            <a:off x="3287579" y="1894870"/>
            <a:ext cx="2370462" cy="4413854"/>
            <a:chOff x="3287579" y="1894870"/>
            <a:chExt cx="2370462" cy="4413854"/>
          </a:xfrm>
        </p:grpSpPr>
        <p:sp>
          <p:nvSpPr>
            <p:cNvPr id="249" name="四角形: 上の 2 つの角を丸める 248">
              <a:extLst>
                <a:ext uri="{FF2B5EF4-FFF2-40B4-BE49-F238E27FC236}">
                  <ns2:creationId id="{6A74ED79-C190-7A7C-085C-8297483B3E45}"/>
                </a:ext>
              </a:extLst>
            </p:cNvPr>
            <p:cNvSpPr/>
            <p:nvPr/>
          </p:nvSpPr>
          <p:spPr>
            <a:xfrm>
              <a:off x="3287579" y="1894870"/>
              <a:ext cx="2370462" cy="385200"/>
            </a:xfrm>
            <a:prstGeom prst="round2SameRect">
              <a:avLst>
                <a:gd name="adj1" fmla="val 11538"/>
                <a:gd name="adj2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46800" rtlCol="0" anchor="ctr" anchorCtr="0"/>
            <a:lstStyle/>
            <a:p>
              <a:pPr algn="ctr"/>
              <a:r>
                <a:rPr kumimoji="1" lang="ja-JP" altLang="en-US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kumimoji="1"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8" name="四角形: 角を丸くする 247">
              <a:extLst>
                <a:ext uri="{FF2B5EF4-FFF2-40B4-BE49-F238E27FC236}">
                  <ns2:creationId id="{74A820A7-ACC8-FF17-F371-82F7C0F17B4E}"/>
                </a:ext>
              </a:extLst>
            </p:cNvPr>
            <p:cNvSpPr/>
            <p:nvPr/>
          </p:nvSpPr>
          <p:spPr>
            <a:xfrm>
              <a:off x="3287579" y="1894870"/>
              <a:ext cx="2370462" cy="4413854"/>
            </a:xfrm>
            <a:prstGeom prst="roundRect">
              <a:avLst>
                <a:gd name="adj" fmla="val 1822"/>
              </a:avLst>
            </a:prstGeom>
            <a:noFill/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08000" rIns="36000" bIns="0" rtlCol="0" anchor="t" anchorCtr="0"/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331" name="グラフィックス 330" descr="歯車付きの頭 単色塗りつぶし">
              <a:extLst>
                <a:ext uri="{FF2B5EF4-FFF2-40B4-BE49-F238E27FC236}">
                  <ns2:creationId id="{782A0EC0-6A66-B47E-D6D4-1D21E475CA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467798" y="1918293"/>
              <a:ext cx="360000" cy="360000"/>
            </a:xfrm>
            <a:prstGeom prst="rect">
              <a:avLst/>
            </a:prstGeom>
          </p:spPr>
        </p:pic>
      </p:grpSp>
      <p:grpSp>
        <p:nvGrpSpPr>
          <p:cNvPr id="549" name="グループ化 548">
            <a:extLst>
              <a:ext uri="{FF2B5EF4-FFF2-40B4-BE49-F238E27FC236}">
                <ns2:creationId id="{4FD8C1FD-48F3-0D17-F16A-0F7B59638F5B}"/>
              </a:ext>
            </a:extLst>
          </p:cNvPr>
          <p:cNvGrpSpPr/>
          <p:nvPr/>
        </p:nvGrpSpPr>
        <p:grpSpPr>
          <a:xfrm>
            <a:off x="5813542" y="1894870"/>
            <a:ext cx="2370462" cy="4413854"/>
            <a:chOff x="5813542" y="1894870"/>
            <a:chExt cx="2370462" cy="4413854"/>
          </a:xfrm>
        </p:grpSpPr>
        <p:grpSp>
          <p:nvGrpSpPr>
            <p:cNvPr id="547" name="グループ化 546">
              <a:extLst>
                <a:ext uri="{FF2B5EF4-FFF2-40B4-BE49-F238E27FC236}">
                  <ns2:creationId id="{BFD54040-A866-3B60-87B3-1AC28561DB88}"/>
                </a:ext>
              </a:extLst>
            </p:cNvPr>
            <p:cNvGrpSpPr/>
            <p:nvPr/>
          </p:nvGrpSpPr>
          <p:grpSpPr>
            <a:xfrm>
              <a:off x="5813542" y="1894870"/>
              <a:ext cx="2370462" cy="4413854"/>
              <a:chOff x="5813542" y="1894870"/>
              <a:chExt cx="2370462" cy="4413854"/>
            </a:xfrm>
          </p:grpSpPr>
          <p:sp>
            <p:nvSpPr>
              <p:cNvPr id="302" name="四角形: 上の 2 つの角を丸める 301">
                <a:extLst>
                  <a:ext uri="{FF2B5EF4-FFF2-40B4-BE49-F238E27FC236}">
                    <ns2:creationId id="{EB6300BC-B6E4-B51D-92EE-92B36A36B41E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3" name="四角形: 角を丸くする 302">
                <a:extLst>
                  <a:ext uri="{FF2B5EF4-FFF2-40B4-BE49-F238E27FC236}">
                    <ns2:creationId id="{65F823F7-1543-2B70-93E6-180AA5091563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5" name="グラフィックス 314" descr="テーブル 単色塗りつぶし">
                <a:extLst>
                  <a:ext uri="{FF2B5EF4-FFF2-40B4-BE49-F238E27FC236}">
                    <ns2:creationId id="{1A1EC4BC-5C45-2640-BD53-94B9F3F9E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961963" y="190747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548" name="グループ化 547">
              <a:extLst>
                <a:ext uri="{FF2B5EF4-FFF2-40B4-BE49-F238E27FC236}">
                  <ns2:creationId id="{9E35E1BA-9B54-8093-874A-EBBF2433D5C2}"/>
                </a:ext>
              </a:extLst>
            </p:cNvPr>
            <p:cNvGrpSpPr/>
            <p:nvPr/>
          </p:nvGrpSpPr>
          <p:grpSpPr>
            <a:xfrm>
              <a:off x="5877842" y="2357560"/>
              <a:ext cx="2248107" cy="3863914"/>
              <a:chOff x="5877842" y="2357560"/>
              <a:chExt cx="2248107" cy="3863914"/>
            </a:xfrm>
          </p:grpSpPr>
          <p:sp>
            <p:nvSpPr>
              <p:cNvPr id="104" name="正方形/長方形 103"/>
              <p:cNvSpPr/>
              <p:nvPr/>
            </p:nvSpPr>
            <p:spPr>
              <a:xfrm>
                <a:off x="5877842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7" name="正方形/長方形 106"/>
              <p:cNvSpPr/>
              <p:nvPr/>
            </p:nvSpPr>
            <p:spPr>
              <a:xfrm>
                <a:off x="5877842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0" name="正方形/長方形 109"/>
              <p:cNvSpPr/>
              <p:nvPr/>
            </p:nvSpPr>
            <p:spPr>
              <a:xfrm>
                <a:off x="5877842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3" name="正方形/長方形 112"/>
              <p:cNvSpPr/>
              <p:nvPr/>
            </p:nvSpPr>
            <p:spPr>
              <a:xfrm>
                <a:off x="5877842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6" name="正方形/長方形 115"/>
              <p:cNvSpPr/>
              <p:nvPr/>
            </p:nvSpPr>
            <p:spPr>
              <a:xfrm>
                <a:off x="5877842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9" name="正方形/長方形 118"/>
              <p:cNvSpPr/>
              <p:nvPr/>
            </p:nvSpPr>
            <p:spPr>
              <a:xfrm>
                <a:off x="5877842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正方形/長方形 121"/>
              <p:cNvSpPr/>
              <p:nvPr/>
            </p:nvSpPr>
            <p:spPr>
              <a:xfrm>
                <a:off x="5877842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5" name="正方形/長方形 124"/>
              <p:cNvSpPr/>
              <p:nvPr/>
            </p:nvSpPr>
            <p:spPr>
              <a:xfrm>
                <a:off x="5877842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8" name="正方形/長方形 127"/>
              <p:cNvSpPr/>
              <p:nvPr/>
            </p:nvSpPr>
            <p:spPr>
              <a:xfrm>
                <a:off x="5877842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1" name="正方形/長方形 130"/>
              <p:cNvSpPr/>
              <p:nvPr/>
            </p:nvSpPr>
            <p:spPr>
              <a:xfrm>
                <a:off x="5877842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4" name="正方形/長方形 133"/>
              <p:cNvSpPr/>
              <p:nvPr/>
            </p:nvSpPr>
            <p:spPr>
              <a:xfrm>
                <a:off x="5877842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7" name="正方形/長方形 136"/>
              <p:cNvSpPr/>
              <p:nvPr/>
            </p:nvSpPr>
            <p:spPr>
              <a:xfrm>
                <a:off x="5877842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0" name="正方形/長方形 139"/>
              <p:cNvSpPr/>
              <p:nvPr/>
            </p:nvSpPr>
            <p:spPr>
              <a:xfrm>
                <a:off x="5877842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3" name="正方形/長方形 142"/>
              <p:cNvSpPr/>
              <p:nvPr/>
            </p:nvSpPr>
            <p:spPr>
              <a:xfrm>
                <a:off x="5877842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A16FD9B8-BBEE-57F9-393D-A6088A465C23}"/>
                  </a:ext>
                </a:extLst>
              </p:cNvPr>
              <p:cNvSpPr/>
              <p:nvPr/>
            </p:nvSpPr>
            <p:spPr>
              <a:xfrm>
                <a:off x="5877842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42" name="Straight Connector 34">
                <a:extLst>
                  <a:ext uri="{FF2B5EF4-FFF2-40B4-BE49-F238E27FC236}">
                    <ns2:creationId id="{36B44DB2-8EB7-66D3-BD6C-D4A09FF665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8">
                <a:extLst>
                  <a:ext uri="{FF2B5EF4-FFF2-40B4-BE49-F238E27FC236}">
                    <ns2:creationId id="{A11F7677-B71F-2094-6046-49F99A657B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Straight Connector 34">
                <a:extLst>
                  <a:ext uri="{FF2B5EF4-FFF2-40B4-BE49-F238E27FC236}">
                    <ns2:creationId id="{53FCD248-BC9F-3DA0-40FA-B80E21A99B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8">
                <a:extLst>
                  <a:ext uri="{FF2B5EF4-FFF2-40B4-BE49-F238E27FC236}">
                    <ns2:creationId id="{760BB0B8-7041-CD8D-D27E-BF3BE58349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4">
                <a:extLst>
                  <a:ext uri="{FF2B5EF4-FFF2-40B4-BE49-F238E27FC236}">
                    <ns2:creationId id="{6E2CA8ED-2153-1A24-D58E-3F7CB69D2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2759881"/>
                <a:ext cx="1080000" cy="0"/>
              </a:xfrm>
              <a:prstGeom prst="line">
                <a:avLst/>
              </a:prstGeom>
              <a:ln w="9525">
                <a:solidFill>
                  <a:srgbClr val="000000">
                    <a:alpha val="49804"/>
                  </a:srgb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4">
                <a:extLst>
                  <a:ext uri="{FF2B5EF4-FFF2-40B4-BE49-F238E27FC236}">
                    <ns2:creationId id="{D52CD45D-DB8C-C9DE-50D3-E1400A595C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8">
                <a:extLst>
                  <a:ext uri="{FF2B5EF4-FFF2-40B4-BE49-F238E27FC236}">
                    <ns2:creationId id="{FBE4C6D9-20F2-86F4-C6F8-B3FFDA7F80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4">
                <a:extLst>
                  <a:ext uri="{FF2B5EF4-FFF2-40B4-BE49-F238E27FC236}">
                    <ns2:creationId id="{282F1488-582A-138E-7ADC-0A0DC5562B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8">
                <a:extLst>
                  <a:ext uri="{FF2B5EF4-FFF2-40B4-BE49-F238E27FC236}">
                    <ns2:creationId id="{2B55BC40-D251-4E60-5DFF-82313027F7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4">
                <a:extLst>
                  <a:ext uri="{FF2B5EF4-FFF2-40B4-BE49-F238E27FC236}">
                    <ns2:creationId id="{CD7D2F2B-88B6-4DF9-08DD-769B76C5A5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8">
                <a:extLst>
                  <a:ext uri="{FF2B5EF4-FFF2-40B4-BE49-F238E27FC236}">
                    <ns2:creationId id="{7988C970-899C-5A31-19B6-300330CF1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Straight Connector 34">
                <a:extLst>
                  <a:ext uri="{FF2B5EF4-FFF2-40B4-BE49-F238E27FC236}">
                    <ns2:creationId id="{4DE0A615-682C-C358-2D08-341DACDB7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Straight Connector 38">
                <a:extLst>
                  <a:ext uri="{FF2B5EF4-FFF2-40B4-BE49-F238E27FC236}">
                    <ns2:creationId id="{B11A6ADD-1515-E404-DA54-7C13954D4A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" name="正方形/長方形 104"/>
              <p:cNvSpPr/>
              <p:nvPr/>
            </p:nvSpPr>
            <p:spPr>
              <a:xfrm>
                <a:off x="704594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8" name="正方形/長方形 107"/>
              <p:cNvSpPr/>
              <p:nvPr/>
            </p:nvSpPr>
            <p:spPr>
              <a:xfrm>
                <a:off x="704594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1" name="正方形/長方形 110"/>
              <p:cNvSpPr/>
              <p:nvPr/>
            </p:nvSpPr>
            <p:spPr>
              <a:xfrm>
                <a:off x="704594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4" name="正方形/長方形 113"/>
              <p:cNvSpPr/>
              <p:nvPr/>
            </p:nvSpPr>
            <p:spPr>
              <a:xfrm>
                <a:off x="704594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7" name="正方形/長方形 116"/>
              <p:cNvSpPr/>
              <p:nvPr/>
            </p:nvSpPr>
            <p:spPr>
              <a:xfrm>
                <a:off x="704594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正方形/長方形 119"/>
              <p:cNvSpPr/>
              <p:nvPr/>
            </p:nvSpPr>
            <p:spPr>
              <a:xfrm>
                <a:off x="704594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3" name="正方形/長方形 122"/>
              <p:cNvSpPr/>
              <p:nvPr/>
            </p:nvSpPr>
            <p:spPr>
              <a:xfrm>
                <a:off x="704594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6" name="正方形/長方形 125"/>
              <p:cNvSpPr/>
              <p:nvPr/>
            </p:nvSpPr>
            <p:spPr>
              <a:xfrm>
                <a:off x="704594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9" name="正方形/長方形 128"/>
              <p:cNvSpPr/>
              <p:nvPr/>
            </p:nvSpPr>
            <p:spPr>
              <a:xfrm>
                <a:off x="704594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/>
              <p:cNvSpPr/>
              <p:nvPr/>
            </p:nvSpPr>
            <p:spPr>
              <a:xfrm>
                <a:off x="704594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5" name="正方形/長方形 134"/>
              <p:cNvSpPr/>
              <p:nvPr/>
            </p:nvSpPr>
            <p:spPr>
              <a:xfrm>
                <a:off x="704594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8" name="正方形/長方形 137"/>
              <p:cNvSpPr/>
              <p:nvPr/>
            </p:nvSpPr>
            <p:spPr>
              <a:xfrm>
                <a:off x="704594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1" name="正方形/長方形 140"/>
              <p:cNvSpPr/>
              <p:nvPr/>
            </p:nvSpPr>
            <p:spPr>
              <a:xfrm>
                <a:off x="704594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4" name="正方形/長方形 143"/>
              <p:cNvSpPr/>
              <p:nvPr/>
            </p:nvSpPr>
            <p:spPr>
              <a:xfrm>
                <a:off x="704594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F945389B-A80C-66C0-3059-BF9576DD33B6}"/>
                  </a:ext>
                </a:extLst>
              </p:cNvPr>
              <p:cNvSpPr/>
              <p:nvPr/>
            </p:nvSpPr>
            <p:spPr>
              <a:xfrm>
                <a:off x="704594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71" name="Straight Connector 34">
                <a:extLst>
                  <a:ext uri="{FF2B5EF4-FFF2-40B4-BE49-F238E27FC236}">
                    <ns2:creationId id="{71B54AB4-63C6-03B9-47CF-D1F6432CC5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Straight Connector 38">
                <a:extLst>
                  <a:ext uri="{FF2B5EF4-FFF2-40B4-BE49-F238E27FC236}">
                    <ns2:creationId id="{E90EE67D-6779-6BBC-BC87-76770D421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4">
                <a:extLst>
                  <a:ext uri="{FF2B5EF4-FFF2-40B4-BE49-F238E27FC236}">
                    <ns2:creationId id="{6C434808-75FC-7558-64CC-EB1637C49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8">
                <a:extLst>
                  <a:ext uri="{FF2B5EF4-FFF2-40B4-BE49-F238E27FC236}">
                    <ns2:creationId id="{D7E2CCAE-DF00-E7FA-9E9F-6C3DF8EB0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4">
                <a:extLst>
                  <a:ext uri="{FF2B5EF4-FFF2-40B4-BE49-F238E27FC236}">
                    <ns2:creationId id="{3C38E4DD-DA6A-D0AB-E79D-23F6950C1C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4">
                <a:extLst>
                  <a:ext uri="{FF2B5EF4-FFF2-40B4-BE49-F238E27FC236}">
                    <ns2:creationId id="{5E20265B-103C-3012-8E8B-7463FFDD6F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8">
                <a:extLst>
                  <a:ext uri="{FF2B5EF4-FFF2-40B4-BE49-F238E27FC236}">
                    <ns2:creationId id="{FBF96322-DC43-C84F-97F8-10EE68B49E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4">
                <a:extLst>
                  <a:ext uri="{FF2B5EF4-FFF2-40B4-BE49-F238E27FC236}">
                    <ns2:creationId id="{60CA5743-6056-EC49-440F-C6D44AA87B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8">
                <a:extLst>
                  <a:ext uri="{FF2B5EF4-FFF2-40B4-BE49-F238E27FC236}">
                    <ns2:creationId id="{5521C38C-4F28-8F39-D06F-C23A747536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Straight Connector 34">
                <a:extLst>
                  <a:ext uri="{FF2B5EF4-FFF2-40B4-BE49-F238E27FC236}">
                    <ns2:creationId id="{ACB087C8-6B0C-8E6B-7E3B-7D8D5494A7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Straight Connector 38">
                <a:extLst>
                  <a:ext uri="{FF2B5EF4-FFF2-40B4-BE49-F238E27FC236}">
                    <ns2:creationId id="{70D78ECB-1EE8-641D-84F3-AC53E3B542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Straight Connector 34">
                <a:extLst>
                  <a:ext uri="{FF2B5EF4-FFF2-40B4-BE49-F238E27FC236}">
                    <ns2:creationId id="{709EE49D-B487-6DCA-D941-CD90FAA51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Straight Connector 38">
                <a:extLst>
                  <a:ext uri="{FF2B5EF4-FFF2-40B4-BE49-F238E27FC236}">
                    <ns2:creationId id="{68D55432-23C8-4FE5-4321-9DF4C6F81D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" name="グループ化 481">
            <a:extLst>
              <a:ext uri="{FF2B5EF4-FFF2-40B4-BE49-F238E27FC236}">
                <ns2:creationId id="{BFED032B-2DEA-3DF4-D015-6C73DAF9B7F7}"/>
              </a:ext>
            </a:extLst>
          </p:cNvPr>
          <p:cNvGrpSpPr/>
          <p:nvPr/>
        </p:nvGrpSpPr>
        <p:grpSpPr>
          <a:xfrm>
            <a:off x="4472810" y="1032136"/>
            <a:ext cx="5051925" cy="862734"/>
            <a:chOff x="4472810" y="1032136"/>
            <a:chExt cx="5051925" cy="862734"/>
          </a:xfrm>
        </p:grpSpPr>
        <p:grpSp>
          <p:nvGrpSpPr>
            <p:cNvPr id="388" name="グループ化 387">
              <a:extLst>
                <a:ext uri="{FF2B5EF4-FFF2-40B4-BE49-F238E27FC236}">
                  <ns2:creationId id="{E8A984C6-B8CD-DEF6-4C42-8CA8F530E01C}"/>
                </a:ext>
              </a:extLst>
            </p:cNvPr>
            <p:cNvGrpSpPr/>
            <p:nvPr/>
          </p:nvGrpSpPr>
          <p:grpSpPr>
            <a:xfrm>
              <a:off x="5559226" y="1392138"/>
              <a:ext cx="2880000" cy="360000"/>
              <a:chOff x="5496764" y="1408048"/>
              <a:chExt cx="2880000" cy="360000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A522F937-2390-5F00-4F21-7FD4E7BE9C5E}"/>
                  </a:ext>
                </a:extLst>
              </p:cNvPr>
              <p:cNvSpPr txBox="1"/>
              <p:nvPr/>
            </p:nvSpPr>
            <p:spPr>
              <a:xfrm>
                <a:off x="5496764" y="1426048"/>
                <a:ext cx="2880000" cy="324000"/>
              </a:xfrm>
              <a:prstGeom prst="rect">
                <a:avLst/>
              </a:prstGeom>
              <a:solidFill>
                <a:srgbClr val="008000">
                  <a:alpha val="80000"/>
                </a:srgbClr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3" name="グラフィックス 322" descr="ユーザー 単色塗りつぶし">
                <a:extLst>
                  <a:ext uri="{FF2B5EF4-FFF2-40B4-BE49-F238E27FC236}">
                    <ns2:creationId id="{D6C8B0AB-76FC-57E9-FD05-8E2CDE6F63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5736000" y="140804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87" name="グループ化 386">
              <a:extLst>
                <a:ext uri="{FF2B5EF4-FFF2-40B4-BE49-F238E27FC236}">
                  <ns2:creationId id="{BC4E6246-1817-5F1B-1A0D-9FB4A45593FF}"/>
                </a:ext>
              </a:extLst>
            </p:cNvPr>
            <p:cNvGrpSpPr/>
            <p:nvPr/>
          </p:nvGrpSpPr>
          <p:grpSpPr>
            <a:xfrm>
              <a:off x="5559226" y="1032136"/>
              <a:ext cx="2880000" cy="360000"/>
              <a:chOff x="5496764" y="1032138"/>
              <a:chExt cx="2880000" cy="360000"/>
            </a:xfrm>
          </p:grpSpPr>
          <p:sp>
            <p:nvSpPr>
              <p:cNvPr id="244" name="テキスト ボックス 243">
                <a:extLst>
                  <a:ext uri="{FF2B5EF4-FFF2-40B4-BE49-F238E27FC236}">
                    <ns2:creationId id="{56C66556-8936-2CD4-041B-AAED903613E4}"/>
                  </a:ext>
                </a:extLst>
              </p:cNvPr>
              <p:cNvSpPr txBox="1"/>
              <p:nvPr/>
            </p:nvSpPr>
            <p:spPr>
              <a:xfrm>
                <a:off x="5496764" y="1050138"/>
                <a:ext cx="2880000" cy="324000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9" name="グラフィックス 328" descr="コール センター 単色塗りつぶし">
                <a:extLst>
                  <a:ext uri="{FF2B5EF4-FFF2-40B4-BE49-F238E27FC236}">
                    <ns2:creationId id="{851B73EA-FAF3-1AF9-1F5F-779C6810B9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5736000" y="1032138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469" name="カギ線コネクタ 46">
              <a:extLst>
                <a:ext uri="{FF2B5EF4-FFF2-40B4-BE49-F238E27FC236}">
                  <ns2:creationId id="{0363A94C-F68F-4B80-2C53-00601BE9B89A}"/>
                </a:ext>
              </a:extLst>
            </p:cNvPr>
            <p:cNvCxnSpPr>
              <a:cxnSpLocks/>
              <a:stCxn id="246" idx="2"/>
              <a:endCxn id="249" idx="3"/>
            </p:cNvCxnSpPr>
            <p:nvPr/>
          </p:nvCxnSpPr>
          <p:spPr>
            <a:xfrm rot="5400000">
              <a:off x="5655652" y="551296"/>
              <a:ext cx="160732" cy="2526416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カギ線コネクタ 47">
              <a:extLst>
                <a:ext uri="{FF2B5EF4-FFF2-40B4-BE49-F238E27FC236}">
                  <ns2:creationId id="{271B74E7-6A2E-BB3F-26B3-DF11293B4357}"/>
                </a:ext>
              </a:extLst>
            </p:cNvPr>
            <p:cNvCxnSpPr>
              <a:cxnSpLocks/>
              <a:stCxn id="246" idx="2"/>
              <a:endCxn id="455" idx="3"/>
            </p:cNvCxnSpPr>
            <p:nvPr/>
          </p:nvCxnSpPr>
          <p:spPr>
            <a:xfrm rot="16200000" flipH="1">
              <a:off x="8181614" y="551749"/>
              <a:ext cx="160733" cy="2525509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矢印コネクタ 49">
              <a:extLst>
                <a:ext uri="{FF2B5EF4-FFF2-40B4-BE49-F238E27FC236}">
                  <ns2:creationId id="{6CDB3556-89CF-B31A-7C31-5305C0A0D1D3}"/>
                </a:ext>
              </a:extLst>
            </p:cNvPr>
            <p:cNvCxnSpPr>
              <a:cxnSpLocks/>
              <a:stCxn id="246" idx="2"/>
              <a:endCxn id="303" idx="0"/>
            </p:cNvCxnSpPr>
            <p:nvPr/>
          </p:nvCxnSpPr>
          <p:spPr>
            <a:xfrm flipH="1">
              <a:off x="6998773" y="1734138"/>
              <a:ext cx="453" cy="160732"/>
            </a:xfrm>
            <a:prstGeom prst="straightConnector1">
              <a:avLst/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1" name="グループ化 550">
            <a:extLst>
              <a:ext uri="{FF2B5EF4-FFF2-40B4-BE49-F238E27FC236}">
                <ns2:creationId id="{CE0E3ABE-A5E6-AEA2-4B0E-30115E02F157}"/>
              </a:ext>
            </a:extLst>
          </p:cNvPr>
          <p:cNvGrpSpPr/>
          <p:nvPr/>
        </p:nvGrpSpPr>
        <p:grpSpPr>
          <a:xfrm>
            <a:off x="8339504" y="1894871"/>
            <a:ext cx="2370462" cy="4413854"/>
            <a:chOff x="8339504" y="1894871"/>
            <a:chExt cx="2370462" cy="4413854"/>
          </a:xfrm>
        </p:grpSpPr>
        <p:grpSp>
          <p:nvGrpSpPr>
            <p:cNvPr id="550" name="グループ化 549">
              <a:extLst>
                <a:ext uri="{FF2B5EF4-FFF2-40B4-BE49-F238E27FC236}">
                  <ns2:creationId id="{C9CFA37D-4C8E-C491-58B1-359267986F93}"/>
                </a:ext>
              </a:extLst>
            </p:cNvPr>
            <p:cNvGrpSpPr/>
            <p:nvPr/>
          </p:nvGrpSpPr>
          <p:grpSpPr>
            <a:xfrm>
              <a:off x="8403804" y="2357560"/>
              <a:ext cx="2249955" cy="3863914"/>
              <a:chOff x="8403804" y="2357560"/>
              <a:chExt cx="2249955" cy="3863914"/>
            </a:xfrm>
          </p:grpSpPr>
          <p:sp>
            <p:nvSpPr>
              <p:cNvPr id="427" name="正方形/長方形 426">
                <a:extLst>
                  <a:ext uri="{FF2B5EF4-FFF2-40B4-BE49-F238E27FC236}">
                    <ns2:creationId id="{E556DC69-E717-ED5E-6BCA-C8C47C77711E}"/>
                  </a:ext>
                </a:extLst>
              </p:cNvPr>
              <p:cNvSpPr/>
              <p:nvPr/>
            </p:nvSpPr>
            <p:spPr>
              <a:xfrm>
                <a:off x="8403804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40EA1D50-5493-A161-7CE3-68D40ADFFEFA}"/>
                  </a:ext>
                </a:extLst>
              </p:cNvPr>
              <p:cNvSpPr/>
              <p:nvPr/>
            </p:nvSpPr>
            <p:spPr>
              <a:xfrm>
                <a:off x="8403804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82851906-78FC-EEE9-0380-DF0D82F9DABB}"/>
                  </a:ext>
                </a:extLst>
              </p:cNvPr>
              <p:cNvSpPr/>
              <p:nvPr/>
            </p:nvSpPr>
            <p:spPr>
              <a:xfrm>
                <a:off x="8403804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F3B4F10A-29E4-8B04-8342-DFCB5F015366}"/>
                  </a:ext>
                </a:extLst>
              </p:cNvPr>
              <p:cNvSpPr/>
              <p:nvPr/>
            </p:nvSpPr>
            <p:spPr>
              <a:xfrm>
                <a:off x="8403804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1F2DB908-63F5-F15A-A088-0FF5E12D2ABE}"/>
                  </a:ext>
                </a:extLst>
              </p:cNvPr>
              <p:cNvSpPr/>
              <p:nvPr/>
            </p:nvSpPr>
            <p:spPr>
              <a:xfrm>
                <a:off x="8403804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2" name="正方形/長方形 431">
                <a:extLst>
                  <a:ext uri="{FF2B5EF4-FFF2-40B4-BE49-F238E27FC236}">
                    <ns2:creationId id="{34A852F3-6C61-51FF-A5D2-EFF0C74415D7}"/>
                  </a:ext>
                </a:extLst>
              </p:cNvPr>
              <p:cNvSpPr/>
              <p:nvPr/>
            </p:nvSpPr>
            <p:spPr>
              <a:xfrm>
                <a:off x="8403804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C8B5234F-F5E4-0027-4414-0744FBFBB35D}"/>
                  </a:ext>
                </a:extLst>
              </p:cNvPr>
              <p:cNvSpPr/>
              <p:nvPr/>
            </p:nvSpPr>
            <p:spPr>
              <a:xfrm>
                <a:off x="8403804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973EB7CF-6B46-807D-0EEB-409A8F37240C}"/>
                  </a:ext>
                </a:extLst>
              </p:cNvPr>
              <p:cNvSpPr/>
              <p:nvPr/>
            </p:nvSpPr>
            <p:spPr>
              <a:xfrm>
                <a:off x="8403804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AF6BDDFB-30D3-8C3A-5517-6D307CBBE2CB}"/>
                  </a:ext>
                </a:extLst>
              </p:cNvPr>
              <p:cNvSpPr/>
              <p:nvPr/>
            </p:nvSpPr>
            <p:spPr>
              <a:xfrm>
                <a:off x="8403804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7E84933C-0038-3B8C-A3D7-4F8061404DAB}"/>
                  </a:ext>
                </a:extLst>
              </p:cNvPr>
              <p:cNvSpPr/>
              <p:nvPr/>
            </p:nvSpPr>
            <p:spPr>
              <a:xfrm>
                <a:off x="8403804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EE2010B6-8B7C-A5D0-CC3D-C56B6354375C}"/>
                  </a:ext>
                </a:extLst>
              </p:cNvPr>
              <p:cNvSpPr/>
              <p:nvPr/>
            </p:nvSpPr>
            <p:spPr>
              <a:xfrm>
                <a:off x="8403804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8" name="正方形/長方形 437">
                <a:extLst>
                  <a:ext uri="{FF2B5EF4-FFF2-40B4-BE49-F238E27FC236}">
                    <ns2:creationId id="{F48A4321-78D0-F514-5354-C0CEF24EF5A0}"/>
                  </a:ext>
                </a:extLst>
              </p:cNvPr>
              <p:cNvSpPr/>
              <p:nvPr/>
            </p:nvSpPr>
            <p:spPr>
              <a:xfrm>
                <a:off x="8403804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9" name="正方形/長方形 438">
                <a:extLst>
                  <a:ext uri="{FF2B5EF4-FFF2-40B4-BE49-F238E27FC236}">
                    <ns2:creationId id="{E6A95C74-B14F-C73F-01E8-6EA7B2E944F3}"/>
                  </a:ext>
                </a:extLst>
              </p:cNvPr>
              <p:cNvSpPr/>
              <p:nvPr/>
            </p:nvSpPr>
            <p:spPr>
              <a:xfrm>
                <a:off x="8403804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0" name="正方形/長方形 439">
                <a:extLst>
                  <a:ext uri="{FF2B5EF4-FFF2-40B4-BE49-F238E27FC236}">
                    <ns2:creationId id="{C0FDE668-9069-737E-862E-3045589C6FEF}"/>
                  </a:ext>
                </a:extLst>
              </p:cNvPr>
              <p:cNvSpPr/>
              <p:nvPr/>
            </p:nvSpPr>
            <p:spPr>
              <a:xfrm>
                <a:off x="8403804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1" name="正方形/長方形 440">
                <a:extLst>
                  <a:ext uri="{FF2B5EF4-FFF2-40B4-BE49-F238E27FC236}">
                    <ns2:creationId id="{868B083D-F751-0FA6-A841-83F4D7C68EA5}"/>
                  </a:ext>
                </a:extLst>
              </p:cNvPr>
              <p:cNvSpPr/>
              <p:nvPr/>
            </p:nvSpPr>
            <p:spPr>
              <a:xfrm>
                <a:off x="8403804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42" name="Straight Connector 34">
                <a:extLst>
                  <a:ext uri="{FF2B5EF4-FFF2-40B4-BE49-F238E27FC236}">
                    <ns2:creationId id="{B71BD340-E27B-0E78-01D2-4AC963DE3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Straight Connector 38">
                <a:extLst>
                  <a:ext uri="{FF2B5EF4-FFF2-40B4-BE49-F238E27FC236}">
                    <ns2:creationId id="{791C6E00-B564-793A-D96A-CFC304D2B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Straight Connector 34">
                <a:extLst>
                  <a:ext uri="{FF2B5EF4-FFF2-40B4-BE49-F238E27FC236}">
                    <ns2:creationId id="{5AB14861-7232-1FEB-4C83-78E42853CB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Straight Connector 38">
                <a:extLst>
                  <a:ext uri="{FF2B5EF4-FFF2-40B4-BE49-F238E27FC236}">
                    <ns2:creationId id="{4A4F23A0-D480-3039-9E1D-C11E486E42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Straight Connector 34">
                <a:extLst>
                  <a:ext uri="{FF2B5EF4-FFF2-40B4-BE49-F238E27FC236}">
                    <ns2:creationId id="{5E36E7A7-5B5C-3FB7-BFC7-5C3EE224A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275988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34">
                <a:extLst>
                  <a:ext uri="{FF2B5EF4-FFF2-40B4-BE49-F238E27FC236}">
                    <ns2:creationId id="{6441D096-BF1A-7C5A-DCA4-B3D6906A1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38">
                <a:extLst>
                  <a:ext uri="{FF2B5EF4-FFF2-40B4-BE49-F238E27FC236}">
                    <ns2:creationId id="{D7E22CF9-206B-6124-85C7-903EBEF00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34">
                <a:extLst>
                  <a:ext uri="{FF2B5EF4-FFF2-40B4-BE49-F238E27FC236}">
                    <ns2:creationId id="{89909F30-6F67-F3A7-7FC6-F228F7483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Straight Connector 38">
                <a:extLst>
                  <a:ext uri="{FF2B5EF4-FFF2-40B4-BE49-F238E27FC236}">
                    <ns2:creationId id="{C48F92EE-016C-FBD8-BB38-05C7E9D473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Straight Connector 34">
                <a:extLst>
                  <a:ext uri="{FF2B5EF4-FFF2-40B4-BE49-F238E27FC236}">
                    <ns2:creationId id="{E2D4BDBB-A0EF-CEF0-4F5C-D989E07CCC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Straight Connector 38">
                <a:extLst>
                  <a:ext uri="{FF2B5EF4-FFF2-40B4-BE49-F238E27FC236}">
                    <ns2:creationId id="{A1B0D3DD-5ED5-6D03-583E-FC498BD24D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Straight Connector 34">
                <a:extLst>
                  <a:ext uri="{FF2B5EF4-FFF2-40B4-BE49-F238E27FC236}">
                    <ns2:creationId id="{C53B45AA-463C-7889-64B7-E49AD60B22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Straight Connector 38">
                <a:extLst>
                  <a:ext uri="{FF2B5EF4-FFF2-40B4-BE49-F238E27FC236}">
                    <ns2:creationId id="{6770A344-101B-2E65-69A6-D35AC51319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9" name="正方形/長方形 398">
                <a:extLst>
                  <a:ext uri="{FF2B5EF4-FFF2-40B4-BE49-F238E27FC236}">
                    <ns2:creationId id="{59124BE8-C48C-B7EF-20A0-7E2FDE94CBB3}"/>
                  </a:ext>
                </a:extLst>
              </p:cNvPr>
              <p:cNvSpPr/>
              <p:nvPr/>
            </p:nvSpPr>
            <p:spPr>
              <a:xfrm>
                <a:off x="957375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02C8F251-3B14-57FD-9013-8782876BF2A8}"/>
                  </a:ext>
                </a:extLst>
              </p:cNvPr>
              <p:cNvSpPr/>
              <p:nvPr/>
            </p:nvSpPr>
            <p:spPr>
              <a:xfrm>
                <a:off x="957375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1" name="正方形/長方形 400">
                <a:extLst>
                  <a:ext uri="{FF2B5EF4-FFF2-40B4-BE49-F238E27FC236}">
                    <ns2:creationId id="{66BACB63-6E2B-448C-213D-8B96826DAF23}"/>
                  </a:ext>
                </a:extLst>
              </p:cNvPr>
              <p:cNvSpPr/>
              <p:nvPr/>
            </p:nvSpPr>
            <p:spPr>
              <a:xfrm>
                <a:off x="957375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2" name="正方形/長方形 401">
                <a:extLst>
                  <a:ext uri="{FF2B5EF4-FFF2-40B4-BE49-F238E27FC236}">
                    <ns2:creationId id="{98424347-0591-6891-F10D-F41CA0239548}"/>
                  </a:ext>
                </a:extLst>
              </p:cNvPr>
              <p:cNvSpPr/>
              <p:nvPr/>
            </p:nvSpPr>
            <p:spPr>
              <a:xfrm>
                <a:off x="957375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425B36BC-6976-93B1-B751-1FB77D135504}"/>
                  </a:ext>
                </a:extLst>
              </p:cNvPr>
              <p:cNvSpPr/>
              <p:nvPr/>
            </p:nvSpPr>
            <p:spPr>
              <a:xfrm>
                <a:off x="957375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92479F72-53AA-4EA3-6B3F-868AB13A75E8}"/>
                  </a:ext>
                </a:extLst>
              </p:cNvPr>
              <p:cNvSpPr/>
              <p:nvPr/>
            </p:nvSpPr>
            <p:spPr>
              <a:xfrm>
                <a:off x="957375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ABD14DE9-7E15-E428-F66D-20099E4B3DB0}"/>
                  </a:ext>
                </a:extLst>
              </p:cNvPr>
              <p:cNvSpPr/>
              <p:nvPr/>
            </p:nvSpPr>
            <p:spPr>
              <a:xfrm>
                <a:off x="957375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53E3B033-49CB-8C85-BF94-AA7B116FC920}"/>
                  </a:ext>
                </a:extLst>
              </p:cNvPr>
              <p:cNvSpPr/>
              <p:nvPr/>
            </p:nvSpPr>
            <p:spPr>
              <a:xfrm>
                <a:off x="957375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2050DE44-5DA2-C120-E3A4-F829C3D561CF}"/>
                  </a:ext>
                </a:extLst>
              </p:cNvPr>
              <p:cNvSpPr/>
              <p:nvPr/>
            </p:nvSpPr>
            <p:spPr>
              <a:xfrm>
                <a:off x="957375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5CDDEFAD-4C69-57F4-FA7A-57BCC1E8A32D}"/>
                  </a:ext>
                </a:extLst>
              </p:cNvPr>
              <p:cNvSpPr/>
              <p:nvPr/>
            </p:nvSpPr>
            <p:spPr>
              <a:xfrm>
                <a:off x="957375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22F68BD9-61CB-1910-835D-07E6A982D4F3}"/>
                  </a:ext>
                </a:extLst>
              </p:cNvPr>
              <p:cNvSpPr/>
              <p:nvPr/>
            </p:nvSpPr>
            <p:spPr>
              <a:xfrm>
                <a:off x="957375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08BAF4DF-AEC5-F857-CEBA-4D91978D6226}"/>
                  </a:ext>
                </a:extLst>
              </p:cNvPr>
              <p:cNvSpPr/>
              <p:nvPr/>
            </p:nvSpPr>
            <p:spPr>
              <a:xfrm>
                <a:off x="957375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1" name="正方形/長方形 410">
                <a:extLst>
                  <a:ext uri="{FF2B5EF4-FFF2-40B4-BE49-F238E27FC236}">
                    <ns2:creationId id="{764F52D1-CDDC-A568-D9A4-6963D08E1755}"/>
                  </a:ext>
                </a:extLst>
              </p:cNvPr>
              <p:cNvSpPr/>
              <p:nvPr/>
            </p:nvSpPr>
            <p:spPr>
              <a:xfrm>
                <a:off x="957375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03E7C5F9-9543-6284-8EEC-8E529FC708AD}"/>
                  </a:ext>
                </a:extLst>
              </p:cNvPr>
              <p:cNvSpPr/>
              <p:nvPr/>
            </p:nvSpPr>
            <p:spPr>
              <a:xfrm>
                <a:off x="957375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714A2B6D-7733-BFC8-CC45-36E1C7B91EE8}"/>
                  </a:ext>
                </a:extLst>
              </p:cNvPr>
              <p:cNvSpPr/>
              <p:nvPr/>
            </p:nvSpPr>
            <p:spPr>
              <a:xfrm>
                <a:off x="957375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14" name="Straight Connector 34">
                <a:extLst>
                  <a:ext uri="{FF2B5EF4-FFF2-40B4-BE49-F238E27FC236}">
                    <ns2:creationId id="{87841920-293A-9CF4-EBE3-7E4D6215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38">
                <a:extLst>
                  <a:ext uri="{FF2B5EF4-FFF2-40B4-BE49-F238E27FC236}">
                    <ns2:creationId id="{CAD8CD7D-CAE0-5F5E-C722-AC27FFAA3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34">
                <a:extLst>
                  <a:ext uri="{FF2B5EF4-FFF2-40B4-BE49-F238E27FC236}">
                    <ns2:creationId id="{C36EB697-C64C-0828-3253-EE3C18C39A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38">
                <a:extLst>
                  <a:ext uri="{FF2B5EF4-FFF2-40B4-BE49-F238E27FC236}">
                    <ns2:creationId id="{43882032-5453-4231-3236-CA9C1EF20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Straight Connector 34">
                <a:extLst>
                  <a:ext uri="{FF2B5EF4-FFF2-40B4-BE49-F238E27FC236}">
                    <ns2:creationId id="{2CDE0CF4-14D0-D15E-C996-DF8DDF23E0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Straight Connector 34">
                <a:extLst>
                  <a:ext uri="{FF2B5EF4-FFF2-40B4-BE49-F238E27FC236}">
                    <ns2:creationId id="{740BDF70-D983-7655-BCE9-C2665ECD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38">
                <a:extLst>
                  <a:ext uri="{FF2B5EF4-FFF2-40B4-BE49-F238E27FC236}">
                    <ns2:creationId id="{EFBE2958-B682-47B6-1E85-0B82953B7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34">
                <a:extLst>
                  <a:ext uri="{FF2B5EF4-FFF2-40B4-BE49-F238E27FC236}">
                    <ns2:creationId id="{09018D7D-D2FC-DCF9-A452-609ACEB807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38">
                <a:extLst>
                  <a:ext uri="{FF2B5EF4-FFF2-40B4-BE49-F238E27FC236}">
                    <ns2:creationId id="{A8A14161-138D-F5AB-A480-8145011BA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34">
                <a:extLst>
                  <a:ext uri="{FF2B5EF4-FFF2-40B4-BE49-F238E27FC236}">
                    <ns2:creationId id="{B0F0A961-AE6C-6A28-C066-1379A70A2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Straight Connector 38">
                <a:extLst>
                  <a:ext uri="{FF2B5EF4-FFF2-40B4-BE49-F238E27FC236}">
                    <ns2:creationId id="{DBDD3430-3F48-DA54-B1CE-8D04070D33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34">
                <a:extLst>
                  <a:ext uri="{FF2B5EF4-FFF2-40B4-BE49-F238E27FC236}">
                    <ns2:creationId id="{981A5BF7-8F00-BB14-4AD3-F507A1EB5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38">
                <a:extLst>
                  <a:ext uri="{FF2B5EF4-FFF2-40B4-BE49-F238E27FC236}">
                    <ns2:creationId id="{78F7B886-A2B6-42B5-EFB5-7434CA94A1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8" name="グループ化 527">
              <a:extLst>
                <a:ext uri="{FF2B5EF4-FFF2-40B4-BE49-F238E27FC236}">
                  <ns2:creationId id="{B91E3669-0B8E-2D18-1FFA-4A42F716B2FA}"/>
                </a:ext>
              </a:extLst>
            </p:cNvPr>
            <p:cNvGrpSpPr/>
            <p:nvPr/>
          </p:nvGrpSpPr>
          <p:grpSpPr>
            <a:xfrm>
              <a:off x="8339504" y="1894871"/>
              <a:ext cx="2370462" cy="4413854"/>
              <a:chOff x="8339504" y="1894871"/>
              <a:chExt cx="2370462" cy="4413854"/>
            </a:xfrm>
          </p:grpSpPr>
          <p:sp>
            <p:nvSpPr>
              <p:cNvPr id="455" name="四角形: 上の 2 つの角を丸める 454">
                <a:extLst>
                  <a:ext uri="{FF2B5EF4-FFF2-40B4-BE49-F238E27FC236}">
                    <ns2:creationId id="{31A55E2C-B4F8-4C56-8231-7095630B391C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kumimoji="1"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56" name="四角形: 角を丸くする 455">
                <a:extLst>
                  <a:ext uri="{FF2B5EF4-FFF2-40B4-BE49-F238E27FC236}">
                    <ns2:creationId id="{806B213F-DE74-334D-8299-351500275D97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7" name="グラフィックス 316" descr="ターゲット 単色塗りつぶし">
                <a:extLst>
                  <a:ext uri="{FF2B5EF4-FFF2-40B4-BE49-F238E27FC236}">
                    <ns2:creationId id="{1AD694A3-AA69-AD42-8930-51B79E819C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8479687" y="1912001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6635785"/>
      </p:ext>
    </p:extLst>
  </p:cSld>
  <p:clrMapOvr>
    <a:masterClrMapping/>
  </p:clrMapOvr>
</p:sld>
</file>

<file path=ppt/slides/slide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0A70D02-58E7-B14B-36FA-5CDA043CB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正方形/長方形 5">
            <a:extLst>
              <a:ext uri="{FF2B5EF4-FFF2-40B4-BE49-F238E27FC236}">
                <ns2:creationId id="{BE9ABB04-557F-EA8A-63D6-99F3CF2D58A0}"/>
              </a:ext>
            </a:extLst>
          </p:cNvPr>
          <p:cNvSpPr/>
          <p:nvPr/>
        </p:nvSpPr>
        <p:spPr>
          <a:xfrm>
            <a:off x="334962" y="0"/>
            <a:ext cx="9113837" cy="8001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9966"/>
              </a:buClr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】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51CA4F5B-0C01-8106-4FD1-F5E486A6971E}"/>
              </a:ext>
            </a:extLst>
          </p:cNvPr>
          <p:cNvGrpSpPr/>
          <p:nvPr/>
        </p:nvGrpSpPr>
        <p:grpSpPr>
          <a:xfrm>
            <a:off x="160478" y="6092725"/>
            <a:ext cx="10326784" cy="216000"/>
            <a:chOff x="160478" y="6092725"/>
            <a:chExt cx="10326784" cy="216000"/>
          </a:xfrm>
        </p:grpSpPr>
        <p:sp>
          <p:nvSpPr>
            <p:cNvPr id="165" name="テキスト ボックス 164">
              <a:extLst>
                <a:ext uri="{FF2B5EF4-FFF2-40B4-BE49-F238E27FC236}">
                  <ns2:creationId id="{51399E49-B83C-3ADB-50F8-51B7056B0B81}"/>
                </a:ext>
              </a:extLst>
            </p:cNvPr>
            <p:cNvSpPr txBox="1"/>
            <p:nvPr/>
          </p:nvSpPr>
          <p:spPr>
            <a:xfrm>
              <a:off x="160478" y="6092725"/>
              <a:ext cx="3240000" cy="216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* </a:t>
              </a:r>
              <a:r>
                <a:rPr kumimoji="0" lang="en-US" altLang="ja-JP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プロダクトライフサイクルマネジメント</a:t>
              </a:r>
            </a:p>
          </p:txBody>
        </p:sp>
        <p:sp>
          <p:nvSpPr>
            <p:cNvPr id="166" name="テキスト ボックス 165">
              <a:extLst>
                <a:ext uri="{FF2B5EF4-FFF2-40B4-BE49-F238E27FC236}">
                  <ns2:creationId id="{7A7D39A7-5E2C-4AA7-F31E-39F1D9AB06C0}"/>
                </a:ext>
              </a:extLst>
            </p:cNvPr>
            <p:cNvSpPr txBox="1"/>
            <p:nvPr/>
          </p:nvSpPr>
          <p:spPr>
            <a:xfrm>
              <a:off x="3647262" y="6092725"/>
              <a:ext cx="6840000" cy="216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</a:p>
          </p:txBody>
        </p:sp>
        <p:sp>
          <p:nvSpPr>
            <p:cNvPr id="58" name="二等辺三角形 57">
              <a:extLst>
                <a:ext uri="{FF2B5EF4-FFF2-40B4-BE49-F238E27FC236}">
                  <ns2:creationId id="{4124A746-7AE9-A5BA-F114-91C0EEE28452}"/>
                </a:ext>
              </a:extLst>
            </p:cNvPr>
            <p:cNvSpPr>
              <a:spLocks/>
            </p:cNvSpPr>
            <p:nvPr/>
          </p:nvSpPr>
          <p:spPr>
            <a:xfrm rot="5400000">
              <a:off x="3393365" y="6128726"/>
              <a:ext cx="180000" cy="144000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337353B0-A97A-DA9F-F1E6-08481ABEE1C4}"/>
              </a:ext>
            </a:extLst>
          </p:cNvPr>
          <p:cNvGrpSpPr/>
          <p:nvPr/>
        </p:nvGrpSpPr>
        <p:grpSpPr>
          <a:xfrm>
            <a:off x="160478" y="845905"/>
            <a:ext cx="11880849" cy="558634"/>
            <a:chOff x="160478" y="845905"/>
            <a:chExt cx="11880849" cy="558634"/>
          </a:xfrm>
        </p:grpSpPr>
        <p:sp>
          <p:nvSpPr>
            <p:cNvPr id="2" name="テキスト ボックス 1">
              <a:extLst>
                <a:ext uri="{FF2B5EF4-FFF2-40B4-BE49-F238E27FC236}">
                  <ns2:creationId id="{DE5E537C-BBC1-E7DF-A31B-EA238868DB13}"/>
                </a:ext>
              </a:extLst>
            </p:cNvPr>
            <p:cNvSpPr txBox="1"/>
            <p:nvPr/>
          </p:nvSpPr>
          <p:spPr>
            <a:xfrm>
              <a:off x="160478" y="845905"/>
              <a:ext cx="11880849" cy="468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0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endParaRPr kumimoji="1" lang="en-US" altLang="ja-JP" sz="200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17" name="グループ化 16">
              <a:extLst>
                <a:ext uri="{FF2B5EF4-FFF2-40B4-BE49-F238E27FC236}">
                  <ns2:creationId id="{D5E8765D-264A-01DA-1232-4A993563184D}"/>
                </a:ext>
              </a:extLst>
            </p:cNvPr>
            <p:cNvGrpSpPr/>
            <p:nvPr/>
          </p:nvGrpSpPr>
          <p:grpSpPr>
            <a:xfrm>
              <a:off x="431347" y="845905"/>
              <a:ext cx="360000" cy="558634"/>
              <a:chOff x="431347" y="845905"/>
              <a:chExt cx="360000" cy="558634"/>
            </a:xfrm>
          </p:grpSpPr>
          <p:pic>
            <p:nvPicPr>
              <p:cNvPr id="3" name="グラフィックス 2" descr="世界 枠線">
                <a:extLst>
                  <a:ext uri="{FF2B5EF4-FFF2-40B4-BE49-F238E27FC236}">
                    <ns2:creationId id="{5D2E2A29-C17F-9546-E382-B175E75AB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431347" y="845905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6" name="グラフィックス 15" descr="手のひら 枠線">
                <a:extLst>
                  <a:ext uri="{FF2B5EF4-FFF2-40B4-BE49-F238E27FC236}">
                    <ns2:creationId id="{B705DBC6-2067-ED23-E72F-B36D4ED88F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31347" y="104453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50" name="グループ化 149">
            <a:extLst>
              <a:ext uri="{FF2B5EF4-FFF2-40B4-BE49-F238E27FC236}">
                <ns2:creationId id="{15BB6347-BE0F-5665-F997-85AA93EF6546}"/>
              </a:ext>
            </a:extLst>
          </p:cNvPr>
          <p:cNvGrpSpPr/>
          <p:nvPr/>
        </p:nvGrpSpPr>
        <p:grpSpPr>
          <a:xfrm>
            <a:off x="155575" y="1519564"/>
            <a:ext cx="11884079" cy="4458136"/>
            <a:chOff x="155575" y="1519564"/>
            <a:chExt cx="11884079" cy="4458136"/>
          </a:xfrm>
        </p:grpSpPr>
        <p:grpSp>
          <p:nvGrpSpPr>
            <p:cNvPr id="149" name="グループ化 148">
              <a:extLst>
                <a:ext uri="{FF2B5EF4-FFF2-40B4-BE49-F238E27FC236}">
                  <ns2:creationId id="{B06CECA0-66CD-794A-1027-5787FA3C0971}"/>
                </a:ext>
              </a:extLst>
            </p:cNvPr>
            <p:cNvGrpSpPr/>
            <p:nvPr/>
          </p:nvGrpSpPr>
          <p:grpSpPr>
            <a:xfrm>
              <a:off x="10239654" y="2816568"/>
              <a:ext cx="1800000" cy="1800000"/>
              <a:chOff x="10239654" y="2816568"/>
              <a:chExt cx="1800000" cy="1800000"/>
            </a:xfrm>
          </p:grpSpPr>
          <p:sp>
            <p:nvSpPr>
              <p:cNvPr id="176" name="角丸四角形 6">
                <a:extLst>
                  <a:ext uri="{FF2B5EF4-FFF2-40B4-BE49-F238E27FC236}">
                    <ns2:creationId id="{EBD4CA20-85C5-4CC5-3AF1-58FB40C4C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39654" y="2816568"/>
                <a:ext cx="1800000" cy="1800000"/>
              </a:xfrm>
              <a:prstGeom prst="ellipse">
                <a:avLst/>
              </a:prstGeom>
              <a:solidFill>
                <a:srgbClr val="008D2E">
                  <a:alpha val="90000"/>
                </a:srgb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企業価値向上</a:t>
                </a:r>
                <a:endParaRPr kumimoji="0" lang="en-US" altLang="ja-JP" sz="15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ROIC</a:t>
                </a:r>
                <a:r>
                  <a:rPr kumimoji="0" lang="ja-JP" alt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・</a:t>
                </a: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EBITDA</a:t>
                </a:r>
                <a:endParaRPr kumimoji="0" lang="ja-JP" altLang="en-US" sz="13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7" name="グラフィックス 146" descr="世界 単色塗りつぶし">
                <a:extLst>
                  <a:ext uri="{FF2B5EF4-FFF2-40B4-BE49-F238E27FC236}">
                    <ns2:creationId id="{716F4215-4BEF-DB9F-4DBA-503F77185C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0239654" y="2816568"/>
                <a:ext cx="1800000" cy="1800000"/>
              </a:xfrm>
              <a:prstGeom prst="rect">
                <a:avLst/>
              </a:prstGeom>
            </p:spPr>
          </p:pic>
          <p:pic>
            <p:nvPicPr>
              <p:cNvPr id="177" name="グラフィックス 176" descr="統計 単色塗りつぶし">
                <a:extLst>
                  <a:ext uri="{FF2B5EF4-FFF2-40B4-BE49-F238E27FC236}">
                    <ns2:creationId id="{C0DBA00E-B91B-798D-5609-E8386FC6D4F3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10869654" y="3052587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276" name="グループ化 275">
              <a:extLst>
                <a:ext uri="{FF2B5EF4-FFF2-40B4-BE49-F238E27FC236}">
                  <ns2:creationId id="{31E8F6A7-0B15-D48D-BC33-EE200219337D}"/>
                </a:ext>
              </a:extLst>
            </p:cNvPr>
            <p:cNvGrpSpPr/>
            <p:nvPr/>
          </p:nvGrpSpPr>
          <p:grpSpPr>
            <a:xfrm>
              <a:off x="426100" y="1519564"/>
              <a:ext cx="2778717" cy="1474502"/>
              <a:chOff x="456966" y="1360425"/>
              <a:chExt cx="2778717" cy="1474502"/>
            </a:xfrm>
          </p:grpSpPr>
          <p:sp>
            <p:nvSpPr>
              <p:cNvPr id="196" name="テキスト ボックス 195">
                <a:extLst>
                  <a:ext uri="{FF2B5EF4-FFF2-40B4-BE49-F238E27FC236}">
                    <ns2:creationId id="{ACEB7E1A-5693-CED5-17E2-35BFA2FC9EB9}"/>
                  </a:ext>
                </a:extLst>
              </p:cNvPr>
              <p:cNvSpPr txBox="1"/>
              <p:nvPr/>
            </p:nvSpPr>
            <p:spPr>
              <a:xfrm>
                <a:off x="456966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3" name="テキスト ボックス 212">
                <a:extLst>
                  <a:ext uri="{FF2B5EF4-FFF2-40B4-BE49-F238E27FC236}">
                    <ns2:creationId id="{BC1F99C3-FF70-4E18-600A-CDF89E1CC517}"/>
                  </a:ext>
                </a:extLst>
              </p:cNvPr>
              <p:cNvSpPr txBox="1"/>
              <p:nvPr/>
            </p:nvSpPr>
            <p:spPr>
              <a:xfrm>
                <a:off x="456966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(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)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4" name="テキスト ボックス 213">
                <a:extLst>
                  <a:ext uri="{FF2B5EF4-FFF2-40B4-BE49-F238E27FC236}">
                    <ns2:creationId id="{B7FE2E8F-8F49-EC16-24A1-3B6F8D8CF6ED}"/>
                  </a:ext>
                </a:extLst>
              </p:cNvPr>
              <p:cNvSpPr txBox="1"/>
              <p:nvPr/>
            </p:nvSpPr>
            <p:spPr>
              <a:xfrm>
                <a:off x="456966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PLM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*</a:t>
                </a:r>
              </a:p>
            </p:txBody>
          </p:sp>
          <p:cxnSp>
            <p:nvCxnSpPr>
              <p:cNvPr id="221" name="直線コネクタ 16">
                <a:extLst>
                  <a:ext uri="{FF2B5EF4-FFF2-40B4-BE49-F238E27FC236}">
                    <ns2:creationId id="{2B8F5A19-AD42-EDC4-8E58-94909C99A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9956" y="1838105"/>
                <a:ext cx="176342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9" name="直線コネクタ 16">
                <a:extLst>
                  <a:ext uri="{FF2B5EF4-FFF2-40B4-BE49-F238E27FC236}">
                    <ns2:creationId id="{370BA93A-A8F6-3CE2-9867-12450076AA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060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7" name="直線コネクタ 16">
                <a:extLst>
                  <a:ext uri="{FF2B5EF4-FFF2-40B4-BE49-F238E27FC236}">
                    <ns2:creationId id="{0B53E992-142D-7E74-62DD-2D5826846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1606" y="2208863"/>
                <a:ext cx="9648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15" name="Freeform 5">
                <a:extLst>
                  <a:ext uri="{FF2B5EF4-FFF2-40B4-BE49-F238E27FC236}">
                    <ns2:creationId id="{505D4B3B-3284-B1AE-FC91-66C464010763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456966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216" name="グラフィックス 215" descr="顕微鏡 単色塗りつぶし">
                <a:extLst>
                  <a:ext uri="{FF2B5EF4-FFF2-40B4-BE49-F238E27FC236}">
                    <ns2:creationId id="{0662A6DE-3C93-3FA7-EAB9-D6D35CCC08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1084350" y="1378425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205" name="直線コネクタ 16">
                <a:extLst>
                  <a:ext uri="{FF2B5EF4-FFF2-40B4-BE49-F238E27FC236}">
                    <ns2:creationId id="{AAC80129-A22D-1158-AABD-4E8BB1ED87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9684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</p:grpSp>
        <p:sp>
          <p:nvSpPr>
            <p:cNvPr id="178" name="Richtungspfeil 1">
              <a:extLst>
                <a:ext uri="{FF2B5EF4-FFF2-40B4-BE49-F238E27FC236}">
                  <ns2:creationId id="{4E6CDC03-54CC-3809-7CBA-33416441343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55575" y="2996568"/>
              <a:ext cx="10080000" cy="1440000"/>
            </a:xfrm>
            <a:prstGeom prst="homePlate">
              <a:avLst>
                <a:gd name="adj" fmla="val 2331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80000">
                  <a:srgbClr val="008D2E">
                    <a:alpha val="30000"/>
                  </a:srgbClr>
                </a:gs>
                <a:gs pos="100000">
                  <a:srgbClr val="008D2E">
                    <a:alpha val="50000"/>
                  </a:srgb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3C5B7E19-2EC7-D5C7-855E-0B9F76B3A4E4}"/>
                </a:ext>
              </a:extLst>
            </p:cNvPr>
            <p:cNvGrpSpPr/>
            <p:nvPr/>
          </p:nvGrpSpPr>
          <p:grpSpPr>
            <a:xfrm>
              <a:off x="252397" y="3025262"/>
              <a:ext cx="3060000" cy="1296548"/>
              <a:chOff x="290751" y="2837429"/>
              <a:chExt cx="3060000" cy="129654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F31CF33A-32E1-3DD9-C994-9FF0B5502015}"/>
                  </a:ext>
                </a:extLst>
              </p:cNvPr>
              <p:cNvSpPr/>
              <p:nvPr/>
            </p:nvSpPr>
            <p:spPr>
              <a:xfrm>
                <a:off x="290751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DFCD2B02-6CD0-8D2E-6D21-D26C88F46FE7}"/>
                  </a:ext>
                </a:extLst>
              </p:cNvPr>
              <p:cNvGrpSpPr/>
              <p:nvPr/>
            </p:nvGrpSpPr>
            <p:grpSpPr>
              <a:xfrm>
                <a:off x="1082751" y="2837429"/>
                <a:ext cx="1476000" cy="324000"/>
                <a:chOff x="1118751" y="2837429"/>
                <a:chExt cx="1476000" cy="324000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47C7E29E-1BCC-E6C9-F8B2-4085FA29DD40}"/>
                    </a:ext>
                  </a:extLst>
                </p:cNvPr>
                <p:cNvSpPr txBox="1"/>
                <p:nvPr/>
              </p:nvSpPr>
              <p:spPr>
                <a:xfrm>
                  <a:off x="1118751" y="2837429"/>
                  <a:ext cx="1476000" cy="324000"/>
                </a:xfrm>
                <a:prstGeom prst="rect">
                  <a:avLst/>
                </a:prstGeom>
                <a:solidFill>
                  <a:srgbClr val="E0F1E6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2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6" name="グラフィックス 185" descr="リサーチ 単色塗りつぶし">
                  <a:extLst>
                    <a:ext uri="{FF2B5EF4-FFF2-40B4-BE49-F238E27FC236}">
                      <ns2:creationId id="{894FDC95-E782-9956-0073-8F73A74A904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1025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19F332F8-AECD-5541-D421-B4E119718448}"/>
                </a:ext>
              </a:extLst>
            </p:cNvPr>
            <p:cNvGrpSpPr/>
            <p:nvPr/>
          </p:nvGrpSpPr>
          <p:grpSpPr>
            <a:xfrm>
              <a:off x="3552319" y="3019819"/>
              <a:ext cx="3060000" cy="1307434"/>
              <a:chOff x="3755503" y="2837429"/>
              <a:chExt cx="3060000" cy="1307434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10082B6C-687F-5850-416C-E3261FB10992}"/>
                  </a:ext>
                </a:extLst>
              </p:cNvPr>
              <p:cNvSpPr/>
              <p:nvPr/>
            </p:nvSpPr>
            <p:spPr>
              <a:xfrm>
                <a:off x="3755503" y="2992863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DX</a:t>
                </a: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FBC5EF8B-59D8-82E4-9E2B-4F63282E5156}"/>
                  </a:ext>
                </a:extLst>
              </p:cNvPr>
              <p:cNvGrpSpPr/>
              <p:nvPr/>
            </p:nvGrpSpPr>
            <p:grpSpPr>
              <a:xfrm>
                <a:off x="4547503" y="2837429"/>
                <a:ext cx="1476000" cy="324000"/>
                <a:chOff x="4583503" y="2837429"/>
                <a:chExt cx="1476000" cy="324000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7E3D627-A503-B13F-6BFB-6287F45AC940}"/>
                    </a:ext>
                  </a:extLst>
                </p:cNvPr>
                <p:cNvSpPr txBox="1"/>
                <p:nvPr/>
              </p:nvSpPr>
              <p:spPr>
                <a:xfrm>
                  <a:off x="4583503" y="2837429"/>
                  <a:ext cx="1476000" cy="324000"/>
                </a:xfrm>
                <a:prstGeom prst="rect">
                  <a:avLst/>
                </a:prstGeom>
                <a:solidFill>
                  <a:srgbClr val="CBE8D4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7" name="グラフィックス 186" descr="事業の成長 単色塗りつぶし">
                  <a:extLst>
                    <a:ext uri="{FF2B5EF4-FFF2-40B4-BE49-F238E27FC236}">
                      <ns2:creationId id="{BAC63B65-9A51-B87B-BD1F-67A9340DE9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5777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" name="グループ化 10">
              <a:extLst>
                <a:ext uri="{FF2B5EF4-FFF2-40B4-BE49-F238E27FC236}">
                  <ns2:creationId id="{8B6B9B29-1B21-6F54-5708-4AA504794739}"/>
                </a:ext>
              </a:extLst>
            </p:cNvPr>
            <p:cNvGrpSpPr/>
            <p:nvPr/>
          </p:nvGrpSpPr>
          <p:grpSpPr>
            <a:xfrm>
              <a:off x="6755420" y="3025262"/>
              <a:ext cx="3060000" cy="1296548"/>
              <a:chOff x="7181696" y="2837429"/>
              <a:chExt cx="3060000" cy="1296548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D77983AE-0566-77BD-7975-89993D35B58E}"/>
                  </a:ext>
                </a:extLst>
              </p:cNvPr>
              <p:cNvSpPr/>
              <p:nvPr/>
            </p:nvSpPr>
            <p:spPr>
              <a:xfrm>
                <a:off x="7181696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10EDD7E9-505B-FAB6-87D4-54DF0E30A098}"/>
                  </a:ext>
                </a:extLst>
              </p:cNvPr>
              <p:cNvGrpSpPr/>
              <p:nvPr/>
            </p:nvGrpSpPr>
            <p:grpSpPr>
              <a:xfrm>
                <a:off x="7973696" y="2837429"/>
                <a:ext cx="1476000" cy="324000"/>
                <a:chOff x="8009696" y="2837429"/>
                <a:chExt cx="1476000" cy="324000"/>
              </a:xfrm>
            </p:grpSpPr>
            <p:sp>
              <p:nvSpPr>
                <p:cNvPr id="29" name="テキスト ボックス 28">
                  <a:extLst>
                    <a:ext uri="{FF2B5EF4-FFF2-40B4-BE49-F238E27FC236}">
                      <ns2:creationId id="{B8965125-9308-4441-38FF-41E57D2AE1EC}"/>
                    </a:ext>
                  </a:extLst>
                </p:cNvPr>
                <p:cNvSpPr txBox="1"/>
                <p:nvPr/>
              </p:nvSpPr>
              <p:spPr>
                <a:xfrm>
                  <a:off x="8009696" y="2837429"/>
                  <a:ext cx="1476000" cy="324000"/>
                </a:xfrm>
                <a:prstGeom prst="rect">
                  <a:avLst/>
                </a:prstGeom>
                <a:gradFill flip="none" rotWithShape="1">
                  <a:gsLst>
                    <a:gs pos="0">
                      <a:srgbClr val="B6DEC3"/>
                    </a:gs>
                    <a:gs pos="100000">
                      <a:srgbClr val="9FD4B0"/>
                    </a:gs>
                  </a:gsLst>
                  <a:lin ang="0" scaled="1"/>
                  <a:tileRect/>
                </a:gra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kern="0" dirty="0">
                      <a:solidFill>
                        <a:srgbClr val="008D2E"/>
                      </a:solidFill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ja-JP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8" name="グラフィックス 187" descr="ベン図 単色塗りつぶし">
                  <a:extLst>
                    <a:ext uri="{FF2B5EF4-FFF2-40B4-BE49-F238E27FC236}">
                      <ns2:creationId id="{1AA1B4EA-A1F8-165F-F7CB-E2084F1FC2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41970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78" name="グループ化 277">
              <a:extLst>
                <a:ext uri="{FF2B5EF4-FFF2-40B4-BE49-F238E27FC236}">
                  <ns2:creationId id="{1EA256CD-971D-14F1-DD9F-957FFC6C57F5}"/>
                </a:ext>
              </a:extLst>
            </p:cNvPr>
            <p:cNvGrpSpPr/>
            <p:nvPr/>
          </p:nvGrpSpPr>
          <p:grpSpPr>
            <a:xfrm>
              <a:off x="3726022" y="1519564"/>
              <a:ext cx="2778717" cy="1474502"/>
              <a:chOff x="3857881" y="1360425"/>
              <a:chExt cx="2778717" cy="1474502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6ACEBB72-6283-63AD-B914-5EA5157BCBC4}"/>
                  </a:ext>
                </a:extLst>
              </p:cNvPr>
              <p:cNvSpPr txBox="1"/>
              <p:nvPr/>
            </p:nvSpPr>
            <p:spPr>
              <a:xfrm>
                <a:off x="3857881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3BC0A029-0F50-4483-34E1-A4C52C505EB4}"/>
                  </a:ext>
                </a:extLst>
              </p:cNvPr>
              <p:cNvSpPr txBox="1"/>
              <p:nvPr/>
            </p:nvSpPr>
            <p:spPr>
              <a:xfrm>
                <a:off x="3857881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AE747D11-C36C-FE9C-10BA-E145B6CFC62E}"/>
                  </a:ext>
                </a:extLst>
              </p:cNvPr>
              <p:cNvSpPr txBox="1"/>
              <p:nvPr/>
            </p:nvSpPr>
            <p:spPr>
              <a:xfrm>
                <a:off x="3857881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IoT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224" name="直線コネクタ 16">
                <a:extLst>
                  <a:ext uri="{FF2B5EF4-FFF2-40B4-BE49-F238E27FC236}">
                    <ns2:creationId id="{5BBBEB09-E7F8-A21A-24CD-44ED199C1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4734" y="1838105"/>
                <a:ext cx="64956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6" name="直線コネクタ 16">
                <a:extLst>
                  <a:ext uri="{FF2B5EF4-FFF2-40B4-BE49-F238E27FC236}">
                    <ns2:creationId id="{17D1E55F-8F47-4292-EE62-D17421A5AE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71975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8" name="直線コネクタ 16">
                <a:extLst>
                  <a:ext uri="{FF2B5EF4-FFF2-40B4-BE49-F238E27FC236}">
                    <ns2:creationId id="{6EB78166-74DF-03F4-3A1C-F7D6E9B0E5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42155" y="2208863"/>
                <a:ext cx="1255166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29" name="Freeform 5">
                <a:extLst>
                  <a:ext uri="{FF2B5EF4-FFF2-40B4-BE49-F238E27FC236}">
                    <ns2:creationId id="{A26629CE-8131-7A16-773E-1C753B9CF10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857881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31" name="直線コネクタ 16">
                <a:extLst>
                  <a:ext uri="{FF2B5EF4-FFF2-40B4-BE49-F238E27FC236}">
                    <ns2:creationId id="{0794CFDE-67E1-764B-038E-181AF58F2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0599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33" name="グラフィックス 232" descr="工場 単色塗りつぶし">
                <a:extLst>
                  <a:ext uri="{FF2B5EF4-FFF2-40B4-BE49-F238E27FC236}">
                    <ns2:creationId id="{1ADB47BC-44AD-9888-18E2-CC7684EA82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4635877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83" name="グループ化 282">
              <a:extLst>
                <a:ext uri="{FF2B5EF4-FFF2-40B4-BE49-F238E27FC236}">
                  <ns2:creationId id="{FD151343-FDE5-DB33-C054-22318E0DF25A}"/>
                </a:ext>
              </a:extLst>
            </p:cNvPr>
            <p:cNvGrpSpPr/>
            <p:nvPr/>
          </p:nvGrpSpPr>
          <p:grpSpPr>
            <a:xfrm>
              <a:off x="6939881" y="1519564"/>
              <a:ext cx="2767959" cy="1474502"/>
              <a:chOff x="7226675" y="1360425"/>
              <a:chExt cx="2767959" cy="1474502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731A461A-CBB4-CD27-B176-48A1DEB9AC92}"/>
                  </a:ext>
                </a:extLst>
              </p:cNvPr>
              <p:cNvSpPr txBox="1"/>
              <p:nvPr/>
            </p:nvSpPr>
            <p:spPr>
              <a:xfrm>
                <a:off x="7226675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49" name="テキスト ボックス 248">
                <a:extLst>
                  <a:ext uri="{FF2B5EF4-FFF2-40B4-BE49-F238E27FC236}">
                    <ns2:creationId id="{444CB012-6F20-C66B-2655-C9872069B2E8}"/>
                  </a:ext>
                </a:extLst>
              </p:cNvPr>
              <p:cNvSpPr txBox="1"/>
              <p:nvPr/>
            </p:nvSpPr>
            <p:spPr>
              <a:xfrm>
                <a:off x="7226675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50" name="テキスト ボックス 249">
                <a:extLst>
                  <a:ext uri="{FF2B5EF4-FFF2-40B4-BE49-F238E27FC236}">
                    <ns2:creationId id="{D4830A9E-FAEF-2801-6833-582E42AA4647}"/>
                  </a:ext>
                </a:extLst>
              </p:cNvPr>
              <p:cNvSpPr txBox="1"/>
              <p:nvPr/>
            </p:nvSpPr>
            <p:spPr>
              <a:xfrm>
                <a:off x="7226675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2" name="直線コネクタ 16">
                <a:extLst>
                  <a:ext uri="{FF2B5EF4-FFF2-40B4-BE49-F238E27FC236}">
                    <ns2:creationId id="{FF8D7EC0-E32C-FD2C-9FD5-D9345CC5AD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37835" y="1838105"/>
                <a:ext cx="118525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5" name="直線コネクタ 16">
                <a:extLst>
                  <a:ext uri="{FF2B5EF4-FFF2-40B4-BE49-F238E27FC236}">
                    <ns2:creationId id="{B11A457B-37F8-DBD2-D4E5-3AC81B26F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0769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6" name="直線コネクタ 16">
                <a:extLst>
                  <a:ext uri="{FF2B5EF4-FFF2-40B4-BE49-F238E27FC236}">
                    <ns2:creationId id="{431BA4A1-D39D-E0AF-B259-F6341DA0CA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6116" y="2208863"/>
                <a:ext cx="189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58" name="Freeform 5">
                <a:extLst>
                  <a:ext uri="{FF2B5EF4-FFF2-40B4-BE49-F238E27FC236}">
                    <ns2:creationId id="{40F989A1-E9A8-0A38-7F79-EC0108932F9A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7226675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3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16">
                <a:extLst>
                  <a:ext uri="{FF2B5EF4-FFF2-40B4-BE49-F238E27FC236}">
                    <ns2:creationId id="{AD42EAD6-8154-9168-674C-FF12B1CD6F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18635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62" name="グラフィックス 261" descr="レジ 単色塗りつぶし">
                <a:extLst>
                  <a:ext uri="{FF2B5EF4-FFF2-40B4-BE49-F238E27FC236}">
                    <ns2:creationId id="{6C7370CB-CB47-8787-9490-8E898A910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7484859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C640B096-2047-ACC2-3427-C827D916BA90}"/>
                </a:ext>
              </a:extLst>
            </p:cNvPr>
            <p:cNvGrpSpPr/>
            <p:nvPr/>
          </p:nvGrpSpPr>
          <p:grpSpPr>
            <a:xfrm>
              <a:off x="426099" y="4439256"/>
              <a:ext cx="2778718" cy="1538444"/>
              <a:chOff x="426099" y="4280117"/>
              <a:chExt cx="2778718" cy="1538444"/>
            </a:xfrm>
          </p:grpSpPr>
          <p:sp>
            <p:nvSpPr>
              <p:cNvPr id="34" name="テキスト ボックス 33">
                <a:extLst>
                  <a:ext uri="{FF2B5EF4-FFF2-40B4-BE49-F238E27FC236}">
                    <ns2:creationId id="{7A8CF16F-DE02-9B88-AD2A-7C4E94DC7E65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D966EA15-D475-A032-B14A-12CA51C1873C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E007B4C4-A230-D439-7819-507539B84270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16">
                <a:extLst>
                  <a:ext uri="{FF2B5EF4-FFF2-40B4-BE49-F238E27FC236}">
                    <ns2:creationId id="{4777AFBC-9694-02D3-88AD-0B149CB47B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8" name="直線コネクタ 16">
                <a:extLst>
                  <a:ext uri="{FF2B5EF4-FFF2-40B4-BE49-F238E27FC236}">
                    <ns2:creationId id="{32C30DC1-69AC-1628-AFAE-4E66C4FEE8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9" name="直線コネクタ 16">
                <a:extLst>
                  <a:ext uri="{FF2B5EF4-FFF2-40B4-BE49-F238E27FC236}">
                    <ns2:creationId id="{43CAB846-C9E8-FC27-8C7D-027BA6CA4A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1362" y="4818572"/>
                <a:ext cx="1297378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41" name="Freeform 5">
                <a:extLst>
                  <a:ext uri="{FF2B5EF4-FFF2-40B4-BE49-F238E27FC236}">
                    <ns2:creationId id="{B6B91F77-EB72-6D7A-D259-034E4A8E310D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43" name="直線コネクタ 16">
                <a:extLst>
                  <a:ext uri="{FF2B5EF4-FFF2-40B4-BE49-F238E27FC236}">
                    <ns2:creationId id="{F3E78CCD-BF59-5CFE-7115-EF6EE2335C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59" name="Freeform 5">
                <a:extLst>
                  <a:ext uri="{FF2B5EF4-FFF2-40B4-BE49-F238E27FC236}">
                    <ns2:creationId id="{F90328DD-3561-DB32-A932-2322FC9B181A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在庫 単色塗りつぶし">
                <a:extLst>
                  <a:ext uri="{FF2B5EF4-FFF2-40B4-BE49-F238E27FC236}">
                    <ns2:creationId id="{142AE4D7-80B1-785F-8176-C58B85D3D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1" name="グループ化 310">
              <a:extLst>
                <a:ext uri="{FF2B5EF4-FFF2-40B4-BE49-F238E27FC236}">
                  <ns2:creationId id="{29C055F5-0524-B4D9-A29E-E0EDA1AFF15B}"/>
                </a:ext>
              </a:extLst>
            </p:cNvPr>
            <p:cNvGrpSpPr/>
            <p:nvPr/>
          </p:nvGrpSpPr>
          <p:grpSpPr>
            <a:xfrm>
              <a:off x="3726021" y="4439256"/>
              <a:ext cx="2778718" cy="1538444"/>
              <a:chOff x="426099" y="4280117"/>
              <a:chExt cx="2778718" cy="1538444"/>
            </a:xfrm>
          </p:grpSpPr>
          <p:sp>
            <p:nvSpPr>
              <p:cNvPr id="312" name="テキスト ボックス 311">
                <a:extLst>
                  <a:ext uri="{FF2B5EF4-FFF2-40B4-BE49-F238E27FC236}">
                    <ns2:creationId id="{2A52A57D-B538-16C0-F93F-AF8913823D87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13" name="テキスト ボックス 312">
                <a:extLst>
                  <a:ext uri="{FF2B5EF4-FFF2-40B4-BE49-F238E27FC236}">
                    <ns2:creationId id="{03D8B6D3-BDE6-41C5-0915-B9B5B6068FA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4" name="テキスト ボックス 313">
                <a:extLst>
                  <a:ext uri="{FF2B5EF4-FFF2-40B4-BE49-F238E27FC236}">
                    <ns2:creationId id="{57EE24E4-D76D-CA5C-ABFD-2BFB6233DD7E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15" name="直線コネクタ 16">
                <a:extLst>
                  <a:ext uri="{FF2B5EF4-FFF2-40B4-BE49-F238E27FC236}">
                    <ns2:creationId id="{EFC3A455-E40A-AB3E-4340-8A737F94FB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6" name="直線コネクタ 16">
                <a:extLst>
                  <a:ext uri="{FF2B5EF4-FFF2-40B4-BE49-F238E27FC236}">
                    <ns2:creationId id="{C8653ABE-6AE2-BA9C-7EF5-872D15A371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7" name="直線コネクタ 16">
                <a:extLst>
                  <a:ext uri="{FF2B5EF4-FFF2-40B4-BE49-F238E27FC236}">
                    <ns2:creationId id="{9CC7C967-1618-8704-CA80-FAF634F5E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8746" y="4818572"/>
                <a:ext cx="1499994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318" name="Freeform 5">
                <a:extLst>
                  <a:ext uri="{FF2B5EF4-FFF2-40B4-BE49-F238E27FC236}">
                    <ns2:creationId id="{6F1AB0F7-FF44-58FF-D1A9-45530745E8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319" name="直線コネクタ 16">
                <a:extLst>
                  <a:ext uri="{FF2B5EF4-FFF2-40B4-BE49-F238E27FC236}">
                    <ns2:creationId id="{F02C91A6-0D7E-1C7A-8CC0-217E2D204C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28" name="Freeform 5">
                <a:extLst>
                  <a:ext uri="{FF2B5EF4-FFF2-40B4-BE49-F238E27FC236}">
                    <ns2:creationId id="{5BC4AD58-F325-6FF6-192B-45979B36D78C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トラック 単色塗りつぶし">
                <a:extLst>
                  <a:ext uri="{FF2B5EF4-FFF2-40B4-BE49-F238E27FC236}">
                    <ns2:creationId id="{7B25FC8A-8906-D4B1-BF88-EBC3CC381D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DBA82BAC-CAC7-76A4-B245-F5794595880D}"/>
                </a:ext>
              </a:extLst>
            </p:cNvPr>
            <p:cNvGrpSpPr/>
            <p:nvPr/>
          </p:nvGrpSpPr>
          <p:grpSpPr>
            <a:xfrm>
              <a:off x="6934502" y="4439256"/>
              <a:ext cx="2778718" cy="1538444"/>
              <a:chOff x="426099" y="4280117"/>
              <a:chExt cx="2778718" cy="1538444"/>
            </a:xfrm>
          </p:grpSpPr>
          <p:sp>
            <p:nvSpPr>
              <p:cNvPr id="132" name="テキスト ボックス 131">
                <a:extLst>
                  <a:ext uri="{FF2B5EF4-FFF2-40B4-BE49-F238E27FC236}">
                    <ns2:creationId id="{45843953-7420-70A9-6B58-413BE3DA0856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3" name="テキスト ボックス 132">
                <a:extLst>
                  <a:ext uri="{FF2B5EF4-FFF2-40B4-BE49-F238E27FC236}">
                    <ns2:creationId id="{DB9F14EE-C9D6-DC7B-4579-A9FB0663FD5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TW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LTV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ns2:creationId id="{4B8AFDDC-F0D5-BDEC-6EBA-E02F9D22C7DC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135" name="直線コネクタ 16">
                <a:extLst>
                  <a:ext uri="{FF2B5EF4-FFF2-40B4-BE49-F238E27FC236}">
                    <ns2:creationId id="{F68A774B-FAF5-5F08-1385-9033229AB9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5437" y="5189706"/>
                <a:ext cx="150365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6" name="直線コネクタ 16">
                <a:extLst>
                  <a:ext uri="{FF2B5EF4-FFF2-40B4-BE49-F238E27FC236}">
                    <ns2:creationId id="{6C0DCD77-2FDA-BC59-2AB6-CAE133C60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7" name="直線コネクタ 16">
                <a:extLst>
                  <a:ext uri="{FF2B5EF4-FFF2-40B4-BE49-F238E27FC236}">
                    <ns2:creationId id="{69386E76-6D60-9F6E-69BF-79DE3606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2557" y="4818572"/>
                <a:ext cx="183618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138" name="Freeform 5">
                <a:extLst>
                  <a:ext uri="{FF2B5EF4-FFF2-40B4-BE49-F238E27FC236}">
                    <ns2:creationId id="{DE8789D2-A1D9-8D3C-8821-725B04EB9FFE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139" name="直線コネクタ 16">
                <a:extLst>
                  <a:ext uri="{FF2B5EF4-FFF2-40B4-BE49-F238E27FC236}">
                    <ns2:creationId id="{1F722E1C-1AF6-EB62-9498-41AD2132E1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40" name="Freeform 5">
                <a:extLst>
                  <a:ext uri="{FF2B5EF4-FFF2-40B4-BE49-F238E27FC236}">
                    <ns2:creationId id="{0723BF26-5D98-6077-9152-B4B00B8FAE29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CRM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1" name="グラフィックス 140" descr="データベース 単色塗りつぶし">
                <a:extLst>
                  <a:ext uri="{FF2B5EF4-FFF2-40B4-BE49-F238E27FC236}">
                    <ns2:creationId id="{CA57EEFA-4138-1141-5D8E-CF10B46C1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5"/>
                  </a:ext>
                </a:extLst>
              </a:blip>
              <a:srcRect/>
              <a:stretch/>
            </p:blipFill>
            <p:spPr>
              <a:xfrm>
                <a:off x="1265205" y="5476561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1315012"/>
      </p:ext>
    </p:extLst>
  </p:cSld>
  <p:clrMapOvr>
    <a:masterClrMapping/>
  </p:clrMapOvr>
</p:sld>
</file>

<file path=ppt/slides/slide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EUC</a:t>
            </a:r>
            <a:r>
              <a:rPr kumimoji="1" lang="ja-JP" altLang="en-US" dirty="0"/>
              <a:t>XX</a:t>
            </a:r>
          </a:p>
        </p:txBody>
      </p:sp>
      <p:sp>
        <p:nvSpPr>
          <p:cNvPr id="41" name="タイトル 40">
            <a:extLst>
              <a:ext uri="{FF2B5EF4-FFF2-40B4-BE49-F238E27FC236}">
                <ns2:creationId id="{348D10A6-CCD2-5BE8-D0F4-C9C151AFE3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34" name="グループ化 233">
            <a:extLst>
              <a:ext uri="{FF2B5EF4-FFF2-40B4-BE49-F238E27FC236}">
                <ns2:creationId id="{DE1C3072-9080-7EE3-2CB0-154571C55217}"/>
              </a:ext>
            </a:extLst>
          </p:cNvPr>
          <p:cNvGrpSpPr/>
          <p:nvPr/>
        </p:nvGrpSpPr>
        <p:grpSpPr>
          <a:xfrm>
            <a:off x="10074948" y="1298178"/>
            <a:ext cx="1782090" cy="252000"/>
            <a:chOff x="9880308" y="1276950"/>
            <a:chExt cx="1782090" cy="252000"/>
          </a:xfrm>
        </p:grpSpPr>
        <p:sp>
          <p:nvSpPr>
            <p:cNvPr id="224" name="Rounded Rectangle 42">
              <a:extLst>
                <a:ext uri="{FF2B5EF4-FFF2-40B4-BE49-F238E27FC236}">
                  <ns2:creationId id="{D2379776-6357-D5BD-FB8C-28691C49FF4D}"/>
                </a:ext>
              </a:extLst>
            </p:cNvPr>
            <p:cNvSpPr/>
            <p:nvPr/>
          </p:nvSpPr>
          <p:spPr>
            <a:xfrm>
              <a:off x="1024030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自動</a:t>
              </a:r>
              <a:endParaRPr kumimoji="1" lang="ja-JP" altLang="en-US" sz="1200" noProof="0" dirty="0"/>
            </a:p>
          </p:txBody>
        </p:sp>
        <p:sp>
          <p:nvSpPr>
            <p:cNvPr id="225" name="Rounded Rectangle 42">
              <a:extLst>
                <a:ext uri="{FF2B5EF4-FFF2-40B4-BE49-F238E27FC236}">
                  <ns2:creationId id="{723BC239-DEEE-232F-73D7-E194D7D5FD1C}"/>
                </a:ext>
              </a:extLst>
            </p:cNvPr>
            <p:cNvSpPr/>
            <p:nvPr/>
          </p:nvSpPr>
          <p:spPr>
            <a:xfrm>
              <a:off x="1123039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</a:t>
              </a:r>
              <a:endParaRPr kumimoji="1" lang="ja-JP" altLang="en-US" sz="1200" noProof="0" dirty="0"/>
            </a:p>
          </p:txBody>
        </p:sp>
        <p:cxnSp>
          <p:nvCxnSpPr>
            <p:cNvPr id="226" name="直線矢印コネクタ 225">
              <a:extLst>
                <a:ext uri="{FF2B5EF4-FFF2-40B4-BE49-F238E27FC236}">
                  <ns2:creationId id="{7698529A-EF1A-389E-AF50-2BF91F7C26EA}"/>
                </a:ext>
              </a:extLst>
            </p:cNvPr>
            <p:cNvCxnSpPr>
              <a:cxnSpLocks/>
            </p:cNvCxnSpPr>
            <p:nvPr/>
          </p:nvCxnSpPr>
          <p:spPr>
            <a:xfrm>
              <a:off x="9880308" y="1402950"/>
              <a:ext cx="360000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228">
              <a:extLst>
                <a:ext uri="{FF2B5EF4-FFF2-40B4-BE49-F238E27FC236}">
                  <ns2:creationId id="{85B1160A-295C-E9D5-913C-2C285E95BD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70398" y="1402950"/>
              <a:ext cx="360000" cy="0"/>
            </a:xfrm>
            <a:prstGeom prst="straightConnector1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グループ化 6">
            <a:extLst>
              <a:ext uri="{FF2B5EF4-FFF2-40B4-BE49-F238E27FC236}">
                <ns2:creationId id="{C07688FD-943C-2D8E-5AA8-28436C890E7C}"/>
              </a:ext>
            </a:extLst>
          </p:cNvPr>
          <p:cNvGrpSpPr/>
          <p:nvPr/>
        </p:nvGrpSpPr>
        <p:grpSpPr>
          <a:xfrm>
            <a:off x="334962" y="1587029"/>
            <a:ext cx="11522076" cy="4740557"/>
            <a:chOff x="334962" y="1587029"/>
            <a:chExt cx="11522076" cy="4740557"/>
          </a:xfrm>
        </p:grpSpPr>
        <p:sp>
          <p:nvSpPr>
            <p:cNvPr id="2" name="Rounded Rectangle 25">
              <a:extLst>
                <a:ext uri="{FF2B5EF4-FFF2-40B4-BE49-F238E27FC236}">
                  <ns2:creationId id="{4D0B9562-0E3D-8BA2-DC16-ED7CC6322272}"/>
                </a:ext>
              </a:extLst>
            </p:cNvPr>
            <p:cNvSpPr/>
            <p:nvPr/>
          </p:nvSpPr>
          <p:spPr>
            <a:xfrm>
              <a:off x="6104930" y="2769913"/>
              <a:ext cx="1214612" cy="86716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57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82" name="グループ化 281">
              <a:extLst>
                <a:ext uri="{FF2B5EF4-FFF2-40B4-BE49-F238E27FC236}">
                  <ns2:creationId id="{9C55BEC6-79F1-3A70-4BB0-B3BB6B32062C}"/>
                </a:ext>
              </a:extLst>
            </p:cNvPr>
            <p:cNvGrpSpPr/>
            <p:nvPr/>
          </p:nvGrpSpPr>
          <p:grpSpPr>
            <a:xfrm>
              <a:off x="3273613" y="2290667"/>
              <a:ext cx="687672" cy="1075980"/>
              <a:chOff x="3273613" y="2290667"/>
              <a:chExt cx="687672" cy="1075980"/>
            </a:xfrm>
          </p:grpSpPr>
          <p:cxnSp>
            <p:nvCxnSpPr>
              <p:cNvPr id="255" name="直線矢印コネクタ 254">
                <a:extLst>
                  <a:ext uri="{FF2B5EF4-FFF2-40B4-BE49-F238E27FC236}">
                    <ns2:creationId id="{E1FA0470-5EA6-B4D3-87AA-C78F8587D8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29066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6CDBA47E-4689-D4BD-8FF3-F553D99C6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444378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矢印コネクタ 256">
                <a:extLst>
                  <a:ext uri="{FF2B5EF4-FFF2-40B4-BE49-F238E27FC236}">
                    <ns2:creationId id="{49E40FC8-0A95-727D-A836-49FB0D1E06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598089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矢印コネクタ 257">
                <a:extLst>
                  <a:ext uri="{FF2B5EF4-FFF2-40B4-BE49-F238E27FC236}">
                    <ns2:creationId id="{1D58EDC9-ACD8-95CB-E69C-99C05BA29C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751800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矢印コネクタ 258">
                <a:extLst>
                  <a:ext uri="{FF2B5EF4-FFF2-40B4-BE49-F238E27FC236}">
                    <ns2:creationId id="{46D937E5-D9A4-5B04-FF1C-E1F3D5146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905511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38D6F3AA-2716-3657-16CF-BDE0CA7040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059222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矢印コネクタ 260">
                <a:extLst>
                  <a:ext uri="{FF2B5EF4-FFF2-40B4-BE49-F238E27FC236}">
                    <ns2:creationId id="{25B6C5AF-418E-9A3F-9604-CFA541E52C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212933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矢印コネクタ 263">
                <a:extLst>
                  <a:ext uri="{FF2B5EF4-FFF2-40B4-BE49-F238E27FC236}">
                    <ns2:creationId id="{F24B3CE2-AC77-7021-1E14-CC4ABBE36F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36664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7" name="グループ化 286">
              <a:extLst>
                <a:ext uri="{FF2B5EF4-FFF2-40B4-BE49-F238E27FC236}">
                  <ns2:creationId id="{2E06D44C-4A32-2048-567D-709F5051E778}"/>
                </a:ext>
              </a:extLst>
            </p:cNvPr>
            <p:cNvGrpSpPr/>
            <p:nvPr/>
          </p:nvGrpSpPr>
          <p:grpSpPr>
            <a:xfrm>
              <a:off x="1895233" y="3463284"/>
              <a:ext cx="2056909" cy="2685121"/>
              <a:chOff x="1895233" y="3463284"/>
              <a:chExt cx="2056909" cy="268512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83F2A2A0-5844-5E70-65B5-A4BFA5CC02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092384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矢印コネクタ 266">
                <a:extLst>
                  <a:ext uri="{FF2B5EF4-FFF2-40B4-BE49-F238E27FC236}">
                    <ns2:creationId id="{35815CF7-16A8-2497-2B27-C78EA45270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364595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矢印コネクタ 267">
                <a:extLst>
                  <a:ext uri="{FF2B5EF4-FFF2-40B4-BE49-F238E27FC236}">
                    <ns2:creationId id="{956874EC-E1F2-7FEE-CDBA-8A39982184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490064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直線矢印コネクタ 268">
                <a:extLst>
                  <a:ext uri="{FF2B5EF4-FFF2-40B4-BE49-F238E27FC236}">
                    <ns2:creationId id="{95E98634-C07D-00E5-2C40-5555F3DD1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09030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直線矢印コネクタ 269">
                <a:extLst>
                  <a:ext uri="{FF2B5EF4-FFF2-40B4-BE49-F238E27FC236}">
                    <ns2:creationId id="{D3111A6F-D656-E5D9-85E7-9C8C93A861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27995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矢印コネクタ 270">
                <a:extLst>
                  <a:ext uri="{FF2B5EF4-FFF2-40B4-BE49-F238E27FC236}">
                    <ns2:creationId id="{D326A5EC-0C81-2074-7FA3-DA86EB8756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76909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矢印コネクタ 271">
                <a:extLst>
                  <a:ext uri="{FF2B5EF4-FFF2-40B4-BE49-F238E27FC236}">
                    <ns2:creationId id="{A77743B6-B830-9872-176E-C080C0A95A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95875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矢印コネクタ 272">
                <a:extLst>
                  <a:ext uri="{FF2B5EF4-FFF2-40B4-BE49-F238E27FC236}">
                    <ns2:creationId id="{9765908F-BFF8-3C7A-43F5-1B3FAB1B53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614840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5CEF31E6-9D94-A8F8-CD2D-74B372385397}"/>
                  </a:ext>
                </a:extLst>
              </p:cNvPr>
              <p:cNvCxnSpPr>
                <a:cxnSpLocks/>
                <a:stCxn id="240" idx="0"/>
              </p:cNvCxnSpPr>
              <p:nvPr/>
            </p:nvCxnSpPr>
            <p:spPr>
              <a:xfrm rot="5400000" flipH="1" flipV="1">
                <a:off x="2704371" y="2788468"/>
                <a:ext cx="572955" cy="1922587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1" name="グループ化 290">
              <a:extLst>
                <a:ext uri="{FF2B5EF4-FFF2-40B4-BE49-F238E27FC236}">
                  <ns2:creationId id="{B6A68089-6148-BF82-1BA3-F7B8A885D837}"/>
                </a:ext>
              </a:extLst>
            </p:cNvPr>
            <p:cNvGrpSpPr/>
            <p:nvPr/>
          </p:nvGrpSpPr>
          <p:grpSpPr>
            <a:xfrm>
              <a:off x="334962" y="1587029"/>
              <a:ext cx="11522076" cy="252000"/>
              <a:chOff x="334962" y="1637831"/>
              <a:chExt cx="11522076" cy="252000"/>
            </a:xfrm>
          </p:grpSpPr>
          <p:cxnSp>
            <p:nvCxnSpPr>
              <p:cNvPr id="55" name="直線矢印コネクタ 54">
                <a:extLst>
                  <a:ext uri="{FF2B5EF4-FFF2-40B4-BE49-F238E27FC236}">
                    <ns2:creationId id="{136611C9-AF18-D580-5C48-A7F78E8CB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763831"/>
                <a:ext cx="3445186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矢印コネクタ 67">
                <a:extLst>
                  <a:ext uri="{FF2B5EF4-FFF2-40B4-BE49-F238E27FC236}">
                    <ns2:creationId id="{2751DC1A-EF99-A98D-7698-4F99FB84DD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63210" y="1763831"/>
                <a:ext cx="2063812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矢印コネクタ 72">
                <a:extLst>
                  <a:ext uri="{FF2B5EF4-FFF2-40B4-BE49-F238E27FC236}">
                    <ns2:creationId id="{A9E77E30-E678-B050-794C-9CFF4E2F9B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12730" y="1763831"/>
                <a:ext cx="2744308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矢印コネクタ 75">
                <a:extLst>
                  <a:ext uri="{FF2B5EF4-FFF2-40B4-BE49-F238E27FC236}">
                    <ns2:creationId id="{FA953794-13C2-0877-7173-C972DE1AC2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10084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矢印コネクタ 77">
                <a:extLst>
                  <a:ext uri="{FF2B5EF4-FFF2-40B4-BE49-F238E27FC236}">
                    <ns2:creationId id="{6BD0C56C-B6D9-653B-AEB6-C1F8E99AE58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61407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Rounded Rectangle 29">
                <a:extLst>
                  <a:ext uri="{FF2B5EF4-FFF2-40B4-BE49-F238E27FC236}">
                    <ns2:creationId id="{33ADC0AF-1025-36DA-4942-E19FE87DCDAE}"/>
                  </a:ext>
                </a:extLst>
              </p:cNvPr>
              <p:cNvSpPr/>
              <p:nvPr/>
            </p:nvSpPr>
            <p:spPr>
              <a:xfrm>
                <a:off x="1193705" y="1637831"/>
                <a:ext cx="15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2" name="Rounded Rectangle 31">
                <a:extLst>
                  <a:ext uri="{FF2B5EF4-FFF2-40B4-BE49-F238E27FC236}">
                    <ns2:creationId id="{22E0F4AD-16C3-8ED9-1A1B-827ED8E25C88}"/>
                  </a:ext>
                </a:extLst>
              </p:cNvPr>
              <p:cNvSpPr/>
              <p:nvPr/>
            </p:nvSpPr>
            <p:spPr>
              <a:xfrm>
                <a:off x="4553116" y="1637831"/>
                <a:ext cx="684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DWH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6" name="Rounded Rectangle 33">
                <a:extLst>
                  <a:ext uri="{FF2B5EF4-FFF2-40B4-BE49-F238E27FC236}">
                    <ns2:creationId id="{E1551C84-93F0-2ADE-1C0A-413B980268D8}"/>
                  </a:ext>
                </a:extLst>
              </p:cNvPr>
              <p:cNvSpPr/>
              <p:nvPr/>
            </p:nvSpPr>
            <p:spPr>
              <a:xfrm>
                <a:off x="6388236" y="1637831"/>
                <a:ext cx="6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1" name="Rounded Rectangle 41">
                <a:extLst>
                  <a:ext uri="{FF2B5EF4-FFF2-40B4-BE49-F238E27FC236}">
                    <ns2:creationId id="{D79E3E29-FDAB-3F97-D9F2-318A0BE003CA}"/>
                  </a:ext>
                </a:extLst>
              </p:cNvPr>
              <p:cNvSpPr/>
              <p:nvPr/>
            </p:nvSpPr>
            <p:spPr>
              <a:xfrm>
                <a:off x="9600839" y="1637831"/>
                <a:ext cx="136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2" name="Rounded Rectangle 42">
                <a:extLst>
                  <a:ext uri="{FF2B5EF4-FFF2-40B4-BE49-F238E27FC236}">
                    <ns2:creationId id="{1E4992F7-B30F-B3EA-5DC8-9DDC50DBCE76}"/>
                  </a:ext>
                </a:extLst>
              </p:cNvPr>
              <p:cNvSpPr/>
              <p:nvPr/>
            </p:nvSpPr>
            <p:spPr>
              <a:xfrm>
                <a:off x="8065705" y="1637831"/>
                <a:ext cx="432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sp>
          <p:nvSpPr>
            <p:cNvPr id="38" name="Rounded Rectangle 25">
              <a:extLst>
                <a:ext uri="{FF2B5EF4-FFF2-40B4-BE49-F238E27FC236}">
                  <ns2:creationId id="{F8B0BBEB-8B12-E26C-F825-AF7858637E41}"/>
                </a:ext>
              </a:extLst>
            </p:cNvPr>
            <p:cNvSpPr/>
            <p:nvPr/>
          </p:nvSpPr>
          <p:spPr>
            <a:xfrm>
              <a:off x="9261438" y="211015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8" name="Rounded Rectangle 25">
              <a:extLst>
                <a:ext uri="{FF2B5EF4-FFF2-40B4-BE49-F238E27FC236}">
                  <ns2:creationId id="{F14E668C-96EB-E237-F462-D39A3DBB6E58}"/>
                </a:ext>
              </a:extLst>
            </p:cNvPr>
            <p:cNvSpPr/>
            <p:nvPr/>
          </p:nvSpPr>
          <p:spPr>
            <a:xfrm>
              <a:off x="9261438" y="262801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9" name="Rounded Rectangle 25">
              <a:extLst>
                <a:ext uri="{FF2B5EF4-FFF2-40B4-BE49-F238E27FC236}">
                  <ns2:creationId id="{2A4D149D-BA94-DF05-0862-E209F46D83C2}"/>
                </a:ext>
              </a:extLst>
            </p:cNvPr>
            <p:cNvSpPr/>
            <p:nvPr/>
          </p:nvSpPr>
          <p:spPr>
            <a:xfrm>
              <a:off x="9261438" y="314587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60" name="Rounded Rectangle 25">
              <a:extLst>
                <a:ext uri="{FF2B5EF4-FFF2-40B4-BE49-F238E27FC236}">
                  <ns2:creationId id="{8C5216B3-C527-9318-B085-34EB5B71A6D8}"/>
                </a:ext>
              </a:extLst>
            </p:cNvPr>
            <p:cNvSpPr/>
            <p:nvPr/>
          </p:nvSpPr>
          <p:spPr>
            <a:xfrm>
              <a:off x="9261438" y="3663736"/>
              <a:ext cx="2046802" cy="369784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4557E84-FE60-A8F7-D4F4-29BBCA2C4F55}"/>
                </a:ext>
              </a:extLst>
            </p:cNvPr>
            <p:cNvGrpSpPr/>
            <p:nvPr/>
          </p:nvGrpSpPr>
          <p:grpSpPr>
            <a:xfrm>
              <a:off x="9261438" y="4059514"/>
              <a:ext cx="2046802" cy="1529777"/>
              <a:chOff x="9261438" y="4108015"/>
              <a:chExt cx="2046802" cy="1529777"/>
            </a:xfrm>
          </p:grpSpPr>
          <p:sp>
            <p:nvSpPr>
              <p:cNvPr id="83" name="Rounded Rectangle 25">
                <a:extLst>
                  <a:ext uri="{FF2B5EF4-FFF2-40B4-BE49-F238E27FC236}">
                    <ns2:creationId id="{EC0B5076-2644-613A-3D68-1517E8885A99}"/>
                  </a:ext>
                </a:extLst>
              </p:cNvPr>
              <p:cNvSpPr/>
              <p:nvPr/>
            </p:nvSpPr>
            <p:spPr>
              <a:xfrm>
                <a:off x="9261438" y="410801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4" name="Rounded Rectangle 25">
                <a:extLst>
                  <a:ext uri="{FF2B5EF4-FFF2-40B4-BE49-F238E27FC236}">
                    <ns2:creationId id="{648D8047-6274-4ED6-761E-3F04379562D3}"/>
                  </a:ext>
                </a:extLst>
              </p:cNvPr>
              <p:cNvSpPr/>
              <p:nvPr/>
            </p:nvSpPr>
            <p:spPr>
              <a:xfrm>
                <a:off x="9261438" y="462587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5" name="Rounded Rectangle 25">
                <a:extLst>
                  <a:ext uri="{FF2B5EF4-FFF2-40B4-BE49-F238E27FC236}">
                    <ns2:creationId id="{EBDF5A99-647D-DF09-9D74-C0B7A1CD9253}"/>
                  </a:ext>
                </a:extLst>
              </p:cNvPr>
              <p:cNvSpPr/>
              <p:nvPr/>
            </p:nvSpPr>
            <p:spPr>
              <a:xfrm>
                <a:off x="9261438" y="5143733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1163902B-118C-4CBA-96C1-E0E79D5DC7D1}"/>
                </a:ext>
              </a:extLst>
            </p:cNvPr>
            <p:cNvGrpSpPr/>
            <p:nvPr/>
          </p:nvGrpSpPr>
          <p:grpSpPr>
            <a:xfrm>
              <a:off x="11355185" y="2109797"/>
              <a:ext cx="501853" cy="1894513"/>
              <a:chOff x="11355185" y="2109797"/>
              <a:chExt cx="501853" cy="1822003"/>
            </a:xfrm>
          </p:grpSpPr>
          <p:sp>
            <p:nvSpPr>
              <p:cNvPr id="87" name="右中かっこ 86">
                <a:extLst>
                  <a:ext uri="{FF2B5EF4-FFF2-40B4-BE49-F238E27FC236}">
                    <ns2:creationId id="{7A1F6D91-238A-BA95-9C30-68F04C6FAC7A}"/>
                  </a:ext>
                </a:extLst>
              </p:cNvPr>
              <p:cNvSpPr/>
              <p:nvPr/>
            </p:nvSpPr>
            <p:spPr>
              <a:xfrm>
                <a:off x="11355185" y="2109797"/>
                <a:ext cx="325482" cy="1822003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8" name="Rounded Rectangle 25">
                <a:extLst>
                  <a:ext uri="{FF2B5EF4-FFF2-40B4-BE49-F238E27FC236}">
                    <ns2:creationId id="{508A536F-DC8D-DD82-C1B5-F1964742BD4B}"/>
                  </a:ext>
                </a:extLst>
              </p:cNvPr>
              <p:cNvSpPr/>
              <p:nvPr/>
            </p:nvSpPr>
            <p:spPr>
              <a:xfrm>
                <a:off x="11680667" y="2109797"/>
                <a:ext cx="176371" cy="182200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467DAAEC-D27D-3D65-B0FF-4AE20BCABCFA}"/>
                </a:ext>
              </a:extLst>
            </p:cNvPr>
            <p:cNvGrpSpPr/>
            <p:nvPr/>
          </p:nvGrpSpPr>
          <p:grpSpPr>
            <a:xfrm>
              <a:off x="11354499" y="4059513"/>
              <a:ext cx="501853" cy="1425879"/>
              <a:chOff x="11354499" y="3956159"/>
              <a:chExt cx="501853" cy="1529234"/>
            </a:xfrm>
          </p:grpSpPr>
          <p:sp>
            <p:nvSpPr>
              <p:cNvPr id="91" name="右中かっこ 90">
                <a:extLst>
                  <a:ext uri="{FF2B5EF4-FFF2-40B4-BE49-F238E27FC236}">
                    <ns2:creationId id="{0BA3CD6B-49FD-6105-0411-4D95457717C7}"/>
                  </a:ext>
                </a:extLst>
              </p:cNvPr>
              <p:cNvSpPr/>
              <p:nvPr/>
            </p:nvSpPr>
            <p:spPr>
              <a:xfrm>
                <a:off x="11354499" y="3956159"/>
                <a:ext cx="325482" cy="1529234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92" name="Rounded Rectangle 25">
                <a:extLst>
                  <a:ext uri="{FF2B5EF4-FFF2-40B4-BE49-F238E27FC236}">
                    <ns2:creationId id="{E1E32AC2-7BA7-6FA9-CB7C-0DCA8C401159}"/>
                  </a:ext>
                </a:extLst>
              </p:cNvPr>
              <p:cNvSpPr/>
              <p:nvPr/>
            </p:nvSpPr>
            <p:spPr>
              <a:xfrm>
                <a:off x="11679981" y="3956159"/>
                <a:ext cx="176371" cy="1529234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sp>
          <p:nvSpPr>
            <p:cNvPr id="30" name="Rounded Rectangle 25">
              <a:extLst>
                <a:ext uri="{FF2B5EF4-FFF2-40B4-BE49-F238E27FC236}">
                  <ns2:creationId id="{0613752B-5ADB-7A86-823F-37135CC7B089}"/>
                </a:ext>
              </a:extLst>
            </p:cNvPr>
            <p:cNvSpPr/>
            <p:nvPr/>
          </p:nvSpPr>
          <p:spPr>
            <a:xfrm>
              <a:off x="7674399" y="4059514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5" name="Rounded Rectangle 25">
              <a:extLst>
                <a:ext uri="{FF2B5EF4-FFF2-40B4-BE49-F238E27FC236}">
                  <ns2:creationId id="{51236553-2478-A67E-0FE2-77C674E6710F}"/>
                </a:ext>
              </a:extLst>
            </p:cNvPr>
            <p:cNvSpPr/>
            <p:nvPr/>
          </p:nvSpPr>
          <p:spPr>
            <a:xfrm>
              <a:off x="7674399" y="2109797"/>
              <a:ext cx="1214612" cy="3345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3" name="グループ化 222">
              <a:extLst>
                <a:ext uri="{FF2B5EF4-FFF2-40B4-BE49-F238E27FC236}">
                  <ns2:creationId id="{FE48AD18-914A-4352-A37A-C52694D224A3}"/>
                </a:ext>
              </a:extLst>
            </p:cNvPr>
            <p:cNvGrpSpPr/>
            <p:nvPr/>
          </p:nvGrpSpPr>
          <p:grpSpPr>
            <a:xfrm>
              <a:off x="7674399" y="5177839"/>
              <a:ext cx="1214612" cy="900316"/>
              <a:chOff x="7674399" y="5494648"/>
              <a:chExt cx="1214612" cy="900316"/>
            </a:xfrm>
          </p:grpSpPr>
          <p:sp>
            <p:nvSpPr>
              <p:cNvPr id="64" name="Rounded Rectangle 25">
                <a:extLst>
                  <a:ext uri="{FF2B5EF4-FFF2-40B4-BE49-F238E27FC236}">
                    <ns2:creationId id="{3801B9BE-BCB4-323D-7A63-70FECF851FCA}"/>
                  </a:ext>
                </a:extLst>
              </p:cNvPr>
              <p:cNvSpPr/>
              <p:nvPr/>
            </p:nvSpPr>
            <p:spPr>
              <a:xfrm>
                <a:off x="7674399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6" name="グラフィックス 215" descr="ノート PC 単色塗りつぶし">
                <a:extLst>
                  <a:ext uri="{FF2B5EF4-FFF2-40B4-BE49-F238E27FC236}">
                    <ns2:creationId id="{8F7C3215-144F-E4D4-776C-65BCFD5C39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65705" y="5494648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34" name="正方形/長方形 33">
              <a:extLst>
                <a:ext uri="{FF2B5EF4-FFF2-40B4-BE49-F238E27FC236}">
                  <ns2:creationId id="{A0C3A6AB-CD2D-58D0-6F91-BE6E5641E242}"/>
                </a:ext>
              </a:extLst>
            </p:cNvPr>
            <p:cNvSpPr/>
            <p:nvPr/>
          </p:nvSpPr>
          <p:spPr>
            <a:xfrm>
              <a:off x="334962" y="2019583"/>
              <a:ext cx="3265487" cy="16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DC8EF66-B5E9-4E72-3883-2425B77935AB}"/>
                </a:ext>
              </a:extLst>
            </p:cNvPr>
            <p:cNvSpPr/>
            <p:nvPr/>
          </p:nvSpPr>
          <p:spPr>
            <a:xfrm>
              <a:off x="2723233" y="3707584"/>
              <a:ext cx="877215" cy="172400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手動</a:t>
              </a:r>
              <a:endParaRPr kumimoji="1" lang="ja-JP" altLang="en-US" sz="800" noProof="0" dirty="0"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36F90D3A-0175-A849-FBDA-959AD9CDD472}"/>
                </a:ext>
              </a:extLst>
            </p:cNvPr>
            <p:cNvSpPr/>
            <p:nvPr/>
          </p:nvSpPr>
          <p:spPr>
            <a:xfrm>
              <a:off x="2809545" y="391551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BC32BA5-AD8A-CCED-DB6D-2910C6F6B581}"/>
                </a:ext>
              </a:extLst>
            </p:cNvPr>
            <p:cNvSpPr/>
            <p:nvPr/>
          </p:nvSpPr>
          <p:spPr>
            <a:xfrm>
              <a:off x="2809545" y="4322076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D7C9BFF-91E8-41B3-D03A-F2328CEE63D7}"/>
                </a:ext>
              </a:extLst>
            </p:cNvPr>
            <p:cNvSpPr/>
            <p:nvPr/>
          </p:nvSpPr>
          <p:spPr>
            <a:xfrm>
              <a:off x="2809545" y="472864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CAE1BA6-8D1E-988C-AD7E-4FC334977C36}"/>
                </a:ext>
              </a:extLst>
            </p:cNvPr>
            <p:cNvSpPr/>
            <p:nvPr/>
          </p:nvSpPr>
          <p:spPr>
            <a:xfrm>
              <a:off x="2809545" y="5135207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54" name="直線矢印コネクタ 153">
              <a:extLst>
                <a:ext uri="{FF2B5EF4-FFF2-40B4-BE49-F238E27FC236}">
                  <ns2:creationId id="{B9B1AE3F-A275-9D0D-95E8-9586159C1F41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3156554" y="4167511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矢印コネクタ 155">
              <a:extLst>
                <a:ext uri="{FF2B5EF4-FFF2-40B4-BE49-F238E27FC236}">
                  <ns2:creationId id="{275DF75D-C8E2-808D-31BA-E4EB151B32CD}"/>
                </a:ext>
              </a:extLst>
            </p:cNvPr>
            <p:cNvCxnSpPr>
              <a:cxnSpLocks/>
              <a:stCxn id="150" idx="2"/>
              <a:endCxn id="151" idx="0"/>
            </p:cNvCxnSpPr>
            <p:nvPr/>
          </p:nvCxnSpPr>
          <p:spPr>
            <a:xfrm>
              <a:off x="3156554" y="4574076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矢印コネクタ 158">
              <a:extLst>
                <a:ext uri="{FF2B5EF4-FFF2-40B4-BE49-F238E27FC236}">
                  <ns2:creationId id="{5BBAA70D-7DE7-3075-1D8C-18DE5D40B0F3}"/>
                </a:ext>
              </a:extLst>
            </p:cNvPr>
            <p:cNvCxnSpPr>
              <a:cxnSpLocks/>
              <a:stCxn id="151" idx="2"/>
              <a:endCxn id="152" idx="0"/>
            </p:cNvCxnSpPr>
            <p:nvPr/>
          </p:nvCxnSpPr>
          <p:spPr>
            <a:xfrm>
              <a:off x="3156554" y="4980641"/>
              <a:ext cx="0" cy="15456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2584A93B-1E77-1980-8813-35AF554290E6}"/>
                </a:ext>
              </a:extLst>
            </p:cNvPr>
            <p:cNvSpPr/>
            <p:nvPr/>
          </p:nvSpPr>
          <p:spPr>
            <a:xfrm>
              <a:off x="2723233" y="5499586"/>
              <a:ext cx="877216" cy="828000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835E28B8-4825-386F-6353-F76A588EB20E}"/>
                </a:ext>
              </a:extLst>
            </p:cNvPr>
            <p:cNvGrpSpPr/>
            <p:nvPr/>
          </p:nvGrpSpPr>
          <p:grpSpPr>
            <a:xfrm>
              <a:off x="2799920" y="5590018"/>
              <a:ext cx="694018" cy="647136"/>
              <a:chOff x="2799920" y="5531512"/>
              <a:chExt cx="694018" cy="647136"/>
            </a:xfrm>
          </p:grpSpPr>
          <p:sp>
            <p:nvSpPr>
              <p:cNvPr id="171" name="正方形/長方形 170">
                <a:extLst>
                  <a:ext uri="{FF2B5EF4-FFF2-40B4-BE49-F238E27FC236}">
                    <ns2:creationId id="{37A387E1-A5F1-5490-5473-FF0A2913369A}"/>
                  </a:ext>
                </a:extLst>
              </p:cNvPr>
              <p:cNvSpPr/>
              <p:nvPr/>
            </p:nvSpPr>
            <p:spPr>
              <a:xfrm>
                <a:off x="2799920" y="5531512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B87FE75A-BD20-459D-DA27-75CB5DEEBF8D}"/>
                  </a:ext>
                </a:extLst>
              </p:cNvPr>
              <p:cNvSpPr/>
              <p:nvPr/>
            </p:nvSpPr>
            <p:spPr>
              <a:xfrm>
                <a:off x="2799920" y="5926648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73" name="直線矢印コネクタ 172">
                <a:extLst>
                  <a:ext uri="{FF2B5EF4-FFF2-40B4-BE49-F238E27FC236}">
                    <ns2:creationId id="{2A242CA1-3003-D8C4-A1FA-BEA4E4BCC28B}"/>
                  </a:ext>
                </a:extLst>
              </p:cNvPr>
              <p:cNvCxnSpPr>
                <a:cxnSpLocks/>
                <a:stCxn id="171" idx="2"/>
                <a:endCxn id="172" idx="0"/>
              </p:cNvCxnSpPr>
              <p:nvPr/>
            </p:nvCxnSpPr>
            <p:spPr>
              <a:xfrm>
                <a:off x="3146929" y="5783512"/>
                <a:ext cx="0" cy="14313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B4BC0501-D36C-79A1-A7A5-1571365629A6}"/>
                </a:ext>
              </a:extLst>
            </p:cNvPr>
            <p:cNvGrpSpPr/>
            <p:nvPr/>
          </p:nvGrpSpPr>
          <p:grpSpPr>
            <a:xfrm>
              <a:off x="658182" y="2238391"/>
              <a:ext cx="2616742" cy="1346865"/>
              <a:chOff x="5578552" y="1654175"/>
              <a:chExt cx="2895320" cy="1702906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120F4BE7-2EE8-A4FA-073D-F45B8C6A089A}"/>
                  </a:ext>
                </a:extLst>
              </p:cNvPr>
              <p:cNvSpPr/>
              <p:nvPr/>
            </p:nvSpPr>
            <p:spPr>
              <a:xfrm>
                <a:off x="557855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44AF1F76-B9AB-E8D9-2366-1345241773AF}"/>
                  </a:ext>
                </a:extLst>
              </p:cNvPr>
              <p:cNvSpPr/>
              <p:nvPr/>
            </p:nvSpPr>
            <p:spPr>
              <a:xfrm>
                <a:off x="557855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40B2D57-03BF-0F3B-14C3-EEC3007809D8}"/>
                  </a:ext>
                </a:extLst>
              </p:cNvPr>
              <p:cNvSpPr/>
              <p:nvPr/>
            </p:nvSpPr>
            <p:spPr>
              <a:xfrm>
                <a:off x="557855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9CFA727F-13A6-724C-AE69-05407FE7DBE0}"/>
                  </a:ext>
                </a:extLst>
              </p:cNvPr>
              <p:cNvSpPr/>
              <p:nvPr/>
            </p:nvSpPr>
            <p:spPr>
              <a:xfrm>
                <a:off x="557855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06BFE9C-27A7-8308-BE9C-82ED3834084D}"/>
                  </a:ext>
                </a:extLst>
              </p:cNvPr>
              <p:cNvSpPr/>
              <p:nvPr/>
            </p:nvSpPr>
            <p:spPr>
              <a:xfrm>
                <a:off x="557855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13D30C1D-468C-8B08-9905-43C223B8A05F}"/>
                  </a:ext>
                </a:extLst>
              </p:cNvPr>
              <p:cNvSpPr/>
              <p:nvPr/>
            </p:nvSpPr>
            <p:spPr>
              <a:xfrm>
                <a:off x="557855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B9E26399-6143-84DD-6FEF-0604F15B292E}"/>
                  </a:ext>
                </a:extLst>
              </p:cNvPr>
              <p:cNvSpPr/>
              <p:nvPr/>
            </p:nvSpPr>
            <p:spPr>
              <a:xfrm>
                <a:off x="557855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BD408E44-23F4-7085-36A4-8CF6FCF5A5D7}"/>
                  </a:ext>
                </a:extLst>
              </p:cNvPr>
              <p:cNvSpPr/>
              <p:nvPr/>
            </p:nvSpPr>
            <p:spPr>
              <a:xfrm>
                <a:off x="557855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60DC7DD3-B3F9-B77F-8F96-EFDBF7464A3F}"/>
                  </a:ext>
                </a:extLst>
              </p:cNvPr>
              <p:cNvSpPr/>
              <p:nvPr/>
            </p:nvSpPr>
            <p:spPr>
              <a:xfrm>
                <a:off x="5578552" y="321308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F6A8D866-A523-80BE-78A1-919D95E75648}"/>
                  </a:ext>
                </a:extLst>
              </p:cNvPr>
              <p:cNvSpPr/>
              <p:nvPr/>
            </p:nvSpPr>
            <p:spPr>
              <a:xfrm>
                <a:off x="724987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D7D4D386-EFF0-B243-88FE-BA1807658B32}"/>
                  </a:ext>
                </a:extLst>
              </p:cNvPr>
              <p:cNvSpPr/>
              <p:nvPr/>
            </p:nvSpPr>
            <p:spPr>
              <a:xfrm>
                <a:off x="724987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3" name="正方形/長方形 192">
                <a:extLst>
                  <a:ext uri="{FF2B5EF4-FFF2-40B4-BE49-F238E27FC236}">
                    <ns2:creationId id="{8AD9C219-E28F-ABEA-A74D-FBC6F7B09A06}"/>
                  </a:ext>
                </a:extLst>
              </p:cNvPr>
              <p:cNvSpPr/>
              <p:nvPr/>
            </p:nvSpPr>
            <p:spPr>
              <a:xfrm>
                <a:off x="724987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5144CD4F-A864-FB9F-908F-C82AC9CB1A9F}"/>
                  </a:ext>
                </a:extLst>
              </p:cNvPr>
              <p:cNvSpPr/>
              <p:nvPr/>
            </p:nvSpPr>
            <p:spPr>
              <a:xfrm>
                <a:off x="724987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A7929841-4AF1-6B58-C0CD-6EC8C788937B}"/>
                  </a:ext>
                </a:extLst>
              </p:cNvPr>
              <p:cNvSpPr/>
              <p:nvPr/>
            </p:nvSpPr>
            <p:spPr>
              <a:xfrm>
                <a:off x="724987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DCEB456E-90A8-3299-1F9C-A3662A2AF693}"/>
                  </a:ext>
                </a:extLst>
              </p:cNvPr>
              <p:cNvSpPr/>
              <p:nvPr/>
            </p:nvSpPr>
            <p:spPr>
              <a:xfrm>
                <a:off x="724987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60B8A04-C18E-78DF-D6CA-B50CD8667B6F}"/>
                  </a:ext>
                </a:extLst>
              </p:cNvPr>
              <p:cNvSpPr/>
              <p:nvPr/>
            </p:nvSpPr>
            <p:spPr>
              <a:xfrm>
                <a:off x="724987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B46A40A-508C-72CD-A68D-B9CF1F47927E}"/>
                  </a:ext>
                </a:extLst>
              </p:cNvPr>
              <p:cNvSpPr/>
              <p:nvPr/>
            </p:nvSpPr>
            <p:spPr>
              <a:xfrm>
                <a:off x="724987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05" name="グループ化 204">
              <a:extLst>
                <a:ext uri="{FF2B5EF4-FFF2-40B4-BE49-F238E27FC236}">
                  <ns2:creationId id="{6D14DC69-5E6D-A8EA-C418-F2D19696A216}"/>
                </a:ext>
              </a:extLst>
            </p:cNvPr>
            <p:cNvGrpSpPr/>
            <p:nvPr/>
          </p:nvGrpSpPr>
          <p:grpSpPr>
            <a:xfrm>
              <a:off x="2143324" y="3493022"/>
              <a:ext cx="788440" cy="354487"/>
              <a:chOff x="2347026" y="3451007"/>
              <a:chExt cx="704093" cy="37445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B3ED5691-319C-1F41-AD95-A80099359022}"/>
                  </a:ext>
                </a:extLst>
              </p:cNvPr>
              <p:cNvSpPr/>
              <p:nvPr/>
            </p:nvSpPr>
            <p:spPr>
              <a:xfrm>
                <a:off x="2438348" y="3451007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3" name="正方形/長方形 202">
                <a:extLst>
                  <a:ext uri="{FF2B5EF4-FFF2-40B4-BE49-F238E27FC236}">
                    <ns2:creationId id="{AE6E71C1-959F-7E44-B59D-3107127DBCFE}"/>
                  </a:ext>
                </a:extLst>
              </p:cNvPr>
              <p:cNvSpPr/>
              <p:nvPr/>
            </p:nvSpPr>
            <p:spPr>
              <a:xfrm>
                <a:off x="2393114" y="3490362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03CEFE8F-287F-018E-BF47-53AA208A2E3B}"/>
                  </a:ext>
                </a:extLst>
              </p:cNvPr>
              <p:cNvSpPr/>
              <p:nvPr/>
            </p:nvSpPr>
            <p:spPr>
              <a:xfrm>
                <a:off x="2347026" y="3534156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PL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84" name="グループ化 283">
              <a:extLst>
                <a:ext uri="{FF2B5EF4-FFF2-40B4-BE49-F238E27FC236}">
                  <ns2:creationId id="{DCE93C40-9C0F-6533-2688-1A9DC4AFF980}"/>
                </a:ext>
              </a:extLst>
            </p:cNvPr>
            <p:cNvGrpSpPr/>
            <p:nvPr/>
          </p:nvGrpSpPr>
          <p:grpSpPr>
            <a:xfrm>
              <a:off x="334962" y="3707584"/>
              <a:ext cx="2276352" cy="828000"/>
              <a:chOff x="334962" y="3707584"/>
              <a:chExt cx="2276352" cy="828000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6B62EE47-036B-3D76-E2D0-DDB26EEE507D}"/>
                  </a:ext>
                </a:extLst>
              </p:cNvPr>
              <p:cNvSpPr/>
              <p:nvPr/>
            </p:nvSpPr>
            <p:spPr>
              <a:xfrm>
                <a:off x="334962" y="3707584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EB5E117F-50EC-6451-D56A-A52AFE600055}"/>
                  </a:ext>
                </a:extLst>
              </p:cNvPr>
              <p:cNvGrpSpPr/>
              <p:nvPr/>
            </p:nvGrpSpPr>
            <p:grpSpPr>
              <a:xfrm>
                <a:off x="486592" y="4036238"/>
                <a:ext cx="1968892" cy="388302"/>
                <a:chOff x="486592" y="4036238"/>
                <a:chExt cx="1968892" cy="388302"/>
              </a:xfrm>
            </p:grpSpPr>
            <p:sp>
              <p:nvSpPr>
                <p:cNvPr id="238" name="正方形/長方形 237">
                  <a:extLst>
                    <a:ext uri="{FF2B5EF4-FFF2-40B4-BE49-F238E27FC236}">
                      <ns2:creationId id="{F3B3A75B-07DE-5810-4C4E-93A6AC3B9129}"/>
                    </a:ext>
                  </a:extLst>
                </p:cNvPr>
                <p:cNvSpPr/>
                <p:nvPr/>
              </p:nvSpPr>
              <p:spPr>
                <a:xfrm>
                  <a:off x="486593" y="4036239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39" name="正方形/長方形 238">
                  <a:extLst>
                    <a:ext uri="{FF2B5EF4-FFF2-40B4-BE49-F238E27FC236}">
                      <ns2:creationId id="{24940B21-28AC-F90E-26AA-46A46F9FEADE}"/>
                    </a:ext>
                  </a:extLst>
                </p:cNvPr>
                <p:cNvSpPr/>
                <p:nvPr/>
              </p:nvSpPr>
              <p:spPr>
                <a:xfrm>
                  <a:off x="486592" y="4310647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0" name="正方形/長方形 239">
                  <a:extLst>
                    <a:ext uri="{FF2B5EF4-FFF2-40B4-BE49-F238E27FC236}">
                      <ns2:creationId id="{40ABE7A1-6ADA-CFB7-DA9B-7451CCBB02B3}"/>
                    </a:ext>
                  </a:extLst>
                </p:cNvPr>
                <p:cNvSpPr/>
                <p:nvPr/>
              </p:nvSpPr>
              <p:spPr>
                <a:xfrm>
                  <a:off x="1603626" y="4036238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1" name="正方形/長方形 240">
                  <a:extLst>
                    <a:ext uri="{FF2B5EF4-FFF2-40B4-BE49-F238E27FC236}">
                      <ns2:creationId id="{CFB4A910-B28A-2C84-7CD7-276CF3560981}"/>
                    </a:ext>
                  </a:extLst>
                </p:cNvPr>
                <p:cNvSpPr/>
                <p:nvPr/>
              </p:nvSpPr>
              <p:spPr>
                <a:xfrm>
                  <a:off x="1603626" y="4310646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KPI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285" name="グループ化 284">
              <a:extLst>
                <a:ext uri="{FF2B5EF4-FFF2-40B4-BE49-F238E27FC236}">
                  <ns2:creationId id="{F3B39FA1-34A7-AE94-4BDD-161CD4F01911}"/>
                </a:ext>
              </a:extLst>
            </p:cNvPr>
            <p:cNvGrpSpPr/>
            <p:nvPr/>
          </p:nvGrpSpPr>
          <p:grpSpPr>
            <a:xfrm>
              <a:off x="334962" y="4603585"/>
              <a:ext cx="2276352" cy="828000"/>
              <a:chOff x="334962" y="4603585"/>
              <a:chExt cx="2276352" cy="82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FFD8F0D9-DB43-1B6F-A9B6-DBEDB46BC5AE}"/>
                  </a:ext>
                </a:extLst>
              </p:cNvPr>
              <p:cNvSpPr/>
              <p:nvPr/>
            </p:nvSpPr>
            <p:spPr>
              <a:xfrm>
                <a:off x="334962" y="4603585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0" name="グループ化 249">
                <a:extLst>
                  <a:ext uri="{FF2B5EF4-FFF2-40B4-BE49-F238E27FC236}">
                    <ns2:creationId id="{7F2969E1-3E66-E5C1-3016-C7CFBADDB7A2}"/>
                  </a:ext>
                </a:extLst>
              </p:cNvPr>
              <p:cNvGrpSpPr/>
              <p:nvPr/>
            </p:nvGrpSpPr>
            <p:grpSpPr>
              <a:xfrm>
                <a:off x="1042830" y="4844150"/>
                <a:ext cx="851858" cy="495736"/>
                <a:chOff x="1042830" y="4844150"/>
                <a:chExt cx="851858" cy="495736"/>
              </a:xfrm>
            </p:grpSpPr>
            <p:sp>
              <p:nvSpPr>
                <p:cNvPr id="242" name="正方形/長方形 241">
                  <a:extLst>
                    <a:ext uri="{FF2B5EF4-FFF2-40B4-BE49-F238E27FC236}">
                      <ns2:creationId id="{8D4C4C9B-487F-6587-C50B-C58EFB72A6C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3" name="正方形/長方形 242">
                  <a:extLst>
                    <a:ext uri="{FF2B5EF4-FFF2-40B4-BE49-F238E27FC236}">
                      <ns2:creationId id="{1172D888-5FF6-393B-A6AE-97B3C20E07E4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4" name="正方形/長方形 243">
                  <a:extLst>
                    <a:ext uri="{FF2B5EF4-FFF2-40B4-BE49-F238E27FC236}">
                      <ns2:creationId id="{C2A60CA9-CCB2-E652-C371-C739853E912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286" name="グループ化 285">
              <a:extLst>
                <a:ext uri="{FF2B5EF4-FFF2-40B4-BE49-F238E27FC236}">
                  <ns2:creationId id="{38864425-0938-E973-C22B-4A56819E34D3}"/>
                </a:ext>
              </a:extLst>
            </p:cNvPr>
            <p:cNvGrpSpPr/>
            <p:nvPr/>
          </p:nvGrpSpPr>
          <p:grpSpPr>
            <a:xfrm>
              <a:off x="334962" y="5499586"/>
              <a:ext cx="2276352" cy="828000"/>
              <a:chOff x="334962" y="5499586"/>
              <a:chExt cx="2276352" cy="828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7E51A4BB-3884-7625-5B40-74C3B9DE3326}"/>
                  </a:ext>
                </a:extLst>
              </p:cNvPr>
              <p:cNvSpPr/>
              <p:nvPr/>
            </p:nvSpPr>
            <p:spPr>
              <a:xfrm>
                <a:off x="334962" y="5499586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8C82CD3D-7C8A-1190-979B-0A0089D7F723}"/>
                  </a:ext>
                </a:extLst>
              </p:cNvPr>
              <p:cNvGrpSpPr/>
              <p:nvPr/>
            </p:nvGrpSpPr>
            <p:grpSpPr>
              <a:xfrm>
                <a:off x="1047209" y="5708801"/>
                <a:ext cx="851858" cy="495736"/>
                <a:chOff x="1042830" y="4844150"/>
                <a:chExt cx="851858" cy="495736"/>
              </a:xfrm>
            </p:grpSpPr>
            <p:sp>
              <p:nvSpPr>
                <p:cNvPr id="252" name="正方形/長方形 251">
                  <a:extLst>
                    <a:ext uri="{FF2B5EF4-FFF2-40B4-BE49-F238E27FC236}">
                      <ns2:creationId id="{C7DF9310-3D13-D7D6-8BA0-EE524085DE9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53" name="正方形/長方形 252">
                  <a:extLst>
                    <a:ext uri="{FF2B5EF4-FFF2-40B4-BE49-F238E27FC236}">
                      <ns2:creationId id="{C9D4EBEF-51AA-A0A4-7355-91057FD0F673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54" name="正方形/長方形 253">
                  <a:extLst>
                    <a:ext uri="{FF2B5EF4-FFF2-40B4-BE49-F238E27FC236}">
                      <ns2:creationId id="{74A476AC-71C8-C327-5F98-2FA59678885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46" name="Rounded Rectangle 25">
              <a:extLst>
                <a:ext uri="{FF2B5EF4-FFF2-40B4-BE49-F238E27FC236}">
                  <ns2:creationId id="{E83AFE2A-120C-3975-A391-3A68B65D4BB4}"/>
                </a:ext>
              </a:extLst>
            </p:cNvPr>
            <p:cNvSpPr/>
            <p:nvPr/>
          </p:nvSpPr>
          <p:spPr>
            <a:xfrm>
              <a:off x="6104930" y="4066488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37" name="Rounded Rectangle 25">
              <a:extLst>
                <a:ext uri="{FF2B5EF4-FFF2-40B4-BE49-F238E27FC236}">
                  <ns2:creationId id="{108351AB-013D-396E-AC3A-D3220920862C}"/>
                </a:ext>
              </a:extLst>
            </p:cNvPr>
            <p:cNvSpPr/>
            <p:nvPr/>
          </p:nvSpPr>
          <p:spPr>
            <a:xfrm>
              <a:off x="6104930" y="2109796"/>
              <a:ext cx="1214612" cy="631045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2" name="グループ化 221">
              <a:extLst>
                <a:ext uri="{FF2B5EF4-FFF2-40B4-BE49-F238E27FC236}">
                  <ns2:creationId id="{30890293-5A9D-3A99-ACC4-3042A464CC55}"/>
                </a:ext>
              </a:extLst>
            </p:cNvPr>
            <p:cNvGrpSpPr/>
            <p:nvPr/>
          </p:nvGrpSpPr>
          <p:grpSpPr>
            <a:xfrm>
              <a:off x="6104930" y="5177839"/>
              <a:ext cx="1214612" cy="913378"/>
              <a:chOff x="6104930" y="5481586"/>
              <a:chExt cx="1214612" cy="913378"/>
            </a:xfrm>
          </p:grpSpPr>
          <p:sp>
            <p:nvSpPr>
              <p:cNvPr id="66" name="Rounded Rectangle 25">
                <a:extLst>
                  <a:ext uri="{FF2B5EF4-FFF2-40B4-BE49-F238E27FC236}">
                    <ns2:creationId id="{11CE1467-8BDD-F804-4F53-0169420AD47D}"/>
                  </a:ext>
                </a:extLst>
              </p:cNvPr>
              <p:cNvSpPr/>
              <p:nvPr/>
            </p:nvSpPr>
            <p:spPr>
              <a:xfrm>
                <a:off x="6104930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2" name="グラフィックス 211" descr="数学 単色塗りつぶし">
                <a:extLst>
                  <a:ext uri="{FF2B5EF4-FFF2-40B4-BE49-F238E27FC236}">
                    <ns2:creationId id="{2B722548-9057-9F6B-ED85-D97C41323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496236" y="5481586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20" name="Rectangle 477">
              <a:extLst>
                <a:ext uri="{FF2B5EF4-FFF2-40B4-BE49-F238E27FC236}">
                  <ns2:creationId id="{BC1153A4-8AF0-2A6D-FEDC-9028B57C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129" y="2508045"/>
              <a:ext cx="1106645" cy="704547"/>
            </a:xfrm>
            <a:prstGeom prst="roundRect">
              <a:avLst>
                <a:gd name="adj" fmla="val 5048"/>
              </a:avLst>
            </a:prstGeom>
            <a:solidFill>
              <a:schemeClr val="bg2"/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72009" tIns="72009" rIns="72009" bIns="72009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en-US" altLang="ja-JP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138" name="グループ化 137">
              <a:extLst>
                <a:ext uri="{FF2B5EF4-FFF2-40B4-BE49-F238E27FC236}">
                  <ns2:creationId id="{8A1946F3-54E5-5A64-DA48-36FD34591E37}"/>
                </a:ext>
              </a:extLst>
            </p:cNvPr>
            <p:cNvGrpSpPr/>
            <p:nvPr/>
          </p:nvGrpSpPr>
          <p:grpSpPr>
            <a:xfrm>
              <a:off x="6146601" y="4654192"/>
              <a:ext cx="1106645" cy="487643"/>
              <a:chOff x="3784256" y="5825997"/>
              <a:chExt cx="1106645" cy="487643"/>
            </a:xfrm>
            <a:solidFill>
              <a:schemeClr val="bg2"/>
            </a:solidFill>
          </p:grpSpPr>
          <p:sp>
            <p:nvSpPr>
              <p:cNvPr id="131" name="AutoShape 9">
                <a:extLst>
                  <a:ext uri="{FF2B5EF4-FFF2-40B4-BE49-F238E27FC236}">
                    <ns2:creationId id="{60C12AA8-13BF-237C-B490-9212E3DC9ED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237149" y="5825997"/>
                <a:ext cx="200858" cy="241383"/>
              </a:xfrm>
              <a:prstGeom prst="triangle">
                <a:avLst>
                  <a:gd name="adj" fmla="val 5000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ja-JP" altLang="en-US" sz="800" dirty="0">
                  <a:latin typeface="+mn-ea"/>
                  <a:cs typeface="Arial" pitchFamily="34" charset="0"/>
                </a:endParaRPr>
              </a:p>
            </p:txBody>
          </p:sp>
          <p:sp>
            <p:nvSpPr>
              <p:cNvPr id="130" name="Rectangle 477">
                <a:extLst>
                  <a:ext uri="{FF2B5EF4-FFF2-40B4-BE49-F238E27FC236}">
                    <ns2:creationId id="{81443AB8-148A-B8F9-57F3-2C89DF9A7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256" y="5991816"/>
                <a:ext cx="1106645" cy="321824"/>
              </a:xfrm>
              <a:prstGeom prst="roundRect">
                <a:avLst>
                  <a:gd name="adj" fmla="val 1197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72009" tIns="72009" rIns="72009" bIns="72009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lnSpc>
                    <a:spcPts val="124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noProof="0" dirty="0"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C2F743B6-1BE3-1458-622C-A02B585B4B29}"/>
                </a:ext>
              </a:extLst>
            </p:cNvPr>
            <p:cNvGrpSpPr/>
            <p:nvPr/>
          </p:nvGrpSpPr>
          <p:grpSpPr>
            <a:xfrm>
              <a:off x="2832863" y="1790104"/>
              <a:ext cx="4233417" cy="4324267"/>
              <a:chOff x="2832863" y="1790104"/>
              <a:chExt cx="4233417" cy="4324267"/>
            </a:xfrm>
          </p:grpSpPr>
          <p:cxnSp>
            <p:nvCxnSpPr>
              <p:cNvPr id="277" name="直線矢印コネクタ 276">
                <a:extLst>
                  <a:ext uri="{FF2B5EF4-FFF2-40B4-BE49-F238E27FC236}">
                    <ns2:creationId id="{A358B3D9-9993-CBA6-5B02-63224AFEA9BA}"/>
                  </a:ext>
                </a:extLst>
              </p:cNvPr>
              <p:cNvCxnSpPr>
                <a:cxnSpLocks/>
                <a:endCxn id="214" idx="1"/>
              </p:cNvCxnSpPr>
              <p:nvPr/>
            </p:nvCxnSpPr>
            <p:spPr>
              <a:xfrm>
                <a:off x="3600448" y="5393839"/>
                <a:ext cx="107837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矢印コネクタ 278">
                <a:extLst>
                  <a:ext uri="{FF2B5EF4-FFF2-40B4-BE49-F238E27FC236}">
                    <ns2:creationId id="{3F2499BB-A712-E2B1-2F85-0B2B41ED213D}"/>
                  </a:ext>
                </a:extLst>
              </p:cNvPr>
              <p:cNvCxnSpPr>
                <a:cxnSpLocks/>
                <a:stCxn id="35" idx="2"/>
                <a:endCxn id="214" idx="0"/>
              </p:cNvCxnSpPr>
              <p:nvPr/>
            </p:nvCxnSpPr>
            <p:spPr>
              <a:xfrm flipH="1">
                <a:off x="4894824" y="3637074"/>
                <a:ext cx="293" cy="1540765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0" name="グループ化 209">
                <a:extLst>
                  <a:ext uri="{FF2B5EF4-FFF2-40B4-BE49-F238E27FC236}">
                    <ns2:creationId id="{5C30C8D8-DFC3-53E7-F63C-B549C1AAA3EA}"/>
                  </a:ext>
                </a:extLst>
              </p:cNvPr>
              <p:cNvGrpSpPr/>
              <p:nvPr/>
            </p:nvGrpSpPr>
            <p:grpSpPr>
              <a:xfrm>
                <a:off x="5281556" y="3754692"/>
                <a:ext cx="1784724" cy="194178"/>
                <a:chOff x="5954988" y="3891794"/>
                <a:chExt cx="1784724" cy="194178"/>
              </a:xfrm>
              <a:solidFill>
                <a:schemeClr val="bg2"/>
              </a:solidFill>
            </p:grpSpPr>
            <p:sp>
              <p:nvSpPr>
                <p:cNvPr id="175" name="AutoShape 9">
                  <a:extLst>
                    <a:ext uri="{FF2B5EF4-FFF2-40B4-BE49-F238E27FC236}">
                      <ns2:creationId id="{50660319-74E1-A972-85E5-55B4C094B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6200000">
                  <a:off x="5987324" y="3902970"/>
                  <a:ext cx="107156" cy="171827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76" name="Rectangle 477">
                  <a:extLst>
                    <a:ext uri="{FF2B5EF4-FFF2-40B4-BE49-F238E27FC236}">
                      <ns2:creationId id="{098711D2-B02B-85C5-D91B-621CFAE3A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8635" y="3891794"/>
                  <a:ext cx="1641077" cy="194178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  <p:sp>
            <p:nvSpPr>
              <p:cNvPr id="35" name="Rounded Rectangle 25">
                <a:extLst>
                  <a:ext uri="{FF2B5EF4-FFF2-40B4-BE49-F238E27FC236}">
                    <ns2:creationId id="{CB18914E-9759-0A73-EF22-780903C780BC}"/>
                  </a:ext>
                </a:extLst>
              </p:cNvPr>
              <p:cNvSpPr/>
              <p:nvPr/>
            </p:nvSpPr>
            <p:spPr>
              <a:xfrm>
                <a:off x="3952142" y="2110155"/>
                <a:ext cx="1885949" cy="1526919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GCP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21" name="グループ化 220">
                <a:extLst>
                  <a:ext uri="{FF2B5EF4-FFF2-40B4-BE49-F238E27FC236}">
                    <ns2:creationId id="{CA4C9A33-B3E8-B6D9-F202-29A0499C5EE9}"/>
                  </a:ext>
                </a:extLst>
              </p:cNvPr>
              <p:cNvGrpSpPr/>
              <p:nvPr/>
            </p:nvGrpSpPr>
            <p:grpSpPr>
              <a:xfrm>
                <a:off x="4287518" y="5177839"/>
                <a:ext cx="1214612" cy="936532"/>
                <a:chOff x="4287518" y="5017585"/>
                <a:chExt cx="1214612" cy="936532"/>
              </a:xfrm>
            </p:grpSpPr>
            <p:sp>
              <p:nvSpPr>
                <p:cNvPr id="178" name="Rounded Rectangle 25">
                  <a:extLst>
                    <a:ext uri="{FF2B5EF4-FFF2-40B4-BE49-F238E27FC236}">
                      <ns2:creationId id="{3B4E79E1-BFAA-EEFF-8725-C066633395B0}"/>
                    </a:ext>
                  </a:extLst>
                </p:cNvPr>
                <p:cNvSpPr/>
                <p:nvPr/>
              </p:nvSpPr>
              <p:spPr>
                <a:xfrm>
                  <a:off x="4287518" y="5208917"/>
                  <a:ext cx="1214612" cy="745200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0" rtlCol="0" anchor="ctr" anchorCtr="0"/>
                <a:lstStyle/>
                <a:p>
                  <a:pPr algn="ctr">
                    <a:lnSpc>
                      <a:spcPts val="1240"/>
                    </a:lnSpc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noProof="0" dirty="0">
                    <a:latin typeface="+mn-ea"/>
                  </a:endParaRPr>
                </a:p>
              </p:txBody>
            </p:sp>
            <p:pic>
              <p:nvPicPr>
                <p:cNvPr id="214" name="グラフィックス 213" descr="サーバー 単色塗りつぶし">
                  <a:extLst>
                    <a:ext uri="{FF2B5EF4-FFF2-40B4-BE49-F238E27FC236}">
                      <ns2:creationId id="{C89D50A3-6C2F-ED75-F7E5-261EB119E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78824" y="5017585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77" name="グループ化 176">
                <a:extLst>
                  <a:ext uri="{FF2B5EF4-FFF2-40B4-BE49-F238E27FC236}">
                    <ns2:creationId id="{E25EBA7B-4CBA-B221-A9B2-95729A50CAF5}"/>
                  </a:ext>
                </a:extLst>
              </p:cNvPr>
              <p:cNvGrpSpPr/>
              <p:nvPr/>
            </p:nvGrpSpPr>
            <p:grpSpPr>
              <a:xfrm>
                <a:off x="3658733" y="4864413"/>
                <a:ext cx="1095840" cy="484739"/>
                <a:chOff x="3523164" y="4196231"/>
                <a:chExt cx="1095840" cy="484739"/>
              </a:xfrm>
              <a:solidFill>
                <a:schemeClr val="bg2"/>
              </a:solidFill>
            </p:grpSpPr>
            <p:sp>
              <p:nvSpPr>
                <p:cNvPr id="128" name="AutoShape 9">
                  <a:extLst>
                    <a:ext uri="{FF2B5EF4-FFF2-40B4-BE49-F238E27FC236}">
                      <ns2:creationId id="{9587BE58-2A1F-1D11-85BC-1096C42FF6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20338" y="4439587"/>
                  <a:ext cx="200858" cy="241383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7" name="Rectangle 477">
                  <a:extLst>
                    <a:ext uri="{FF2B5EF4-FFF2-40B4-BE49-F238E27FC236}">
                      <ns2:creationId id="{E69C8AE1-7959-0566-0B2F-5B5636B01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23164" y="4196231"/>
                  <a:ext cx="1095840" cy="320400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  <p:grpSp>
            <p:nvGrpSpPr>
              <p:cNvPr id="206" name="グループ化 205">
                <a:extLst>
                  <a:ext uri="{FF2B5EF4-FFF2-40B4-BE49-F238E27FC236}">
                    <ns2:creationId id="{85378244-C07E-37C8-9D79-CC0AA69EF29E}"/>
                  </a:ext>
                </a:extLst>
              </p:cNvPr>
              <p:cNvGrpSpPr/>
              <p:nvPr/>
            </p:nvGrpSpPr>
            <p:grpSpPr>
              <a:xfrm>
                <a:off x="4542777" y="3742076"/>
                <a:ext cx="704093" cy="374458"/>
                <a:chOff x="2347026" y="3451007"/>
                <a:chExt cx="704093" cy="374458"/>
              </a:xfrm>
              <a:solidFill>
                <a:schemeClr val="bg1"/>
              </a:solidFill>
            </p:grpSpPr>
            <p:sp>
              <p:nvSpPr>
                <p:cNvPr id="207" name="正方形/長方形 206">
                  <a:extLst>
                    <a:ext uri="{FF2B5EF4-FFF2-40B4-BE49-F238E27FC236}">
                      <ns2:creationId id="{9B6CB932-9B70-9C90-3B4C-1D822C800C6A}"/>
                    </a:ext>
                  </a:extLst>
                </p:cNvPr>
                <p:cNvSpPr/>
                <p:nvPr/>
              </p:nvSpPr>
              <p:spPr>
                <a:xfrm>
                  <a:off x="2438348" y="3451007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2C901C6B-36B6-8F5A-8B33-B23A9DD89BC6}"/>
                    </a:ext>
                  </a:extLst>
                </p:cNvPr>
                <p:cNvSpPr/>
                <p:nvPr/>
              </p:nvSpPr>
              <p:spPr>
                <a:xfrm>
                  <a:off x="2393114" y="3490362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9" name="正方形/長方形 208">
                  <a:extLst>
                    <a:ext uri="{FF2B5EF4-FFF2-40B4-BE49-F238E27FC236}">
                      <ns2:creationId id="{08624AF3-927D-953A-5A64-AA95E54EAD61}"/>
                    </a:ext>
                  </a:extLst>
                </p:cNvPr>
                <p:cNvSpPr/>
                <p:nvPr/>
              </p:nvSpPr>
              <p:spPr>
                <a:xfrm>
                  <a:off x="2347026" y="3534156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7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65" name="グループ化 264">
                <a:extLst>
                  <a:ext uri="{FF2B5EF4-FFF2-40B4-BE49-F238E27FC236}">
                    <ns2:creationId id="{544B673B-9A8C-BC28-4287-321683DDDE81}"/>
                  </a:ext>
                </a:extLst>
              </p:cNvPr>
              <p:cNvGrpSpPr/>
              <p:nvPr/>
            </p:nvGrpSpPr>
            <p:grpSpPr>
              <a:xfrm>
                <a:off x="2832863" y="1790104"/>
                <a:ext cx="1885949" cy="474862"/>
                <a:chOff x="2832863" y="1790104"/>
                <a:chExt cx="1885949" cy="474862"/>
              </a:xfrm>
            </p:grpSpPr>
            <p:sp>
              <p:nvSpPr>
                <p:cNvPr id="123" name="AutoShape 9">
                  <a:extLst>
                    <a:ext uri="{FF2B5EF4-FFF2-40B4-BE49-F238E27FC236}">
                      <ns2:creationId id="{2936CA40-1C0F-F670-0B14-1046C15A1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67950" y="1993035"/>
                  <a:ext cx="215775" cy="271931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4" name="Rectangle 477">
                  <a:extLst>
                    <a:ext uri="{FF2B5EF4-FFF2-40B4-BE49-F238E27FC236}">
                      <ns2:creationId id="{C8CC86B3-772B-593D-0A3A-0958243B58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863" y="1790104"/>
                  <a:ext cx="1885949" cy="356819"/>
                </a:xfrm>
                <a:prstGeom prst="roundRect">
                  <a:avLst>
                    <a:gd name="adj" fmla="val 1197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prstClr val="black"/>
                    </a:solidFill>
                    <a:latin typeface="+mn-ea"/>
                  </a:endParaRPr>
                </a:p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en-US" altLang="ja-JP" sz="800" noProof="0" dirty="0">
                      <a:solidFill>
                        <a:prstClr val="black"/>
                      </a:solidFill>
                      <a:latin typeface="+mn-ea"/>
                    </a:rPr>
                    <a:t>BW</a:t>
                  </a:r>
                  <a:r>
                    <a:rPr kumimoji="1" lang="ja-JP" altLang="en-US" sz="800" noProof="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</p:grpSp>
        <p:sp>
          <p:nvSpPr>
            <p:cNvPr id="4" name="Rounded Rectangle 25">
              <a:extLst>
                <a:ext uri="{FF2B5EF4-FFF2-40B4-BE49-F238E27FC236}">
                  <ns2:creationId id="{6C38CB4E-965A-8E6B-F941-7BB0B32DF9C5}"/>
                </a:ext>
              </a:extLst>
            </p:cNvPr>
            <p:cNvSpPr/>
            <p:nvPr/>
          </p:nvSpPr>
          <p:spPr>
            <a:xfrm>
              <a:off x="7674399" y="2472993"/>
              <a:ext cx="1214612" cy="11640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2169218075"/>
      </p:ext>
    </p:extLst>
  </p:cSld>
  <p:clrMapOvr>
    <a:masterClrMapping/>
  </p:clrMapOvr>
</p:sld>
</file>

<file path=ppt/slides/slide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FDD4930-E680-66F4-CC6F-6E032D1FD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8178AA-D563-6B09-7A02-F5BF7634CB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16" name="グループ化 15">
            <a:extLst>
              <a:ext uri="{FF2B5EF4-FFF2-40B4-BE49-F238E27FC236}">
                <ns2:creationId id="{86CE5C24-CB64-4D2D-1601-B3BD6491C47C}"/>
              </a:ext>
            </a:extLst>
          </p:cNvPr>
          <p:cNvGrpSpPr/>
          <p:nvPr/>
        </p:nvGrpSpPr>
        <p:grpSpPr>
          <a:xfrm>
            <a:off x="334963" y="1192972"/>
            <a:ext cx="11522793" cy="5124795"/>
            <a:chOff x="334963" y="1192972"/>
            <a:chExt cx="11522793" cy="5124795"/>
          </a:xfrm>
        </p:grpSpPr>
        <p:sp>
          <p:nvSpPr>
            <p:cNvPr id="6" name="正方形/長方形 5">
              <a:extLst>
                <a:ext uri="{FF2B5EF4-FFF2-40B4-BE49-F238E27FC236}">
                  <ns2:creationId id="{67A8A8A6-E502-8D29-A895-56F1920A4501}"/>
                </a:ext>
              </a:extLst>
            </p:cNvPr>
            <p:cNvSpPr/>
            <p:nvPr/>
          </p:nvSpPr>
          <p:spPr>
            <a:xfrm>
              <a:off x="334963" y="4634099"/>
              <a:ext cx="1604559" cy="167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8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lang="en-US" altLang="ja-JP" b="0" i="0" dirty="0">
                <a:solidFill>
                  <a:srgbClr val="000000"/>
                </a:solidFill>
                <a:effectLst/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4342A165-B9D2-9BBD-784C-475DF67685F0}"/>
                </a:ext>
              </a:extLst>
            </p:cNvPr>
            <p:cNvSpPr/>
            <p:nvPr/>
          </p:nvSpPr>
          <p:spPr>
            <a:xfrm>
              <a:off x="334963" y="1192972"/>
              <a:ext cx="1604559" cy="11916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dirty="0">
                  <a:solidFill>
                    <a:srgbClr val="000000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5317C28-3F8D-28EC-6B2D-70F587830716}"/>
                </a:ext>
              </a:extLst>
            </p:cNvPr>
            <p:cNvSpPr/>
            <p:nvPr/>
          </p:nvSpPr>
          <p:spPr>
            <a:xfrm>
              <a:off x="334963" y="2588298"/>
              <a:ext cx="1604559" cy="1843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kumimoji="1" lang="ja-JP" altLang="en-US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14" name="ホームベース 51">
              <a:extLst>
                <a:ext uri="{FF2B5EF4-FFF2-40B4-BE49-F238E27FC236}">
                  <ns2:creationId id="{E2D5757B-62BC-C671-14A5-BD8C363470E8}"/>
                </a:ext>
              </a:extLst>
            </p:cNvPr>
            <p:cNvSpPr/>
            <p:nvPr/>
          </p:nvSpPr>
          <p:spPr>
            <a:xfrm>
              <a:off x="2486204" y="2612479"/>
              <a:ext cx="4708176" cy="399321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(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)</a:t>
              </a:r>
              <a:endParaRPr kumimoji="1" lang="ja-JP" altLang="en-US" sz="1400" dirty="0">
                <a:latin typeface="+mn-ea"/>
              </a:endParaRPr>
            </a:p>
          </p:txBody>
        </p:sp>
        <p:sp>
          <p:nvSpPr>
            <p:cNvPr id="15" name="山形 52">
              <a:extLst>
                <a:ext uri="{FF2B5EF4-FFF2-40B4-BE49-F238E27FC236}">
                  <ns2:creationId id="{01FBB54E-21F0-1BC7-BC3B-518CC42B5CF9}"/>
                </a:ext>
              </a:extLst>
            </p:cNvPr>
            <p:cNvSpPr/>
            <p:nvPr/>
          </p:nvSpPr>
          <p:spPr>
            <a:xfrm>
              <a:off x="7136299" y="2612478"/>
              <a:ext cx="4708176" cy="399321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08BEFB2-3787-BDB6-63DC-01BF55FE962D}"/>
                </a:ext>
              </a:extLst>
            </p:cNvPr>
            <p:cNvSpPr/>
            <p:nvPr/>
          </p:nvSpPr>
          <p:spPr>
            <a:xfrm>
              <a:off x="2486205" y="3055993"/>
              <a:ext cx="4632950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B0A0E77-3346-C26A-7762-03A6E48BCC7A}"/>
                </a:ext>
              </a:extLst>
            </p:cNvPr>
            <p:cNvSpPr/>
            <p:nvPr/>
          </p:nvSpPr>
          <p:spPr>
            <a:xfrm>
              <a:off x="7136299" y="3055993"/>
              <a:ext cx="4720739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*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4CDAEC9-214E-A3BA-4940-05D7227F2326}"/>
                </a:ext>
              </a:extLst>
            </p:cNvPr>
            <p:cNvSpPr/>
            <p:nvPr/>
          </p:nvSpPr>
          <p:spPr>
            <a:xfrm>
              <a:off x="7146931" y="3499509"/>
              <a:ext cx="4697544" cy="37438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rtl="0" fontAlgn="base">
                <a:lnSpc>
                  <a:spcPts val="1200"/>
                </a:lnSpc>
              </a:pP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) 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b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</a:b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17AEF-4264-9A4C-4EAD-AF00AA1A3975}"/>
                </a:ext>
              </a:extLst>
            </p:cNvPr>
            <p:cNvSpPr/>
            <p:nvPr/>
          </p:nvSpPr>
          <p:spPr>
            <a:xfrm>
              <a:off x="7146931" y="3938286"/>
              <a:ext cx="4697544" cy="437972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71450" indent="-171450" rtl="0" fontAlgn="base">
                <a:lnSpc>
                  <a:spcPts val="120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3F3952E-3661-A94F-F24D-51B741780E15}"/>
                </a:ext>
              </a:extLst>
            </p:cNvPr>
            <p:cNvGrpSpPr/>
            <p:nvPr/>
          </p:nvGrpSpPr>
          <p:grpSpPr>
            <a:xfrm>
              <a:off x="2503868" y="3501681"/>
              <a:ext cx="4615287" cy="881519"/>
              <a:chOff x="2503868" y="3501681"/>
              <a:chExt cx="4690512" cy="881519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289E9D13-53C8-3963-79D4-7D3CD24BD0CB}"/>
                  </a:ext>
                </a:extLst>
              </p:cNvPr>
              <p:cNvSpPr/>
              <p:nvPr/>
            </p:nvSpPr>
            <p:spPr>
              <a:xfrm>
                <a:off x="2503868" y="3501681"/>
                <a:ext cx="2362902" cy="88151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</a:b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200" b="0" i="0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0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6D52333A-4C15-0B5B-7233-3D17AB413ED0}"/>
                  </a:ext>
                </a:extLst>
              </p:cNvPr>
              <p:cNvSpPr/>
              <p:nvPr/>
            </p:nvSpPr>
            <p:spPr>
              <a:xfrm>
                <a:off x="4894997" y="3506452"/>
                <a:ext cx="2299383" cy="876748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rtl="0" fontAlgn="base">
                  <a:lnSpc>
                    <a:spcPts val="1200"/>
                  </a:lnSpc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endParaRPr lang="en-US" altLang="ja-JP" sz="1100" b="0" i="0" u="none" strike="noStrike" dirty="0">
                  <a:solidFill>
                    <a:schemeClr val="accent5"/>
                  </a:solidFill>
                  <a:effectLst/>
                  <a:latin typeface="+mn-ea"/>
                </a:endParaRPr>
              </a:p>
              <a:p>
                <a:pPr rtl="0" fontAlgn="base">
                  <a:lnSpc>
                    <a:spcPts val="1200"/>
                  </a:lnSpc>
                  <a:spcAft>
                    <a:spcPts val="300"/>
                  </a:spcAft>
                </a:pP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(</a:t>
                </a: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)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 rtl="0" fontAlgn="base">
                  <a:lnSpc>
                    <a:spcPts val="120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</p:grpSp>
        <p:sp>
          <p:nvSpPr>
            <p:cNvPr id="28" name="四角形: 角を丸くする 27">
              <a:extLst>
                <a:ext uri="{FF2B5EF4-FFF2-40B4-BE49-F238E27FC236}">
                  <ns2:creationId id="{C46141F5-D4C7-B832-8DC4-250E23B21C9C}"/>
                </a:ext>
              </a:extLst>
            </p:cNvPr>
            <p:cNvSpPr/>
            <p:nvPr/>
          </p:nvSpPr>
          <p:spPr>
            <a:xfrm>
              <a:off x="2515544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071C068-FEB1-9A41-08A1-B98FAEE892BB}"/>
                </a:ext>
              </a:extLst>
            </p:cNvPr>
            <p:cNvSpPr/>
            <p:nvPr/>
          </p:nvSpPr>
          <p:spPr>
            <a:xfrm>
              <a:off x="4882015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388334F-30A1-918C-EB90-27EBBA5C384D}"/>
                </a:ext>
              </a:extLst>
            </p:cNvPr>
            <p:cNvSpPr/>
            <p:nvPr/>
          </p:nvSpPr>
          <p:spPr>
            <a:xfrm>
              <a:off x="7248486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4389EE89-FBE6-5B91-5FD6-3D07133E5F19}"/>
                </a:ext>
              </a:extLst>
            </p:cNvPr>
            <p:cNvSpPr/>
            <p:nvPr/>
          </p:nvSpPr>
          <p:spPr>
            <a:xfrm>
              <a:off x="9614957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B135C9C-3D1C-FF83-8048-1D2434BBC0F9}"/>
                </a:ext>
              </a:extLst>
            </p:cNvPr>
            <p:cNvSpPr/>
            <p:nvPr/>
          </p:nvSpPr>
          <p:spPr>
            <a:xfrm>
              <a:off x="2516661" y="4886074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0B5CFB39-B39B-0AFE-C397-DC80A84E33B5}"/>
                </a:ext>
              </a:extLst>
            </p:cNvPr>
            <p:cNvSpPr/>
            <p:nvPr/>
          </p:nvSpPr>
          <p:spPr>
            <a:xfrm>
              <a:off x="4883132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29BE999-4501-1067-0202-2B8C2B8FD77A}"/>
                </a:ext>
              </a:extLst>
            </p:cNvPr>
            <p:cNvSpPr/>
            <p:nvPr/>
          </p:nvSpPr>
          <p:spPr>
            <a:xfrm>
              <a:off x="7249603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866C3BC4-FA29-69CC-0B63-64FE37574493}"/>
                </a:ext>
              </a:extLst>
            </p:cNvPr>
            <p:cNvSpPr/>
            <p:nvPr/>
          </p:nvSpPr>
          <p:spPr>
            <a:xfrm>
              <a:off x="9616074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 /</a:t>
              </a:r>
              <a:br>
                <a:rPr lang="en-US" altLang="ja-JP" sz="1400" dirty="0">
                  <a:solidFill>
                    <a:srgbClr val="000000"/>
                  </a:solidFill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95E769AD-18C6-3807-9A8A-690C2D2E97DE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1192972"/>
              <a:ext cx="0" cy="11916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AB876A79-338A-91E7-54E2-94D5569BF790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2588298"/>
              <a:ext cx="0" cy="184207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5783A9B-64D1-4D25-13FC-6A7C34F17775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4634099"/>
              <a:ext cx="0" cy="167462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A994EF-929F-AC06-8B4D-3B8141F9E143}"/>
                </a:ext>
              </a:extLst>
            </p:cNvPr>
            <p:cNvCxnSpPr>
              <a:cxnSpLocks/>
            </p:cNvCxnSpPr>
            <p:nvPr/>
          </p:nvCxnSpPr>
          <p:spPr>
            <a:xfrm>
              <a:off x="2486204" y="2485764"/>
              <a:ext cx="937155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C40EA07-1A4F-975F-5615-0063B8547A88}"/>
                </a:ext>
              </a:extLst>
            </p:cNvPr>
            <p:cNvCxnSpPr>
              <a:cxnSpLocks/>
            </p:cNvCxnSpPr>
            <p:nvPr/>
          </p:nvCxnSpPr>
          <p:spPr>
            <a:xfrm>
              <a:off x="2503868" y="4532305"/>
              <a:ext cx="935091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7" name="グラフィックス 46" descr="握手 単色塗りつぶし">
              <a:extLst>
                <a:ext uri="{FF2B5EF4-FFF2-40B4-BE49-F238E27FC236}">
                  <ns2:creationId id="{92C49AD2-BE1E-4319-2CCA-C8B28F769E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7842" y="1383849"/>
              <a:ext cx="478800" cy="478800"/>
            </a:xfrm>
            <a:prstGeom prst="rect">
              <a:avLst/>
            </a:prstGeom>
          </p:spPr>
        </p:pic>
        <p:pic>
          <p:nvPicPr>
            <p:cNvPr id="49" name="グラフィックス 48" descr="グループでのブレーンストーミング 単色塗りつぶし">
              <a:extLst>
                <a:ext uri="{FF2B5EF4-FFF2-40B4-BE49-F238E27FC236}">
                  <ns2:creationId id="{C9127F36-65F8-CFE9-1324-94E90F7B81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7842" y="3108039"/>
              <a:ext cx="478800" cy="478800"/>
            </a:xfrm>
            <a:prstGeom prst="rect">
              <a:avLst/>
            </a:prstGeom>
          </p:spPr>
        </p:pic>
        <p:pic>
          <p:nvPicPr>
            <p:cNvPr id="51" name="グラフィックス 50" descr="チェック マーク 単色塗りつぶし">
              <a:extLst>
                <a:ext uri="{FF2B5EF4-FFF2-40B4-BE49-F238E27FC236}">
                  <ns2:creationId id="{290E5024-4C82-0417-A484-23C4350F62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97842" y="4892798"/>
              <a:ext cx="478800" cy="4788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3F4C887A-145B-1368-E095-6B5758FF74C0}"/>
                </a:ext>
              </a:extLst>
            </p:cNvPr>
            <p:cNvGrpSpPr/>
            <p:nvPr/>
          </p:nvGrpSpPr>
          <p:grpSpPr>
            <a:xfrm>
              <a:off x="2492675" y="1192972"/>
              <a:ext cx="9351806" cy="1191600"/>
              <a:chOff x="2492675" y="1192972"/>
              <a:chExt cx="9351806" cy="1191600"/>
            </a:xfrm>
          </p:grpSpPr>
          <p:grpSp>
            <p:nvGrpSpPr>
              <p:cNvPr id="93" name="グループ化 92">
                <a:extLst>
                  <a:ext uri="{FF2B5EF4-FFF2-40B4-BE49-F238E27FC236}">
                    <ns2:creationId id="{19C65B8E-8860-735B-BCCF-AA6F7C640A61}"/>
                  </a:ext>
                </a:extLst>
              </p:cNvPr>
              <p:cNvGrpSpPr/>
              <p:nvPr/>
            </p:nvGrpSpPr>
            <p:grpSpPr>
              <a:xfrm>
                <a:off x="2492675" y="1192972"/>
                <a:ext cx="2231570" cy="1189999"/>
                <a:chOff x="2676088" y="1168440"/>
                <a:chExt cx="2231570" cy="1189999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73EB2C62-7560-C0CA-2FCE-A9E047DEF6A7}"/>
                    </a:ext>
                  </a:extLst>
                </p:cNvPr>
                <p:cNvSpPr/>
                <p:nvPr/>
              </p:nvSpPr>
              <p:spPr>
                <a:xfrm>
                  <a:off x="2676088" y="1168440"/>
                  <a:ext cx="2229517" cy="1189999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ja-JP" altLang="ja-JP" sz="1200" b="0" i="0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</p:txBody>
            </p:sp>
            <p:pic>
              <p:nvPicPr>
                <p:cNvPr id="53" name="グラフィックス 52" descr="地球: 南北アメリカ 単色塗りつぶし">
                  <a:extLst>
                    <a:ext uri="{FF2B5EF4-FFF2-40B4-BE49-F238E27FC236}">
                      <ns2:creationId id="{E6A04BD5-325C-2FC2-85BC-534FAC5C53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4367658" y="1806263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4" name="グループ化 93">
                <a:extLst>
                  <a:ext uri="{FF2B5EF4-FFF2-40B4-BE49-F238E27FC236}">
                    <ns2:creationId id="{44A9C476-45C8-6A9E-392F-C272434F533F}"/>
                  </a:ext>
                </a:extLst>
              </p:cNvPr>
              <p:cNvGrpSpPr/>
              <p:nvPr/>
            </p:nvGrpSpPr>
            <p:grpSpPr>
              <a:xfrm>
                <a:off x="4874392" y="1192972"/>
                <a:ext cx="2229517" cy="1191600"/>
                <a:chOff x="4996667" y="1192972"/>
                <a:chExt cx="2229517" cy="1191600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6AEC30A7-254B-1728-DCB9-49A62CFB8622}"/>
                    </a:ext>
                  </a:extLst>
                </p:cNvPr>
                <p:cNvSpPr/>
                <p:nvPr/>
              </p:nvSpPr>
              <p:spPr>
                <a:xfrm>
                  <a:off x="4996667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5" name="グラフィックス 54" descr="会議 単色塗りつぶし">
                  <a:extLst>
                    <a:ext uri="{FF2B5EF4-FFF2-40B4-BE49-F238E27FC236}">
                      <ns2:creationId id="{6684C639-E733-C8E4-F0FB-351D9DCE74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6677474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5" name="グループ化 94">
                <a:extLst>
                  <a:ext uri="{FF2B5EF4-FFF2-40B4-BE49-F238E27FC236}">
                    <ns2:creationId id="{76FF52E0-F606-D6A7-D527-E8ACCBC9B08A}"/>
                  </a:ext>
                </a:extLst>
              </p:cNvPr>
              <p:cNvGrpSpPr/>
              <p:nvPr/>
            </p:nvGrpSpPr>
            <p:grpSpPr>
              <a:xfrm>
                <a:off x="7256109" y="1192972"/>
                <a:ext cx="2229517" cy="1191600"/>
                <a:chOff x="7317246" y="1192972"/>
                <a:chExt cx="2229517" cy="1191600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EDA24359-E10C-D1F7-2B1C-EAC26607AD07}"/>
                    </a:ext>
                  </a:extLst>
                </p:cNvPr>
                <p:cNvSpPr/>
                <p:nvPr/>
              </p:nvSpPr>
              <p:spPr>
                <a:xfrm>
                  <a:off x="731724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DX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SCM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kumimoji="1" lang="en-US" altLang="ja-JP" sz="12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pic>
              <p:nvPicPr>
                <p:cNvPr id="56" name="グラフィックス 55" descr="手のひらと植物 単色塗りつぶし">
                  <a:extLst>
                    <a:ext uri="{FF2B5EF4-FFF2-40B4-BE49-F238E27FC236}">
                      <ns2:creationId id="{D8A98330-6CC9-8AFF-3D24-FC54971C48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8987290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305BACE5-BB03-5B8B-D940-3AA4A82F102E}"/>
                  </a:ext>
                </a:extLst>
              </p:cNvPr>
              <p:cNvGrpSpPr/>
              <p:nvPr/>
            </p:nvGrpSpPr>
            <p:grpSpPr>
              <a:xfrm>
                <a:off x="9637832" y="1192972"/>
                <a:ext cx="2206649" cy="1191600"/>
                <a:chOff x="9637826" y="1192972"/>
                <a:chExt cx="2229517" cy="1191600"/>
              </a:xfrm>
            </p:grpSpPr>
            <p:sp>
              <p:nvSpPr>
                <p:cNvPr id="12" name="正方形/長方形 11">
                  <a:extLst>
                    <a:ext uri="{FF2B5EF4-FFF2-40B4-BE49-F238E27FC236}">
                      <ns2:creationId id="{BFA1B043-5854-F7F3-AE21-A3B0F2A60DA3}"/>
                    </a:ext>
                  </a:extLst>
                </p:cNvPr>
                <p:cNvSpPr/>
                <p:nvPr/>
              </p:nvSpPr>
              <p:spPr>
                <a:xfrm>
                  <a:off x="963782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00677A67-37BD-65D8-72F2-F39454365B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11314296" y="1830795"/>
                  <a:ext cx="545596" cy="54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82" name="グラフィックス 81" descr="地球 単色塗りつぶし">
              <a:extLst>
                <a:ext uri="{FF2B5EF4-FFF2-40B4-BE49-F238E27FC236}">
                  <ns2:creationId id="{F95FE3D3-DBF8-27C3-44E2-C19478CF8F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173661" y="5145264"/>
              <a:ext cx="914400" cy="914400"/>
            </a:xfrm>
            <a:prstGeom prst="rect">
              <a:avLst/>
            </a:prstGeom>
          </p:spPr>
        </p:pic>
        <p:pic>
          <p:nvPicPr>
            <p:cNvPr id="84" name="グラフィックス 83" descr="オフィス ワーカー (男性) 単色塗りつぶし">
              <a:extLst>
                <a:ext uri="{FF2B5EF4-FFF2-40B4-BE49-F238E27FC236}">
                  <ns2:creationId id="{EE187967-4D55-1DB6-0024-41948F2D59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5540132" y="5145264"/>
              <a:ext cx="914400" cy="914400"/>
            </a:xfrm>
            <a:prstGeom prst="rect">
              <a:avLst/>
            </a:prstGeom>
          </p:spPr>
        </p:pic>
        <p:pic>
          <p:nvPicPr>
            <p:cNvPr id="86" name="グラフィックス 85" descr="ホーム 単色塗りつぶし">
              <a:extLst>
                <a:ext uri="{FF2B5EF4-FFF2-40B4-BE49-F238E27FC236}">
                  <ns2:creationId id="{694E6C33-47E8-D43E-057E-B2124136FE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906603" y="5145264"/>
              <a:ext cx="914400" cy="914400"/>
            </a:xfrm>
            <a:prstGeom prst="rect">
              <a:avLst/>
            </a:prstGeom>
          </p:spPr>
        </p:pic>
        <p:pic>
          <p:nvPicPr>
            <p:cNvPr id="88" name="グラフィックス 87" descr="手のひら 単色塗りつぶし">
              <a:extLst>
                <a:ext uri="{FF2B5EF4-FFF2-40B4-BE49-F238E27FC236}">
                  <ns2:creationId id="{91B4D587-6853-EB25-F5F7-F53FD2B9A1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0273074" y="5145264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88697846"/>
      </p:ext>
    </p:extLst>
  </p:cSld>
  <p:clrMapOvr>
    <a:masterClrMapping/>
  </p:clrMapOvr>
</p:sld>
</file>

<file path=ppt/slides/slide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6272BD-3243-CCA2-9023-5073CB72B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A2FF7E-1B18-8B0A-2ED0-8C2D19ECCF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ACB1B5A4-9746-B4A9-9EFD-85912CD593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5A8884EC-6DE7-D1B7-8109-8CC75FF1A689}"/>
              </a:ext>
            </a:extLst>
          </p:cNvPr>
          <p:cNvGrpSpPr/>
          <p:nvPr/>
        </p:nvGrpSpPr>
        <p:grpSpPr>
          <a:xfrm>
            <a:off x="450944" y="1628774"/>
            <a:ext cx="11406094" cy="4679951"/>
            <a:chOff x="450944" y="1628774"/>
            <a:chExt cx="11406094" cy="4679951"/>
          </a:xfrm>
        </p:grpSpPr>
        <p:grpSp>
          <p:nvGrpSpPr>
            <p:cNvPr id="9" name="グループ化 8">
              <a:extLst>
                <a:ext uri="{FF2B5EF4-FFF2-40B4-BE49-F238E27FC236}">
                  <ns2:creationId id="{2ED415AB-6CFE-E478-2945-584BBFD3D06E}"/>
                </a:ext>
              </a:extLst>
            </p:cNvPr>
            <p:cNvGrpSpPr/>
            <p:nvPr/>
          </p:nvGrpSpPr>
          <p:grpSpPr>
            <a:xfrm>
              <a:off x="2838010" y="1628774"/>
              <a:ext cx="9019028" cy="4679951"/>
              <a:chOff x="2838010" y="1628774"/>
              <a:chExt cx="9019028" cy="4679951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42D737E-F7E5-8975-4B94-2BAB72FD3249}"/>
                  </a:ext>
                </a:extLst>
              </p:cNvPr>
              <p:cNvSpPr/>
              <p:nvPr/>
            </p:nvSpPr>
            <p:spPr>
              <a:xfrm>
                <a:off x="9144507" y="1628775"/>
                <a:ext cx="2712531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03CCB55-D2E1-82D2-8654-1E748577DC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44507" y="1932964"/>
                <a:ext cx="27125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19E156CC-379A-AFBD-AFB8-0FCB24AB6CF9}"/>
                  </a:ext>
                </a:extLst>
              </p:cNvPr>
              <p:cNvSpPr/>
              <p:nvPr/>
            </p:nvSpPr>
            <p:spPr>
              <a:xfrm>
                <a:off x="3720800" y="1628774"/>
                <a:ext cx="18216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DC4C8E7-364A-5531-10A6-D5A9429EB2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0801" y="1932964"/>
                <a:ext cx="1821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102736CB-FC87-091E-18F2-3D8FBF5E4E4A}"/>
                  </a:ext>
                </a:extLst>
              </p:cNvPr>
              <p:cNvSpPr/>
              <p:nvPr/>
            </p:nvSpPr>
            <p:spPr>
              <a:xfrm>
                <a:off x="3720801" y="1971043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16E9E364-B446-76AE-F953-D7B729A92612}"/>
                  </a:ext>
                </a:extLst>
              </p:cNvPr>
              <p:cNvSpPr/>
              <p:nvPr/>
            </p:nvSpPr>
            <p:spPr>
              <a:xfrm>
                <a:off x="3720801" y="321893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A049B9F-F94F-7CDA-5E76-E34EE46049C7}"/>
                  </a:ext>
                </a:extLst>
              </p:cNvPr>
              <p:cNvSpPr/>
              <p:nvPr/>
            </p:nvSpPr>
            <p:spPr>
              <a:xfrm>
                <a:off x="3720801" y="259499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A8128BD8-A573-2305-C880-ECEB3CCB4E5B}"/>
                  </a:ext>
                </a:extLst>
              </p:cNvPr>
              <p:cNvSpPr/>
              <p:nvPr/>
            </p:nvSpPr>
            <p:spPr>
              <a:xfrm>
                <a:off x="3720801" y="446683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9142489-0AED-8BD5-930A-A4CE50AB23E5}"/>
                  </a:ext>
                </a:extLst>
              </p:cNvPr>
              <p:cNvSpPr/>
              <p:nvPr/>
            </p:nvSpPr>
            <p:spPr>
              <a:xfrm>
                <a:off x="3720801" y="571472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C7130A59-77BD-6E94-299A-4BF0FE59F996}"/>
                  </a:ext>
                </a:extLst>
              </p:cNvPr>
              <p:cNvSpPr/>
              <p:nvPr/>
            </p:nvSpPr>
            <p:spPr>
              <a:xfrm>
                <a:off x="3720801" y="509077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C844BE31-1A56-C217-B6A9-6B72BD6818D9}"/>
                  </a:ext>
                </a:extLst>
              </p:cNvPr>
              <p:cNvSpPr/>
              <p:nvPr/>
            </p:nvSpPr>
            <p:spPr>
              <a:xfrm>
                <a:off x="3720801" y="384288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8DB44A28-94F2-980B-30C5-12E31EFC7A24}"/>
                  </a:ext>
                </a:extLst>
              </p:cNvPr>
              <p:cNvSpPr/>
              <p:nvPr/>
            </p:nvSpPr>
            <p:spPr>
              <a:xfrm>
                <a:off x="2838010" y="2594990"/>
                <a:ext cx="792000" cy="59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C3A2DB41-51D0-B451-46DB-99B2A883B49E}"/>
                  </a:ext>
                </a:extLst>
              </p:cNvPr>
              <p:cNvSpPr/>
              <p:nvPr/>
            </p:nvSpPr>
            <p:spPr>
              <a:xfrm>
                <a:off x="2838010" y="3218937"/>
                <a:ext cx="792000" cy="59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FE7303F4-D883-639C-A08C-4AAFBD3B83BA}"/>
                  </a:ext>
                </a:extLst>
              </p:cNvPr>
              <p:cNvSpPr/>
              <p:nvPr/>
            </p:nvSpPr>
            <p:spPr>
              <a:xfrm>
                <a:off x="2838010" y="1971043"/>
                <a:ext cx="792000" cy="59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B501ECFE-0A92-8222-D1D2-CBCB4DDF8BE3}"/>
                  </a:ext>
                </a:extLst>
              </p:cNvPr>
              <p:cNvSpPr/>
              <p:nvPr/>
            </p:nvSpPr>
            <p:spPr>
              <a:xfrm>
                <a:off x="2838010" y="3842884"/>
                <a:ext cx="792000" cy="594000"/>
              </a:xfrm>
              <a:prstGeom prst="rect">
                <a:avLst/>
              </a:pr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6A12E07E-1113-2CB7-44C0-8DE5369AF5ED}"/>
                  </a:ext>
                </a:extLst>
              </p:cNvPr>
              <p:cNvSpPr/>
              <p:nvPr/>
            </p:nvSpPr>
            <p:spPr>
              <a:xfrm>
                <a:off x="2838010" y="4466831"/>
                <a:ext cx="792000" cy="594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163C8C7-21BF-80FA-093E-1B1FD2E67ADF}"/>
                  </a:ext>
                </a:extLst>
              </p:cNvPr>
              <p:cNvSpPr/>
              <p:nvPr/>
            </p:nvSpPr>
            <p:spPr>
              <a:xfrm>
                <a:off x="2838010" y="5090778"/>
                <a:ext cx="792000" cy="594000"/>
              </a:xfrm>
              <a:prstGeom prst="rect">
                <a:avLst/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F25AF96E-5102-0D05-435D-523C30E28231}"/>
                  </a:ext>
                </a:extLst>
              </p:cNvPr>
              <p:cNvSpPr/>
              <p:nvPr/>
            </p:nvSpPr>
            <p:spPr>
              <a:xfrm>
                <a:off x="2838010" y="5714725"/>
                <a:ext cx="792000" cy="59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7B859909-700E-9AF6-27F4-2BDC478F8FAD}"/>
                  </a:ext>
                </a:extLst>
              </p:cNvPr>
              <p:cNvSpPr/>
              <p:nvPr/>
            </p:nvSpPr>
            <p:spPr>
              <a:xfrm>
                <a:off x="5633717" y="1961843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F5D646D-1426-51D8-6012-E440193051DB}"/>
                  </a:ext>
                </a:extLst>
              </p:cNvPr>
              <p:cNvSpPr/>
              <p:nvPr/>
            </p:nvSpPr>
            <p:spPr>
              <a:xfrm>
                <a:off x="5633048" y="259499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marL="180975">
                  <a:spcAft>
                    <a:spcPts val="600"/>
                  </a:spcAft>
                  <a:buClr>
                    <a:srgbClr val="008000"/>
                  </a:buClr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DD1F128-5676-F23F-D1CF-3C97E6C76645}"/>
                  </a:ext>
                </a:extLst>
              </p:cNvPr>
              <p:cNvSpPr/>
              <p:nvPr/>
            </p:nvSpPr>
            <p:spPr>
              <a:xfrm>
                <a:off x="5633047" y="321893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ED2E33D-BED6-C3E9-B4FE-DEC4BE88A97E}"/>
                  </a:ext>
                </a:extLst>
              </p:cNvPr>
              <p:cNvSpPr/>
              <p:nvPr/>
            </p:nvSpPr>
            <p:spPr>
              <a:xfrm>
                <a:off x="5633048" y="446683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894837AD-8AC5-F61C-2662-356EB4AABDD8}"/>
                  </a:ext>
                </a:extLst>
              </p:cNvPr>
              <p:cNvSpPr/>
              <p:nvPr/>
            </p:nvSpPr>
            <p:spPr>
              <a:xfrm>
                <a:off x="5633047" y="509077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653118B-36AD-0AAB-FC4E-648F6CEA4F9F}"/>
                  </a:ext>
                </a:extLst>
              </p:cNvPr>
              <p:cNvSpPr/>
              <p:nvPr/>
            </p:nvSpPr>
            <p:spPr>
              <a:xfrm>
                <a:off x="5633047" y="1628775"/>
                <a:ext cx="34200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755A1BE2-9882-0949-03C9-9C112865E7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33049" y="1932964"/>
                <a:ext cx="341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正方形/長方形 127">
                <a:extLst>
                  <a:ext uri="{FF2B5EF4-FFF2-40B4-BE49-F238E27FC236}">
                    <ns2:creationId id="{34A557D1-8460-FB27-883A-C3DFC0E5B78C}"/>
                  </a:ext>
                </a:extLst>
              </p:cNvPr>
              <p:cNvSpPr/>
              <p:nvPr/>
            </p:nvSpPr>
            <p:spPr>
              <a:xfrm>
                <a:off x="5633047" y="3842884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24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B7C7ED8E-56E2-5AF6-6755-1C12AA58249C}"/>
                  </a:ext>
                </a:extLst>
              </p:cNvPr>
              <p:cNvSpPr/>
              <p:nvPr/>
            </p:nvSpPr>
            <p:spPr>
              <a:xfrm>
                <a:off x="5633047" y="5714725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3" name="グループ化 2">
                <a:extLst>
                  <a:ext uri="{FF2B5EF4-FFF2-40B4-BE49-F238E27FC236}">
                    <ns2:creationId id="{E5EB0F0D-1B8A-FE92-86B5-A5EBE64C093D}"/>
                  </a:ext>
                </a:extLst>
              </p:cNvPr>
              <p:cNvGrpSpPr/>
              <p:nvPr/>
            </p:nvGrpSpPr>
            <p:grpSpPr>
              <a:xfrm>
                <a:off x="9144507" y="2119253"/>
                <a:ext cx="2712531" cy="279180"/>
                <a:chOff x="9144507" y="2119253"/>
                <a:chExt cx="2712531" cy="279180"/>
              </a:xfrm>
            </p:grpSpPr>
            <p:grpSp>
              <p:nvGrpSpPr>
                <p:cNvPr id="182" name="グループ化 181">
                  <a:extLst>
                    <a:ext uri="{FF2B5EF4-FFF2-40B4-BE49-F238E27FC236}">
                      <ns2:creationId id="{B875C795-E0AF-B568-8BC4-CF86196F0BA5}"/>
                    </a:ext>
                  </a:extLst>
                </p:cNvPr>
                <p:cNvGrpSpPr/>
                <p:nvPr/>
              </p:nvGrpSpPr>
              <p:grpSpPr>
                <a:xfrm>
                  <a:off x="9144507" y="2119253"/>
                  <a:ext cx="744987" cy="279180"/>
                  <a:chOff x="9144507" y="2151209"/>
                  <a:chExt cx="744987" cy="279180"/>
                </a:xfrm>
              </p:grpSpPr>
              <p:grpSp>
                <p:nvGrpSpPr>
                  <p:cNvPr id="52" name="Group 16">
                    <a:extLst>
                      <a:ext uri="{FF2B5EF4-FFF2-40B4-BE49-F238E27FC236}">
                        <ns2:creationId id="{B77253DF-CBC4-9C8B-9358-29ADEDF7D755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4"/>
                    </p:custDataLst>
                  </p:nvPr>
                </p:nvGrpSpPr>
                <p:grpSpPr>
                  <a:xfrm>
                    <a:off x="9635494" y="2163799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53" name="background">
                      <a:extLst>
                        <a:ext uri="{FF2B5EF4-FFF2-40B4-BE49-F238E27FC236}">
                          <ns2:creationId id="{106D1289-0709-B511-D6E2-03E0EF250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4" name="arc">
                      <a:extLst>
                        <a:ext uri="{FF2B5EF4-FFF2-40B4-BE49-F238E27FC236}">
                          <ns2:creationId id="{8B9D98E2-5196-4F72-54FA-5E64724AB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5" name="circle">
                      <a:extLst>
                        <a:ext uri="{FF2B5EF4-FFF2-40B4-BE49-F238E27FC236}">
                          <ns2:creationId id="{2387DDB3-45A1-CD77-E9B0-5BA536310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7" name="正方形/長方形 136">
                    <a:extLst>
                      <a:ext uri="{FF2B5EF4-FFF2-40B4-BE49-F238E27FC236}">
                        <ns2:creationId id="{C879AEA2-9CFF-E56B-51AD-960BBB759064}"/>
                      </a:ext>
                    </a:extLst>
                  </p:cNvPr>
                  <p:cNvSpPr/>
                  <p:nvPr/>
                </p:nvSpPr>
                <p:spPr>
                  <a:xfrm>
                    <a:off x="9144507" y="2151209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ns2:creationId id="{F675F689-B523-3F0C-963B-B85DA5D0C55E}"/>
                    </a:ext>
                  </a:extLst>
                </p:cNvPr>
                <p:cNvGrpSpPr/>
                <p:nvPr/>
              </p:nvGrpSpPr>
              <p:grpSpPr>
                <a:xfrm>
                  <a:off x="10128278" y="2119253"/>
                  <a:ext cx="744988" cy="279180"/>
                  <a:chOff x="10076413" y="2197531"/>
                  <a:chExt cx="744988" cy="279180"/>
                </a:xfrm>
              </p:grpSpPr>
              <p:grpSp>
                <p:nvGrpSpPr>
                  <p:cNvPr id="48" name="Group 12">
                    <a:extLst>
                      <a:ext uri="{FF2B5EF4-FFF2-40B4-BE49-F238E27FC236}">
                        <ns2:creationId id="{491017C4-EAFE-EF91-E339-DCEB8D0C50FE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3"/>
                    </p:custDataLst>
                  </p:nvPr>
                </p:nvGrpSpPr>
                <p:grpSpPr>
                  <a:xfrm>
                    <a:off x="10567401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9" name="background">
                      <a:extLst>
                        <a:ext uri="{FF2B5EF4-FFF2-40B4-BE49-F238E27FC236}">
                          <ns2:creationId id="{6677399E-DB8C-9AF7-5041-FDACDB7D0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0" name="arc">
                      <a:extLst>
                        <a:ext uri="{FF2B5EF4-FFF2-40B4-BE49-F238E27FC236}">
                          <ns2:creationId id="{A7BDA1C4-4F0A-188C-FB35-044651E30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54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1" name="circle">
                      <a:extLst>
                        <a:ext uri="{FF2B5EF4-FFF2-40B4-BE49-F238E27FC236}">
                          <ns2:creationId id="{626630AD-C4F1-4935-7E7A-21B1B09F3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8" name="正方形/長方形 137">
                    <a:extLst>
                      <a:ext uri="{FF2B5EF4-FFF2-40B4-BE49-F238E27FC236}">
                        <ns2:creationId id="{559C39F5-AEDB-EFA1-FD7C-F5E1536FDA94}"/>
                      </a:ext>
                    </a:extLst>
                  </p:cNvPr>
                  <p:cNvSpPr/>
                  <p:nvPr/>
                </p:nvSpPr>
                <p:spPr>
                  <a:xfrm>
                    <a:off x="10076413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1" name="グループ化 180">
                  <a:extLst>
                    <a:ext uri="{FF2B5EF4-FFF2-40B4-BE49-F238E27FC236}">
                      <ns2:creationId id="{268A5256-CBBC-EADE-30EE-D2550BE5B5D6}"/>
                    </a:ext>
                  </a:extLst>
                </p:cNvPr>
                <p:cNvGrpSpPr/>
                <p:nvPr/>
              </p:nvGrpSpPr>
              <p:grpSpPr>
                <a:xfrm>
                  <a:off x="11112050" y="2119253"/>
                  <a:ext cx="744988" cy="279180"/>
                  <a:chOff x="11150406" y="2197531"/>
                  <a:chExt cx="744988" cy="279180"/>
                </a:xfrm>
              </p:grpSpPr>
              <p:grpSp>
                <p:nvGrpSpPr>
                  <p:cNvPr id="44" name="Group 8">
                    <a:extLst>
                      <a:ext uri="{FF2B5EF4-FFF2-40B4-BE49-F238E27FC236}">
                        <ns2:creationId id="{A9CF85F6-4988-945F-B560-E5ADF60895F0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2"/>
                    </p:custDataLst>
                  </p:nvPr>
                </p:nvGrpSpPr>
                <p:grpSpPr>
                  <a:xfrm>
                    <a:off x="11641394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5" name="background">
                      <a:extLst>
                        <a:ext uri="{FF2B5EF4-FFF2-40B4-BE49-F238E27FC236}">
                          <ns2:creationId id="{0775E5A8-E1BA-8013-567E-1CE39F998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46" name="arc">
                      <a:extLst>
                        <a:ext uri="{FF2B5EF4-FFF2-40B4-BE49-F238E27FC236}">
                          <ns2:creationId id="{13FA7CEE-F736-54B5-83EC-CD82A1B44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108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47" name="circle">
                      <a:extLst>
                        <a:ext uri="{FF2B5EF4-FFF2-40B4-BE49-F238E27FC236}">
                          <ns2:creationId id="{4DCBA49C-57F9-5E8A-039A-3C8963E50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40" name="正方形/長方形 139">
                    <a:extLst>
                      <a:ext uri="{FF2B5EF4-FFF2-40B4-BE49-F238E27FC236}">
                        <ns2:creationId id="{336C8EFB-B556-4036-F123-1BE433D89F95}"/>
                      </a:ext>
                    </a:extLst>
                  </p:cNvPr>
                  <p:cNvSpPr/>
                  <p:nvPr/>
                </p:nvSpPr>
                <p:spPr>
                  <a:xfrm>
                    <a:off x="11150406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78" name="グループ化 177">
                <a:extLst>
                  <a:ext uri="{FF2B5EF4-FFF2-40B4-BE49-F238E27FC236}">
                    <ns2:creationId id="{C018AB2B-0EB6-8A0F-F322-9ADE289CF5B9}"/>
                  </a:ext>
                </a:extLst>
              </p:cNvPr>
              <p:cNvGrpSpPr/>
              <p:nvPr/>
            </p:nvGrpSpPr>
            <p:grpSpPr>
              <a:xfrm>
                <a:off x="9595824" y="5117777"/>
                <a:ext cx="1809896" cy="540000"/>
                <a:chOff x="9213626" y="5117777"/>
                <a:chExt cx="1809896" cy="540000"/>
              </a:xfrm>
            </p:grpSpPr>
            <p:pic>
              <p:nvPicPr>
                <p:cNvPr id="166" name="グラフィックス 165" descr="ピン止めした地図 単色塗りつぶし">
                  <a:extLst>
                    <a:ext uri="{FF2B5EF4-FFF2-40B4-BE49-F238E27FC236}">
                      <ns2:creationId id="{3CF46034-2D31-26F8-69FC-5EBB017718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117777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7" name="グラフィックス 166" descr="月毎カレンダー 単色塗りつぶし">
                  <a:extLst>
                    <a:ext uri="{FF2B5EF4-FFF2-40B4-BE49-F238E27FC236}">
                      <ns2:creationId id="{A0978514-1C11-1A2D-88FA-CDF3F0B26D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2" y="5117777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2" name="乗算記号 171">
                  <a:extLst>
                    <a:ext uri="{FF2B5EF4-FFF2-40B4-BE49-F238E27FC236}">
                      <ns2:creationId id="{EAABC46E-A147-7CF2-6791-AF7E8A3B895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938574" y="5207777"/>
                  <a:ext cx="360000" cy="360000"/>
                </a:xfrm>
                <a:prstGeom prst="mathMultiply">
                  <a:avLst>
                    <a:gd name="adj1" fmla="val 952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/>
                </a:p>
              </p:txBody>
            </p:sp>
          </p:grpSp>
          <p:grpSp>
            <p:nvGrpSpPr>
              <p:cNvPr id="179" name="グループ化 178">
                <a:extLst>
                  <a:ext uri="{FF2B5EF4-FFF2-40B4-BE49-F238E27FC236}">
                    <ns2:creationId id="{F25B532E-57F3-E8B5-D032-C4A10C0887C9}"/>
                  </a:ext>
                </a:extLst>
              </p:cNvPr>
              <p:cNvGrpSpPr/>
              <p:nvPr/>
            </p:nvGrpSpPr>
            <p:grpSpPr>
              <a:xfrm>
                <a:off x="9595826" y="5741725"/>
                <a:ext cx="1809895" cy="540000"/>
                <a:chOff x="9213626" y="5741725"/>
                <a:chExt cx="1809895" cy="540000"/>
              </a:xfrm>
            </p:grpSpPr>
            <p:pic>
              <p:nvPicPr>
                <p:cNvPr id="164" name="グラフィックス 163" descr="振替 1 単色塗りつぶし">
                  <a:extLst>
                    <a:ext uri="{FF2B5EF4-FFF2-40B4-BE49-F238E27FC236}">
                      <ns2:creationId id="{04511828-EE2C-2392-9DE1-2D7371BF90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741725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5" name="グラフィックス 164" descr="熱望 単色塗りつぶし">
                  <a:extLst>
                    <a:ext uri="{FF2B5EF4-FFF2-40B4-BE49-F238E27FC236}">
                      <ns2:creationId id="{FA593582-DA36-57FE-2EC5-B587533CAC7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1" y="5741725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4" name="AutoShape 2">
                  <a:extLst>
                    <a:ext uri="{FF2B5EF4-FFF2-40B4-BE49-F238E27FC236}">
                      <ns2:creationId id="{6FB3E64A-5D03-AEDB-B818-0C507B8B6E8A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10028574" y="5831728"/>
                  <a:ext cx="180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 dirty="0">
                    <a:solidFill>
                      <a:schemeClr val="lt1"/>
                    </a:solidFill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3905AB89-002C-8C0B-54B1-83D53FA9BFF9}"/>
                  </a:ext>
                </a:extLst>
              </p:cNvPr>
              <p:cNvGrpSpPr/>
              <p:nvPr/>
            </p:nvGrpSpPr>
            <p:grpSpPr>
              <a:xfrm>
                <a:off x="9144508" y="4493830"/>
                <a:ext cx="2706250" cy="540001"/>
                <a:chOff x="9144508" y="4493830"/>
                <a:chExt cx="2706250" cy="540001"/>
              </a:xfrm>
            </p:grpSpPr>
            <p:pic>
              <p:nvPicPr>
                <p:cNvPr id="168" name="グラフィックス 167" descr="ネットワーク 単色塗りつぶし">
                  <a:extLst>
                    <a:ext uri="{FF2B5EF4-FFF2-40B4-BE49-F238E27FC236}">
                      <ns2:creationId id="{D2298338-79B5-33D6-8D72-0A6106DE0C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0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9" name="グラフィックス 168" descr="ユーザー 単色塗りつぶし">
                  <a:extLst>
                    <a:ext uri="{FF2B5EF4-FFF2-40B4-BE49-F238E27FC236}">
                      <ns2:creationId id="{B460CA96-0C10-633B-E770-7B02E34CF42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43215" y="4493831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1" name="グラフィックス 170" descr="バッジ: チェックマーク 単色塗りつぶし">
                  <a:extLst>
                    <a:ext uri="{FF2B5EF4-FFF2-40B4-BE49-F238E27FC236}">
                      <ns2:creationId id="{C3F183E9-5FF2-C3F7-5F18-3BEA7ABCB4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18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3" name="グラフィックス 172" descr="ユーザー 単色塗りつぶし">
                  <a:extLst>
                    <a:ext uri="{FF2B5EF4-FFF2-40B4-BE49-F238E27FC236}">
                      <ns2:creationId id="{6443BD4C-2B13-2251-31A8-05481229C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44508" y="4493830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312" name="フリーフォーム: 図形 311">
                  <a:extLst>
                    <a:ext uri="{FF2B5EF4-FFF2-40B4-BE49-F238E27FC236}">
                      <ns2:creationId id="{437ECDF5-BBD6-7206-5F12-159A0FC08CE6}"/>
                    </a:ext>
                  </a:extLst>
                </p:cNvPr>
                <p:cNvSpPr/>
                <p:nvPr/>
              </p:nvSpPr>
              <p:spPr>
                <a:xfrm>
                  <a:off x="9650467" y="4493830"/>
                  <a:ext cx="2200291" cy="540000"/>
                </a:xfrm>
                <a:custGeom>
                  <a:avLst/>
                  <a:gdLst>
                    <a:gd name="connsiteX0" fmla="*/ 355293 w 2200291"/>
                    <a:gd name="connsiteY0" fmla="*/ 0 h 594000"/>
                    <a:gd name="connsiteX1" fmla="*/ 2101289 w 2200291"/>
                    <a:gd name="connsiteY1" fmla="*/ 0 h 594000"/>
                    <a:gd name="connsiteX2" fmla="*/ 2200291 w 2200291"/>
                    <a:gd name="connsiteY2" fmla="*/ 99002 h 594000"/>
                    <a:gd name="connsiteX3" fmla="*/ 2200291 w 2200291"/>
                    <a:gd name="connsiteY3" fmla="*/ 494998 h 594000"/>
                    <a:gd name="connsiteX4" fmla="*/ 2101289 w 2200291"/>
                    <a:gd name="connsiteY4" fmla="*/ 594000 h 594000"/>
                    <a:gd name="connsiteX5" fmla="*/ 355293 w 2200291"/>
                    <a:gd name="connsiteY5" fmla="*/ 594000 h 594000"/>
                    <a:gd name="connsiteX6" fmla="*/ 256291 w 2200291"/>
                    <a:gd name="connsiteY6" fmla="*/ 494998 h 594000"/>
                    <a:gd name="connsiteX7" fmla="*/ 256291 w 2200291"/>
                    <a:gd name="connsiteY7" fmla="*/ 196553 h 594000"/>
                    <a:gd name="connsiteX8" fmla="*/ 0 w 2200291"/>
                    <a:gd name="connsiteY8" fmla="*/ 202853 h 594000"/>
                    <a:gd name="connsiteX9" fmla="*/ 258831 w 2200291"/>
                    <a:gd name="connsiteY9" fmla="*/ 86419 h 594000"/>
                    <a:gd name="connsiteX10" fmla="*/ 264071 w 2200291"/>
                    <a:gd name="connsiteY10" fmla="*/ 60466 h 594000"/>
                    <a:gd name="connsiteX11" fmla="*/ 355293 w 2200291"/>
                    <a:gd name="connsiteY11" fmla="*/ 0 h 59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0291" h="594000">
                      <a:moveTo>
                        <a:pt x="355293" y="0"/>
                      </a:moveTo>
                      <a:lnTo>
                        <a:pt x="2101289" y="0"/>
                      </a:lnTo>
                      <a:cubicBezTo>
                        <a:pt x="2155966" y="0"/>
                        <a:pt x="2200291" y="44325"/>
                        <a:pt x="2200291" y="99002"/>
                      </a:cubicBezTo>
                      <a:lnTo>
                        <a:pt x="2200291" y="494998"/>
                      </a:lnTo>
                      <a:cubicBezTo>
                        <a:pt x="2200291" y="549675"/>
                        <a:pt x="2155966" y="594000"/>
                        <a:pt x="2101289" y="594000"/>
                      </a:cubicBezTo>
                      <a:lnTo>
                        <a:pt x="355293" y="594000"/>
                      </a:lnTo>
                      <a:cubicBezTo>
                        <a:pt x="300616" y="594000"/>
                        <a:pt x="256291" y="549675"/>
                        <a:pt x="256291" y="494998"/>
                      </a:cubicBezTo>
                      <a:lnTo>
                        <a:pt x="256291" y="196553"/>
                      </a:lnTo>
                      <a:lnTo>
                        <a:pt x="0" y="202853"/>
                      </a:lnTo>
                      <a:lnTo>
                        <a:pt x="258831" y="86419"/>
                      </a:lnTo>
                      <a:lnTo>
                        <a:pt x="264071" y="60466"/>
                      </a:lnTo>
                      <a:cubicBezTo>
                        <a:pt x="279101" y="24933"/>
                        <a:pt x="314285" y="0"/>
                        <a:pt x="355293" y="0"/>
                      </a:cubicBezTo>
                      <a:close/>
                    </a:path>
                  </a:pathLst>
                </a:cu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83" name="正方形/長方形 182">
                <a:extLst>
                  <a:ext uri="{FF2B5EF4-FFF2-40B4-BE49-F238E27FC236}">
                    <ns2:creationId id="{A49AFB89-B36A-1504-5810-0B0D43B43175}"/>
                  </a:ext>
                </a:extLst>
              </p:cNvPr>
              <p:cNvSpPr/>
              <p:nvPr/>
            </p:nvSpPr>
            <p:spPr>
              <a:xfrm>
                <a:off x="10176771" y="3866955"/>
                <a:ext cx="648000" cy="198000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46800" rIns="90000" bIns="468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779E294B-DE88-3FAC-7E20-3F6FB898B679}"/>
                  </a:ext>
                </a:extLst>
              </p:cNvPr>
              <p:cNvGrpSpPr/>
              <p:nvPr/>
            </p:nvGrpSpPr>
            <p:grpSpPr>
              <a:xfrm>
                <a:off x="9144508" y="3965955"/>
                <a:ext cx="2712530" cy="470930"/>
                <a:chOff x="9144508" y="3965955"/>
                <a:chExt cx="2712530" cy="470930"/>
              </a:xfrm>
            </p:grpSpPr>
            <p:sp>
              <p:nvSpPr>
                <p:cNvPr id="156" name="四角形: 角を丸くする 155">
                  <a:extLst>
                    <a:ext uri="{FF2B5EF4-FFF2-40B4-BE49-F238E27FC236}">
                      <ns2:creationId id="{610B2678-2205-F38A-2974-1A19FA9CA8CE}"/>
                    </a:ext>
                  </a:extLst>
                </p:cNvPr>
                <p:cNvSpPr/>
                <p:nvPr/>
              </p:nvSpPr>
              <p:spPr>
                <a:xfrm>
                  <a:off x="11209038" y="4238885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rgbClr val="008000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4" name="正方形/長方形 183">
                  <a:extLst>
                    <a:ext uri="{FF2B5EF4-FFF2-40B4-BE49-F238E27FC236}">
                      <ns2:creationId id="{F5D924C7-C207-4797-5774-B7D29038FE56}"/>
                    </a:ext>
                  </a:extLst>
                </p:cNvPr>
                <p:cNvSpPr/>
                <p:nvPr/>
              </p:nvSpPr>
              <p:spPr>
                <a:xfrm>
                  <a:off x="10176772" y="409543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5" name="正方形/長方形 184">
                  <a:extLst>
                    <a:ext uri="{FF2B5EF4-FFF2-40B4-BE49-F238E27FC236}">
                      <ns2:creationId id="{895CAC52-51F2-4EE4-0A33-CCBF3C0025D4}"/>
                    </a:ext>
                  </a:extLst>
                </p:cNvPr>
                <p:cNvSpPr/>
                <p:nvPr/>
              </p:nvSpPr>
              <p:spPr>
                <a:xfrm>
                  <a:off x="11209037" y="401040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80318122-C204-6102-C759-04DCE5EDA436}"/>
                    </a:ext>
                  </a:extLst>
                </p:cNvPr>
                <p:cNvSpPr/>
                <p:nvPr/>
              </p:nvSpPr>
              <p:spPr>
                <a:xfrm>
                  <a:off x="9144508" y="3981195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90" name="コネクタ: カギ線 189">
                  <a:extLst>
                    <a:ext uri="{FF2B5EF4-FFF2-40B4-BE49-F238E27FC236}">
                      <ns2:creationId id="{2138D37C-1D9D-C85A-AD26-65C1F3AF5FAD}"/>
                    </a:ext>
                  </a:extLst>
                </p:cNvPr>
                <p:cNvCxnSpPr>
                  <a:cxnSpLocks/>
                  <a:stCxn id="186" idx="3"/>
                  <a:endCxn id="184" idx="1"/>
                </p:cNvCxnSpPr>
                <p:nvPr/>
              </p:nvCxnSpPr>
              <p:spPr>
                <a:xfrm>
                  <a:off x="9792508" y="4080195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コネクタ: カギ線 192">
                  <a:extLst>
                    <a:ext uri="{FF2B5EF4-FFF2-40B4-BE49-F238E27FC236}">
                      <ns2:creationId id="{393610F3-8AC2-039B-F33A-C59DE586BD98}"/>
                    </a:ext>
                  </a:extLst>
                </p:cNvPr>
                <p:cNvCxnSpPr>
                  <a:cxnSpLocks/>
                  <a:stCxn id="184" idx="3"/>
                  <a:endCxn id="156" idx="1"/>
                </p:cNvCxnSpPr>
                <p:nvPr/>
              </p:nvCxnSpPr>
              <p:spPr>
                <a:xfrm>
                  <a:off x="10824772" y="4194435"/>
                  <a:ext cx="384266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コネクタ: カギ線 198">
                  <a:extLst>
                    <a:ext uri="{FF2B5EF4-FFF2-40B4-BE49-F238E27FC236}">
                      <ns2:creationId id="{78EA29DE-AC59-E0ED-2C88-DCBB884CD871}"/>
                    </a:ext>
                  </a:extLst>
                </p:cNvPr>
                <p:cNvCxnSpPr>
                  <a:cxnSpLocks/>
                  <a:stCxn id="186" idx="3"/>
                  <a:endCxn id="183" idx="1"/>
                </p:cNvCxnSpPr>
                <p:nvPr/>
              </p:nvCxnSpPr>
              <p:spPr>
                <a:xfrm flipV="1">
                  <a:off x="9792508" y="3965955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205">
                  <a:extLst>
                    <a:ext uri="{FF2B5EF4-FFF2-40B4-BE49-F238E27FC236}">
                      <ns2:creationId id="{1B66AAF5-FAF2-9A43-991D-86967C8587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965955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コネクタ: カギ線 206">
                  <a:extLst>
                    <a:ext uri="{FF2B5EF4-FFF2-40B4-BE49-F238E27FC236}">
                      <ns2:creationId id="{45171826-81A5-F546-473E-C7DAD4161E1A}"/>
                    </a:ext>
                  </a:extLst>
                </p:cNvPr>
                <p:cNvCxnSpPr>
                  <a:cxnSpLocks/>
                  <a:stCxn id="184" idx="3"/>
                  <a:endCxn id="185" idx="1"/>
                </p:cNvCxnSpPr>
                <p:nvPr/>
              </p:nvCxnSpPr>
              <p:spPr>
                <a:xfrm flipV="1">
                  <a:off x="10824772" y="4109405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8AEC6A05-5272-D76D-CD82-EB32591C6FE6}"/>
                  </a:ext>
                </a:extLst>
              </p:cNvPr>
              <p:cNvGrpSpPr/>
              <p:nvPr/>
            </p:nvGrpSpPr>
            <p:grpSpPr>
              <a:xfrm>
                <a:off x="9144508" y="3243007"/>
                <a:ext cx="2712529" cy="569930"/>
                <a:chOff x="9144508" y="3243007"/>
                <a:chExt cx="2712529" cy="569930"/>
              </a:xfrm>
            </p:grpSpPr>
            <p:sp>
              <p:nvSpPr>
                <p:cNvPr id="153" name="四角形: 角を丸くする 152">
                  <a:extLst>
                    <a:ext uri="{FF2B5EF4-FFF2-40B4-BE49-F238E27FC236}">
                      <ns2:creationId id="{F7356D1A-99F8-5010-FC33-4E2F475F9760}"/>
                    </a:ext>
                  </a:extLst>
                </p:cNvPr>
                <p:cNvSpPr/>
                <p:nvPr/>
              </p:nvSpPr>
              <p:spPr>
                <a:xfrm>
                  <a:off x="9144508" y="3357247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4" name="正方形/長方形 153">
                  <a:extLst>
                    <a:ext uri="{FF2B5EF4-FFF2-40B4-BE49-F238E27FC236}">
                      <ns2:creationId id="{946C04B7-4724-B1B2-0404-028CBBE0463A}"/>
                    </a:ext>
                  </a:extLst>
                </p:cNvPr>
                <p:cNvSpPr/>
                <p:nvPr/>
              </p:nvSpPr>
              <p:spPr>
                <a:xfrm>
                  <a:off x="10176771" y="324300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5" name="正方形/長方形 154">
                  <a:extLst>
                    <a:ext uri="{FF2B5EF4-FFF2-40B4-BE49-F238E27FC236}">
                      <ns2:creationId id="{2CD0D89C-D792-D938-4046-4D5BA235854B}"/>
                    </a:ext>
                  </a:extLst>
                </p:cNvPr>
                <p:cNvSpPr/>
                <p:nvPr/>
              </p:nvSpPr>
              <p:spPr>
                <a:xfrm>
                  <a:off x="10176772" y="347148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76" name="正方形/長方形 175">
                  <a:extLst>
                    <a:ext uri="{FF2B5EF4-FFF2-40B4-BE49-F238E27FC236}">
                      <ns2:creationId id="{D48CF63E-1855-AA81-3F30-C2E6632C1256}"/>
                    </a:ext>
                  </a:extLst>
                </p:cNvPr>
                <p:cNvSpPr/>
                <p:nvPr/>
              </p:nvSpPr>
              <p:spPr>
                <a:xfrm>
                  <a:off x="11209037" y="3614937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7" name="正方形/長方形 176">
                  <a:extLst>
                    <a:ext uri="{FF2B5EF4-FFF2-40B4-BE49-F238E27FC236}">
                      <ns2:creationId id="{AFE38BAD-A5AA-5CF6-1153-36D3EE2BE399}"/>
                    </a:ext>
                  </a:extLst>
                </p:cNvPr>
                <p:cNvSpPr/>
                <p:nvPr/>
              </p:nvSpPr>
              <p:spPr>
                <a:xfrm>
                  <a:off x="11209037" y="338645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cxnSp>
              <p:nvCxnSpPr>
                <p:cNvPr id="210" name="コネクタ: カギ線 209">
                  <a:extLst>
                    <a:ext uri="{FF2B5EF4-FFF2-40B4-BE49-F238E27FC236}">
                      <ns2:creationId id="{05D3DB90-152D-3BAC-C9BF-6CE65CBF40A3}"/>
                    </a:ext>
                  </a:extLst>
                </p:cNvPr>
                <p:cNvCxnSpPr>
                  <a:cxnSpLocks/>
                  <a:stCxn id="155" idx="3"/>
                  <a:endCxn id="176" idx="1"/>
                </p:cNvCxnSpPr>
                <p:nvPr/>
              </p:nvCxnSpPr>
              <p:spPr>
                <a:xfrm>
                  <a:off x="10824772" y="3570487"/>
                  <a:ext cx="384265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コネクタ: カギ線 210">
                  <a:extLst>
                    <a:ext uri="{FF2B5EF4-FFF2-40B4-BE49-F238E27FC236}">
                      <ns2:creationId id="{106D704D-F9EE-FD12-0CC5-AE83F5B51BA3}"/>
                    </a:ext>
                  </a:extLst>
                </p:cNvPr>
                <p:cNvCxnSpPr>
                  <a:cxnSpLocks/>
                  <a:stCxn id="155" idx="3"/>
                  <a:endCxn id="177" idx="1"/>
                </p:cNvCxnSpPr>
                <p:nvPr/>
              </p:nvCxnSpPr>
              <p:spPr>
                <a:xfrm flipV="1">
                  <a:off x="10824772" y="3485457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直線コネクタ 217">
                  <a:extLst>
                    <a:ext uri="{FF2B5EF4-FFF2-40B4-BE49-F238E27FC236}">
                      <ns2:creationId id="{B831E16E-3C1A-1126-1DB0-18B51E5529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342007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コネクタ: カギ線 219">
                  <a:extLst>
                    <a:ext uri="{FF2B5EF4-FFF2-40B4-BE49-F238E27FC236}">
                      <ns2:creationId id="{6BFB77DB-31F2-6B64-52EB-9A56BBAD2338}"/>
                    </a:ext>
                  </a:extLst>
                </p:cNvPr>
                <p:cNvCxnSpPr>
                  <a:cxnSpLocks/>
                  <a:stCxn id="153" idx="3"/>
                  <a:endCxn id="155" idx="1"/>
                </p:cNvCxnSpPr>
                <p:nvPr/>
              </p:nvCxnSpPr>
              <p:spPr>
                <a:xfrm>
                  <a:off x="9792508" y="3456247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コネクタ: カギ線 220">
                  <a:extLst>
                    <a:ext uri="{FF2B5EF4-FFF2-40B4-BE49-F238E27FC236}">
                      <ns2:creationId id="{F95E2C24-D734-3783-5E36-5FC1B2CA85F3}"/>
                    </a:ext>
                  </a:extLst>
                </p:cNvPr>
                <p:cNvCxnSpPr>
                  <a:cxnSpLocks/>
                  <a:stCxn id="153" idx="3"/>
                  <a:endCxn id="154" idx="1"/>
                </p:cNvCxnSpPr>
                <p:nvPr/>
              </p:nvCxnSpPr>
              <p:spPr>
                <a:xfrm flipV="1">
                  <a:off x="9792508" y="3342007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グループ化 4">
                <a:extLst>
                  <a:ext uri="{FF2B5EF4-FFF2-40B4-BE49-F238E27FC236}">
                    <ns2:creationId id="{5AC97BB5-19D6-9043-2844-4020E39705FB}"/>
                  </a:ext>
                </a:extLst>
              </p:cNvPr>
              <p:cNvGrpSpPr/>
              <p:nvPr/>
            </p:nvGrpSpPr>
            <p:grpSpPr>
              <a:xfrm>
                <a:off x="9144508" y="2639440"/>
                <a:ext cx="2712530" cy="468550"/>
                <a:chOff x="9144508" y="2639440"/>
                <a:chExt cx="2712530" cy="468550"/>
              </a:xfrm>
            </p:grpSpPr>
            <p:pic>
              <p:nvPicPr>
                <p:cNvPr id="142" name="グラフィックス 141" descr="釣り合っていない天秤 単色塗りつぶし">
                  <a:extLst>
                    <a:ext uri="{FF2B5EF4-FFF2-40B4-BE49-F238E27FC236}">
                      <ns2:creationId id="{8DE625BF-05F5-33B9-AC28-D4724EA353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284771" y="2675990"/>
                  <a:ext cx="432000" cy="432000"/>
                </a:xfrm>
                <a:prstGeom prst="rect">
                  <a:avLst/>
                </a:prstGeom>
              </p:spPr>
            </p:pic>
            <p:sp>
              <p:nvSpPr>
                <p:cNvPr id="151" name="楕円 150">
                  <a:extLst>
                    <a:ext uri="{FF2B5EF4-FFF2-40B4-BE49-F238E27FC236}">
                      <ns2:creationId id="{76C283C0-E154-AE2A-29B7-C277DD4CF434}"/>
                    </a:ext>
                  </a:extLst>
                </p:cNvPr>
                <p:cNvSpPr/>
                <p:nvPr/>
              </p:nvSpPr>
              <p:spPr>
                <a:xfrm>
                  <a:off x="914450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2" name="楕円 151">
                  <a:extLst>
                    <a:ext uri="{FF2B5EF4-FFF2-40B4-BE49-F238E27FC236}">
                      <ns2:creationId id="{F753B3C9-8356-B4A1-836C-2DBCCF6A7540}"/>
                    </a:ext>
                  </a:extLst>
                </p:cNvPr>
                <p:cNvSpPr/>
                <p:nvPr/>
              </p:nvSpPr>
              <p:spPr>
                <a:xfrm>
                  <a:off x="1099303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232" name="グループ化 231">
                  <a:extLst>
                    <a:ext uri="{FF2B5EF4-FFF2-40B4-BE49-F238E27FC236}">
                      <ns2:creationId id="{BC33BFFA-B60F-DD37-4D47-7299DDF854F4}"/>
                    </a:ext>
                  </a:extLst>
                </p:cNvPr>
                <p:cNvGrpSpPr/>
                <p:nvPr/>
              </p:nvGrpSpPr>
              <p:grpSpPr>
                <a:xfrm>
                  <a:off x="10072752" y="2885516"/>
                  <a:ext cx="212019" cy="125676"/>
                  <a:chOff x="9986630" y="2885516"/>
                  <a:chExt cx="212019" cy="125676"/>
                </a:xfrm>
              </p:grpSpPr>
              <p:sp>
                <p:nvSpPr>
                  <p:cNvPr id="227" name="楕円 226">
                    <a:extLst>
                      <a:ext uri="{FF2B5EF4-FFF2-40B4-BE49-F238E27FC236}">
                        <ns2:creationId id="{1C5BB584-FA45-E571-9A06-6E10544300F1}"/>
                      </a:ext>
                    </a:extLst>
                  </p:cNvPr>
                  <p:cNvSpPr/>
                  <p:nvPr/>
                </p:nvSpPr>
                <p:spPr>
                  <a:xfrm>
                    <a:off x="9986630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8" name="楕円 227">
                    <a:extLst>
                      <a:ext uri="{FF2B5EF4-FFF2-40B4-BE49-F238E27FC236}">
                        <ns2:creationId id="{297B5D03-2CED-24CF-6845-1FAAF6FA1FC6}"/>
                      </a:ext>
                    </a:extLst>
                  </p:cNvPr>
                  <p:cNvSpPr/>
                  <p:nvPr/>
                </p:nvSpPr>
                <p:spPr>
                  <a:xfrm>
                    <a:off x="10144649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31" name="グループ化 230">
                  <a:extLst>
                    <a:ext uri="{FF2B5EF4-FFF2-40B4-BE49-F238E27FC236}">
                      <ns2:creationId id="{9BF0FD61-5122-F37F-3B8E-B9265D8F7AAB}"/>
                    </a:ext>
                  </a:extLst>
                </p:cNvPr>
                <p:cNvGrpSpPr/>
                <p:nvPr/>
              </p:nvGrpSpPr>
              <p:grpSpPr>
                <a:xfrm flipH="1">
                  <a:off x="10716770" y="2885516"/>
                  <a:ext cx="212019" cy="125676"/>
                  <a:chOff x="10720844" y="2885516"/>
                  <a:chExt cx="212019" cy="125676"/>
                </a:xfrm>
              </p:grpSpPr>
              <p:sp>
                <p:nvSpPr>
                  <p:cNvPr id="229" name="楕円 228">
                    <a:extLst>
                      <a:ext uri="{FF2B5EF4-FFF2-40B4-BE49-F238E27FC236}">
                        <ns2:creationId id="{F57FE7DE-1A8D-9DF6-6D05-E4A523D39CDF}"/>
                      </a:ext>
                    </a:extLst>
                  </p:cNvPr>
                  <p:cNvSpPr/>
                  <p:nvPr/>
                </p:nvSpPr>
                <p:spPr>
                  <a:xfrm>
                    <a:off x="10720844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30" name="楕円 229">
                    <a:extLst>
                      <a:ext uri="{FF2B5EF4-FFF2-40B4-BE49-F238E27FC236}">
                        <ns2:creationId id="{70843979-F654-0B34-14D2-3944BB1F86FB}"/>
                      </a:ext>
                    </a:extLst>
                  </p:cNvPr>
                  <p:cNvSpPr/>
                  <p:nvPr/>
                </p:nvSpPr>
                <p:spPr>
                  <a:xfrm>
                    <a:off x="10878863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274" name="グラフィックス 273" descr="チェックリスト 枠線">
                <a:extLst>
                  <a:ext uri="{FF2B5EF4-FFF2-40B4-BE49-F238E27FC236}">
                    <ns2:creationId id="{7A94BEE1-6E58-9411-ED7A-8266E94186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3720800" y="1628775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5" name="グラフィックス 274" descr="羽ペン 枠線">
                <a:extLst>
                  <a:ext uri="{FF2B5EF4-FFF2-40B4-BE49-F238E27FC236}">
                    <ns2:creationId id="{441AD0C8-2C4E-D72A-3A58-279F5E35C0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633047" y="1628776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6" name="グラフィックス 275" descr="考え 枠線">
                <a:extLst>
                  <a:ext uri="{FF2B5EF4-FFF2-40B4-BE49-F238E27FC236}">
                    <ns2:creationId id="{32746082-E6A9-8022-BE5D-6400490B3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9144507" y="1628776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314" name="グループ化 313">
                <a:extLst>
                  <a:ext uri="{FF2B5EF4-FFF2-40B4-BE49-F238E27FC236}">
                    <ns2:creationId id="{D3D6FD1E-1A75-C65A-7404-5BC17F2D4934}"/>
                  </a:ext>
                </a:extLst>
              </p:cNvPr>
              <p:cNvGrpSpPr/>
              <p:nvPr/>
            </p:nvGrpSpPr>
            <p:grpSpPr>
              <a:xfrm>
                <a:off x="3720802" y="2580016"/>
                <a:ext cx="8136236" cy="0"/>
                <a:chOff x="3720802" y="2594367"/>
                <a:chExt cx="8136236" cy="0"/>
              </a:xfrm>
            </p:grpSpPr>
            <p:cxnSp>
              <p:nvCxnSpPr>
                <p:cNvPr id="282" name="直線コネクタ 281">
                  <a:extLst>
                    <a:ext uri="{FF2B5EF4-FFF2-40B4-BE49-F238E27FC236}">
                      <ns2:creationId id="{763C1DE4-FD97-178F-1E32-6241B361E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2" y="2594367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3" name="直線コネクタ 282">
                  <a:extLst>
                    <a:ext uri="{FF2B5EF4-FFF2-40B4-BE49-F238E27FC236}">
                      <ns2:creationId id="{F526622F-5F79-ECA5-9213-CACB3781D7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8" y="2594367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" name="直線コネクタ 283">
                  <a:extLst>
                    <a:ext uri="{FF2B5EF4-FFF2-40B4-BE49-F238E27FC236}">
                      <ns2:creationId id="{D603EBD4-E76F-4CD9-B2E5-2CFA43D822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7" y="2594367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D3FC63E1-FDC5-7F53-AAB4-690EC836B8AE}"/>
                  </a:ext>
                </a:extLst>
              </p:cNvPr>
              <p:cNvGrpSpPr/>
              <p:nvPr/>
            </p:nvGrpSpPr>
            <p:grpSpPr>
              <a:xfrm>
                <a:off x="3720801" y="3203964"/>
                <a:ext cx="8136236" cy="0"/>
                <a:chOff x="3720801" y="7406510"/>
                <a:chExt cx="8136236" cy="0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6946879F-4E91-68DE-8125-3BBB2E92E4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655EA78C-0E80-63D1-A6DD-04F27B2DA8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C5763D09-272B-CA0B-910A-CC33FAB1B3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9" name="グループ化 288">
                <a:extLst>
                  <a:ext uri="{FF2B5EF4-FFF2-40B4-BE49-F238E27FC236}">
                    <ns2:creationId id="{8F97FD9D-BE0C-E9EA-03CF-3062E25B0FC4}"/>
                  </a:ext>
                </a:extLst>
              </p:cNvPr>
              <p:cNvGrpSpPr/>
              <p:nvPr/>
            </p:nvGrpSpPr>
            <p:grpSpPr>
              <a:xfrm>
                <a:off x="3720801" y="3827910"/>
                <a:ext cx="8136236" cy="0"/>
                <a:chOff x="3720801" y="7406510"/>
                <a:chExt cx="8136236" cy="0"/>
              </a:xfrm>
            </p:grpSpPr>
            <p:cxnSp>
              <p:nvCxnSpPr>
                <p:cNvPr id="290" name="直線コネクタ 289">
                  <a:extLst>
                    <a:ext uri="{FF2B5EF4-FFF2-40B4-BE49-F238E27FC236}">
                      <ns2:creationId id="{720C7FCB-7007-B489-73A9-944502072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A7CA8ECE-6808-59FF-A815-560FDB0964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直線コネクタ 291">
                  <a:extLst>
                    <a:ext uri="{FF2B5EF4-FFF2-40B4-BE49-F238E27FC236}">
                      <ns2:creationId id="{97E9517C-473D-CAA0-04B4-7301E3FFCF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3" name="グループ化 292">
                <a:extLst>
                  <a:ext uri="{FF2B5EF4-FFF2-40B4-BE49-F238E27FC236}">
                    <ns2:creationId id="{0A632087-0AED-47CD-6203-FED7D8EE5A9E}"/>
                  </a:ext>
                </a:extLst>
              </p:cNvPr>
              <p:cNvGrpSpPr/>
              <p:nvPr/>
            </p:nvGrpSpPr>
            <p:grpSpPr>
              <a:xfrm>
                <a:off x="3720801" y="4451857"/>
                <a:ext cx="8136236" cy="0"/>
                <a:chOff x="3720801" y="7406510"/>
                <a:chExt cx="8136236" cy="0"/>
              </a:xfrm>
            </p:grpSpPr>
            <p:cxnSp>
              <p:nvCxnSpPr>
                <p:cNvPr id="294" name="直線コネクタ 293">
                  <a:extLst>
                    <a:ext uri="{FF2B5EF4-FFF2-40B4-BE49-F238E27FC236}">
                      <ns2:creationId id="{BECDA705-2579-DFB1-C8F4-F80A7B765D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55480F74-F35B-FCA3-2F37-B333C557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D1E9105C-C7A3-5ABB-695A-853EA37BB1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7" name="グループ化 296">
                <a:extLst>
                  <a:ext uri="{FF2B5EF4-FFF2-40B4-BE49-F238E27FC236}">
                    <ns2:creationId id="{1CA081DE-7446-3FA0-A069-2D04BD871FDB}"/>
                  </a:ext>
                </a:extLst>
              </p:cNvPr>
              <p:cNvGrpSpPr/>
              <p:nvPr/>
            </p:nvGrpSpPr>
            <p:grpSpPr>
              <a:xfrm>
                <a:off x="3720801" y="5075804"/>
                <a:ext cx="8136236" cy="0"/>
                <a:chOff x="3720801" y="7406510"/>
                <a:chExt cx="8136236" cy="0"/>
              </a:xfrm>
            </p:grpSpPr>
            <p:cxnSp>
              <p:nvCxnSpPr>
                <p:cNvPr id="298" name="直線コネクタ 297">
                  <a:extLst>
                    <a:ext uri="{FF2B5EF4-FFF2-40B4-BE49-F238E27FC236}">
                      <ns2:creationId id="{D2AF418D-BACA-0BA9-BCFA-25E33ABB64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9" name="直線コネクタ 298">
                  <a:extLst>
                    <a:ext uri="{FF2B5EF4-FFF2-40B4-BE49-F238E27FC236}">
                      <ns2:creationId id="{82D894F5-6CCD-48FB-FC18-4F9C845975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0" name="直線コネクタ 299">
                  <a:extLst>
                    <a:ext uri="{FF2B5EF4-FFF2-40B4-BE49-F238E27FC236}">
                      <ns2:creationId id="{7A9FD793-5123-F339-C68D-A5FB63ABCB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1" name="グループ化 300">
                <a:extLst>
                  <a:ext uri="{FF2B5EF4-FFF2-40B4-BE49-F238E27FC236}">
                    <ns2:creationId id="{10C0A86A-5651-8E67-265B-BD693A13A779}"/>
                  </a:ext>
                </a:extLst>
              </p:cNvPr>
              <p:cNvGrpSpPr/>
              <p:nvPr/>
            </p:nvGrpSpPr>
            <p:grpSpPr>
              <a:xfrm>
                <a:off x="3720801" y="5699750"/>
                <a:ext cx="8136236" cy="0"/>
                <a:chOff x="3720801" y="7406510"/>
                <a:chExt cx="8136236" cy="0"/>
              </a:xfrm>
            </p:grpSpPr>
            <p:cxnSp>
              <p:nvCxnSpPr>
                <p:cNvPr id="302" name="直線コネクタ 301">
                  <a:extLst>
                    <a:ext uri="{FF2B5EF4-FFF2-40B4-BE49-F238E27FC236}">
                      <ns2:creationId id="{2538F154-F54B-CFF1-3430-CCBBCC837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8E47C1A3-9EF5-D3F0-2BC3-8E3F19BBB9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968995D6-7732-4F36-849B-A116D41CD7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515C2-2E4F-D22A-E270-39BAB41438FE}"/>
                </a:ext>
              </a:extLst>
            </p:cNvPr>
            <p:cNvGrpSpPr/>
            <p:nvPr/>
          </p:nvGrpSpPr>
          <p:grpSpPr>
            <a:xfrm>
              <a:off x="450944" y="1971043"/>
              <a:ext cx="2387067" cy="4337682"/>
              <a:chOff x="450944" y="1971043"/>
              <a:chExt cx="2387067" cy="4337682"/>
            </a:xfrm>
          </p:grpSpPr>
          <p:sp>
            <p:nvSpPr>
              <p:cNvPr id="258" name="フリーフォーム: 図形 257">
                <a:extLst>
                  <a:ext uri="{FF2B5EF4-FFF2-40B4-BE49-F238E27FC236}">
                    <ns2:creationId id="{91553665-4CD1-A6B9-E4D8-84951157AB8D}"/>
                  </a:ext>
                </a:extLst>
              </p:cNvPr>
              <p:cNvSpPr/>
              <p:nvPr/>
            </p:nvSpPr>
            <p:spPr>
              <a:xfrm>
                <a:off x="1383049" y="1971043"/>
                <a:ext cx="295790" cy="594000"/>
              </a:xfrm>
              <a:custGeom>
                <a:avLst/>
                <a:gdLst>
                  <a:gd name="connsiteX0" fmla="*/ 147895 w 295790"/>
                  <a:gd name="connsiteY0" fmla="*/ 0 h 594000"/>
                  <a:gd name="connsiteX1" fmla="*/ 295790 w 295790"/>
                  <a:gd name="connsiteY1" fmla="*/ 594000 h 594000"/>
                  <a:gd name="connsiteX2" fmla="*/ 0 w 295790"/>
                  <a:gd name="connsiteY2" fmla="*/ 594000 h 594000"/>
                  <a:gd name="connsiteX3" fmla="*/ 147895 w 295790"/>
                  <a:gd name="connsiteY3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790" h="594000">
                    <a:moveTo>
                      <a:pt x="147895" y="0"/>
                    </a:moveTo>
                    <a:lnTo>
                      <a:pt x="29579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フリーフォーム: 図形 254">
                <a:extLst>
                  <a:ext uri="{FF2B5EF4-FFF2-40B4-BE49-F238E27FC236}">
                    <ns2:creationId id="{991EAE97-50C7-E472-CD27-8275DF3BC9AF}"/>
                  </a:ext>
                </a:extLst>
              </p:cNvPr>
              <p:cNvSpPr/>
              <p:nvPr/>
            </p:nvSpPr>
            <p:spPr>
              <a:xfrm>
                <a:off x="1227700" y="2594990"/>
                <a:ext cx="606491" cy="594000"/>
              </a:xfrm>
              <a:custGeom>
                <a:avLst/>
                <a:gdLst>
                  <a:gd name="connsiteX0" fmla="*/ 147894 w 606491"/>
                  <a:gd name="connsiteY0" fmla="*/ 0 h 594000"/>
                  <a:gd name="connsiteX1" fmla="*/ 458596 w 606491"/>
                  <a:gd name="connsiteY1" fmla="*/ 0 h 594000"/>
                  <a:gd name="connsiteX2" fmla="*/ 606491 w 606491"/>
                  <a:gd name="connsiteY2" fmla="*/ 594000 h 594000"/>
                  <a:gd name="connsiteX3" fmla="*/ 0 w 606491"/>
                  <a:gd name="connsiteY3" fmla="*/ 594000 h 594000"/>
                  <a:gd name="connsiteX4" fmla="*/ 147894 w 606491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491" h="594000">
                    <a:moveTo>
                      <a:pt x="147894" y="0"/>
                    </a:moveTo>
                    <a:lnTo>
                      <a:pt x="458596" y="0"/>
                    </a:lnTo>
                    <a:lnTo>
                      <a:pt x="606491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フリーフォーム: 図形 251">
                <a:extLst>
                  <a:ext uri="{FF2B5EF4-FFF2-40B4-BE49-F238E27FC236}">
                    <ns2:creationId id="{D4E541C3-D154-07C1-74CC-2370B8CB9D6C}"/>
                  </a:ext>
                </a:extLst>
              </p:cNvPr>
              <p:cNvSpPr/>
              <p:nvPr/>
            </p:nvSpPr>
            <p:spPr>
              <a:xfrm>
                <a:off x="1072349" y="3218937"/>
                <a:ext cx="917193" cy="594000"/>
              </a:xfrm>
              <a:custGeom>
                <a:avLst/>
                <a:gdLst>
                  <a:gd name="connsiteX0" fmla="*/ 147894 w 917193"/>
                  <a:gd name="connsiteY0" fmla="*/ 0 h 594000"/>
                  <a:gd name="connsiteX1" fmla="*/ 769298 w 917193"/>
                  <a:gd name="connsiteY1" fmla="*/ 0 h 594000"/>
                  <a:gd name="connsiteX2" fmla="*/ 917193 w 917193"/>
                  <a:gd name="connsiteY2" fmla="*/ 594000 h 594000"/>
                  <a:gd name="connsiteX3" fmla="*/ 0 w 917193"/>
                  <a:gd name="connsiteY3" fmla="*/ 594000 h 594000"/>
                  <a:gd name="connsiteX4" fmla="*/ 147894 w 917193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193" h="594000">
                    <a:moveTo>
                      <a:pt x="147894" y="0"/>
                    </a:moveTo>
                    <a:lnTo>
                      <a:pt x="769298" y="0"/>
                    </a:lnTo>
                    <a:lnTo>
                      <a:pt x="917193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フリーフォーム: 図形 248">
                <a:extLst>
                  <a:ext uri="{FF2B5EF4-FFF2-40B4-BE49-F238E27FC236}">
                    <ns2:creationId id="{52EDCB13-B379-CFF6-09C0-62FE21010C95}"/>
                  </a:ext>
                </a:extLst>
              </p:cNvPr>
              <p:cNvSpPr/>
              <p:nvPr/>
            </p:nvSpPr>
            <p:spPr>
              <a:xfrm>
                <a:off x="917004" y="3842884"/>
                <a:ext cx="1227880" cy="593972"/>
              </a:xfrm>
              <a:custGeom>
                <a:avLst/>
                <a:gdLst>
                  <a:gd name="connsiteX0" fmla="*/ 147887 w 1227880"/>
                  <a:gd name="connsiteY0" fmla="*/ 0 h 593972"/>
                  <a:gd name="connsiteX1" fmla="*/ 1079993 w 1227880"/>
                  <a:gd name="connsiteY1" fmla="*/ 0 h 593972"/>
                  <a:gd name="connsiteX2" fmla="*/ 1227880 w 1227880"/>
                  <a:gd name="connsiteY2" fmla="*/ 593972 h 593972"/>
                  <a:gd name="connsiteX3" fmla="*/ 0 w 1227880"/>
                  <a:gd name="connsiteY3" fmla="*/ 593972 h 593972"/>
                  <a:gd name="connsiteX4" fmla="*/ 147887 w 1227880"/>
                  <a:gd name="connsiteY4" fmla="*/ 0 h 59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7880" h="593972">
                    <a:moveTo>
                      <a:pt x="147887" y="0"/>
                    </a:moveTo>
                    <a:lnTo>
                      <a:pt x="1079993" y="0"/>
                    </a:lnTo>
                    <a:lnTo>
                      <a:pt x="1227880" y="593972"/>
                    </a:lnTo>
                    <a:lnTo>
                      <a:pt x="0" y="593972"/>
                    </a:lnTo>
                    <a:lnTo>
                      <a:pt x="147887" y="0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フリーフォーム: 図形 245">
                <a:extLst>
                  <a:ext uri="{FF2B5EF4-FFF2-40B4-BE49-F238E27FC236}">
                    <ns2:creationId id="{29C2169C-EF92-18AE-2E1C-1995E5ACA359}"/>
                  </a:ext>
                </a:extLst>
              </p:cNvPr>
              <p:cNvSpPr/>
              <p:nvPr/>
            </p:nvSpPr>
            <p:spPr>
              <a:xfrm>
                <a:off x="763056" y="4466803"/>
                <a:ext cx="1535779" cy="588370"/>
              </a:xfrm>
              <a:custGeom>
                <a:avLst/>
                <a:gdLst>
                  <a:gd name="connsiteX0" fmla="*/ 146492 w 1535779"/>
                  <a:gd name="connsiteY0" fmla="*/ 0 h 588370"/>
                  <a:gd name="connsiteX1" fmla="*/ 1389286 w 1535779"/>
                  <a:gd name="connsiteY1" fmla="*/ 0 h 588370"/>
                  <a:gd name="connsiteX2" fmla="*/ 1535779 w 1535779"/>
                  <a:gd name="connsiteY2" fmla="*/ 588370 h 588370"/>
                  <a:gd name="connsiteX3" fmla="*/ 0 w 1535779"/>
                  <a:gd name="connsiteY3" fmla="*/ 588370 h 588370"/>
                  <a:gd name="connsiteX4" fmla="*/ 146492 w 1535779"/>
                  <a:gd name="connsiteY4" fmla="*/ 0 h 588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779" h="588370">
                    <a:moveTo>
                      <a:pt x="146492" y="0"/>
                    </a:moveTo>
                    <a:lnTo>
                      <a:pt x="1389286" y="0"/>
                    </a:lnTo>
                    <a:lnTo>
                      <a:pt x="1535779" y="588370"/>
                    </a:lnTo>
                    <a:lnTo>
                      <a:pt x="0" y="588370"/>
                    </a:lnTo>
                    <a:lnTo>
                      <a:pt x="146492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フリーフォーム: 図形 242">
                <a:extLst>
                  <a:ext uri="{FF2B5EF4-FFF2-40B4-BE49-F238E27FC236}">
                    <ns2:creationId id="{1A52B9BC-D211-A0A6-897B-C0FBDFE96228}"/>
                  </a:ext>
                </a:extLst>
              </p:cNvPr>
              <p:cNvSpPr/>
              <p:nvPr/>
            </p:nvSpPr>
            <p:spPr>
              <a:xfrm>
                <a:off x="606295" y="5085120"/>
                <a:ext cx="1849298" cy="599658"/>
              </a:xfrm>
              <a:custGeom>
                <a:avLst/>
                <a:gdLst>
                  <a:gd name="connsiteX0" fmla="*/ 149303 w 1849298"/>
                  <a:gd name="connsiteY0" fmla="*/ 0 h 599658"/>
                  <a:gd name="connsiteX1" fmla="*/ 1699995 w 1849298"/>
                  <a:gd name="connsiteY1" fmla="*/ 0 h 599658"/>
                  <a:gd name="connsiteX2" fmla="*/ 1849298 w 1849298"/>
                  <a:gd name="connsiteY2" fmla="*/ 599658 h 599658"/>
                  <a:gd name="connsiteX3" fmla="*/ 0 w 1849298"/>
                  <a:gd name="connsiteY3" fmla="*/ 599658 h 599658"/>
                  <a:gd name="connsiteX4" fmla="*/ 149303 w 1849298"/>
                  <a:gd name="connsiteY4" fmla="*/ 0 h 59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9298" h="599658">
                    <a:moveTo>
                      <a:pt x="149303" y="0"/>
                    </a:moveTo>
                    <a:lnTo>
                      <a:pt x="1699995" y="0"/>
                    </a:lnTo>
                    <a:lnTo>
                      <a:pt x="1849298" y="599658"/>
                    </a:lnTo>
                    <a:lnTo>
                      <a:pt x="0" y="599658"/>
                    </a:lnTo>
                    <a:lnTo>
                      <a:pt x="149303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フリーフォーム: 図形 239">
                <a:extLst>
                  <a:ext uri="{FF2B5EF4-FFF2-40B4-BE49-F238E27FC236}">
                    <ns2:creationId id="{0D7C7995-BC94-14EE-00F8-A4095D2C647D}"/>
                  </a:ext>
                </a:extLst>
              </p:cNvPr>
              <p:cNvSpPr/>
              <p:nvPr/>
            </p:nvSpPr>
            <p:spPr>
              <a:xfrm>
                <a:off x="450944" y="5714725"/>
                <a:ext cx="2160000" cy="594000"/>
              </a:xfrm>
              <a:custGeom>
                <a:avLst/>
                <a:gdLst>
                  <a:gd name="connsiteX0" fmla="*/ 147895 w 2160000"/>
                  <a:gd name="connsiteY0" fmla="*/ 0 h 594000"/>
                  <a:gd name="connsiteX1" fmla="*/ 2012105 w 2160000"/>
                  <a:gd name="connsiteY1" fmla="*/ 0 h 594000"/>
                  <a:gd name="connsiteX2" fmla="*/ 2160000 w 2160000"/>
                  <a:gd name="connsiteY2" fmla="*/ 594000 h 594000"/>
                  <a:gd name="connsiteX3" fmla="*/ 0 w 2160000"/>
                  <a:gd name="connsiteY3" fmla="*/ 594000 h 594000"/>
                  <a:gd name="connsiteX4" fmla="*/ 147895 w 2160000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0000" h="594000">
                    <a:moveTo>
                      <a:pt x="147895" y="0"/>
                    </a:moveTo>
                    <a:lnTo>
                      <a:pt x="2012105" y="0"/>
                    </a:lnTo>
                    <a:lnTo>
                      <a:pt x="216000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6" name="グラフィックス 265" descr="ブロックチェーン 単色塗りつぶし">
                <a:extLst>
                  <a:ext uri="{FF2B5EF4-FFF2-40B4-BE49-F238E27FC236}">
                    <ns2:creationId id="{508A1F8F-776C-FD45-D098-052D20637F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1404945" y="4557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8" name="グラフィックス 267" descr="コンパス 単色塗りつぶし">
                <a:extLst>
                  <a:ext uri="{FF2B5EF4-FFF2-40B4-BE49-F238E27FC236}">
                    <ns2:creationId id="{27C3A1A7-5EDB-31AA-3532-30DC6F512C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1404944" y="393367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9" name="グラフィックス 268" descr="日毎カレンダー 単色塗りつぶし">
                <a:extLst>
                  <a:ext uri="{FF2B5EF4-FFF2-40B4-BE49-F238E27FC236}">
                    <ns2:creationId id="{A9206569-931B-31C2-CE45-04E74A0E0D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1404944" y="517591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0" name="グラフィックス 269" descr="硬貨 単色塗りつぶし">
                <a:extLst>
                  <a:ext uri="{FF2B5EF4-FFF2-40B4-BE49-F238E27FC236}">
                    <ns2:creationId id="{9B771A9E-BC58-8B15-7A7D-9E67231359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1404944" y="580551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1" name="グラフィックス 270" descr="優先順位 単色塗りつぶし">
                <a:extLst>
                  <a:ext uri="{FF2B5EF4-FFF2-40B4-BE49-F238E27FC236}">
                    <ns2:creationId id="{BF38EAAF-BCE2-F468-A465-4FFA19D593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404945" y="330972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2" name="グラフィックス 271" descr="コメント: 重要 単色塗りつぶし">
                <a:extLst>
                  <a:ext uri="{FF2B5EF4-FFF2-40B4-BE49-F238E27FC236}">
                    <ns2:creationId id="{C668A06A-EB84-D9BC-BEFD-AAA9BF759D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1404945" y="268578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3" name="グラフィックス 272" descr="メンタル ヘルス 単色塗りつぶし">
                <a:extLst>
                  <a:ext uri="{FF2B5EF4-FFF2-40B4-BE49-F238E27FC236}">
                    <ns2:creationId id="{18A76AC2-FE22-945C-86C5-F3FB50DEA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1404944" y="2061833"/>
                <a:ext cx="252000" cy="252000"/>
              </a:xfrm>
              <a:prstGeom prst="rect">
                <a:avLst/>
              </a:prstGeom>
            </p:spPr>
          </p:pic>
          <p:cxnSp>
            <p:nvCxnSpPr>
              <p:cNvPr id="313" name="直線コネクタ 312">
                <a:extLst>
                  <a:ext uri="{FF2B5EF4-FFF2-40B4-BE49-F238E27FC236}">
                    <ns2:creationId id="{7CD2ACB2-ED50-E48A-8888-A9F945015B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8839" y="2580016"/>
                <a:ext cx="1159172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60085D98-36A7-6652-096F-72C6A26EEA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34191" y="3203963"/>
                <a:ext cx="100382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039D155F-4EF0-9390-C762-797057DCD1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89542" y="3827910"/>
                <a:ext cx="848469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58419024-9AA9-FD35-87E7-132B85D254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44884" y="4451857"/>
                <a:ext cx="693127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AED884BD-7D67-2D8F-E49E-06C4372D83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98835" y="5075805"/>
                <a:ext cx="539176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516F0D8D-A125-6BFF-A7A5-1A23AA1359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593" y="5699752"/>
                <a:ext cx="38241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986943437"/>
      </p:ext>
    </p:extLst>
  </p:cSld>
  <p:clrMapOvr>
    <a:masterClrMapping/>
  </p:clrMapOvr>
</p:sld>
</file>

<file path=ppt/slides/slide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12CDCE7-9DB1-9202-B3EF-AC33D879C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FCAEE04-6F68-BB3C-4A79-FDBA83A9B1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1" name="正方形/長方形 40">
            <a:extLst>
              <a:ext uri="{FF2B5EF4-FFF2-40B4-BE49-F238E27FC236}">
                <ns2:creationId id="{82B3846D-2600-3109-1FCB-7F68E16DB833}"/>
              </a:ext>
            </a:extLst>
          </p:cNvPr>
          <p:cNvSpPr/>
          <p:nvPr/>
        </p:nvSpPr>
        <p:spPr>
          <a:xfrm>
            <a:off x="335926" y="6326667"/>
            <a:ext cx="691619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bg1">
                    <a:lumMod val="65000"/>
                  </a:schemeClr>
                </a:solidFill>
              </a:rPr>
              <a:t>: </a:t>
            </a:r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</a:p>
        </p:txBody>
      </p:sp>
      <p:sp>
        <p:nvSpPr>
          <p:cNvPr id="11" name="テキスト プレースホルダー 3">
            <a:extLst>
              <a:ext uri="{FF2B5EF4-FFF2-40B4-BE49-F238E27FC236}">
                <ns2:creationId id="{4EF2229D-B660-F38D-1344-A05210BB3BC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28" name="グループ化 27">
            <a:extLst>
              <a:ext uri="{FF2B5EF4-FFF2-40B4-BE49-F238E27FC236}">
                <ns2:creationId id="{EEB1F15D-0432-E7F6-FDC7-B33D91E62FEC}"/>
              </a:ext>
            </a:extLst>
          </p:cNvPr>
          <p:cNvGrpSpPr/>
          <p:nvPr/>
        </p:nvGrpSpPr>
        <p:grpSpPr>
          <a:xfrm>
            <a:off x="335926" y="1340628"/>
            <a:ext cx="11514656" cy="4968097"/>
            <a:chOff x="335926" y="1340628"/>
            <a:chExt cx="11514656" cy="4968097"/>
          </a:xfrm>
        </p:grpSpPr>
        <p:grpSp>
          <p:nvGrpSpPr>
            <p:cNvPr id="27" name="グループ化 26">
              <a:extLst>
                <a:ext uri="{FF2B5EF4-FFF2-40B4-BE49-F238E27FC236}">
                  <ns2:creationId id="{D82CD47C-6E93-00A1-9AD9-6B07F044BE78}"/>
                </a:ext>
              </a:extLst>
            </p:cNvPr>
            <p:cNvGrpSpPr/>
            <p:nvPr/>
          </p:nvGrpSpPr>
          <p:grpSpPr>
            <a:xfrm>
              <a:off x="335926" y="1340628"/>
              <a:ext cx="5688000" cy="4966923"/>
              <a:chOff x="335926" y="1340628"/>
              <a:chExt cx="5688000" cy="4966923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4B1F4E54-98D0-F173-C62D-2FC6B1E974C2}"/>
                  </a:ext>
                </a:extLst>
              </p:cNvPr>
              <p:cNvSpPr/>
              <p:nvPr/>
            </p:nvSpPr>
            <p:spPr>
              <a:xfrm>
                <a:off x="335926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19CDF601-6686-DADB-5A5E-53A7AA653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5926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テキスト ボックス 39">
                <a:extLst>
                  <a:ext uri="{FF2B5EF4-FFF2-40B4-BE49-F238E27FC236}">
                    <ns2:creationId id="{A429A150-6D38-CA81-2224-6F3972E06677}"/>
                  </a:ext>
                </a:extLst>
              </p:cNvPr>
              <p:cNvSpPr txBox="1"/>
              <p:nvPr/>
            </p:nvSpPr>
            <p:spPr>
              <a:xfrm>
                <a:off x="335926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</a:p>
            </p:txBody>
          </p:sp>
          <p:pic>
            <p:nvPicPr>
              <p:cNvPr id="42" name="グラフィックス 41" descr="ネットワーク 枠線">
                <a:extLst>
                  <a:ext uri="{FF2B5EF4-FFF2-40B4-BE49-F238E27FC236}">
                    <ns2:creationId id="{BA23E8A3-F6BE-6487-D0F6-9367098328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35926" y="1340628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20" name="グループ化 19">
                <a:extLst>
                  <a:ext uri="{FF2B5EF4-FFF2-40B4-BE49-F238E27FC236}">
                    <ns2:creationId id="{ADC016EA-4DAD-4E28-D17B-F7659181C449}"/>
                  </a:ext>
                </a:extLst>
              </p:cNvPr>
              <p:cNvGrpSpPr/>
              <p:nvPr/>
            </p:nvGrpSpPr>
            <p:grpSpPr>
              <a:xfrm>
                <a:off x="335926" y="2305647"/>
                <a:ext cx="2808000" cy="1915559"/>
                <a:chOff x="335926" y="2305647"/>
                <a:chExt cx="2808000" cy="1915559"/>
              </a:xfrm>
            </p:grpSpPr>
            <p:sp>
              <p:nvSpPr>
                <p:cNvPr id="47" name="テキスト ボックス 46">
                  <a:extLst>
                    <a:ext uri="{FF2B5EF4-FFF2-40B4-BE49-F238E27FC236}">
                      <ns2:creationId id="{F67DD248-54A4-963B-9CF2-50AFFEDD00E2}"/>
                    </a:ext>
                  </a:extLst>
                </p:cNvPr>
                <p:cNvSpPr txBox="1"/>
                <p:nvPr/>
              </p:nvSpPr>
              <p:spPr>
                <a:xfrm>
                  <a:off x="335926" y="2313206"/>
                  <a:ext cx="2808000" cy="190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M&amp;A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D196F64C-5847-366C-15BD-953E67543910}"/>
                    </a:ext>
                  </a:extLst>
                </p:cNvPr>
                <p:cNvSpPr/>
                <p:nvPr/>
              </p:nvSpPr>
              <p:spPr>
                <a:xfrm>
                  <a:off x="33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 </a:t>
                  </a:r>
                  <a:endParaRPr kumimoji="1" lang="ja-JP" altLang="en-US" sz="800" dirty="0"/>
                </a:p>
              </p:txBody>
            </p:sp>
            <p:sp>
              <p:nvSpPr>
                <p:cNvPr id="55" name="四角形: 角を丸くする 54">
                  <a:extLst>
                    <a:ext uri="{FF2B5EF4-FFF2-40B4-BE49-F238E27FC236}">
                      <ns2:creationId id="{9ACDE25F-BC86-2BD9-A6EB-BE78E87611DD}"/>
                    </a:ext>
                  </a:extLst>
                </p:cNvPr>
                <p:cNvSpPr/>
                <p:nvPr/>
              </p:nvSpPr>
              <p:spPr>
                <a:xfrm>
                  <a:off x="381321" y="2458661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1" name="グループ化 20">
                <a:extLst>
                  <a:ext uri="{FF2B5EF4-FFF2-40B4-BE49-F238E27FC236}">
                    <ns2:creationId id="{BE77BB11-2DDE-70BC-52DA-56233B36B8D5}"/>
                  </a:ext>
                </a:extLst>
              </p:cNvPr>
              <p:cNvGrpSpPr/>
              <p:nvPr/>
            </p:nvGrpSpPr>
            <p:grpSpPr>
              <a:xfrm>
                <a:off x="335926" y="4364378"/>
                <a:ext cx="2808000" cy="648000"/>
                <a:chOff x="335926" y="4386674"/>
                <a:chExt cx="2808000" cy="648000"/>
              </a:xfrm>
            </p:grpSpPr>
            <p:sp>
              <p:nvSpPr>
                <p:cNvPr id="50" name="テキスト ボックス 49">
                  <a:extLst>
                    <a:ext uri="{FF2B5EF4-FFF2-40B4-BE49-F238E27FC236}">
                      <ns2:creationId id="{6EDC8398-BEEC-F3FF-822A-2CBA9EBF078E}"/>
                    </a:ext>
                  </a:extLst>
                </p:cNvPr>
                <p:cNvSpPr txBox="1"/>
                <p:nvPr/>
              </p:nvSpPr>
              <p:spPr>
                <a:xfrm>
                  <a:off x="335926" y="4386674"/>
                  <a:ext cx="2808000" cy="64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non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4162BC39-927C-7BA0-4A03-52E44342EE79}"/>
                    </a:ext>
                  </a:extLst>
                </p:cNvPr>
                <p:cNvSpPr/>
                <p:nvPr/>
              </p:nvSpPr>
              <p:spPr>
                <a:xfrm>
                  <a:off x="335926" y="43866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3A056F15-44C5-DD5B-FF1C-1FD0D4581AB9}"/>
                    </a:ext>
                  </a:extLst>
                </p:cNvPr>
                <p:cNvSpPr/>
                <p:nvPr/>
              </p:nvSpPr>
              <p:spPr>
                <a:xfrm>
                  <a:off x="381321" y="4532130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95A99729-4C30-1B0A-4C1A-8931B2F842F3}"/>
                  </a:ext>
                </a:extLst>
              </p:cNvPr>
              <p:cNvGrpSpPr/>
              <p:nvPr/>
            </p:nvGrpSpPr>
            <p:grpSpPr>
              <a:xfrm>
                <a:off x="335926" y="5155551"/>
                <a:ext cx="2808000" cy="1152000"/>
                <a:chOff x="335926" y="5204647"/>
                <a:chExt cx="2808000" cy="1152000"/>
              </a:xfrm>
            </p:grpSpPr>
            <p:sp>
              <p:nvSpPr>
                <p:cNvPr id="52" name="テキスト ボックス 51">
                  <a:extLst>
                    <a:ext uri="{FF2B5EF4-FFF2-40B4-BE49-F238E27FC236}">
                      <ns2:creationId id="{ED364F4B-F514-DB1E-B84F-AA7A814274C9}"/>
                    </a:ext>
                  </a:extLst>
                </p:cNvPr>
                <p:cNvSpPr txBox="1"/>
                <p:nvPr/>
              </p:nvSpPr>
              <p:spPr>
                <a:xfrm>
                  <a:off x="335926" y="5204647"/>
                  <a:ext cx="2808000" cy="115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F762C89C-014C-E0A0-1F2D-DD41CC69A6EE}"/>
                    </a:ext>
                  </a:extLst>
                </p:cNvPr>
                <p:cNvSpPr/>
                <p:nvPr/>
              </p:nvSpPr>
              <p:spPr>
                <a:xfrm>
                  <a:off x="335926" y="5204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61" name="四角形: 角を丸くする 60">
                  <a:extLst>
                    <a:ext uri="{FF2B5EF4-FFF2-40B4-BE49-F238E27FC236}">
                      <ns2:creationId id="{60C0A380-3BCA-660A-5E53-42C313AAE030}"/>
                    </a:ext>
                  </a:extLst>
                </p:cNvPr>
                <p:cNvSpPr/>
                <p:nvPr/>
              </p:nvSpPr>
              <p:spPr>
                <a:xfrm>
                  <a:off x="381321" y="5350103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556E5495-C6D1-CA09-162D-F96ECBC84D09}"/>
                  </a:ext>
                </a:extLst>
              </p:cNvPr>
              <p:cNvGrpSpPr/>
              <p:nvPr/>
            </p:nvGrpSpPr>
            <p:grpSpPr>
              <a:xfrm>
                <a:off x="3215926" y="2305647"/>
                <a:ext cx="2808000" cy="828000"/>
                <a:chOff x="3215926" y="2305647"/>
                <a:chExt cx="2808000" cy="828000"/>
              </a:xfrm>
            </p:grpSpPr>
            <p:sp>
              <p:nvSpPr>
                <p:cNvPr id="63" name="テキスト ボックス 62">
                  <a:extLst>
                    <a:ext uri="{FF2B5EF4-FFF2-40B4-BE49-F238E27FC236}">
                      <ns2:creationId id="{8E769FE5-5F53-F132-648A-261E060AC111}"/>
                    </a:ext>
                  </a:extLst>
                </p:cNvPr>
                <p:cNvSpPr txBox="1"/>
                <p:nvPr/>
              </p:nvSpPr>
              <p:spPr>
                <a:xfrm>
                  <a:off x="3215926" y="2305647"/>
                  <a:ext cx="2808000" cy="82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3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en-US" altLang="zh-TW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zh-TW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026A7079-404E-85F9-8E59-1E5667477666}"/>
                    </a:ext>
                  </a:extLst>
                </p:cNvPr>
                <p:cNvSpPr/>
                <p:nvPr/>
              </p:nvSpPr>
              <p:spPr>
                <a:xfrm>
                  <a:off x="321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4" name="四角形: 角を丸くする 63">
                  <a:extLst>
                    <a:ext uri="{FF2B5EF4-FFF2-40B4-BE49-F238E27FC236}">
                      <ns2:creationId id="{C6DAB712-A6E3-E147-6E92-97424F065D16}"/>
                    </a:ext>
                  </a:extLst>
                </p:cNvPr>
                <p:cNvSpPr/>
                <p:nvPr/>
              </p:nvSpPr>
              <p:spPr>
                <a:xfrm>
                  <a:off x="3261321" y="2451102"/>
                  <a:ext cx="72600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グループ化 8">
                <a:extLst>
                  <a:ext uri="{FF2B5EF4-FFF2-40B4-BE49-F238E27FC236}">
                    <ns2:creationId id="{E08C9B29-8DB3-24B0-4DC8-6A5F771060B0}"/>
                  </a:ext>
                </a:extLst>
              </p:cNvPr>
              <p:cNvGrpSpPr/>
              <p:nvPr/>
            </p:nvGrpSpPr>
            <p:grpSpPr>
              <a:xfrm>
                <a:off x="3215926" y="3178736"/>
                <a:ext cx="2808000" cy="693441"/>
                <a:chOff x="3215926" y="3251575"/>
                <a:chExt cx="2808000" cy="693441"/>
              </a:xfrm>
            </p:grpSpPr>
            <p:sp>
              <p:nvSpPr>
                <p:cNvPr id="65" name="テキスト ボックス 64">
                  <a:extLst>
                    <a:ext uri="{FF2B5EF4-FFF2-40B4-BE49-F238E27FC236}">
                      <ns2:creationId id="{E9EBF570-7EAE-D4F2-DC45-C26F4F297396}"/>
                    </a:ext>
                  </a:extLst>
                </p:cNvPr>
                <p:cNvSpPr txBox="1"/>
                <p:nvPr/>
              </p:nvSpPr>
              <p:spPr>
                <a:xfrm>
                  <a:off x="3215926" y="3251575"/>
                  <a:ext cx="2808000" cy="69344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16951F31-5223-0CDF-51D7-AACD94EE53CE}"/>
                    </a:ext>
                  </a:extLst>
                </p:cNvPr>
                <p:cNvSpPr/>
                <p:nvPr/>
              </p:nvSpPr>
              <p:spPr>
                <a:xfrm>
                  <a:off x="3215926" y="32515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7" name="四角形: 角を丸くする 66">
                  <a:extLst>
                    <a:ext uri="{FF2B5EF4-FFF2-40B4-BE49-F238E27FC236}">
                      <ns2:creationId id="{0FED6D2A-0E79-2C97-C9F7-408A2E1E0886}"/>
                    </a:ext>
                  </a:extLst>
                </p:cNvPr>
                <p:cNvSpPr/>
                <p:nvPr/>
              </p:nvSpPr>
              <p:spPr>
                <a:xfrm>
                  <a:off x="3261321" y="3393478"/>
                  <a:ext cx="92284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" name="グループ化 6">
                <a:extLst>
                  <a:ext uri="{FF2B5EF4-FFF2-40B4-BE49-F238E27FC236}">
                    <ns2:creationId id="{E842E1F1-CB21-C83E-3D56-A5A3D6BF4F98}"/>
                  </a:ext>
                </a:extLst>
              </p:cNvPr>
              <p:cNvGrpSpPr/>
              <p:nvPr/>
            </p:nvGrpSpPr>
            <p:grpSpPr>
              <a:xfrm>
                <a:off x="3215926" y="3917266"/>
                <a:ext cx="2808000" cy="702174"/>
                <a:chOff x="3215926" y="3971896"/>
                <a:chExt cx="2808000" cy="702174"/>
              </a:xfrm>
            </p:grpSpPr>
            <p:sp>
              <p:nvSpPr>
                <p:cNvPr id="68" name="テキスト ボックス 67">
                  <a:extLst>
                    <a:ext uri="{FF2B5EF4-FFF2-40B4-BE49-F238E27FC236}">
                      <ns2:creationId id="{9E88C03A-36A9-FDDC-50AA-F7B2406E9DE4}"/>
                    </a:ext>
                  </a:extLst>
                </p:cNvPr>
                <p:cNvSpPr txBox="1"/>
                <p:nvPr/>
              </p:nvSpPr>
              <p:spPr>
                <a:xfrm>
                  <a:off x="3215926" y="3971896"/>
                  <a:ext cx="2808000" cy="70217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ISO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F5A4E0F1-B69A-0640-1B89-54A36B34D99E}"/>
                    </a:ext>
                  </a:extLst>
                </p:cNvPr>
                <p:cNvSpPr/>
                <p:nvPr/>
              </p:nvSpPr>
              <p:spPr>
                <a:xfrm>
                  <a:off x="3215926" y="397189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0" name="四角形: 角を丸くする 69">
                  <a:extLst>
                    <a:ext uri="{FF2B5EF4-FFF2-40B4-BE49-F238E27FC236}">
                      <ns2:creationId id="{8371F82C-F5A5-3D83-F6DA-9B07C4AA8F38}"/>
                    </a:ext>
                  </a:extLst>
                </p:cNvPr>
                <p:cNvSpPr/>
                <p:nvPr/>
              </p:nvSpPr>
              <p:spPr>
                <a:xfrm>
                  <a:off x="3261321" y="4117351"/>
                  <a:ext cx="50276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938A70CD-3793-C29D-B777-D43206D47C7B}"/>
                  </a:ext>
                </a:extLst>
              </p:cNvPr>
              <p:cNvGrpSpPr/>
              <p:nvPr/>
            </p:nvGrpSpPr>
            <p:grpSpPr>
              <a:xfrm>
                <a:off x="3215926" y="4664529"/>
                <a:ext cx="2808000" cy="373701"/>
                <a:chOff x="3215926" y="4700950"/>
                <a:chExt cx="2808000" cy="373701"/>
              </a:xfrm>
            </p:grpSpPr>
            <p:sp>
              <p:nvSpPr>
                <p:cNvPr id="71" name="テキスト ボックス 70">
                  <a:extLst>
                    <a:ext uri="{FF2B5EF4-FFF2-40B4-BE49-F238E27FC236}">
                      <ns2:creationId id="{0EAFEDFE-884C-98C1-A0DD-121902BB61EA}"/>
                    </a:ext>
                  </a:extLst>
                </p:cNvPr>
                <p:cNvSpPr txBox="1"/>
                <p:nvPr/>
              </p:nvSpPr>
              <p:spPr>
                <a:xfrm>
                  <a:off x="3215926" y="4700950"/>
                  <a:ext cx="2808000" cy="37370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3F81CE0B-9DA8-2962-522C-168BD17463AF}"/>
                    </a:ext>
                  </a:extLst>
                </p:cNvPr>
                <p:cNvSpPr/>
                <p:nvPr/>
              </p:nvSpPr>
              <p:spPr>
                <a:xfrm>
                  <a:off x="3215926" y="470095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3" name="四角形: 角を丸くする 72">
                  <a:extLst>
                    <a:ext uri="{FF2B5EF4-FFF2-40B4-BE49-F238E27FC236}">
                      <ns2:creationId id="{9D0B3083-90AD-4074-BBF7-910289853A2D}"/>
                    </a:ext>
                  </a:extLst>
                </p:cNvPr>
                <p:cNvSpPr/>
                <p:nvPr/>
              </p:nvSpPr>
              <p:spPr>
                <a:xfrm>
                  <a:off x="3261322" y="4846405"/>
                  <a:ext cx="48136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" name="グループ化 4">
                <a:extLst>
                  <a:ext uri="{FF2B5EF4-FFF2-40B4-BE49-F238E27FC236}">
                    <ns2:creationId id="{8BAE526C-8A9B-3CE1-B15B-C4C8499BECFC}"/>
                  </a:ext>
                </a:extLst>
              </p:cNvPr>
              <p:cNvGrpSpPr/>
              <p:nvPr/>
            </p:nvGrpSpPr>
            <p:grpSpPr>
              <a:xfrm>
                <a:off x="3215926" y="5083319"/>
                <a:ext cx="2808000" cy="695247"/>
                <a:chOff x="3215926" y="5101531"/>
                <a:chExt cx="2808000" cy="695247"/>
              </a:xfrm>
            </p:grpSpPr>
            <p:sp>
              <p:nvSpPr>
                <p:cNvPr id="74" name="テキスト ボックス 73">
                  <a:extLst>
                    <a:ext uri="{FF2B5EF4-FFF2-40B4-BE49-F238E27FC236}">
                      <ns2:creationId id="{7509F520-2695-031F-6E74-CD3D20CF8F46}"/>
                    </a:ext>
                  </a:extLst>
                </p:cNvPr>
                <p:cNvSpPr txBox="1"/>
                <p:nvPr/>
              </p:nvSpPr>
              <p:spPr>
                <a:xfrm>
                  <a:off x="3215926" y="5101531"/>
                  <a:ext cx="2808000" cy="69524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SOX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B334962A-DE3C-7592-8886-E470287ECD9B}"/>
                    </a:ext>
                  </a:extLst>
                </p:cNvPr>
                <p:cNvSpPr/>
                <p:nvPr/>
              </p:nvSpPr>
              <p:spPr>
                <a:xfrm>
                  <a:off x="3215926" y="5101531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6" name="四角形: 角を丸くする 75">
                  <a:extLst>
                    <a:ext uri="{FF2B5EF4-FFF2-40B4-BE49-F238E27FC236}">
                      <ns2:creationId id="{CC10D05C-6536-D69B-84D4-AD2B84783383}"/>
                    </a:ext>
                  </a:extLst>
                </p:cNvPr>
                <p:cNvSpPr/>
                <p:nvPr/>
              </p:nvSpPr>
              <p:spPr>
                <a:xfrm>
                  <a:off x="3261321" y="5246986"/>
                  <a:ext cx="67821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" name="グループ化 3">
                <a:extLst>
                  <a:ext uri="{FF2B5EF4-FFF2-40B4-BE49-F238E27FC236}">
                    <ns2:creationId id="{B74CE972-EC60-AF2E-3A20-D41000F2DE0A}"/>
                  </a:ext>
                </a:extLst>
              </p:cNvPr>
              <p:cNvGrpSpPr/>
              <p:nvPr/>
            </p:nvGrpSpPr>
            <p:grpSpPr>
              <a:xfrm>
                <a:off x="3215926" y="5823656"/>
                <a:ext cx="2808000" cy="483895"/>
                <a:chOff x="3215926" y="5823656"/>
                <a:chExt cx="2808000" cy="483895"/>
              </a:xfrm>
            </p:grpSpPr>
            <p:sp>
              <p:nvSpPr>
                <p:cNvPr id="77" name="テキスト ボックス 76">
                  <a:extLst>
                    <a:ext uri="{FF2B5EF4-FFF2-40B4-BE49-F238E27FC236}">
                      <ns2:creationId id="{B83C1DC7-F952-9844-BC1C-0E6E1A5411AD}"/>
                    </a:ext>
                  </a:extLst>
                </p:cNvPr>
                <p:cNvSpPr txBox="1"/>
                <p:nvPr/>
              </p:nvSpPr>
              <p:spPr>
                <a:xfrm>
                  <a:off x="3215926" y="5823656"/>
                  <a:ext cx="2808000" cy="483895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09847FA0-CC48-C509-2EF6-45A93B7EACAB}"/>
                    </a:ext>
                  </a:extLst>
                </p:cNvPr>
                <p:cNvSpPr/>
                <p:nvPr/>
              </p:nvSpPr>
              <p:spPr>
                <a:xfrm>
                  <a:off x="3215926" y="582365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9" name="四角形: 角を丸くする 78">
                  <a:extLst>
                    <a:ext uri="{FF2B5EF4-FFF2-40B4-BE49-F238E27FC236}">
                      <ns2:creationId id="{41EEF781-3043-5CBA-3960-4C9DBFE162E0}"/>
                    </a:ext>
                  </a:extLst>
                </p:cNvPr>
                <p:cNvSpPr/>
                <p:nvPr/>
              </p:nvSpPr>
              <p:spPr>
                <a:xfrm>
                  <a:off x="3261321" y="5969111"/>
                  <a:ext cx="61735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3" name="グループ化 22">
              <a:extLst>
                <a:ext uri="{FF2B5EF4-FFF2-40B4-BE49-F238E27FC236}">
                  <ns2:creationId id="{74DAAF87-25BE-EC83-36E2-E90D9B01F0DA}"/>
                </a:ext>
              </a:extLst>
            </p:cNvPr>
            <p:cNvGrpSpPr/>
            <p:nvPr/>
          </p:nvGrpSpPr>
          <p:grpSpPr>
            <a:xfrm>
              <a:off x="6162580" y="1340628"/>
              <a:ext cx="5688002" cy="4968097"/>
              <a:chOff x="6162580" y="1340628"/>
              <a:chExt cx="5688002" cy="4968097"/>
            </a:xfrm>
          </p:grpSpPr>
          <p:sp>
            <p:nvSpPr>
              <p:cNvPr id="88" name="正方形/長方形 87">
                <a:extLst>
                  <a:ext uri="{FF2B5EF4-FFF2-40B4-BE49-F238E27FC236}">
                    <ns2:creationId id="{D06C01B0-16ED-1882-41AB-5C1ED6627157}"/>
                  </a:ext>
                </a:extLst>
              </p:cNvPr>
              <p:cNvSpPr/>
              <p:nvPr/>
            </p:nvSpPr>
            <p:spPr>
              <a:xfrm>
                <a:off x="6162580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F55C5F5B-49BD-F076-FD44-0415D2407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2580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0" name="グラフィックス 89" descr="ネットワーク 枠線">
                <a:extLst>
                  <a:ext uri="{FF2B5EF4-FFF2-40B4-BE49-F238E27FC236}">
                    <ns2:creationId id="{0CD82200-F02E-16F9-B062-B6BEA69F16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62580" y="1340628"/>
                <a:ext cx="288147" cy="288147"/>
              </a:xfrm>
              <a:prstGeom prst="rect">
                <a:avLst/>
              </a:prstGeom>
            </p:spPr>
          </p:pic>
          <p:sp>
            <p:nvSpPr>
              <p:cNvPr id="92" name="テキスト ボックス 91">
                <a:extLst>
                  <a:ext uri="{FF2B5EF4-FFF2-40B4-BE49-F238E27FC236}">
                    <ns2:creationId id="{9500CBB5-0B85-3197-3401-00D8CB9B3353}"/>
                  </a:ext>
                </a:extLst>
              </p:cNvPr>
              <p:cNvSpPr txBox="1"/>
              <p:nvPr/>
            </p:nvSpPr>
            <p:spPr>
              <a:xfrm>
                <a:off x="6162580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) 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</a:t>
                </a:r>
              </a:p>
              <a:p>
                <a:r>
                  <a:rPr lang="en-US" altLang="ja-JP" sz="700" dirty="0">
                    <a:solidFill>
                      <a:srgbClr val="008000"/>
                    </a:solidFill>
                  </a:rPr>
                  <a:t>※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E806A125-7DC8-10D6-6728-2977959C10AF}"/>
                  </a:ext>
                </a:extLst>
              </p:cNvPr>
              <p:cNvGrpSpPr/>
              <p:nvPr/>
            </p:nvGrpSpPr>
            <p:grpSpPr>
              <a:xfrm>
                <a:off x="6162580" y="2305647"/>
                <a:ext cx="2808000" cy="845070"/>
                <a:chOff x="6162580" y="2305647"/>
                <a:chExt cx="2808000" cy="845070"/>
              </a:xfrm>
            </p:grpSpPr>
            <p:sp>
              <p:nvSpPr>
                <p:cNvPr id="93" name="テキスト ボックス 92">
                  <a:extLst>
                    <a:ext uri="{FF2B5EF4-FFF2-40B4-BE49-F238E27FC236}">
                      <ns2:creationId id="{D3561255-744A-9F9B-F5BC-1F41218D25A0}"/>
                    </a:ext>
                  </a:extLst>
                </p:cNvPr>
                <p:cNvSpPr txBox="1"/>
                <p:nvPr/>
              </p:nvSpPr>
              <p:spPr>
                <a:xfrm>
                  <a:off x="6162580" y="2305647"/>
                  <a:ext cx="2808000" cy="84507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E4C7E24E-BB46-B1F8-20D4-089791105146}"/>
                    </a:ext>
                  </a:extLst>
                </p:cNvPr>
                <p:cNvSpPr/>
                <p:nvPr/>
              </p:nvSpPr>
              <p:spPr>
                <a:xfrm>
                  <a:off x="6162580" y="2305647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br>
                    <a:rPr kumimoji="1" lang="en-US" altLang="ja-JP" sz="800" dirty="0"/>
                  </a:b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6" name="四角形: 角を丸くする 95">
                  <a:extLst>
                    <a:ext uri="{FF2B5EF4-FFF2-40B4-BE49-F238E27FC236}">
                      <ns2:creationId id="{89256DFF-C7BF-2FF9-9CBF-1F7BEBE39506}"/>
                    </a:ext>
                  </a:extLst>
                </p:cNvPr>
                <p:cNvSpPr/>
                <p:nvPr/>
              </p:nvSpPr>
              <p:spPr>
                <a:xfrm>
                  <a:off x="6207975" y="2577102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ns2:creationId id="{1DDAB7A2-1A3D-1D9D-6B5F-1C0F3737AA51}"/>
                  </a:ext>
                </a:extLst>
              </p:cNvPr>
              <p:cNvGrpSpPr/>
              <p:nvPr/>
            </p:nvGrpSpPr>
            <p:grpSpPr>
              <a:xfrm>
                <a:off x="6162580" y="3260120"/>
                <a:ext cx="2808000" cy="393524"/>
                <a:chOff x="6162580" y="3248312"/>
                <a:chExt cx="2808000" cy="393524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64817690-E2C6-7F72-5682-3171AE3E02D6}"/>
                    </a:ext>
                  </a:extLst>
                </p:cNvPr>
                <p:cNvSpPr txBox="1"/>
                <p:nvPr/>
              </p:nvSpPr>
              <p:spPr>
                <a:xfrm>
                  <a:off x="6162580" y="3248312"/>
                  <a:ext cx="2808000" cy="39352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  <a:endParaRPr lang="zh-CN" altLang="en-US" sz="700" dirty="0"/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C20A6C19-4838-6953-E891-B4537FC2E0C3}"/>
                    </a:ext>
                  </a:extLst>
                </p:cNvPr>
                <p:cNvSpPr/>
                <p:nvPr/>
              </p:nvSpPr>
              <p:spPr>
                <a:xfrm>
                  <a:off x="6162580" y="3248312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9" name="四角形: 角を丸くする 98">
                  <a:extLst>
                    <a:ext uri="{FF2B5EF4-FFF2-40B4-BE49-F238E27FC236}">
                      <ns2:creationId id="{155E9907-23F0-2FBF-24B3-0A6275344A6E}"/>
                    </a:ext>
                  </a:extLst>
                </p:cNvPr>
                <p:cNvSpPr/>
                <p:nvPr/>
              </p:nvSpPr>
              <p:spPr>
                <a:xfrm>
                  <a:off x="6207975" y="3393767"/>
                  <a:ext cx="828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391DFEEA-3A77-D460-BFCC-C637AAE8717D}"/>
                  </a:ext>
                </a:extLst>
              </p:cNvPr>
              <p:cNvGrpSpPr/>
              <p:nvPr/>
            </p:nvGrpSpPr>
            <p:grpSpPr>
              <a:xfrm>
                <a:off x="6162580" y="3763047"/>
                <a:ext cx="2808000" cy="493987"/>
                <a:chOff x="6162580" y="3698508"/>
                <a:chExt cx="2808000" cy="493987"/>
              </a:xfrm>
            </p:grpSpPr>
            <p:sp>
              <p:nvSpPr>
                <p:cNvPr id="100" name="テキスト ボックス 99">
                  <a:extLst>
                    <a:ext uri="{FF2B5EF4-FFF2-40B4-BE49-F238E27FC236}">
                      <ns2:creationId id="{46B25559-7956-9F9A-6E91-752FA5381F3E}"/>
                    </a:ext>
                  </a:extLst>
                </p:cNvPr>
                <p:cNvSpPr txBox="1"/>
                <p:nvPr/>
              </p:nvSpPr>
              <p:spPr>
                <a:xfrm>
                  <a:off x="6162580" y="3698508"/>
                  <a:ext cx="2808000" cy="49398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zh-CN" altLang="en-US" sz="700" dirty="0"/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B00C71E8-92D8-0D82-04FE-CEBD2B375065}"/>
                    </a:ext>
                  </a:extLst>
                </p:cNvPr>
                <p:cNvSpPr/>
                <p:nvPr/>
              </p:nvSpPr>
              <p:spPr>
                <a:xfrm>
                  <a:off x="6162580" y="369850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02" name="四角形: 角を丸くする 101">
                  <a:extLst>
                    <a:ext uri="{FF2B5EF4-FFF2-40B4-BE49-F238E27FC236}">
                      <ns2:creationId id="{993D327B-379C-D3A9-465D-6BFC64674E92}"/>
                    </a:ext>
                  </a:extLst>
                </p:cNvPr>
                <p:cNvSpPr/>
                <p:nvPr/>
              </p:nvSpPr>
              <p:spPr>
                <a:xfrm>
                  <a:off x="6207975" y="3843964"/>
                  <a:ext cx="33770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ns2:creationId id="{3E9A098D-F197-145D-34B0-89DFF8FFE6ED}"/>
                  </a:ext>
                </a:extLst>
              </p:cNvPr>
              <p:cNvGrpSpPr/>
              <p:nvPr/>
            </p:nvGrpSpPr>
            <p:grpSpPr>
              <a:xfrm>
                <a:off x="6162580" y="4366437"/>
                <a:ext cx="2808000" cy="876921"/>
                <a:chOff x="6162580" y="4340044"/>
                <a:chExt cx="2808000" cy="876921"/>
              </a:xfrm>
            </p:grpSpPr>
            <p:sp>
              <p:nvSpPr>
                <p:cNvPr id="103" name="テキスト ボックス 102">
                  <a:extLst>
                    <a:ext uri="{FF2B5EF4-FFF2-40B4-BE49-F238E27FC236}">
                      <ns2:creationId id="{416EA788-CA40-870B-4747-D2081901C603}"/>
                    </a:ext>
                  </a:extLst>
                </p:cNvPr>
                <p:cNvSpPr txBox="1"/>
                <p:nvPr/>
              </p:nvSpPr>
              <p:spPr>
                <a:xfrm>
                  <a:off x="6162580" y="4340044"/>
                  <a:ext cx="2808000" cy="87692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F3B3948C-A9F2-B1A2-E05D-F55CCF0EB64B}"/>
                    </a:ext>
                  </a:extLst>
                </p:cNvPr>
                <p:cNvSpPr/>
                <p:nvPr/>
              </p:nvSpPr>
              <p:spPr>
                <a:xfrm>
                  <a:off x="6162580" y="4340045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105" name="四角形: 角を丸くする 104">
                  <a:extLst>
                    <a:ext uri="{FF2B5EF4-FFF2-40B4-BE49-F238E27FC236}">
                      <ns2:creationId id="{60C0BB04-C325-E9F4-B111-BA89DF58E468}"/>
                    </a:ext>
                  </a:extLst>
                </p:cNvPr>
                <p:cNvSpPr/>
                <p:nvPr/>
              </p:nvSpPr>
              <p:spPr>
                <a:xfrm>
                  <a:off x="6207975" y="4611501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0" name="グループ化 9">
                <a:extLst>
                  <a:ext uri="{FF2B5EF4-FFF2-40B4-BE49-F238E27FC236}">
                    <ns2:creationId id="{AAF5E535-2993-9E03-6914-4CD4064896C9}"/>
                  </a:ext>
                </a:extLst>
              </p:cNvPr>
              <p:cNvGrpSpPr/>
              <p:nvPr/>
            </p:nvGrpSpPr>
            <p:grpSpPr>
              <a:xfrm>
                <a:off x="6162580" y="5352760"/>
                <a:ext cx="2808000" cy="474626"/>
                <a:chOff x="6162580" y="5352760"/>
                <a:chExt cx="2808000" cy="474626"/>
              </a:xfrm>
            </p:grpSpPr>
            <p:sp>
              <p:nvSpPr>
                <p:cNvPr id="106" name="テキスト ボックス 105">
                  <a:extLst>
                    <a:ext uri="{FF2B5EF4-FFF2-40B4-BE49-F238E27FC236}">
                      <ns2:creationId id="{7AC352DD-BB0D-7C6A-79E7-C16FDEB326AF}"/>
                    </a:ext>
                  </a:extLst>
                </p:cNvPr>
                <p:cNvSpPr txBox="1"/>
                <p:nvPr/>
              </p:nvSpPr>
              <p:spPr>
                <a:xfrm>
                  <a:off x="6162580" y="5352760"/>
                  <a:ext cx="2808000" cy="47462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08AC1F02-E72A-62A5-656E-2506410FAB99}"/>
                    </a:ext>
                  </a:extLst>
                </p:cNvPr>
                <p:cNvSpPr/>
                <p:nvPr/>
              </p:nvSpPr>
              <p:spPr>
                <a:xfrm>
                  <a:off x="6162580" y="535276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08" name="四角形: 角を丸くする 107">
                  <a:extLst>
                    <a:ext uri="{FF2B5EF4-FFF2-40B4-BE49-F238E27FC236}">
                      <ns2:creationId id="{4165402C-FDEF-D377-B76F-7B9BB72011F2}"/>
                    </a:ext>
                  </a:extLst>
                </p:cNvPr>
                <p:cNvSpPr/>
                <p:nvPr/>
              </p:nvSpPr>
              <p:spPr>
                <a:xfrm>
                  <a:off x="6207976" y="5498216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ns2:creationId id="{423F6FFB-8EE9-A5F0-C960-6F7779B3DCC0}"/>
                  </a:ext>
                </a:extLst>
              </p:cNvPr>
              <p:cNvGrpSpPr/>
              <p:nvPr/>
            </p:nvGrpSpPr>
            <p:grpSpPr>
              <a:xfrm>
                <a:off x="6162580" y="5904169"/>
                <a:ext cx="2808000" cy="404556"/>
                <a:chOff x="6162580" y="5904169"/>
                <a:chExt cx="2808000" cy="404556"/>
              </a:xfrm>
            </p:grpSpPr>
            <p:sp>
              <p:nvSpPr>
                <p:cNvPr id="109" name="テキスト ボックス 108">
                  <a:extLst>
                    <a:ext uri="{FF2B5EF4-FFF2-40B4-BE49-F238E27FC236}">
                      <ns2:creationId id="{61F53E38-FF78-C882-D07E-760489B6EF48}"/>
                    </a:ext>
                  </a:extLst>
                </p:cNvPr>
                <p:cNvSpPr txBox="1"/>
                <p:nvPr/>
              </p:nvSpPr>
              <p:spPr>
                <a:xfrm>
                  <a:off x="6162580" y="5904169"/>
                  <a:ext cx="2808000" cy="40455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4A764612-D055-85E6-D5F4-44AFEC2563E0}"/>
                    </a:ext>
                  </a:extLst>
                </p:cNvPr>
                <p:cNvSpPr/>
                <p:nvPr/>
              </p:nvSpPr>
              <p:spPr>
                <a:xfrm>
                  <a:off x="6162580" y="590416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XX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11" name="四角形: 角を丸くする 110">
                  <a:extLst>
                    <a:ext uri="{FF2B5EF4-FFF2-40B4-BE49-F238E27FC236}">
                      <ns2:creationId id="{111272E7-043A-898D-281A-ACA30D58F618}"/>
                    </a:ext>
                  </a:extLst>
                </p:cNvPr>
                <p:cNvSpPr/>
                <p:nvPr/>
              </p:nvSpPr>
              <p:spPr>
                <a:xfrm>
                  <a:off x="6207975" y="6049625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9" name="グループ化 18">
                <a:extLst>
                  <a:ext uri="{FF2B5EF4-FFF2-40B4-BE49-F238E27FC236}">
                    <ns2:creationId id="{0A259E84-420D-7E9E-09C5-D12FBCA2DF57}"/>
                  </a:ext>
                </a:extLst>
              </p:cNvPr>
              <p:cNvGrpSpPr/>
              <p:nvPr/>
            </p:nvGrpSpPr>
            <p:grpSpPr>
              <a:xfrm>
                <a:off x="9042581" y="2305647"/>
                <a:ext cx="2808000" cy="612000"/>
                <a:chOff x="9042581" y="2305646"/>
                <a:chExt cx="2808000" cy="612000"/>
              </a:xfrm>
            </p:grpSpPr>
            <p:sp>
              <p:nvSpPr>
                <p:cNvPr id="112" name="テキスト ボックス 111">
                  <a:extLst>
                    <a:ext uri="{FF2B5EF4-FFF2-40B4-BE49-F238E27FC236}">
                      <ns2:creationId id="{1E4AB4D4-5DA1-3A44-9DCE-8CE2759E1EE1}"/>
                    </a:ext>
                  </a:extLst>
                </p:cNvPr>
                <p:cNvSpPr txBox="1"/>
                <p:nvPr/>
              </p:nvSpPr>
              <p:spPr>
                <a:xfrm>
                  <a:off x="9042581" y="2305646"/>
                  <a:ext cx="2808000" cy="61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E9096DA-053D-A860-E74F-09C0E26BF0EB}"/>
                    </a:ext>
                  </a:extLst>
                </p:cNvPr>
                <p:cNvSpPr/>
                <p:nvPr/>
              </p:nvSpPr>
              <p:spPr>
                <a:xfrm>
                  <a:off x="9042581" y="2305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14" name="四角形: 角を丸くする 113">
                  <a:extLst>
                    <a:ext uri="{FF2B5EF4-FFF2-40B4-BE49-F238E27FC236}">
                      <ns2:creationId id="{1A88DF0D-36CC-D98C-F67D-050AC705C185}"/>
                    </a:ext>
                  </a:extLst>
                </p:cNvPr>
                <p:cNvSpPr/>
                <p:nvPr/>
              </p:nvSpPr>
              <p:spPr>
                <a:xfrm>
                  <a:off x="9087976" y="2451103"/>
                  <a:ext cx="72795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D61A3E10-FD1B-205C-A4AA-F4054D953C84}"/>
                  </a:ext>
                </a:extLst>
              </p:cNvPr>
              <p:cNvGrpSpPr/>
              <p:nvPr/>
            </p:nvGrpSpPr>
            <p:grpSpPr>
              <a:xfrm>
                <a:off x="9042581" y="3061640"/>
                <a:ext cx="2808001" cy="1692000"/>
                <a:chOff x="9042580" y="3069618"/>
                <a:chExt cx="2808001" cy="1692000"/>
              </a:xfrm>
            </p:grpSpPr>
            <p:sp>
              <p:nvSpPr>
                <p:cNvPr id="119" name="テキスト ボックス 118">
                  <a:extLst>
                    <a:ext uri="{FF2B5EF4-FFF2-40B4-BE49-F238E27FC236}">
                      <ns2:creationId id="{207ABCFD-A6D0-3551-88F3-C8D05E928B78}"/>
                    </a:ext>
                  </a:extLst>
                </p:cNvPr>
                <p:cNvSpPr txBox="1"/>
                <p:nvPr/>
              </p:nvSpPr>
              <p:spPr>
                <a:xfrm>
                  <a:off x="9042581" y="3069618"/>
                  <a:ext cx="2808000" cy="169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468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CRM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0" name="正方形/長方形 119">
                  <a:extLst>
                    <a:ext uri="{FF2B5EF4-FFF2-40B4-BE49-F238E27FC236}">
                      <ns2:creationId id="{8A4D0690-4B01-43F9-8041-5D02B1CCD129}"/>
                    </a:ext>
                  </a:extLst>
                </p:cNvPr>
                <p:cNvSpPr/>
                <p:nvPr/>
              </p:nvSpPr>
              <p:spPr>
                <a:xfrm>
                  <a:off x="9042580" y="3069618"/>
                  <a:ext cx="2808000" cy="318924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21" name="四角形: 角を丸くする 120">
                  <a:extLst>
                    <a:ext uri="{FF2B5EF4-FFF2-40B4-BE49-F238E27FC236}">
                      <ns2:creationId id="{E82477A4-C259-06D0-E8BE-89793FD6B928}"/>
                    </a:ext>
                  </a:extLst>
                </p:cNvPr>
                <p:cNvSpPr/>
                <p:nvPr/>
              </p:nvSpPr>
              <p:spPr>
                <a:xfrm>
                  <a:off x="9087976" y="3407997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95DA1A76-B145-5401-546E-EE11FC3CCF96}"/>
                  </a:ext>
                </a:extLst>
              </p:cNvPr>
              <p:cNvGrpSpPr/>
              <p:nvPr/>
            </p:nvGrpSpPr>
            <p:grpSpPr>
              <a:xfrm>
                <a:off x="9042581" y="4897633"/>
                <a:ext cx="2808000" cy="756000"/>
                <a:chOff x="9042580" y="4895813"/>
                <a:chExt cx="2808000" cy="756000"/>
              </a:xfrm>
            </p:grpSpPr>
            <p:sp>
              <p:nvSpPr>
                <p:cNvPr id="123" name="テキスト ボックス 122">
                  <a:extLst>
                    <a:ext uri="{FF2B5EF4-FFF2-40B4-BE49-F238E27FC236}">
                      <ns2:creationId id="{26CEC1D4-A003-F95A-F065-EDA4B90B9EC1}"/>
                    </a:ext>
                  </a:extLst>
                </p:cNvPr>
                <p:cNvSpPr txBox="1"/>
                <p:nvPr/>
              </p:nvSpPr>
              <p:spPr>
                <a:xfrm>
                  <a:off x="9042580" y="4895813"/>
                  <a:ext cx="2808000" cy="75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ja-JP" altLang="en-US" dirty="0"/>
                    <a:t>XX</a:t>
                  </a:r>
                </a:p>
                <a:p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122" name="正方形/長方形 121">
                  <a:extLst>
                    <a:ext uri="{FF2B5EF4-FFF2-40B4-BE49-F238E27FC236}">
                      <ns2:creationId id="{A34CFC07-58B4-6948-F6CB-9941B7D5BCEF}"/>
                    </a:ext>
                  </a:extLst>
                </p:cNvPr>
                <p:cNvSpPr/>
                <p:nvPr/>
              </p:nvSpPr>
              <p:spPr>
                <a:xfrm>
                  <a:off x="9042580" y="4895814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 </a:t>
                  </a:r>
                  <a:r>
                    <a:rPr kumimoji="1" lang="de-AT" altLang="ja-JP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24" name="四角形: 角を丸くする 123">
                  <a:extLst>
                    <a:ext uri="{FF2B5EF4-FFF2-40B4-BE49-F238E27FC236}">
                      <ns2:creationId id="{B525822C-F636-56D7-84DA-727237B166BC}"/>
                    </a:ext>
                  </a:extLst>
                </p:cNvPr>
                <p:cNvSpPr/>
                <p:nvPr/>
              </p:nvSpPr>
              <p:spPr>
                <a:xfrm>
                  <a:off x="9087975" y="5167269"/>
                  <a:ext cx="60518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ns2:creationId id="{7A110CE2-C74E-2C10-57D2-A193BA46F6DF}"/>
                  </a:ext>
                </a:extLst>
              </p:cNvPr>
              <p:cNvGrpSpPr/>
              <p:nvPr/>
            </p:nvGrpSpPr>
            <p:grpSpPr>
              <a:xfrm>
                <a:off x="9042581" y="5797625"/>
                <a:ext cx="2808000" cy="511100"/>
                <a:chOff x="9042581" y="5797625"/>
                <a:chExt cx="2808000" cy="511100"/>
              </a:xfrm>
            </p:grpSpPr>
            <p:sp>
              <p:nvSpPr>
                <p:cNvPr id="125" name="テキスト ボックス 124">
                  <a:extLst>
                    <a:ext uri="{FF2B5EF4-FFF2-40B4-BE49-F238E27FC236}">
                      <ns2:creationId id="{EB021F56-310A-365D-F38F-D042B41DEAF3}"/>
                    </a:ext>
                  </a:extLst>
                </p:cNvPr>
                <p:cNvSpPr txBox="1"/>
                <p:nvPr/>
              </p:nvSpPr>
              <p:spPr>
                <a:xfrm>
                  <a:off x="9042581" y="5797625"/>
                  <a:ext cx="2808000" cy="5111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6" name="正方形/長方形 125">
                  <a:extLst>
                    <a:ext uri="{FF2B5EF4-FFF2-40B4-BE49-F238E27FC236}">
                      <ns2:creationId id="{F0C07815-D0C4-047C-AE2A-2F032D4F47B5}"/>
                    </a:ext>
                  </a:extLst>
                </p:cNvPr>
                <p:cNvSpPr/>
                <p:nvPr/>
              </p:nvSpPr>
              <p:spPr>
                <a:xfrm>
                  <a:off x="9042581" y="579762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(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27" name="四角形: 角を丸くする 126">
                  <a:extLst>
                    <a:ext uri="{FF2B5EF4-FFF2-40B4-BE49-F238E27FC236}">
                      <ns2:creationId id="{B1467897-0C31-C2B0-2849-AA653C788E11}"/>
                    </a:ext>
                  </a:extLst>
                </p:cNvPr>
                <p:cNvSpPr/>
                <p:nvPr/>
              </p:nvSpPr>
              <p:spPr>
                <a:xfrm>
                  <a:off x="9087977" y="5943081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1254946738"/>
      </p:ext>
    </p:extLst>
  </p:cSld>
  <p:clrMapOvr>
    <a:masterClrMapping/>
  </p:clrMapOvr>
</p:sld>
</file>

<file path=ppt/slides/slide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9E4D1F6-C1B3-0D76-30AE-31E09E1B3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CB213A35-A438-0F30-597B-D8174832D0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F98EB21A-2287-EFB0-DFC5-77DDF725387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80" name="グループ化 179">
            <a:extLst>
              <a:ext uri="{FF2B5EF4-FFF2-40B4-BE49-F238E27FC236}">
                <ns2:creationId id="{788CEB52-C2E0-D330-7E84-3757F4A9904C}"/>
              </a:ext>
            </a:extLst>
          </p:cNvPr>
          <p:cNvGrpSpPr/>
          <p:nvPr/>
        </p:nvGrpSpPr>
        <p:grpSpPr>
          <a:xfrm>
            <a:off x="9157427" y="1628730"/>
            <a:ext cx="2699611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404450E3-5D21-5128-EDE2-7CC73844F61C}"/>
                </a:ext>
              </a:extLst>
            </p:cNvPr>
            <p:cNvSpPr txBox="1"/>
            <p:nvPr/>
          </p:nvSpPr>
          <p:spPr>
            <a:xfrm>
              <a:off x="10417445" y="1584170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6B6665F8-ED07-1D49-CE1C-53076E7A46FC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379DD46-0676-8D8F-D487-3DB49E530378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Rechteck 19">
              <a:extLst>
                <a:ext uri="{FF2B5EF4-FFF2-40B4-BE49-F238E27FC236}">
                  <ns2:creationId id="{ECBC889F-885F-F70F-5EE0-B5DA0893516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" name="Text Placeholder 7">
              <a:extLst>
                <a:ext uri="{FF2B5EF4-FFF2-40B4-BE49-F238E27FC236}">
                  <ns2:creationId id="{C054CFC9-95D7-9A95-E6FA-734F8233D3CA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193273" y="1762789"/>
              <a:ext cx="1493520" cy="15127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9484B21F-0012-B81B-18AA-6F7263F73996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Text Placeholder 7">
              <a:extLst>
                <a:ext uri="{FF2B5EF4-FFF2-40B4-BE49-F238E27FC236}">
                  <ns2:creationId id="{140D3D04-7DA8-C0A6-AEDF-49E021226941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8" name="直線コネクタ 16">
              <a:extLst>
                <a:ext uri="{FF2B5EF4-FFF2-40B4-BE49-F238E27FC236}">
                  <ns2:creationId id="{DE29C641-0BEC-0FBD-2A22-9EC5C502C2C0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追加 単色塗りつぶし">
              <a:extLst>
                <a:ext uri="{FF2B5EF4-FFF2-40B4-BE49-F238E27FC236}">
                  <ns2:creationId id="{EF801FA7-C9ED-78DE-2927-8F15893345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  <p:grpSp>
        <p:nvGrpSpPr>
          <p:cNvPr id="356" name="グループ化 355">
            <a:extLst>
              <a:ext uri="{FF2B5EF4-FFF2-40B4-BE49-F238E27FC236}">
                <ns2:creationId id="{EBC256F4-CEF6-2083-3418-A001AE9BAC46}"/>
              </a:ext>
            </a:extLst>
          </p:cNvPr>
          <p:cNvGrpSpPr/>
          <p:nvPr/>
        </p:nvGrpSpPr>
        <p:grpSpPr>
          <a:xfrm>
            <a:off x="334963" y="6093194"/>
            <a:ext cx="10489247" cy="209898"/>
            <a:chOff x="569901" y="5946798"/>
            <a:chExt cx="11287137" cy="360000"/>
          </a:xfrm>
        </p:grpSpPr>
        <p:sp>
          <p:nvSpPr>
            <p:cNvPr id="43" name="テキスト ボックス 42">
              <a:extLst>
                <a:ext uri="{FF2B5EF4-FFF2-40B4-BE49-F238E27FC236}">
                  <ns2:creationId id="{BCD7A723-BB6D-1610-D8EA-8E0C48ACE1F8}"/>
                </a:ext>
              </a:extLst>
            </p:cNvPr>
            <p:cNvSpPr txBox="1"/>
            <p:nvPr/>
          </p:nvSpPr>
          <p:spPr>
            <a:xfrm>
              <a:off x="569901" y="5946798"/>
              <a:ext cx="2964509" cy="360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7602E5AD-0BE3-F9A7-5319-A7F8F4CB72E3}"/>
                </a:ext>
              </a:extLst>
            </p:cNvPr>
            <p:cNvSpPr txBox="1"/>
            <p:nvPr/>
          </p:nvSpPr>
          <p:spPr>
            <a:xfrm>
              <a:off x="3604107" y="5946798"/>
              <a:ext cx="8252931" cy="360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312" name="グループ化 311">
            <a:extLst>
              <a:ext uri="{FF2B5EF4-FFF2-40B4-BE49-F238E27FC236}">
                <ns2:creationId id="{D7841C87-1795-CBD5-68F0-FE6CD20BB3BE}"/>
              </a:ext>
            </a:extLst>
          </p:cNvPr>
          <p:cNvGrpSpPr/>
          <p:nvPr/>
        </p:nvGrpSpPr>
        <p:grpSpPr>
          <a:xfrm>
            <a:off x="10493196" y="4498015"/>
            <a:ext cx="1363842" cy="1439700"/>
            <a:chOff x="10373691" y="4822234"/>
            <a:chExt cx="1363842" cy="1439700"/>
          </a:xfrm>
        </p:grpSpPr>
        <p:sp>
          <p:nvSpPr>
            <p:cNvPr id="305" name="正方形/長方形 304">
              <a:extLst>
                <a:ext uri="{FF2B5EF4-FFF2-40B4-BE49-F238E27FC236}">
                  <ns2:creationId id="{8937A9A6-EBF6-DAD3-EB02-88CB8109313E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306" name="グループ化 305">
              <a:extLst>
                <a:ext uri="{FF2B5EF4-FFF2-40B4-BE49-F238E27FC236}">
                  <ns2:creationId id="{DE3512BF-0919-EE9E-D13A-976E661B6A0F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307" name="直線コネクタ 306">
                <a:extLst>
                  <a:ext uri="{FF2B5EF4-FFF2-40B4-BE49-F238E27FC236}">
                    <ns2:creationId id="{4D41AC9B-F0B2-0782-E029-BD30C3DD03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E0C7FC4E-AE77-D244-AAC1-AED118E5BD9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2291A884-F0D7-67C8-0A29-FBD1A91111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EF826CE3-F0D4-9974-2F81-B2447A1984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AA091CD9-2600-7F35-ECD2-91EC75E25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41" name="グループ化 340">
            <a:extLst>
              <a:ext uri="{FF2B5EF4-FFF2-40B4-BE49-F238E27FC236}">
                <ns2:creationId id="{C2747834-A9B9-67B8-7107-B8BE9AE7BC65}"/>
              </a:ext>
            </a:extLst>
          </p:cNvPr>
          <p:cNvGrpSpPr/>
          <p:nvPr/>
        </p:nvGrpSpPr>
        <p:grpSpPr>
          <a:xfrm>
            <a:off x="10469880" y="3251279"/>
            <a:ext cx="1387158" cy="1080000"/>
            <a:chOff x="10469880" y="3093626"/>
            <a:chExt cx="1387158" cy="1080000"/>
          </a:xfrm>
        </p:grpSpPr>
        <p:sp>
          <p:nvSpPr>
            <p:cNvPr id="20" name="角丸四角形 6">
              <a:extLst>
                <a:ext uri="{FF2B5EF4-FFF2-40B4-BE49-F238E27FC236}">
                  <ns2:creationId id="{203BAF81-480F-A80B-42F8-70DBCE914B2E}"/>
                </a:ext>
              </a:extLst>
            </p:cNvPr>
            <p:cNvSpPr/>
            <p:nvPr/>
          </p:nvSpPr>
          <p:spPr>
            <a:xfrm>
              <a:off x="10469880" y="3093626"/>
              <a:ext cx="1387158" cy="1080000"/>
            </a:xfrm>
            <a:prstGeom prst="roundRect">
              <a:avLst>
                <a:gd name="adj" fmla="val 7282"/>
              </a:avLst>
            </a:prstGeom>
            <a:solidFill>
              <a:schemeClr val="accent5"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14" name="グラフィックス 313" descr="統計 単色塗りつぶし">
              <a:extLst>
                <a:ext uri="{FF2B5EF4-FFF2-40B4-BE49-F238E27FC236}">
                  <ns2:creationId id="{7D16E357-1B4A-ED6C-AC4B-ABA3D3101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>
              <a:off x="10957038" y="3167822"/>
              <a:ext cx="396000" cy="396000"/>
            </a:xfrm>
            <a:prstGeom prst="rect">
              <a:avLst/>
            </a:prstGeom>
          </p:spPr>
        </p:pic>
      </p:grpSp>
      <p:sp>
        <p:nvSpPr>
          <p:cNvPr id="7" name="Richtungspfeil 1">
            <a:extLst>
              <a:ext uri="{FF2B5EF4-FFF2-40B4-BE49-F238E27FC236}">
                <ns2:creationId id="{69DBE1F0-398A-4C4D-A876-0022BEBA8CCC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2" y="3251278"/>
            <a:ext cx="10119677" cy="1080000"/>
          </a:xfrm>
          <a:prstGeom prst="homePlate">
            <a:avLst>
              <a:gd name="adj" fmla="val 30640"/>
            </a:avLst>
          </a:prstGeom>
          <a:gradFill>
            <a:gsLst>
              <a:gs pos="0">
                <a:schemeClr val="accent5">
                  <a:alpha val="9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3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indent="3227388">
              <a:lnSpc>
                <a:spcPct val="125000"/>
              </a:lnSpc>
            </a:pP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角丸四角形 6">
            <a:extLst>
              <a:ext uri="{FF2B5EF4-FFF2-40B4-BE49-F238E27FC236}">
                <ns2:creationId id="{02F4D289-23EC-D13A-F575-DDBA42B1D54F}"/>
              </a:ext>
            </a:extLst>
          </p:cNvPr>
          <p:cNvSpPr/>
          <p:nvPr/>
        </p:nvSpPr>
        <p:spPr>
          <a:xfrm>
            <a:off x="611219" y="3449278"/>
            <a:ext cx="1908000" cy="684000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EA3350E3-39AA-9287-FCF3-431896116369}"/>
              </a:ext>
            </a:extLst>
          </p:cNvPr>
          <p:cNvGrpSpPr/>
          <p:nvPr/>
        </p:nvGrpSpPr>
        <p:grpSpPr>
          <a:xfrm>
            <a:off x="3103563" y="3251278"/>
            <a:ext cx="6632700" cy="1080000"/>
            <a:chOff x="3460342" y="3251278"/>
            <a:chExt cx="6632700" cy="1080000"/>
          </a:xfrm>
        </p:grpSpPr>
        <p:sp>
          <p:nvSpPr>
            <p:cNvPr id="18" name="Richtungspfeil 1">
              <a:extLst>
                <a:ext uri="{FF2B5EF4-FFF2-40B4-BE49-F238E27FC236}">
                  <ns2:creationId id="{CFD9B943-8006-22D4-2FEE-FFBFAD99F09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811696" y="3251278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ichtungspfeil 1">
              <a:extLst>
                <a:ext uri="{FF2B5EF4-FFF2-40B4-BE49-F238E27FC236}">
                  <ns2:creationId id="{FAC32DF3-FB12-B5FC-8CF1-B656E55ECE3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5429901" y="3251278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AutoShape 2">
              <a:extLst>
                <a:ext uri="{FF2B5EF4-FFF2-40B4-BE49-F238E27FC236}">
                  <ns2:creationId id="{6DADC824-348F-EE47-517F-09F506AF6013}"/>
                </a:ext>
              </a:extLst>
            </p:cNvPr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 rot="10800000" flipH="1">
              <a:off x="5240431" y="344927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6" name="AutoShape 2">
              <a:extLst>
                <a:ext uri="{FF2B5EF4-FFF2-40B4-BE49-F238E27FC236}">
                  <ns2:creationId id="{05A783D4-09F3-FC66-1AE5-6823D02EFD37}"/>
                </a:ext>
              </a:extLst>
            </p:cNvPr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 rot="10800000" flipH="1">
              <a:off x="5240431" y="371812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7" name="AutoShape 2">
              <a:extLst>
                <a:ext uri="{FF2B5EF4-FFF2-40B4-BE49-F238E27FC236}">
                  <ns2:creationId id="{6900EB3D-C195-D97B-1A31-7638ED5A36CD}"/>
                </a:ext>
              </a:extLst>
            </p:cNvPr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 rot="10800000" flipH="1">
              <a:off x="5240432" y="3986962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316" name="グラフィックス 315" descr="リサーチ 単色塗りつぶし">
              <a:extLst>
                <a:ext uri="{FF2B5EF4-FFF2-40B4-BE49-F238E27FC236}">
                  <ns2:creationId id="{4D763CF2-6A97-3CA5-C3F6-C2A1416179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3460342" y="3377278"/>
              <a:ext cx="324000" cy="324000"/>
            </a:xfrm>
            <a:prstGeom prst="rect">
              <a:avLst/>
            </a:prstGeom>
          </p:spPr>
        </p:pic>
        <p:pic>
          <p:nvPicPr>
            <p:cNvPr id="318" name="グラフィックス 317" descr="事業の成長 単色塗りつぶし">
              <a:extLst>
                <a:ext uri="{FF2B5EF4-FFF2-40B4-BE49-F238E27FC236}">
                  <ns2:creationId id="{5E193E3F-56D4-F9DB-2812-D62624675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3463355" y="3646120"/>
              <a:ext cx="324000" cy="324000"/>
            </a:xfrm>
            <a:prstGeom prst="rect">
              <a:avLst/>
            </a:prstGeom>
          </p:spPr>
        </p:pic>
        <p:pic>
          <p:nvPicPr>
            <p:cNvPr id="322" name="グラフィックス 321" descr="ベン図 単色塗りつぶし">
              <a:extLst>
                <a:ext uri="{FF2B5EF4-FFF2-40B4-BE49-F238E27FC236}">
                  <ns2:creationId id="{CCFBA0BE-E8A9-0ED2-8035-8F38FEFA82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3460342" y="3914962"/>
              <a:ext cx="324000" cy="324000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DB8C6D81-EB18-B052-704A-C6A43C37C669}"/>
              </a:ext>
            </a:extLst>
          </p:cNvPr>
          <p:cNvGrpSpPr/>
          <p:nvPr/>
        </p:nvGrpSpPr>
        <p:grpSpPr>
          <a:xfrm>
            <a:off x="569901" y="1628728"/>
            <a:ext cx="8331428" cy="1639290"/>
            <a:chOff x="569901" y="1628728"/>
            <a:chExt cx="8331428" cy="1639290"/>
          </a:xfrm>
        </p:grpSpPr>
        <p:sp>
          <p:nvSpPr>
            <p:cNvPr id="68" name="テキスト ボックス 67">
              <a:extLst>
                <a:ext uri="{FF2B5EF4-FFF2-40B4-BE49-F238E27FC236}">
                  <ns2:creationId id="{B229E840-4E8F-21E6-DDD4-7B69783D9A7D}"/>
                </a:ext>
              </a:extLst>
            </p:cNvPr>
            <p:cNvSpPr txBox="1"/>
            <p:nvPr/>
          </p:nvSpPr>
          <p:spPr>
            <a:xfrm>
              <a:off x="7264398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8" name="グループ化 347">
              <a:extLst>
                <a:ext uri="{FF2B5EF4-FFF2-40B4-BE49-F238E27FC236}">
                  <ns2:creationId id="{B508119B-24EB-4E1A-49E0-524257E16CA5}"/>
                </a:ext>
              </a:extLst>
            </p:cNvPr>
            <p:cNvGrpSpPr/>
            <p:nvPr/>
          </p:nvGrpSpPr>
          <p:grpSpPr>
            <a:xfrm>
              <a:off x="6143897" y="1628728"/>
              <a:ext cx="2311200" cy="360000"/>
              <a:chOff x="6143897" y="1471076"/>
              <a:chExt cx="2311200" cy="360000"/>
            </a:xfrm>
          </p:grpSpPr>
          <p:sp>
            <p:nvSpPr>
              <p:cNvPr id="46" name="Freeform 5">
                <a:extLst>
                  <a:ext uri="{FF2B5EF4-FFF2-40B4-BE49-F238E27FC236}">
                    <ns2:creationId id="{A0FA5301-9BA6-92DA-FD37-A3347919DC49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6143897" y="1471076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2" name="グラフィックス 331" descr="レジ 単色塗りつぶし">
                <a:extLst>
                  <a:ext uri="{FF2B5EF4-FFF2-40B4-BE49-F238E27FC236}">
                    <ns2:creationId id="{92CE21FB-80EF-0938-2DA4-393C100159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6473227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47" name="直線コネクタ 16">
              <a:extLst>
                <a:ext uri="{FF2B5EF4-FFF2-40B4-BE49-F238E27FC236}">
                  <ns2:creationId id="{6C7CCAA4-176E-702B-CFBB-153BFDC79C9C}"/>
                </a:ext>
              </a:extLst>
            </p:cNvPr>
            <p:cNvCxnSpPr>
              <a:cxnSpLocks/>
            </p:cNvCxnSpPr>
            <p:nvPr/>
          </p:nvCxnSpPr>
          <p:spPr>
            <a:xfrm>
              <a:off x="8325329" y="1630655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テキスト ボックス 85">
              <a:extLst>
                <a:ext uri="{FF2B5EF4-FFF2-40B4-BE49-F238E27FC236}">
                  <ns2:creationId id="{CD6A5AEA-5CFF-2162-9C85-2F348DC84CC4}"/>
                </a:ext>
              </a:extLst>
            </p:cNvPr>
            <p:cNvSpPr txBox="1"/>
            <p:nvPr/>
          </p:nvSpPr>
          <p:spPr>
            <a:xfrm>
              <a:off x="4482944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7" name="グループ化 346">
              <a:extLst>
                <a:ext uri="{FF2B5EF4-FFF2-40B4-BE49-F238E27FC236}">
                  <ns2:creationId id="{537BB39A-189A-07D3-4174-8665A47099AA}"/>
                </a:ext>
              </a:extLst>
            </p:cNvPr>
            <p:cNvGrpSpPr/>
            <p:nvPr/>
          </p:nvGrpSpPr>
          <p:grpSpPr>
            <a:xfrm>
              <a:off x="3361547" y="1628728"/>
              <a:ext cx="2312234" cy="360000"/>
              <a:chOff x="3361547" y="1471076"/>
              <a:chExt cx="2312234" cy="360000"/>
            </a:xfrm>
          </p:grpSpPr>
          <p:sp>
            <p:nvSpPr>
              <p:cNvPr id="75" name="Freeform 5">
                <a:extLst>
                  <a:ext uri="{FF2B5EF4-FFF2-40B4-BE49-F238E27FC236}">
                    <ns2:creationId id="{D4D3A4D0-ABEC-F974-A881-9BE03D77AB3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361547" y="1471076"/>
                <a:ext cx="2312234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4" name="グラフィックス 333" descr="工場 単色塗りつぶし">
                <a:extLst>
                  <a:ext uri="{FF2B5EF4-FFF2-40B4-BE49-F238E27FC236}">
                    <ns2:creationId id="{59430F03-B4B7-695C-1295-6331D0B4C2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386314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76" name="直線コネクタ 16">
              <a:extLst>
                <a:ext uri="{FF2B5EF4-FFF2-40B4-BE49-F238E27FC236}">
                  <ns2:creationId id="{CF7746F3-EC53-60BE-DB99-D30E4C1CAB03}"/>
                </a:ext>
              </a:extLst>
            </p:cNvPr>
            <p:cNvCxnSpPr>
              <a:cxnSpLocks/>
              <a:stCxn id="75" idx="1"/>
            </p:cNvCxnSpPr>
            <p:nvPr/>
          </p:nvCxnSpPr>
          <p:spPr>
            <a:xfrm>
              <a:off x="5543955" y="1628728"/>
              <a:ext cx="576000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テキスト ボックス 102">
              <a:extLst>
                <a:ext uri="{FF2B5EF4-FFF2-40B4-BE49-F238E27FC236}">
                  <ns2:creationId id="{3B3920F7-9B98-E283-0348-83C403804D2C}"/>
                </a:ext>
              </a:extLst>
            </p:cNvPr>
            <p:cNvSpPr txBox="1"/>
            <p:nvPr/>
          </p:nvSpPr>
          <p:spPr>
            <a:xfrm>
              <a:off x="1696111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56" name="グループ化 55">
              <a:extLst>
                <a:ext uri="{FF2B5EF4-FFF2-40B4-BE49-F238E27FC236}">
                  <ns2:creationId id="{541D6F10-0AE2-B6CC-C0E6-FB7878DD4092}"/>
                </a:ext>
              </a:extLst>
            </p:cNvPr>
            <p:cNvGrpSpPr/>
            <p:nvPr/>
          </p:nvGrpSpPr>
          <p:grpSpPr>
            <a:xfrm>
              <a:off x="8286109" y="2089048"/>
              <a:ext cx="514871" cy="1042008"/>
              <a:chOff x="8286109" y="2089048"/>
              <a:chExt cx="514871" cy="1042008"/>
            </a:xfrm>
          </p:grpSpPr>
          <p:grpSp>
            <p:nvGrpSpPr>
              <p:cNvPr id="4" name="グループ化 3">
                <a:extLst>
                  <a:ext uri="{FF2B5EF4-FFF2-40B4-BE49-F238E27FC236}">
                    <ns2:creationId id="{46C9613E-CDB6-895D-93CC-7F7F7E690812}"/>
                  </a:ext>
                </a:extLst>
              </p:cNvPr>
              <p:cNvGrpSpPr/>
              <p:nvPr/>
            </p:nvGrpSpPr>
            <p:grpSpPr>
              <a:xfrm>
                <a:off x="8286109" y="2089048"/>
                <a:ext cx="258452" cy="281884"/>
                <a:chOff x="7991278" y="2175427"/>
                <a:chExt cx="417839" cy="216000"/>
              </a:xfrm>
            </p:grpSpPr>
            <p:cxnSp>
              <p:nvCxnSpPr>
                <p:cNvPr id="51" name="直線コネクタ 16">
                  <a:extLst>
                    <a:ext uri="{FF2B5EF4-FFF2-40B4-BE49-F238E27FC236}">
                      <ns2:creationId id="{5FEFF17B-226D-EAF2-202C-FC82277D25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97434" y="2283427"/>
                  <a:ext cx="41168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16">
                  <a:extLst>
                    <a:ext uri="{FF2B5EF4-FFF2-40B4-BE49-F238E27FC236}">
                      <ns2:creationId id="{0DEFF74D-91AD-CBF6-B2D9-CCECF5B64A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991278" y="2175427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" name="グループ化 1">
                <a:extLst>
                  <a:ext uri="{FF2B5EF4-FFF2-40B4-BE49-F238E27FC236}">
                    <ns2:creationId id="{713F4984-762D-2DE1-0790-2454C0D13B69}"/>
                  </a:ext>
                </a:extLst>
              </p:cNvPr>
              <p:cNvGrpSpPr/>
              <p:nvPr/>
            </p:nvGrpSpPr>
            <p:grpSpPr>
              <a:xfrm>
                <a:off x="8452373" y="2849172"/>
                <a:ext cx="348607" cy="281884"/>
                <a:chOff x="8227228" y="2845475"/>
                <a:chExt cx="563592" cy="216000"/>
              </a:xfrm>
            </p:grpSpPr>
            <p:cxnSp>
              <p:nvCxnSpPr>
                <p:cNvPr id="55" name="直線コネクタ 16">
                  <a:extLst>
                    <a:ext uri="{FF2B5EF4-FFF2-40B4-BE49-F238E27FC236}">
                      <ns2:creationId id="{29960CD5-4AD3-1E9E-2EE2-641BE0762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227228" y="2953475"/>
                  <a:ext cx="563592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直線コネクタ 16">
                  <a:extLst>
                    <a:ext uri="{FF2B5EF4-FFF2-40B4-BE49-F238E27FC236}">
                      <ns2:creationId id="{55C79170-467A-DA77-722E-22CC52304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227228" y="2845475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" name="グループ化 2">
                <a:extLst>
                  <a:ext uri="{FF2B5EF4-FFF2-40B4-BE49-F238E27FC236}">
                    <ns2:creationId id="{9C09D4DC-4A14-7264-FB43-F3E86154F83D}"/>
                  </a:ext>
                </a:extLst>
              </p:cNvPr>
              <p:cNvGrpSpPr/>
              <p:nvPr/>
            </p:nvGrpSpPr>
            <p:grpSpPr>
              <a:xfrm>
                <a:off x="8372413" y="2469110"/>
                <a:ext cx="304227" cy="281884"/>
                <a:chOff x="8114382" y="2505833"/>
                <a:chExt cx="491843" cy="216000"/>
              </a:xfrm>
            </p:grpSpPr>
            <p:cxnSp>
              <p:nvCxnSpPr>
                <p:cNvPr id="54" name="直線コネクタ 16">
                  <a:extLst>
                    <a:ext uri="{FF2B5EF4-FFF2-40B4-BE49-F238E27FC236}">
                      <ns2:creationId id="{D18B666F-28EC-27B2-E439-3CAD5B8227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14382" y="2613833"/>
                  <a:ext cx="49184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直線コネクタ 16">
                  <a:extLst>
                    <a:ext uri="{FF2B5EF4-FFF2-40B4-BE49-F238E27FC236}">
                      <ns2:creationId id="{87ECA1C4-0737-BB4D-4692-CF6770CC76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118280" y="2505833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" name="グループ化 7">
              <a:extLst>
                <a:ext uri="{FF2B5EF4-FFF2-40B4-BE49-F238E27FC236}">
                  <ns2:creationId id="{1B705808-6ECB-7B74-EE1E-423296F9B00A}"/>
                </a:ext>
              </a:extLst>
            </p:cNvPr>
            <p:cNvGrpSpPr/>
            <p:nvPr/>
          </p:nvGrpSpPr>
          <p:grpSpPr>
            <a:xfrm>
              <a:off x="5498001" y="2089048"/>
              <a:ext cx="265895" cy="281884"/>
              <a:chOff x="5199066" y="2175427"/>
              <a:chExt cx="429872" cy="216000"/>
            </a:xfrm>
          </p:grpSpPr>
          <p:cxnSp>
            <p:nvCxnSpPr>
              <p:cNvPr id="87" name="直線コネクタ 16">
                <a:extLst>
                  <a:ext uri="{FF2B5EF4-FFF2-40B4-BE49-F238E27FC236}">
                    <ns2:creationId id="{CE62A7E8-FB30-84AC-114D-24C7D9F6B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05222" y="2283427"/>
                <a:ext cx="42371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16">
                <a:extLst>
                  <a:ext uri="{FF2B5EF4-FFF2-40B4-BE49-F238E27FC236}">
                    <ns2:creationId id="{B3193628-2DC3-D105-DE47-B0614690B9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99066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BB5C18F2-588E-1DF0-B06F-1B475583F96A}"/>
                </a:ext>
              </a:extLst>
            </p:cNvPr>
            <p:cNvGrpSpPr/>
            <p:nvPr/>
          </p:nvGrpSpPr>
          <p:grpSpPr>
            <a:xfrm>
              <a:off x="5670920" y="2849172"/>
              <a:ext cx="348606" cy="281884"/>
              <a:chOff x="5445774" y="2845475"/>
              <a:chExt cx="563592" cy="216000"/>
            </a:xfrm>
          </p:grpSpPr>
          <p:cxnSp>
            <p:nvCxnSpPr>
              <p:cNvPr id="84" name="直線コネクタ 16">
                <a:extLst>
                  <a:ext uri="{FF2B5EF4-FFF2-40B4-BE49-F238E27FC236}">
                    <ns2:creationId id="{F63FB2ED-C0F7-44EA-7DF8-4F5BA2E80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45774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16">
                <a:extLst>
                  <a:ext uri="{FF2B5EF4-FFF2-40B4-BE49-F238E27FC236}">
                    <ns2:creationId id="{7E49A9D8-11E4-5D98-F6FE-5DC4CA092C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45774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0B7BD1AC-1978-7F62-28DA-8F21ABC77C06}"/>
                </a:ext>
              </a:extLst>
            </p:cNvPr>
            <p:cNvGrpSpPr/>
            <p:nvPr/>
          </p:nvGrpSpPr>
          <p:grpSpPr>
            <a:xfrm>
              <a:off x="5584305" y="2469110"/>
              <a:ext cx="311110" cy="281884"/>
              <a:chOff x="5322170" y="2505833"/>
              <a:chExt cx="563592" cy="216000"/>
            </a:xfrm>
          </p:grpSpPr>
          <p:cxnSp>
            <p:nvCxnSpPr>
              <p:cNvPr id="80" name="直線コネクタ 16">
                <a:extLst>
                  <a:ext uri="{FF2B5EF4-FFF2-40B4-BE49-F238E27FC236}">
                    <ns2:creationId id="{C90AE56D-B1AB-C93F-64C6-DF875B024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2170" y="2613833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16">
                <a:extLst>
                  <a:ext uri="{FF2B5EF4-FFF2-40B4-BE49-F238E27FC236}">
                    <ns2:creationId id="{E9BB8B91-A73E-0BEA-8936-06641F2687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26068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C4349D87-E7AA-EC93-8C29-36B24845790C}"/>
                </a:ext>
              </a:extLst>
            </p:cNvPr>
            <p:cNvGrpSpPr/>
            <p:nvPr/>
          </p:nvGrpSpPr>
          <p:grpSpPr>
            <a:xfrm>
              <a:off x="2707843" y="2089048"/>
              <a:ext cx="258419" cy="281884"/>
              <a:chOff x="2406854" y="2175427"/>
              <a:chExt cx="417785" cy="216000"/>
            </a:xfrm>
          </p:grpSpPr>
          <p:cxnSp>
            <p:nvCxnSpPr>
              <p:cNvPr id="104" name="直線コネクタ 16">
                <a:extLst>
                  <a:ext uri="{FF2B5EF4-FFF2-40B4-BE49-F238E27FC236}">
                    <ns2:creationId id="{BD774B6E-3472-BC8F-651B-714557C68D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3010" y="2283427"/>
                <a:ext cx="411629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6">
                <a:extLst>
                  <a:ext uri="{FF2B5EF4-FFF2-40B4-BE49-F238E27FC236}">
                    <ns2:creationId id="{44B3A734-DDEA-BFAB-D9F5-4A407B9D92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06854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A90FC89D-E477-16D7-C331-B36A60DE84EA}"/>
                </a:ext>
              </a:extLst>
            </p:cNvPr>
            <p:cNvGrpSpPr/>
            <p:nvPr/>
          </p:nvGrpSpPr>
          <p:grpSpPr>
            <a:xfrm>
              <a:off x="2884087" y="2849172"/>
              <a:ext cx="348606" cy="281884"/>
              <a:chOff x="2658941" y="2845475"/>
              <a:chExt cx="563592" cy="216000"/>
            </a:xfrm>
          </p:grpSpPr>
          <p:cxnSp>
            <p:nvCxnSpPr>
              <p:cNvPr id="101" name="直線コネクタ 16">
                <a:extLst>
                  <a:ext uri="{FF2B5EF4-FFF2-40B4-BE49-F238E27FC236}">
                    <ns2:creationId id="{6741F93C-D5F1-37CD-162E-D5582D43F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8941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6">
                <a:extLst>
                  <a:ext uri="{FF2B5EF4-FFF2-40B4-BE49-F238E27FC236}">
                    <ns2:creationId id="{C7D6A1F6-867A-41C2-BA36-8185B0E2D2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58941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グループ化 9">
              <a:extLst>
                <a:ext uri="{FF2B5EF4-FFF2-40B4-BE49-F238E27FC236}">
                  <ns2:creationId id="{8A0FCDE1-A8A1-D0A3-1373-B07A98866DAE}"/>
                </a:ext>
              </a:extLst>
            </p:cNvPr>
            <p:cNvGrpSpPr/>
            <p:nvPr/>
          </p:nvGrpSpPr>
          <p:grpSpPr>
            <a:xfrm>
              <a:off x="2796050" y="2469110"/>
              <a:ext cx="303385" cy="281884"/>
              <a:chOff x="2533037" y="2505833"/>
              <a:chExt cx="490483" cy="216000"/>
            </a:xfrm>
          </p:grpSpPr>
          <p:cxnSp>
            <p:nvCxnSpPr>
              <p:cNvPr id="97" name="直線コネクタ 16">
                <a:extLst>
                  <a:ext uri="{FF2B5EF4-FFF2-40B4-BE49-F238E27FC236}">
                    <ns2:creationId id="{7A02F40C-F157-0598-26D3-06186D0A7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3037" y="2613833"/>
                <a:ext cx="490483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16">
                <a:extLst>
                  <a:ext uri="{FF2B5EF4-FFF2-40B4-BE49-F238E27FC236}">
                    <ns2:creationId id="{A0DA82AC-A5FB-83A1-1726-00BC3C6078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3856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EBA7A568-814C-FF33-B267-359610AA91F9}"/>
                </a:ext>
              </a:extLst>
            </p:cNvPr>
            <p:cNvGrpSpPr/>
            <p:nvPr/>
          </p:nvGrpSpPr>
          <p:grpSpPr>
            <a:xfrm>
              <a:off x="569901" y="1628728"/>
              <a:ext cx="2311667" cy="360000"/>
              <a:chOff x="569901" y="1471076"/>
              <a:chExt cx="2311667" cy="360000"/>
            </a:xfrm>
          </p:grpSpPr>
          <p:sp>
            <p:nvSpPr>
              <p:cNvPr id="92" name="Freeform 5">
                <a:extLst>
                  <a:ext uri="{FF2B5EF4-FFF2-40B4-BE49-F238E27FC236}">
                    <ns2:creationId id="{F70681D1-B89D-2B42-4DB7-0E70D7383EBD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569901" y="1471076"/>
                <a:ext cx="2311667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8" name="グラフィックス 337" descr="顕微鏡 単色塗りつぶし">
                <a:extLst>
                  <a:ext uri="{FF2B5EF4-FFF2-40B4-BE49-F238E27FC236}">
                    <ns2:creationId id="{87BECE60-7E90-2B49-7AD7-771741D119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101440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93" name="直線コネクタ 16">
              <a:extLst>
                <a:ext uri="{FF2B5EF4-FFF2-40B4-BE49-F238E27FC236}">
                  <ns2:creationId id="{FC868246-73D7-8904-817F-3CCB44ABA3B4}"/>
                </a:ext>
              </a:extLst>
            </p:cNvPr>
            <p:cNvCxnSpPr>
              <a:cxnSpLocks/>
              <a:stCxn id="92" idx="1"/>
            </p:cNvCxnSpPr>
            <p:nvPr/>
          </p:nvCxnSpPr>
          <p:spPr>
            <a:xfrm>
              <a:off x="2751774" y="1628728"/>
              <a:ext cx="575999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40FDD8C-4382-EA20-03A4-8D4A1B8C0F14}"/>
                </a:ext>
              </a:extLst>
            </p:cNvPr>
            <p:cNvGrpSpPr/>
            <p:nvPr/>
          </p:nvGrpSpPr>
          <p:grpSpPr>
            <a:xfrm>
              <a:off x="649646" y="2087778"/>
              <a:ext cx="2119288" cy="654671"/>
              <a:chOff x="649646" y="2087778"/>
              <a:chExt cx="2119288" cy="654671"/>
            </a:xfrm>
          </p:grpSpPr>
          <p:sp>
            <p:nvSpPr>
              <p:cNvPr id="107" name="テキスト ボックス 106">
                <a:extLst>
                  <a:ext uri="{FF2B5EF4-FFF2-40B4-BE49-F238E27FC236}">
                    <ns2:creationId id="{6D83D9C3-6861-D5BF-762B-B8BC26EFDA4D}"/>
                  </a:ext>
                </a:extLst>
              </p:cNvPr>
              <p:cNvSpPr txBox="1"/>
              <p:nvPr/>
            </p:nvSpPr>
            <p:spPr>
              <a:xfrm>
                <a:off x="649646" y="2087778"/>
                <a:ext cx="2032561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(</a:t>
                </a:r>
                <a:r>
                  <a:rPr lang="ja-JP" altLang="en-US" sz="1000"/>
                  <a:t>XX</a:t>
                </a:r>
                <a:r>
                  <a:rPr kumimoji="1" lang="en-US" altLang="ja-JP" sz="1000"/>
                  <a:t>)</a:t>
                </a:r>
                <a:endParaRPr kumimoji="1" lang="ja-JP" altLang="en-US" sz="1000"/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5D4741FE-03F3-5E45-BC2A-D778A2CC5F0A}"/>
                  </a:ext>
                </a:extLst>
              </p:cNvPr>
              <p:cNvSpPr txBox="1"/>
              <p:nvPr/>
            </p:nvSpPr>
            <p:spPr>
              <a:xfrm>
                <a:off x="797559" y="2465450"/>
                <a:ext cx="197137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PLM</a:t>
                </a:r>
                <a:r>
                  <a:rPr lang="ja-JP" altLang="en-US" sz="1000"/>
                  <a:t>*</a:t>
                </a:r>
                <a:endParaRPr kumimoji="1" lang="ja-JP" altLang="en-US" sz="1000"/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DBD77C92-1319-719D-5E1C-8FD50EE85F64}"/>
                </a:ext>
              </a:extLst>
            </p:cNvPr>
            <p:cNvGrpSpPr/>
            <p:nvPr/>
          </p:nvGrpSpPr>
          <p:grpSpPr>
            <a:xfrm>
              <a:off x="3811696" y="2087778"/>
              <a:ext cx="1748886" cy="654671"/>
              <a:chOff x="1020048" y="2087778"/>
              <a:chExt cx="1748886" cy="654671"/>
            </a:xfrm>
          </p:grpSpPr>
          <p:sp>
            <p:nvSpPr>
              <p:cNvPr id="15" name="テキスト ボックス 14">
                <a:extLst>
                  <a:ext uri="{FF2B5EF4-FFF2-40B4-BE49-F238E27FC236}">
                    <ns2:creationId id="{87193581-4050-E71B-E07A-49697442F64D}"/>
                  </a:ext>
                </a:extLst>
              </p:cNvPr>
              <p:cNvSpPr txBox="1"/>
              <p:nvPr/>
            </p:nvSpPr>
            <p:spPr>
              <a:xfrm>
                <a:off x="1020048" y="2087778"/>
                <a:ext cx="1662159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757016C2-417F-53E1-5D0F-10505EC794C5}"/>
                  </a:ext>
                </a:extLst>
              </p:cNvPr>
              <p:cNvSpPr txBox="1"/>
              <p:nvPr/>
            </p:nvSpPr>
            <p:spPr>
              <a:xfrm>
                <a:off x="1231711" y="2465450"/>
                <a:ext cx="15372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IoT</a:t>
                </a:r>
                <a:endParaRPr lang="ja-JP" altLang="en-US" sz="1000"/>
              </a:p>
            </p:txBody>
          </p:sp>
        </p:grpSp>
        <p:grpSp>
          <p:nvGrpSpPr>
            <p:cNvPr id="17" name="グループ化 16">
              <a:extLst>
                <a:ext uri="{FF2B5EF4-FFF2-40B4-BE49-F238E27FC236}">
                  <ns2:creationId id="{4A7ABDD2-7243-3D5C-EFF1-B70EA81FA276}"/>
                </a:ext>
              </a:extLst>
            </p:cNvPr>
            <p:cNvGrpSpPr/>
            <p:nvPr/>
          </p:nvGrpSpPr>
          <p:grpSpPr>
            <a:xfrm>
              <a:off x="6675121" y="2087778"/>
              <a:ext cx="1667811" cy="654671"/>
              <a:chOff x="1101124" y="2087778"/>
              <a:chExt cx="1667812" cy="654671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E5046567-BA50-FCCD-890D-C85A1AF27AC7}"/>
                  </a:ext>
                </a:extLst>
              </p:cNvPr>
              <p:cNvSpPr txBox="1"/>
              <p:nvPr/>
            </p:nvSpPr>
            <p:spPr>
              <a:xfrm>
                <a:off x="1101124" y="2087778"/>
                <a:ext cx="158108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XX</a:t>
                </a:r>
                <a:endParaRPr kumimoji="1" lang="ja-JP" altLang="en-US" sz="1000"/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7043A180-B3D8-2D45-3360-0BA600B2DA20}"/>
                  </a:ext>
                </a:extLst>
              </p:cNvPr>
              <p:cNvSpPr txBox="1"/>
              <p:nvPr/>
            </p:nvSpPr>
            <p:spPr>
              <a:xfrm>
                <a:off x="1294162" y="2465450"/>
                <a:ext cx="14747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endParaRPr kumimoji="1" lang="ja-JP" altLang="en-US" sz="1000"/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C83EA9D7-9E69-1B0F-5F23-B5FC2C8F2D73}"/>
              </a:ext>
            </a:extLst>
          </p:cNvPr>
          <p:cNvGrpSpPr/>
          <p:nvPr/>
        </p:nvGrpSpPr>
        <p:grpSpPr>
          <a:xfrm>
            <a:off x="1101365" y="4326606"/>
            <a:ext cx="8385805" cy="1633446"/>
            <a:chOff x="1101365" y="4326606"/>
            <a:chExt cx="8385805" cy="1633446"/>
          </a:xfrm>
        </p:grpSpPr>
        <p:sp>
          <p:nvSpPr>
            <p:cNvPr id="123" name="テキスト ボックス 122">
              <a:extLst>
                <a:ext uri="{FF2B5EF4-FFF2-40B4-BE49-F238E27FC236}">
                  <ns2:creationId id="{BC92A185-A84E-3789-375A-864C96EE0C8A}"/>
                </a:ext>
              </a:extLst>
            </p:cNvPr>
            <p:cNvSpPr txBox="1"/>
            <p:nvPr/>
          </p:nvSpPr>
          <p:spPr>
            <a:xfrm>
              <a:off x="7857388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9" name="グループ化 48">
              <a:extLst>
                <a:ext uri="{FF2B5EF4-FFF2-40B4-BE49-F238E27FC236}">
                  <ns2:creationId id="{9C4D6EC1-0E42-BECA-A7DA-8CD0BCBE39D4}"/>
                </a:ext>
              </a:extLst>
            </p:cNvPr>
            <p:cNvGrpSpPr/>
            <p:nvPr/>
          </p:nvGrpSpPr>
          <p:grpSpPr>
            <a:xfrm>
              <a:off x="8854452" y="5248606"/>
              <a:ext cx="259200" cy="280800"/>
              <a:chOff x="8586228" y="5157166"/>
              <a:chExt cx="563592" cy="216000"/>
            </a:xfrm>
          </p:grpSpPr>
          <p:cxnSp>
            <p:nvCxnSpPr>
              <p:cNvPr id="124" name="直線コネクタ 16">
                <a:extLst>
                  <a:ext uri="{FF2B5EF4-FFF2-40B4-BE49-F238E27FC236}">
                    <ns2:creationId id="{81C0E587-91C4-3C40-F09D-EF415B024B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6228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6">
                <a:extLst>
                  <a:ext uri="{FF2B5EF4-FFF2-40B4-BE49-F238E27FC236}">
                    <ns2:creationId id="{79B4E67C-4EC0-05DF-A544-A2AAF82597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586229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グループ化 51">
              <a:extLst>
                <a:ext uri="{FF2B5EF4-FFF2-40B4-BE49-F238E27FC236}">
                  <ns2:creationId id="{8B4369CE-A177-1910-4A2E-E598DDDB9A41}"/>
                </a:ext>
              </a:extLst>
            </p:cNvPr>
            <p:cNvGrpSpPr/>
            <p:nvPr/>
          </p:nvGrpSpPr>
          <p:grpSpPr>
            <a:xfrm>
              <a:off x="9033578" y="4477885"/>
              <a:ext cx="349200" cy="280800"/>
              <a:chOff x="8820218" y="4477885"/>
              <a:chExt cx="568354" cy="216000"/>
            </a:xfrm>
          </p:grpSpPr>
          <p:cxnSp>
            <p:nvCxnSpPr>
              <p:cNvPr id="121" name="直線コネクタ 16">
                <a:extLst>
                  <a:ext uri="{FF2B5EF4-FFF2-40B4-BE49-F238E27FC236}">
                    <ns2:creationId id="{6196215A-245B-5757-1ACC-906A59B62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24980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6">
                <a:extLst>
                  <a:ext uri="{FF2B5EF4-FFF2-40B4-BE49-F238E27FC236}">
                    <ns2:creationId id="{C4C8CFDE-3BC0-A98F-3215-E85485DAC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20218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86752EE2-FF27-2C77-9A98-91E671AAB148}"/>
                </a:ext>
              </a:extLst>
            </p:cNvPr>
            <p:cNvGrpSpPr/>
            <p:nvPr/>
          </p:nvGrpSpPr>
          <p:grpSpPr>
            <a:xfrm>
              <a:off x="8956169" y="4863246"/>
              <a:ext cx="287067" cy="280800"/>
              <a:chOff x="8706234" y="4817526"/>
              <a:chExt cx="528877" cy="216000"/>
            </a:xfrm>
          </p:grpSpPr>
          <p:cxnSp>
            <p:nvCxnSpPr>
              <p:cNvPr id="117" name="直線コネクタ 16">
                <a:extLst>
                  <a:ext uri="{FF2B5EF4-FFF2-40B4-BE49-F238E27FC236}">
                    <ns2:creationId id="{3B39C052-F662-4DFF-5BC4-7A71D477C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6400" y="4925526"/>
                <a:ext cx="52871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6">
                <a:extLst>
                  <a:ext uri="{FF2B5EF4-FFF2-40B4-BE49-F238E27FC236}">
                    <ns2:creationId id="{16F01D01-4262-49C4-12FD-CC55B6B0B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06234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5" name="グループ化 344">
              <a:extLst>
                <a:ext uri="{FF2B5EF4-FFF2-40B4-BE49-F238E27FC236}">
                  <ns2:creationId id="{C2DE24EC-EFC6-AC69-8083-D24558E98F22}"/>
                </a:ext>
              </a:extLst>
            </p:cNvPr>
            <p:cNvGrpSpPr/>
            <p:nvPr/>
          </p:nvGrpSpPr>
          <p:grpSpPr>
            <a:xfrm>
              <a:off x="6735002" y="5586605"/>
              <a:ext cx="2367012" cy="373447"/>
              <a:chOff x="6156781" y="5428953"/>
              <a:chExt cx="2367012" cy="373447"/>
            </a:xfrm>
          </p:grpSpPr>
          <p:sp>
            <p:nvSpPr>
              <p:cNvPr id="112" name="Freeform 5">
                <a:extLst>
                  <a:ext uri="{FF2B5EF4-FFF2-40B4-BE49-F238E27FC236}">
                    <ns2:creationId id="{DFEF96EF-F588-DCCD-9998-071DDFEABB21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rot="10800000" flipH="1">
                <a:off x="6156781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Freeform 5">
                <a:extLst>
                  <a:ext uri="{FF2B5EF4-FFF2-40B4-BE49-F238E27FC236}">
                    <ns2:creationId id="{9704BBDA-5E04-804B-3D6D-25546FF086DE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6650754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CRM</a:t>
                </a:r>
              </a:p>
            </p:txBody>
          </p:sp>
          <p:pic>
            <p:nvPicPr>
              <p:cNvPr id="320" name="グラフィックス 319" descr="データベース 単色塗りつぶし">
                <a:extLst>
                  <a:ext uri="{FF2B5EF4-FFF2-40B4-BE49-F238E27FC236}">
                    <ns2:creationId id="{7371709D-2061-5C54-DE9E-491C6B2EB1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tretch>
                <a:fillRect/>
              </a:stretch>
            </p:blipFill>
            <p:spPr>
              <a:xfrm>
                <a:off x="6651027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113" name="直線コネクタ 16">
              <a:extLst>
                <a:ext uri="{FF2B5EF4-FFF2-40B4-BE49-F238E27FC236}">
                  <ns2:creationId id="{E80C0B97-4E36-861F-47E6-D66AA60C1A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11170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6A80C2AD-2E96-A91D-89C3-4F8FDF5F317D}"/>
                </a:ext>
              </a:extLst>
            </p:cNvPr>
            <p:cNvGrpSpPr/>
            <p:nvPr/>
          </p:nvGrpSpPr>
          <p:grpSpPr>
            <a:xfrm>
              <a:off x="6097020" y="5248606"/>
              <a:ext cx="259200" cy="280800"/>
              <a:chOff x="5828796" y="5157166"/>
              <a:chExt cx="563592" cy="216000"/>
            </a:xfrm>
          </p:grpSpPr>
          <p:cxnSp>
            <p:nvCxnSpPr>
              <p:cNvPr id="214" name="直線コネクタ 16">
                <a:extLst>
                  <a:ext uri="{FF2B5EF4-FFF2-40B4-BE49-F238E27FC236}">
                    <ns2:creationId id="{DF8818BD-43A4-D712-AE61-A151C21D76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28796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16">
                <a:extLst>
                  <a:ext uri="{FF2B5EF4-FFF2-40B4-BE49-F238E27FC236}">
                    <ns2:creationId id="{EBB614BE-9696-8F4D-A6BD-7D391B2D3C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8797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47">
              <a:extLst>
                <a:ext uri="{FF2B5EF4-FFF2-40B4-BE49-F238E27FC236}">
                  <ns2:creationId id="{8ADF90AD-0D91-E298-C158-6D8718BDCC47}"/>
                </a:ext>
              </a:extLst>
            </p:cNvPr>
            <p:cNvGrpSpPr/>
            <p:nvPr/>
          </p:nvGrpSpPr>
          <p:grpSpPr>
            <a:xfrm>
              <a:off x="6276146" y="4477885"/>
              <a:ext cx="349200" cy="280800"/>
              <a:chOff x="6062786" y="4477885"/>
              <a:chExt cx="568354" cy="216000"/>
            </a:xfrm>
          </p:grpSpPr>
          <p:cxnSp>
            <p:nvCxnSpPr>
              <p:cNvPr id="211" name="直線コネクタ 16">
                <a:extLst>
                  <a:ext uri="{FF2B5EF4-FFF2-40B4-BE49-F238E27FC236}">
                    <ns2:creationId id="{D4D51B7F-BB43-5E41-DBD4-FE600D0CF4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7548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16">
                <a:extLst>
                  <a:ext uri="{FF2B5EF4-FFF2-40B4-BE49-F238E27FC236}">
                    <ns2:creationId id="{DE4032E9-8833-D92B-F45E-C831C05188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62786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テキスト ボックス 212">
              <a:extLst>
                <a:ext uri="{FF2B5EF4-FFF2-40B4-BE49-F238E27FC236}">
                  <ns2:creationId id="{A1C173B4-E74E-9FEA-809A-CDD0261F6BAB}"/>
                </a:ext>
              </a:extLst>
            </p:cNvPr>
            <p:cNvSpPr txBox="1"/>
            <p:nvPr/>
          </p:nvSpPr>
          <p:spPr>
            <a:xfrm>
              <a:off x="5099956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CA4FE7DF-E0F3-F12D-371F-4FE8BFFD1A4B}"/>
                </a:ext>
              </a:extLst>
            </p:cNvPr>
            <p:cNvGrpSpPr/>
            <p:nvPr/>
          </p:nvGrpSpPr>
          <p:grpSpPr>
            <a:xfrm>
              <a:off x="6192623" y="4863246"/>
              <a:ext cx="289693" cy="280800"/>
              <a:chOff x="5942687" y="4817526"/>
              <a:chExt cx="539504" cy="216000"/>
            </a:xfrm>
          </p:grpSpPr>
          <p:cxnSp>
            <p:nvCxnSpPr>
              <p:cNvPr id="207" name="直線コネクタ 16">
                <a:extLst>
                  <a:ext uri="{FF2B5EF4-FFF2-40B4-BE49-F238E27FC236}">
                    <ns2:creationId id="{951A76B8-3887-7EFD-275F-7A6B6B9566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8969" y="4925526"/>
                <a:ext cx="53322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線コネクタ 16">
                <a:extLst>
                  <a:ext uri="{FF2B5EF4-FFF2-40B4-BE49-F238E27FC236}">
                    <ns2:creationId id="{E59C0F63-3A6A-9206-B96E-51891C4BF6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42687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ns2:creationId id="{B6D61F71-1FFF-4064-112D-7D6B53126EC9}"/>
                </a:ext>
              </a:extLst>
            </p:cNvPr>
            <p:cNvGrpSpPr/>
            <p:nvPr/>
          </p:nvGrpSpPr>
          <p:grpSpPr>
            <a:xfrm>
              <a:off x="3977570" y="5586605"/>
              <a:ext cx="2367012" cy="373447"/>
              <a:chOff x="3399349" y="5428953"/>
              <a:chExt cx="2367012" cy="373447"/>
            </a:xfrm>
          </p:grpSpPr>
          <p:sp>
            <p:nvSpPr>
              <p:cNvPr id="201" name="Freeform 5">
                <a:extLst>
                  <a:ext uri="{FF2B5EF4-FFF2-40B4-BE49-F238E27FC236}">
                    <ns2:creationId id="{5B124CC7-310C-E51F-93BD-55EA5D9E1F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rot="10800000" flipH="1">
                <a:off x="3399349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Freeform 5">
                <a:extLst>
                  <a:ext uri="{FF2B5EF4-FFF2-40B4-BE49-F238E27FC236}">
                    <ns2:creationId id="{19765333-B372-0A27-ED69-7798960E49A7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3893322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6" name="グラフィックス 325" descr="トラック 単色塗りつぶし">
                <a:extLst>
                  <a:ext uri="{FF2B5EF4-FFF2-40B4-BE49-F238E27FC236}">
                    <ns2:creationId id="{DAECB2DE-D691-5BE3-033D-AF7DD98C9E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tretch>
                <a:fillRect/>
              </a:stretch>
            </p:blipFill>
            <p:spPr>
              <a:xfrm>
                <a:off x="385044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02" name="直線コネクタ 16">
              <a:extLst>
                <a:ext uri="{FF2B5EF4-FFF2-40B4-BE49-F238E27FC236}">
                  <ns2:creationId id="{8F601C1B-A15A-4B0A-A714-F33CB57075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53738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グループ化 23">
              <a:extLst>
                <a:ext uri="{FF2B5EF4-FFF2-40B4-BE49-F238E27FC236}">
                  <ns2:creationId id="{D6C71054-930C-5D0D-AE80-2D9CA6CF5D5E}"/>
                </a:ext>
              </a:extLst>
            </p:cNvPr>
            <p:cNvGrpSpPr/>
            <p:nvPr/>
          </p:nvGrpSpPr>
          <p:grpSpPr>
            <a:xfrm>
              <a:off x="3226391" y="5248606"/>
              <a:ext cx="259200" cy="280800"/>
              <a:chOff x="2958167" y="5157166"/>
              <a:chExt cx="563592" cy="216000"/>
            </a:xfrm>
          </p:grpSpPr>
          <p:cxnSp>
            <p:nvCxnSpPr>
              <p:cNvPr id="232" name="直線コネクタ 16">
                <a:extLst>
                  <a:ext uri="{FF2B5EF4-FFF2-40B4-BE49-F238E27FC236}">
                    <ns2:creationId id="{0C305211-90B9-FD8D-DD72-22C97FB37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167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16">
                <a:extLst>
                  <a:ext uri="{FF2B5EF4-FFF2-40B4-BE49-F238E27FC236}">
                    <ns2:creationId id="{F4D4A281-D374-B03E-A1E4-A136BE2C99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58168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グループ化 34">
              <a:extLst>
                <a:ext uri="{FF2B5EF4-FFF2-40B4-BE49-F238E27FC236}">
                  <ns2:creationId id="{6BFBBDB7-2DEB-0410-93CE-39D139FFDE18}"/>
                </a:ext>
              </a:extLst>
            </p:cNvPr>
            <p:cNvGrpSpPr/>
            <p:nvPr/>
          </p:nvGrpSpPr>
          <p:grpSpPr>
            <a:xfrm>
              <a:off x="3405517" y="4477885"/>
              <a:ext cx="349200" cy="280800"/>
              <a:chOff x="3192157" y="4477885"/>
              <a:chExt cx="568354" cy="216000"/>
            </a:xfrm>
          </p:grpSpPr>
          <p:cxnSp>
            <p:nvCxnSpPr>
              <p:cNvPr id="229" name="直線コネクタ 16">
                <a:extLst>
                  <a:ext uri="{FF2B5EF4-FFF2-40B4-BE49-F238E27FC236}">
                    <ns2:creationId id="{6F2F7A1E-F9FA-86B0-3085-15074EF6F9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6919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16">
                <a:extLst>
                  <a:ext uri="{FF2B5EF4-FFF2-40B4-BE49-F238E27FC236}">
                    <ns2:creationId id="{EE210EA4-FA36-5D03-7C86-43AA3A3D15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192157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テキスト ボックス 230">
              <a:extLst>
                <a:ext uri="{FF2B5EF4-FFF2-40B4-BE49-F238E27FC236}">
                  <ns2:creationId id="{869AF0FC-D015-9FF8-228E-58ACAF2F42E5}"/>
                </a:ext>
              </a:extLst>
            </p:cNvPr>
            <p:cNvSpPr txBox="1"/>
            <p:nvPr/>
          </p:nvSpPr>
          <p:spPr>
            <a:xfrm>
              <a:off x="2229327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7A1BCB2B-C62E-0032-AA7E-2FAE841EC967}"/>
                </a:ext>
              </a:extLst>
            </p:cNvPr>
            <p:cNvGrpSpPr/>
            <p:nvPr/>
          </p:nvGrpSpPr>
          <p:grpSpPr>
            <a:xfrm>
              <a:off x="3325896" y="4863246"/>
              <a:ext cx="292720" cy="280800"/>
              <a:chOff x="3075958" y="4817526"/>
              <a:chExt cx="541410" cy="216000"/>
            </a:xfrm>
          </p:grpSpPr>
          <p:cxnSp>
            <p:nvCxnSpPr>
              <p:cNvPr id="225" name="直線コネクタ 16">
                <a:extLst>
                  <a:ext uri="{FF2B5EF4-FFF2-40B4-BE49-F238E27FC236}">
                    <ns2:creationId id="{9E01E4CB-56B6-F934-9BCD-7EE0897C1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8338" y="4925526"/>
                <a:ext cx="53903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16">
                <a:extLst>
                  <a:ext uri="{FF2B5EF4-FFF2-40B4-BE49-F238E27FC236}">
                    <ns2:creationId id="{902CCBD3-3AF4-2D2E-9AE4-616B065FE3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75958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>
              <a:extLst>
                <a:ext uri="{FF2B5EF4-FFF2-40B4-BE49-F238E27FC236}">
                  <ns2:creationId id="{92B5BAB6-A29E-AD14-990C-D5AE502C4EDA}"/>
                </a:ext>
              </a:extLst>
            </p:cNvPr>
            <p:cNvGrpSpPr/>
            <p:nvPr/>
          </p:nvGrpSpPr>
          <p:grpSpPr>
            <a:xfrm>
              <a:off x="1101365" y="5586605"/>
              <a:ext cx="2383964" cy="373447"/>
              <a:chOff x="523144" y="5428953"/>
              <a:chExt cx="2383964" cy="373447"/>
            </a:xfrm>
          </p:grpSpPr>
          <p:sp>
            <p:nvSpPr>
              <p:cNvPr id="219" name="Freeform 5">
                <a:extLst>
                  <a:ext uri="{FF2B5EF4-FFF2-40B4-BE49-F238E27FC236}">
                    <ns2:creationId id="{72967DCD-A8CB-97B9-37C9-3BFAB02B9AA4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rot="10800000" flipH="1">
                <a:off x="523144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Freeform 5">
                <a:extLst>
                  <a:ext uri="{FF2B5EF4-FFF2-40B4-BE49-F238E27FC236}">
                    <ns2:creationId id="{B54D0207-C3AA-3B7E-16B0-9B5F3CFDECE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1034069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8" name="グラフィックス 327" descr="在庫 単色塗りつぶし">
                <a:extLst>
                  <a:ext uri="{FF2B5EF4-FFF2-40B4-BE49-F238E27FC236}">
                    <ns2:creationId id="{7203B17F-BBB0-75F1-CFA8-9E3E319BD7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tretch>
                <a:fillRect/>
              </a:stretch>
            </p:blipFill>
            <p:spPr>
              <a:xfrm>
                <a:off x="102710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20" name="直線コネクタ 16">
              <a:extLst>
                <a:ext uri="{FF2B5EF4-FFF2-40B4-BE49-F238E27FC236}">
                  <ns2:creationId id="{7B38555A-E375-BFE5-51A4-E9BEA20C3A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109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グループ化 56">
              <a:extLst>
                <a:ext uri="{FF2B5EF4-FFF2-40B4-BE49-F238E27FC236}">
                  <ns2:creationId id="{10DCB8DE-BAE5-A6EB-29DF-F308BE461CA7}"/>
                </a:ext>
              </a:extLst>
            </p:cNvPr>
            <p:cNvGrpSpPr/>
            <p:nvPr/>
          </p:nvGrpSpPr>
          <p:grpSpPr>
            <a:xfrm>
              <a:off x="1383792" y="4873352"/>
              <a:ext cx="1899317" cy="654671"/>
              <a:chOff x="955738" y="2087778"/>
              <a:chExt cx="1899316" cy="654671"/>
            </a:xfrm>
          </p:grpSpPr>
          <p:sp>
            <p:nvSpPr>
              <p:cNvPr id="59" name="テキスト ボックス 58">
                <a:extLst>
                  <a:ext uri="{FF2B5EF4-FFF2-40B4-BE49-F238E27FC236}">
                    <ns2:creationId id="{8975BFF6-BF67-3B78-8545-CA7305245D80}"/>
                  </a:ext>
                </a:extLst>
              </p:cNvPr>
              <p:cNvSpPr txBox="1"/>
              <p:nvPr/>
            </p:nvSpPr>
            <p:spPr>
              <a:xfrm>
                <a:off x="955738" y="2087778"/>
                <a:ext cx="18993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128AE22E-1C31-3DD6-EB25-DE8803ADDF69}"/>
                  </a:ext>
                </a:extLst>
              </p:cNvPr>
              <p:cNvSpPr txBox="1"/>
              <p:nvPr/>
            </p:nvSpPr>
            <p:spPr>
              <a:xfrm>
                <a:off x="1284263" y="2465450"/>
                <a:ext cx="148467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 dirty="0"/>
                  <a:t>XX</a:t>
                </a: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C8C5935C-BB53-0DAE-FF63-8439D082DA26}"/>
                </a:ext>
              </a:extLst>
            </p:cNvPr>
            <p:cNvGrpSpPr/>
            <p:nvPr/>
          </p:nvGrpSpPr>
          <p:grpSpPr>
            <a:xfrm>
              <a:off x="4362451" y="4873352"/>
              <a:ext cx="1803480" cy="654671"/>
              <a:chOff x="673622" y="2087778"/>
              <a:chExt cx="2181432" cy="654671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A643854B-F42D-E96F-607A-FEC96C5611F0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BB6D2D2A-B6BD-4058-27A3-BB4561886ABC}"/>
                  </a:ext>
                </a:extLst>
              </p:cNvPr>
              <p:cNvSpPr txBox="1"/>
              <p:nvPr/>
            </p:nvSpPr>
            <p:spPr>
              <a:xfrm>
                <a:off x="940326" y="2465450"/>
                <a:ext cx="17932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B13EA225-DEF9-47F4-8648-02A32DADF59C}"/>
                </a:ext>
              </a:extLst>
            </p:cNvPr>
            <p:cNvGrpSpPr/>
            <p:nvPr/>
          </p:nvGrpSpPr>
          <p:grpSpPr>
            <a:xfrm>
              <a:off x="7399021" y="4873352"/>
              <a:ext cx="1526692" cy="654671"/>
              <a:chOff x="673622" y="2087778"/>
              <a:chExt cx="2181432" cy="654671"/>
            </a:xfrm>
          </p:grpSpPr>
          <p:sp>
            <p:nvSpPr>
              <p:cNvPr id="72" name="テキスト ボックス 71">
                <a:extLst>
                  <a:ext uri="{FF2B5EF4-FFF2-40B4-BE49-F238E27FC236}">
                    <ns2:creationId id="{BB867ECA-FEBC-3D34-D2F4-19299FE671E6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970B815F-371F-A272-6D5C-AA0F75A5AC31}"/>
                  </a:ext>
                </a:extLst>
              </p:cNvPr>
              <p:cNvSpPr txBox="1"/>
              <p:nvPr/>
            </p:nvSpPr>
            <p:spPr>
              <a:xfrm>
                <a:off x="871234" y="2465450"/>
                <a:ext cx="184931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LTV</a:t>
                </a:r>
                <a:endParaRPr lang="ja-JP" altLang="en-US" sz="1000"/>
              </a:p>
            </p:txBody>
          </p:sp>
        </p:grpSp>
      </p:grpSp>
    </p:spTree>
    <p:extLst>
      <p:ext uri="{BB962C8B-B14F-4D97-AF65-F5344CB8AC3E}">
        <ns5:creationId val="3620967073"/>
      </p:ext>
    </p:extLst>
  </p:cSld>
  <p:clrMapOvr>
    <a:masterClrMapping/>
  </p:clrMapOvr>
</p:sld>
</file>

<file path=ppt/slides/slide1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83B701D-722B-CB74-45F2-4983195BED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57C7C7E4-A4B8-64A5-BC07-6180A9ABFB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BCEFE1F7-864B-0430-5D22-DCE14B1ABD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61" name="グループ化 360">
            <a:extLst>
              <a:ext uri="{FF2B5EF4-FFF2-40B4-BE49-F238E27FC236}">
                <ns2:creationId id="{4D28373B-01CA-FFAC-546F-2B5159CDBBA6}"/>
              </a:ext>
            </a:extLst>
          </p:cNvPr>
          <p:cNvGrpSpPr/>
          <p:nvPr/>
        </p:nvGrpSpPr>
        <p:grpSpPr>
          <a:xfrm>
            <a:off x="9781724" y="1626331"/>
            <a:ext cx="2075314" cy="1719297"/>
            <a:chOff x="9781724" y="1625588"/>
            <a:chExt cx="2075314" cy="2266121"/>
          </a:xfrm>
        </p:grpSpPr>
        <p:sp>
          <p:nvSpPr>
            <p:cNvPr id="128" name="テキスト ボックス 127">
              <a:extLst>
                <a:ext uri="{FF2B5EF4-FFF2-40B4-BE49-F238E27FC236}">
                  <ns2:creationId id="{715CC9DB-796B-F158-0F50-A8590C0DC522}"/>
                </a:ext>
              </a:extLst>
            </p:cNvPr>
            <p:cNvSpPr txBox="1"/>
            <p:nvPr/>
          </p:nvSpPr>
          <p:spPr>
            <a:xfrm>
              <a:off x="10318544" y="2682897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E8AB19B9-2BF3-440A-EBDC-A65977080AE0}"/>
                </a:ext>
              </a:extLst>
            </p:cNvPr>
            <p:cNvSpPr txBox="1"/>
            <p:nvPr/>
          </p:nvSpPr>
          <p:spPr>
            <a:xfrm>
              <a:off x="9781724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9E853FF-D567-68C9-DBD9-114E6D0AF20E}"/>
                </a:ext>
              </a:extLst>
            </p:cNvPr>
            <p:cNvSpPr txBox="1"/>
            <p:nvPr/>
          </p:nvSpPr>
          <p:spPr>
            <a:xfrm>
              <a:off x="10834963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Rechteck 19">
              <a:extLst>
                <a:ext uri="{FF2B5EF4-FFF2-40B4-BE49-F238E27FC236}">
                  <ns2:creationId id="{7778D9BF-8556-BC41-E296-2200D5AEC0DA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9788050" y="1625588"/>
              <a:ext cx="2068988" cy="2266121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108000" rIns="36000" bIns="36000" anchor="t"/>
            <a:lstStyle/>
            <a:p>
              <a:pPr algn="ctr"/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2" name="Text Placeholder 7">
              <a:extLst>
                <a:ext uri="{FF2B5EF4-FFF2-40B4-BE49-F238E27FC236}">
                  <ns2:creationId id="{71ADBD24-B9FB-963A-4D91-E76FD7709B84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10030544" y="2865808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3" name="Text Placeholder 7">
              <a:extLst>
                <a:ext uri="{FF2B5EF4-FFF2-40B4-BE49-F238E27FC236}">
                  <ns2:creationId id="{767A3BAC-2FA2-45D9-2ECC-D232B8B9FD62}"/>
                </a:ext>
              </a:extLst>
            </p:cNvPr>
            <p:cNvSpPr txBox="1">
              <a:spLocks/>
            </p:cNvSpPr>
            <p:nvPr>
              <p:custDataLst>
                <p:tags r:id="rId16"/>
              </p:custDataLst>
            </p:nvPr>
          </p:nvSpPr>
          <p:spPr>
            <a:xfrm>
              <a:off x="9845825" y="3372837"/>
              <a:ext cx="879798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4" name="Text Placeholder 7">
              <a:extLst>
                <a:ext uri="{FF2B5EF4-FFF2-40B4-BE49-F238E27FC236}">
                  <ns2:creationId id="{B04A91AF-50D2-1109-694D-23778B964E36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822943" y="3372837"/>
              <a:ext cx="1032040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5" name="直線コネクタ 16">
              <a:extLst>
                <a:ext uri="{FF2B5EF4-FFF2-40B4-BE49-F238E27FC236}">
                  <ns2:creationId id="{A7BF1A1C-4542-4668-31F5-298D174F4045}"/>
                </a:ext>
              </a:extLst>
            </p:cNvPr>
            <p:cNvCxnSpPr>
              <a:cxnSpLocks/>
            </p:cNvCxnSpPr>
            <p:nvPr/>
          </p:nvCxnSpPr>
          <p:spPr>
            <a:xfrm>
              <a:off x="9910843" y="3096618"/>
              <a:ext cx="182340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6" name="グラフィックス 135" descr="追加 単色塗りつぶし">
              <a:extLst>
                <a:ext uri="{FF2B5EF4-FFF2-40B4-BE49-F238E27FC236}">
                  <ns2:creationId id="{DB78B9A6-47A4-045D-A04D-F4596D6CE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0"/>
                </a:ext>
              </a:extLst>
            </a:blip>
            <a:stretch>
              <a:fillRect/>
            </a:stretch>
          </p:blipFill>
          <p:spPr>
            <a:xfrm>
              <a:off x="10713069" y="3457793"/>
              <a:ext cx="180000" cy="180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399A07C-9C4B-14CD-2FD0-450DAFC32DE0}"/>
              </a:ext>
            </a:extLst>
          </p:cNvPr>
          <p:cNvGrpSpPr/>
          <p:nvPr/>
        </p:nvGrpSpPr>
        <p:grpSpPr>
          <a:xfrm>
            <a:off x="9788050" y="3419455"/>
            <a:ext cx="2068988" cy="1538092"/>
            <a:chOff x="10373691" y="4822234"/>
            <a:chExt cx="1363842" cy="1439700"/>
          </a:xfrm>
        </p:grpSpPr>
        <p:sp>
          <p:nvSpPr>
            <p:cNvPr id="138" name="正方形/長方形 137">
              <a:extLst>
                <a:ext uri="{FF2B5EF4-FFF2-40B4-BE49-F238E27FC236}">
                  <ns2:creationId id="{50FD2949-8DE5-37F5-9EAE-C97A6B6659E4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828F1FB2-2045-639B-FD75-382AE141ED4B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40" name="直線コネクタ 139">
                <a:extLst>
                  <a:ext uri="{FF2B5EF4-FFF2-40B4-BE49-F238E27FC236}">
                    <ns2:creationId id="{6A3AFE01-5E90-2B9F-03D0-79B4D8B19B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81155602-1702-58C5-7A10-425293D4CD6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3B69CAAC-22A4-97AD-8936-B135BFA5E5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>
                <a:extLst>
                  <a:ext uri="{FF2B5EF4-FFF2-40B4-BE49-F238E27FC236}">
                    <ns2:creationId id="{32240AA8-F189-873A-893C-A0A96C2DFE4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FC78F286-62FC-45DA-FF56-3010DE40C5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グループ化 6">
            <a:extLst>
              <a:ext uri="{FF2B5EF4-FFF2-40B4-BE49-F238E27FC236}">
                <ns2:creationId id="{7EEE6137-6C9F-A408-CE23-450783826705}"/>
              </a:ext>
            </a:extLst>
          </p:cNvPr>
          <p:cNvGrpSpPr/>
          <p:nvPr/>
        </p:nvGrpSpPr>
        <p:grpSpPr>
          <a:xfrm>
            <a:off x="426621" y="1672559"/>
            <a:ext cx="8978400" cy="4555053"/>
            <a:chOff x="426621" y="1735619"/>
            <a:chExt cx="8978400" cy="4555053"/>
          </a:xfrm>
        </p:grpSpPr>
        <p:sp>
          <p:nvSpPr>
            <p:cNvPr id="17" name="フリーフォーム: 図形 16">
              <a:extLst>
                <a:ext uri="{FF2B5EF4-FFF2-40B4-BE49-F238E27FC236}">
                  <ns2:creationId id="{53CB1F95-8EE8-41F5-E381-F0E302593DCA}"/>
                </a:ext>
              </a:extLst>
            </p:cNvPr>
            <p:cNvSpPr/>
            <p:nvPr/>
          </p:nvSpPr>
          <p:spPr>
            <a:xfrm>
              <a:off x="426621" y="2868485"/>
              <a:ext cx="8978400" cy="3422187"/>
            </a:xfrm>
            <a:custGeom>
              <a:avLst/>
              <a:gdLst>
                <a:gd name="connsiteX0" fmla="*/ 4429595 w 8859189"/>
                <a:gd name="connsiteY0" fmla="*/ 0 h 3557822"/>
                <a:gd name="connsiteX1" fmla="*/ 7561791 w 8859189"/>
                <a:gd name="connsiteY1" fmla="*/ 521031 h 3557822"/>
                <a:gd name="connsiteX2" fmla="*/ 7604150 w 8859189"/>
                <a:gd name="connsiteY2" fmla="*/ 539748 h 3557822"/>
                <a:gd name="connsiteX3" fmla="*/ 8859188 w 8859189"/>
                <a:gd name="connsiteY3" fmla="*/ 539748 h 3557822"/>
                <a:gd name="connsiteX4" fmla="*/ 8859188 w 8859189"/>
                <a:gd name="connsiteY4" fmla="*/ 1778903 h 3557822"/>
                <a:gd name="connsiteX5" fmla="*/ 8859189 w 8859189"/>
                <a:gd name="connsiteY5" fmla="*/ 1778911 h 3557822"/>
                <a:gd name="connsiteX6" fmla="*/ 4429595 w 8859189"/>
                <a:gd name="connsiteY6" fmla="*/ 3557822 h 3557822"/>
                <a:gd name="connsiteX7" fmla="*/ 1 w 8859189"/>
                <a:gd name="connsiteY7" fmla="*/ 1778911 h 3557822"/>
                <a:gd name="connsiteX8" fmla="*/ 1 w 8859189"/>
                <a:gd name="connsiteY8" fmla="*/ 1778909 h 3557822"/>
                <a:gd name="connsiteX9" fmla="*/ 0 w 8859189"/>
                <a:gd name="connsiteY9" fmla="*/ 1778909 h 3557822"/>
                <a:gd name="connsiteX10" fmla="*/ 0 w 8859189"/>
                <a:gd name="connsiteY10" fmla="*/ 539748 h 3557822"/>
                <a:gd name="connsiteX11" fmla="*/ 1255041 w 8859189"/>
                <a:gd name="connsiteY11" fmla="*/ 539748 h 3557822"/>
                <a:gd name="connsiteX12" fmla="*/ 1297399 w 8859189"/>
                <a:gd name="connsiteY12" fmla="*/ 521031 h 3557822"/>
                <a:gd name="connsiteX13" fmla="*/ 4429595 w 8859189"/>
                <a:gd name="connsiteY13" fmla="*/ 0 h 355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9189" h="3557822">
                  <a:moveTo>
                    <a:pt x="4429595" y="0"/>
                  </a:moveTo>
                  <a:cubicBezTo>
                    <a:pt x="5652794" y="0"/>
                    <a:pt x="6760192" y="199112"/>
                    <a:pt x="7561791" y="521031"/>
                  </a:cubicBezTo>
                  <a:lnTo>
                    <a:pt x="7604150" y="539748"/>
                  </a:lnTo>
                  <a:lnTo>
                    <a:pt x="8859188" y="539748"/>
                  </a:lnTo>
                  <a:lnTo>
                    <a:pt x="8859188" y="1778903"/>
                  </a:lnTo>
                  <a:lnTo>
                    <a:pt x="8859189" y="1778911"/>
                  </a:lnTo>
                  <a:cubicBezTo>
                    <a:pt x="8859189" y="2761376"/>
                    <a:pt x="6875992" y="3557822"/>
                    <a:pt x="4429595" y="3557822"/>
                  </a:cubicBezTo>
                  <a:cubicBezTo>
                    <a:pt x="1983198" y="3557822"/>
                    <a:pt x="1" y="2761376"/>
                    <a:pt x="1" y="1778911"/>
                  </a:cubicBezTo>
                  <a:lnTo>
                    <a:pt x="1" y="1778909"/>
                  </a:lnTo>
                  <a:lnTo>
                    <a:pt x="0" y="1778909"/>
                  </a:lnTo>
                  <a:lnTo>
                    <a:pt x="0" y="539748"/>
                  </a:lnTo>
                  <a:lnTo>
                    <a:pt x="1255041" y="539748"/>
                  </a:lnTo>
                  <a:lnTo>
                    <a:pt x="1297399" y="521031"/>
                  </a:lnTo>
                  <a:cubicBezTo>
                    <a:pt x="2098998" y="199112"/>
                    <a:pt x="3206397" y="0"/>
                    <a:pt x="4429595" y="0"/>
                  </a:cubicBezTo>
                  <a:close/>
                </a:path>
              </a:pathLst>
            </a:custGeom>
            <a:gradFill>
              <a:gsLst>
                <a:gs pos="100000">
                  <a:schemeClr val="accent6">
                    <a:lumMod val="60000"/>
                    <a:lumOff val="40000"/>
                  </a:schemeClr>
                </a:gs>
                <a:gs pos="56000">
                  <a:schemeClr val="accent6">
                    <a:lumMod val="20000"/>
                    <a:lumOff val="80000"/>
                  </a:schemeClr>
                </a:gs>
                <a:gs pos="0">
                  <a:schemeClr val="accent6">
                    <a:lumMod val="60000"/>
                    <a:lumOff val="40000"/>
                  </a:schemeClr>
                </a:gs>
              </a:gsLst>
              <a:lin ang="0" scaled="1"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EFD5A560-E66A-0ED0-397B-3B8BE0D661B0}"/>
                </a:ext>
              </a:extLst>
            </p:cNvPr>
            <p:cNvSpPr/>
            <p:nvPr/>
          </p:nvSpPr>
          <p:spPr>
            <a:xfrm>
              <a:off x="428777" y="1735619"/>
              <a:ext cx="8974797" cy="3384116"/>
            </a:xfrm>
            <a:prstGeom prst="ellipse">
              <a:avLst/>
            </a:prstGeom>
            <a:gradFill flip="none" rotWithShape="1">
              <a:gsLst>
                <a:gs pos="61000">
                  <a:schemeClr val="accent6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>
                  <a:alpha val="99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5" name="直線コネクタ 244">
              <a:extLst>
                <a:ext uri="{FF2B5EF4-FFF2-40B4-BE49-F238E27FC236}">
                  <ns2:creationId id="{1D7030A0-79EA-5CE9-9783-EE9D0409E754}"/>
                </a:ext>
              </a:extLst>
            </p:cNvPr>
            <p:cNvCxnSpPr>
              <a:cxnSpLocks/>
            </p:cNvCxnSpPr>
            <p:nvPr/>
          </p:nvCxnSpPr>
          <p:spPr>
            <a:xfrm>
              <a:off x="729977" y="2819439"/>
              <a:ext cx="8383020" cy="1202528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ACD41B84-D6F4-520C-DD97-E793664ED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9977" y="2819439"/>
              <a:ext cx="8378619" cy="120060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CFA1E221-04AF-A9CC-36C7-B192E49354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55745" y="1777636"/>
              <a:ext cx="1902833" cy="3296252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8C17BF2-69BB-A6C4-1C02-05D912FF2C3D}"/>
                </a:ext>
              </a:extLst>
            </p:cNvPr>
            <p:cNvCxnSpPr>
              <a:cxnSpLocks/>
            </p:cNvCxnSpPr>
            <p:nvPr/>
          </p:nvCxnSpPr>
          <p:spPr>
            <a:xfrm>
              <a:off x="2893182" y="1920249"/>
              <a:ext cx="4131677" cy="300992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B66D1DC9-E1BA-9CDE-4B4C-801ACE14E7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26236" y="1934956"/>
              <a:ext cx="4298623" cy="29676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67491B5F-1059-369D-BAFA-CBD8F372C3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07841" y="1781295"/>
              <a:ext cx="2121073" cy="32879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楕円 22">
              <a:extLst>
                <a:ext uri="{FF2B5EF4-FFF2-40B4-BE49-F238E27FC236}">
                  <ns2:creationId id="{06B6819D-8657-810F-69B0-CBC40E01AE92}"/>
                </a:ext>
              </a:extLst>
            </p:cNvPr>
            <p:cNvSpPr/>
            <p:nvPr/>
          </p:nvSpPr>
          <p:spPr>
            <a:xfrm>
              <a:off x="2212475" y="2323022"/>
              <a:ext cx="5407402" cy="2209309"/>
            </a:xfrm>
            <a:prstGeom prst="ellipse">
              <a:avLst/>
            </a:prstGeom>
            <a:gradFill flip="none" rotWithShape="1">
              <a:gsLst>
                <a:gs pos="33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2EED1C75-81D8-74E1-2836-4235F42BA124}"/>
                </a:ext>
              </a:extLst>
            </p:cNvPr>
            <p:cNvCxnSpPr>
              <a:cxnSpLocks/>
              <a:stCxn id="15" idx="0"/>
              <a:endCxn id="15" idx="4"/>
            </p:cNvCxnSpPr>
            <p:nvPr/>
          </p:nvCxnSpPr>
          <p:spPr>
            <a:xfrm>
              <a:off x="4916176" y="1735619"/>
              <a:ext cx="0" cy="338411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E2B68D82-44D3-0757-C611-895056D0CF61}"/>
                </a:ext>
              </a:extLst>
            </p:cNvPr>
            <p:cNvCxnSpPr>
              <a:cxnSpLocks/>
              <a:stCxn id="15" idx="1"/>
              <a:endCxn id="15" idx="5"/>
            </p:cNvCxnSpPr>
            <p:nvPr/>
          </p:nvCxnSpPr>
          <p:spPr>
            <a:xfrm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313F79B-E620-F692-603F-B811258567FC}"/>
                </a:ext>
              </a:extLst>
            </p:cNvPr>
            <p:cNvCxnSpPr>
              <a:cxnSpLocks/>
              <a:stCxn id="15" idx="7"/>
              <a:endCxn id="15" idx="3"/>
            </p:cNvCxnSpPr>
            <p:nvPr/>
          </p:nvCxnSpPr>
          <p:spPr>
            <a:xfrm flipH="1"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楕円 23">
              <a:extLst>
                <a:ext uri="{FF2B5EF4-FFF2-40B4-BE49-F238E27FC236}">
                  <ns2:creationId id="{BFA9EFF2-9BD8-67CE-F204-087C792DC5F5}"/>
                </a:ext>
              </a:extLst>
            </p:cNvPr>
            <p:cNvSpPr/>
            <p:nvPr/>
          </p:nvSpPr>
          <p:spPr>
            <a:xfrm>
              <a:off x="3606682" y="2968021"/>
              <a:ext cx="2618988" cy="815000"/>
            </a:xfrm>
            <a:prstGeom prst="ellipse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Richtungspfeil 1">
              <a:extLst>
                <a:ext uri="{FF2B5EF4-FFF2-40B4-BE49-F238E27FC236}">
                  <ns2:creationId id="{DCE54964-1A7D-DDC9-5F2F-46AEEAB716C9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 rot="983377">
              <a:off x="1204926" y="4833182"/>
              <a:ext cx="1934294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497184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角丸四角形 6">
              <a:extLst>
                <a:ext uri="{FF2B5EF4-FFF2-40B4-BE49-F238E27FC236}">
                  <ns2:creationId id="{9111E916-A0D8-6750-D536-55325A134BE9}"/>
                </a:ext>
              </a:extLst>
            </p:cNvPr>
            <p:cNvSpPr/>
            <p:nvPr/>
          </p:nvSpPr>
          <p:spPr>
            <a:xfrm>
              <a:off x="3874185" y="5168454"/>
              <a:ext cx="2083273" cy="360000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ichtungspfeil 1">
              <a:extLst>
                <a:ext uri="{FF2B5EF4-FFF2-40B4-BE49-F238E27FC236}">
                  <ns2:creationId id="{2198B79C-68E8-30FE-1C86-02CE172BF5F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112339">
              <a:off x="751958" y="5015625"/>
              <a:ext cx="2579286" cy="401172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02547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Richtungspfeil 1">
              <a:extLst>
                <a:ext uri="{FF2B5EF4-FFF2-40B4-BE49-F238E27FC236}">
                  <ns2:creationId id="{DB2EAFC6-5D6D-CE9D-F4D0-96DBFCB9DB3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 rot="20507202">
              <a:off x="6898900" y="4724794"/>
              <a:ext cx="1891951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21392132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Richtungspfeil 1">
              <a:extLst>
                <a:ext uri="{FF2B5EF4-FFF2-40B4-BE49-F238E27FC236}">
                  <ns2:creationId id="{5025F788-250A-23FC-7662-E875A3592FB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3621178" y="5904306"/>
              <a:ext cx="2589287" cy="31842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ichtungspfeil 1">
              <a:extLst>
                <a:ext uri="{FF2B5EF4-FFF2-40B4-BE49-F238E27FC236}">
                  <ns2:creationId id="{321B178C-E67A-C989-028E-11E1A4C24E0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 rot="20459789">
              <a:off x="6856876" y="4937815"/>
              <a:ext cx="2184911" cy="38893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57919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5" name="グラフィックス 144" descr="リサーチ 単色塗りつぶし">
              <a:extLst>
                <a:ext uri="{FF2B5EF4-FFF2-40B4-BE49-F238E27FC236}">
                  <ns2:creationId id="{1412C229-709F-C5D7-7D23-99EF3B1678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1"/>
                </a:ext>
              </a:extLst>
            </a:blip>
            <a:stretch>
              <a:fillRect/>
            </a:stretch>
          </p:blipFill>
          <p:spPr>
            <a:xfrm rot="1437762">
              <a:off x="1111022" y="4645401"/>
              <a:ext cx="324000" cy="324000"/>
            </a:xfrm>
            <a:prstGeom prst="rect">
              <a:avLst/>
            </a:prstGeom>
          </p:spPr>
        </p:pic>
        <p:grpSp>
          <p:nvGrpSpPr>
            <p:cNvPr id="2" name="グループ化 1">
              <a:extLst>
                <a:ext uri="{FF2B5EF4-FFF2-40B4-BE49-F238E27FC236}">
                  <ns2:creationId id="{35D4A5E5-0F12-6798-51CE-C4558C0B6011}"/>
                </a:ext>
              </a:extLst>
            </p:cNvPr>
            <p:cNvGrpSpPr/>
            <p:nvPr/>
          </p:nvGrpSpPr>
          <p:grpSpPr>
            <a:xfrm>
              <a:off x="3988498" y="5542632"/>
              <a:ext cx="1854647" cy="416720"/>
              <a:chOff x="3946515" y="5440524"/>
              <a:chExt cx="1854647" cy="416720"/>
            </a:xfrm>
          </p:grpSpPr>
          <p:sp>
            <p:nvSpPr>
              <p:cNvPr id="108" name="Richtungspfeil 1">
                <a:extLst>
                  <a:ext uri="{FF2B5EF4-FFF2-40B4-BE49-F238E27FC236}">
                    <ns2:creationId id="{9CC8E932-7AA0-A6DF-8664-6BF1377E6683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4125745" y="5440524"/>
                <a:ext cx="1675417" cy="41672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6" name="グラフィックス 145" descr="事業の成長 単色塗りつぶし">
                <a:extLst>
                  <a:ext uri="{FF2B5EF4-FFF2-40B4-BE49-F238E27FC236}">
                    <ns2:creationId id="{662F2DF7-2C21-E7ED-2B47-55E56C3203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3946515" y="550165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147" name="グラフィックス 146" descr="ベン図 単色塗りつぶし">
              <a:extLst>
                <a:ext uri="{FF2B5EF4-FFF2-40B4-BE49-F238E27FC236}">
                  <ns2:creationId id="{14FCE2CA-D8C6-517E-5653-52E7D9ECB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 rot="20541457">
              <a:off x="6855239" y="5103610"/>
              <a:ext cx="324000" cy="324000"/>
            </a:xfrm>
            <a:prstGeom prst="rect">
              <a:avLst/>
            </a:prstGeom>
          </p:spPr>
        </p:pic>
        <p:sp>
          <p:nvSpPr>
            <p:cNvPr id="150" name="Richtungspfeil 1">
              <a:extLst>
                <a:ext uri="{FF2B5EF4-FFF2-40B4-BE49-F238E27FC236}">
                  <ns2:creationId id="{8C686B95-7F3C-97BF-D5B6-41F2573F89D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4986908" y="2712055"/>
              <a:ext cx="1160567" cy="25286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Richtungspfeil 1">
              <a:extLst>
                <a:ext uri="{FF2B5EF4-FFF2-40B4-BE49-F238E27FC236}">
                  <ns2:creationId id="{432FFA76-2F92-7463-1770-52EF72A8EF8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 bwMode="auto">
            <a:xfrm>
              <a:off x="6252912" y="3473221"/>
              <a:ext cx="1160567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Richtungspfeil 1">
              <a:extLst>
                <a:ext uri="{FF2B5EF4-FFF2-40B4-BE49-F238E27FC236}">
                  <ns2:creationId id="{8E625A68-2ACD-80A6-F20E-0D83BF114935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 bwMode="auto">
            <a:xfrm>
              <a:off x="5024597" y="4139575"/>
              <a:ext cx="1160567" cy="251248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Richtungspfeil 1">
              <a:extLst>
                <a:ext uri="{FF2B5EF4-FFF2-40B4-BE49-F238E27FC236}">
                  <ns2:creationId id="{476BA8B7-5F32-3996-DD59-F1A84C797DF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 bwMode="auto">
            <a:xfrm>
              <a:off x="3574698" y="4116545"/>
              <a:ext cx="1160567" cy="24351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187F1CD3-B735-AD88-D676-ADBE9219423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 bwMode="auto">
            <a:xfrm>
              <a:off x="2370365" y="3473221"/>
              <a:ext cx="1225016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Richtungspfeil 1">
              <a:extLst>
                <a:ext uri="{FF2B5EF4-FFF2-40B4-BE49-F238E27FC236}">
                  <ns2:creationId id="{CFC83ABE-34B9-D91C-B2CB-58B26D94B2E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749461" y="2727860"/>
              <a:ext cx="1160567" cy="240451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</a:p>
          </p:txBody>
        </p:sp>
        <p:pic>
          <p:nvPicPr>
            <p:cNvPr id="157" name="グラフィックス 156" descr="顕微鏡 単色塗りつぶし">
              <a:extLst>
                <a:ext uri="{FF2B5EF4-FFF2-40B4-BE49-F238E27FC236}">
                  <ns2:creationId id="{D39E6C85-9B9D-29BC-0CE8-19ECED07C2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5359826" y="2382083"/>
              <a:ext cx="324000" cy="324000"/>
            </a:xfrm>
            <a:prstGeom prst="rect">
              <a:avLst/>
            </a:prstGeom>
          </p:spPr>
        </p:pic>
        <p:pic>
          <p:nvPicPr>
            <p:cNvPr id="158" name="グラフィックス 157" descr="在庫 単色塗りつぶし">
              <a:extLst>
                <a:ext uri="{FF2B5EF4-FFF2-40B4-BE49-F238E27FC236}">
                  <ns2:creationId id="{2A5FF849-E2F4-CDA0-542A-2A8C445E62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6634900" y="3051069"/>
              <a:ext cx="324000" cy="324000"/>
            </a:xfrm>
            <a:prstGeom prst="rect">
              <a:avLst/>
            </a:prstGeom>
          </p:spPr>
        </p:pic>
        <p:pic>
          <p:nvPicPr>
            <p:cNvPr id="159" name="グラフィックス 158" descr="工場 単色塗りつぶし">
              <a:extLst>
                <a:ext uri="{FF2B5EF4-FFF2-40B4-BE49-F238E27FC236}">
                  <ns2:creationId id="{F9CBBD3B-9627-61AB-37D1-1E2ACEFB44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5294995" y="3797503"/>
              <a:ext cx="324000" cy="324000"/>
            </a:xfrm>
            <a:prstGeom prst="rect">
              <a:avLst/>
            </a:prstGeom>
          </p:spPr>
        </p:pic>
        <p:pic>
          <p:nvPicPr>
            <p:cNvPr id="160" name="グラフィックス 159" descr="トラック 単色塗りつぶし">
              <a:extLst>
                <a:ext uri="{FF2B5EF4-FFF2-40B4-BE49-F238E27FC236}">
                  <ns2:creationId id="{6C912D62-F73C-F3EE-AAB9-D0A265FF0B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4238053" y="3813890"/>
              <a:ext cx="324000" cy="324000"/>
            </a:xfrm>
            <a:prstGeom prst="rect">
              <a:avLst/>
            </a:prstGeom>
          </p:spPr>
        </p:pic>
        <p:pic>
          <p:nvPicPr>
            <p:cNvPr id="161" name="グラフィックス 160" descr="レジ 単色塗りつぶし">
              <a:extLst>
                <a:ext uri="{FF2B5EF4-FFF2-40B4-BE49-F238E27FC236}">
                  <ns2:creationId id="{E272BEDB-E527-B6D9-31A4-A94D338C52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8"/>
                </a:ext>
              </a:extLst>
            </a:blip>
            <a:stretch>
              <a:fillRect/>
            </a:stretch>
          </p:blipFill>
          <p:spPr>
            <a:xfrm>
              <a:off x="2810991" y="3051069"/>
              <a:ext cx="324000" cy="324000"/>
            </a:xfrm>
            <a:prstGeom prst="rect">
              <a:avLst/>
            </a:prstGeom>
          </p:spPr>
        </p:pic>
        <p:pic>
          <p:nvPicPr>
            <p:cNvPr id="162" name="グラフィックス 161" descr="データベース 単色塗りつぶし">
              <a:extLst>
                <a:ext uri="{FF2B5EF4-FFF2-40B4-BE49-F238E27FC236}">
                  <ns2:creationId id="{AE48B93B-19E9-091D-1945-B97265A9E1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9"/>
                </a:ext>
              </a:extLst>
            </a:blip>
            <a:stretch>
              <a:fillRect/>
            </a:stretch>
          </p:blipFill>
          <p:spPr>
            <a:xfrm>
              <a:off x="4107960" y="2397493"/>
              <a:ext cx="324000" cy="324000"/>
            </a:xfrm>
            <a:prstGeom prst="rect">
              <a:avLst/>
            </a:prstGeom>
          </p:spPr>
        </p:pic>
        <p:sp>
          <p:nvSpPr>
            <p:cNvPr id="165" name="Richtungspfeil 1">
              <a:extLst>
                <a:ext uri="{FF2B5EF4-FFF2-40B4-BE49-F238E27FC236}">
                  <ns2:creationId id="{74F0DD5A-D26E-04BD-EE99-348439DD04B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4269153" y="3125212"/>
              <a:ext cx="1675417" cy="45839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6" name="グラフィックス 165" descr="統計 単色塗りつぶし">
              <a:extLst>
                <a:ext uri="{FF2B5EF4-FFF2-40B4-BE49-F238E27FC236}">
                  <ns2:creationId id="{50288F01-46E2-A581-C861-21A87E0E28F7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0"/>
                </a:ext>
              </a:extLst>
            </a:blip>
            <a:stretch>
              <a:fillRect/>
            </a:stretch>
          </p:blipFill>
          <p:spPr>
            <a:xfrm>
              <a:off x="4049323" y="3165288"/>
              <a:ext cx="360000" cy="360000"/>
            </a:xfrm>
            <a:prstGeom prst="rect">
              <a:avLst/>
            </a:prstGeom>
          </p:spPr>
        </p:pic>
        <p:sp>
          <p:nvSpPr>
            <p:cNvPr id="263" name="テキスト ボックス 262">
              <a:extLst>
                <a:ext uri="{FF2B5EF4-FFF2-40B4-BE49-F238E27FC236}">
                  <ns2:creationId id="{8C6784AF-15CE-217B-D3B4-253D30A4DBB6}"/>
                </a:ext>
              </a:extLst>
            </p:cNvPr>
            <p:cNvSpPr txBox="1"/>
            <p:nvPr/>
          </p:nvSpPr>
          <p:spPr>
            <a:xfrm>
              <a:off x="4872907" y="1968697"/>
              <a:ext cx="817985" cy="272342"/>
            </a:xfrm>
            <a:prstGeom prst="rect">
              <a:avLst/>
            </a:prstGeom>
            <a:noFill/>
          </p:spPr>
          <p:txBody>
            <a:bodyPr wrap="square" lIns="36000" rIns="36000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en-US" altLang="ja-JP" sz="700" dirty="0"/>
                <a:t>(</a:t>
              </a:r>
              <a:r>
                <a:rPr lang="ja-JP" altLang="en-US" sz="700" dirty="0"/>
                <a:t>XX</a:t>
              </a:r>
              <a:r>
                <a:rPr kumimoji="1" lang="en-US" altLang="ja-JP" sz="700" dirty="0"/>
                <a:t>)</a:t>
              </a:r>
              <a:endParaRPr kumimoji="1" lang="ja-JP" altLang="en-US" sz="700" dirty="0"/>
            </a:p>
          </p:txBody>
        </p:sp>
        <p:sp>
          <p:nvSpPr>
            <p:cNvPr id="265" name="テキスト ボックス 264">
              <a:extLst>
                <a:ext uri="{FF2B5EF4-FFF2-40B4-BE49-F238E27FC236}">
                  <ns2:creationId id="{ADAB5CE7-1C52-9123-D0BD-165041BB269D}"/>
                </a:ext>
              </a:extLst>
            </p:cNvPr>
            <p:cNvSpPr txBox="1"/>
            <p:nvPr/>
          </p:nvSpPr>
          <p:spPr>
            <a:xfrm>
              <a:off x="6870078" y="217362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66" name="テキスト ボックス 265">
              <a:extLst>
                <a:ext uri="{FF2B5EF4-FFF2-40B4-BE49-F238E27FC236}">
                  <ns2:creationId id="{3AC47E39-E40F-324E-7BEE-B0CCA0095ADB}"/>
                </a:ext>
              </a:extLst>
            </p:cNvPr>
            <p:cNvSpPr txBox="1"/>
            <p:nvPr/>
          </p:nvSpPr>
          <p:spPr>
            <a:xfrm>
              <a:off x="5754441" y="2173740"/>
              <a:ext cx="5916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000" dirty="0"/>
                <a:t>PLM</a:t>
              </a:r>
              <a:r>
                <a:rPr lang="ja-JP" altLang="en-US" sz="1000" dirty="0"/>
                <a:t>*</a:t>
              </a:r>
              <a:endParaRPr kumimoji="1" lang="ja-JP" altLang="en-US" sz="1000" dirty="0"/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1C261401-232C-C81B-0BD1-D185128530C8}"/>
                </a:ext>
              </a:extLst>
            </p:cNvPr>
            <p:cNvSpPr txBox="1"/>
            <p:nvPr/>
          </p:nvSpPr>
          <p:spPr>
            <a:xfrm>
              <a:off x="5830166" y="1863105"/>
              <a:ext cx="885058" cy="33369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kumimoji="1" lang="ja-JP" altLang="en-US" sz="1000" dirty="0"/>
                <a:t>XX</a:t>
              </a:r>
              <a:br>
                <a:rPr kumimoji="1" lang="en-US" altLang="ja-JP" sz="1000" dirty="0"/>
              </a:br>
              <a:r>
                <a:rPr kumimoji="1" lang="ja-JP" altLang="en-US" sz="1000" dirty="0"/>
                <a:t>XX</a:t>
              </a:r>
            </a:p>
          </p:txBody>
        </p:sp>
        <p:sp>
          <p:nvSpPr>
            <p:cNvPr id="264" name="テキスト ボックス 263">
              <a:extLst>
                <a:ext uri="{FF2B5EF4-FFF2-40B4-BE49-F238E27FC236}">
                  <ns2:creationId id="{E7561DB3-5F58-80C2-869C-08D9735FB0A5}"/>
                </a:ext>
              </a:extLst>
            </p:cNvPr>
            <p:cNvSpPr txBox="1"/>
            <p:nvPr/>
          </p:nvSpPr>
          <p:spPr>
            <a:xfrm>
              <a:off x="5022898" y="1762380"/>
              <a:ext cx="743228" cy="178438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270" name="テキスト ボックス 269">
              <a:extLst>
                <a:ext uri="{FF2B5EF4-FFF2-40B4-BE49-F238E27FC236}">
                  <ns2:creationId id="{983A9856-4B62-191E-4CA1-7EAC9D106319}"/>
                </a:ext>
              </a:extLst>
            </p:cNvPr>
            <p:cNvSpPr txBox="1"/>
            <p:nvPr/>
          </p:nvSpPr>
          <p:spPr>
            <a:xfrm>
              <a:off x="7671941" y="3342110"/>
              <a:ext cx="75924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1" name="テキスト ボックス 270">
              <a:extLst>
                <a:ext uri="{FF2B5EF4-FFF2-40B4-BE49-F238E27FC236}">
                  <ns2:creationId id="{A0CEB9C9-592F-84CE-D2BF-4A50ED79AF52}"/>
                </a:ext>
              </a:extLst>
            </p:cNvPr>
            <p:cNvSpPr txBox="1"/>
            <p:nvPr/>
          </p:nvSpPr>
          <p:spPr>
            <a:xfrm>
              <a:off x="8294367" y="3064242"/>
              <a:ext cx="948906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2" name="テキスト ボックス 271">
              <a:extLst>
                <a:ext uri="{FF2B5EF4-FFF2-40B4-BE49-F238E27FC236}">
                  <ns2:creationId id="{02C80514-7527-3D7B-82B1-9CC8D3F790FC}"/>
                </a:ext>
              </a:extLst>
            </p:cNvPr>
            <p:cNvSpPr txBox="1"/>
            <p:nvPr/>
          </p:nvSpPr>
          <p:spPr>
            <a:xfrm>
              <a:off x="7342115" y="2691022"/>
              <a:ext cx="79399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3" name="テキスト ボックス 272">
              <a:extLst>
                <a:ext uri="{FF2B5EF4-FFF2-40B4-BE49-F238E27FC236}">
                  <ns2:creationId id="{87C6F320-8CA9-9FC8-0C2A-2A3593312A77}"/>
                </a:ext>
              </a:extLst>
            </p:cNvPr>
            <p:cNvSpPr txBox="1"/>
            <p:nvPr/>
          </p:nvSpPr>
          <p:spPr>
            <a:xfrm>
              <a:off x="7438077" y="2439496"/>
              <a:ext cx="12918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4" name="テキスト ボックス 273">
              <a:extLst>
                <a:ext uri="{FF2B5EF4-FFF2-40B4-BE49-F238E27FC236}">
                  <ns2:creationId id="{44FBA26C-CDB5-0117-0202-0673EA6ADC50}"/>
                </a:ext>
              </a:extLst>
            </p:cNvPr>
            <p:cNvSpPr txBox="1"/>
            <p:nvPr/>
          </p:nvSpPr>
          <p:spPr>
            <a:xfrm>
              <a:off x="7707420" y="403528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5" name="テキスト ボックス 274">
              <a:extLst>
                <a:ext uri="{FF2B5EF4-FFF2-40B4-BE49-F238E27FC236}">
                  <ns2:creationId id="{415C65B4-074C-7419-B160-9DFF47E559BC}"/>
                </a:ext>
              </a:extLst>
            </p:cNvPr>
            <p:cNvSpPr txBox="1"/>
            <p:nvPr/>
          </p:nvSpPr>
          <p:spPr>
            <a:xfrm>
              <a:off x="5129104" y="4691001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6" name="テキスト ボックス 275">
              <a:extLst>
                <a:ext uri="{FF2B5EF4-FFF2-40B4-BE49-F238E27FC236}">
                  <ns2:creationId id="{E017A940-4A46-267C-757C-FC4476AB24CA}"/>
                </a:ext>
              </a:extLst>
            </p:cNvPr>
            <p:cNvSpPr txBox="1"/>
            <p:nvPr/>
          </p:nvSpPr>
          <p:spPr>
            <a:xfrm>
              <a:off x="2444392" y="4418647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298" name="テキスト ボックス 297">
              <a:extLst>
                <a:ext uri="{FF2B5EF4-FFF2-40B4-BE49-F238E27FC236}">
                  <ns2:creationId id="{165FAF2F-66FF-17E7-F07E-0D917F5FF6C5}"/>
                </a:ext>
              </a:extLst>
            </p:cNvPr>
            <p:cNvSpPr txBox="1"/>
            <p:nvPr/>
          </p:nvSpPr>
          <p:spPr>
            <a:xfrm>
              <a:off x="1763064" y="2536235"/>
              <a:ext cx="3502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sp>
          <p:nvSpPr>
            <p:cNvPr id="299" name="テキスト ボックス 298">
              <a:extLst>
                <a:ext uri="{FF2B5EF4-FFF2-40B4-BE49-F238E27FC236}">
                  <ns2:creationId id="{8ACA9102-2E05-0620-2A93-CF20EB7C7657}"/>
                </a:ext>
              </a:extLst>
            </p:cNvPr>
            <p:cNvSpPr txBox="1"/>
            <p:nvPr/>
          </p:nvSpPr>
          <p:spPr>
            <a:xfrm>
              <a:off x="4309681" y="1874490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300" name="テキスト ボックス 299">
              <a:extLst>
                <a:ext uri="{FF2B5EF4-FFF2-40B4-BE49-F238E27FC236}">
                  <ns2:creationId id="{E637BC06-EB45-AB6E-71F4-F54D192D6EA1}"/>
                </a:ext>
              </a:extLst>
            </p:cNvPr>
            <p:cNvSpPr txBox="1"/>
            <p:nvPr/>
          </p:nvSpPr>
          <p:spPr>
            <a:xfrm>
              <a:off x="6356289" y="4278548"/>
              <a:ext cx="110100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01" name="テキスト ボックス 300">
              <a:extLst>
                <a:ext uri="{FF2B5EF4-FFF2-40B4-BE49-F238E27FC236}">
                  <ns2:creationId id="{DB697EE0-21BA-FBDD-2E4A-404FE86DC696}"/>
                </a:ext>
              </a:extLst>
            </p:cNvPr>
            <p:cNvSpPr txBox="1"/>
            <p:nvPr/>
          </p:nvSpPr>
          <p:spPr>
            <a:xfrm>
              <a:off x="6724965" y="4507931"/>
              <a:ext cx="106817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2" name="テキスト ボックス 301">
              <a:extLst>
                <a:ext uri="{FF2B5EF4-FFF2-40B4-BE49-F238E27FC236}">
                  <ns2:creationId id="{E9F51F5F-C98D-EAA9-4FDF-8F0BE9E4AA60}"/>
                </a:ext>
              </a:extLst>
            </p:cNvPr>
            <p:cNvSpPr txBox="1"/>
            <p:nvPr/>
          </p:nvSpPr>
          <p:spPr>
            <a:xfrm>
              <a:off x="5761271" y="4474264"/>
              <a:ext cx="496971" cy="19196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IoT</a:t>
              </a:r>
              <a:endParaRPr lang="ja-JP" altLang="en-US" sz="1000" dirty="0"/>
            </a:p>
          </p:txBody>
        </p:sp>
        <p:sp>
          <p:nvSpPr>
            <p:cNvPr id="303" name="テキスト ボックス 302">
              <a:extLst>
                <a:ext uri="{FF2B5EF4-FFF2-40B4-BE49-F238E27FC236}">
                  <ns2:creationId id="{65079FDA-84D6-3BDA-0461-E5DC2C04D46A}"/>
                </a:ext>
              </a:extLst>
            </p:cNvPr>
            <p:cNvSpPr txBox="1"/>
            <p:nvPr/>
          </p:nvSpPr>
          <p:spPr>
            <a:xfrm>
              <a:off x="5781602" y="4715457"/>
              <a:ext cx="94219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FA5D6345-FEA4-0C74-D988-C13E8C7F6C27}"/>
                </a:ext>
              </a:extLst>
            </p:cNvPr>
            <p:cNvSpPr txBox="1"/>
            <p:nvPr/>
          </p:nvSpPr>
          <p:spPr>
            <a:xfrm>
              <a:off x="4138477" y="4528888"/>
              <a:ext cx="70251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3" name="テキスト ボックス 312">
              <a:extLst>
                <a:ext uri="{FF2B5EF4-FFF2-40B4-BE49-F238E27FC236}">
                  <ns2:creationId id="{0E5F9C0F-1706-6363-F24A-EE711F57A494}"/>
                </a:ext>
              </a:extLst>
            </p:cNvPr>
            <p:cNvSpPr txBox="1"/>
            <p:nvPr/>
          </p:nvSpPr>
          <p:spPr>
            <a:xfrm>
              <a:off x="3975121" y="4812230"/>
              <a:ext cx="90532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5" name="テキスト ボックス 314">
              <a:extLst>
                <a:ext uri="{FF2B5EF4-FFF2-40B4-BE49-F238E27FC236}">
                  <ns2:creationId id="{1FE19F3E-F75D-0675-09D5-8BDE32164F6B}"/>
                </a:ext>
              </a:extLst>
            </p:cNvPr>
            <p:cNvSpPr txBox="1"/>
            <p:nvPr/>
          </p:nvSpPr>
          <p:spPr>
            <a:xfrm>
              <a:off x="3333479" y="4435065"/>
              <a:ext cx="70959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7" name="テキスト ボックス 316">
              <a:extLst>
                <a:ext uri="{FF2B5EF4-FFF2-40B4-BE49-F238E27FC236}">
                  <ns2:creationId id="{813493F5-8DA0-3067-6FA4-C077F3F176C8}"/>
                </a:ext>
              </a:extLst>
            </p:cNvPr>
            <p:cNvSpPr txBox="1"/>
            <p:nvPr/>
          </p:nvSpPr>
          <p:spPr>
            <a:xfrm>
              <a:off x="2982873" y="4688086"/>
              <a:ext cx="84088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19" name="テキスト ボックス 318">
              <a:extLst>
                <a:ext uri="{FF2B5EF4-FFF2-40B4-BE49-F238E27FC236}">
                  <ns2:creationId id="{41301BFB-C20B-AD3F-302E-06C05F3FA5E0}"/>
                </a:ext>
              </a:extLst>
            </p:cNvPr>
            <p:cNvSpPr txBox="1"/>
            <p:nvPr/>
          </p:nvSpPr>
          <p:spPr>
            <a:xfrm>
              <a:off x="2070822" y="3933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321" name="テキスト ボックス 320">
              <a:extLst>
                <a:ext uri="{FF2B5EF4-FFF2-40B4-BE49-F238E27FC236}">
                  <ns2:creationId id="{8425A6B0-1F13-B510-4CCB-7DE3ACB6EA65}"/>
                </a:ext>
              </a:extLst>
            </p:cNvPr>
            <p:cNvSpPr txBox="1"/>
            <p:nvPr/>
          </p:nvSpPr>
          <p:spPr>
            <a:xfrm>
              <a:off x="1210516" y="4068400"/>
              <a:ext cx="153813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3" name="テキスト ボックス 322">
              <a:extLst>
                <a:ext uri="{FF2B5EF4-FFF2-40B4-BE49-F238E27FC236}">
                  <ns2:creationId id="{04A9820D-DCFB-1E55-2BC0-7E36220D4CA1}"/>
                </a:ext>
              </a:extLst>
            </p:cNvPr>
            <p:cNvSpPr txBox="1"/>
            <p:nvPr/>
          </p:nvSpPr>
          <p:spPr>
            <a:xfrm>
              <a:off x="1256612" y="3341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4" name="テキスト ボックス 323">
              <a:extLst>
                <a:ext uri="{FF2B5EF4-FFF2-40B4-BE49-F238E27FC236}">
                  <ns2:creationId id="{3012D65D-A21F-76F7-8FD0-2BEB1BA3D691}"/>
                </a:ext>
              </a:extLst>
            </p:cNvPr>
            <p:cNvSpPr txBox="1"/>
            <p:nvPr/>
          </p:nvSpPr>
          <p:spPr>
            <a:xfrm>
              <a:off x="608113" y="3064242"/>
              <a:ext cx="69134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ja-JP" altLang="en-US" sz="1000" dirty="0"/>
                <a:t>XX</a:t>
              </a:r>
            </a:p>
          </p:txBody>
        </p:sp>
        <p:sp>
          <p:nvSpPr>
            <p:cNvPr id="325" name="テキスト ボックス 324">
              <a:extLst>
                <a:ext uri="{FF2B5EF4-FFF2-40B4-BE49-F238E27FC236}">
                  <ns2:creationId id="{247874B9-C081-C274-E5AE-2B66FDB8C598}"/>
                </a:ext>
              </a:extLst>
            </p:cNvPr>
            <p:cNvSpPr txBox="1"/>
            <p:nvPr/>
          </p:nvSpPr>
          <p:spPr>
            <a:xfrm>
              <a:off x="2814407" y="2292453"/>
              <a:ext cx="45389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LTV</a:t>
              </a:r>
              <a:endParaRPr lang="ja-JP" altLang="en-US" sz="1000" dirty="0"/>
            </a:p>
          </p:txBody>
        </p:sp>
        <p:sp>
          <p:nvSpPr>
            <p:cNvPr id="327" name="テキスト ボックス 326">
              <a:extLst>
                <a:ext uri="{FF2B5EF4-FFF2-40B4-BE49-F238E27FC236}">
                  <ns2:creationId id="{83D7FD2F-864D-7F34-D47D-054BC0FB7D46}"/>
                </a:ext>
              </a:extLst>
            </p:cNvPr>
            <p:cNvSpPr txBox="1"/>
            <p:nvPr/>
          </p:nvSpPr>
          <p:spPr>
            <a:xfrm>
              <a:off x="2142008" y="2044658"/>
              <a:ext cx="95409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</a:p>
          </p:txBody>
        </p:sp>
        <p:sp>
          <p:nvSpPr>
            <p:cNvPr id="329" name="テキスト ボックス 328">
              <a:extLst>
                <a:ext uri="{FF2B5EF4-FFF2-40B4-BE49-F238E27FC236}">
                  <ns2:creationId id="{4EB6224C-5C6F-436A-07E5-198AC237ABBD}"/>
                </a:ext>
              </a:extLst>
            </p:cNvPr>
            <p:cNvSpPr txBox="1"/>
            <p:nvPr/>
          </p:nvSpPr>
          <p:spPr>
            <a:xfrm>
              <a:off x="3498974" y="2095715"/>
              <a:ext cx="70696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30" name="テキスト ボックス 329">
              <a:extLst>
                <a:ext uri="{FF2B5EF4-FFF2-40B4-BE49-F238E27FC236}">
                  <ns2:creationId id="{651685E6-A882-84AC-3153-AF06CD46DB05}"/>
                </a:ext>
              </a:extLst>
            </p:cNvPr>
            <p:cNvSpPr txBox="1"/>
            <p:nvPr/>
          </p:nvSpPr>
          <p:spPr>
            <a:xfrm>
              <a:off x="3167195" y="1828504"/>
              <a:ext cx="84573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E22624B5-6DF4-8772-587B-9B4BEFC981FE}"/>
              </a:ext>
            </a:extLst>
          </p:cNvPr>
          <p:cNvGrpSpPr/>
          <p:nvPr/>
        </p:nvGrpSpPr>
        <p:grpSpPr>
          <a:xfrm>
            <a:off x="9772650" y="5068625"/>
            <a:ext cx="2084388" cy="1240100"/>
            <a:chOff x="561393" y="5946796"/>
            <a:chExt cx="2242942" cy="2126918"/>
          </a:xfrm>
        </p:grpSpPr>
        <p:sp>
          <p:nvSpPr>
            <p:cNvPr id="4" name="テキスト ボックス 3">
              <a:extLst>
                <a:ext uri="{FF2B5EF4-FFF2-40B4-BE49-F238E27FC236}">
                  <ns2:creationId id="{3BD5E63A-0D5D-63C7-5226-C47E7A67A494}"/>
                </a:ext>
              </a:extLst>
            </p:cNvPr>
            <p:cNvSpPr txBox="1"/>
            <p:nvPr/>
          </p:nvSpPr>
          <p:spPr>
            <a:xfrm>
              <a:off x="569901" y="5946796"/>
              <a:ext cx="2234434" cy="732422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8AB70437-1F43-70A3-625D-D8334C191A5D}"/>
                </a:ext>
              </a:extLst>
            </p:cNvPr>
            <p:cNvSpPr txBox="1"/>
            <p:nvPr/>
          </p:nvSpPr>
          <p:spPr>
            <a:xfrm>
              <a:off x="561393" y="6801446"/>
              <a:ext cx="2242942" cy="1272268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774957085"/>
      </p:ext>
    </p:extLst>
  </p:cSld>
  <p:clrMapOvr>
    <a:masterClrMapping/>
  </p:clrMapOvr>
</p:sld>
</file>

<file path=ppt/slides/slide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417945-39A4-B023-0A51-B518B74D7D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フリーフォーム: 図形 23">
            <a:extLst>
              <a:ext uri="{FF2B5EF4-FFF2-40B4-BE49-F238E27FC236}">
                <ns2:creationId id="{E5033770-C26E-C95D-F6DD-AB1A78D68735}"/>
              </a:ext>
            </a:extLst>
          </p:cNvPr>
          <p:cNvSpPr/>
          <p:nvPr/>
        </p:nvSpPr>
        <p:spPr>
          <a:xfrm>
            <a:off x="1161291" y="2278493"/>
            <a:ext cx="9869419" cy="2688244"/>
          </a:xfrm>
          <a:custGeom>
            <a:avLst/>
            <a:gdLst>
              <a:gd name="connsiteX0" fmla="*/ 4934710 w 9869419"/>
              <a:gd name="connsiteY0" fmla="*/ 0 h 2515903"/>
              <a:gd name="connsiteX1" fmla="*/ 7952561 w 9869419"/>
              <a:gd name="connsiteY1" fmla="*/ 692418 h 2515903"/>
              <a:gd name="connsiteX2" fmla="*/ 6376729 w 9869419"/>
              <a:gd name="connsiteY2" fmla="*/ 692418 h 2515903"/>
              <a:gd name="connsiteX3" fmla="*/ 6376729 w 9869419"/>
              <a:gd name="connsiteY3" fmla="*/ 701519 h 2515903"/>
              <a:gd name="connsiteX4" fmla="*/ 9869419 w 9869419"/>
              <a:gd name="connsiteY4" fmla="*/ 2515903 h 2515903"/>
              <a:gd name="connsiteX5" fmla="*/ 0 w 9869419"/>
              <a:gd name="connsiteY5" fmla="*/ 2515903 h 2515903"/>
              <a:gd name="connsiteX6" fmla="*/ 3492690 w 9869419"/>
              <a:gd name="connsiteY6" fmla="*/ 701519 h 2515903"/>
              <a:gd name="connsiteX7" fmla="*/ 3492690 w 9869419"/>
              <a:gd name="connsiteY7" fmla="*/ 692418 h 2515903"/>
              <a:gd name="connsiteX8" fmla="*/ 1916858 w 9869419"/>
              <a:gd name="connsiteY8" fmla="*/ 692418 h 2515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69419" h="2515903">
                <a:moveTo>
                  <a:pt x="4934710" y="0"/>
                </a:moveTo>
                <a:lnTo>
                  <a:pt x="7952561" y="692418"/>
                </a:lnTo>
                <a:lnTo>
                  <a:pt x="6376729" y="692418"/>
                </a:lnTo>
                <a:lnTo>
                  <a:pt x="6376729" y="701519"/>
                </a:lnTo>
                <a:lnTo>
                  <a:pt x="9869419" y="2515903"/>
                </a:lnTo>
                <a:lnTo>
                  <a:pt x="0" y="2515903"/>
                </a:lnTo>
                <a:lnTo>
                  <a:pt x="3492690" y="701519"/>
                </a:lnTo>
                <a:lnTo>
                  <a:pt x="3492690" y="692418"/>
                </a:lnTo>
                <a:lnTo>
                  <a:pt x="1916858" y="692418"/>
                </a:ln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40000"/>
                  <a:lumOff val="60000"/>
                  <a:alpha val="20000"/>
                </a:schemeClr>
              </a:gs>
              <a:gs pos="100000">
                <a:schemeClr val="accent5">
                  <a:alpha val="50000"/>
                </a:schemeClr>
              </a:gs>
            </a:gsLst>
            <a:lin ang="16200000" scaled="1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楕円 8">
            <a:extLst>
              <a:ext uri="{FF2B5EF4-FFF2-40B4-BE49-F238E27FC236}">
                <ns2:creationId id="{9FBB1DB0-6B3F-A5E1-24D8-8B5929760968}"/>
              </a:ext>
            </a:extLst>
          </p:cNvPr>
          <p:cNvSpPr/>
          <p:nvPr/>
        </p:nvSpPr>
        <p:spPr>
          <a:xfrm>
            <a:off x="334963" y="4402543"/>
            <a:ext cx="11522075" cy="1827255"/>
          </a:xfrm>
          <a:prstGeom prst="ellipse">
            <a:avLst/>
          </a:pr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100000">
                <a:schemeClr val="accent5">
                  <a:alpha val="3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3175"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" name="タイトル 1">
            <a:extLst>
              <a:ext uri="{FF2B5EF4-FFF2-40B4-BE49-F238E27FC236}">
                <ns2:creationId id="{C695E943-AEC9-3744-B791-CB0926B65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D5E435AF-74F9-6EC4-4E35-9C1844309B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ADC873F2-DBF3-74DF-DC6F-336ABF8E77F6}"/>
              </a:ext>
            </a:extLst>
          </p:cNvPr>
          <p:cNvGrpSpPr/>
          <p:nvPr/>
        </p:nvGrpSpPr>
        <p:grpSpPr>
          <a:xfrm>
            <a:off x="4617795" y="1631720"/>
            <a:ext cx="2958790" cy="640675"/>
            <a:chOff x="4490881" y="1655669"/>
            <a:chExt cx="2958790" cy="640675"/>
          </a:xfrm>
        </p:grpSpPr>
        <p:sp>
          <p:nvSpPr>
            <p:cNvPr id="20" name="角丸四角形 6">
              <a:extLst>
                <a:ext uri="{FF2B5EF4-FFF2-40B4-BE49-F238E27FC236}">
                  <ns2:creationId id="{43E402A9-386B-7F29-3A5F-824ECE4D2C4F}"/>
                </a:ext>
              </a:extLst>
            </p:cNvPr>
            <p:cNvSpPr/>
            <p:nvPr/>
          </p:nvSpPr>
          <p:spPr>
            <a:xfrm>
              <a:off x="4490881" y="1655669"/>
              <a:ext cx="2958790" cy="640675"/>
            </a:xfrm>
            <a:prstGeom prst="roundRect">
              <a:avLst>
                <a:gd name="adj" fmla="val 7282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57D43CD5-B051-65C2-7229-374DBCA073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844270" y="1736210"/>
              <a:ext cx="504000" cy="504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6AAB5E89-57E1-07C5-125D-C0B1BBED3BCE}"/>
              </a:ext>
            </a:extLst>
          </p:cNvPr>
          <p:cNvGrpSpPr/>
          <p:nvPr/>
        </p:nvGrpSpPr>
        <p:grpSpPr>
          <a:xfrm>
            <a:off x="2895431" y="2990674"/>
            <a:ext cx="6632700" cy="1080000"/>
            <a:chOff x="4490881" y="2751626"/>
            <a:chExt cx="6632700" cy="1080000"/>
          </a:xfrm>
        </p:grpSpPr>
        <p:sp>
          <p:nvSpPr>
            <p:cNvPr id="10" name="Richtungspfeil 1">
              <a:extLst>
                <a:ext uri="{FF2B5EF4-FFF2-40B4-BE49-F238E27FC236}">
                  <ns2:creationId id="{7A85D499-1CA6-C394-07F1-A482183E151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42235" y="2751626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ichtungspfeil 1">
              <a:extLst>
                <a:ext uri="{FF2B5EF4-FFF2-40B4-BE49-F238E27FC236}">
                  <ns2:creationId id="{83BF474D-BA03-8C50-9052-AE82CDFC1D5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6460440" y="2751626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AutoShape 2">
              <a:extLst>
                <a:ext uri="{FF2B5EF4-FFF2-40B4-BE49-F238E27FC236}">
                  <ns2:creationId id="{2BD26E73-7B2B-BD9D-9073-3BB199AEC220}"/>
                </a:ext>
              </a:extLst>
            </p:cNvPr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 rot="10800000" flipH="1">
              <a:off x="6270970" y="2949626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4" name="AutoShape 2">
              <a:extLst>
                <a:ext uri="{FF2B5EF4-FFF2-40B4-BE49-F238E27FC236}">
                  <ns2:creationId id="{779B34E3-1838-8868-A66D-9C9A0411E88D}"/>
                </a:ext>
              </a:extLst>
            </p:cNvPr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 rot="10800000" flipH="1">
              <a:off x="6270970" y="321846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5" name="AutoShape 2">
              <a:extLst>
                <a:ext uri="{FF2B5EF4-FFF2-40B4-BE49-F238E27FC236}">
                  <ns2:creationId id="{12F795EC-0FCB-37D3-39DE-539B64E891BC}"/>
                </a:ext>
              </a:extLst>
            </p:cNvPr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 rot="10800000" flipH="1">
              <a:off x="6270971" y="348731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16" name="グラフィックス 15" descr="リサーチ 単色塗りつぶし">
              <a:extLst>
                <a:ext uri="{FF2B5EF4-FFF2-40B4-BE49-F238E27FC236}">
                  <ns2:creationId id="{6C156BCA-7D51-1A1B-3FA8-35193B61E5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4490881" y="2877626"/>
              <a:ext cx="324000" cy="324000"/>
            </a:xfrm>
            <a:prstGeom prst="rect">
              <a:avLst/>
            </a:prstGeom>
          </p:spPr>
        </p:pic>
        <p:pic>
          <p:nvPicPr>
            <p:cNvPr id="17" name="グラフィックス 16" descr="事業の成長 単色塗りつぶし">
              <a:extLst>
                <a:ext uri="{FF2B5EF4-FFF2-40B4-BE49-F238E27FC236}">
                  <ns2:creationId id="{07602550-49D3-1BD7-8AAD-4428BA23F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4493894" y="3146468"/>
              <a:ext cx="324000" cy="324000"/>
            </a:xfrm>
            <a:prstGeom prst="rect">
              <a:avLst/>
            </a:prstGeom>
          </p:spPr>
        </p:pic>
        <p:pic>
          <p:nvPicPr>
            <p:cNvPr id="18" name="グラフィックス 17" descr="ベン図 単色塗りつぶし">
              <a:extLst>
                <a:ext uri="{FF2B5EF4-FFF2-40B4-BE49-F238E27FC236}">
                  <ns2:creationId id="{0274AF23-7415-AF3C-2520-254C642EC7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490881" y="3415310"/>
              <a:ext cx="324000" cy="324000"/>
            </a:xfrm>
            <a:prstGeom prst="rect">
              <a:avLst/>
            </a:prstGeom>
          </p:spPr>
        </p:pic>
      </p:grpSp>
      <p:grpSp>
        <p:nvGrpSpPr>
          <p:cNvPr id="174" name="グループ化 173">
            <a:extLst>
              <a:ext uri="{FF2B5EF4-FFF2-40B4-BE49-F238E27FC236}">
                <ns2:creationId id="{C9D3C4F5-CD26-172A-9BCE-CF4DFF220DB5}"/>
              </a:ext>
            </a:extLst>
          </p:cNvPr>
          <p:cNvGrpSpPr/>
          <p:nvPr/>
        </p:nvGrpSpPr>
        <p:grpSpPr>
          <a:xfrm>
            <a:off x="5354762" y="2340559"/>
            <a:ext cx="1492623" cy="829534"/>
            <a:chOff x="2716306" y="2909776"/>
            <a:chExt cx="1492623" cy="829534"/>
          </a:xfrm>
        </p:grpSpPr>
        <p:sp>
          <p:nvSpPr>
            <p:cNvPr id="11" name="角丸四角形 6">
              <a:extLst>
                <a:ext uri="{FF2B5EF4-FFF2-40B4-BE49-F238E27FC236}">
                  <ns2:creationId id="{A8296F0B-07DA-E6CA-A0B3-DACE484674BC}"/>
                </a:ext>
              </a:extLst>
            </p:cNvPr>
            <p:cNvSpPr/>
            <p:nvPr/>
          </p:nvSpPr>
          <p:spPr>
            <a:xfrm>
              <a:off x="2716306" y="2909776"/>
              <a:ext cx="1492623" cy="829534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2" name="グラフィックス 171" descr="プレゼンテーション (円グラフ) 単色塗りつぶし">
              <a:extLst>
                <a:ext uri="{FF2B5EF4-FFF2-40B4-BE49-F238E27FC236}">
                  <ns2:creationId id="{A8167704-39E4-3BFF-110D-E5647F6941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228617" y="2912468"/>
              <a:ext cx="468000" cy="468000"/>
            </a:xfrm>
            <a:prstGeom prst="rect">
              <a:avLst/>
            </a:prstGeom>
          </p:spPr>
        </p:pic>
      </p:grpSp>
      <p:grpSp>
        <p:nvGrpSpPr>
          <p:cNvPr id="186" name="グループ化 185">
            <a:extLst>
              <a:ext uri="{FF2B5EF4-FFF2-40B4-BE49-F238E27FC236}">
                <ns2:creationId id="{87FE0BA7-CC2B-D354-D5F0-BBF9E93CE46A}"/>
              </a:ext>
            </a:extLst>
          </p:cNvPr>
          <p:cNvGrpSpPr/>
          <p:nvPr/>
        </p:nvGrpSpPr>
        <p:grpSpPr>
          <a:xfrm>
            <a:off x="340430" y="1631720"/>
            <a:ext cx="3322175" cy="1116105"/>
            <a:chOff x="10373691" y="4822234"/>
            <a:chExt cx="1363842" cy="1439700"/>
          </a:xfrm>
        </p:grpSpPr>
        <p:sp>
          <p:nvSpPr>
            <p:cNvPr id="187" name="正方形/長方形 186">
              <a:extLst>
                <a:ext uri="{FF2B5EF4-FFF2-40B4-BE49-F238E27FC236}">
                  <ns2:creationId id="{19EBA082-69E8-7C5B-33FE-F80A7CBE5599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88" name="グループ化 187">
              <a:extLst>
                <a:ext uri="{FF2B5EF4-FFF2-40B4-BE49-F238E27FC236}">
                  <ns2:creationId id="{5971303E-1582-228B-FDC2-A579E3523D48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89" name="直線コネクタ 188">
                <a:extLst>
                  <a:ext uri="{FF2B5EF4-FFF2-40B4-BE49-F238E27FC236}">
                    <ns2:creationId id="{5CED073B-4B86-538C-14EA-E6BA9FAC4C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3DF0796B-E910-E41C-B8AC-BA7D8FCDD5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12A6CBB7-6322-E1BF-4D42-6902888F6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線コネクタ 191">
                <a:extLst>
                  <a:ext uri="{FF2B5EF4-FFF2-40B4-BE49-F238E27FC236}">
                    <ns2:creationId id="{A03AE925-092A-5260-3B7B-4159556B1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FCA685A4-1F48-2461-EE67-6EA486784B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角丸四角形 6">
            <a:extLst>
              <a:ext uri="{FF2B5EF4-FFF2-40B4-BE49-F238E27FC236}">
                <ns2:creationId id="{CF890847-907F-D760-0DB8-32FCC74EF188}"/>
              </a:ext>
            </a:extLst>
          </p:cNvPr>
          <p:cNvSpPr/>
          <p:nvPr/>
        </p:nvSpPr>
        <p:spPr>
          <a:xfrm>
            <a:off x="967751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角丸四角形 6">
            <a:extLst>
              <a:ext uri="{FF2B5EF4-FFF2-40B4-BE49-F238E27FC236}">
                <ns2:creationId id="{9F1B4930-79AA-3AD0-CFB4-E565E75CF212}"/>
              </a:ext>
            </a:extLst>
          </p:cNvPr>
          <p:cNvSpPr/>
          <p:nvPr/>
        </p:nvSpPr>
        <p:spPr>
          <a:xfrm>
            <a:off x="1990310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27" name="グラフィックス 126" descr="トラック 単色塗りつぶし">
            <a:extLst>
              <a:ext uri="{FF2B5EF4-FFF2-40B4-BE49-F238E27FC236}">
                <ns2:creationId id="{475A8F93-EC9E-45E1-E0B8-D22C4F4D2F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1675241" y="5315578"/>
            <a:ext cx="324000" cy="324000"/>
          </a:xfrm>
          <a:prstGeom prst="rect">
            <a:avLst/>
          </a:prstGeom>
        </p:spPr>
      </p:pic>
      <p:sp>
        <p:nvSpPr>
          <p:cNvPr id="23" name="角丸四角形 6">
            <a:extLst>
              <a:ext uri="{FF2B5EF4-FFF2-40B4-BE49-F238E27FC236}">
                <ns2:creationId id="{FF5A7353-295A-DF51-4964-9CA09B279608}"/>
              </a:ext>
            </a:extLst>
          </p:cNvPr>
          <p:cNvSpPr/>
          <p:nvPr/>
        </p:nvSpPr>
        <p:spPr>
          <a:xfrm>
            <a:off x="1250139" y="4210238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</a:p>
        </p:txBody>
      </p:sp>
      <p:sp>
        <p:nvSpPr>
          <p:cNvPr id="82" name="角丸四角形 6">
            <a:extLst>
              <a:ext uri="{FF2B5EF4-FFF2-40B4-BE49-F238E27FC236}">
                <ns2:creationId id="{C5182A73-DB8D-7458-6844-93B62EB3C062}"/>
              </a:ext>
            </a:extLst>
          </p:cNvPr>
          <p:cNvSpPr/>
          <p:nvPr/>
        </p:nvSpPr>
        <p:spPr>
          <a:xfrm>
            <a:off x="2272698" y="4261359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52" name="グラフィックス 51" descr="工場 単色塗りつぶし">
            <a:extLst>
              <a:ext uri="{FF2B5EF4-FFF2-40B4-BE49-F238E27FC236}">
                <ns2:creationId id="{BA9AF1CC-E847-F66A-1909-F8DCEA3756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1837241" y="4261359"/>
            <a:ext cx="324000" cy="324000"/>
          </a:xfrm>
          <a:prstGeom prst="rect">
            <a:avLst/>
          </a:prstGeom>
        </p:spPr>
      </p:pic>
      <p:sp>
        <p:nvSpPr>
          <p:cNvPr id="92" name="角丸四角形 6">
            <a:extLst>
              <a:ext uri="{FF2B5EF4-FFF2-40B4-BE49-F238E27FC236}">
                <ns2:creationId id="{6DEBCFAF-C325-DE13-8581-338A75619590}"/>
              </a:ext>
            </a:extLst>
          </p:cNvPr>
          <p:cNvSpPr/>
          <p:nvPr/>
        </p:nvSpPr>
        <p:spPr>
          <a:xfrm>
            <a:off x="7983073" y="4218731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角丸四角形 6">
            <a:extLst>
              <a:ext uri="{FF2B5EF4-FFF2-40B4-BE49-F238E27FC236}">
                <ns2:creationId id="{28CE5571-3CD0-A812-3E46-81E6BD0535C2}"/>
              </a:ext>
            </a:extLst>
          </p:cNvPr>
          <p:cNvSpPr/>
          <p:nvPr/>
        </p:nvSpPr>
        <p:spPr>
          <a:xfrm>
            <a:off x="8902251" y="4269852"/>
            <a:ext cx="182208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0" name="グラフィックス 69" descr="レジ 単色塗りつぶし">
            <a:extLst>
              <a:ext uri="{FF2B5EF4-FFF2-40B4-BE49-F238E27FC236}">
                <ns2:creationId id="{634A5443-9C09-F8CC-11FF-B08D2D75CD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9"/>
              </a:ext>
            </a:extLst>
          </a:blip>
          <a:stretch>
            <a:fillRect/>
          </a:stretch>
        </p:blipFill>
        <p:spPr>
          <a:xfrm>
            <a:off x="8437275" y="4269852"/>
            <a:ext cx="324000" cy="324000"/>
          </a:xfrm>
          <a:prstGeom prst="rect">
            <a:avLst/>
          </a:prstGeom>
        </p:spPr>
      </p:pic>
      <p:sp>
        <p:nvSpPr>
          <p:cNvPr id="85" name="角丸四角形 6">
            <a:extLst>
              <a:ext uri="{FF2B5EF4-FFF2-40B4-BE49-F238E27FC236}">
                <ns2:creationId id="{A3378093-1EBC-DD58-B847-73BB982DFC8F}"/>
              </a:ext>
            </a:extLst>
          </p:cNvPr>
          <p:cNvSpPr/>
          <p:nvPr/>
        </p:nvSpPr>
        <p:spPr>
          <a:xfrm>
            <a:off x="4617795" y="4027422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角丸四角形 6">
            <a:extLst>
              <a:ext uri="{FF2B5EF4-FFF2-40B4-BE49-F238E27FC236}">
                <ns2:creationId id="{2E8567A1-E156-8A06-1704-1BDEB583A7EB}"/>
              </a:ext>
            </a:extLst>
          </p:cNvPr>
          <p:cNvSpPr/>
          <p:nvPr/>
        </p:nvSpPr>
        <p:spPr>
          <a:xfrm>
            <a:off x="5640354" y="4078543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86" name="グラフィックス 85" descr="顕微鏡 単色塗りつぶし">
            <a:extLst>
              <a:ext uri="{FF2B5EF4-FFF2-40B4-BE49-F238E27FC236}">
                <ns2:creationId id="{474E7D9C-04A3-48AB-B880-6696AB25A2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0"/>
              </a:ext>
            </a:extLst>
          </a:blip>
          <a:stretch>
            <a:fillRect/>
          </a:stretch>
        </p:blipFill>
        <p:spPr>
          <a:xfrm>
            <a:off x="5186897" y="4060543"/>
            <a:ext cx="360000" cy="360000"/>
          </a:xfrm>
          <a:prstGeom prst="rect">
            <a:avLst/>
          </a:prstGeom>
        </p:spPr>
      </p:pic>
      <p:sp>
        <p:nvSpPr>
          <p:cNvPr id="161" name="角丸四角形 6">
            <a:extLst>
              <a:ext uri="{FF2B5EF4-FFF2-40B4-BE49-F238E27FC236}">
                <ns2:creationId id="{5116FEA6-B025-3488-A49C-3CA9A5DD6CE1}"/>
              </a:ext>
            </a:extLst>
          </p:cNvPr>
          <p:cNvSpPr/>
          <p:nvPr/>
        </p:nvSpPr>
        <p:spPr>
          <a:xfrm>
            <a:off x="4617795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buClr>
                <a:schemeClr val="accent5"/>
              </a:buClr>
            </a:pP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角丸四角形 6">
            <a:extLst>
              <a:ext uri="{FF2B5EF4-FFF2-40B4-BE49-F238E27FC236}">
                <ns2:creationId id="{8203B93B-4FC3-1AFB-1D6A-BADBC520EB4B}"/>
              </a:ext>
            </a:extLst>
          </p:cNvPr>
          <p:cNvSpPr/>
          <p:nvPr/>
        </p:nvSpPr>
        <p:spPr>
          <a:xfrm>
            <a:off x="5640354" y="5321675"/>
            <a:ext cx="1142854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05" name="グラフィックス 104" descr="在庫 単色塗りつぶし">
            <a:extLst>
              <a:ext uri="{FF2B5EF4-FFF2-40B4-BE49-F238E27FC236}">
                <ns2:creationId id="{302DFC90-4C3D-0A9B-FB43-8E46626EEA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1"/>
              </a:ext>
            </a:extLst>
          </a:blip>
          <a:stretch>
            <a:fillRect/>
          </a:stretch>
        </p:blipFill>
        <p:spPr>
          <a:xfrm>
            <a:off x="5201987" y="5321675"/>
            <a:ext cx="324000" cy="324000"/>
          </a:xfrm>
          <a:prstGeom prst="rect">
            <a:avLst/>
          </a:prstGeom>
        </p:spPr>
      </p:pic>
      <p:sp>
        <p:nvSpPr>
          <p:cNvPr id="159" name="角丸四角形 6">
            <a:extLst>
              <a:ext uri="{FF2B5EF4-FFF2-40B4-BE49-F238E27FC236}">
                <ns2:creationId id="{90146836-862E-686A-911E-CADFBD4C99AC}"/>
              </a:ext>
            </a:extLst>
          </p:cNvPr>
          <p:cNvSpPr/>
          <p:nvPr/>
        </p:nvSpPr>
        <p:spPr>
          <a:xfrm>
            <a:off x="8270216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zh-TW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LTV</a:t>
            </a:r>
          </a:p>
        </p:txBody>
      </p:sp>
      <p:sp>
        <p:nvSpPr>
          <p:cNvPr id="160" name="角丸四角形 6">
            <a:extLst>
              <a:ext uri="{FF2B5EF4-FFF2-40B4-BE49-F238E27FC236}">
                <ns2:creationId id="{7E0DDAFC-10D0-944E-5750-80DE470B2427}"/>
              </a:ext>
            </a:extLst>
          </p:cNvPr>
          <p:cNvSpPr/>
          <p:nvPr/>
        </p:nvSpPr>
        <p:spPr>
          <a:xfrm>
            <a:off x="9292775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</a:p>
        </p:txBody>
      </p:sp>
      <p:pic>
        <p:nvPicPr>
          <p:cNvPr id="146" name="グラフィックス 145" descr="データベース 単色塗りつぶし">
            <a:extLst>
              <a:ext uri="{FF2B5EF4-FFF2-40B4-BE49-F238E27FC236}">
                <ns2:creationId id="{E31FA9C3-C01D-386B-042C-78F4DF6520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2"/>
              </a:ext>
            </a:extLst>
          </a:blip>
          <a:stretch>
            <a:fillRect/>
          </a:stretch>
        </p:blipFill>
        <p:spPr>
          <a:xfrm>
            <a:off x="8966631" y="5321675"/>
            <a:ext cx="324000" cy="324000"/>
          </a:xfrm>
          <a:prstGeom prst="rect">
            <a:avLst/>
          </a:prstGeom>
        </p:spPr>
      </p:pic>
      <p:grpSp>
        <p:nvGrpSpPr>
          <p:cNvPr id="25" name="グループ化 24">
            <a:extLst>
              <a:ext uri="{FF2B5EF4-FFF2-40B4-BE49-F238E27FC236}">
                <ns2:creationId id="{383B8FE6-9097-B07E-AE1A-A97A35F4CEEE}"/>
              </a:ext>
            </a:extLst>
          </p:cNvPr>
          <p:cNvGrpSpPr/>
          <p:nvPr/>
        </p:nvGrpSpPr>
        <p:grpSpPr>
          <a:xfrm>
            <a:off x="8529395" y="1631720"/>
            <a:ext cx="3327643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75C0A89B-94F4-5FA5-81C8-53C1A4FB89CB}"/>
                </a:ext>
              </a:extLst>
            </p:cNvPr>
            <p:cNvSpPr txBox="1"/>
            <p:nvPr/>
          </p:nvSpPr>
          <p:spPr>
            <a:xfrm>
              <a:off x="10417445" y="1534518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5D4E8B1E-1DC8-9334-C612-6673257D6571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6911BF1-38E0-2BAF-6B46-A9A95F01AFB2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Rechteck 19">
              <a:extLst>
                <a:ext uri="{FF2B5EF4-FFF2-40B4-BE49-F238E27FC236}">
                  <ns2:creationId id="{DD20F677-30DA-D35E-7319-84CE070E7C2E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Text Placeholder 7">
              <a:extLst>
                <a:ext uri="{FF2B5EF4-FFF2-40B4-BE49-F238E27FC236}">
                  <ns2:creationId id="{BFC14C17-40AA-44AB-576F-0FC18EF989E7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165219" y="1712425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ns2:creationId id="{2A4D0A9F-4AFE-A81E-E683-B4665EF80AFE}"/>
                </a:ext>
              </a:extLst>
            </p:cNvPr>
            <p:cNvSpPr txBox="1">
              <a:spLocks/>
            </p:cNvSpPr>
            <p:nvPr>
              <p:custDataLst>
                <p:tags r:id="rId3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" name="Text Placeholder 7">
              <a:extLst>
                <a:ext uri="{FF2B5EF4-FFF2-40B4-BE49-F238E27FC236}">
                  <ns2:creationId id="{305A797B-C3B5-D460-A9A5-C6F1C0FEDD55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3" name="直線コネクタ 16">
              <a:extLst>
                <a:ext uri="{FF2B5EF4-FFF2-40B4-BE49-F238E27FC236}">
                  <ns2:creationId id="{CB6B2CC6-8F7F-9CB5-53F8-706DE1B7B1FF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" name="グラフィックス 33" descr="追加 単色塗りつぶし">
              <a:extLst>
                <a:ext uri="{FF2B5EF4-FFF2-40B4-BE49-F238E27FC236}">
                  <ns2:creationId id="{C1D634C2-2C41-B75E-FAE7-E8AF4613E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216856470"/>
      </p:ext>
    </p:extLst>
  </p:cSld>
  <p:clrMapOvr>
    <a:masterClrMapping/>
  </p:clrMapOvr>
</p:sld>
</file>

<file path=ppt/slides/slide1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286072580"/>
      </p:ext>
    </p:extLst>
  </p:cSld>
  <p:clrMapOvr>
    <a:masterClrMapping/>
  </p:clrMapOvr>
</p:sld>
</file>

<file path=ppt/slides/slide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タイトル 47">
            <a:extLst>
              <a:ext uri="{FF2B5EF4-FFF2-40B4-BE49-F238E27FC236}">
                <ns2:creationId id="{FA1D06F3-6676-1B9F-0EB0-6965ED4D0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DE"/>
              <a:t>XX</a:t>
            </a:r>
            <a:endParaRPr lang="ja-DE" altLang="en-US"/>
          </a:p>
        </p:txBody>
      </p:sp>
      <p:sp>
        <p:nvSpPr>
          <p:cNvPr id="22" name="次の値と等しい 21">
            <a:extLst>
              <a:ext uri="{FF2B5EF4-FFF2-40B4-BE49-F238E27FC236}">
                <ns2:creationId id="{97F09EFC-949D-008F-5846-C6F153935CD3}"/>
              </a:ext>
            </a:extLst>
          </p:cNvPr>
          <p:cNvSpPr>
            <a:spLocks noChangeAspect="1"/>
          </p:cNvSpPr>
          <p:nvPr/>
        </p:nvSpPr>
        <p:spPr>
          <a:xfrm>
            <a:off x="3334262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42617C60-5C3C-F122-F5FC-DF55927C77B2}"/>
              </a:ext>
            </a:extLst>
          </p:cNvPr>
          <p:cNvGrpSpPr/>
          <p:nvPr/>
        </p:nvGrpSpPr>
        <p:grpSpPr>
          <a:xfrm>
            <a:off x="328468" y="1052513"/>
            <a:ext cx="2971655" cy="612775"/>
            <a:chOff x="10469878" y="3093626"/>
            <a:chExt cx="2971655" cy="612775"/>
          </a:xfrm>
        </p:grpSpPr>
        <p:sp>
          <p:nvSpPr>
            <p:cNvPr id="20" name="角丸四角形 6">
              <a:extLst>
                <a:ext uri="{FF2B5EF4-FFF2-40B4-BE49-F238E27FC236}">
                  <ns2:creationId id="{544D27FE-7E81-C297-58BC-05483D4CA277}"/>
                </a:ext>
              </a:extLst>
            </p:cNvPr>
            <p:cNvSpPr/>
            <p:nvPr/>
          </p:nvSpPr>
          <p:spPr>
            <a:xfrm>
              <a:off x="10469878" y="3093626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684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企業価値向上</a:t>
              </a:r>
              <a:endParaRPr kumimoji="0" lang="en-US" altLang="ja-JP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0" lang="ja-JP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EFFB2243-F1F2-A9CA-8D95-D13A66F8A8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626626" y="3202013"/>
              <a:ext cx="396000" cy="396000"/>
            </a:xfrm>
            <a:prstGeom prst="rect">
              <a:avLst/>
            </a:prstGeom>
          </p:spPr>
        </p:pic>
      </p:grpSp>
      <p:grpSp>
        <p:nvGrpSpPr>
          <p:cNvPr id="89" name="グループ化 88">
            <a:extLst>
              <a:ext uri="{FF2B5EF4-FFF2-40B4-BE49-F238E27FC236}">
                <ns2:creationId id="{7B9BD157-224F-9A0F-CC6F-6F15F5381B00}"/>
              </a:ext>
            </a:extLst>
          </p:cNvPr>
          <p:cNvGrpSpPr/>
          <p:nvPr/>
        </p:nvGrpSpPr>
        <p:grpSpPr>
          <a:xfrm>
            <a:off x="3728401" y="1052512"/>
            <a:ext cx="2971655" cy="612775"/>
            <a:chOff x="2805411" y="1052512"/>
            <a:chExt cx="2971655" cy="612775"/>
          </a:xfrm>
        </p:grpSpPr>
        <p:sp>
          <p:nvSpPr>
            <p:cNvPr id="23" name="角丸四角形 6">
              <a:extLst>
                <a:ext uri="{FF2B5EF4-FFF2-40B4-BE49-F238E27FC236}">
                  <ns2:creationId id="{F4D53EE1-50EC-F941-522E-20DC8821BDD4}"/>
                </a:ext>
              </a:extLst>
            </p:cNvPr>
            <p:cNvSpPr/>
            <p:nvPr/>
          </p:nvSpPr>
          <p:spPr>
            <a:xfrm>
              <a:off x="2805411" y="1052512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7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24" name="グラフィックス 23" descr="在庫 単色塗りつぶし">
              <a:extLst>
                <a:ext uri="{FF2B5EF4-FFF2-40B4-BE49-F238E27FC236}">
                  <ns2:creationId id="{4DC3F8E7-D37B-422F-A08B-8842CE9649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502448" y="1160900"/>
              <a:ext cx="396000" cy="396000"/>
            </a:xfrm>
            <a:prstGeom prst="rect">
              <a:avLst/>
            </a:prstGeom>
          </p:spPr>
        </p:pic>
      </p:grpSp>
      <p:sp>
        <p:nvSpPr>
          <p:cNvPr id="25" name="次の値と等しい 24">
            <a:extLst>
              <a:ext uri="{FF2B5EF4-FFF2-40B4-BE49-F238E27FC236}">
                <ns2:creationId id="{F1079C90-4AD4-D7A9-B39A-0FA41E11EED9}"/>
              </a:ext>
            </a:extLst>
          </p:cNvPr>
          <p:cNvSpPr>
            <a:spLocks noChangeAspect="1"/>
          </p:cNvSpPr>
          <p:nvPr/>
        </p:nvSpPr>
        <p:spPr>
          <a:xfrm>
            <a:off x="6734195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F705A317-8819-3AC0-8289-75256FFA6841}"/>
              </a:ext>
            </a:extLst>
          </p:cNvPr>
          <p:cNvGrpSpPr/>
          <p:nvPr/>
        </p:nvGrpSpPr>
        <p:grpSpPr>
          <a:xfrm>
            <a:off x="7128335" y="1053838"/>
            <a:ext cx="4719587" cy="628127"/>
            <a:chOff x="6750383" y="1053838"/>
            <a:chExt cx="4719587" cy="628127"/>
          </a:xfrm>
        </p:grpSpPr>
        <p:cxnSp>
          <p:nvCxnSpPr>
            <p:cNvPr id="26" name="直線コネクタ 25">
              <a:extLst>
                <a:ext uri="{FF2B5EF4-FFF2-40B4-BE49-F238E27FC236}">
                  <ns2:creationId id="{8CAE00A7-7F80-682A-F06E-1F6BB6151063}"/>
                </a:ext>
              </a:extLst>
            </p:cNvPr>
            <p:cNvCxnSpPr>
              <a:cxnSpLocks/>
            </p:cNvCxnSpPr>
            <p:nvPr/>
          </p:nvCxnSpPr>
          <p:spPr>
            <a:xfrm>
              <a:off x="6750383" y="1367902"/>
              <a:ext cx="4719587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テキスト ボックス 26">
              <a:extLst>
                <a:ext uri="{FF2B5EF4-FFF2-40B4-BE49-F238E27FC236}">
                  <ns2:creationId id="{B0C74216-2888-5143-D642-E6046E9094D1}"/>
                </a:ext>
              </a:extLst>
            </p:cNvPr>
            <p:cNvSpPr txBox="1"/>
            <p:nvPr/>
          </p:nvSpPr>
          <p:spPr>
            <a:xfrm>
              <a:off x="6770176" y="1404966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01D8BAF-1EB1-97D6-5953-E62CE4CE1B71}"/>
                </a:ext>
              </a:extLst>
            </p:cNvPr>
            <p:cNvSpPr txBox="1"/>
            <p:nvPr/>
          </p:nvSpPr>
          <p:spPr>
            <a:xfrm>
              <a:off x="6770176" y="1053838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6616404A-3A24-7DD6-59E5-2769AC78FB6F}"/>
              </a:ext>
            </a:extLst>
          </p:cNvPr>
          <p:cNvGrpSpPr/>
          <p:nvPr/>
        </p:nvGrpSpPr>
        <p:grpSpPr>
          <a:xfrm>
            <a:off x="334962" y="1810250"/>
            <a:ext cx="11522075" cy="469553"/>
            <a:chOff x="334962" y="1773674"/>
            <a:chExt cx="11522075" cy="469553"/>
          </a:xfrm>
        </p:grpSpPr>
        <p:sp>
          <p:nvSpPr>
            <p:cNvPr id="31" name="角丸四角形 6">
              <a:extLst>
                <a:ext uri="{FF2B5EF4-FFF2-40B4-BE49-F238E27FC236}">
                  <ns2:creationId id="{1811D6C7-24CC-15BE-9BBD-F29E17BA0CBD}"/>
                </a:ext>
              </a:extLst>
            </p:cNvPr>
            <p:cNvSpPr/>
            <p:nvPr/>
          </p:nvSpPr>
          <p:spPr>
            <a:xfrm>
              <a:off x="334962" y="1773674"/>
              <a:ext cx="11522075" cy="469553"/>
            </a:xfrm>
            <a:prstGeom prst="roundRect">
              <a:avLst>
                <a:gd name="adj" fmla="val 7282"/>
              </a:avLst>
            </a:prstGeom>
            <a:solidFill>
              <a:srgbClr val="008D2E">
                <a:alpha val="85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999" tIns="0" rIns="180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32" name="グラフィックス 31" descr="グループでのブレーンストーミング 単色塗りつぶし">
              <a:extLst>
                <a:ext uri="{FF2B5EF4-FFF2-40B4-BE49-F238E27FC236}">
                  <ns2:creationId id="{7948AB11-B4B8-CE42-B336-90254C6B4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680" y="1810450"/>
              <a:ext cx="396000" cy="396000"/>
            </a:xfrm>
            <a:prstGeom prst="rect">
              <a:avLst/>
            </a:prstGeom>
          </p:spPr>
        </p:pic>
      </p:grpSp>
      <p:cxnSp>
        <p:nvCxnSpPr>
          <p:cNvPr id="35" name="直線コネクタ 34">
            <a:extLst>
              <a:ext uri="{FF2B5EF4-FFF2-40B4-BE49-F238E27FC236}">
                <ns2:creationId id="{51BB9B37-A9B7-9AA3-51CF-2E55CE35F111}"/>
              </a:ext>
            </a:extLst>
          </p:cNvPr>
          <p:cNvCxnSpPr>
            <a:cxnSpLocks/>
          </p:cNvCxnSpPr>
          <p:nvPr/>
        </p:nvCxnSpPr>
        <p:spPr>
          <a:xfrm>
            <a:off x="1499637" y="4300145"/>
            <a:ext cx="10357401" cy="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ns2:creationId id="{39F0E2F6-EF51-9410-08CC-B84428EDD2E8}"/>
              </a:ext>
            </a:extLst>
          </p:cNvPr>
          <p:cNvGrpSpPr/>
          <p:nvPr/>
        </p:nvGrpSpPr>
        <p:grpSpPr>
          <a:xfrm>
            <a:off x="1499637" y="2344838"/>
            <a:ext cx="10357401" cy="1894154"/>
            <a:chOff x="1499637" y="2344838"/>
            <a:chExt cx="10357401" cy="1894154"/>
          </a:xfrm>
        </p:grpSpPr>
        <p:pic>
          <p:nvPicPr>
            <p:cNvPr id="59" name="グラフィックス 58" descr="リサーチ 単色塗りつぶし">
              <a:extLst>
                <a:ext uri="{FF2B5EF4-FFF2-40B4-BE49-F238E27FC236}">
                  <ns2:creationId id="{828D126D-0B3A-5BA9-F289-1D1EF92BB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052573" y="3277270"/>
              <a:ext cx="900000" cy="900000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7E204D18-3E05-A6CB-8C69-CC89194B9639}"/>
                </a:ext>
              </a:extLst>
            </p:cNvPr>
            <p:cNvSpPr/>
            <p:nvPr/>
          </p:nvSpPr>
          <p:spPr>
            <a:xfrm>
              <a:off x="1499638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C3696D51-BD3B-8EAB-5A8C-9650A0941CE9}"/>
                </a:ext>
              </a:extLst>
            </p:cNvPr>
            <p:cNvSpPr txBox="1"/>
            <p:nvPr/>
          </p:nvSpPr>
          <p:spPr>
            <a:xfrm>
              <a:off x="1499637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0" name="グラフィックス 59" descr="在庫 単色塗りつぶし">
              <a:extLst>
                <a:ext uri="{FF2B5EF4-FFF2-40B4-BE49-F238E27FC236}">
                  <ns2:creationId id="{C737E386-FEB8-7CFE-F488-B1453EB735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4140455" y="3277270"/>
              <a:ext cx="900000" cy="900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15C217B9-1C97-E06F-89DA-8C25CFB11AEA}"/>
                </a:ext>
              </a:extLst>
            </p:cNvPr>
            <p:cNvSpPr/>
            <p:nvPr/>
          </p:nvSpPr>
          <p:spPr>
            <a:xfrm>
              <a:off x="3587519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6202BBE3-1472-A71C-A05C-9B1C15B0AE0E}"/>
                </a:ext>
              </a:extLst>
            </p:cNvPr>
            <p:cNvSpPr txBox="1"/>
            <p:nvPr/>
          </p:nvSpPr>
          <p:spPr>
            <a:xfrm>
              <a:off x="3587519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グラフィックス 60" descr="ベン図 単色塗りつぶし">
              <a:extLst>
                <a:ext uri="{FF2B5EF4-FFF2-40B4-BE49-F238E27FC236}">
                  <ns2:creationId id="{C04AEF6C-3419-567D-C9B4-7FC039F35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228337" y="3277270"/>
              <a:ext cx="900000" cy="900000"/>
            </a:xfrm>
            <a:prstGeom prst="rect">
              <a:avLst/>
            </a:prstGeom>
          </p:spPr>
        </p:pic>
        <p:sp>
          <p:nvSpPr>
            <p:cNvPr id="39" name="四角形: 角を丸くする 38">
              <a:extLst>
                <a:ext uri="{FF2B5EF4-FFF2-40B4-BE49-F238E27FC236}">
                  <ns2:creationId id="{FA04FA7D-3DB7-5419-6135-A9B0E4BF4ECA}"/>
                </a:ext>
              </a:extLst>
            </p:cNvPr>
            <p:cNvSpPr/>
            <p:nvPr/>
          </p:nvSpPr>
          <p:spPr>
            <a:xfrm>
              <a:off x="5675401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D4A1B8-6F66-2F2F-2982-05BB141CFA38}"/>
                </a:ext>
              </a:extLst>
            </p:cNvPr>
            <p:cNvSpPr txBox="1"/>
            <p:nvPr/>
          </p:nvSpPr>
          <p:spPr>
            <a:xfrm>
              <a:off x="5675401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2" name="グラフィックス 61" descr="統計 単色塗りつぶし">
              <a:extLst>
                <a:ext uri="{FF2B5EF4-FFF2-40B4-BE49-F238E27FC236}">
                  <ns2:creationId id="{6C1E554A-4E32-D247-6753-ED1BE4C01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316219" y="3277270"/>
              <a:ext cx="900000" cy="900000"/>
            </a:xfrm>
            <a:prstGeom prst="rect">
              <a:avLst/>
            </a:prstGeom>
          </p:spPr>
        </p:pic>
        <p:sp>
          <p:nvSpPr>
            <p:cNvPr id="40" name="四角形: 角を丸くする 39">
              <a:extLst>
                <a:ext uri="{FF2B5EF4-FFF2-40B4-BE49-F238E27FC236}">
                  <ns2:creationId id="{6CE3AD2A-8289-15B0-6467-7D8129026382}"/>
                </a:ext>
              </a:extLst>
            </p:cNvPr>
            <p:cNvSpPr/>
            <p:nvPr/>
          </p:nvSpPr>
          <p:spPr>
            <a:xfrm>
              <a:off x="7763283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8FF7E2EF-446E-F0A2-3ED3-69795E78A2AF}"/>
                </a:ext>
              </a:extLst>
            </p:cNvPr>
            <p:cNvSpPr txBox="1"/>
            <p:nvPr/>
          </p:nvSpPr>
          <p:spPr>
            <a:xfrm>
              <a:off x="7763283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62" descr="インターネット 単色塗りつぶし">
              <a:extLst>
                <a:ext uri="{FF2B5EF4-FFF2-40B4-BE49-F238E27FC236}">
                  <ns2:creationId id="{2FFD2FE7-9ED8-BCA1-FE68-DF30F896E8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404100" y="3277270"/>
              <a:ext cx="900000" cy="900000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426E23C9-E217-3222-2C6D-0776E86BD806}"/>
                </a:ext>
              </a:extLst>
            </p:cNvPr>
            <p:cNvSpPr/>
            <p:nvPr/>
          </p:nvSpPr>
          <p:spPr>
            <a:xfrm>
              <a:off x="9851165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テキスト ボックス 51">
              <a:extLst>
                <a:ext uri="{FF2B5EF4-FFF2-40B4-BE49-F238E27FC236}">
                  <ns2:creationId id="{E1C5DD99-A991-7054-DD54-85B781064AEB}"/>
                </a:ext>
              </a:extLst>
            </p:cNvPr>
            <p:cNvSpPr txBox="1"/>
            <p:nvPr/>
          </p:nvSpPr>
          <p:spPr>
            <a:xfrm>
              <a:off x="9851164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77" name="グループ化 76">
            <a:extLst>
              <a:ext uri="{FF2B5EF4-FFF2-40B4-BE49-F238E27FC236}">
                <ns2:creationId id="{62369A1F-DFCD-2B5B-82B4-7C06AB4EB7B7}"/>
              </a:ext>
            </a:extLst>
          </p:cNvPr>
          <p:cNvGrpSpPr/>
          <p:nvPr/>
        </p:nvGrpSpPr>
        <p:grpSpPr>
          <a:xfrm>
            <a:off x="1499638" y="4395999"/>
            <a:ext cx="10357400" cy="1879390"/>
            <a:chOff x="1499638" y="4395999"/>
            <a:chExt cx="10357400" cy="1879390"/>
          </a:xfrm>
        </p:grpSpPr>
        <p:pic>
          <p:nvPicPr>
            <p:cNvPr id="64" name="グラフィックス 63" descr="統計 単色塗りつぶし">
              <a:extLst>
                <a:ext uri="{FF2B5EF4-FFF2-40B4-BE49-F238E27FC236}">
                  <ns2:creationId id="{49820483-8015-448B-B87C-54EE909C7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052574" y="5297716"/>
              <a:ext cx="900000" cy="900000"/>
            </a:xfrm>
            <a:prstGeom prst="rect">
              <a:avLst/>
            </a:prstGeom>
          </p:spPr>
        </p:pic>
        <p:sp>
          <p:nvSpPr>
            <p:cNvPr id="42" name="四角形: 角を丸くする 41">
              <a:extLst>
                <a:ext uri="{FF2B5EF4-FFF2-40B4-BE49-F238E27FC236}">
                  <ns2:creationId id="{3D338A51-EDBA-988A-1CF8-407EDAEF54BB}"/>
                </a:ext>
              </a:extLst>
            </p:cNvPr>
            <p:cNvSpPr/>
            <p:nvPr/>
          </p:nvSpPr>
          <p:spPr>
            <a:xfrm>
              <a:off x="1499638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RPA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F9CAB007-CC37-1421-4C02-40D43B1638CF}"/>
                </a:ext>
              </a:extLst>
            </p:cNvPr>
            <p:cNvSpPr txBox="1"/>
            <p:nvPr/>
          </p:nvSpPr>
          <p:spPr>
            <a:xfrm>
              <a:off x="1499638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5" name="グラフィックス 64" descr="硬貨 単色塗りつぶし">
              <a:extLst>
                <a:ext uri="{FF2B5EF4-FFF2-40B4-BE49-F238E27FC236}">
                  <ns2:creationId id="{956D11BD-85B0-BCC5-7EA0-0E242CCA5B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4140454" y="5297716"/>
              <a:ext cx="900000" cy="900000"/>
            </a:xfrm>
            <a:prstGeom prst="rect">
              <a:avLst/>
            </a:prstGeom>
          </p:spPr>
        </p:pic>
        <p:sp>
          <p:nvSpPr>
            <p:cNvPr id="43" name="四角形: 角を丸くする 42">
              <a:extLst>
                <a:ext uri="{FF2B5EF4-FFF2-40B4-BE49-F238E27FC236}">
                  <ns2:creationId id="{26D3BA23-92E9-98E2-A027-D9985EC82AEF}"/>
                </a:ext>
              </a:extLst>
            </p:cNvPr>
            <p:cNvSpPr/>
            <p:nvPr/>
          </p:nvSpPr>
          <p:spPr>
            <a:xfrm>
              <a:off x="3587519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F0CC3333-E997-A659-155D-D3425F55B11B}"/>
                </a:ext>
              </a:extLst>
            </p:cNvPr>
            <p:cNvSpPr txBox="1"/>
            <p:nvPr/>
          </p:nvSpPr>
          <p:spPr>
            <a:xfrm>
              <a:off x="3587520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6" name="グラフィックス 65" descr="評価: 3 つ星 単色塗りつぶし">
              <a:extLst>
                <a:ext uri="{FF2B5EF4-FFF2-40B4-BE49-F238E27FC236}">
                  <ns2:creationId id="{53B52E78-C1A2-2D5E-5C29-D85DEB3FE5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228335" y="5297716"/>
              <a:ext cx="900000" cy="900000"/>
            </a:xfrm>
            <a:prstGeom prst="rect">
              <a:avLst/>
            </a:prstGeom>
          </p:spPr>
        </p:pic>
        <p:sp>
          <p:nvSpPr>
            <p:cNvPr id="44" name="四角形: 角を丸くする 43">
              <a:extLst>
                <a:ext uri="{FF2B5EF4-FFF2-40B4-BE49-F238E27FC236}">
                  <ns2:creationId id="{A70774A9-298D-2876-E4DA-15454014CF4A}"/>
                </a:ext>
              </a:extLst>
            </p:cNvPr>
            <p:cNvSpPr/>
            <p:nvPr/>
          </p:nvSpPr>
          <p:spPr>
            <a:xfrm>
              <a:off x="5675401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4E76196D-A683-259C-9985-BFEF251BADE5}"/>
                </a:ext>
              </a:extLst>
            </p:cNvPr>
            <p:cNvSpPr txBox="1"/>
            <p:nvPr/>
          </p:nvSpPr>
          <p:spPr>
            <a:xfrm>
              <a:off x="5675402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7" name="グラフィックス 66" descr="事業の成長 単色塗りつぶし">
              <a:extLst>
                <a:ext uri="{FF2B5EF4-FFF2-40B4-BE49-F238E27FC236}">
                  <ns2:creationId id="{26065519-B9CC-C792-CF33-12AA9F1460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8316216" y="5297716"/>
              <a:ext cx="900000" cy="900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6863B0C3-A6AD-5206-7893-AD0E57782DC9}"/>
                </a:ext>
              </a:extLst>
            </p:cNvPr>
            <p:cNvSpPr/>
            <p:nvPr/>
          </p:nvSpPr>
          <p:spPr>
            <a:xfrm>
              <a:off x="7763283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C689FD5E-8175-641E-A949-BC469EC7EA07}"/>
                </a:ext>
              </a:extLst>
            </p:cNvPr>
            <p:cNvSpPr txBox="1"/>
            <p:nvPr/>
          </p:nvSpPr>
          <p:spPr>
            <a:xfrm>
              <a:off x="7763284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8" name="グラフィックス 67" descr="プログラマー男性 単色塗りつぶし">
              <a:extLst>
                <a:ext uri="{FF2B5EF4-FFF2-40B4-BE49-F238E27FC236}">
                  <ns2:creationId id="{EE808DBD-98B1-CEB0-F900-024F377109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0404100" y="5297716"/>
              <a:ext cx="900000" cy="900000"/>
            </a:xfrm>
            <a:prstGeom prst="rect">
              <a:avLst/>
            </a:prstGeom>
          </p:spPr>
        </p:pic>
        <p:sp>
          <p:nvSpPr>
            <p:cNvPr id="46" name="四角形: 角を丸くする 45">
              <a:extLst>
                <a:ext uri="{FF2B5EF4-FFF2-40B4-BE49-F238E27FC236}">
                  <ns2:creationId id="{7F9CA900-880C-1759-7F62-DE7D787DC897}"/>
                </a:ext>
              </a:extLst>
            </p:cNvPr>
            <p:cNvSpPr/>
            <p:nvPr/>
          </p:nvSpPr>
          <p:spPr>
            <a:xfrm>
              <a:off x="9851165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FD17E83-995A-9A19-5761-60027C9A1FFA}"/>
                </a:ext>
              </a:extLst>
            </p:cNvPr>
            <p:cNvSpPr txBox="1"/>
            <p:nvPr/>
          </p:nvSpPr>
          <p:spPr>
            <a:xfrm>
              <a:off x="9851165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AC39702-0D56-2CFA-3F47-5B8B79BC2199}"/>
              </a:ext>
            </a:extLst>
          </p:cNvPr>
          <p:cNvGrpSpPr/>
          <p:nvPr/>
        </p:nvGrpSpPr>
        <p:grpSpPr>
          <a:xfrm>
            <a:off x="334963" y="2349583"/>
            <a:ext cx="1018347" cy="1943996"/>
            <a:chOff x="334963" y="2166703"/>
            <a:chExt cx="1018347" cy="1943996"/>
          </a:xfrm>
        </p:grpSpPr>
        <p:sp>
          <p:nvSpPr>
            <p:cNvPr id="33" name="テキスト ボックス 32">
              <a:extLst>
                <a:ext uri="{FF2B5EF4-FFF2-40B4-BE49-F238E27FC236}">
                  <ns2:creationId id="{DB97D4B9-5B4B-917C-755F-FCA97545CF13}"/>
                </a:ext>
              </a:extLst>
            </p:cNvPr>
            <p:cNvSpPr txBox="1"/>
            <p:nvPr/>
          </p:nvSpPr>
          <p:spPr>
            <a:xfrm>
              <a:off x="334963" y="2166703"/>
              <a:ext cx="1018347" cy="1943996"/>
            </a:xfrm>
            <a:prstGeom prst="rect">
              <a:avLst/>
            </a:prstGeom>
            <a:noFill/>
          </p:spPr>
          <p:txBody>
            <a:bodyPr wrap="square" lIns="36000" tIns="1044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統計 単色塗りつぶし">
              <a:extLst>
                <a:ext uri="{FF2B5EF4-FFF2-40B4-BE49-F238E27FC236}">
                  <ns2:creationId id="{E58068BB-AF3B-5A89-9BAA-CC70D1AA14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74137" y="2567849"/>
              <a:ext cx="540000" cy="540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1A888185-E33C-D3A1-F3DA-BD220234F9CD}"/>
              </a:ext>
            </a:extLst>
          </p:cNvPr>
          <p:cNvGrpSpPr/>
          <p:nvPr/>
        </p:nvGrpSpPr>
        <p:grpSpPr>
          <a:xfrm>
            <a:off x="334963" y="4406461"/>
            <a:ext cx="1018347" cy="1946978"/>
            <a:chOff x="334963" y="4440019"/>
            <a:chExt cx="1018347" cy="1946978"/>
          </a:xfrm>
        </p:grpSpPr>
        <p:sp>
          <p:nvSpPr>
            <p:cNvPr id="34" name="テキスト ボックス 33">
              <a:extLst>
                <a:ext uri="{FF2B5EF4-FFF2-40B4-BE49-F238E27FC236}">
                  <ns2:creationId id="{36C1C289-6ECD-CF87-D4DB-1C31F2FAB585}"/>
                </a:ext>
              </a:extLst>
            </p:cNvPr>
            <p:cNvSpPr txBox="1"/>
            <p:nvPr/>
          </p:nvSpPr>
          <p:spPr>
            <a:xfrm>
              <a:off x="334963" y="4440019"/>
              <a:ext cx="1018347" cy="1946978"/>
            </a:xfrm>
            <a:prstGeom prst="rect">
              <a:avLst/>
            </a:prstGeom>
            <a:noFill/>
          </p:spPr>
          <p:txBody>
            <a:bodyPr wrap="square" lIns="36000" tIns="1007999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硬貨 単色塗りつぶし">
              <a:extLst>
                <a:ext uri="{FF2B5EF4-FFF2-40B4-BE49-F238E27FC236}">
                  <ns2:creationId id="{AE6AFA67-823E-E8C9-F6A5-2F326E3389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574137" y="4784129"/>
              <a:ext cx="540000" cy="540000"/>
            </a:xfrm>
            <a:prstGeom prst="rect">
              <a:avLst/>
            </a:prstGeom>
          </p:spPr>
        </p:pic>
      </p:grpSp>
      <p:cxnSp>
        <p:nvCxnSpPr>
          <p:cNvPr id="92" name="直線コネクタ 91">
            <a:extLst>
              <a:ext uri="{FF2B5EF4-FFF2-40B4-BE49-F238E27FC236}">
                <ns2:creationId id="{430D4C8B-B1A4-064F-A661-A99FBE5E3C7A}"/>
              </a:ext>
            </a:extLst>
          </p:cNvPr>
          <p:cNvCxnSpPr>
            <a:cxnSpLocks/>
          </p:cNvCxnSpPr>
          <p:nvPr/>
        </p:nvCxnSpPr>
        <p:spPr>
          <a:xfrm>
            <a:off x="1386560" y="4406461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>
            <a:extLst>
              <a:ext uri="{FF2B5EF4-FFF2-40B4-BE49-F238E27FC236}">
                <ns2:creationId id="{FC196DD1-8C12-D313-CBFA-1BF82CBB5535}"/>
              </a:ext>
            </a:extLst>
          </p:cNvPr>
          <p:cNvCxnSpPr>
            <a:cxnSpLocks/>
          </p:cNvCxnSpPr>
          <p:nvPr/>
        </p:nvCxnSpPr>
        <p:spPr>
          <a:xfrm>
            <a:off x="1386560" y="2349578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91019745"/>
      </p:ext>
    </p:extLst>
  </p:cSld>
  <p:clrMapOvr>
    <a:masterClrMapping/>
  </p:clrMapOvr>
</p:sld>
</file>

<file path=ppt/slides/slide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8C5045-558C-1282-B747-5EF69F5112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0" name="グループ化 9">
            <a:extLst>
              <a:ext uri="{FF2B5EF4-FFF2-40B4-BE49-F238E27FC236}">
                <ns2:creationId id="{31C95555-7B3A-C1D9-F238-498BBA9662F7}"/>
              </a:ext>
            </a:extLst>
          </p:cNvPr>
          <p:cNvGrpSpPr/>
          <p:nvPr/>
        </p:nvGrpSpPr>
        <p:grpSpPr>
          <a:xfrm>
            <a:off x="334963" y="1547563"/>
            <a:ext cx="11522075" cy="4761162"/>
            <a:chOff x="334963" y="1547563"/>
            <a:chExt cx="11522075" cy="4761162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90FF203F-C17D-B3D1-7AB3-18B8D54F43C0}"/>
                </a:ext>
              </a:extLst>
            </p:cNvPr>
            <p:cNvSpPr/>
            <p:nvPr/>
          </p:nvSpPr>
          <p:spPr>
            <a:xfrm>
              <a:off x="334963" y="1638297"/>
              <a:ext cx="1234064" cy="1709523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F9031388-59A8-D13E-27E2-D47039177654}"/>
                </a:ext>
              </a:extLst>
            </p:cNvPr>
            <p:cNvSpPr/>
            <p:nvPr/>
          </p:nvSpPr>
          <p:spPr>
            <a:xfrm>
              <a:off x="334963" y="3509781"/>
              <a:ext cx="1234064" cy="2439976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647420E-C17F-0B02-BA64-DDFAB5A3FD7B}"/>
                </a:ext>
              </a:extLst>
            </p:cNvPr>
            <p:cNvSpPr/>
            <p:nvPr/>
          </p:nvSpPr>
          <p:spPr>
            <a:xfrm>
              <a:off x="3747652" y="1791716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+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B71A42A-9802-34D1-35CB-B1BEC083FF33}"/>
                </a:ext>
              </a:extLst>
            </p:cNvPr>
            <p:cNvSpPr/>
            <p:nvPr/>
          </p:nvSpPr>
          <p:spPr>
            <a:xfrm>
              <a:off x="1750865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5E94D131-54DA-1933-2DD6-032006175E4B}"/>
                </a:ext>
              </a:extLst>
            </p:cNvPr>
            <p:cNvSpPr/>
            <p:nvPr/>
          </p:nvSpPr>
          <p:spPr>
            <a:xfrm>
              <a:off x="7741226" y="3509781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849BA677-41E1-D298-4BB6-1610655544A0}"/>
                </a:ext>
              </a:extLst>
            </p:cNvPr>
            <p:cNvSpPr/>
            <p:nvPr/>
          </p:nvSpPr>
          <p:spPr>
            <a:xfrm>
              <a:off x="3747652" y="3915066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D57B77C9-C818-C585-1B5A-3F28EFC4B705}"/>
                </a:ext>
              </a:extLst>
            </p:cNvPr>
            <p:cNvSpPr/>
            <p:nvPr/>
          </p:nvSpPr>
          <p:spPr>
            <a:xfrm>
              <a:off x="3747652" y="4202698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8532DCD9-3DB5-4BBF-03E4-93725B06067B}"/>
                </a:ext>
              </a:extLst>
            </p:cNvPr>
            <p:cNvSpPr/>
            <p:nvPr/>
          </p:nvSpPr>
          <p:spPr>
            <a:xfrm>
              <a:off x="3747652" y="4490330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FBFCF1C-8DC0-E581-C7AC-B007E7E6124F}"/>
                </a:ext>
              </a:extLst>
            </p:cNvPr>
            <p:cNvSpPr/>
            <p:nvPr/>
          </p:nvSpPr>
          <p:spPr>
            <a:xfrm>
              <a:off x="3747652" y="4777962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7F9C4532-14C7-E518-D85C-71BB90EA6B0D}"/>
                </a:ext>
              </a:extLst>
            </p:cNvPr>
            <p:cNvSpPr/>
            <p:nvPr/>
          </p:nvSpPr>
          <p:spPr>
            <a:xfrm>
              <a:off x="3747652" y="5065594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B008E30E-CCB9-2522-96CA-C694E27CAE69}"/>
                </a:ext>
              </a:extLst>
            </p:cNvPr>
            <p:cNvSpPr/>
            <p:nvPr/>
          </p:nvSpPr>
          <p:spPr>
            <a:xfrm>
              <a:off x="5744439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8344C63-60BC-D97A-5A73-2C36962F02EB}"/>
                </a:ext>
              </a:extLst>
            </p:cNvPr>
            <p:cNvSpPr/>
            <p:nvPr/>
          </p:nvSpPr>
          <p:spPr>
            <a:xfrm>
              <a:off x="7741225" y="4155105"/>
              <a:ext cx="1745674" cy="101740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60B1A10D-4359-247E-39A1-DD520287F17C}"/>
                </a:ext>
              </a:extLst>
            </p:cNvPr>
            <p:cNvSpPr/>
            <p:nvPr/>
          </p:nvSpPr>
          <p:spPr>
            <a:xfrm>
              <a:off x="7741226" y="5225255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06C1584-DE47-6879-87E2-A709CF0CAB29}"/>
                </a:ext>
              </a:extLst>
            </p:cNvPr>
            <p:cNvSpPr/>
            <p:nvPr/>
          </p:nvSpPr>
          <p:spPr>
            <a:xfrm>
              <a:off x="3747652" y="3509781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EE47F05A-0AC5-EA02-FB02-ECD5B07E72B2}"/>
                </a:ext>
              </a:extLst>
            </p:cNvPr>
            <p:cNvGrpSpPr/>
            <p:nvPr/>
          </p:nvGrpSpPr>
          <p:grpSpPr>
            <a:xfrm>
              <a:off x="7671952" y="1547563"/>
              <a:ext cx="4185086" cy="1800257"/>
              <a:chOff x="7671952" y="1547563"/>
              <a:chExt cx="4185086" cy="1800257"/>
            </a:xfrm>
          </p:grpSpPr>
          <p:sp>
            <p:nvSpPr>
              <p:cNvPr id="39" name="四角形: 角を丸くする 38">
                <a:extLst>
                  <a:ext uri="{FF2B5EF4-FFF2-40B4-BE49-F238E27FC236}">
                    <ns2:creationId id="{EB395B21-F2C3-7205-8E10-D449F69BAF47}"/>
                  </a:ext>
                </a:extLst>
              </p:cNvPr>
              <p:cNvSpPr/>
              <p:nvPr/>
            </p:nvSpPr>
            <p:spPr>
              <a:xfrm>
                <a:off x="7671952" y="1638297"/>
                <a:ext cx="4185086" cy="1709523"/>
              </a:xfrm>
              <a:prstGeom prst="roundRect">
                <a:avLst>
                  <a:gd name="adj" fmla="val 3159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E3C3F15-44DE-3659-1749-6BD14534891F}"/>
                  </a:ext>
                </a:extLst>
              </p:cNvPr>
              <p:cNvSpPr/>
              <p:nvPr/>
            </p:nvSpPr>
            <p:spPr>
              <a:xfrm>
                <a:off x="7886700" y="1807740"/>
                <a:ext cx="711200" cy="1905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0418485D-9009-007A-81A4-A0E798B74A24}"/>
                  </a:ext>
                </a:extLst>
              </p:cNvPr>
              <p:cNvSpPr/>
              <p:nvPr/>
            </p:nvSpPr>
            <p:spPr>
              <a:xfrm>
                <a:off x="7886700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>
                    <a:alpha val="2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5374D68-AC33-679A-6DDE-0EC60DDADEC6}"/>
                  </a:ext>
                </a:extLst>
              </p:cNvPr>
              <p:cNvSpPr/>
              <p:nvPr/>
            </p:nvSpPr>
            <p:spPr>
              <a:xfrm>
                <a:off x="8699499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BB2C62EB-2019-9E01-58A4-28098DA45EB6}"/>
                  </a:ext>
                </a:extLst>
              </p:cNvPr>
              <p:cNvSpPr/>
              <p:nvPr/>
            </p:nvSpPr>
            <p:spPr>
              <a:xfrm>
                <a:off x="8699499" y="18077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D6CBEC16-83F6-82BE-46E0-9083A084D5B5}"/>
                  </a:ext>
                </a:extLst>
              </p:cNvPr>
              <p:cNvSpPr/>
              <p:nvPr/>
            </p:nvSpPr>
            <p:spPr>
              <a:xfrm>
                <a:off x="8600438" y="1547563"/>
                <a:ext cx="1061721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7A6F77D-3A92-296A-C131-E4128D793094}"/>
                  </a:ext>
                </a:extLst>
              </p:cNvPr>
              <p:cNvSpPr/>
              <p:nvPr/>
            </p:nvSpPr>
            <p:spPr>
              <a:xfrm>
                <a:off x="7886700" y="1550809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48" name="正方形/長方形 47">
              <a:extLst>
                <a:ext uri="{FF2B5EF4-FFF2-40B4-BE49-F238E27FC236}">
                  <ns2:creationId id="{771A4ABA-C20A-B232-A8D8-EADC6F6ACE02}"/>
                </a:ext>
              </a:extLst>
            </p:cNvPr>
            <p:cNvSpPr/>
            <p:nvPr/>
          </p:nvSpPr>
          <p:spPr>
            <a:xfrm>
              <a:off x="334963" y="6054250"/>
              <a:ext cx="11522074" cy="25447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402EA7AF-032D-B378-FDB2-7478899B245D}"/>
                </a:ext>
              </a:extLst>
            </p:cNvPr>
            <p:cNvSpPr/>
            <p:nvPr/>
          </p:nvSpPr>
          <p:spPr>
            <a:xfrm>
              <a:off x="1750865" y="5583478"/>
              <a:ext cx="3742461" cy="36628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ED994DC6-8CCB-D614-B77B-A0748AE7873D}"/>
                </a:ext>
              </a:extLst>
            </p:cNvPr>
            <p:cNvCxnSpPr>
              <a:stCxn id="23" idx="0"/>
              <a:endCxn id="32" idx="0"/>
            </p:cNvCxnSpPr>
            <p:nvPr/>
          </p:nvCxnSpPr>
          <p:spPr>
            <a:xfrm rot="5400000" flipH="1" flipV="1">
              <a:off x="4620489" y="653962"/>
              <a:ext cx="12700" cy="3993574"/>
            </a:xfrm>
            <a:prstGeom prst="bentConnector3">
              <a:avLst>
                <a:gd name="adj1" fmla="val 180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7D8468F3-C3C9-C263-3545-5D932CA20A1F}"/>
                </a:ext>
              </a:extLst>
            </p:cNvPr>
            <p:cNvCxnSpPr>
              <a:cxnSpLocks/>
              <a:stCxn id="22" idx="2"/>
            </p:cNvCxnSpPr>
            <p:nvPr/>
          </p:nvCxnSpPr>
          <p:spPr>
            <a:xfrm>
              <a:off x="4620489" y="2157996"/>
              <a:ext cx="0" cy="270879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D6DF593C-A90E-0623-4F2B-43C3A197F495}"/>
                </a:ext>
              </a:extLst>
            </p:cNvPr>
            <p:cNvCxnSpPr>
              <a:stCxn id="23" idx="2"/>
              <a:endCxn id="24" idx="0"/>
            </p:cNvCxnSpPr>
            <p:nvPr/>
          </p:nvCxnSpPr>
          <p:spPr>
            <a:xfrm>
              <a:off x="2623702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DE802212-C351-491C-2EDE-6D4FE01509BB}"/>
                </a:ext>
              </a:extLst>
            </p:cNvPr>
            <p:cNvCxnSpPr>
              <a:stCxn id="32" idx="2"/>
              <a:endCxn id="34" idx="0"/>
            </p:cNvCxnSpPr>
            <p:nvPr/>
          </p:nvCxnSpPr>
          <p:spPr>
            <a:xfrm>
              <a:off x="6617276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4E51F6A0-DF2E-DA81-9BE6-CC98BAA5BF79}"/>
                </a:ext>
              </a:extLst>
            </p:cNvPr>
            <p:cNvSpPr/>
            <p:nvPr/>
          </p:nvSpPr>
          <p:spPr>
            <a:xfrm>
              <a:off x="1750865" y="5019965"/>
              <a:ext cx="1745674" cy="4846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009942DC-31A0-8021-5EC3-420432C5A4A3}"/>
                </a:ext>
              </a:extLst>
            </p:cNvPr>
            <p:cNvSpPr/>
            <p:nvPr/>
          </p:nvSpPr>
          <p:spPr>
            <a:xfrm>
              <a:off x="1750865" y="3509781"/>
              <a:ext cx="1745674" cy="1510184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18D9266-FE0D-04A7-9660-8522A16633D7}"/>
                </a:ext>
              </a:extLst>
            </p:cNvPr>
            <p:cNvCxnSpPr/>
            <p:nvPr/>
          </p:nvCxnSpPr>
          <p:spPr>
            <a:xfrm>
              <a:off x="1750865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5F1B9F9F-282A-41F2-8F4D-6C623F59F585}"/>
                </a:ext>
              </a:extLst>
            </p:cNvPr>
            <p:cNvCxnSpPr/>
            <p:nvPr/>
          </p:nvCxnSpPr>
          <p:spPr>
            <a:xfrm>
              <a:off x="1750865" y="4217938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913EDDD9-2E26-78A5-8BD2-2A64C66ACAEE}"/>
                </a:ext>
              </a:extLst>
            </p:cNvPr>
            <p:cNvCxnSpPr/>
            <p:nvPr/>
          </p:nvCxnSpPr>
          <p:spPr>
            <a:xfrm>
              <a:off x="1750865" y="4488211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DBCD87DE-D8CE-3096-491D-3B3E05823C9F}"/>
                </a:ext>
              </a:extLst>
            </p:cNvPr>
            <p:cNvCxnSpPr/>
            <p:nvPr/>
          </p:nvCxnSpPr>
          <p:spPr>
            <a:xfrm>
              <a:off x="1750865" y="474536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正方形/長方形 33">
              <a:extLst>
                <a:ext uri="{FF2B5EF4-FFF2-40B4-BE49-F238E27FC236}">
                  <ns2:creationId id="{5F1BCBB3-B53B-C8FE-F9DA-DA5200528970}"/>
                </a:ext>
              </a:extLst>
            </p:cNvPr>
            <p:cNvSpPr/>
            <p:nvPr/>
          </p:nvSpPr>
          <p:spPr>
            <a:xfrm>
              <a:off x="5744439" y="3509781"/>
              <a:ext cx="1745674" cy="1338269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BB991C9-EA77-28F2-0B77-8888B651FB14}"/>
                </a:ext>
              </a:extLst>
            </p:cNvPr>
            <p:cNvSpPr/>
            <p:nvPr/>
          </p:nvSpPr>
          <p:spPr>
            <a:xfrm>
              <a:off x="5744439" y="4848050"/>
              <a:ext cx="1745674" cy="10174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3A41C0C6-CBDB-F3EE-9312-D71E1F1578F4}"/>
                </a:ext>
              </a:extLst>
            </p:cNvPr>
            <p:cNvCxnSpPr/>
            <p:nvPr/>
          </p:nvCxnSpPr>
          <p:spPr>
            <a:xfrm>
              <a:off x="5744439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EC626CBA-61E9-D301-624E-B99849CB654E}"/>
                </a:ext>
              </a:extLst>
            </p:cNvPr>
            <p:cNvCxnSpPr/>
            <p:nvPr/>
          </p:nvCxnSpPr>
          <p:spPr>
            <a:xfrm>
              <a:off x="5744439" y="456248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8E32DAF-B484-0C6A-2C5C-1BDA961B9DC0}"/>
                </a:ext>
              </a:extLst>
            </p:cNvPr>
            <p:cNvCxnSpPr/>
            <p:nvPr/>
          </p:nvCxnSpPr>
          <p:spPr>
            <a:xfrm>
              <a:off x="5744439" y="430340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068A73C-FE42-D411-9CF0-21D015E08B32}"/>
                </a:ext>
              </a:extLst>
            </p:cNvPr>
            <p:cNvCxnSpPr/>
            <p:nvPr/>
          </p:nvCxnSpPr>
          <p:spPr>
            <a:xfrm>
              <a:off x="5744439" y="4054744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03F27342-0A2C-B7FC-2CD5-0F485D034FFF}"/>
                </a:ext>
              </a:extLst>
            </p:cNvPr>
            <p:cNvCxnSpPr/>
            <p:nvPr/>
          </p:nvCxnSpPr>
          <p:spPr>
            <a:xfrm>
              <a:off x="3496539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B89FEF17-63A3-C3BA-4E0B-A8FD5F8FD0DC}"/>
                </a:ext>
              </a:extLst>
            </p:cNvPr>
            <p:cNvCxnSpPr/>
            <p:nvPr/>
          </p:nvCxnSpPr>
          <p:spPr>
            <a:xfrm>
              <a:off x="3496539" y="4002539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コネクタ: カギ線 73">
              <a:extLst>
                <a:ext uri="{FF2B5EF4-FFF2-40B4-BE49-F238E27FC236}">
                  <ns2:creationId id="{39B47621-3AE8-F929-28FF-CFCB94FE0FFE}"/>
                </a:ext>
              </a:extLst>
            </p:cNvPr>
            <p:cNvCxnSpPr>
              <a:cxnSpLocks/>
              <a:endCxn id="28" idx="1"/>
            </p:cNvCxnSpPr>
            <p:nvPr/>
          </p:nvCxnSpPr>
          <p:spPr>
            <a:xfrm rot="16200000" flipH="1">
              <a:off x="3519130" y="4105503"/>
              <a:ext cx="33148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528C5DD6-9FF2-DC55-70CB-466780A22764}"/>
                </a:ext>
              </a:extLst>
            </p:cNvPr>
            <p:cNvCxnSpPr>
              <a:cxnSpLocks/>
              <a:endCxn id="29" idx="1"/>
            </p:cNvCxnSpPr>
            <p:nvPr/>
          </p:nvCxnSpPr>
          <p:spPr>
            <a:xfrm rot="16200000" flipH="1">
              <a:off x="3375315" y="4249320"/>
              <a:ext cx="61911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F3B629C6-F716-4616-4BA9-BCBE5D420F6C}"/>
                </a:ext>
              </a:extLst>
            </p:cNvPr>
            <p:cNvCxnSpPr>
              <a:cxnSpLocks/>
              <a:endCxn id="30" idx="1"/>
            </p:cNvCxnSpPr>
            <p:nvPr/>
          </p:nvCxnSpPr>
          <p:spPr>
            <a:xfrm rot="16200000" flipH="1">
              <a:off x="3231499" y="4393136"/>
              <a:ext cx="906748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219F5C11-252D-2DA1-0D4D-0D531CF294BD}"/>
                </a:ext>
              </a:extLst>
            </p:cNvPr>
            <p:cNvCxnSpPr>
              <a:cxnSpLocks/>
              <a:endCxn id="31" idx="1"/>
            </p:cNvCxnSpPr>
            <p:nvPr/>
          </p:nvCxnSpPr>
          <p:spPr>
            <a:xfrm rot="16200000" flipH="1">
              <a:off x="3087683" y="4536952"/>
              <a:ext cx="1194380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4465A8DD-372B-995F-AE34-9652424C2803}"/>
                </a:ext>
              </a:extLst>
            </p:cNvPr>
            <p:cNvCxnSpPr/>
            <p:nvPr/>
          </p:nvCxnSpPr>
          <p:spPr>
            <a:xfrm>
              <a:off x="7491837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7C82CABC-B610-BD43-3627-34FD8EF40A47}"/>
                </a:ext>
              </a:extLst>
            </p:cNvPr>
            <p:cNvCxnSpPr>
              <a:cxnSpLocks/>
              <a:stCxn id="36" idx="1"/>
            </p:cNvCxnSpPr>
            <p:nvPr/>
          </p:nvCxnSpPr>
          <p:spPr>
            <a:xfrm rot="10800000">
              <a:off x="7493149" y="3920942"/>
              <a:ext cx="248076" cy="7428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CAAC28D2-8513-2D8F-357A-BB7F0EB5DB02}"/>
                </a:ext>
              </a:extLst>
            </p:cNvPr>
            <p:cNvCxnSpPr>
              <a:cxnSpLocks/>
              <a:stCxn id="37" idx="1"/>
            </p:cNvCxnSpPr>
            <p:nvPr/>
          </p:nvCxnSpPr>
          <p:spPr>
            <a:xfrm rot="10800000">
              <a:off x="7493150" y="4705799"/>
              <a:ext cx="248077" cy="81574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1" name="グラフィックス 100" descr="ライト: オン 単色塗りつぶし">
              <a:extLst>
                <a:ext uri="{FF2B5EF4-FFF2-40B4-BE49-F238E27FC236}">
                  <ns2:creationId id="{29DC93C5-9FBE-97DC-A8CB-78CFE805BF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5995" y="1836759"/>
              <a:ext cx="612000" cy="612000"/>
            </a:xfrm>
            <a:prstGeom prst="rect">
              <a:avLst/>
            </a:prstGeom>
          </p:spPr>
        </p:pic>
        <p:pic>
          <p:nvPicPr>
            <p:cNvPr id="104" name="グラフィックス 103" descr="拡大鏡 単色塗りつぶし">
              <a:extLst>
                <a:ext uri="{FF2B5EF4-FFF2-40B4-BE49-F238E27FC236}">
                  <ns2:creationId id="{2C4BE3A2-2CAE-3691-ED6C-3EF25128D6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45995" y="4051808"/>
              <a:ext cx="612000" cy="612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455935C-C8FF-4470-D27B-EA7DEB6D29A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900" dirty="0"/>
              <a:t>XX</a:t>
            </a:r>
          </a:p>
        </p:txBody>
      </p:sp>
    </p:spTree>
    <p:extLst>
      <p:ext uri="{BB962C8B-B14F-4D97-AF65-F5344CB8AC3E}">
        <ns5:creationId val="4208837731"/>
      </p:ext>
    </p:extLst>
  </p:cSld>
  <p:clrMapOvr>
    <a:masterClrMapping/>
  </p:clrMapOvr>
</p:sld>
</file>

<file path=ppt/slides/slide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407EC6B-FCD9-BEAC-2A9A-2E0E54387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8B6B13-EDF4-AC2D-EDD0-9CC9F0CC5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26A3AECC-DAC0-D949-83A7-52F38851CE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909A7C89-BBE8-DD1A-6DB6-77797CD1CB7F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2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1" name="グループ化 210">
            <a:extLst>
              <a:ext uri="{FF2B5EF4-FFF2-40B4-BE49-F238E27FC236}">
                <ns2:creationId id="{B998AFA8-DA88-3633-3593-0B0AAFE2922A}"/>
              </a:ext>
            </a:extLst>
          </p:cNvPr>
          <p:cNvGrpSpPr/>
          <p:nvPr/>
        </p:nvGrpSpPr>
        <p:grpSpPr>
          <a:xfrm>
            <a:off x="334963" y="1628775"/>
            <a:ext cx="11522074" cy="4679329"/>
            <a:chOff x="334963" y="1628775"/>
            <a:chExt cx="11522074" cy="4679329"/>
          </a:xfrm>
        </p:grpSpPr>
        <p:grpSp>
          <p:nvGrpSpPr>
            <p:cNvPr id="207" name="グループ化 206">
              <a:extLst>
                <a:ext uri="{FF2B5EF4-FFF2-40B4-BE49-F238E27FC236}">
                  <ns2:creationId id="{5E533783-9330-CEC2-2117-12A3CF4DA4C0}"/>
                </a:ext>
              </a:extLst>
            </p:cNvPr>
            <p:cNvGrpSpPr/>
            <p:nvPr/>
          </p:nvGrpSpPr>
          <p:grpSpPr>
            <a:xfrm>
              <a:off x="334963" y="1628775"/>
              <a:ext cx="2450840" cy="4679329"/>
              <a:chOff x="334963" y="1628775"/>
              <a:chExt cx="2450840" cy="4679329"/>
            </a:xfrm>
          </p:grpSpPr>
          <p:grpSp>
            <p:nvGrpSpPr>
              <p:cNvPr id="42" name="グループ化 41">
                <a:extLst>
                  <a:ext uri="{FF2B5EF4-FFF2-40B4-BE49-F238E27FC236}">
                    <ns2:creationId id="{83A22FDA-FA87-999C-E7A7-8081C8E42B01}"/>
                  </a:ext>
                </a:extLst>
              </p:cNvPr>
              <p:cNvGrpSpPr/>
              <p:nvPr/>
            </p:nvGrpSpPr>
            <p:grpSpPr>
              <a:xfrm>
                <a:off x="789080" y="3358546"/>
                <a:ext cx="1598556" cy="1598556"/>
                <a:chOff x="996865" y="3409640"/>
                <a:chExt cx="1233715" cy="1233715"/>
              </a:xfrm>
            </p:grpSpPr>
            <p:sp>
              <p:nvSpPr>
                <p:cNvPr id="41" name="楕円 40">
                  <a:extLst>
                    <a:ext uri="{FF2B5EF4-FFF2-40B4-BE49-F238E27FC236}">
                      <ns2:creationId id="{844BF096-40C6-D2F9-F4BC-07D2A2D5167A}"/>
                    </a:ext>
                  </a:extLst>
                </p:cNvPr>
                <p:cNvSpPr/>
                <p:nvPr/>
              </p:nvSpPr>
              <p:spPr>
                <a:xfrm>
                  <a:off x="996865" y="3409640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鉛筆 単色塗りつぶし">
                  <a:extLst>
                    <a:ext uri="{FF2B5EF4-FFF2-40B4-BE49-F238E27FC236}">
                      <ns2:creationId id="{579AD51A-1FC0-A1FC-A676-D03BB6BBB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3" name="Freeform 8">
                <a:extLst>
                  <a:ext uri="{FF2B5EF4-FFF2-40B4-BE49-F238E27FC236}">
                    <ns2:creationId id="{D8A77EB4-0550-EB50-A08B-6F37A29C82F2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41642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" name="ホームベース 64">
                <a:extLst>
                  <a:ext uri="{FF2B5EF4-FFF2-40B4-BE49-F238E27FC236}">
                    <ns2:creationId id="{24B0DA11-DC2B-1760-5B6A-A2CECD88EB63}"/>
                  </a:ext>
                </a:extLst>
              </p:cNvPr>
              <p:cNvSpPr/>
              <p:nvPr/>
            </p:nvSpPr>
            <p:spPr>
              <a:xfrm>
                <a:off x="441642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288000" rIns="36000" bIns="36000" rtlCol="0" anchor="ctr" anchorCtr="0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D46B762B-C734-C49E-B926-232C8759136F}"/>
                  </a:ext>
                </a:extLst>
              </p:cNvPr>
              <p:cNvSpPr/>
              <p:nvPr/>
            </p:nvSpPr>
            <p:spPr>
              <a:xfrm>
                <a:off x="33496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" name="グラフィックス 9" descr="クリップボード 単色塗りつぶし">
                <a:extLst>
                  <a:ext uri="{FF2B5EF4-FFF2-40B4-BE49-F238E27FC236}">
                    <ns2:creationId id="{F725A3A1-CD57-2B13-B5CE-201E7C3B0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05610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10" name="グループ化 209">
              <a:extLst>
                <a:ext uri="{FF2B5EF4-FFF2-40B4-BE49-F238E27FC236}">
                  <ns2:creationId id="{6CC35C2B-186B-6A11-1966-7A9C586E624A}"/>
                </a:ext>
              </a:extLst>
            </p:cNvPr>
            <p:cNvGrpSpPr/>
            <p:nvPr/>
          </p:nvGrpSpPr>
          <p:grpSpPr>
            <a:xfrm>
              <a:off x="9406197" y="1628775"/>
              <a:ext cx="2450840" cy="4679329"/>
              <a:chOff x="9406197" y="1628775"/>
              <a:chExt cx="2450840" cy="4679329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2BC1A3E1-C4C1-7665-8E7F-A18387960CED}"/>
                  </a:ext>
                </a:extLst>
              </p:cNvPr>
              <p:cNvGrpSpPr/>
              <p:nvPr/>
            </p:nvGrpSpPr>
            <p:grpSpPr>
              <a:xfrm>
                <a:off x="9885678" y="3358545"/>
                <a:ext cx="1598556" cy="1598556"/>
                <a:chOff x="996865" y="3409639"/>
                <a:chExt cx="1233715" cy="1233715"/>
              </a:xfrm>
            </p:grpSpPr>
            <p:sp>
              <p:nvSpPr>
                <p:cNvPr id="44" name="楕円 43">
                  <a:extLst>
                    <a:ext uri="{FF2B5EF4-FFF2-40B4-BE49-F238E27FC236}">
                      <ns2:creationId id="{BF9199F0-7457-4BE4-0B40-1FC6B277A888}"/>
                    </a:ext>
                  </a:extLst>
                </p:cNvPr>
                <p:cNvSpPr/>
                <p:nvPr/>
              </p:nvSpPr>
              <p:spPr>
                <a:xfrm>
                  <a:off x="996865" y="3409639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" name="グラフィックス 44" descr="ドキュメント 単色塗りつぶし">
                  <a:extLst>
                    <a:ext uri="{FF2B5EF4-FFF2-40B4-BE49-F238E27FC236}">
                      <ns2:creationId id="{67F473FF-5E82-9F43-254D-358F7CE9F0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7" name="Freeform 8">
                <a:extLst>
                  <a:ext uri="{FF2B5EF4-FFF2-40B4-BE49-F238E27FC236}">
                    <ns2:creationId id="{37CC1186-3BCE-E707-92CE-117F6059230B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9512876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8" name="ホームベース 64">
                <a:extLst>
                  <a:ext uri="{FF2B5EF4-FFF2-40B4-BE49-F238E27FC236}">
                    <ns2:creationId id="{EF72AABB-C2F9-15DD-9147-53753E5EDF20}"/>
                  </a:ext>
                </a:extLst>
              </p:cNvPr>
              <p:cNvSpPr/>
              <p:nvPr/>
            </p:nvSpPr>
            <p:spPr>
              <a:xfrm>
                <a:off x="9512876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0" tIns="252000" rIns="36000" bIns="36000" rtlCol="0" anchor="ctr" anchorCtr="0"/>
              <a:lstStyle/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038E51EA-D23E-984E-DF72-055337610027}"/>
                  </a:ext>
                </a:extLst>
              </p:cNvPr>
              <p:cNvSpPr/>
              <p:nvPr/>
            </p:nvSpPr>
            <p:spPr>
              <a:xfrm>
                <a:off x="9406197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" name="グラフィックス 10" descr="フォルダー検索 単色塗りつぶし">
                <a:extLst>
                  <a:ext uri="{FF2B5EF4-FFF2-40B4-BE49-F238E27FC236}">
                    <ns2:creationId id="{0221FE3A-6CE6-0930-BD19-A0F9A09656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60437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06" name="グループ化 205">
              <a:extLst>
                <a:ext uri="{FF2B5EF4-FFF2-40B4-BE49-F238E27FC236}">
                  <ns2:creationId id="{8DDBEB8C-AA10-2544-F915-5ECC0A112DCF}"/>
                </a:ext>
              </a:extLst>
            </p:cNvPr>
            <p:cNvGrpSpPr/>
            <p:nvPr/>
          </p:nvGrpSpPr>
          <p:grpSpPr>
            <a:xfrm>
              <a:off x="2785803" y="1628775"/>
              <a:ext cx="6620394" cy="4679329"/>
              <a:chOff x="2785803" y="1628775"/>
              <a:chExt cx="6620394" cy="4679329"/>
            </a:xfrm>
          </p:grpSpPr>
          <p:sp>
            <p:nvSpPr>
              <p:cNvPr id="17" name="Freeform 8">
                <a:extLst>
                  <a:ext uri="{FF2B5EF4-FFF2-40B4-BE49-F238E27FC236}">
                    <ns2:creationId id="{C7C4671C-4CEA-E12C-369A-68734B9172D6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92482" y="1744890"/>
                <a:ext cx="6287646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0" h="540000">
                    <a:moveTo>
                      <a:pt x="0" y="0"/>
                    </a:moveTo>
                    <a:lnTo>
                      <a:pt x="1760" y="0"/>
                    </a:lnTo>
                    <a:lnTo>
                      <a:pt x="178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0" name="ホームベース 64">
                <a:extLst>
                  <a:ext uri="{FF2B5EF4-FFF2-40B4-BE49-F238E27FC236}">
                    <ns2:creationId id="{9B0132E4-390F-7BE2-DEB4-CA6BE5ABDD43}"/>
                  </a:ext>
                </a:extLst>
              </p:cNvPr>
              <p:cNvSpPr/>
              <p:nvPr/>
            </p:nvSpPr>
            <p:spPr>
              <a:xfrm>
                <a:off x="2892482" y="1744890"/>
                <a:ext cx="6513715" cy="4563214"/>
              </a:xfrm>
              <a:prstGeom prst="homePlate">
                <a:avLst>
                  <a:gd name="adj" fmla="val 6514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612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82FCE495-8905-D0C4-88F2-609852DA068C}"/>
                  </a:ext>
                </a:extLst>
              </p:cNvPr>
              <p:cNvSpPr/>
              <p:nvPr/>
            </p:nvSpPr>
            <p:spPr>
              <a:xfrm>
                <a:off x="278580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" name="グラフィックス 21" descr="思案中の吹き出し 単色塗りつぶし">
                <a:extLst>
                  <a:ext uri="{FF2B5EF4-FFF2-40B4-BE49-F238E27FC236}">
                    <ns2:creationId id="{17D0D252-B57C-C88C-13C4-06248301CB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4543547" y="1831420"/>
                <a:ext cx="366940" cy="366940"/>
              </a:xfrm>
              <a:prstGeom prst="rect">
                <a:avLst/>
              </a:prstGeom>
            </p:spPr>
          </p:pic>
          <p:sp>
            <p:nvSpPr>
              <p:cNvPr id="27" name="四角形: 上の 2 つの角を丸める 26">
                <a:extLst>
                  <a:ext uri="{FF2B5EF4-FFF2-40B4-BE49-F238E27FC236}">
                    <ns2:creationId id="{798CF0EB-07D6-B5C7-B47C-92ED428A23B3}"/>
                  </a:ext>
                </a:extLst>
              </p:cNvPr>
              <p:cNvSpPr/>
              <p:nvPr/>
            </p:nvSpPr>
            <p:spPr>
              <a:xfrm>
                <a:off x="3606801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3" name="グループ化 52">
                <a:extLst>
                  <a:ext uri="{FF2B5EF4-FFF2-40B4-BE49-F238E27FC236}">
                    <ns2:creationId id="{8C587566-17E3-C74B-8BCE-6622E9F69D49}"/>
                  </a:ext>
                </a:extLst>
              </p:cNvPr>
              <p:cNvGrpSpPr/>
              <p:nvPr/>
            </p:nvGrpSpPr>
            <p:grpSpPr>
              <a:xfrm>
                <a:off x="3027390" y="3692205"/>
                <a:ext cx="518147" cy="1246864"/>
                <a:chOff x="3027390" y="3692205"/>
                <a:chExt cx="518147" cy="1246864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027C2056-C80F-87B0-0D0B-4BA56F0D13A6}"/>
                    </a:ext>
                  </a:extLst>
                </p:cNvPr>
                <p:cNvSpPr/>
                <p:nvPr/>
              </p:nvSpPr>
              <p:spPr>
                <a:xfrm>
                  <a:off x="3027390" y="3692205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49" name="グラフィックス 48" descr="ストップウォッチ 単色塗りつぶし">
                  <a:extLst>
                    <a:ext uri="{FF2B5EF4-FFF2-40B4-BE49-F238E27FC236}">
                      <ns2:creationId id="{E9CEAD00-92CE-64AF-851A-E5617B182ED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3142697" y="3754124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858DA386-1CF9-3271-60FF-18748DFBE1A8}"/>
                  </a:ext>
                </a:extLst>
              </p:cNvPr>
              <p:cNvGrpSpPr/>
              <p:nvPr/>
            </p:nvGrpSpPr>
            <p:grpSpPr>
              <a:xfrm>
                <a:off x="3027390" y="2377170"/>
                <a:ext cx="518147" cy="1246864"/>
                <a:chOff x="3027390" y="2391341"/>
                <a:chExt cx="518147" cy="1246864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3DAF5773-C573-F1FA-7E30-1DA7D47C4B71}"/>
                    </a:ext>
                  </a:extLst>
                </p:cNvPr>
                <p:cNvSpPr/>
                <p:nvPr/>
              </p:nvSpPr>
              <p:spPr>
                <a:xfrm>
                  <a:off x="3027390" y="2391341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0" name="グラフィックス 49" descr="在宅勤務デスク 単色塗りつぶし">
                  <a:extLst>
                    <a:ext uri="{FF2B5EF4-FFF2-40B4-BE49-F238E27FC236}">
                      <ns2:creationId id="{0C29C049-0D31-95E4-CFD5-D86874C1A0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3142697" y="2446062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2" name="グループ化 51">
                <a:extLst>
                  <a:ext uri="{FF2B5EF4-FFF2-40B4-BE49-F238E27FC236}">
                    <ns2:creationId id="{4585BFF4-064B-A79E-8CCB-E8BE569B10A1}"/>
                  </a:ext>
                </a:extLst>
              </p:cNvPr>
              <p:cNvGrpSpPr/>
              <p:nvPr/>
            </p:nvGrpSpPr>
            <p:grpSpPr>
              <a:xfrm>
                <a:off x="3027390" y="5007240"/>
                <a:ext cx="518147" cy="1246864"/>
                <a:chOff x="3027390" y="4993069"/>
                <a:chExt cx="518147" cy="1246864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365B6DB8-E5E5-3EA5-99BA-38CB4C3F2744}"/>
                    </a:ext>
                  </a:extLst>
                </p:cNvPr>
                <p:cNvSpPr/>
                <p:nvPr/>
              </p:nvSpPr>
              <p:spPr>
                <a:xfrm>
                  <a:off x="3027390" y="4993069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60000" rIns="90000" rtlCol="0" anchor="ctr"/>
                <a:lstStyle/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300">
                    <a:solidFill>
                      <a:schemeClr val="bg1"/>
                    </a:solidFill>
                    <a:latin typeface="+mn-ea"/>
                  </a:endParaRPr>
                </a:p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1" name="グラフィックス 50" descr="硬貨 単色塗りつぶし">
                  <a:extLst>
                    <a:ext uri="{FF2B5EF4-FFF2-40B4-BE49-F238E27FC236}">
                      <ns2:creationId id="{D85C8BDA-32E6-D997-23D7-F6B0103097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3142697" y="5049343"/>
                  <a:ext cx="287533" cy="287533"/>
                </a:xfrm>
                <a:prstGeom prst="rect">
                  <a:avLst/>
                </a:prstGeom>
              </p:spPr>
            </p:pic>
          </p:grpSp>
          <p:sp>
            <p:nvSpPr>
              <p:cNvPr id="61" name="四角形: 上の 2 つの角を丸める 60">
                <a:extLst>
                  <a:ext uri="{FF2B5EF4-FFF2-40B4-BE49-F238E27FC236}">
                    <ns2:creationId id="{7A58A991-D6DC-68A0-A54C-2724582A7661}"/>
                  </a:ext>
                </a:extLst>
              </p:cNvPr>
              <p:cNvSpPr/>
              <p:nvPr/>
            </p:nvSpPr>
            <p:spPr>
              <a:xfrm>
                <a:off x="5432435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四角形: 上の 2 つの角を丸める 62">
                <a:extLst>
                  <a:ext uri="{FF2B5EF4-FFF2-40B4-BE49-F238E27FC236}">
                    <ns2:creationId id="{54B11FB2-ECA7-7C40-38B9-0EF2DEA5EC1D}"/>
                  </a:ext>
                </a:extLst>
              </p:cNvPr>
              <p:cNvSpPr/>
              <p:nvPr/>
            </p:nvSpPr>
            <p:spPr>
              <a:xfrm>
                <a:off x="7258067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四角形: 角を丸くする 64">
                <a:extLst>
                  <a:ext uri="{FF2B5EF4-FFF2-40B4-BE49-F238E27FC236}">
                    <ns2:creationId id="{23329D33-9601-320E-FAD1-175E3C17CDE5}"/>
                  </a:ext>
                </a:extLst>
              </p:cNvPr>
              <p:cNvSpPr/>
              <p:nvPr/>
            </p:nvSpPr>
            <p:spPr>
              <a:xfrm>
                <a:off x="3606802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四角形: 角を丸くする 69">
                <a:extLst>
                  <a:ext uri="{FF2B5EF4-FFF2-40B4-BE49-F238E27FC236}">
                    <ns2:creationId id="{ADA56206-F8BC-2709-F660-75173DFE5263}"/>
                  </a:ext>
                </a:extLst>
              </p:cNvPr>
              <p:cNvSpPr/>
              <p:nvPr/>
            </p:nvSpPr>
            <p:spPr>
              <a:xfrm>
                <a:off x="5432435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8E3784C-9B93-48DE-144C-F667CFCDFDDD}"/>
                  </a:ext>
                </a:extLst>
              </p:cNvPr>
              <p:cNvSpPr/>
              <p:nvPr/>
            </p:nvSpPr>
            <p:spPr>
              <a:xfrm>
                <a:off x="7258067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四角形: 上の 2 つの角を丸める 72">
                <a:extLst>
                  <a:ext uri="{FF2B5EF4-FFF2-40B4-BE49-F238E27FC236}">
                    <ns2:creationId id="{592BBA18-E16F-E546-5FF1-0543B491EAFB}"/>
                  </a:ext>
                </a:extLst>
              </p:cNvPr>
              <p:cNvSpPr/>
              <p:nvPr/>
            </p:nvSpPr>
            <p:spPr>
              <a:xfrm>
                <a:off x="3606801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四角形: 上の 2 つの角を丸める 73">
                <a:extLst>
                  <a:ext uri="{FF2B5EF4-FFF2-40B4-BE49-F238E27FC236}">
                    <ns2:creationId id="{90778106-4A2F-CC5D-54A0-9DEDE2526242}"/>
                  </a:ext>
                </a:extLst>
              </p:cNvPr>
              <p:cNvSpPr/>
              <p:nvPr/>
            </p:nvSpPr>
            <p:spPr>
              <a:xfrm>
                <a:off x="5432435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四角形: 上の 2 つの角を丸める 75">
                <a:extLst>
                  <a:ext uri="{FF2B5EF4-FFF2-40B4-BE49-F238E27FC236}">
                    <ns2:creationId id="{120E34D1-32DC-7314-718A-45D7B79C473E}"/>
                  </a:ext>
                </a:extLst>
              </p:cNvPr>
              <p:cNvSpPr/>
              <p:nvPr/>
            </p:nvSpPr>
            <p:spPr>
              <a:xfrm>
                <a:off x="7258067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3039E02C-4656-AC2A-3531-ABAA72ADA707}"/>
                  </a:ext>
                </a:extLst>
              </p:cNvPr>
              <p:cNvSpPr/>
              <p:nvPr/>
            </p:nvSpPr>
            <p:spPr>
              <a:xfrm>
                <a:off x="3606802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四角形: 角を丸くする 77">
                <a:extLst>
                  <a:ext uri="{FF2B5EF4-FFF2-40B4-BE49-F238E27FC236}">
                    <ns2:creationId id="{E5FD223A-CE97-5AA8-AE23-7454BCDBFDD5}"/>
                  </a:ext>
                </a:extLst>
              </p:cNvPr>
              <p:cNvSpPr/>
              <p:nvPr/>
            </p:nvSpPr>
            <p:spPr>
              <a:xfrm>
                <a:off x="5432435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四角形: 角を丸くする 78">
                <a:extLst>
                  <a:ext uri="{FF2B5EF4-FFF2-40B4-BE49-F238E27FC236}">
                    <ns2:creationId id="{7A94FD19-02EC-3FDE-2549-165C99D46FF6}"/>
                  </a:ext>
                </a:extLst>
              </p:cNvPr>
              <p:cNvSpPr/>
              <p:nvPr/>
            </p:nvSpPr>
            <p:spPr>
              <a:xfrm>
                <a:off x="7258067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四角形: 上の 2 つの角を丸める 80">
                <a:extLst>
                  <a:ext uri="{FF2B5EF4-FFF2-40B4-BE49-F238E27FC236}">
                    <ns2:creationId id="{9763D2C6-593C-A97E-14D6-727A6452F2CE}"/>
                  </a:ext>
                </a:extLst>
              </p:cNvPr>
              <p:cNvSpPr/>
              <p:nvPr/>
            </p:nvSpPr>
            <p:spPr>
              <a:xfrm>
                <a:off x="3606801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四角形: 上の 2 つの角を丸める 81">
                <a:extLst>
                  <a:ext uri="{FF2B5EF4-FFF2-40B4-BE49-F238E27FC236}">
                    <ns2:creationId id="{FB788FB2-498F-9F25-8B01-0CF538724CC7}"/>
                  </a:ext>
                </a:extLst>
              </p:cNvPr>
              <p:cNvSpPr/>
              <p:nvPr/>
            </p:nvSpPr>
            <p:spPr>
              <a:xfrm>
                <a:off x="5432435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AD848FDC-C14C-69A2-A457-281C3BF2B26E}"/>
                  </a:ext>
                </a:extLst>
              </p:cNvPr>
              <p:cNvSpPr/>
              <p:nvPr/>
            </p:nvSpPr>
            <p:spPr>
              <a:xfrm>
                <a:off x="3606802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四角形: 角を丸くする 86">
                <a:extLst>
                  <a:ext uri="{FF2B5EF4-FFF2-40B4-BE49-F238E27FC236}">
                    <ns2:creationId id="{CCC1A534-C67F-5D95-041C-3FC2FBE20097}"/>
                  </a:ext>
                </a:extLst>
              </p:cNvPr>
              <p:cNvSpPr/>
              <p:nvPr/>
            </p:nvSpPr>
            <p:spPr>
              <a:xfrm>
                <a:off x="5432435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1" name="グループ化 90">
                <a:extLst>
                  <a:ext uri="{FF2B5EF4-FFF2-40B4-BE49-F238E27FC236}">
                    <ns2:creationId id="{B9A46651-B217-9A18-2FA1-8A0AFF8EB30C}"/>
                  </a:ext>
                </a:extLst>
              </p:cNvPr>
              <p:cNvGrpSpPr/>
              <p:nvPr/>
            </p:nvGrpSpPr>
            <p:grpSpPr>
              <a:xfrm>
                <a:off x="3737487" y="2760376"/>
                <a:ext cx="1510260" cy="377455"/>
                <a:chOff x="3749595" y="2826120"/>
                <a:chExt cx="1218691" cy="304584"/>
              </a:xfrm>
            </p:grpSpPr>
            <p:sp>
              <p:nvSpPr>
                <p:cNvPr id="88" name="Rectangle 17">
                  <a:extLst>
                    <a:ext uri="{FF2B5EF4-FFF2-40B4-BE49-F238E27FC236}">
                      <ns2:creationId id="{575AFAB9-613F-64F2-4903-12B1333EC2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89" name="AutoShape 18">
                  <a:extLst>
                    <a:ext uri="{FF2B5EF4-FFF2-40B4-BE49-F238E27FC236}">
                      <ns2:creationId id="{9A31D217-3E3D-A14F-E758-8DDDEAA21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0" name="Rectangle 19">
                  <a:extLst>
                    <a:ext uri="{FF2B5EF4-FFF2-40B4-BE49-F238E27FC236}">
                      <ns2:creationId id="{4161CD10-CDD5-D2FD-733F-FDA373B54B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41" name="グループ化 140">
                <a:extLst>
                  <a:ext uri="{FF2B5EF4-FFF2-40B4-BE49-F238E27FC236}">
                    <ns2:creationId id="{5858443C-A091-63D8-21E5-18CC43660FE7}"/>
                  </a:ext>
                </a:extLst>
              </p:cNvPr>
              <p:cNvGrpSpPr/>
              <p:nvPr/>
            </p:nvGrpSpPr>
            <p:grpSpPr>
              <a:xfrm>
                <a:off x="5562603" y="2760376"/>
                <a:ext cx="1511299" cy="377455"/>
                <a:chOff x="5562603" y="2723194"/>
                <a:chExt cx="1511299" cy="377455"/>
              </a:xfrm>
            </p:grpSpPr>
            <p:sp>
              <p:nvSpPr>
                <p:cNvPr id="93" name="Rectangle 17">
                  <a:extLst>
                    <a:ext uri="{FF2B5EF4-FFF2-40B4-BE49-F238E27FC236}">
                      <ns2:creationId id="{0382323A-92B8-6F02-6BD8-CD185B3365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62603" y="2723194"/>
                  <a:ext cx="516169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4" name="AutoShape 18">
                  <a:extLst>
                    <a:ext uri="{FF2B5EF4-FFF2-40B4-BE49-F238E27FC236}">
                      <ns2:creationId id="{AD56804C-C65A-3F11-6D61-17441FAD9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0927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7" name="Rectangle 19">
                  <a:extLst>
                    <a:ext uri="{FF2B5EF4-FFF2-40B4-BE49-F238E27FC236}">
                      <ns2:creationId id="{C2F6B6F0-0A22-44F2-88C2-EFF81A8789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15817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5" name="Rectangle 19">
                  <a:extLst>
                    <a:ext uri="{FF2B5EF4-FFF2-40B4-BE49-F238E27FC236}">
                      <ns2:creationId id="{13AF3EA1-1E69-F16F-02E0-4937A2530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57732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4" name="グループ化 133">
                <a:extLst>
                  <a:ext uri="{FF2B5EF4-FFF2-40B4-BE49-F238E27FC236}">
                    <ns2:creationId id="{C3297357-EEA0-D08D-5DA9-AEED279A903A}"/>
                  </a:ext>
                </a:extLst>
              </p:cNvPr>
              <p:cNvGrpSpPr/>
              <p:nvPr/>
            </p:nvGrpSpPr>
            <p:grpSpPr>
              <a:xfrm>
                <a:off x="7511871" y="2688200"/>
                <a:ext cx="1264027" cy="447443"/>
                <a:chOff x="7428733" y="2688200"/>
                <a:chExt cx="1264027" cy="447443"/>
              </a:xfrm>
            </p:grpSpPr>
            <p:grpSp>
              <p:nvGrpSpPr>
                <p:cNvPr id="132" name="グループ化 131">
                  <a:extLst>
                    <a:ext uri="{FF2B5EF4-FFF2-40B4-BE49-F238E27FC236}">
                      <ns2:creationId id="{357CCFDF-1B91-932E-7070-456B5A937630}"/>
                    </a:ext>
                  </a:extLst>
                </p:cNvPr>
                <p:cNvGrpSpPr/>
                <p:nvPr/>
              </p:nvGrpSpPr>
              <p:grpSpPr>
                <a:xfrm>
                  <a:off x="7428733" y="2688200"/>
                  <a:ext cx="612789" cy="447443"/>
                  <a:chOff x="7678500" y="2850056"/>
                  <a:chExt cx="612789" cy="447443"/>
                </a:xfrm>
              </p:grpSpPr>
              <p:sp>
                <p:nvSpPr>
                  <p:cNvPr id="105" name="Rectangle 36">
                    <a:extLst>
                      <a:ext uri="{FF2B5EF4-FFF2-40B4-BE49-F238E27FC236}">
                        <ns2:creationId id="{35193F03-4B94-85E4-06B0-AE71875CF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78500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6" name="Rectangle 37">
                    <a:extLst>
                      <a:ext uri="{FF2B5EF4-FFF2-40B4-BE49-F238E27FC236}">
                        <ns2:creationId id="{73DA8471-1AEE-62F3-F255-56A8856E2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9" name="Rectangle 38">
                    <a:extLst>
                      <a:ext uri="{FF2B5EF4-FFF2-40B4-BE49-F238E27FC236}">
                        <ns2:creationId id="{0811A43D-E057-6B53-C9E5-D9343E813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3002348"/>
                    <a:ext cx="89581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0" name="Rectangle 39">
                    <a:extLst>
                      <a:ext uri="{FF2B5EF4-FFF2-40B4-BE49-F238E27FC236}">
                        <ns2:creationId id="{4706AA87-4CE3-72C1-0A5F-A4E1694B1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002348"/>
                    <a:ext cx="90880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1" name="Rectangle 40">
                    <a:extLst>
                      <a:ext uri="{FF2B5EF4-FFF2-40B4-BE49-F238E27FC236}">
                        <ns2:creationId id="{FAFDCFF1-279C-BB63-21EC-3C4F69165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114209"/>
                    <a:ext cx="90880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2" name="Rectangle 41">
                    <a:extLst>
                      <a:ext uri="{FF2B5EF4-FFF2-40B4-BE49-F238E27FC236}">
                        <ns2:creationId id="{6AD5C63E-80DF-6466-1EE9-8F149CA96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114209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3" name="Rectangle 42">
                    <a:extLst>
                      <a:ext uri="{FF2B5EF4-FFF2-40B4-BE49-F238E27FC236}">
                        <ns2:creationId id="{43C8831F-FCE1-77BF-10EB-D119D29FA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226070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14" name="AutoShape 43">
                    <a:extLst>
                      <a:ext uri="{FF2B5EF4-FFF2-40B4-BE49-F238E27FC236}">
                        <ns2:creationId id="{E8489BA2-9277-0EB2-8079-14E13AE4B876}"/>
                      </a:ext>
                    </a:extLst>
                  </p:cNvPr>
                  <p:cNvCxnSpPr>
                    <a:cxnSpLocks noChangeShapeType="1"/>
                    <a:endCxn id="105" idx="0"/>
                  </p:cNvCxnSpPr>
                  <p:nvPr/>
                </p:nvCxnSpPr>
                <p:spPr bwMode="auto">
                  <a:xfrm>
                    <a:off x="7723939" y="2850056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16" name="AutoShape 44">
                    <a:extLst>
                      <a:ext uri="{FF2B5EF4-FFF2-40B4-BE49-F238E27FC236}">
                        <ns2:creationId id="{6277FBB8-9A08-C9B4-14F9-E166028D162B}"/>
                      </a:ext>
                    </a:extLst>
                  </p:cNvPr>
                  <p:cNvCxnSpPr>
                    <a:cxnSpLocks noChangeShapeType="1"/>
                    <a:stCxn id="105" idx="3"/>
                    <a:endCxn id="106" idx="1"/>
                  </p:cNvCxnSpPr>
                  <p:nvPr/>
                </p:nvCxnSpPr>
                <p:spPr bwMode="auto">
                  <a:xfrm>
                    <a:off x="7768081" y="292687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1" name="AutoShape 45">
                    <a:extLst>
                      <a:ext uri="{FF2B5EF4-FFF2-40B4-BE49-F238E27FC236}">
                        <ns2:creationId id="{46D16924-8A3D-E091-5B76-3DDC5B80C3C2}"/>
                      </a:ext>
                    </a:extLst>
                  </p:cNvPr>
                  <p:cNvCxnSpPr>
                    <a:cxnSpLocks noChangeShapeType="1"/>
                    <a:stCxn id="106" idx="2"/>
                    <a:endCxn id="109" idx="0"/>
                  </p:cNvCxnSpPr>
                  <p:nvPr/>
                </p:nvCxnSpPr>
                <p:spPr bwMode="auto">
                  <a:xfrm>
                    <a:off x="7897909" y="296191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2" name="AutoShape 46">
                    <a:extLst>
                      <a:ext uri="{FF2B5EF4-FFF2-40B4-BE49-F238E27FC236}">
                        <ns2:creationId id="{4A4A74D9-6330-2065-118C-0FF6F10CB6E0}"/>
                      </a:ext>
                    </a:extLst>
                  </p:cNvPr>
                  <p:cNvCxnSpPr>
                    <a:cxnSpLocks noChangeShapeType="1"/>
                    <a:stCxn id="109" idx="3"/>
                    <a:endCxn id="110" idx="1"/>
                  </p:cNvCxnSpPr>
                  <p:nvPr/>
                </p:nvCxnSpPr>
                <p:spPr bwMode="auto">
                  <a:xfrm>
                    <a:off x="7942050" y="303873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3" name="AutoShape 47">
                    <a:extLst>
                      <a:ext uri="{FF2B5EF4-FFF2-40B4-BE49-F238E27FC236}">
                        <ns2:creationId id="{BD51E529-C571-B4BB-55C0-ACDDD9C8DA9E}"/>
                      </a:ext>
                    </a:extLst>
                  </p:cNvPr>
                  <p:cNvCxnSpPr>
                    <a:cxnSpLocks noChangeShapeType="1"/>
                    <a:stCxn id="110" idx="2"/>
                    <a:endCxn id="111" idx="0"/>
                  </p:cNvCxnSpPr>
                  <p:nvPr/>
                </p:nvCxnSpPr>
                <p:spPr bwMode="auto">
                  <a:xfrm>
                    <a:off x="8071879" y="307377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4" name="AutoShape 48">
                    <a:extLst>
                      <a:ext uri="{FF2B5EF4-FFF2-40B4-BE49-F238E27FC236}">
                        <ns2:creationId id="{E1FC9695-5222-4DC0-BAE0-01BA7F761E8C}"/>
                      </a:ext>
                    </a:extLst>
                  </p:cNvPr>
                  <p:cNvCxnSpPr>
                    <a:cxnSpLocks noChangeShapeType="1"/>
                    <a:stCxn id="111" idx="3"/>
                    <a:endCxn id="112" idx="1"/>
                  </p:cNvCxnSpPr>
                  <p:nvPr/>
                </p:nvCxnSpPr>
                <p:spPr bwMode="auto">
                  <a:xfrm>
                    <a:off x="8117319" y="3150597"/>
                    <a:ext cx="8438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5" name="AutoShape 49">
                    <a:extLst>
                      <a:ext uri="{FF2B5EF4-FFF2-40B4-BE49-F238E27FC236}">
                        <ns2:creationId id="{9D59894F-7E43-44F6-43DD-5C483C252441}"/>
                      </a:ext>
                    </a:extLst>
                  </p:cNvPr>
                  <p:cNvCxnSpPr>
                    <a:cxnSpLocks noChangeShapeType="1"/>
                    <a:stCxn id="112" idx="2"/>
                    <a:endCxn id="113" idx="0"/>
                  </p:cNvCxnSpPr>
                  <p:nvPr/>
                </p:nvCxnSpPr>
                <p:spPr bwMode="auto">
                  <a:xfrm>
                    <a:off x="8247147" y="3185638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0A5E2FA-E29A-56CD-FFB1-10371C4D8909}"/>
                    </a:ext>
                  </a:extLst>
                </p:cNvPr>
                <p:cNvGrpSpPr/>
                <p:nvPr/>
              </p:nvGrpSpPr>
              <p:grpSpPr>
                <a:xfrm>
                  <a:off x="8603178" y="2690896"/>
                  <a:ext cx="89582" cy="442051"/>
                  <a:chOff x="9050783" y="2850056"/>
                  <a:chExt cx="89582" cy="442051"/>
                </a:xfrm>
              </p:grpSpPr>
              <p:sp>
                <p:nvSpPr>
                  <p:cNvPr id="126" name="Rectangle 51">
                    <a:extLst>
                      <a:ext uri="{FF2B5EF4-FFF2-40B4-BE49-F238E27FC236}">
                        <ns2:creationId id="{C50E19F5-8034-39A5-9236-3AA4CAD943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222026"/>
                    <a:ext cx="89582" cy="7008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27" name="AutoShape 52">
                    <a:extLst>
                      <a:ext uri="{FF2B5EF4-FFF2-40B4-BE49-F238E27FC236}">
                        <ns2:creationId id="{3EF00FE4-0AB2-565B-4BA3-BF6228DF3FB2}"/>
                      </a:ext>
                    </a:extLst>
                  </p:cNvPr>
                  <p:cNvCxnSpPr>
                    <a:cxnSpLocks noChangeShapeType="1"/>
                    <a:endCxn id="126" idx="0"/>
                  </p:cNvCxnSpPr>
                  <p:nvPr/>
                </p:nvCxnSpPr>
                <p:spPr bwMode="auto">
                  <a:xfrm>
                    <a:off x="9096224" y="2850056"/>
                    <a:ext cx="0" cy="37197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sp>
                <p:nvSpPr>
                  <p:cNvPr id="128" name="Rectangle 53">
                    <a:extLst>
                      <a:ext uri="{FF2B5EF4-FFF2-40B4-BE49-F238E27FC236}">
                        <ns2:creationId id="{A71CDCED-3F2E-DCB1-107B-FBFDFE95A6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890487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29" name="Rectangle 54">
                    <a:extLst>
                      <a:ext uri="{FF2B5EF4-FFF2-40B4-BE49-F238E27FC236}">
                        <ns2:creationId id="{F1AF74EF-787C-7D9F-20BC-5EDDB1B5E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999653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30" name="Rectangle 55">
                    <a:extLst>
                      <a:ext uri="{FF2B5EF4-FFF2-40B4-BE49-F238E27FC236}">
                        <ns2:creationId id="{E03D2C4D-37AC-15BC-CAB1-145936B155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111513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33" name="AutoShape 18">
                  <a:extLst>
                    <a:ext uri="{FF2B5EF4-FFF2-40B4-BE49-F238E27FC236}">
                      <ns2:creationId id="{6F90EDF0-736B-FC06-4707-897142A99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55025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6" name="グループ化 135">
                <a:extLst>
                  <a:ext uri="{FF2B5EF4-FFF2-40B4-BE49-F238E27FC236}">
                    <ns2:creationId id="{3F182785-4A5F-1885-9468-ECB4DF228A23}"/>
                  </a:ext>
                </a:extLst>
              </p:cNvPr>
              <p:cNvGrpSpPr/>
              <p:nvPr/>
            </p:nvGrpSpPr>
            <p:grpSpPr>
              <a:xfrm>
                <a:off x="3737487" y="4073525"/>
                <a:ext cx="1510260" cy="377455"/>
                <a:chOff x="3749595" y="2826120"/>
                <a:chExt cx="1218691" cy="304584"/>
              </a:xfrm>
            </p:grpSpPr>
            <p:sp>
              <p:nvSpPr>
                <p:cNvPr id="137" name="Rectangle 17">
                  <a:extLst>
                    <a:ext uri="{FF2B5EF4-FFF2-40B4-BE49-F238E27FC236}">
                      <ns2:creationId id="{4182FA13-CAE6-F484-0BAF-D751E4178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38" name="AutoShape 18">
                  <a:extLst>
                    <a:ext uri="{FF2B5EF4-FFF2-40B4-BE49-F238E27FC236}">
                      <ns2:creationId id="{7E27F5EE-1996-CF71-078C-DBAB7026B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40" name="Rectangle 19">
                  <a:extLst>
                    <a:ext uri="{FF2B5EF4-FFF2-40B4-BE49-F238E27FC236}">
                      <ns2:creationId id="{291DEB77-4DCB-F277-2166-77A07A7C9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51" name="グループ化 150">
                <a:extLst>
                  <a:ext uri="{FF2B5EF4-FFF2-40B4-BE49-F238E27FC236}">
                    <ns2:creationId id="{1256797B-6ACE-928E-FE9B-B329F64DBB77}"/>
                  </a:ext>
                </a:extLst>
              </p:cNvPr>
              <p:cNvGrpSpPr/>
              <p:nvPr/>
            </p:nvGrpSpPr>
            <p:grpSpPr>
              <a:xfrm>
                <a:off x="5622187" y="4039282"/>
                <a:ext cx="1392131" cy="445942"/>
                <a:chOff x="5576846" y="4039282"/>
                <a:chExt cx="1392131" cy="445942"/>
              </a:xfrm>
            </p:grpSpPr>
            <p:grpSp>
              <p:nvGrpSpPr>
                <p:cNvPr id="148" name="グループ化 147">
                  <a:extLst>
                    <a:ext uri="{FF2B5EF4-FFF2-40B4-BE49-F238E27FC236}">
                      <ns2:creationId id="{FEDE61AD-C3EA-B646-21FE-8F90A8773853}"/>
                    </a:ext>
                  </a:extLst>
                </p:cNvPr>
                <p:cNvGrpSpPr/>
                <p:nvPr/>
              </p:nvGrpSpPr>
              <p:grpSpPr>
                <a:xfrm>
                  <a:off x="6597668" y="4039282"/>
                  <a:ext cx="371309" cy="445942"/>
                  <a:chOff x="6597668" y="4039282"/>
                  <a:chExt cx="371309" cy="445942"/>
                </a:xfrm>
              </p:grpSpPr>
              <p:sp>
                <p:nvSpPr>
                  <p:cNvPr id="142" name="Oval 105">
                    <a:extLst>
                      <a:ext uri="{FF2B5EF4-FFF2-40B4-BE49-F238E27FC236}">
                        <ns2:creationId id="{45C675AA-7546-55CD-F953-C949100FA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7668" y="4234548"/>
                    <a:ext cx="371309" cy="250676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3" name="Oval 106">
                    <a:extLst>
                      <a:ext uri="{FF2B5EF4-FFF2-40B4-BE49-F238E27FC236}">
                        <ns2:creationId id="{22ADD94C-041E-F9CA-F36C-9C3CC6539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665179" y="4039282"/>
                    <a:ext cx="236287" cy="160379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grpSp>
              <p:nvGrpSpPr>
                <p:cNvPr id="150" name="グループ化 149">
                  <a:extLst>
                    <a:ext uri="{FF2B5EF4-FFF2-40B4-BE49-F238E27FC236}">
                      <ns2:creationId id="{F3F828D7-73B2-9684-1692-B64E9C91303B}"/>
                    </a:ext>
                  </a:extLst>
                </p:cNvPr>
                <p:cNvGrpSpPr/>
                <p:nvPr/>
              </p:nvGrpSpPr>
              <p:grpSpPr>
                <a:xfrm>
                  <a:off x="5576846" y="4073525"/>
                  <a:ext cx="494672" cy="377455"/>
                  <a:chOff x="5510458" y="4073525"/>
                  <a:chExt cx="494672" cy="377455"/>
                </a:xfrm>
              </p:grpSpPr>
              <p:sp>
                <p:nvSpPr>
                  <p:cNvPr id="144" name="Oval 105">
                    <a:extLst>
                      <a:ext uri="{FF2B5EF4-FFF2-40B4-BE49-F238E27FC236}">
                        <ns2:creationId id="{17E09BB4-21B8-846D-6AB0-15183A86C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0458" y="4073525"/>
                    <a:ext cx="494671" cy="377455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7" name="Oval 106">
                    <a:extLst>
                      <a:ext uri="{FF2B5EF4-FFF2-40B4-BE49-F238E27FC236}">
                        <ns2:creationId id="{E220B7AF-5CAB-0CE7-6F47-A7B64655B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768099" y="4073525"/>
                    <a:ext cx="237031" cy="377455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49" name="AutoShape 18">
                  <a:extLst>
                    <a:ext uri="{FF2B5EF4-FFF2-40B4-BE49-F238E27FC236}">
                      <ns2:creationId id="{6DE83D88-A39E-AA0A-069C-35251540A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7268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18D0F3BC-FF21-8597-B045-F3615FC4B878}"/>
                  </a:ext>
                </a:extLst>
              </p:cNvPr>
              <p:cNvGrpSpPr/>
              <p:nvPr/>
            </p:nvGrpSpPr>
            <p:grpSpPr>
              <a:xfrm>
                <a:off x="7440545" y="4054031"/>
                <a:ext cx="1406678" cy="416445"/>
                <a:chOff x="7427481" y="4054031"/>
                <a:chExt cx="1406678" cy="416445"/>
              </a:xfrm>
            </p:grpSpPr>
            <p:grpSp>
              <p:nvGrpSpPr>
                <p:cNvPr id="166" name="グループ化 165">
                  <a:extLst>
                    <a:ext uri="{FF2B5EF4-FFF2-40B4-BE49-F238E27FC236}">
                      <ns2:creationId id="{1F9220CE-9BA1-A128-8EC0-3FD2CBAB5D29}"/>
                    </a:ext>
                  </a:extLst>
                </p:cNvPr>
                <p:cNvGrpSpPr/>
                <p:nvPr/>
              </p:nvGrpSpPr>
              <p:grpSpPr>
                <a:xfrm>
                  <a:off x="7427481" y="4054031"/>
                  <a:ext cx="516717" cy="416445"/>
                  <a:chOff x="7813869" y="4270970"/>
                  <a:chExt cx="516717" cy="416445"/>
                </a:xfrm>
              </p:grpSpPr>
              <p:sp>
                <p:nvSpPr>
                  <p:cNvPr id="152" name="Oval 59">
                    <a:extLst>
                      <a:ext uri="{FF2B5EF4-FFF2-40B4-BE49-F238E27FC236}">
                        <ns2:creationId id="{B47EA589-CEBF-1CFC-9135-184B10AB92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98258" y="4270970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3" name="Oval 60">
                    <a:extLst>
                      <a:ext uri="{FF2B5EF4-FFF2-40B4-BE49-F238E27FC236}">
                        <ns2:creationId id="{08CEB2C9-3C84-9CAC-2632-A3DAA53E8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13869" y="4382831"/>
                    <a:ext cx="89582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4" name="Oval 61">
                    <a:extLst>
                      <a:ext uri="{FF2B5EF4-FFF2-40B4-BE49-F238E27FC236}">
                        <ns2:creationId id="{F7854BB6-959D-165D-B71B-71AE76EE6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35183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5" name="Oval 62">
                    <a:extLst>
                      <a:ext uri="{FF2B5EF4-FFF2-40B4-BE49-F238E27FC236}">
                        <ns2:creationId id="{81F00E75-B0E0-1E75-224E-604E0CBC15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494692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6" name="Oval 63">
                    <a:extLst>
                      <a:ext uri="{FF2B5EF4-FFF2-40B4-BE49-F238E27FC236}">
                        <ns2:creationId id="{5BCE74A8-EB4E-6544-E391-386F74395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413828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7" name="Oval 64">
                    <a:extLst>
                      <a:ext uri="{FF2B5EF4-FFF2-40B4-BE49-F238E27FC236}">
                        <ns2:creationId id="{7F52497F-28A2-340D-3D55-DA5EC547B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53512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8" name="Oval 65">
                    <a:extLst>
                      <a:ext uri="{FF2B5EF4-FFF2-40B4-BE49-F238E27FC236}">
                        <ns2:creationId id="{835E2387-B0F0-116F-C7D6-83C86D02DD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73494" y="4291186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9" name="Oval 66">
                    <a:extLst>
                      <a:ext uri="{FF2B5EF4-FFF2-40B4-BE49-F238E27FC236}">
                        <ns2:creationId id="{C952B104-B990-A828-B1AE-7FF2A20445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41005" y="4474475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0" name="Oval 67">
                    <a:extLst>
                      <a:ext uri="{FF2B5EF4-FFF2-40B4-BE49-F238E27FC236}">
                        <ns2:creationId id="{6E1AD349-596E-826A-4E64-602A94E4F0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788" y="4617334"/>
                    <a:ext cx="90880" cy="70081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1" name="Oval 68">
                    <a:extLst>
                      <a:ext uri="{FF2B5EF4-FFF2-40B4-BE49-F238E27FC236}">
                        <ns2:creationId id="{6CAB3D55-2CF7-B2A5-54FE-4A9FB9F4C7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8011" y="4545905"/>
                    <a:ext cx="90880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4" name="Oval 69">
                    <a:extLst>
                      <a:ext uri="{FF2B5EF4-FFF2-40B4-BE49-F238E27FC236}">
                        <ns2:creationId id="{9675D653-7739-CFE8-BF6A-238C115D49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95564" y="4595770"/>
                    <a:ext cx="90880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65" name="Oval 70">
                  <a:extLst>
                    <a:ext uri="{FF2B5EF4-FFF2-40B4-BE49-F238E27FC236}">
                      <ns2:creationId id="{546DBE7D-7187-3833-095D-0FC74215C2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96606" y="4147697"/>
                  <a:ext cx="337553" cy="229112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67" name="AutoShape 18">
                  <a:extLst>
                    <a:ext uri="{FF2B5EF4-FFF2-40B4-BE49-F238E27FC236}">
                      <ns2:creationId id="{ABC09A8B-48F5-55DA-F8B9-AFEB48B2A8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53077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ns2:creationId id="{2B3A8E40-4CD5-71CE-4E3C-33853B368637}"/>
                  </a:ext>
                </a:extLst>
              </p:cNvPr>
              <p:cNvGrpSpPr/>
              <p:nvPr/>
            </p:nvGrpSpPr>
            <p:grpSpPr>
              <a:xfrm>
                <a:off x="3820534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1" name="グラフィックス 170" descr="ユーザー 単色塗りつぶし">
                  <a:extLst>
                    <a:ext uri="{FF2B5EF4-FFF2-40B4-BE49-F238E27FC236}">
                      <ns2:creationId id="{707B796D-FCBE-D690-175D-C670D4B35F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2" name="グラフィックス 171" descr="ユーザー 単色塗りつぶし">
                  <a:extLst>
                    <a:ext uri="{FF2B5EF4-FFF2-40B4-BE49-F238E27FC236}">
                      <ns2:creationId id="{14969A7E-A247-7040-630F-C59097FCD1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74" name="AutoShape 18">
                  <a:extLst>
                    <a:ext uri="{FF2B5EF4-FFF2-40B4-BE49-F238E27FC236}">
                      <ns2:creationId id="{F6C76963-DA36-5001-F752-13379A89D0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7" name="グループ化 176">
                <a:extLst>
                  <a:ext uri="{FF2B5EF4-FFF2-40B4-BE49-F238E27FC236}">
                    <ns2:creationId id="{97DA23C4-E8F1-E42E-2213-90C069138500}"/>
                  </a:ext>
                </a:extLst>
              </p:cNvPr>
              <p:cNvGrpSpPr/>
              <p:nvPr/>
            </p:nvGrpSpPr>
            <p:grpSpPr>
              <a:xfrm>
                <a:off x="5646167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8" name="グラフィックス 177" descr="ユーザー 単色塗りつぶし">
                  <a:extLst>
                    <a:ext uri="{FF2B5EF4-FFF2-40B4-BE49-F238E27FC236}">
                      <ns2:creationId id="{27EB6BF9-DBA7-9A9D-FE65-774B6A2EC6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9" name="グラフィックス 178" descr="ユーザー 単色塗りつぶし">
                  <a:extLst>
                    <a:ext uri="{FF2B5EF4-FFF2-40B4-BE49-F238E27FC236}">
                      <ns2:creationId id="{51D4DC4D-8216-C8F0-1588-202906F473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80" name="AutoShape 18">
                  <a:extLst>
                    <a:ext uri="{FF2B5EF4-FFF2-40B4-BE49-F238E27FC236}">
                      <ns2:creationId id="{0E967156-0E9F-1DA4-CE8A-9F8261D22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202" name="グループ化 201">
                <a:extLst>
                  <a:ext uri="{FF2B5EF4-FFF2-40B4-BE49-F238E27FC236}">
                    <ns2:creationId id="{E74AE399-AB39-8D74-E5BD-BCB9BFAC35DE}"/>
                  </a:ext>
                </a:extLst>
              </p:cNvPr>
              <p:cNvGrpSpPr/>
              <p:nvPr/>
            </p:nvGrpSpPr>
            <p:grpSpPr>
              <a:xfrm>
                <a:off x="7345673" y="5221745"/>
                <a:ext cx="1596420" cy="817855"/>
                <a:chOff x="7395179" y="5334398"/>
                <a:chExt cx="1596420" cy="817855"/>
              </a:xfrm>
            </p:grpSpPr>
            <p:grpSp>
              <p:nvGrpSpPr>
                <p:cNvPr id="201" name="グループ化 200">
                  <a:extLst>
                    <a:ext uri="{FF2B5EF4-FFF2-40B4-BE49-F238E27FC236}">
                      <ns2:creationId id="{CDF5F30E-6B49-3ED1-0D28-1FC5BA99CEFF}"/>
                    </a:ext>
                  </a:extLst>
                </p:cNvPr>
                <p:cNvGrpSpPr/>
                <p:nvPr/>
              </p:nvGrpSpPr>
              <p:grpSpPr>
                <a:xfrm>
                  <a:off x="7403995" y="5334398"/>
                  <a:ext cx="1587604" cy="211262"/>
                  <a:chOff x="7403995" y="5379708"/>
                  <a:chExt cx="1587604" cy="211262"/>
                </a:xfrm>
              </p:grpSpPr>
              <p:sp>
                <p:nvSpPr>
                  <p:cNvPr id="182" name="Rectangle 17">
                    <a:extLst>
                      <a:ext uri="{FF2B5EF4-FFF2-40B4-BE49-F238E27FC236}">
                        <ns2:creationId id="{75F157C8-11A3-7CEE-C41F-A166F476E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416215"/>
                    <a:ext cx="193626" cy="13824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3" name="正方形/長方形 182">
                    <a:extLst>
                      <a:ext uri="{FF2B5EF4-FFF2-40B4-BE49-F238E27FC236}">
                        <ns2:creationId id="{95648B4B-5B84-825D-CA50-B25678971CFD}"/>
                      </a:ext>
                    </a:extLst>
                  </p:cNvPr>
                  <p:cNvSpPr/>
                  <p:nvPr/>
                </p:nvSpPr>
                <p:spPr>
                  <a:xfrm>
                    <a:off x="7612224" y="5379708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00" name="グループ化 199">
                  <a:extLst>
                    <a:ext uri="{FF2B5EF4-FFF2-40B4-BE49-F238E27FC236}">
                      <ns2:creationId id="{57339525-C48A-3AAD-7250-354958CAE3E5}"/>
                    </a:ext>
                  </a:extLst>
                </p:cNvPr>
                <p:cNvGrpSpPr/>
                <p:nvPr/>
              </p:nvGrpSpPr>
              <p:grpSpPr>
                <a:xfrm>
                  <a:off x="7403995" y="5637694"/>
                  <a:ext cx="1587604" cy="211262"/>
                  <a:chOff x="7403995" y="5661633"/>
                  <a:chExt cx="1587604" cy="211262"/>
                </a:xfrm>
              </p:grpSpPr>
              <p:sp>
                <p:nvSpPr>
                  <p:cNvPr id="184" name="Rectangle 17">
                    <a:extLst>
                      <a:ext uri="{FF2B5EF4-FFF2-40B4-BE49-F238E27FC236}">
                        <ns2:creationId id="{A1B88857-90FA-647F-6635-5C5BA8D62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698140"/>
                    <a:ext cx="193626" cy="138247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637F4D7F-E16A-D9B2-8A0A-20E930968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661633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99" name="グループ化 198">
                  <a:extLst>
                    <a:ext uri="{FF2B5EF4-FFF2-40B4-BE49-F238E27FC236}">
                      <ns2:creationId id="{F0D39C00-487C-3CBE-92CE-05AFDA414489}"/>
                    </a:ext>
                  </a:extLst>
                </p:cNvPr>
                <p:cNvGrpSpPr/>
                <p:nvPr/>
              </p:nvGrpSpPr>
              <p:grpSpPr>
                <a:xfrm>
                  <a:off x="7395179" y="5940991"/>
                  <a:ext cx="1596420" cy="211262"/>
                  <a:chOff x="7395179" y="5940991"/>
                  <a:chExt cx="1596420" cy="211262"/>
                </a:xfrm>
              </p:grpSpPr>
              <p:sp>
                <p:nvSpPr>
                  <p:cNvPr id="190" name="正方形/長方形 189">
                    <a:extLst>
                      <a:ext uri="{FF2B5EF4-FFF2-40B4-BE49-F238E27FC236}">
                        <ns2:creationId id="{920E5EA2-2E7C-2C2B-A143-00C180F97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940991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98" name="グラフィックス 197" descr="ユーザー 単色塗りつぶし">
                    <a:extLst>
                      <a:ext uri="{FF2B5EF4-FFF2-40B4-BE49-F238E27FC236}">
                        <ns2:creationId id="{196C7F56-E805-D1D5-EB5A-4D2739D09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95179" y="5940991"/>
                    <a:ext cx="211262" cy="211262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ns6:creationId val="4079936309"/>
      </p:ext>
    </p:extLst>
  </p:cSld>
  <p:clrMapOvr>
    <a:masterClrMapping/>
  </p:clrMapOvr>
</p:sld>
</file>

<file path=ppt/slides/slide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B5FC9E-3FEC-CA26-6677-4F1B119BD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8339607-698D-48C5-54C6-AADD4456F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TW" altLang="en-US" dirty="0"/>
              <a:t>XX</a:t>
            </a:r>
            <a:endParaRPr kumimoji="1" lang="ja-JP" altLang="en-US" dirty="0"/>
          </a:p>
        </p:txBody>
      </p:sp>
      <p:grpSp>
        <p:nvGrpSpPr>
          <p:cNvPr id="54" name="グループ化 53">
            <a:extLst>
              <a:ext uri="{FF2B5EF4-FFF2-40B4-BE49-F238E27FC236}">
                <ns2:creationId id="{0F41910D-308F-DC79-7BFA-92C3DC05397B}"/>
              </a:ext>
            </a:extLst>
          </p:cNvPr>
          <p:cNvGrpSpPr/>
          <p:nvPr/>
        </p:nvGrpSpPr>
        <p:grpSpPr>
          <a:xfrm>
            <a:off x="336339" y="1229539"/>
            <a:ext cx="11524957" cy="5064985"/>
            <a:chOff x="336339" y="1229539"/>
            <a:chExt cx="11524957" cy="5064985"/>
          </a:xfrm>
        </p:grpSpPr>
        <p:grpSp>
          <p:nvGrpSpPr>
            <p:cNvPr id="92" name="グループ化 91">
              <a:extLst>
                <a:ext uri="{FF2B5EF4-FFF2-40B4-BE49-F238E27FC236}">
                  <ns2:creationId id="{DB7B7D41-F4AE-69FD-1ECF-952AF3F8AF56}"/>
                </a:ext>
              </a:extLst>
            </p:cNvPr>
            <p:cNvGrpSpPr/>
            <p:nvPr/>
          </p:nvGrpSpPr>
          <p:grpSpPr>
            <a:xfrm>
              <a:off x="5181942" y="3097265"/>
              <a:ext cx="1828116" cy="1328229"/>
              <a:chOff x="5181942" y="3097265"/>
              <a:chExt cx="1828116" cy="132822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B40194F0-BD1B-7852-5B66-9F39828AC6B4}"/>
                  </a:ext>
                </a:extLst>
              </p:cNvPr>
              <p:cNvSpPr/>
              <p:nvPr/>
            </p:nvSpPr>
            <p:spPr>
              <a:xfrm>
                <a:off x="5181942" y="3767790"/>
                <a:ext cx="1828116" cy="657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" name="グラフィックス 33" descr="チェックリスト (RTL)">
                <a:extLst>
                  <a:ext uri="{FF2B5EF4-FFF2-40B4-BE49-F238E27FC236}">
                    <ns2:creationId id="{CAA0EA72-C925-6832-1AD3-877422E863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767929" y="3097265"/>
                <a:ext cx="674255" cy="674255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5B572F2F-03CB-B16D-D557-09F1A7226850}"/>
                </a:ext>
              </a:extLst>
            </p:cNvPr>
            <p:cNvGrpSpPr/>
            <p:nvPr/>
          </p:nvGrpSpPr>
          <p:grpSpPr>
            <a:xfrm>
              <a:off x="338644" y="3581246"/>
              <a:ext cx="3960000" cy="997368"/>
              <a:chOff x="334961" y="3449586"/>
              <a:chExt cx="3960000" cy="99736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26BD26AA-0165-758D-7B63-8DE77435BD49}"/>
                  </a:ext>
                </a:extLst>
              </p:cNvPr>
              <p:cNvSpPr/>
              <p:nvPr/>
            </p:nvSpPr>
            <p:spPr>
              <a:xfrm>
                <a:off x="334961" y="3449586"/>
                <a:ext cx="3960000" cy="997368"/>
              </a:xfrm>
              <a:prstGeom prst="roundRect">
                <a:avLst>
                  <a:gd name="adj" fmla="val 7219"/>
                </a:avLst>
              </a:prstGeom>
              <a:noFill/>
              <a:ln w="9525">
                <a:solidFill>
                  <a:srgbClr val="008000">
                    <a:alpha val="8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CB5C5F3D-5227-F5AA-F5C9-F9B21D7883CE}"/>
                  </a:ext>
                </a:extLst>
              </p:cNvPr>
              <p:cNvSpPr/>
              <p:nvPr/>
            </p:nvSpPr>
            <p:spPr>
              <a:xfrm>
                <a:off x="411451" y="3800098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81BCA819-A362-9986-5FC2-E6605DA8101D}"/>
                  </a:ext>
                </a:extLst>
              </p:cNvPr>
              <p:cNvSpPr/>
              <p:nvPr/>
            </p:nvSpPr>
            <p:spPr>
              <a:xfrm>
                <a:off x="1594961" y="3800098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0C3D61CB-B458-486C-41EE-4F690A612F14}"/>
                </a:ext>
              </a:extLst>
            </p:cNvPr>
            <p:cNvGrpSpPr/>
            <p:nvPr/>
          </p:nvGrpSpPr>
          <p:grpSpPr>
            <a:xfrm>
              <a:off x="336339" y="1229539"/>
              <a:ext cx="3964610" cy="2273043"/>
              <a:chOff x="336339" y="1229539"/>
              <a:chExt cx="3964610" cy="2273043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EA6D4577-AE4F-AB76-C9B4-B7025E8BC2DA}"/>
                  </a:ext>
                </a:extLst>
              </p:cNvPr>
              <p:cNvSpPr/>
              <p:nvPr/>
            </p:nvSpPr>
            <p:spPr>
              <a:xfrm>
                <a:off x="336339" y="1229539"/>
                <a:ext cx="3960000" cy="2273043"/>
              </a:xfrm>
              <a:prstGeom prst="roundRect">
                <a:avLst>
                  <a:gd name="adj" fmla="val 3168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DE2B1D26-5A7B-957C-86EB-8A2FCB51BDA3}"/>
                  </a:ext>
                </a:extLst>
              </p:cNvPr>
              <p:cNvSpPr/>
              <p:nvPr/>
            </p:nvSpPr>
            <p:spPr>
              <a:xfrm>
                <a:off x="412828" y="1633840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186CC120-ADD5-9C69-B1E0-22C913815FAA}"/>
                  </a:ext>
                </a:extLst>
              </p:cNvPr>
              <p:cNvSpPr/>
              <p:nvPr/>
            </p:nvSpPr>
            <p:spPr>
              <a:xfrm>
                <a:off x="412828" y="2399087"/>
                <a:ext cx="1126800" cy="1014812"/>
              </a:xfrm>
              <a:prstGeom prst="roundRect">
                <a:avLst>
                  <a:gd name="adj" fmla="val 7095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C2788A7-B2F2-F940-CB50-82C1FDD115A6}"/>
                  </a:ext>
                </a:extLst>
              </p:cNvPr>
              <p:cNvSpPr/>
              <p:nvPr/>
            </p:nvSpPr>
            <p:spPr>
              <a:xfrm>
                <a:off x="1596027" y="1633840"/>
                <a:ext cx="2700000" cy="6975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3B96EC4D-5290-F6BD-E997-C0E62EE0D3C8}"/>
                  </a:ext>
                </a:extLst>
              </p:cNvPr>
              <p:cNvSpPr/>
              <p:nvPr/>
            </p:nvSpPr>
            <p:spPr>
              <a:xfrm>
                <a:off x="1600949" y="2362339"/>
                <a:ext cx="2700000" cy="10663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CB54E8F2-4D30-6F91-6E7A-B005CABA1F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236790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2A807E3C-8D49-7410-CBFB-D838EF3BABF8}"/>
                </a:ext>
              </a:extLst>
            </p:cNvPr>
            <p:cNvGrpSpPr/>
            <p:nvPr/>
          </p:nvGrpSpPr>
          <p:grpSpPr>
            <a:xfrm>
              <a:off x="7895897" y="4246930"/>
              <a:ext cx="3965399" cy="1693660"/>
              <a:chOff x="7895897" y="4246930"/>
              <a:chExt cx="3965399" cy="1693660"/>
            </a:xfrm>
          </p:grpSpPr>
          <p:sp>
            <p:nvSpPr>
              <p:cNvPr id="33" name="四角形: 角を丸くする 32">
                <a:extLst>
                  <a:ext uri="{FF2B5EF4-FFF2-40B4-BE49-F238E27FC236}">
                    <ns2:creationId id="{2F48A84D-F3D9-85F5-957D-1D10883A500A}"/>
                  </a:ext>
                </a:extLst>
              </p:cNvPr>
              <p:cNvSpPr/>
              <p:nvPr/>
            </p:nvSpPr>
            <p:spPr>
              <a:xfrm>
                <a:off x="7895897" y="4246930"/>
                <a:ext cx="3960000" cy="1693660"/>
              </a:xfrm>
              <a:prstGeom prst="roundRect">
                <a:avLst>
                  <a:gd name="adj" fmla="val 4251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F63D8B77-B90D-8EA5-ED76-EB207AD8D848}"/>
                  </a:ext>
                </a:extLst>
              </p:cNvPr>
              <p:cNvSpPr/>
              <p:nvPr/>
            </p:nvSpPr>
            <p:spPr>
              <a:xfrm>
                <a:off x="7974565" y="4651232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05D0B17-2412-C7A0-297A-380BA4D14A84}"/>
                  </a:ext>
                </a:extLst>
              </p:cNvPr>
              <p:cNvSpPr/>
              <p:nvPr/>
            </p:nvSpPr>
            <p:spPr>
              <a:xfrm>
                <a:off x="7974565" y="5295911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2160E5C2-279D-F52B-2B50-8419F4C4FD75}"/>
                  </a:ext>
                </a:extLst>
              </p:cNvPr>
              <p:cNvSpPr/>
              <p:nvPr/>
            </p:nvSpPr>
            <p:spPr>
              <a:xfrm>
                <a:off x="9161294" y="4651232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3239BC2-3660-3B68-BE2C-BF461067F8BC}"/>
                  </a:ext>
                </a:extLst>
              </p:cNvPr>
              <p:cNvSpPr/>
              <p:nvPr/>
            </p:nvSpPr>
            <p:spPr>
              <a:xfrm>
                <a:off x="9161296" y="5295910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7D3F289B-5AF9-677C-D595-56BBEA2817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525977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グループ化 52">
              <a:extLst>
                <a:ext uri="{FF2B5EF4-FFF2-40B4-BE49-F238E27FC236}">
                  <ns2:creationId id="{280353AE-E374-5109-9218-BA43072540D3}"/>
                </a:ext>
              </a:extLst>
            </p:cNvPr>
            <p:cNvGrpSpPr/>
            <p:nvPr/>
          </p:nvGrpSpPr>
          <p:grpSpPr>
            <a:xfrm>
              <a:off x="338644" y="4657279"/>
              <a:ext cx="3960000" cy="1637245"/>
              <a:chOff x="338644" y="4657279"/>
              <a:chExt cx="3960000" cy="1637245"/>
            </a:xfrm>
          </p:grpSpPr>
          <p:sp>
            <p:nvSpPr>
              <p:cNvPr id="38" name="四角形: 角を丸くする 37">
                <a:extLst>
                  <a:ext uri="{FF2B5EF4-FFF2-40B4-BE49-F238E27FC236}">
                    <ns2:creationId id="{AA5625DD-B215-3A36-C684-EFD4C022D8FE}"/>
                  </a:ext>
                </a:extLst>
              </p:cNvPr>
              <p:cNvSpPr/>
              <p:nvPr/>
            </p:nvSpPr>
            <p:spPr>
              <a:xfrm>
                <a:off x="338644" y="4657279"/>
                <a:ext cx="3960000" cy="1637245"/>
              </a:xfrm>
              <a:prstGeom prst="roundRect">
                <a:avLst>
                  <a:gd name="adj" fmla="val 4398"/>
                </a:avLst>
              </a:prstGeom>
              <a:noFill/>
              <a:ln w="9525">
                <a:solidFill>
                  <a:schemeClr val="accent6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38">
                <a:extLst>
                  <a:ext uri="{FF2B5EF4-FFF2-40B4-BE49-F238E27FC236}">
                    <ns2:creationId id="{8D8401F3-C30B-4D34-9CE8-97BF73E95358}"/>
                  </a:ext>
                </a:extLst>
              </p:cNvPr>
              <p:cNvSpPr/>
              <p:nvPr/>
            </p:nvSpPr>
            <p:spPr>
              <a:xfrm>
                <a:off x="411451" y="5016755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DA210FE1-D26D-5E85-B726-BB2ED05B2545}"/>
                  </a:ext>
                </a:extLst>
              </p:cNvPr>
              <p:cNvSpPr/>
              <p:nvPr/>
            </p:nvSpPr>
            <p:spPr>
              <a:xfrm>
                <a:off x="411451" y="5650819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9741C69F-50DB-D211-F5D4-B741477042D6}"/>
                  </a:ext>
                </a:extLst>
              </p:cNvPr>
              <p:cNvSpPr/>
              <p:nvPr/>
            </p:nvSpPr>
            <p:spPr>
              <a:xfrm>
                <a:off x="1598644" y="5016756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3292C56E-1CF0-10F9-D638-50309968B9EC}"/>
                  </a:ext>
                </a:extLst>
              </p:cNvPr>
              <p:cNvSpPr/>
              <p:nvPr/>
            </p:nvSpPr>
            <p:spPr>
              <a:xfrm>
                <a:off x="1598644" y="565081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D1E3DF35-DE9D-C721-0713-998E1938B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5619987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グループ化 2">
              <a:extLst>
                <a:ext uri="{FF2B5EF4-FFF2-40B4-BE49-F238E27FC236}">
                  <ns2:creationId id="{5BFA8388-131D-1708-B826-D76931F869C1}"/>
                </a:ext>
              </a:extLst>
            </p:cNvPr>
            <p:cNvGrpSpPr/>
            <p:nvPr/>
          </p:nvGrpSpPr>
          <p:grpSpPr>
            <a:xfrm>
              <a:off x="7895897" y="1880761"/>
              <a:ext cx="3965399" cy="1830106"/>
              <a:chOff x="7895897" y="1880761"/>
              <a:chExt cx="3965399" cy="1830106"/>
            </a:xfrm>
          </p:grpSpPr>
          <p:sp>
            <p:nvSpPr>
              <p:cNvPr id="28" name="四角形: 角を丸くする 27">
                <a:extLst>
                  <a:ext uri="{FF2B5EF4-FFF2-40B4-BE49-F238E27FC236}">
                    <ns2:creationId id="{5CDFB3B1-B884-90A1-0FF2-EBCBD4833261}"/>
                  </a:ext>
                </a:extLst>
              </p:cNvPr>
              <p:cNvSpPr/>
              <p:nvPr/>
            </p:nvSpPr>
            <p:spPr>
              <a:xfrm>
                <a:off x="7895897" y="1880761"/>
                <a:ext cx="3960000" cy="1830106"/>
              </a:xfrm>
              <a:prstGeom prst="roundRect">
                <a:avLst>
                  <a:gd name="adj" fmla="val 3934"/>
                </a:avLst>
              </a:prstGeom>
              <a:noFill/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4C9D20BC-35E0-F22E-1168-3DA73AE7F325}"/>
                  </a:ext>
                </a:extLst>
              </p:cNvPr>
              <p:cNvSpPr/>
              <p:nvPr/>
            </p:nvSpPr>
            <p:spPr>
              <a:xfrm>
                <a:off x="7974565" y="2284735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D386FE37-C5F3-9B7D-D3CE-200C0C0E62B3}"/>
                  </a:ext>
                </a:extLst>
              </p:cNvPr>
              <p:cNvSpPr/>
              <p:nvPr/>
            </p:nvSpPr>
            <p:spPr>
              <a:xfrm>
                <a:off x="7974565" y="3046824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5B130C9F-218F-6D04-F6B7-5B5A39FAC1BE}"/>
                  </a:ext>
                </a:extLst>
              </p:cNvPr>
              <p:cNvSpPr/>
              <p:nvPr/>
            </p:nvSpPr>
            <p:spPr>
              <a:xfrm>
                <a:off x="9161294" y="2284735"/>
                <a:ext cx="2700000" cy="6984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E02E5C4-FD45-FAF0-0818-DB9BBF7ED2A1}"/>
                  </a:ext>
                </a:extLst>
              </p:cNvPr>
              <p:cNvSpPr/>
              <p:nvPr/>
            </p:nvSpPr>
            <p:spPr>
              <a:xfrm>
                <a:off x="9161296" y="304863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rgbClr val="C9E466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A98554FB-BBA3-75F9-CC4C-BF78795F7B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3017216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" name="グループ化 90">
              <a:extLst>
                <a:ext uri="{FF2B5EF4-FFF2-40B4-BE49-F238E27FC236}">
                  <ns2:creationId id="{FDB23FF5-4C8F-6AB5-7C24-D5EDF1FC44EE}"/>
                </a:ext>
              </a:extLst>
            </p:cNvPr>
            <p:cNvGrpSpPr/>
            <p:nvPr/>
          </p:nvGrpSpPr>
          <p:grpSpPr>
            <a:xfrm>
              <a:off x="4496943" y="2194821"/>
              <a:ext cx="3198116" cy="3033607"/>
              <a:chOff x="6551564" y="-1314394"/>
              <a:chExt cx="3198116" cy="3033607"/>
            </a:xfrm>
          </p:grpSpPr>
          <p:sp>
            <p:nvSpPr>
              <p:cNvPr id="43" name="円: 塗りつぶしなし 42">
                <a:extLst>
                  <a:ext uri="{FF2B5EF4-FFF2-40B4-BE49-F238E27FC236}">
                    <ns2:creationId id="{EA102A9F-2164-68EC-B236-1CE21E1C8010}"/>
                  </a:ext>
                </a:extLst>
              </p:cNvPr>
              <p:cNvSpPr/>
              <p:nvPr/>
            </p:nvSpPr>
            <p:spPr>
              <a:xfrm>
                <a:off x="6906220" y="-964569"/>
                <a:ext cx="2494713" cy="2497249"/>
              </a:xfrm>
              <a:prstGeom prst="donut">
                <a:avLst>
                  <a:gd name="adj" fmla="val 448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フローチャート: 結合子 46">
                <a:extLst>
                  <a:ext uri="{FF2B5EF4-FFF2-40B4-BE49-F238E27FC236}">
                    <ns2:creationId id="{CEDCB145-8095-B310-B252-AD307668FB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51564" y="-432159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rgbClr val="008000">
                    <a:alpha val="8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フローチャート: 結合子 27">
                <a:extLst>
                  <a:ext uri="{FF2B5EF4-FFF2-40B4-BE49-F238E27FC236}">
                    <ns2:creationId id="{D7316EF5-52B9-712C-C8B2-B62D426BBE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694721" y="-1314394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フローチャート: 結合子 35">
                <a:extLst>
                  <a:ext uri="{FF2B5EF4-FFF2-40B4-BE49-F238E27FC236}">
                    <ns2:creationId id="{2C71374D-3F95-06AF-2974-8EF20C120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03140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5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フローチャート: 結合子 35">
                <a:extLst>
                  <a:ext uri="{FF2B5EF4-FFF2-40B4-BE49-F238E27FC236}">
                    <ns2:creationId id="{54FD5CF1-891F-7519-C713-C87DAB9D16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081284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>
                    <a:alpha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フローチャート: 結合子 27">
                <a:extLst>
                  <a:ext uri="{FF2B5EF4-FFF2-40B4-BE49-F238E27FC236}">
                    <ns2:creationId id="{D9071F7D-DE6B-E4EE-16D7-EBE6BBB997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85680" y="-381486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86" name="グラフィックス 85" descr="円グラフ">
                <a:extLst>
                  <a:ext uri="{FF2B5EF4-FFF2-40B4-BE49-F238E27FC236}">
                    <ns2:creationId id="{BFBCD50E-EB4C-F40A-0A23-C1669BE72C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646437" y="-337286"/>
                <a:ext cx="674253" cy="674253"/>
              </a:xfrm>
              <a:prstGeom prst="rect">
                <a:avLst/>
              </a:prstGeom>
            </p:spPr>
          </p:pic>
          <p:pic>
            <p:nvPicPr>
              <p:cNvPr id="87" name="グラフィックス 33" descr="本">
                <a:extLst>
                  <a:ext uri="{FF2B5EF4-FFF2-40B4-BE49-F238E27FC236}">
                    <ns2:creationId id="{6137A6B3-A12C-970A-8EAF-F5ABEFA418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789593" y="-1219521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8" name="グラフィックス 37" descr="コール センター">
                <a:extLst>
                  <a:ext uri="{FF2B5EF4-FFF2-40B4-BE49-F238E27FC236}">
                    <ns2:creationId id="{730AF902-8F67-B21A-A8B0-474D306E0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8498013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9" name="グラフィックス 37" descr="チャット">
                <a:extLst>
                  <a:ext uri="{FF2B5EF4-FFF2-40B4-BE49-F238E27FC236}">
                    <ns2:creationId id="{6CECCF3D-18C3-A454-C212-11774787E6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176156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90" name="グラフィックス 38" descr="階層状のピラミッド">
                <a:extLst>
                  <a:ext uri="{FF2B5EF4-FFF2-40B4-BE49-F238E27FC236}">
                    <ns2:creationId id="{60C6F3DC-5C80-D3B5-0093-08666E669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980553" y="-286612"/>
                <a:ext cx="674253" cy="674253"/>
              </a:xfrm>
              <a:prstGeom prst="rect">
                <a:avLst/>
              </a:prstGeom>
            </p:spPr>
          </p:pic>
        </p:grpSp>
        <p:cxnSp>
          <p:nvCxnSpPr>
            <p:cNvPr id="8" name="直線コネクタ 7">
              <a:extLst>
                <a:ext uri="{FF2B5EF4-FFF2-40B4-BE49-F238E27FC236}">
                  <ns2:creationId id="{67C301F0-00F8-57B4-12D0-D6B3281508FA}"/>
                </a:ext>
              </a:extLst>
            </p:cNvPr>
            <p:cNvCxnSpPr>
              <a:stCxn id="50" idx="2"/>
            </p:cNvCxnSpPr>
            <p:nvPr/>
          </p:nvCxnSpPr>
          <p:spPr>
            <a:xfrm flipH="1">
              <a:off x="4296027" y="2626821"/>
              <a:ext cx="134407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9AC7D28E-D69F-F29D-E6C5-5535C278A445}"/>
                </a:ext>
              </a:extLst>
            </p:cNvPr>
            <p:cNvCxnSpPr>
              <a:cxnSpLocks/>
              <a:stCxn id="28" idx="1"/>
              <a:endCxn id="25" idx="0"/>
            </p:cNvCxnSpPr>
            <p:nvPr/>
          </p:nvCxnSpPr>
          <p:spPr>
            <a:xfrm rot="10800000" flipV="1">
              <a:off x="7263059" y="2795813"/>
              <a:ext cx="632838" cy="331915"/>
            </a:xfrm>
            <a:prstGeom prst="bentConnector2">
              <a:avLst/>
            </a:prstGeom>
            <a:ln w="9525">
              <a:solidFill>
                <a:schemeClr val="accent6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8416D11A-6ADE-3A69-34C3-2B5682DE144D}"/>
                </a:ext>
              </a:extLst>
            </p:cNvPr>
            <p:cNvCxnSpPr>
              <a:stCxn id="51" idx="6"/>
            </p:cNvCxnSpPr>
            <p:nvPr/>
          </p:nvCxnSpPr>
          <p:spPr>
            <a:xfrm>
              <a:off x="7212519" y="4796429"/>
              <a:ext cx="683378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C8E5CB5F-C4F3-BFA4-F169-FC61093687C6}"/>
                </a:ext>
              </a:extLst>
            </p:cNvPr>
            <p:cNvCxnSpPr>
              <a:stCxn id="52" idx="4"/>
              <a:endCxn id="38" idx="3"/>
            </p:cNvCxnSpPr>
            <p:nvPr/>
          </p:nvCxnSpPr>
          <p:spPr>
            <a:xfrm rot="5400000">
              <a:off x="4754917" y="4772156"/>
              <a:ext cx="247474" cy="1160019"/>
            </a:xfrm>
            <a:prstGeom prst="bentConnector2">
              <a:avLst/>
            </a:prstGeom>
            <a:ln w="9525">
              <a:solidFill>
                <a:schemeClr val="accent6">
                  <a:alpha val="80000"/>
                </a:schemeClr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C2EE7583-266C-C0A7-1992-270BB9F0FF9C}"/>
                </a:ext>
              </a:extLst>
            </p:cNvPr>
            <p:cNvCxnSpPr>
              <a:stCxn id="23" idx="3"/>
              <a:endCxn id="47" idx="4"/>
            </p:cNvCxnSpPr>
            <p:nvPr/>
          </p:nvCxnSpPr>
          <p:spPr>
            <a:xfrm flipV="1">
              <a:off x="4298644" y="3941055"/>
              <a:ext cx="630299" cy="138875"/>
            </a:xfrm>
            <a:prstGeom prst="bentConnector2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027928661"/>
      </p:ext>
    </p:extLst>
  </p:cSld>
  <p:clrMapOvr>
    <a:masterClrMapping/>
  </p:clrMapOvr>
</p:sld>
</file>

<file path=ppt/slides/slide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88E065A-2AF5-6BF9-9635-FD082AAB9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1E3AE5-8D4E-FC7A-8D9F-F69FA64B81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965" y="1"/>
            <a:ext cx="11745912" cy="914400"/>
          </a:xfrm>
        </p:spPr>
        <p:txBody>
          <a:bodyPr/>
          <a:lstStyle/>
          <a:p>
            <a:r>
              <a:rPr kumimoji="1" lang="en-US" altLang="ja-JP" dirty="0">
                <a:latin typeface="+mn-lt"/>
              </a:rPr>
              <a:t>XX</a:t>
            </a:r>
            <a:r>
              <a:rPr kumimoji="1" lang="it-IT" altLang="ja-JP" dirty="0">
                <a:latin typeface="+mn-lt"/>
              </a:rPr>
              <a:t>XX</a:t>
            </a:r>
            <a:r>
              <a:rPr kumimoji="1" lang="en-US" altLang="ja-JP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59387C70-8B49-872E-5C75-CF4ABB04AB9C}"/>
              </a:ext>
            </a:extLst>
          </p:cNvPr>
          <p:cNvGrpSpPr/>
          <p:nvPr/>
        </p:nvGrpSpPr>
        <p:grpSpPr>
          <a:xfrm>
            <a:off x="334963" y="4197945"/>
            <a:ext cx="5726652" cy="432000"/>
            <a:chOff x="334963" y="4197945"/>
            <a:chExt cx="5726652" cy="432000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A306D3A5-63D1-D7B3-68CB-C86F71ACA093}"/>
                </a:ext>
              </a:extLst>
            </p:cNvPr>
            <p:cNvSpPr/>
            <p:nvPr/>
          </p:nvSpPr>
          <p:spPr>
            <a:xfrm>
              <a:off x="334963" y="4198480"/>
              <a:ext cx="5726652" cy="430928"/>
            </a:xfrm>
            <a:prstGeom prst="roundRect">
              <a:avLst>
                <a:gd name="adj" fmla="val 8521174"/>
              </a:avLst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it-IT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)</a:t>
              </a:r>
              <a:endParaRPr lang="en-GB" sz="1600" dirty="0">
                <a:solidFill>
                  <a:schemeClr val="bg1"/>
                </a:solidFill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月毎カレンダー 単色塗りつぶし">
              <a:extLst>
                <a:ext uri="{FF2B5EF4-FFF2-40B4-BE49-F238E27FC236}">
                  <ns2:creationId id="{2C43B4E8-D202-2B9C-33A6-0438EE17FF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020674" y="4197945"/>
              <a:ext cx="420552" cy="432000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197E9D5D-EFFE-59A5-0585-1E6EB3D65493}"/>
              </a:ext>
            </a:extLst>
          </p:cNvPr>
          <p:cNvGrpSpPr/>
          <p:nvPr/>
        </p:nvGrpSpPr>
        <p:grpSpPr>
          <a:xfrm>
            <a:off x="8186185" y="1721284"/>
            <a:ext cx="3672000" cy="2304000"/>
            <a:chOff x="8186185" y="1721284"/>
            <a:chExt cx="3672000" cy="2304000"/>
          </a:xfrm>
        </p:grpSpPr>
        <p:sp>
          <p:nvSpPr>
            <p:cNvPr id="26" name="四角形: 角を丸くする 25">
              <a:extLst>
                <a:ext uri="{FF2B5EF4-FFF2-40B4-BE49-F238E27FC236}">
                  <ns2:creationId id="{2B7A5156-8A59-79FC-4F2F-142D11BDC06C}"/>
                </a:ext>
              </a:extLst>
            </p:cNvPr>
            <p:cNvSpPr/>
            <p:nvPr/>
          </p:nvSpPr>
          <p:spPr>
            <a:xfrm>
              <a:off x="8186185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46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lang="en-GB" altLang="ja-JP" sz="1400" noProof="0" dirty="0">
                <a:solidFill>
                  <a:prstClr val="black"/>
                </a:solidFill>
                <a:latin typeface="Meiryo UI"/>
                <a:ea typeface="Meiryo UI" panose="020B0604030504040204" pitchFamily="50" charset="-128"/>
              </a:endParaRPr>
            </a:p>
            <a:p>
              <a:pPr marL="18000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0"/>
                </a:spcAft>
                <a:buClrTx/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99263F7B-BD62-2298-56BA-704557359FAC}"/>
                </a:ext>
              </a:extLst>
            </p:cNvPr>
            <p:cNvSpPr/>
            <p:nvPr/>
          </p:nvSpPr>
          <p:spPr>
            <a:xfrm>
              <a:off x="8186185" y="172513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83" name="グラフィックス 82" descr="電球 単色塗りつぶし">
              <a:extLst>
                <a:ext uri="{FF2B5EF4-FFF2-40B4-BE49-F238E27FC236}">
                  <ns2:creationId id="{CC046D1A-2E05-3C81-623A-6A125971B6C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8989769" y="1725139"/>
              <a:ext cx="458727" cy="459556"/>
            </a:xfrm>
            <a:prstGeom prst="rect">
              <a:avLst/>
            </a:prstGeom>
          </p:spPr>
        </p:pic>
        <p:sp>
          <p:nvSpPr>
            <p:cNvPr id="94" name="二等辺三角形 93">
              <a:extLst>
                <a:ext uri="{FF2B5EF4-FFF2-40B4-BE49-F238E27FC236}">
                  <ns2:creationId id="{67DB7774-23C9-FD2A-5ED9-16F0A45BE4E0}"/>
                </a:ext>
              </a:extLst>
            </p:cNvPr>
            <p:cNvSpPr/>
            <p:nvPr/>
          </p:nvSpPr>
          <p:spPr>
            <a:xfrm rot="10800000">
              <a:off x="9678488" y="2924921"/>
              <a:ext cx="687394" cy="236879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09BF4964-FD03-CEBB-8C2D-EE04D0349F0D}"/>
              </a:ext>
            </a:extLst>
          </p:cNvPr>
          <p:cNvGrpSpPr/>
          <p:nvPr/>
        </p:nvGrpSpPr>
        <p:grpSpPr>
          <a:xfrm>
            <a:off x="344965" y="1026124"/>
            <a:ext cx="11242079" cy="540000"/>
            <a:chOff x="396195" y="1026124"/>
            <a:chExt cx="11242079" cy="540000"/>
          </a:xfrm>
        </p:grpSpPr>
        <p:sp>
          <p:nvSpPr>
            <p:cNvPr id="22" name="テキスト ボックス 15">
              <a:extLst>
                <a:ext uri="{FF2B5EF4-FFF2-40B4-BE49-F238E27FC236}">
                  <ns2:creationId id="{0CC04971-62AA-08FA-7F55-34197B98F73A}"/>
                </a:ext>
              </a:extLst>
            </p:cNvPr>
            <p:cNvSpPr txBox="1"/>
            <p:nvPr/>
          </p:nvSpPr>
          <p:spPr>
            <a:xfrm>
              <a:off x="7498273" y="1026124"/>
              <a:ext cx="4140001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、</a:t>
              </a:r>
              <a:br>
                <a:rPr lang="en-GB" altLang="ja-JP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600" dirty="0">
                <a:solidFill>
                  <a:srgbClr val="008000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23" name="二等辺三角形 22">
              <a:extLst>
                <a:ext uri="{FF2B5EF4-FFF2-40B4-BE49-F238E27FC236}">
                  <ns2:creationId id="{7B11B236-DDAB-1B89-976D-FCDE9AD74D87}"/>
                </a:ext>
              </a:extLst>
            </p:cNvPr>
            <p:cNvSpPr/>
            <p:nvPr/>
          </p:nvSpPr>
          <p:spPr>
            <a:xfrm rot="5400000">
              <a:off x="6863855" y="1202532"/>
              <a:ext cx="450355" cy="187188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  <p:sp>
          <p:nvSpPr>
            <p:cNvPr id="17" name="テキスト ボックス 15">
              <a:extLst>
                <a:ext uri="{FF2B5EF4-FFF2-40B4-BE49-F238E27FC236}">
                  <ns2:creationId id="{357F9A37-4252-D428-F003-7E32322C76E9}"/>
                </a:ext>
              </a:extLst>
            </p:cNvPr>
            <p:cNvSpPr txBox="1"/>
            <p:nvPr/>
          </p:nvSpPr>
          <p:spPr>
            <a:xfrm>
              <a:off x="2539793" y="1026124"/>
              <a:ext cx="4140000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600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F39285E9-8826-D0D8-77FE-8232ADFFF4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1326" y="1041330"/>
              <a:ext cx="0" cy="509588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テキスト ボックス 15">
              <a:extLst>
                <a:ext uri="{FF2B5EF4-FFF2-40B4-BE49-F238E27FC236}">
                  <ns2:creationId id="{982A0B9F-972F-837D-20AA-0FED1727724E}"/>
                </a:ext>
              </a:extLst>
            </p:cNvPr>
            <p:cNvSpPr txBox="1"/>
            <p:nvPr/>
          </p:nvSpPr>
          <p:spPr>
            <a:xfrm>
              <a:off x="936195" y="1026124"/>
              <a:ext cx="797543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10" name="グラフィックス 9" descr="的中 枠線">
              <a:extLst>
                <a:ext uri="{FF2B5EF4-FFF2-40B4-BE49-F238E27FC236}">
                  <ns2:creationId id="{C48EB334-B3F0-10E0-490D-6A7BBC0193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96195" y="1026124"/>
              <a:ext cx="540000" cy="540000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11DD3F3F-9E4B-03F7-482E-EC3E3BC6A05F}"/>
              </a:ext>
            </a:extLst>
          </p:cNvPr>
          <p:cNvGrpSpPr/>
          <p:nvPr/>
        </p:nvGrpSpPr>
        <p:grpSpPr>
          <a:xfrm>
            <a:off x="344963" y="1721284"/>
            <a:ext cx="3672002" cy="2304000"/>
            <a:chOff x="344963" y="1721284"/>
            <a:chExt cx="3672002" cy="2304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BD65AA7F-31FA-1AE8-CF18-49D610911C0A}"/>
                </a:ext>
              </a:extLst>
            </p:cNvPr>
            <p:cNvSpPr/>
            <p:nvPr/>
          </p:nvSpPr>
          <p:spPr>
            <a:xfrm>
              <a:off x="344965" y="1721284"/>
              <a:ext cx="3672000" cy="2304000"/>
            </a:xfrm>
            <a:prstGeom prst="roundRect">
              <a:avLst>
                <a:gd name="adj" fmla="val 2344"/>
              </a:avLst>
            </a:prstGeom>
            <a:noFill/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GB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 panose="020B0604030504040204" pitchFamily="50" charset="-128"/>
                <a:cs typeface="+mn-cs"/>
              </a:endParaRPr>
            </a:p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)</a:t>
              </a:r>
              <a:r>
                <a:rPr kumimoji="1" lang="ja-JP" altLang="it-IT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49961323-60A0-5B3C-7962-8F6597F5A784}"/>
                </a:ext>
              </a:extLst>
            </p:cNvPr>
            <p:cNvSpPr/>
            <p:nvPr/>
          </p:nvSpPr>
          <p:spPr>
            <a:xfrm>
              <a:off x="344963" y="1721726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6" name="グラフィックス 15" descr="沈思 単色塗りつぶし">
              <a:extLst>
                <a:ext uri="{FF2B5EF4-FFF2-40B4-BE49-F238E27FC236}">
                  <ns2:creationId id="{0DA2DE96-E39C-2AFB-122D-8892E3A71F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07170" y="1721726"/>
              <a:ext cx="459556" cy="459556"/>
            </a:xfrm>
            <a:prstGeom prst="rect">
              <a:avLst/>
            </a:prstGeom>
          </p:spPr>
        </p:pic>
      </p:grpSp>
      <p:grpSp>
        <p:nvGrpSpPr>
          <p:cNvPr id="40" name="グループ化 39">
            <a:extLst>
              <a:ext uri="{FF2B5EF4-FFF2-40B4-BE49-F238E27FC236}">
                <ns2:creationId id="{C02C30ED-72CE-9D28-9835-894BFA01C7B3}"/>
              </a:ext>
            </a:extLst>
          </p:cNvPr>
          <p:cNvGrpSpPr/>
          <p:nvPr/>
        </p:nvGrpSpPr>
        <p:grpSpPr>
          <a:xfrm>
            <a:off x="4100678" y="1721284"/>
            <a:ext cx="3672000" cy="2304000"/>
            <a:chOff x="4100678" y="1721284"/>
            <a:chExt cx="3672000" cy="2304000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56DB1BF6-E1EF-ACBC-C4EC-ED7F02EFCB88}"/>
                </a:ext>
              </a:extLst>
            </p:cNvPr>
            <p:cNvSpPr/>
            <p:nvPr/>
          </p:nvSpPr>
          <p:spPr>
            <a:xfrm>
              <a:off x="4100678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chemeClr val="bg1"/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970AFAB1-782E-EC1C-2EF0-4C7823A7A596}"/>
                </a:ext>
              </a:extLst>
            </p:cNvPr>
            <p:cNvSpPr/>
            <p:nvPr/>
          </p:nvSpPr>
          <p:spPr>
            <a:xfrm>
              <a:off x="4100678" y="172786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2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19" name="グラフィックス 18" descr="鉛筆 単色塗りつぶし">
              <a:extLst>
                <a:ext uri="{FF2B5EF4-FFF2-40B4-BE49-F238E27FC236}">
                  <ns2:creationId id="{EF22AC36-F165-C1DE-7C21-6D7299E634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06477" y="1727869"/>
              <a:ext cx="459556" cy="459556"/>
            </a:xfrm>
            <a:prstGeom prst="rect">
              <a:avLst/>
            </a:prstGeom>
          </p:spPr>
        </p:pic>
      </p:grpSp>
      <p:sp>
        <p:nvSpPr>
          <p:cNvPr id="20" name="二等辺三角形 19">
            <a:extLst>
              <a:ext uri="{FF2B5EF4-FFF2-40B4-BE49-F238E27FC236}">
                <ns2:creationId id="{FDD4712C-AEC0-64B6-B103-4F4C403E2A0D}"/>
              </a:ext>
            </a:extLst>
          </p:cNvPr>
          <p:cNvSpPr/>
          <p:nvPr/>
        </p:nvSpPr>
        <p:spPr>
          <a:xfrm rot="5400000">
            <a:off x="7349432" y="2754847"/>
            <a:ext cx="1260000" cy="236879"/>
          </a:xfrm>
          <a:prstGeom prst="triangle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4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868F24F4-4788-1000-E396-AAC65DA8A2F7}"/>
              </a:ext>
            </a:extLst>
          </p:cNvPr>
          <p:cNvGrpSpPr/>
          <p:nvPr/>
        </p:nvGrpSpPr>
        <p:grpSpPr>
          <a:xfrm>
            <a:off x="8186186" y="4198480"/>
            <a:ext cx="3671999" cy="430927"/>
            <a:chOff x="8186186" y="4241562"/>
            <a:chExt cx="3671999" cy="430927"/>
          </a:xfrm>
        </p:grpSpPr>
        <p:sp>
          <p:nvSpPr>
            <p:cNvPr id="28" name="四角形: 角を丸くする 27">
              <a:extLst>
                <a:ext uri="{FF2B5EF4-FFF2-40B4-BE49-F238E27FC236}">
                  <ns2:creationId id="{B71E8C7C-5FCD-38C7-CF05-FB2F5C4F62F8}"/>
                </a:ext>
              </a:extLst>
            </p:cNvPr>
            <p:cNvSpPr>
              <a:spLocks/>
            </p:cNvSpPr>
            <p:nvPr/>
          </p:nvSpPr>
          <p:spPr>
            <a:xfrm>
              <a:off x="8260148" y="4241562"/>
              <a:ext cx="3598037" cy="430926"/>
            </a:xfrm>
            <a:prstGeom prst="roundRect">
              <a:avLst>
                <a:gd name="adj" fmla="val 125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2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tabLst>
                  <a:tab pos="4210050" algn="l"/>
                </a:tabLst>
              </a:pP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、</a:t>
              </a: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四角形: 上の 2 つの角を丸める 3">
              <a:extLst>
                <a:ext uri="{FF2B5EF4-FFF2-40B4-BE49-F238E27FC236}">
                  <ns2:creationId id="{D6AB6353-10A8-9E09-255C-939BB6EDF31D}"/>
                </a:ext>
              </a:extLst>
            </p:cNvPr>
            <p:cNvSpPr/>
            <p:nvPr/>
          </p:nvSpPr>
          <p:spPr>
            <a:xfrm rot="16200000" flipH="1">
              <a:off x="9086723" y="3341026"/>
              <a:ext cx="430926" cy="2232000"/>
            </a:xfrm>
            <a:prstGeom prst="round2SameRect">
              <a:avLst>
                <a:gd name="adj1" fmla="val 12531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it-IT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it-IT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6" name="グラフィックス 85" descr="オフィス ワーカー (男性) 単色塗りつぶし">
              <a:extLst>
                <a:ext uri="{FF2B5EF4-FFF2-40B4-BE49-F238E27FC236}">
                  <ns2:creationId id="{1C7D3D54-F9F4-4990-D096-22CE0707D5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218839" y="4241562"/>
              <a:ext cx="430927" cy="430927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E888A4E4-5A6C-A1B5-0936-52764D478B70}"/>
              </a:ext>
            </a:extLst>
          </p:cNvPr>
          <p:cNvGrpSpPr/>
          <p:nvPr/>
        </p:nvGrpSpPr>
        <p:grpSpPr>
          <a:xfrm>
            <a:off x="334963" y="4803394"/>
            <a:ext cx="11537463" cy="1486718"/>
            <a:chOff x="334963" y="4703506"/>
            <a:chExt cx="11537463" cy="1486718"/>
          </a:xfrm>
        </p:grpSpPr>
        <p:sp>
          <p:nvSpPr>
            <p:cNvPr id="34" name="矢印: 五方向 33">
              <a:extLst>
                <a:ext uri="{FF2B5EF4-FFF2-40B4-BE49-F238E27FC236}">
                  <ns2:creationId id="{D634FB19-76FA-FF56-3C56-BB1866F4D738}"/>
                </a:ext>
              </a:extLst>
            </p:cNvPr>
            <p:cNvSpPr/>
            <p:nvPr/>
          </p:nvSpPr>
          <p:spPr>
            <a:xfrm>
              <a:off x="334963" y="5273650"/>
              <a:ext cx="2821247" cy="355776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rgbClr val="339933"/>
                  </a:solidFill>
                </a:rPr>
                <a:t>～</a:t>
              </a:r>
              <a:r>
                <a:rPr kumimoji="1" lang="en-US" altLang="ja-JP" sz="1600" dirty="0">
                  <a:solidFill>
                    <a:srgbClr val="339933"/>
                  </a:solidFill>
                </a:rPr>
                <a:t>XX</a:t>
              </a:r>
              <a:r>
                <a:rPr kumimoji="1" lang="ja-JP" altLang="en-US" sz="1600" dirty="0">
                  <a:solidFill>
                    <a:srgbClr val="339933"/>
                  </a:solidFill>
                </a:rPr>
                <a:t>XX</a:t>
              </a:r>
              <a:endParaRPr kumimoji="1" lang="en-GB" altLang="ja-JP" sz="1600" dirty="0">
                <a:solidFill>
                  <a:srgbClr val="339933"/>
                </a:solidFill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DEC0BA09-3A9A-76D7-C0D1-875A474C6DA4}"/>
                </a:ext>
              </a:extLst>
            </p:cNvPr>
            <p:cNvSpPr txBox="1"/>
            <p:nvPr/>
          </p:nvSpPr>
          <p:spPr>
            <a:xfrm>
              <a:off x="33496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324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6" name="矢印: 山形 35">
              <a:extLst>
                <a:ext uri="{FF2B5EF4-FFF2-40B4-BE49-F238E27FC236}">
                  <ns2:creationId id="{24BC5D0F-34F8-38AB-E218-DED5DE1D6843}"/>
                </a:ext>
              </a:extLst>
            </p:cNvPr>
            <p:cNvSpPr/>
            <p:nvPr/>
          </p:nvSpPr>
          <p:spPr>
            <a:xfrm>
              <a:off x="6145773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solidFill>
                  <a:schemeClr val="bg1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5F4B4D9-EF6A-B977-E571-4DA91D46C405}"/>
                </a:ext>
              </a:extLst>
            </p:cNvPr>
            <p:cNvSpPr txBox="1"/>
            <p:nvPr/>
          </p:nvSpPr>
          <p:spPr>
            <a:xfrm>
              <a:off x="614577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/>
                <a:t>XX</a:t>
              </a:r>
              <a:endParaRPr kumimoji="1" lang="ja-JP" altLang="en-US" sz="1100" dirty="0">
                <a:solidFill>
                  <a:schemeClr val="tx1">
                    <a:lumMod val="75000"/>
                  </a:schemeClr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35" name="矢印: 山形 34">
              <a:extLst>
                <a:ext uri="{FF2B5EF4-FFF2-40B4-BE49-F238E27FC236}">
                  <ns2:creationId id="{DC01C94F-69F6-59B3-8CF9-025C561AC696}"/>
                </a:ext>
              </a:extLst>
            </p:cNvPr>
            <p:cNvSpPr/>
            <p:nvPr/>
          </p:nvSpPr>
          <p:spPr>
            <a:xfrm>
              <a:off x="3240368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～</a:t>
              </a:r>
              <a:r>
                <a:rPr kumimoji="1"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  <a:endParaRPr kumimoji="1" lang="en-GB" altLang="ja-JP" sz="1600" dirty="0">
                <a:solidFill>
                  <a:schemeClr val="bg1"/>
                </a:solidFill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A24109FF-E043-2A69-AA4E-2AD1751C6B1B}"/>
                </a:ext>
              </a:extLst>
            </p:cNvPr>
            <p:cNvSpPr txBox="1"/>
            <p:nvPr/>
          </p:nvSpPr>
          <p:spPr>
            <a:xfrm>
              <a:off x="3240368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180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7" name="矢印: 山形 36">
              <a:extLst>
                <a:ext uri="{FF2B5EF4-FFF2-40B4-BE49-F238E27FC236}">
                  <ns2:creationId id="{96A8D093-16A0-767D-2822-D598ED0AC0B4}"/>
                </a:ext>
              </a:extLst>
            </p:cNvPr>
            <p:cNvSpPr/>
            <p:nvPr/>
          </p:nvSpPr>
          <p:spPr>
            <a:xfrm>
              <a:off x="9051179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ea typeface="Meiryo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CD3C3A55-7503-3CE0-2773-E2B23CCD6C55}"/>
                </a:ext>
              </a:extLst>
            </p:cNvPr>
            <p:cNvSpPr txBox="1"/>
            <p:nvPr/>
          </p:nvSpPr>
          <p:spPr>
            <a:xfrm>
              <a:off x="9051179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(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)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" name="グラフィックス 6" descr="計算機 単色塗りつぶし">
              <a:extLst>
                <a:ext uri="{FF2B5EF4-FFF2-40B4-BE49-F238E27FC236}">
                  <ns2:creationId id="{798C36D3-8080-3139-1DD8-6FB79B096A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501543" y="5758224"/>
              <a:ext cx="432000" cy="432000"/>
            </a:xfrm>
            <a:prstGeom prst="rect">
              <a:avLst/>
            </a:prstGeom>
          </p:spPr>
        </p:pic>
        <p:pic>
          <p:nvPicPr>
            <p:cNvPr id="8" name="グラフィックス 7" descr="テーブル 単色塗りつぶし">
              <a:extLst>
                <a:ext uri="{FF2B5EF4-FFF2-40B4-BE49-F238E27FC236}">
                  <ns2:creationId id="{771D5722-8A1D-F547-AECA-FA5E80AB7F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312353" y="5758224"/>
              <a:ext cx="432000" cy="432000"/>
            </a:xfrm>
            <a:prstGeom prst="rect">
              <a:avLst/>
            </a:prstGeom>
          </p:spPr>
        </p:pic>
        <p:pic>
          <p:nvPicPr>
            <p:cNvPr id="9" name="グラフィックス 8" descr="ワークフロー 単色塗りつぶし">
              <a:extLst>
                <a:ext uri="{FF2B5EF4-FFF2-40B4-BE49-F238E27FC236}">
                  <ns2:creationId id="{0B5E4897-8BEF-1E50-3E8B-337097CDEF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406948" y="4703506"/>
              <a:ext cx="432000" cy="432000"/>
            </a:xfrm>
            <a:prstGeom prst="rect">
              <a:avLst/>
            </a:prstGeom>
          </p:spPr>
        </p:pic>
        <p:pic>
          <p:nvPicPr>
            <p:cNvPr id="12" name="グラフィックス 11" descr="山形の矢印 単色塗りつぶし">
              <a:extLst>
                <a:ext uri="{FF2B5EF4-FFF2-40B4-BE49-F238E27FC236}">
                  <ns2:creationId id="{1DCEE2E8-475F-732C-1A8B-0A0533B7E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0217758" y="4703506"/>
              <a:ext cx="432000" cy="432000"/>
            </a:xfrm>
            <a:prstGeom prst="rect">
              <a:avLst/>
            </a:prstGeom>
          </p:spPr>
        </p:pic>
        <p:cxnSp>
          <p:nvCxnSpPr>
            <p:cNvPr id="14" name="直線コネクタ 13">
              <a:extLst>
                <a:ext uri="{FF2B5EF4-FFF2-40B4-BE49-F238E27FC236}">
                  <ns2:creationId id="{47CE6CAA-3A78-047D-D19D-BD930D2312DE}"/>
                </a:ext>
              </a:extLst>
            </p:cNvPr>
            <p:cNvCxnSpPr>
              <a:stCxn id="34" idx="2"/>
              <a:endCxn id="7" idx="0"/>
            </p:cNvCxnSpPr>
            <p:nvPr/>
          </p:nvCxnSpPr>
          <p:spPr>
            <a:xfrm>
              <a:off x="171754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D3E16D1B-3FDA-ADC0-35C0-ACD90984EEFD}"/>
                </a:ext>
              </a:extLst>
            </p:cNvPr>
            <p:cNvCxnSpPr>
              <a:stCxn id="35" idx="0"/>
              <a:endCxn id="9" idx="2"/>
            </p:cNvCxnSpPr>
            <p:nvPr/>
          </p:nvCxnSpPr>
          <p:spPr>
            <a:xfrm flipV="1">
              <a:off x="4622947" y="5135506"/>
              <a:ext cx="1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F3979160-9CB4-2BA9-676F-B981CC841501}"/>
                </a:ext>
              </a:extLst>
            </p:cNvPr>
            <p:cNvCxnSpPr>
              <a:stCxn id="36" idx="2"/>
              <a:endCxn id="8" idx="0"/>
            </p:cNvCxnSpPr>
            <p:nvPr/>
          </p:nvCxnSpPr>
          <p:spPr>
            <a:xfrm>
              <a:off x="752835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D4388EA0-3E77-2CD0-90D1-75574C2642E3}"/>
                </a:ext>
              </a:extLst>
            </p:cNvPr>
            <p:cNvCxnSpPr>
              <a:stCxn id="37" idx="0"/>
              <a:endCxn id="12" idx="2"/>
            </p:cNvCxnSpPr>
            <p:nvPr/>
          </p:nvCxnSpPr>
          <p:spPr>
            <a:xfrm flipV="1">
              <a:off x="10433758" y="5135506"/>
              <a:ext cx="0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952485089"/>
      </p:ext>
    </p:extLst>
  </p:cSld>
  <p:clrMapOvr>
    <a:masterClrMapping/>
  </p:clrMapOvr>
</p:sld>
</file>

<file path=ppt/slides/slide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18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7" name="グループ化 6">
            <a:extLst>
              <a:ext uri="{FF2B5EF4-FFF2-40B4-BE49-F238E27FC236}">
                <ns2:creationId id="{4B34705F-ED02-9120-1589-1B94C0DB1123}"/>
              </a:ext>
            </a:extLst>
          </p:cNvPr>
          <p:cNvGrpSpPr/>
          <p:nvPr/>
        </p:nvGrpSpPr>
        <p:grpSpPr>
          <a:xfrm>
            <a:off x="334963" y="1192579"/>
            <a:ext cx="11522071" cy="1894429"/>
            <a:chOff x="334963" y="1192579"/>
            <a:chExt cx="11522071" cy="1894429"/>
          </a:xfrm>
        </p:grpSpPr>
        <p:grpSp>
          <p:nvGrpSpPr>
            <p:cNvPr id="3" name="グループ化 2">
              <a:extLst>
                <a:ext uri="{FF2B5EF4-FFF2-40B4-BE49-F238E27FC236}">
                  <ns2:creationId id="{E4DB27E3-29B6-3289-7FE9-507C87E50B32}"/>
                </a:ext>
              </a:extLst>
            </p:cNvPr>
            <p:cNvGrpSpPr/>
            <p:nvPr/>
          </p:nvGrpSpPr>
          <p:grpSpPr>
            <a:xfrm>
              <a:off x="334963" y="1192579"/>
              <a:ext cx="1084261" cy="1894429"/>
              <a:chOff x="334963" y="1192579"/>
              <a:chExt cx="1084261" cy="1894429"/>
            </a:xfrm>
          </p:grpSpPr>
          <p:sp>
            <p:nvSpPr>
              <p:cNvPr id="13" name="ホームベース 91">
                <a:extLst>
                  <a:ext uri="{FF2B5EF4-FFF2-40B4-BE49-F238E27FC236}">
                    <ns2:creationId id="{0AD45F69-CB34-B89D-C6FA-678AF94575EA}"/>
                  </a:ext>
                </a:extLst>
              </p:cNvPr>
              <p:cNvSpPr/>
              <p:nvPr/>
            </p:nvSpPr>
            <p:spPr>
              <a:xfrm rot="5400000">
                <a:off x="-70121" y="1597663"/>
                <a:ext cx="1894429" cy="1084261"/>
              </a:xfrm>
              <a:prstGeom prst="homePlate">
                <a:avLst>
                  <a:gd name="adj" fmla="val 1576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648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5" name="グラフィックス 44" descr="考え 単色塗りつぶし">
                <a:extLst>
                  <a:ext uri="{FF2B5EF4-FFF2-40B4-BE49-F238E27FC236}">
                    <ns2:creationId id="{24441FE1-D589-E834-2F09-8320E3CB7C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9094" y="1853773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8B6ACC04-D884-3A4B-9CA2-ABB74B64C84C}"/>
                </a:ext>
              </a:extLst>
            </p:cNvPr>
            <p:cNvGrpSpPr/>
            <p:nvPr/>
          </p:nvGrpSpPr>
          <p:grpSpPr>
            <a:xfrm>
              <a:off x="1511445" y="1192579"/>
              <a:ext cx="10345589" cy="1555282"/>
              <a:chOff x="1511445" y="1192579"/>
              <a:chExt cx="10345589" cy="1555282"/>
            </a:xfrm>
          </p:grpSpPr>
          <p:grpSp>
            <p:nvGrpSpPr>
              <p:cNvPr id="5" name="グループ化 4">
                <a:extLst>
                  <a:ext uri="{FF2B5EF4-FFF2-40B4-BE49-F238E27FC236}">
                    <ns2:creationId id="{88574965-437C-154E-5698-CAF2B5013900}"/>
                  </a:ext>
                </a:extLst>
              </p:cNvPr>
              <p:cNvGrpSpPr/>
              <p:nvPr/>
            </p:nvGrpSpPr>
            <p:grpSpPr>
              <a:xfrm>
                <a:off x="1511445" y="1192579"/>
                <a:ext cx="10345589" cy="627833"/>
                <a:chOff x="1511445" y="1192579"/>
                <a:chExt cx="10345589" cy="627833"/>
              </a:xfrm>
            </p:grpSpPr>
            <p:sp>
              <p:nvSpPr>
                <p:cNvPr id="19" name="テキスト ボックス 18">
                  <a:extLst>
                    <a:ext uri="{FF2B5EF4-FFF2-40B4-BE49-F238E27FC236}">
                      <ns2:creationId id="{AC3FFB58-B6CF-4CE8-9EE2-BDFDC5AE0602}"/>
                    </a:ext>
                  </a:extLst>
                </p:cNvPr>
                <p:cNvSpPr txBox="1"/>
                <p:nvPr/>
              </p:nvSpPr>
              <p:spPr>
                <a:xfrm>
                  <a:off x="2957011" y="1192579"/>
                  <a:ext cx="8900023" cy="627833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171816C-D26D-EBBF-72F0-4EE8155C44B3}"/>
                    </a:ext>
                  </a:extLst>
                </p:cNvPr>
                <p:cNvGrpSpPr/>
                <p:nvPr/>
              </p:nvGrpSpPr>
              <p:grpSpPr>
                <a:xfrm>
                  <a:off x="1511445" y="1192579"/>
                  <a:ext cx="1353348" cy="627833"/>
                  <a:chOff x="1511445" y="1364514"/>
                  <a:chExt cx="1353348" cy="627833"/>
                </a:xfrm>
              </p:grpSpPr>
              <p:sp>
                <p:nvSpPr>
                  <p:cNvPr id="11" name="テキスト ボックス 10">
                    <a:extLst>
                      <a:ext uri="{FF2B5EF4-FFF2-40B4-BE49-F238E27FC236}">
                        <ns2:creationId id="{F29DDBA9-B213-CF70-95E6-5AB8D46DD7AF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1364514"/>
                    <a:ext cx="1353348" cy="627833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48" name="グラフィックス 47" descr="思案中の吹き出し 単色塗りつぶし">
                    <a:extLst>
                      <a:ext uri="{FF2B5EF4-FFF2-40B4-BE49-F238E27FC236}">
                        <ns2:creationId id="{DE1D7312-5DDC-F2F1-B947-BB31BAC68E4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1530931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4" name="グループ化 73">
                <a:extLst>
                  <a:ext uri="{FF2B5EF4-FFF2-40B4-BE49-F238E27FC236}">
                    <ns2:creationId id="{7EA2A0D8-7976-20B4-2046-B0CA33FCB4DB}"/>
                  </a:ext>
                </a:extLst>
              </p:cNvPr>
              <p:cNvGrpSpPr/>
              <p:nvPr/>
            </p:nvGrpSpPr>
            <p:grpSpPr>
              <a:xfrm>
                <a:off x="1511445" y="1929096"/>
                <a:ext cx="10345589" cy="355041"/>
                <a:chOff x="1511445" y="2085757"/>
                <a:chExt cx="10345589" cy="355041"/>
              </a:xfrm>
            </p:grpSpPr>
            <p:sp>
              <p:nvSpPr>
                <p:cNvPr id="20" name="テキスト ボックス 19">
                  <a:extLst>
                    <a:ext uri="{FF2B5EF4-FFF2-40B4-BE49-F238E27FC236}">
                      <ns2:creationId id="{B5FB3FF6-F9EA-FCCB-4A8F-04B0546EFA0E}"/>
                    </a:ext>
                  </a:extLst>
                </p:cNvPr>
                <p:cNvSpPr txBox="1"/>
                <p:nvPr/>
              </p:nvSpPr>
              <p:spPr>
                <a:xfrm>
                  <a:off x="2957011" y="2085757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190500" indent="-19050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846A7A84-D8DE-2FA5-1D52-C97A25A4A8C8}"/>
                    </a:ext>
                  </a:extLst>
                </p:cNvPr>
                <p:cNvGrpSpPr/>
                <p:nvPr/>
              </p:nvGrpSpPr>
              <p:grpSpPr>
                <a:xfrm>
                  <a:off x="1511445" y="2085757"/>
                  <a:ext cx="1353348" cy="355041"/>
                  <a:chOff x="1511445" y="2085757"/>
                  <a:chExt cx="1353348" cy="355041"/>
                </a:xfrm>
              </p:grpSpPr>
              <p:sp>
                <p:nvSpPr>
                  <p:cNvPr id="17" name="テキスト ボックス 16">
                    <a:extLst>
                      <a:ext uri="{FF2B5EF4-FFF2-40B4-BE49-F238E27FC236}">
                        <ns2:creationId id="{B225E105-AE21-C71F-E289-65E4F6AE6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085757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49" name="グラフィックス 48" descr="的中 単色塗りつぶし">
                    <a:extLst>
                      <a:ext uri="{FF2B5EF4-FFF2-40B4-BE49-F238E27FC236}">
                        <ns2:creationId id="{69B5F42B-DE43-B431-7448-289408D5EB0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115778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6" name="グループ化 75">
                <a:extLst>
                  <a:ext uri="{FF2B5EF4-FFF2-40B4-BE49-F238E27FC236}">
                    <ns2:creationId id="{421F28D2-13F9-A2D6-2D57-DCC1DE7F815B}"/>
                  </a:ext>
                </a:extLst>
              </p:cNvPr>
              <p:cNvGrpSpPr/>
              <p:nvPr/>
            </p:nvGrpSpPr>
            <p:grpSpPr>
              <a:xfrm>
                <a:off x="1511445" y="2392820"/>
                <a:ext cx="10345589" cy="355041"/>
                <a:chOff x="1511445" y="2534208"/>
                <a:chExt cx="10345589" cy="355041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32C526E9-417B-F5CF-DC2B-58E1993C29F7}"/>
                    </a:ext>
                  </a:extLst>
                </p:cNvPr>
                <p:cNvSpPr txBox="1"/>
                <p:nvPr/>
              </p:nvSpPr>
              <p:spPr>
                <a:xfrm>
                  <a:off x="2957011" y="2534208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9550" indent="-20955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8616312F-E3D8-04A7-FE46-7C0E8EA74FD9}"/>
                    </a:ext>
                  </a:extLst>
                </p:cNvPr>
                <p:cNvGrpSpPr/>
                <p:nvPr/>
              </p:nvGrpSpPr>
              <p:grpSpPr>
                <a:xfrm>
                  <a:off x="1511445" y="2534208"/>
                  <a:ext cx="1353348" cy="355041"/>
                  <a:chOff x="1511445" y="2534208"/>
                  <a:chExt cx="1353348" cy="355041"/>
                </a:xfrm>
              </p:grpSpPr>
              <p:sp>
                <p:nvSpPr>
                  <p:cNvPr id="18" name="テキスト ボックス 17">
                    <a:extLst>
                      <a:ext uri="{FF2B5EF4-FFF2-40B4-BE49-F238E27FC236}">
                        <ns2:creationId id="{31265CCE-43D5-F4FE-7A27-E3E5FFEB9E54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534208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50" name="グラフィックス 49" descr="質問 単色塗りつぶし">
                    <a:extLst>
                      <a:ext uri="{FF2B5EF4-FFF2-40B4-BE49-F238E27FC236}">
                        <ns2:creationId id="{A87571F9-52A6-BC6C-9B38-CD603087743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564229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8" name="グループ化 7">
            <a:extLst>
              <a:ext uri="{FF2B5EF4-FFF2-40B4-BE49-F238E27FC236}">
                <ns2:creationId id="{CDB37ACE-EC75-6A44-4B3F-1D8D72EC3BE1}"/>
              </a:ext>
            </a:extLst>
          </p:cNvPr>
          <p:cNvGrpSpPr/>
          <p:nvPr/>
        </p:nvGrpSpPr>
        <p:grpSpPr>
          <a:xfrm>
            <a:off x="334963" y="2940427"/>
            <a:ext cx="1084261" cy="1996442"/>
            <a:chOff x="334963" y="2940427"/>
            <a:chExt cx="1084261" cy="1996442"/>
          </a:xfrm>
        </p:grpSpPr>
        <p:sp>
          <p:nvSpPr>
            <p:cNvPr id="14" name="山形 92">
              <a:extLst>
                <a:ext uri="{FF2B5EF4-FFF2-40B4-BE49-F238E27FC236}">
                  <ns2:creationId id="{27881052-652B-6866-E9D8-0171339D3331}"/>
                </a:ext>
              </a:extLst>
            </p:cNvPr>
            <p:cNvSpPr/>
            <p:nvPr/>
          </p:nvSpPr>
          <p:spPr>
            <a:xfrm rot="5400000">
              <a:off x="-121127" y="3396517"/>
              <a:ext cx="1996442" cy="1084261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6480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46" name="グラフィックス 45" descr="アイデア 単色塗りつぶし">
              <a:extLst>
                <a:ext uri="{FF2B5EF4-FFF2-40B4-BE49-F238E27FC236}">
                  <ns2:creationId id="{3CC9CE2B-96A2-BDE8-E76E-DC111429D7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79093" y="3523746"/>
              <a:ext cx="396000" cy="396000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3E3E76EF-94FA-00F0-4F97-8609EB9DA971}"/>
              </a:ext>
            </a:extLst>
          </p:cNvPr>
          <p:cNvGrpSpPr/>
          <p:nvPr/>
        </p:nvGrpSpPr>
        <p:grpSpPr>
          <a:xfrm>
            <a:off x="1511445" y="2983995"/>
            <a:ext cx="3205335" cy="1665722"/>
            <a:chOff x="1511445" y="3010550"/>
            <a:chExt cx="3205335" cy="1665722"/>
          </a:xfrm>
        </p:grpSpPr>
        <p:sp>
          <p:nvSpPr>
            <p:cNvPr id="22" name="テキスト ボックス 21">
              <a:extLst>
                <a:ext uri="{FF2B5EF4-FFF2-40B4-BE49-F238E27FC236}">
                  <ns2:creationId id="{F6643A25-B9BC-3423-31E0-F8D6BD07CD47}"/>
                </a:ext>
              </a:extLst>
            </p:cNvPr>
            <p:cNvSpPr txBox="1"/>
            <p:nvPr/>
          </p:nvSpPr>
          <p:spPr>
            <a:xfrm>
              <a:off x="1511445" y="3010550"/>
              <a:ext cx="3205335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60350" indent="-165100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260350" indent="-165100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4" name="グラフィックス 53" descr="ワークフロー 単色塗りつぶし">
              <a:extLst>
                <a:ext uri="{FF2B5EF4-FFF2-40B4-BE49-F238E27FC236}">
                  <ns2:creationId id="{EFC1294B-C9E8-8660-C17A-B05AF5BE4E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940469" y="3072457"/>
              <a:ext cx="288000" cy="288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AE33ACED-37B4-AA32-AFF5-67524CEB4726}"/>
              </a:ext>
            </a:extLst>
          </p:cNvPr>
          <p:cNvGrpSpPr/>
          <p:nvPr/>
        </p:nvGrpSpPr>
        <p:grpSpPr>
          <a:xfrm>
            <a:off x="5018889" y="2983995"/>
            <a:ext cx="2886300" cy="1665722"/>
            <a:chOff x="5018889" y="3010550"/>
            <a:chExt cx="2886300" cy="1665722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ED31EA5B-1B55-87F1-7CD5-7F2568C551CD}"/>
                </a:ext>
              </a:extLst>
            </p:cNvPr>
            <p:cNvSpPr txBox="1"/>
            <p:nvPr/>
          </p:nvSpPr>
          <p:spPr>
            <a:xfrm>
              <a:off x="5018889" y="3010550"/>
              <a:ext cx="2886300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marL="123825"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19075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85750" indent="-219075" algn="l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5" name="グラフィックス 54" descr="Web デザイン 単色塗りつぶし">
              <a:extLst>
                <a:ext uri="{FF2B5EF4-FFF2-40B4-BE49-F238E27FC236}">
                  <ns2:creationId id="{34BA066F-DDE1-7FC6-13B8-295EF728FF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123917" y="3072458"/>
              <a:ext cx="288000" cy="288000"/>
            </a:xfrm>
            <a:prstGeom prst="rect">
              <a:avLst/>
            </a:prstGeom>
          </p:spPr>
        </p:pic>
      </p:grpSp>
      <p:sp>
        <p:nvSpPr>
          <p:cNvPr id="24" name="テキスト ボックス 23">
            <a:extLst>
              <a:ext uri="{FF2B5EF4-FFF2-40B4-BE49-F238E27FC236}">
                <ns2:creationId id="{FA90048A-8F9C-9F23-663F-7ADEE14A5E96}"/>
              </a:ext>
            </a:extLst>
          </p:cNvPr>
          <p:cNvSpPr txBox="1"/>
          <p:nvPr/>
        </p:nvSpPr>
        <p:spPr>
          <a:xfrm>
            <a:off x="8207297" y="2983998"/>
            <a:ext cx="3649734" cy="1665721"/>
          </a:xfrm>
          <a:prstGeom prst="roundRect">
            <a:avLst>
              <a:gd name="adj" fmla="val 3242"/>
            </a:avLst>
          </a:prstGeom>
          <a:solidFill>
            <a:srgbClr val="008000">
              <a:alpha val="10000"/>
            </a:srgbClr>
          </a:solidFill>
        </p:spPr>
        <p:txBody>
          <a:bodyPr wrap="square" lIns="72000" tIns="72000" rIns="36000" rtlCol="0" anchor="t" anchorCtr="0">
            <a:noAutofit/>
          </a:bodyPr>
          <a:lstStyle/>
          <a:p>
            <a:pPr algn="ctr">
              <a:spcAft>
                <a:spcPts val="600"/>
              </a:spcAft>
              <a:buClr>
                <a:srgbClr val="008000"/>
              </a:buClr>
            </a:pP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111420CF-1E8A-98C5-1617-E1FE0E687874}"/>
              </a:ext>
            </a:extLst>
          </p:cNvPr>
          <p:cNvGrpSpPr/>
          <p:nvPr/>
        </p:nvGrpSpPr>
        <p:grpSpPr>
          <a:xfrm>
            <a:off x="8353003" y="3429000"/>
            <a:ext cx="3433007" cy="1138615"/>
            <a:chOff x="8424026" y="3917629"/>
            <a:chExt cx="3433007" cy="649986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3772D954-472D-7180-9DA9-0017D0994566}"/>
                </a:ext>
              </a:extLst>
            </p:cNvPr>
            <p:cNvSpPr txBox="1"/>
            <p:nvPr/>
          </p:nvSpPr>
          <p:spPr>
            <a:xfrm>
              <a:off x="8424026" y="3917629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B3098B3D-8C39-90DB-293A-5C4CB0764E5C}"/>
                </a:ext>
              </a:extLst>
            </p:cNvPr>
            <p:cNvSpPr txBox="1"/>
            <p:nvPr/>
          </p:nvSpPr>
          <p:spPr>
            <a:xfrm>
              <a:off x="9481353" y="3917629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CC172AF6-8C08-64E9-78AD-F0CA16E77C36}"/>
                </a:ext>
              </a:extLst>
            </p:cNvPr>
            <p:cNvSpPr txBox="1"/>
            <p:nvPr/>
          </p:nvSpPr>
          <p:spPr>
            <a:xfrm>
              <a:off x="8424026" y="4296084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DAD20D74-6508-0F89-2E37-E9300650FC44}"/>
                </a:ext>
              </a:extLst>
            </p:cNvPr>
            <p:cNvSpPr txBox="1"/>
            <p:nvPr/>
          </p:nvSpPr>
          <p:spPr>
            <a:xfrm>
              <a:off x="9481353" y="4296085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56" name="グラフィックス 55" descr="チェックマークを付けたチェック ボックス 単色塗りつぶし">
            <a:extLst>
              <a:ext uri="{FF2B5EF4-FFF2-40B4-BE49-F238E27FC236}">
                <ns2:creationId id="{EF0CAB3F-F733-AEE0-2996-534FEAEBF1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9009542" y="3045903"/>
            <a:ext cx="288000" cy="288000"/>
          </a:xfrm>
          <a:prstGeom prst="rect">
            <a:avLst/>
          </a:prstGeom>
        </p:spPr>
      </p:pic>
      <p:cxnSp>
        <p:nvCxnSpPr>
          <p:cNvPr id="69" name="直線コネクタ 68">
            <a:extLst>
              <a:ext uri="{FF2B5EF4-FFF2-40B4-BE49-F238E27FC236}">
                <ns2:creationId id="{D2C23AF7-0F0B-E269-7EB8-939E00CB49E3}"/>
              </a:ext>
            </a:extLst>
          </p:cNvPr>
          <p:cNvCxnSpPr>
            <a:cxnSpLocks/>
          </p:cNvCxnSpPr>
          <p:nvPr/>
        </p:nvCxnSpPr>
        <p:spPr>
          <a:xfrm>
            <a:off x="1511444" y="2898477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23494822-AAAC-8CD4-470C-1013DA316B33}"/>
              </a:ext>
            </a:extLst>
          </p:cNvPr>
          <p:cNvCxnSpPr>
            <a:cxnSpLocks/>
          </p:cNvCxnSpPr>
          <p:nvPr/>
        </p:nvCxnSpPr>
        <p:spPr>
          <a:xfrm>
            <a:off x="1511444" y="4752586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グループ化 41">
            <a:extLst>
              <a:ext uri="{FF2B5EF4-FFF2-40B4-BE49-F238E27FC236}">
                <ns2:creationId id="{6AEEF127-7E22-40E6-246B-BA8B0945A88C}"/>
              </a:ext>
            </a:extLst>
          </p:cNvPr>
          <p:cNvGrpSpPr/>
          <p:nvPr/>
        </p:nvGrpSpPr>
        <p:grpSpPr>
          <a:xfrm>
            <a:off x="334963" y="4790287"/>
            <a:ext cx="11522068" cy="1518439"/>
            <a:chOff x="334963" y="4790287"/>
            <a:chExt cx="11522068" cy="1518439"/>
          </a:xfrm>
        </p:grpSpPr>
        <p:grpSp>
          <p:nvGrpSpPr>
            <p:cNvPr id="9" name="グループ化 8">
              <a:extLst>
                <a:ext uri="{FF2B5EF4-FFF2-40B4-BE49-F238E27FC236}">
                  <ns2:creationId id="{62BD0B13-5F40-A02A-8535-FE7FE62D921A}"/>
                </a:ext>
              </a:extLst>
            </p:cNvPr>
            <p:cNvGrpSpPr/>
            <p:nvPr/>
          </p:nvGrpSpPr>
          <p:grpSpPr>
            <a:xfrm>
              <a:off x="1511444" y="4790287"/>
              <a:ext cx="3974955" cy="1518437"/>
              <a:chOff x="1511444" y="4790287"/>
              <a:chExt cx="3974955" cy="1518437"/>
            </a:xfrm>
          </p:grpSpPr>
          <p:sp>
            <p:nvSpPr>
              <p:cNvPr id="31" name="テキスト ボックス 30">
                <a:extLst>
                  <a:ext uri="{FF2B5EF4-FFF2-40B4-BE49-F238E27FC236}">
                    <ns2:creationId id="{EE74757B-E7CD-FF59-FB33-C171834CAA30}"/>
                  </a:ext>
                </a:extLst>
              </p:cNvPr>
              <p:cNvSpPr txBox="1"/>
              <p:nvPr/>
            </p:nvSpPr>
            <p:spPr>
              <a:xfrm>
                <a:off x="1511445" y="4790287"/>
                <a:ext cx="3882735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00025" indent="-200025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4768313D-2418-9398-939A-D076BCF3E6C2}"/>
                  </a:ext>
                </a:extLst>
              </p:cNvPr>
              <p:cNvSpPr txBox="1"/>
              <p:nvPr/>
            </p:nvSpPr>
            <p:spPr>
              <a:xfrm>
                <a:off x="1511444" y="5138863"/>
                <a:ext cx="3974955" cy="1169861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6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>
                  <a:spcAft>
                    <a:spcPts val="300"/>
                  </a:spcAft>
                  <a:buClr>
                    <a:srgbClr val="008000"/>
                  </a:buClr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40" name="グループ化 39">
              <a:extLst>
                <a:ext uri="{FF2B5EF4-FFF2-40B4-BE49-F238E27FC236}">
                  <ns2:creationId id="{6A8C2B4B-DE10-F0AC-9F95-0760C7004635}"/>
                </a:ext>
              </a:extLst>
            </p:cNvPr>
            <p:cNvGrpSpPr/>
            <p:nvPr/>
          </p:nvGrpSpPr>
          <p:grpSpPr>
            <a:xfrm>
              <a:off x="5486398" y="4790287"/>
              <a:ext cx="6370633" cy="1518439"/>
              <a:chOff x="5486398" y="4790287"/>
              <a:chExt cx="6370633" cy="1518439"/>
            </a:xfrm>
          </p:grpSpPr>
          <p:sp>
            <p:nvSpPr>
              <p:cNvPr id="33" name="テキスト ボックス 32">
                <a:extLst>
                  <a:ext uri="{FF2B5EF4-FFF2-40B4-BE49-F238E27FC236}">
                    <ns2:creationId id="{DE525414-15D5-B44A-5B96-28A3CB58E54F}"/>
                  </a:ext>
                </a:extLst>
              </p:cNvPr>
              <p:cNvSpPr txBox="1"/>
              <p:nvPr/>
            </p:nvSpPr>
            <p:spPr>
              <a:xfrm>
                <a:off x="5486399" y="4790287"/>
                <a:ext cx="6090700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22250" indent="-222250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9" name="グループ化 38">
                <a:extLst>
                  <a:ext uri="{FF2B5EF4-FFF2-40B4-BE49-F238E27FC236}">
                    <ns2:creationId id="{204EC314-31FA-8861-8058-F8F122C8102D}"/>
                  </a:ext>
                </a:extLst>
              </p:cNvPr>
              <p:cNvGrpSpPr/>
              <p:nvPr/>
            </p:nvGrpSpPr>
            <p:grpSpPr>
              <a:xfrm>
                <a:off x="5486398" y="5342016"/>
                <a:ext cx="6370633" cy="966710"/>
                <a:chOff x="5486398" y="5342016"/>
                <a:chExt cx="6370633" cy="966710"/>
              </a:xfrm>
            </p:grpSpPr>
            <p:sp>
              <p:nvSpPr>
                <p:cNvPr id="36" name="山形 53">
                  <a:extLst>
                    <a:ext uri="{FF2B5EF4-FFF2-40B4-BE49-F238E27FC236}">
                      <ns2:creationId id="{8E6C9601-7B5B-B844-E4DE-66D640A10105}"/>
                    </a:ext>
                  </a:extLst>
                </p:cNvPr>
                <p:cNvSpPr/>
                <p:nvPr/>
              </p:nvSpPr>
              <p:spPr>
                <a:xfrm>
                  <a:off x="8630475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ホームベース 51">
                  <a:extLst>
                    <a:ext uri="{FF2B5EF4-FFF2-40B4-BE49-F238E27FC236}">
                      <ns2:creationId id="{1DFAEE87-CF0F-4F12-6FD6-B190EEFF5A3A}"/>
                    </a:ext>
                  </a:extLst>
                </p:cNvPr>
                <p:cNvSpPr/>
                <p:nvPr/>
              </p:nvSpPr>
              <p:spPr>
                <a:xfrm>
                  <a:off x="5486398" y="5342016"/>
                  <a:ext cx="1654517" cy="96671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5" name="山形 52">
                  <a:extLst>
                    <a:ext uri="{FF2B5EF4-FFF2-40B4-BE49-F238E27FC236}">
                      <ns2:creationId id="{64DE14FA-3DB4-07B5-27F4-BFEA130B2F0A}"/>
                    </a:ext>
                  </a:extLst>
                </p:cNvPr>
                <p:cNvSpPr/>
                <p:nvPr/>
              </p:nvSpPr>
              <p:spPr>
                <a:xfrm>
                  <a:off x="7058437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1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山形 53">
                  <a:extLst>
                    <a:ext uri="{FF2B5EF4-FFF2-40B4-BE49-F238E27FC236}">
                      <ns2:creationId id="{751679DB-FC11-FBCD-0A0C-0132733658A3}"/>
                    </a:ext>
                  </a:extLst>
                </p:cNvPr>
                <p:cNvSpPr/>
                <p:nvPr/>
              </p:nvSpPr>
              <p:spPr>
                <a:xfrm>
                  <a:off x="10202514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ターゲット 単色塗りつぶし">
                  <a:extLst>
                    <a:ext uri="{FF2B5EF4-FFF2-40B4-BE49-F238E27FC236}">
                      <ns2:creationId id="{AA313A5A-B458-59FC-2BE9-0C1D367F0B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6151656" y="5411987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6F049F25-223E-B57C-4855-F6D93687F8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7723694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9" name="グラフィックス 58" descr="チェックリスト 単色塗りつぶし">
                  <a:extLst>
                    <a:ext uri="{FF2B5EF4-FFF2-40B4-BE49-F238E27FC236}">
                      <ns2:creationId id="{A35A7F63-D1C6-BB6B-E887-7099C675B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9295732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61" name="グラフィックス 60" descr="先頭 単色塗りつぶし">
                  <a:extLst>
                    <a:ext uri="{FF2B5EF4-FFF2-40B4-BE49-F238E27FC236}">
                      <ns2:creationId id="{E0043954-BCA7-61F9-640A-AB758371F7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10867771" y="5411988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1" name="グループ化 40">
              <a:extLst>
                <a:ext uri="{FF2B5EF4-FFF2-40B4-BE49-F238E27FC236}">
                  <ns2:creationId id="{EE8F69E9-3D59-2FDC-5298-4635C22B7D4C}"/>
                </a:ext>
              </a:extLst>
            </p:cNvPr>
            <p:cNvGrpSpPr/>
            <p:nvPr/>
          </p:nvGrpSpPr>
          <p:grpSpPr>
            <a:xfrm>
              <a:off x="334963" y="4790288"/>
              <a:ext cx="1084261" cy="1500751"/>
              <a:chOff x="334963" y="4790288"/>
              <a:chExt cx="1084261" cy="1500751"/>
            </a:xfrm>
          </p:grpSpPr>
          <p:sp>
            <p:nvSpPr>
              <p:cNvPr id="15" name="山形 92">
                <a:extLst>
                  <a:ext uri="{FF2B5EF4-FFF2-40B4-BE49-F238E27FC236}">
                    <ns2:creationId id="{4B86BC7F-190E-CA86-0B8E-B1DEAF92C187}"/>
                  </a:ext>
                </a:extLst>
              </p:cNvPr>
              <p:cNvSpPr/>
              <p:nvPr/>
            </p:nvSpPr>
            <p:spPr>
              <a:xfrm rot="5400000">
                <a:off x="126718" y="4998533"/>
                <a:ext cx="1500751" cy="1084261"/>
              </a:xfrm>
              <a:prstGeom prst="chevron">
                <a:avLst>
                  <a:gd name="adj" fmla="val 15765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432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endParaRPr lang="en-US" altLang="ja-JP" sz="14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7" name="グラフィックス 46" descr="山形の矢印 単色塗りつぶし">
                <a:extLst>
                  <a:ext uri="{FF2B5EF4-FFF2-40B4-BE49-F238E27FC236}">
                    <ns2:creationId id="{4BE9C19A-0DD2-E356-328E-21806A99C8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9095" y="4961147"/>
                <a:ext cx="396000" cy="39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609712929"/>
      </p:ext>
    </p:extLst>
  </p:cSld>
  <p:clrMapOvr>
    <a:masterClrMapping/>
  </p:clrMapOvr>
</p:sld>
</file>

<file path=ppt/slides/slide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043860-D953-2AC5-49B8-D5AF21E8E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テキスト ボックス 82">
            <a:extLst>
              <a:ext uri="{FF2B5EF4-FFF2-40B4-BE49-F238E27FC236}">
                <ns2:creationId id="{EF51D84B-CF48-323B-0A84-8983F9DC3734}"/>
              </a:ext>
            </a:extLst>
          </p:cNvPr>
          <p:cNvSpPr txBox="1"/>
          <p:nvPr/>
        </p:nvSpPr>
        <p:spPr>
          <a:xfrm>
            <a:off x="334963" y="3674105"/>
            <a:ext cx="1456836" cy="3165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lIns="36000" rIns="3600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テキスト ボックス 83">
            <a:extLst>
              <a:ext uri="{FF2B5EF4-FFF2-40B4-BE49-F238E27FC236}">
                <ns2:creationId id="{DD754DC3-B088-2661-1893-F447A77B96B6}"/>
              </a:ext>
            </a:extLst>
          </p:cNvPr>
          <p:cNvSpPr txBox="1"/>
          <p:nvPr/>
        </p:nvSpPr>
        <p:spPr>
          <a:xfrm>
            <a:off x="334963" y="4057089"/>
            <a:ext cx="1456836" cy="5839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ns2:creationId id="{C4A80641-2419-8E5D-1989-28CDB082A640}"/>
              </a:ext>
            </a:extLst>
          </p:cNvPr>
          <p:cNvSpPr txBox="1"/>
          <p:nvPr/>
        </p:nvSpPr>
        <p:spPr>
          <a:xfrm>
            <a:off x="334963" y="4707403"/>
            <a:ext cx="1456836" cy="70652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テキスト ボックス 85">
            <a:extLst>
              <a:ext uri="{FF2B5EF4-FFF2-40B4-BE49-F238E27FC236}">
                <ns2:creationId id="{1FA425A4-7834-2C66-3A18-217126B36B07}"/>
              </a:ext>
            </a:extLst>
          </p:cNvPr>
          <p:cNvSpPr txBox="1"/>
          <p:nvPr/>
        </p:nvSpPr>
        <p:spPr>
          <a:xfrm>
            <a:off x="334963" y="5480338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ns2:creationId id="{002CC3EB-F5E5-DED4-717C-84652672044F}"/>
              </a:ext>
            </a:extLst>
          </p:cNvPr>
          <p:cNvSpPr txBox="1"/>
          <p:nvPr/>
        </p:nvSpPr>
        <p:spPr>
          <a:xfrm>
            <a:off x="334963" y="5929803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934575-FC0F-F8AA-0729-5AD6619919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301243AE-B59A-440A-8204-92F0558453C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pic>
        <p:nvPicPr>
          <p:cNvPr id="123" name="グラフィックス 122" descr="クリップボード 単色塗りつぶし">
            <a:extLst>
              <a:ext uri="{FF2B5EF4-FFF2-40B4-BE49-F238E27FC236}">
                <ns2:creationId id="{B4ADFF66-5211-948F-02D4-532ABA8128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22690" y="4210649"/>
            <a:ext cx="276787" cy="276787"/>
          </a:xfrm>
          <a:prstGeom prst="rect">
            <a:avLst/>
          </a:prstGeom>
        </p:spPr>
      </p:pic>
      <p:pic>
        <p:nvPicPr>
          <p:cNvPr id="124" name="グラフィックス 123" descr="時計 単色塗りつぶし">
            <a:extLst>
              <a:ext uri="{FF2B5EF4-FFF2-40B4-BE49-F238E27FC236}">
                <ns2:creationId id="{4CCBA656-2866-5574-A691-5C41F55B6B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422690" y="4922274"/>
            <a:ext cx="276787" cy="276787"/>
          </a:xfrm>
          <a:prstGeom prst="rect">
            <a:avLst/>
          </a:prstGeom>
        </p:spPr>
      </p:pic>
      <p:pic>
        <p:nvPicPr>
          <p:cNvPr id="125" name="グラフィックス 124" descr="ユーザー 単色塗りつぶし">
            <a:extLst>
              <a:ext uri="{FF2B5EF4-FFF2-40B4-BE49-F238E27FC236}">
                <ns2:creationId id="{44BC06BF-8AA9-582B-C68F-7CED695ED5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422690" y="5533475"/>
            <a:ext cx="276787" cy="276787"/>
          </a:xfrm>
          <a:prstGeom prst="rect">
            <a:avLst/>
          </a:prstGeom>
        </p:spPr>
      </p:pic>
      <p:pic>
        <p:nvPicPr>
          <p:cNvPr id="126" name="グラフィックス 125" descr="円グラフ 単色塗りつぶし">
            <a:extLst>
              <a:ext uri="{FF2B5EF4-FFF2-40B4-BE49-F238E27FC236}">
                <ns2:creationId id="{67A96C2E-FB6D-747C-0B36-66D2D6A2D4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422690" y="5982940"/>
            <a:ext cx="276787" cy="276787"/>
          </a:xfrm>
          <a:prstGeom prst="rect">
            <a:avLst/>
          </a:prstGeom>
        </p:spPr>
      </p:pic>
      <p:grpSp>
        <p:nvGrpSpPr>
          <p:cNvPr id="28" name="グループ化 27">
            <a:extLst>
              <a:ext uri="{FF2B5EF4-FFF2-40B4-BE49-F238E27FC236}">
                <ns2:creationId id="{0D853046-8CEC-7CE8-E5D7-A93634518176}"/>
              </a:ext>
            </a:extLst>
          </p:cNvPr>
          <p:cNvGrpSpPr/>
          <p:nvPr/>
        </p:nvGrpSpPr>
        <p:grpSpPr>
          <a:xfrm>
            <a:off x="1879527" y="3674105"/>
            <a:ext cx="9963066" cy="2638758"/>
            <a:chOff x="2233649" y="3674105"/>
            <a:chExt cx="9608943" cy="2638758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CCD5E553-B599-6AFD-691E-3BE5FE971C89}"/>
                </a:ext>
              </a:extLst>
            </p:cNvPr>
            <p:cNvSpPr txBox="1"/>
            <p:nvPr/>
          </p:nvSpPr>
          <p:spPr>
            <a:xfrm>
              <a:off x="2233649" y="4057089"/>
              <a:ext cx="4456365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Excel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C7155744-49AB-5AA0-65E0-32ACFC6120B7}"/>
                </a:ext>
              </a:extLst>
            </p:cNvPr>
            <p:cNvSpPr txBox="1"/>
            <p:nvPr/>
          </p:nvSpPr>
          <p:spPr>
            <a:xfrm>
              <a:off x="6896100" y="4057089"/>
              <a:ext cx="4946492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64F1B2A7-0917-3150-F514-9BCEFF6CEDBC}"/>
                </a:ext>
              </a:extLst>
            </p:cNvPr>
            <p:cNvSpPr txBox="1"/>
            <p:nvPr/>
          </p:nvSpPr>
          <p:spPr>
            <a:xfrm>
              <a:off x="2233649" y="4707403"/>
              <a:ext cx="4456365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CC5B5AA0-075E-A902-E709-3217415669C9}"/>
                </a:ext>
              </a:extLst>
            </p:cNvPr>
            <p:cNvSpPr txBox="1"/>
            <p:nvPr/>
          </p:nvSpPr>
          <p:spPr>
            <a:xfrm>
              <a:off x="6896101" y="4707403"/>
              <a:ext cx="4946491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F4ECE0F2-EC4B-E7E2-FA86-42538D8FCCD0}"/>
                </a:ext>
              </a:extLst>
            </p:cNvPr>
            <p:cNvGrpSpPr/>
            <p:nvPr/>
          </p:nvGrpSpPr>
          <p:grpSpPr>
            <a:xfrm>
              <a:off x="2418482" y="5519765"/>
              <a:ext cx="4086698" cy="304206"/>
              <a:chOff x="2233649" y="5519765"/>
              <a:chExt cx="4086698" cy="304206"/>
            </a:xfrm>
          </p:grpSpPr>
          <p:grpSp>
            <p:nvGrpSpPr>
              <p:cNvPr id="106" name="グループ化 105">
                <a:extLst>
                  <a:ext uri="{FF2B5EF4-FFF2-40B4-BE49-F238E27FC236}">
                    <ns2:creationId id="{6D5F224C-A1D7-3B5A-A3F8-054B72ECBA3D}"/>
                  </a:ext>
                </a:extLst>
              </p:cNvPr>
              <p:cNvGrpSpPr/>
              <p:nvPr/>
            </p:nvGrpSpPr>
            <p:grpSpPr>
              <a:xfrm>
                <a:off x="2233649" y="5519765"/>
                <a:ext cx="2033551" cy="304206"/>
                <a:chOff x="2443199" y="5183703"/>
                <a:chExt cx="2033551" cy="304206"/>
              </a:xfrm>
            </p:grpSpPr>
            <p:sp>
              <p:nvSpPr>
                <p:cNvPr id="95" name="テキスト ボックス 94">
                  <a:extLst>
                    <a:ext uri="{FF2B5EF4-FFF2-40B4-BE49-F238E27FC236}">
                      <ns2:creationId id="{5ACE24E8-285A-7468-5792-C72FBD9FB642}"/>
                    </a:ext>
                  </a:extLst>
                </p:cNvPr>
                <p:cNvSpPr txBox="1"/>
                <p:nvPr/>
              </p:nvSpPr>
              <p:spPr>
                <a:xfrm>
                  <a:off x="2443199" y="5183703"/>
                  <a:ext cx="1119277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6" name="テキスト ボックス 95">
                  <a:extLst>
                    <a:ext uri="{FF2B5EF4-FFF2-40B4-BE49-F238E27FC236}">
                      <ns2:creationId id="{E283860C-7EE8-E572-9830-682FEB3A5F9D}"/>
                    </a:ext>
                  </a:extLst>
                </p:cNvPr>
                <p:cNvSpPr txBox="1"/>
                <p:nvPr/>
              </p:nvSpPr>
              <p:spPr>
                <a:xfrm>
                  <a:off x="3562476" y="5199493"/>
                  <a:ext cx="914274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DB79CBD1-D359-C60C-D144-0C9F5B047F5E}"/>
                  </a:ext>
                </a:extLst>
              </p:cNvPr>
              <p:cNvGrpSpPr/>
              <p:nvPr/>
            </p:nvGrpSpPr>
            <p:grpSpPr>
              <a:xfrm>
                <a:off x="4472202" y="5519765"/>
                <a:ext cx="1848145" cy="304206"/>
                <a:chOff x="2443199" y="5450754"/>
                <a:chExt cx="2113468" cy="304206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DB43C0C1-E358-4CC7-C897-FDB0C9E8CCBB}"/>
                    </a:ext>
                  </a:extLst>
                </p:cNvPr>
                <p:cNvSpPr txBox="1"/>
                <p:nvPr/>
              </p:nvSpPr>
              <p:spPr>
                <a:xfrm>
                  <a:off x="2443199" y="5450754"/>
                  <a:ext cx="805548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8" name="テキスト ボックス 97">
                  <a:extLst>
                    <a:ext uri="{FF2B5EF4-FFF2-40B4-BE49-F238E27FC236}">
                      <ns2:creationId id="{0585BE14-2F21-4A7A-A6E0-02B5384E7CA2}"/>
                    </a:ext>
                  </a:extLst>
                </p:cNvPr>
                <p:cNvSpPr txBox="1"/>
                <p:nvPr/>
              </p:nvSpPr>
              <p:spPr>
                <a:xfrm>
                  <a:off x="3248747" y="5466544"/>
                  <a:ext cx="1307920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99" name="テキスト ボックス 98">
              <a:extLst>
                <a:ext uri="{FF2B5EF4-FFF2-40B4-BE49-F238E27FC236}">
                  <ns2:creationId id="{78D3C1B6-4878-2268-FE52-EEFB46FF923A}"/>
                </a:ext>
              </a:extLst>
            </p:cNvPr>
            <p:cNvSpPr txBox="1"/>
            <p:nvPr/>
          </p:nvSpPr>
          <p:spPr>
            <a:xfrm>
              <a:off x="6896100" y="5527660"/>
              <a:ext cx="4946492" cy="288416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65A5B82-BC22-3276-1650-E448B317D492}"/>
                </a:ext>
              </a:extLst>
            </p:cNvPr>
            <p:cNvSpPr txBox="1"/>
            <p:nvPr/>
          </p:nvSpPr>
          <p:spPr>
            <a:xfrm>
              <a:off x="2233649" y="5929803"/>
              <a:ext cx="4456364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sp>
          <p:nvSpPr>
            <p:cNvPr id="104" name="テキスト ボックス 103">
              <a:extLst>
                <a:ext uri="{FF2B5EF4-FFF2-40B4-BE49-F238E27FC236}">
                  <ns2:creationId id="{2BCAF469-3786-420B-BCA4-5FD8F94482B7}"/>
                </a:ext>
              </a:extLst>
            </p:cNvPr>
            <p:cNvSpPr txBox="1"/>
            <p:nvPr/>
          </p:nvSpPr>
          <p:spPr>
            <a:xfrm>
              <a:off x="6896101" y="5929803"/>
              <a:ext cx="4946491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603B966B-A210-DA37-5675-E710C9E58F1D}"/>
                </a:ext>
              </a:extLst>
            </p:cNvPr>
            <p:cNvGrpSpPr/>
            <p:nvPr/>
          </p:nvGrpSpPr>
          <p:grpSpPr>
            <a:xfrm>
              <a:off x="2233649" y="3674105"/>
              <a:ext cx="4456365" cy="316578"/>
              <a:chOff x="2233649" y="3674105"/>
              <a:chExt cx="4456365" cy="316578"/>
            </a:xfrm>
          </p:grpSpPr>
          <p:sp>
            <p:nvSpPr>
              <p:cNvPr id="88" name="テキスト ボックス 87">
                <a:extLst>
                  <a:ext uri="{FF2B5EF4-FFF2-40B4-BE49-F238E27FC236}">
                    <ns2:creationId id="{58D5A1D5-39D6-87DC-AA46-62722AFCEF3B}"/>
                  </a:ext>
                </a:extLst>
              </p:cNvPr>
              <p:cNvSpPr txBox="1"/>
              <p:nvPr/>
            </p:nvSpPr>
            <p:spPr>
              <a:xfrm>
                <a:off x="2233649" y="3674105"/>
                <a:ext cx="4456365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0" name="テキスト ボックス 119">
                <a:extLst>
                  <a:ext uri="{FF2B5EF4-FFF2-40B4-BE49-F238E27FC236}">
                    <ns2:creationId id="{21067395-22D2-71DB-9C92-649EEEB90ED1}"/>
                  </a:ext>
                </a:extLst>
              </p:cNvPr>
              <p:cNvSpPr txBox="1"/>
              <p:nvPr/>
            </p:nvSpPr>
            <p:spPr>
              <a:xfrm>
                <a:off x="3613043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2B7828DF-5483-14CC-8D7D-1B1FFF46D0E8}"/>
                </a:ext>
              </a:extLst>
            </p:cNvPr>
            <p:cNvGrpSpPr/>
            <p:nvPr/>
          </p:nvGrpSpPr>
          <p:grpSpPr>
            <a:xfrm>
              <a:off x="6896100" y="3674105"/>
              <a:ext cx="4946492" cy="316578"/>
              <a:chOff x="6896100" y="3674105"/>
              <a:chExt cx="4946492" cy="316578"/>
            </a:xfrm>
          </p:grpSpPr>
          <p:sp>
            <p:nvSpPr>
              <p:cNvPr id="89" name="テキスト ボックス 88">
                <a:extLst>
                  <a:ext uri="{FF2B5EF4-FFF2-40B4-BE49-F238E27FC236}">
                    <ns2:creationId id="{0B468A6E-2C24-0503-6543-6CE5E5212FE9}"/>
                  </a:ext>
                </a:extLst>
              </p:cNvPr>
              <p:cNvSpPr txBox="1"/>
              <p:nvPr/>
            </p:nvSpPr>
            <p:spPr>
              <a:xfrm>
                <a:off x="6896100" y="3674105"/>
                <a:ext cx="4946492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1" name="テキスト ボックス 120">
                <a:extLst>
                  <a:ext uri="{FF2B5EF4-FFF2-40B4-BE49-F238E27FC236}">
                    <ns2:creationId id="{6C50627C-9F29-D0A5-ED29-49612D153185}"/>
                  </a:ext>
                </a:extLst>
              </p:cNvPr>
              <p:cNvSpPr txBox="1"/>
              <p:nvPr/>
            </p:nvSpPr>
            <p:spPr>
              <a:xfrm>
                <a:off x="8772472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128" name="直線コネクタ 127">
              <a:extLst>
                <a:ext uri="{FF2B5EF4-FFF2-40B4-BE49-F238E27FC236}">
                  <ns2:creationId id="{B483221C-C606-E482-622F-1BD3F4A32785}"/>
                </a:ext>
              </a:extLst>
            </p:cNvPr>
            <p:cNvCxnSpPr/>
            <p:nvPr/>
          </p:nvCxnSpPr>
          <p:spPr>
            <a:xfrm>
              <a:off x="2233649" y="46742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ns2:creationId id="{6FF9A455-5FF8-2A4D-9C64-21843E0EFA42}"/>
                </a:ext>
              </a:extLst>
            </p:cNvPr>
            <p:cNvCxnSpPr/>
            <p:nvPr/>
          </p:nvCxnSpPr>
          <p:spPr>
            <a:xfrm>
              <a:off x="6896100" y="46742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31C9C951-86F3-EAC1-6655-3F99A2008F3C}"/>
                </a:ext>
              </a:extLst>
            </p:cNvPr>
            <p:cNvCxnSpPr/>
            <p:nvPr/>
          </p:nvCxnSpPr>
          <p:spPr>
            <a:xfrm>
              <a:off x="2233649" y="5447135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87609B16-978D-D9F9-BA0D-9ADA9A0F124E}"/>
                </a:ext>
              </a:extLst>
            </p:cNvPr>
            <p:cNvCxnSpPr/>
            <p:nvPr/>
          </p:nvCxnSpPr>
          <p:spPr>
            <a:xfrm>
              <a:off x="6896100" y="5447135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ns2:creationId id="{C0165E1A-F580-4EF5-096B-F9C558E098BE}"/>
                </a:ext>
              </a:extLst>
            </p:cNvPr>
            <p:cNvCxnSpPr/>
            <p:nvPr/>
          </p:nvCxnSpPr>
          <p:spPr>
            <a:xfrm>
              <a:off x="2233649" y="58966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ns2:creationId id="{77C5B9A5-2F11-D707-9C20-59EF454EDE03}"/>
                </a:ext>
              </a:extLst>
            </p:cNvPr>
            <p:cNvCxnSpPr/>
            <p:nvPr/>
          </p:nvCxnSpPr>
          <p:spPr>
            <a:xfrm>
              <a:off x="6896100" y="58966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3666DF10-19B5-67B1-00DF-C705214AB1E5}"/>
              </a:ext>
            </a:extLst>
          </p:cNvPr>
          <p:cNvGrpSpPr/>
          <p:nvPr/>
        </p:nvGrpSpPr>
        <p:grpSpPr>
          <a:xfrm>
            <a:off x="334962" y="1064145"/>
            <a:ext cx="11507630" cy="2386077"/>
            <a:chOff x="334962" y="1064145"/>
            <a:chExt cx="11507630" cy="2386077"/>
          </a:xfrm>
        </p:grpSpPr>
        <p:grpSp>
          <p:nvGrpSpPr>
            <p:cNvPr id="3" name="グループ化 2">
              <a:extLst>
                <a:ext uri="{FF2B5EF4-FFF2-40B4-BE49-F238E27FC236}">
                  <ns2:creationId id="{F3F5C6A4-5728-C0E7-C2FD-B6B66C5B05F3}"/>
                </a:ext>
              </a:extLst>
            </p:cNvPr>
            <p:cNvGrpSpPr/>
            <p:nvPr/>
          </p:nvGrpSpPr>
          <p:grpSpPr>
            <a:xfrm>
              <a:off x="334963" y="1064145"/>
              <a:ext cx="11507629" cy="436652"/>
              <a:chOff x="334963" y="1064145"/>
              <a:chExt cx="11507629" cy="436652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C8266319-467A-30EF-88F6-F69658BECD9A}"/>
                  </a:ext>
                </a:extLst>
              </p:cNvPr>
              <p:cNvSpPr txBox="1"/>
              <p:nvPr/>
            </p:nvSpPr>
            <p:spPr>
              <a:xfrm>
                <a:off x="334963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三角形 60">
                <a:extLst>
                  <a:ext uri="{FF2B5EF4-FFF2-40B4-BE49-F238E27FC236}">
                    <ns2:creationId id="{86D9A4D2-0437-E2E5-6144-C77120436BF6}"/>
                  </a:ext>
                </a:extLst>
              </p:cNvPr>
              <p:cNvSpPr/>
              <p:nvPr/>
            </p:nvSpPr>
            <p:spPr>
              <a:xfrm rot="5400000">
                <a:off x="5925642" y="1215527"/>
                <a:ext cx="326272" cy="175753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1E95CD9-8B90-385C-4999-401875CC50EA}"/>
                  </a:ext>
                </a:extLst>
              </p:cNvPr>
              <p:cNvSpPr txBox="1"/>
              <p:nvPr/>
            </p:nvSpPr>
            <p:spPr>
              <a:xfrm>
                <a:off x="6358860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44" name="ホームベース 11">
              <a:extLst>
                <a:ext uri="{FF2B5EF4-FFF2-40B4-BE49-F238E27FC236}">
                  <ns2:creationId id="{8B9C6369-8702-10B1-5E70-DF9CD8AFC5B8}"/>
                </a:ext>
              </a:extLst>
            </p:cNvPr>
            <p:cNvSpPr/>
            <p:nvPr/>
          </p:nvSpPr>
          <p:spPr>
            <a:xfrm>
              <a:off x="334962" y="1906930"/>
              <a:ext cx="4653787" cy="365126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ホームベース 24">
              <a:extLst>
                <a:ext uri="{FF2B5EF4-FFF2-40B4-BE49-F238E27FC236}">
                  <ns2:creationId id="{60806543-1D0A-3376-7D6B-F9F95813AFF3}"/>
                </a:ext>
              </a:extLst>
            </p:cNvPr>
            <p:cNvSpPr/>
            <p:nvPr/>
          </p:nvSpPr>
          <p:spPr>
            <a:xfrm>
              <a:off x="5056612" y="1906930"/>
              <a:ext cx="3086071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ホームベース 26">
              <a:extLst>
                <a:ext uri="{FF2B5EF4-FFF2-40B4-BE49-F238E27FC236}">
                  <ns2:creationId id="{3B584B2E-58B1-383C-7737-5F46BEC69453}"/>
                </a:ext>
              </a:extLst>
            </p:cNvPr>
            <p:cNvSpPr/>
            <p:nvPr/>
          </p:nvSpPr>
          <p:spPr>
            <a:xfrm>
              <a:off x="8240770" y="1906930"/>
              <a:ext cx="1966766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3" name="ホームベース 33">
              <a:extLst>
                <a:ext uri="{FF2B5EF4-FFF2-40B4-BE49-F238E27FC236}">
                  <ns2:creationId id="{447002C9-CAF2-37C4-8940-557205131A18}"/>
                </a:ext>
              </a:extLst>
            </p:cNvPr>
            <p:cNvSpPr/>
            <p:nvPr/>
          </p:nvSpPr>
          <p:spPr>
            <a:xfrm>
              <a:off x="10289210" y="1906930"/>
              <a:ext cx="1553382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A6941E10-2269-BAC5-A24B-F1B12E06AB1D}"/>
                </a:ext>
              </a:extLst>
            </p:cNvPr>
            <p:cNvSpPr txBox="1"/>
            <p:nvPr/>
          </p:nvSpPr>
          <p:spPr>
            <a:xfrm>
              <a:off x="4203209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357A65F5-33E4-67EA-2A3B-0206A6291B01}"/>
                </a:ext>
              </a:extLst>
            </p:cNvPr>
            <p:cNvSpPr txBox="1"/>
            <p:nvPr/>
          </p:nvSpPr>
          <p:spPr>
            <a:xfrm>
              <a:off x="7372255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B0648BD6-B04F-6F8E-14E6-967F08B805D5}"/>
                </a:ext>
              </a:extLst>
            </p:cNvPr>
            <p:cNvSpPr txBox="1"/>
            <p:nvPr/>
          </p:nvSpPr>
          <p:spPr>
            <a:xfrm>
              <a:off x="9428901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9A483FB6-C67F-1F02-8F7C-13D08EADFD23}"/>
                </a:ext>
              </a:extLst>
            </p:cNvPr>
            <p:cNvGrpSpPr/>
            <p:nvPr/>
          </p:nvGrpSpPr>
          <p:grpSpPr>
            <a:xfrm>
              <a:off x="334962" y="2808270"/>
              <a:ext cx="1544625" cy="641952"/>
              <a:chOff x="334962" y="2808270"/>
              <a:chExt cx="1544625" cy="641952"/>
            </a:xfrm>
          </p:grpSpPr>
          <p:sp>
            <p:nvSpPr>
              <p:cNvPr id="76" name="矢印: 五方向 75">
                <a:extLst>
                  <a:ext uri="{FF2B5EF4-FFF2-40B4-BE49-F238E27FC236}">
                    <ns2:creationId id="{FC511FEA-4E40-318B-A9B9-F145C53C7F38}"/>
                  </a:ext>
                </a:extLst>
              </p:cNvPr>
              <p:cNvSpPr/>
              <p:nvPr/>
            </p:nvSpPr>
            <p:spPr>
              <a:xfrm>
                <a:off x="334962" y="2808270"/>
                <a:ext cx="1544625" cy="641952"/>
              </a:xfrm>
              <a:prstGeom prst="homePlate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2" name="グラフィックス 111" descr="日毎カレンダー 単色塗りつぶし">
                <a:extLst>
                  <a:ext uri="{FF2B5EF4-FFF2-40B4-BE49-F238E27FC236}">
                    <ns2:creationId id="{05C588A6-C1EE-0C0C-66BE-D4CCB275BB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176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C87ED1B5-59E7-E367-1740-7301AD1184D1}"/>
                </a:ext>
              </a:extLst>
            </p:cNvPr>
            <p:cNvGrpSpPr/>
            <p:nvPr/>
          </p:nvGrpSpPr>
          <p:grpSpPr>
            <a:xfrm>
              <a:off x="1889543" y="2808270"/>
              <a:ext cx="1544625" cy="641952"/>
              <a:chOff x="1889543" y="2808270"/>
              <a:chExt cx="1544625" cy="641952"/>
            </a:xfrm>
          </p:grpSpPr>
          <p:sp>
            <p:nvSpPr>
              <p:cNvPr id="75" name="矢印: 山形 74">
                <a:extLst>
                  <a:ext uri="{FF2B5EF4-FFF2-40B4-BE49-F238E27FC236}">
                    <ns2:creationId id="{1829AD81-F438-FB8F-7392-E4564DA9E1D3}"/>
                  </a:ext>
                </a:extLst>
              </p:cNvPr>
              <p:cNvSpPr/>
              <p:nvPr/>
            </p:nvSpPr>
            <p:spPr>
              <a:xfrm>
                <a:off x="1889543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3" name="グラフィックス 112" descr="ユーザー 単色塗りつぶし">
                <a:extLst>
                  <a:ext uri="{FF2B5EF4-FFF2-40B4-BE49-F238E27FC236}">
                    <ns2:creationId id="{4C75B453-4FE7-ADA0-CA97-D806106E0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46299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7" name="グループ化 6">
              <a:extLst>
                <a:ext uri="{FF2B5EF4-FFF2-40B4-BE49-F238E27FC236}">
                  <ns2:creationId id="{11C419DB-B7F0-BB95-C888-F0C0D8D77CC8}"/>
                </a:ext>
              </a:extLst>
            </p:cNvPr>
            <p:cNvGrpSpPr/>
            <p:nvPr/>
          </p:nvGrpSpPr>
          <p:grpSpPr>
            <a:xfrm>
              <a:off x="3444124" y="2808270"/>
              <a:ext cx="1544625" cy="641952"/>
              <a:chOff x="3444124" y="2808270"/>
              <a:chExt cx="1544625" cy="641952"/>
            </a:xfrm>
          </p:grpSpPr>
          <p:sp>
            <p:nvSpPr>
              <p:cNvPr id="71" name="矢印: 山形 70">
                <a:extLst>
                  <a:ext uri="{FF2B5EF4-FFF2-40B4-BE49-F238E27FC236}">
                    <ns2:creationId id="{CE6D4736-2292-155C-829D-C0AE661D8467}"/>
                  </a:ext>
                </a:extLst>
              </p:cNvPr>
              <p:cNvSpPr/>
              <p:nvPr/>
            </p:nvSpPr>
            <p:spPr>
              <a:xfrm>
                <a:off x="3444124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4" name="グラフィックス 113" descr="棒グラフ 単色塗りつぶし">
                <a:extLst>
                  <a:ext uri="{FF2B5EF4-FFF2-40B4-BE49-F238E27FC236}">
                    <ns2:creationId id="{32F59DCB-52AD-2BFC-A6BC-5B2DCCE487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6977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1" name="グループ化 10">
              <a:extLst>
                <a:ext uri="{FF2B5EF4-FFF2-40B4-BE49-F238E27FC236}">
                  <ns2:creationId id="{70D4DAEE-2439-7AEE-43C8-ED2612C577BB}"/>
                </a:ext>
              </a:extLst>
            </p:cNvPr>
            <p:cNvGrpSpPr/>
            <p:nvPr/>
          </p:nvGrpSpPr>
          <p:grpSpPr>
            <a:xfrm>
              <a:off x="5056612" y="2808270"/>
              <a:ext cx="1538079" cy="641952"/>
              <a:chOff x="5056612" y="2808270"/>
              <a:chExt cx="1538079" cy="641952"/>
            </a:xfrm>
          </p:grpSpPr>
          <p:sp>
            <p:nvSpPr>
              <p:cNvPr id="72" name="矢印: 山形 71">
                <a:extLst>
                  <a:ext uri="{FF2B5EF4-FFF2-40B4-BE49-F238E27FC236}">
                    <ns2:creationId id="{2F38A602-D645-72EC-D029-71282267FDDF}"/>
                  </a:ext>
                </a:extLst>
              </p:cNvPr>
              <p:cNvSpPr/>
              <p:nvPr/>
            </p:nvSpPr>
            <p:spPr>
              <a:xfrm>
                <a:off x="5056612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5" name="グラフィックス 114" descr="クリップボード: チェックマーク 単色塗りつぶし">
                <a:extLst>
                  <a:ext uri="{FF2B5EF4-FFF2-40B4-BE49-F238E27FC236}">
                    <ns2:creationId id="{4823749F-6701-96A4-6611-C07D8E1EDC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531994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168E8876-0D61-6838-C99C-965C75BFB33A}"/>
                </a:ext>
              </a:extLst>
            </p:cNvPr>
            <p:cNvGrpSpPr/>
            <p:nvPr/>
          </p:nvGrpSpPr>
          <p:grpSpPr>
            <a:xfrm>
              <a:off x="8240769" y="2808270"/>
              <a:ext cx="1708093" cy="641952"/>
              <a:chOff x="8240769" y="2808270"/>
              <a:chExt cx="1708093" cy="641952"/>
            </a:xfrm>
          </p:grpSpPr>
          <p:sp>
            <p:nvSpPr>
              <p:cNvPr id="74" name="矢印: 山形 73">
                <a:extLst>
                  <a:ext uri="{FF2B5EF4-FFF2-40B4-BE49-F238E27FC236}">
                    <ns2:creationId id="{F00D4D27-2FA4-C8A3-9E41-7E7DEC7175E0}"/>
                  </a:ext>
                </a:extLst>
              </p:cNvPr>
              <p:cNvSpPr/>
              <p:nvPr/>
            </p:nvSpPr>
            <p:spPr>
              <a:xfrm>
                <a:off x="8240769" y="2808270"/>
                <a:ext cx="1708093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6" name="グラフィックス 115" descr="ドキュメント 単色塗りつぶし">
                <a:extLst>
                  <a:ext uri="{FF2B5EF4-FFF2-40B4-BE49-F238E27FC236}">
                    <ns2:creationId id="{713E0F31-BEF9-E77E-95A4-49262C865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8484472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96D738E4-1CCB-45E3-43A2-695523DA5CAF}"/>
                </a:ext>
              </a:extLst>
            </p:cNvPr>
            <p:cNvGrpSpPr/>
            <p:nvPr/>
          </p:nvGrpSpPr>
          <p:grpSpPr>
            <a:xfrm>
              <a:off x="6604604" y="2808270"/>
              <a:ext cx="1538079" cy="641952"/>
              <a:chOff x="6604604" y="2808270"/>
              <a:chExt cx="1538079" cy="641952"/>
            </a:xfrm>
          </p:grpSpPr>
          <p:sp>
            <p:nvSpPr>
              <p:cNvPr id="73" name="矢印: 山形 72">
                <a:extLst>
                  <a:ext uri="{FF2B5EF4-FFF2-40B4-BE49-F238E27FC236}">
                    <ns2:creationId id="{C8241B90-1A46-7721-F6E9-FA5CB995BC2F}"/>
                  </a:ext>
                </a:extLst>
              </p:cNvPr>
              <p:cNvSpPr/>
              <p:nvPr/>
            </p:nvSpPr>
            <p:spPr>
              <a:xfrm>
                <a:off x="6604604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7" name="グラフィックス 116" descr="計算機 単色塗りつぶし">
                <a:extLst>
                  <a:ext uri="{FF2B5EF4-FFF2-40B4-BE49-F238E27FC236}">
                    <ns2:creationId id="{11B1472D-5A35-4D25-6CF3-378C2D775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685086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7869EE96-716A-BE6E-51A6-5051C99DF131}"/>
                </a:ext>
              </a:extLst>
            </p:cNvPr>
            <p:cNvGrpSpPr/>
            <p:nvPr/>
          </p:nvGrpSpPr>
          <p:grpSpPr>
            <a:xfrm>
              <a:off x="9913732" y="2808270"/>
              <a:ext cx="669279" cy="641952"/>
              <a:chOff x="9913734" y="2808270"/>
              <a:chExt cx="669279" cy="641952"/>
            </a:xfrm>
          </p:grpSpPr>
          <p:sp>
            <p:nvSpPr>
              <p:cNvPr id="70" name="矢印: 山形 69">
                <a:extLst>
                  <a:ext uri="{FF2B5EF4-FFF2-40B4-BE49-F238E27FC236}">
                    <ns2:creationId id="{DBC83CDF-D678-2362-6310-64B85B8A68FA}"/>
                  </a:ext>
                </a:extLst>
              </p:cNvPr>
              <p:cNvSpPr/>
              <p:nvPr/>
            </p:nvSpPr>
            <p:spPr>
              <a:xfrm>
                <a:off x="9913734" y="2808270"/>
                <a:ext cx="6692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24000" r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8" name="グラフィックス 117" descr="金封 単色塗りつぶし">
                <a:extLst>
                  <a:ext uri="{FF2B5EF4-FFF2-40B4-BE49-F238E27FC236}">
                    <ns2:creationId id="{082B0AB7-EECA-C012-814E-53C5FC9E15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10118158" y="283052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グループ化 14">
              <a:extLst>
                <a:ext uri="{FF2B5EF4-FFF2-40B4-BE49-F238E27FC236}">
                  <ns2:creationId id="{C73AE2A2-0948-05C7-8B26-17E554890160}"/>
                </a:ext>
              </a:extLst>
            </p:cNvPr>
            <p:cNvGrpSpPr/>
            <p:nvPr/>
          </p:nvGrpSpPr>
          <p:grpSpPr>
            <a:xfrm>
              <a:off x="10534650" y="2808270"/>
              <a:ext cx="1307942" cy="641952"/>
              <a:chOff x="10534650" y="2808270"/>
              <a:chExt cx="1307942" cy="641952"/>
            </a:xfrm>
          </p:grpSpPr>
          <p:sp>
            <p:nvSpPr>
              <p:cNvPr id="77" name="矢印: 山形 76">
                <a:extLst>
                  <a:ext uri="{FF2B5EF4-FFF2-40B4-BE49-F238E27FC236}">
                    <ns2:creationId id="{E7AFFE47-F42B-0752-8427-D4BD7AF8D1D1}"/>
                  </a:ext>
                </a:extLst>
              </p:cNvPr>
              <p:cNvSpPr/>
              <p:nvPr/>
            </p:nvSpPr>
            <p:spPr>
              <a:xfrm>
                <a:off x="10534650" y="2808270"/>
                <a:ext cx="1307942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19" name="グラフィックス 118" descr="プログラマー女性 単色塗りつぶし">
                <a:extLst>
                  <a:ext uri="{FF2B5EF4-FFF2-40B4-BE49-F238E27FC236}">
                    <ns2:creationId id="{C27B5EE2-2474-7057-96FD-FA3B60C58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1074298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3" name="グループ化 142">
              <a:extLst>
                <a:ext uri="{FF2B5EF4-FFF2-40B4-BE49-F238E27FC236}">
                  <ns2:creationId id="{5499A260-3075-42F3-4F69-292BC6A01FB5}"/>
                </a:ext>
              </a:extLst>
            </p:cNvPr>
            <p:cNvGrpSpPr/>
            <p:nvPr/>
          </p:nvGrpSpPr>
          <p:grpSpPr>
            <a:xfrm>
              <a:off x="334962" y="1513608"/>
              <a:ext cx="11507630" cy="296799"/>
              <a:chOff x="334962" y="1513608"/>
              <a:chExt cx="11507630" cy="29679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A0E8CD3-8526-5FC4-C8D3-96179416E482}"/>
                  </a:ext>
                </a:extLst>
              </p:cNvPr>
              <p:cNvSpPr txBox="1"/>
              <p:nvPr/>
            </p:nvSpPr>
            <p:spPr>
              <a:xfrm>
                <a:off x="334962" y="1513608"/>
                <a:ext cx="11507630" cy="296799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wrap="square" lIns="432000" tIns="36000" rIns="3600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グラフィックス 141" descr="山形の矢印 単色塗りつぶし">
                <a:extLst>
                  <a:ext uri="{FF2B5EF4-FFF2-40B4-BE49-F238E27FC236}">
                    <ns2:creationId id="{E0605C26-9405-D687-DEEF-7F506207B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988749" y="1518007"/>
                <a:ext cx="288000" cy="288000"/>
              </a:xfrm>
              <a:prstGeom prst="rect">
                <a:avLst/>
              </a:prstGeom>
            </p:spPr>
          </p:pic>
        </p:grpSp>
      </p:grpSp>
      <p:cxnSp>
        <p:nvCxnSpPr>
          <p:cNvPr id="24" name="直線コネクタ 23">
            <a:extLst>
              <a:ext uri="{FF2B5EF4-FFF2-40B4-BE49-F238E27FC236}">
                <ns2:creationId id="{6BB64B81-5306-72B9-1F17-0BB152F5F230}"/>
              </a:ext>
            </a:extLst>
          </p:cNvPr>
          <p:cNvCxnSpPr>
            <a:cxnSpLocks/>
          </p:cNvCxnSpPr>
          <p:nvPr/>
        </p:nvCxnSpPr>
        <p:spPr>
          <a:xfrm flipV="1">
            <a:off x="256222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>
            <a:extLst>
              <a:ext uri="{FF2B5EF4-FFF2-40B4-BE49-F238E27FC236}">
                <ns2:creationId id="{931436DF-4DF4-0C00-0B2A-C47FE62EC256}"/>
              </a:ext>
            </a:extLst>
          </p:cNvPr>
          <p:cNvCxnSpPr>
            <a:cxnSpLocks/>
          </p:cNvCxnSpPr>
          <p:nvPr/>
        </p:nvCxnSpPr>
        <p:spPr>
          <a:xfrm flipV="1">
            <a:off x="737225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445444680"/>
      </p:ext>
    </p:extLst>
  </p:cSld>
  <p:clrMapOvr>
    <a:masterClrMapping/>
  </p:clrMapOvr>
</p:sld>
</file>

<file path=ppt/slides/slide2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7C87C0-C1C2-1FE5-9456-316E49E5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6BFAE1C-7E65-F6CF-C65E-2486BB22F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395DA86-3277-15E8-DF2A-C89CA41D3E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20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D7E098F6-C09E-7505-7972-28F88A06B1B8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E96D8479-BCE5-A78F-E850-678DB6DE6B0D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55819E2D-4A8C-8DE6-75BD-A323FB4A8E4B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6F2ACB86-80F0-C9D2-D1CC-80D904460F0B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2838B12B-1E93-BF3A-025C-A8CB432317B8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49D11880-3BAA-D01A-2BEA-484A95F4374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3CBFFDA3-7D63-02BF-576E-D758D19AED00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4E1601BA-04B6-3521-9A35-D78E5522D60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4796D9F7-FBC2-DBD4-8828-B11B2F5271F6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2765C808-C9AB-E883-376A-BE2B18F6FD41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26C06E70-EA7B-FF56-8CF2-842629122DF7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8B924AFF-6F7C-04B8-77B6-E3DBB6DC81BD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92811DDF-DD53-54F5-BEDD-CB4D1DB09515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27E74683-5FF4-D3DF-0A54-A13F8E0EF42D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8683BAF4-7910-46C7-067A-F283DC44708C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207EBE39-AFF0-ACDE-BE7D-B7C19824C650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9A8FAFB2-D336-AAD8-0CC1-194BB48B3DB2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F80B3FDF-4999-7E27-5EEC-8A4EC2A0AEF0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430A3654-19FC-D911-80E1-8D2C899D3F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68B3B353-00A5-98A5-C9B1-6E5DD78EF3B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BA0F4811-6FDA-ED7F-699A-DBE4AB50BDA7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94143FD0-1A42-51BF-231E-27284145684C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A5B93751-98AF-BBA2-03EF-C2DE58165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863F7ADB-16CC-BE44-53DF-5ABF36FAC5F9}"/>
              </a:ext>
            </a:extLst>
          </p:cNvPr>
          <p:cNvGrpSpPr/>
          <p:nvPr/>
        </p:nvGrpSpPr>
        <p:grpSpPr>
          <a:xfrm>
            <a:off x="5258132" y="1831792"/>
            <a:ext cx="6598908" cy="4469631"/>
            <a:chOff x="5258132" y="1831792"/>
            <a:chExt cx="6598908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E1F5F01E-3EBF-E88F-066B-8FF2871FD606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テキスト ボックス 79">
              <a:extLst>
                <a:ext uri="{FF2B5EF4-FFF2-40B4-BE49-F238E27FC236}">
                  <ns2:creationId id="{60AAC003-3CF9-5F3E-B138-4E6D0ADFAE62}"/>
                </a:ext>
              </a:extLst>
            </p:cNvPr>
            <p:cNvSpPr txBox="1"/>
            <p:nvPr/>
          </p:nvSpPr>
          <p:spPr>
            <a:xfrm>
              <a:off x="8900210" y="3734926"/>
              <a:ext cx="487856" cy="23958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zh-CN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CN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CN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F883C032-A178-6BF2-5C7C-78D5AA085858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テキスト ボックス 99">
              <a:extLst>
                <a:ext uri="{FF2B5EF4-FFF2-40B4-BE49-F238E27FC236}">
                  <ns2:creationId id="{B279AB78-F312-BE6E-C311-475B2F42750D}"/>
                </a:ext>
              </a:extLst>
            </p:cNvPr>
            <p:cNvSpPr txBox="1"/>
            <p:nvPr/>
          </p:nvSpPr>
          <p:spPr>
            <a:xfrm>
              <a:off x="7463979" y="4619755"/>
              <a:ext cx="4383983" cy="23653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3C5566C-C863-B65A-3EE7-B596A5C60101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テキスト ボックス 100">
              <a:extLst>
                <a:ext uri="{FF2B5EF4-FFF2-40B4-BE49-F238E27FC236}">
                  <ns2:creationId id="{1DC402F3-55E7-3D97-20B3-0FC09A775FD0}"/>
                </a:ext>
              </a:extLst>
            </p:cNvPr>
            <p:cNvSpPr txBox="1"/>
            <p:nvPr/>
          </p:nvSpPr>
          <p:spPr>
            <a:xfrm>
              <a:off x="7463979" y="4937137"/>
              <a:ext cx="4383983" cy="23504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F1A4B024-F2D6-196E-9414-E87EB515D491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242F814D-931E-704C-9BFF-93B8C193821E}"/>
                </a:ext>
              </a:extLst>
            </p:cNvPr>
            <p:cNvSpPr txBox="1"/>
            <p:nvPr/>
          </p:nvSpPr>
          <p:spPr>
            <a:xfrm>
              <a:off x="7463979" y="214750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EAD0981B-9B45-B922-8B3A-F4834D899DF9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テキスト ボックス 66">
              <a:extLst>
                <a:ext uri="{FF2B5EF4-FFF2-40B4-BE49-F238E27FC236}">
                  <ns2:creationId id="{AC7AA718-D733-4191-A3E0-37E59FB57EC7}"/>
                </a:ext>
              </a:extLst>
            </p:cNvPr>
            <p:cNvSpPr txBox="1"/>
            <p:nvPr/>
          </p:nvSpPr>
          <p:spPr>
            <a:xfrm>
              <a:off x="7463979" y="2464722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D709DF10-6CAD-C9D1-A1D3-9A67E54359B7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81485A2E-4DB4-C2F1-D4A6-886E921C3D34}"/>
                </a:ext>
              </a:extLst>
            </p:cNvPr>
            <p:cNvSpPr txBox="1"/>
            <p:nvPr/>
          </p:nvSpPr>
          <p:spPr>
            <a:xfrm>
              <a:off x="7463979" y="2781937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C0E396BD-8BA6-049C-DAA9-B4707054797A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D469B1F-7F2A-37BD-1B90-579AD84AE253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A8100268-6F23-D6CF-6207-BEFB6C9E43D1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テキスト ボックス 108">
              <a:extLst>
                <a:ext uri="{FF2B5EF4-FFF2-40B4-BE49-F238E27FC236}">
                  <ns2:creationId id="{1C07471F-CC23-E7A9-FBF5-F928D39D4BB6}"/>
                </a:ext>
              </a:extLst>
            </p:cNvPr>
            <p:cNvSpPr txBox="1"/>
            <p:nvPr/>
          </p:nvSpPr>
          <p:spPr>
            <a:xfrm>
              <a:off x="7463979" y="309914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01D42A9B-0BF4-FC10-AFAB-81B6C437DA56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F0E93C90-4DD4-89DF-06A3-0BB8FE0CAF92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DA270B73-0FDC-2C95-4987-C376DA719F4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81839B36-7EF4-8251-2051-F02D4D374C4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F3904521-7420-2665-1CF2-E88668F8DD05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D968D30B-67F3-C667-64AF-30AAC6996E06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D98000EC-64DB-2D3B-72D7-2A5A4859A02F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1B5DA6FF-932B-023F-0F3B-75F65D7E03ED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CE9CD8FA-9BA8-EF36-B103-8B887D676229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0B9A924A-C24A-AB76-2151-C2D1E2AFB5D6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FC92ABDB-E1D6-45F4-E654-BB842D2AC7A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27F109E8-1A63-56D3-9312-3902EE09ACA6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77D59574-EE24-8D38-CB9A-2B29C54ED132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71FC3F44-FBF4-79BC-B315-9055608AA432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6BE3447C-9E4A-FE6B-30C5-4C14C210B44D}"/>
                </a:ext>
              </a:extLst>
            </p:cNvPr>
            <p:cNvSpPr txBox="1"/>
            <p:nvPr/>
          </p:nvSpPr>
          <p:spPr>
            <a:xfrm>
              <a:off x="7842837" y="5240485"/>
              <a:ext cx="1055961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93902EE8-1662-FB31-E465-EC2F00FCB857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8F0FB794-3861-DEA2-1E0D-DF11488A8606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5" name="テキスト ボックス 174">
              <a:extLst>
                <a:ext uri="{FF2B5EF4-FFF2-40B4-BE49-F238E27FC236}">
                  <ns2:creationId id="{CF593E5D-4282-96CF-22B8-E7921E6BE9BA}"/>
                </a:ext>
              </a:extLst>
            </p:cNvPr>
            <p:cNvSpPr txBox="1"/>
            <p:nvPr/>
          </p:nvSpPr>
          <p:spPr>
            <a:xfrm>
              <a:off x="9321956" y="5240485"/>
              <a:ext cx="25350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C8004A3A-4413-BB4D-4BCF-7708BDC672F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9C9C1C76-A636-BEC0-14AC-208BC08AB536}"/>
                </a:ext>
              </a:extLst>
            </p:cNvPr>
            <p:cNvSpPr txBox="1"/>
            <p:nvPr/>
          </p:nvSpPr>
          <p:spPr>
            <a:xfrm>
              <a:off x="7454902" y="4042825"/>
              <a:ext cx="1068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01AA577B-F29A-83E4-01F8-25E57439A04B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41DFB37C-014D-7C70-636B-7B3BE5B15731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FDCE8454-05E4-7AC5-2A11-A61C06F83B6E}"/>
                </a:ext>
              </a:extLst>
            </p:cNvPr>
            <p:cNvSpPr txBox="1"/>
            <p:nvPr/>
          </p:nvSpPr>
          <p:spPr>
            <a:xfrm>
              <a:off x="8952175" y="4042825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33FB7636-F166-94EE-08F3-850FC3092DA9}"/>
                </a:ext>
              </a:extLst>
            </p:cNvPr>
            <p:cNvSpPr txBox="1"/>
            <p:nvPr/>
          </p:nvSpPr>
          <p:spPr>
            <a:xfrm>
              <a:off x="10061516" y="4044095"/>
              <a:ext cx="1795524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09DFC420-D6F3-84DC-05D9-A0F66F57F445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D4839543-03FA-B0F2-A84D-E73BFD59369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A209B117-F56C-D8F2-FF8A-65EF1499020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5A273856-C964-E350-5A55-CCEAAF9BF170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83" name="テキスト ボックス 182">
              <a:extLst>
                <a:ext uri="{FF2B5EF4-FFF2-40B4-BE49-F238E27FC236}">
                  <ns2:creationId id="{AD2810AE-C429-30BB-00C8-B4DEB6D7F335}"/>
                </a:ext>
              </a:extLst>
            </p:cNvPr>
            <p:cNvSpPr txBox="1"/>
            <p:nvPr/>
          </p:nvSpPr>
          <p:spPr>
            <a:xfrm>
              <a:off x="7473056" y="5805108"/>
              <a:ext cx="105596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4" name="テキスト ボックス 183">
              <a:extLst>
                <a:ext uri="{FF2B5EF4-FFF2-40B4-BE49-F238E27FC236}">
                  <ns2:creationId id="{6F813A5A-9786-1469-D71C-9308AB4045B5}"/>
                </a:ext>
              </a:extLst>
            </p:cNvPr>
            <p:cNvSpPr txBox="1"/>
            <p:nvPr/>
          </p:nvSpPr>
          <p:spPr>
            <a:xfrm>
              <a:off x="8952175" y="5805108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66A8789F-104A-B17D-A3ED-9EBBDA7F4235}"/>
                </a:ext>
              </a:extLst>
            </p:cNvPr>
            <p:cNvSpPr txBox="1"/>
            <p:nvPr/>
          </p:nvSpPr>
          <p:spPr>
            <a:xfrm>
              <a:off x="1006151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D20CA3A8-039E-E9FC-E464-54FBDC2B1E6F}"/>
                </a:ext>
              </a:extLst>
            </p:cNvPr>
            <p:cNvSpPr txBox="1"/>
            <p:nvPr/>
          </p:nvSpPr>
          <p:spPr>
            <a:xfrm>
              <a:off x="10801078" y="5805106"/>
              <a:ext cx="1055960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4BF74FEE-9DEC-17D6-D999-4054B1307B90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BB737192-BEFD-76DE-B8A6-12C46E3C7E5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CE837F3A-10E5-3A7B-33D8-9F5D41738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8CF9A98F-6187-432D-9171-CDD1D4367767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52732C9C-F58F-9CE7-7945-4E8637A9E7B7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B38629B4-1A35-144C-5F7A-7FDC71877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5FA68C5C-3681-AAD5-FE5B-F3EE455D3522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BD0D7053-85D6-6E27-2280-AE95B8EF6378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54F26CFE-9E3D-4FAB-8482-0D9A5DAE0B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sp>
          <p:nvSpPr>
            <p:cNvPr id="217" name="テキスト ボックス 216">
              <a:extLst>
                <a:ext uri="{FF2B5EF4-FFF2-40B4-BE49-F238E27FC236}">
                  <ns2:creationId id="{9856DC52-B056-7E39-7610-E043EDA09831}"/>
                </a:ext>
              </a:extLst>
            </p:cNvPr>
            <p:cNvSpPr txBox="1"/>
            <p:nvPr/>
          </p:nvSpPr>
          <p:spPr>
            <a:xfrm>
              <a:off x="10056222" y="3734926"/>
              <a:ext cx="316402" cy="239583"/>
            </a:xfrm>
            <a:prstGeom prst="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参考</a:t>
              </a:r>
            </a:p>
          </p:txBody>
        </p:sp>
        <p:sp>
          <p:nvSpPr>
            <p:cNvPr id="218" name="テキスト ボックス 217">
              <a:extLst>
                <a:ext uri="{FF2B5EF4-FFF2-40B4-BE49-F238E27FC236}">
                  <ns2:creationId id="{842FC9F7-46DB-9737-4D4B-6BB169334D6E}"/>
                </a:ext>
              </a:extLst>
            </p:cNvPr>
            <p:cNvSpPr txBox="1"/>
            <p:nvPr/>
          </p:nvSpPr>
          <p:spPr>
            <a:xfrm>
              <a:off x="7466637" y="3757137"/>
              <a:ext cx="1032228" cy="179195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9" name="テキスト ボックス 228">
              <a:extLst>
                <a:ext uri="{FF2B5EF4-FFF2-40B4-BE49-F238E27FC236}">
                  <ns2:creationId id="{2C3E24E2-641D-96D8-CC48-76B85ABEC969}"/>
                </a:ext>
              </a:extLst>
            </p:cNvPr>
            <p:cNvSpPr txBox="1"/>
            <p:nvPr/>
          </p:nvSpPr>
          <p:spPr>
            <a:xfrm>
              <a:off x="8182313" y="3734926"/>
              <a:ext cx="733664" cy="23958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E35E24B6-5418-6217-739B-037E4266CD9D}"/>
                </a:ext>
              </a:extLst>
            </p:cNvPr>
            <p:cNvGrpSpPr/>
            <p:nvPr/>
          </p:nvGrpSpPr>
          <p:grpSpPr>
            <a:xfrm>
              <a:off x="10349864" y="3724861"/>
              <a:ext cx="1487319" cy="245659"/>
              <a:chOff x="9966580" y="3724861"/>
              <a:chExt cx="1840124" cy="245659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20EEC8CA-ED67-A4AE-E69D-3C8838DDE46E}"/>
                  </a:ext>
                </a:extLst>
              </p:cNvPr>
              <p:cNvSpPr txBox="1"/>
              <p:nvPr/>
            </p:nvSpPr>
            <p:spPr>
              <a:xfrm>
                <a:off x="9966580" y="3730937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9556DE0F-D60E-D83F-535F-4D2C499DC9FD}"/>
                  </a:ext>
                </a:extLst>
              </p:cNvPr>
              <p:cNvSpPr txBox="1"/>
              <p:nvPr/>
            </p:nvSpPr>
            <p:spPr>
              <a:xfrm>
                <a:off x="10900030" y="3724861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1974897627"/>
      </p:ext>
    </p:extLst>
  </p:cSld>
  <p:clrMapOvr>
    <a:masterClrMapping/>
  </p:clrMapOvr>
</p:sld>
</file>

<file path=ppt/slides/slide2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45FD717-4E37-84C2-11B1-DCFF73B1B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3D5399-75C8-01A4-FB0F-01F2676386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0B7642C-1CCE-DC5F-511E-2F32F0CCB82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21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B27ED358-639E-1FDD-33A3-3F8C8B37443A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448907FF-1714-39BF-732F-F5DE41D8B92C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7C845E36-C1C9-9D25-A606-DA9DBE8771F3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9C13C615-1619-9CA9-F6F5-28168DB78208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34C40ED4-A600-5DB4-6A2F-B317E486436A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1081F1B-82F1-EDDF-3B77-8D38F8D6B0C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7547327E-FB33-83F5-5363-EAB74D3FC57A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6D5F877D-97D1-6FDE-D6D4-297D0ED6BCB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14470793-3B76-19C4-126E-6D3CECFB1C64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7987AE9B-A744-46BD-3494-99CB86B39D0D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48459EBF-5EF1-822C-5336-E3CB68BD40EB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216A6CFC-F14D-14ED-C887-0A747F1CFC77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5FE188D3-4309-9025-1B48-6C659F994D5C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12B41B8C-8133-32C3-553F-EA00E961FF70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A9C9697B-2ACB-1A37-D02C-8751BF586C19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A3B19A5F-BCD8-833A-3803-1EAA5C22E767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EC5F418E-85FF-ACB2-BD2D-200F5E8C1FFE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981DC23A-23B8-37D0-7BB0-42AA2FD261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531820DE-3DFA-C07D-75CE-A8AE1E03B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F507E5BA-E649-DC0E-2799-78B250E2D9C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1532D696-7F3E-BE8F-DCCE-23DCB1C1312E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8C1B6415-F930-5ED6-F4CA-2CA6A85C3139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920C7498-C28D-31AB-A055-580CBBCDD3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110" name="グループ化 109">
            <a:extLst>
              <a:ext uri="{FF2B5EF4-FFF2-40B4-BE49-F238E27FC236}">
                <ns2:creationId id="{1BB8E123-7DBF-E75B-DCAE-FA47544AB0AC}"/>
              </a:ext>
            </a:extLst>
          </p:cNvPr>
          <p:cNvGrpSpPr/>
          <p:nvPr/>
        </p:nvGrpSpPr>
        <p:grpSpPr>
          <a:xfrm>
            <a:off x="5258132" y="1831792"/>
            <a:ext cx="6598906" cy="4469631"/>
            <a:chOff x="5258132" y="1831792"/>
            <a:chExt cx="6598906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09443239-8A2B-D09E-E941-FCF2EDE07498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CEABFE7E-9D65-E4CC-4ED0-7455D102EAFB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5F8C86DA-34E2-A5AA-FC19-90D8426F759D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15AB80E7-9F51-7458-EB83-3E2558DF4B2A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A26032D6-B332-785E-744C-CB85094F7C23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E05C8E80-987F-CB1B-F590-5FB349FD6FB2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B3F96CC3-7950-751F-B938-1155FFB8BCB4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86AF6E1-4AC2-FC3C-0C96-FAD81294FB04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1EBE4C28-0DDD-97DB-7D69-D9C03048DF0C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FB064EF2-1DF1-01C7-432A-AD5F7B96706F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6498FE5C-E002-9EA9-C781-01329F4DEE35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74625F83-1DDF-22F8-7694-55270E60A00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4095A343-059C-4693-77E3-AD263969A1F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1490CF33-BD63-8784-B25E-1C837F2C9C06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F691A2DA-BA3C-11D9-62D3-93A548321040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6D3A2BBE-B829-B370-3BE9-81C9393E69C5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8A6691AD-F2A2-5AAC-EA83-64BD95D925FC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83658C02-C1AA-7216-CD2A-F319C8D3BA24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2938DC1C-2015-CB6F-1883-81F940872EDF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DD54239F-5048-0CDA-18ED-ED8561D9B9F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4D182F3C-D448-FE6A-4585-18D12B48E862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3F10B9C3-E234-6119-70EA-688B4E809585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B89CF144-4061-90A5-9E29-AB702ABD7CDB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8F0DA0C9-6E90-D2BB-A8AC-87CFC867FBB6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3AE5070-90F1-129F-66B6-EBE7677BD5C7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BDC4CA00-8638-149D-9C00-2C1BB7F4E3E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4FC8FCFB-C8AA-1098-7246-57F859443D71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64AA497C-4FED-EA9F-2F4A-EFF7EB60E3AE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134C4F78-D5F0-23FF-DE03-AFEE5CB81CD2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5AAADC03-EFD2-AAEE-05C0-E5A46467B67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C9854410-8E83-01B5-619E-2BF016E446A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BBEDDA90-DD97-E7A9-0D01-B88D34FA923D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5F10919A-BBAB-2151-292C-6156306CAEB2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CD42DB3D-BB5C-5189-305A-11DD43FDEB0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E28416E5-2871-DD46-1EE5-DDF7872689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1FBFBFA3-5D9C-DD5A-04D5-F053ED0E1940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EC4F4327-8D33-93B3-4BC0-8E60848E6B38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2ADE05AE-CB15-7A6C-8E2B-D59B915832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E67745D7-07DB-033C-9884-47E0B4BBFFE0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225AF3C2-6B01-CBCF-0D7B-6B0E0D98CDFF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1D0DEC77-5239-CCF3-B531-DA8FC747C1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cxnSp>
          <p:nvCxnSpPr>
            <p:cNvPr id="22" name="直線矢印コネクタ 21">
              <a:extLst>
                <a:ext uri="{FF2B5EF4-FFF2-40B4-BE49-F238E27FC236}">
                  <ns2:creationId id="{5A5F8E27-0463-A90C-F260-4DCF822C3F6C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26250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テキスト ボックス 65">
              <a:extLst>
                <a:ext uri="{FF2B5EF4-FFF2-40B4-BE49-F238E27FC236}">
                  <ns2:creationId id="{CFE17F2E-EC21-12B4-606E-FD351337C394}"/>
                </a:ext>
              </a:extLst>
            </p:cNvPr>
            <p:cNvSpPr txBox="1"/>
            <p:nvPr/>
          </p:nvSpPr>
          <p:spPr>
            <a:xfrm>
              <a:off x="8952173" y="214750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3" name="直線矢印コネクタ 32">
              <a:extLst>
                <a:ext uri="{FF2B5EF4-FFF2-40B4-BE49-F238E27FC236}">
                  <ns2:creationId id="{8FDE1D5F-2334-DE59-B11E-B9C952785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59605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テキスト ボックス 66">
              <a:extLst>
                <a:ext uri="{FF2B5EF4-FFF2-40B4-BE49-F238E27FC236}">
                  <ns2:creationId id="{44F3ABAD-D554-A4A8-1D5A-E6C9BEC3ABED}"/>
                </a:ext>
              </a:extLst>
            </p:cNvPr>
            <p:cNvSpPr txBox="1"/>
            <p:nvPr/>
          </p:nvSpPr>
          <p:spPr>
            <a:xfrm>
              <a:off x="8952173" y="2464722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7" name="直線矢印コネクタ 36">
              <a:extLst>
                <a:ext uri="{FF2B5EF4-FFF2-40B4-BE49-F238E27FC236}">
                  <ns2:creationId id="{4BC96E6B-2979-7D5A-2591-96A6CD2188F8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88925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テキスト ボックス 77">
              <a:extLst>
                <a:ext uri="{FF2B5EF4-FFF2-40B4-BE49-F238E27FC236}">
                  <ns2:creationId id="{801A62C1-7F0E-553B-1850-8AC2CE3B24D4}"/>
                </a:ext>
              </a:extLst>
            </p:cNvPr>
            <p:cNvSpPr txBox="1"/>
            <p:nvPr/>
          </p:nvSpPr>
          <p:spPr>
            <a:xfrm>
              <a:off x="8952173" y="2781937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8" name="直線矢印コネクタ 37">
              <a:extLst>
                <a:ext uri="{FF2B5EF4-FFF2-40B4-BE49-F238E27FC236}">
                  <ns2:creationId id="{5138087D-C83E-CB13-15BD-AB6319512FE0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22453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テキスト ボックス 108">
              <a:extLst>
                <a:ext uri="{FF2B5EF4-FFF2-40B4-BE49-F238E27FC236}">
                  <ns2:creationId id="{65393843-9ECD-1097-B821-6F5B16807C41}"/>
                </a:ext>
              </a:extLst>
            </p:cNvPr>
            <p:cNvSpPr txBox="1"/>
            <p:nvPr/>
          </p:nvSpPr>
          <p:spPr>
            <a:xfrm>
              <a:off x="8952173" y="309914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2" name="直線矢印コネクタ 41">
              <a:extLst>
                <a:ext uri="{FF2B5EF4-FFF2-40B4-BE49-F238E27FC236}">
                  <ns2:creationId id="{223AE49D-8A1A-478A-6D7B-30E826EF3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840226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9" name="テキスト ボックス 228">
              <a:extLst>
                <a:ext uri="{FF2B5EF4-FFF2-40B4-BE49-F238E27FC236}">
                  <ns2:creationId id="{45D552AA-34B6-902E-6DBA-808D9ACF2DD5}"/>
                </a:ext>
              </a:extLst>
            </p:cNvPr>
            <p:cNvSpPr txBox="1"/>
            <p:nvPr/>
          </p:nvSpPr>
          <p:spPr>
            <a:xfrm>
              <a:off x="7842834" y="3734926"/>
              <a:ext cx="3644423" cy="2395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96000" rIns="0" anchor="ctr">
              <a:noAutofit/>
            </a:bodyPr>
            <a:lstStyle/>
            <a:p>
              <a:pPr defTabSz="957263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		)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FF0B22B-B198-0ABE-55D6-23DC8EB13B52}"/>
                </a:ext>
              </a:extLst>
            </p:cNvPr>
            <p:cNvGrpSpPr/>
            <p:nvPr/>
          </p:nvGrpSpPr>
          <p:grpSpPr>
            <a:xfrm>
              <a:off x="9392857" y="3789485"/>
              <a:ext cx="1685672" cy="139161"/>
              <a:chOff x="11851584" y="3402316"/>
              <a:chExt cx="1685672" cy="249648"/>
            </a:xfrm>
          </p:grpSpPr>
          <p:sp>
            <p:nvSpPr>
              <p:cNvPr id="217" name="テキスト ボックス 216">
                <a:extLst>
                  <a:ext uri="{FF2B5EF4-FFF2-40B4-BE49-F238E27FC236}">
                    <ns2:creationId id="{1B83D85A-F416-4A40-3F22-47E8EDAF174F}"/>
                  </a:ext>
                </a:extLst>
              </p:cNvPr>
              <p:cNvSpPr txBox="1"/>
              <p:nvPr/>
            </p:nvSpPr>
            <p:spPr>
              <a:xfrm>
                <a:off x="11851584" y="3412382"/>
                <a:ext cx="316402" cy="239582"/>
              </a:xfrm>
              <a:prstGeom prst="rect">
                <a:avLst/>
              </a:prstGeom>
              <a:noFill/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参考</a:t>
                </a: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E3EC7005-D961-FE9E-D5FA-680CB3301B4B}"/>
                  </a:ext>
                </a:extLst>
              </p:cNvPr>
              <p:cNvGrpSpPr/>
              <p:nvPr/>
            </p:nvGrpSpPr>
            <p:grpSpPr>
              <a:xfrm>
                <a:off x="12145224" y="3402316"/>
                <a:ext cx="1392032" cy="245659"/>
                <a:chOff x="9716793" y="3704356"/>
                <a:chExt cx="1722243" cy="245659"/>
              </a:xfrm>
            </p:grpSpPr>
            <p:sp>
              <p:nvSpPr>
                <p:cNvPr id="12" name="テキスト ボックス 11">
                  <a:extLst>
                    <a:ext uri="{FF2B5EF4-FFF2-40B4-BE49-F238E27FC236}">
                      <ns2:creationId id="{5BDEA343-E5E6-AF9A-CF44-0BE5E6B7927B}"/>
                    </a:ext>
                  </a:extLst>
                </p:cNvPr>
                <p:cNvSpPr txBox="1"/>
                <p:nvPr/>
              </p:nvSpPr>
              <p:spPr>
                <a:xfrm>
                  <a:off x="9716793" y="3710432"/>
                  <a:ext cx="906675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2B3CBCDB-A30D-FC06-D13C-CE1B7685B4D2}"/>
                    </a:ext>
                  </a:extLst>
                </p:cNvPr>
                <p:cNvSpPr txBox="1"/>
                <p:nvPr/>
              </p:nvSpPr>
              <p:spPr>
                <a:xfrm>
                  <a:off x="10532360" y="3704356"/>
                  <a:ext cx="906676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cxnSp>
          <p:nvCxnSpPr>
            <p:cNvPr id="44" name="直線矢印コネクタ 43">
              <a:extLst>
                <a:ext uri="{FF2B5EF4-FFF2-40B4-BE49-F238E27FC236}">
                  <ns2:creationId id="{523CDD9F-0E29-E30B-F6C6-B8DDAE2E66AB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290726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80B6B983-31E3-C5CB-4479-2C7A75CB01A6}"/>
                </a:ext>
              </a:extLst>
            </p:cNvPr>
            <p:cNvSpPr txBox="1"/>
            <p:nvPr/>
          </p:nvSpPr>
          <p:spPr>
            <a:xfrm>
              <a:off x="7578090" y="4042825"/>
              <a:ext cx="8610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3" name="直線矢印コネクタ 52">
              <a:extLst>
                <a:ext uri="{FF2B5EF4-FFF2-40B4-BE49-F238E27FC236}">
                  <ns2:creationId id="{A1E09F84-E64F-747C-2F67-6C59899891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52173" y="4290726"/>
              <a:ext cx="686181" cy="254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テキスト ボックス 175">
              <a:extLst>
                <a:ext uri="{FF2B5EF4-FFF2-40B4-BE49-F238E27FC236}">
                  <ns2:creationId id="{5F30804A-0DBB-C0D0-3F3D-EB008042A1EC}"/>
                </a:ext>
              </a:extLst>
            </p:cNvPr>
            <p:cNvSpPr txBox="1"/>
            <p:nvPr/>
          </p:nvSpPr>
          <p:spPr>
            <a:xfrm>
              <a:off x="9014460" y="4042825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矢印コネクタ 67">
              <a:extLst>
                <a:ext uri="{FF2B5EF4-FFF2-40B4-BE49-F238E27FC236}">
                  <ns2:creationId id="{0C54A5F8-E92D-4B2D-4A11-897AB2252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4298346"/>
              <a:ext cx="1775669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テキスト ボックス 176">
              <a:extLst>
                <a:ext uri="{FF2B5EF4-FFF2-40B4-BE49-F238E27FC236}">
                  <ns2:creationId id="{BED045AC-CEF4-FBBF-3383-E5418AAE0D90}"/>
                </a:ext>
              </a:extLst>
            </p:cNvPr>
            <p:cNvSpPr txBox="1"/>
            <p:nvPr/>
          </p:nvSpPr>
          <p:spPr>
            <a:xfrm>
              <a:off x="10431294" y="4044095"/>
              <a:ext cx="1055963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3" name="直線矢印コネクタ 72">
              <a:extLst>
                <a:ext uri="{FF2B5EF4-FFF2-40B4-BE49-F238E27FC236}">
                  <ns2:creationId id="{B68FFC65-9278-7972-0002-B00D5F12056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737481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659C43C3-9E81-0D36-E400-7B57900D124C}"/>
                </a:ext>
              </a:extLst>
            </p:cNvPr>
            <p:cNvSpPr txBox="1"/>
            <p:nvPr/>
          </p:nvSpPr>
          <p:spPr>
            <a:xfrm>
              <a:off x="8952173" y="4619755"/>
              <a:ext cx="1425744" cy="23653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" name="直線矢印コネクタ 73">
              <a:extLst>
                <a:ext uri="{FF2B5EF4-FFF2-40B4-BE49-F238E27FC236}">
                  <ns2:creationId id="{50F9753D-9C4C-E476-57AA-FB809F59A2C9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5060569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テキスト ボックス 100">
              <a:extLst>
                <a:ext uri="{FF2B5EF4-FFF2-40B4-BE49-F238E27FC236}">
                  <ns2:creationId id="{7D60540A-5796-1B54-BFA6-6F4676F8CFF0}"/>
                </a:ext>
              </a:extLst>
            </p:cNvPr>
            <p:cNvSpPr txBox="1"/>
            <p:nvPr/>
          </p:nvSpPr>
          <p:spPr>
            <a:xfrm>
              <a:off x="8952173" y="4937137"/>
              <a:ext cx="1425744" cy="23504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300BB7BB-2947-B2D3-21FA-EAF9D933B006}"/>
                </a:ext>
              </a:extLst>
            </p:cNvPr>
            <p:cNvCxnSpPr>
              <a:cxnSpLocks/>
            </p:cNvCxnSpPr>
            <p:nvPr/>
          </p:nvCxnSpPr>
          <p:spPr>
            <a:xfrm>
              <a:off x="9321955" y="5488641"/>
              <a:ext cx="2515228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610B7D7F-B697-B17A-5B71-D6017B0E7F91}"/>
                </a:ext>
              </a:extLst>
            </p:cNvPr>
            <p:cNvSpPr txBox="1"/>
            <p:nvPr/>
          </p:nvSpPr>
          <p:spPr>
            <a:xfrm>
              <a:off x="10111280" y="5240485"/>
              <a:ext cx="9529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6" name="直線矢印コネクタ 85">
              <a:extLst>
                <a:ext uri="{FF2B5EF4-FFF2-40B4-BE49-F238E27FC236}">
                  <ns2:creationId id="{961F3DA0-546E-4AFF-003F-800DCB5E256E}"/>
                </a:ext>
              </a:extLst>
            </p:cNvPr>
            <p:cNvCxnSpPr>
              <a:cxnSpLocks/>
            </p:cNvCxnSpPr>
            <p:nvPr/>
          </p:nvCxnSpPr>
          <p:spPr>
            <a:xfrm>
              <a:off x="7864047" y="5496591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テキスト ボックス 101">
              <a:extLst>
                <a:ext uri="{FF2B5EF4-FFF2-40B4-BE49-F238E27FC236}">
                  <ns2:creationId id="{91AB64DF-E4DE-58E4-F972-FFFE05CB2871}"/>
                </a:ext>
              </a:extLst>
            </p:cNvPr>
            <p:cNvSpPr txBox="1"/>
            <p:nvPr/>
          </p:nvSpPr>
          <p:spPr>
            <a:xfrm>
              <a:off x="7950200" y="5240485"/>
              <a:ext cx="8483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7" name="直線矢印コネクタ 86">
              <a:extLst>
                <a:ext uri="{FF2B5EF4-FFF2-40B4-BE49-F238E27FC236}">
                  <ns2:creationId id="{189D866B-DECA-1938-6D04-C3D1C172A1A5}"/>
                </a:ext>
              </a:extLst>
            </p:cNvPr>
            <p:cNvCxnSpPr>
              <a:cxnSpLocks/>
            </p:cNvCxnSpPr>
            <p:nvPr/>
          </p:nvCxnSpPr>
          <p:spPr>
            <a:xfrm>
              <a:off x="10801076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テキスト ボックス 185">
              <a:extLst>
                <a:ext uri="{FF2B5EF4-FFF2-40B4-BE49-F238E27FC236}">
                  <ns2:creationId id="{61EE981E-CBD9-1E23-067F-08F86E2C7F38}"/>
                </a:ext>
              </a:extLst>
            </p:cNvPr>
            <p:cNvSpPr txBox="1"/>
            <p:nvPr/>
          </p:nvSpPr>
          <p:spPr>
            <a:xfrm>
              <a:off x="10919460" y="5805106"/>
              <a:ext cx="78124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5" name="直線矢印コネクタ 94">
              <a:extLst>
                <a:ext uri="{FF2B5EF4-FFF2-40B4-BE49-F238E27FC236}">
                  <ns2:creationId id="{A10C7B43-E83F-8AA2-6A80-78EF0D36D6AF}"/>
                </a:ext>
              </a:extLst>
            </p:cNvPr>
            <p:cNvCxnSpPr>
              <a:cxnSpLocks/>
            </p:cNvCxnSpPr>
            <p:nvPr/>
          </p:nvCxnSpPr>
          <p:spPr>
            <a:xfrm>
              <a:off x="7487197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テキスト ボックス 182">
              <a:extLst>
                <a:ext uri="{FF2B5EF4-FFF2-40B4-BE49-F238E27FC236}">
                  <ns2:creationId id="{3FD36AC0-746C-E370-1A29-172931C35FEC}"/>
                </a:ext>
              </a:extLst>
            </p:cNvPr>
            <p:cNvSpPr txBox="1"/>
            <p:nvPr/>
          </p:nvSpPr>
          <p:spPr>
            <a:xfrm>
              <a:off x="7590789" y="5805108"/>
              <a:ext cx="848361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6" name="直線矢印コネクタ 95">
              <a:extLst>
                <a:ext uri="{FF2B5EF4-FFF2-40B4-BE49-F238E27FC236}">
                  <ns2:creationId id="{97EE9F6C-5763-50D2-B701-3D7911D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8952173" y="6053262"/>
              <a:ext cx="68618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矢印コネクタ 96">
              <a:extLst>
                <a:ext uri="{FF2B5EF4-FFF2-40B4-BE49-F238E27FC236}">
                  <ns2:creationId id="{CAEDD169-2130-4F10-EA49-5D75E63DC90A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6053262"/>
              <a:ext cx="31640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2FC06173-8D87-9122-7AF0-96A9A845D03C}"/>
                </a:ext>
              </a:extLst>
            </p:cNvPr>
            <p:cNvSpPr txBox="1"/>
            <p:nvPr/>
          </p:nvSpPr>
          <p:spPr>
            <a:xfrm>
              <a:off x="9017000" y="5805108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endParaRPr lang="en-US" altLang="ja-JP" sz="800" dirty="0"/>
            </a:p>
            <a:p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24B3D7E2-1085-C32B-7C5E-2318604EFB88}"/>
                </a:ext>
              </a:extLst>
            </p:cNvPr>
            <p:cNvSpPr txBox="1"/>
            <p:nvPr/>
          </p:nvSpPr>
          <p:spPr>
            <a:xfrm>
              <a:off x="10126520" y="5805108"/>
              <a:ext cx="185245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vert="eaVert" wrap="square" lIns="36000" tIns="0" rIns="36000" b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600" dirty="0"/>
                <a:t>XX</a:t>
              </a:r>
              <a:r>
                <a:rPr lang="en-US" altLang="ja-JP" sz="600" dirty="0"/>
                <a:t>XX</a:t>
              </a:r>
              <a:r>
                <a:rPr lang="ja-JP" altLang="en-US" sz="600" dirty="0"/>
                <a:t>XX</a:t>
              </a:r>
              <a:r>
                <a:rPr lang="en-US" altLang="ja-JP" sz="600" dirty="0"/>
                <a:t>/</a:t>
              </a:r>
              <a:r>
                <a:rPr lang="ja-JP" altLang="en-US" sz="600" dirty="0"/>
                <a:t>XX</a:t>
              </a:r>
            </a:p>
          </p:txBody>
        </p:sp>
      </p:grpSp>
    </p:spTree>
    <p:extLst>
      <p:ext uri="{BB962C8B-B14F-4D97-AF65-F5344CB8AC3E}">
        <ns6:creationId val="712659107"/>
      </p:ext>
    </p:extLst>
  </p:cSld>
  <p:clrMapOvr>
    <a:masterClrMapping/>
  </p:clrMapOvr>
</p:sld>
</file>

<file path=ppt/slides/slide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1AC9CA5-5C1B-A526-E497-C4250E8FD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正方形/長方形 27">
            <a:extLst>
              <a:ext uri="{FF2B5EF4-FFF2-40B4-BE49-F238E27FC236}">
                <ns2:creationId id="{AA468677-A9BC-B495-E996-9C1E82D6DDE7}"/>
              </a:ext>
            </a:extLst>
          </p:cNvPr>
          <p:cNvSpPr/>
          <p:nvPr/>
        </p:nvSpPr>
        <p:spPr>
          <a:xfrm>
            <a:off x="3551733" y="4572474"/>
            <a:ext cx="3276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 spc="3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FD249CF4-3643-D879-1A73-1AA538BA8A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32C264D-95D3-ECF9-C0EC-66260DDD6B61}"/>
              </a:ext>
            </a:extLst>
          </p:cNvPr>
          <p:cNvGrpSpPr/>
          <p:nvPr/>
        </p:nvGrpSpPr>
        <p:grpSpPr>
          <a:xfrm>
            <a:off x="1331048" y="2617287"/>
            <a:ext cx="10525339" cy="258668"/>
            <a:chOff x="1331698" y="2751149"/>
            <a:chExt cx="10525339" cy="258668"/>
          </a:xfrm>
        </p:grpSpPr>
        <p:cxnSp>
          <p:nvCxnSpPr>
            <p:cNvPr id="8" name="直線コネクタ 7">
              <a:extLst>
                <a:ext uri="{FF2B5EF4-FFF2-40B4-BE49-F238E27FC236}">
                  <ns2:creationId id="{2199C291-3ED5-D5A1-D102-82648AE0421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594368" y="-2382186"/>
              <a:ext cx="0" cy="1052533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5122BDEB-4B0F-EAA7-2CFA-35B6B21E976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6465034" y="2754483"/>
              <a:ext cx="258668" cy="252000"/>
              <a:chOff x="4481975" y="4552638"/>
              <a:chExt cx="369527" cy="360000"/>
            </a:xfrm>
          </p:grpSpPr>
          <p:sp>
            <p:nvSpPr>
              <p:cNvPr id="10" name="円/楕円 8">
                <a:extLst>
                  <a:ext uri="{FF2B5EF4-FFF2-40B4-BE49-F238E27FC236}">
                    <ns2:creationId id="{8D7A666D-F792-156D-B02E-F2BFA18CF83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29A5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1" name="グラフィックス 10">
                <a:extLst>
                  <a:ext uri="{FF2B5EF4-FFF2-40B4-BE49-F238E27FC236}">
                    <ns2:creationId id="{DDB251E8-E4B9-46A6-B127-DF6EFC7D6D65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21973592-A5A9-783B-517F-042B81190D5B}"/>
              </a:ext>
            </a:extLst>
          </p:cNvPr>
          <p:cNvGrpSpPr/>
          <p:nvPr/>
        </p:nvGrpSpPr>
        <p:grpSpPr>
          <a:xfrm>
            <a:off x="1331695" y="4284728"/>
            <a:ext cx="10524691" cy="288000"/>
            <a:chOff x="1331695" y="4284728"/>
            <a:chExt cx="10524691" cy="288000"/>
          </a:xfrm>
        </p:grpSpPr>
        <p:sp>
          <p:nvSpPr>
            <p:cNvPr id="14" name="ホームベース 64">
              <a:extLst>
                <a:ext uri="{FF2B5EF4-FFF2-40B4-BE49-F238E27FC236}">
                  <ns2:creationId id="{151E3616-7BC7-553D-0A4E-E95CC8D58D93}"/>
                </a:ext>
              </a:extLst>
            </p:cNvPr>
            <p:cNvSpPr/>
            <p:nvPr/>
          </p:nvSpPr>
          <p:spPr>
            <a:xfrm>
              <a:off x="1331695" y="4284728"/>
              <a:ext cx="2260800" cy="288000"/>
            </a:xfrm>
            <a:prstGeom prst="homePlate">
              <a:avLst>
                <a:gd name="adj" fmla="val 26028"/>
              </a:avLst>
            </a:prstGeom>
            <a:solidFill>
              <a:srgbClr val="29A559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山形 65">
              <a:extLst>
                <a:ext uri="{FF2B5EF4-FFF2-40B4-BE49-F238E27FC236}">
                  <ns2:creationId id="{A0142CBD-4F76-9F22-4FA0-B46B92CA2B5A}"/>
                </a:ext>
              </a:extLst>
            </p:cNvPr>
            <p:cNvSpPr/>
            <p:nvPr/>
          </p:nvSpPr>
          <p:spPr>
            <a:xfrm>
              <a:off x="3546638" y="4284728"/>
              <a:ext cx="6663731" cy="288000"/>
            </a:xfrm>
            <a:prstGeom prst="chevron">
              <a:avLst>
                <a:gd name="adj" fmla="val 26028"/>
              </a:avLst>
            </a:prstGeom>
            <a:solidFill>
              <a:srgbClr val="29A5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6" name="山形 66">
              <a:extLst>
                <a:ext uri="{FF2B5EF4-FFF2-40B4-BE49-F238E27FC236}">
                  <ns2:creationId id="{F5721ACE-9C0E-1AAF-53BA-FB251FC944A8}"/>
                </a:ext>
              </a:extLst>
            </p:cNvPr>
            <p:cNvSpPr/>
            <p:nvPr/>
          </p:nvSpPr>
          <p:spPr>
            <a:xfrm>
              <a:off x="10164386" y="4284728"/>
              <a:ext cx="1692000" cy="288000"/>
            </a:xfrm>
            <a:prstGeom prst="chevron">
              <a:avLst>
                <a:gd name="adj" fmla="val 26028"/>
              </a:avLst>
            </a:prstGeom>
            <a:solidFill>
              <a:srgbClr val="33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0" name="正方形/長方形 19">
            <a:extLst>
              <a:ext uri="{FF2B5EF4-FFF2-40B4-BE49-F238E27FC236}">
                <ns2:creationId id="{D86DB07F-9FB5-13BD-6309-A43E66B70F78}"/>
              </a:ext>
            </a:extLst>
          </p:cNvPr>
          <p:cNvSpPr/>
          <p:nvPr/>
        </p:nvSpPr>
        <p:spPr>
          <a:xfrm>
            <a:off x="1295186" y="1053473"/>
            <a:ext cx="10525339" cy="2873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1">
              <a:lnSpc>
                <a:spcPct val="100000"/>
              </a:lnSpc>
            </a:pP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ROIC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、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EBITDA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896AB741-406F-F192-8521-F56CAC43891F}"/>
              </a:ext>
            </a:extLst>
          </p:cNvPr>
          <p:cNvSpPr/>
          <p:nvPr/>
        </p:nvSpPr>
        <p:spPr>
          <a:xfrm>
            <a:off x="1331698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四角形: 角を丸くする 23">
            <a:extLst>
              <a:ext uri="{FF2B5EF4-FFF2-40B4-BE49-F238E27FC236}">
                <ns2:creationId id="{3BAA6DF5-3E68-5624-A693-60D4DF98F4C6}"/>
              </a:ext>
            </a:extLst>
          </p:cNvPr>
          <p:cNvSpPr/>
          <p:nvPr/>
        </p:nvSpPr>
        <p:spPr>
          <a:xfrm>
            <a:off x="6636386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B54583E0-1895-C058-7FF2-363776EBB37D}"/>
              </a:ext>
            </a:extLst>
          </p:cNvPr>
          <p:cNvSpPr/>
          <p:nvPr/>
        </p:nvSpPr>
        <p:spPr>
          <a:xfrm>
            <a:off x="6636387" y="3339940"/>
            <a:ext cx="5219999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0411B99B-D8DE-FC9D-0DCC-303C40FAE386}"/>
              </a:ext>
            </a:extLst>
          </p:cNvPr>
          <p:cNvSpPr/>
          <p:nvPr/>
        </p:nvSpPr>
        <p:spPr>
          <a:xfrm>
            <a:off x="1331698" y="3340247"/>
            <a:ext cx="5220000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85EAE6E-0513-652D-4367-3C79397DD7D2}"/>
              </a:ext>
            </a:extLst>
          </p:cNvPr>
          <p:cNvSpPr/>
          <p:nvPr/>
        </p:nvSpPr>
        <p:spPr>
          <a:xfrm>
            <a:off x="1331697" y="4572474"/>
            <a:ext cx="2186561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54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」</a:t>
            </a:r>
            <a:r>
              <a:rPr lang="ja-JP" altLang="en-US" sz="1100" spc="-7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 spc="-7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54F8DDB5-2B4C-C3D3-286C-1EA162EA80C6}"/>
              </a:ext>
            </a:extLst>
          </p:cNvPr>
          <p:cNvSpPr/>
          <p:nvPr/>
        </p:nvSpPr>
        <p:spPr>
          <a:xfrm>
            <a:off x="6827733" y="4572474"/>
            <a:ext cx="3312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)</a:t>
            </a: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920FDED4-DB9B-9D1F-150E-87767B452B27}"/>
              </a:ext>
            </a:extLst>
          </p:cNvPr>
          <p:cNvSpPr/>
          <p:nvPr/>
        </p:nvSpPr>
        <p:spPr>
          <a:xfrm>
            <a:off x="10164470" y="4572474"/>
            <a:ext cx="1620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</p:txBody>
      </p:sp>
      <p:grpSp>
        <p:nvGrpSpPr>
          <p:cNvPr id="82" name="グループ化 81">
            <a:extLst>
              <a:ext uri="{FF2B5EF4-FFF2-40B4-BE49-F238E27FC236}">
                <ns2:creationId id="{2F3B4778-4F38-7B22-F477-FE23C75D3861}"/>
              </a:ext>
            </a:extLst>
          </p:cNvPr>
          <p:cNvGrpSpPr/>
          <p:nvPr/>
        </p:nvGrpSpPr>
        <p:grpSpPr>
          <a:xfrm>
            <a:off x="6616531" y="1348979"/>
            <a:ext cx="5239855" cy="1112187"/>
            <a:chOff x="6616531" y="1650189"/>
            <a:chExt cx="5239855" cy="1112187"/>
          </a:xfrm>
        </p:grpSpPr>
        <p:sp>
          <p:nvSpPr>
            <p:cNvPr id="22" name="正方形/長方形 21">
              <a:extLst>
                <a:ext uri="{FF2B5EF4-FFF2-40B4-BE49-F238E27FC236}">
                  <ns2:creationId id="{2EEBD56F-BDFB-42B0-C37F-B8A8034EA53D}"/>
                </a:ext>
              </a:extLst>
            </p:cNvPr>
            <p:cNvSpPr/>
            <p:nvPr/>
          </p:nvSpPr>
          <p:spPr>
            <a:xfrm>
              <a:off x="6744386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  <a:spcAft>
                  <a:spcPts val="300"/>
                </a:spcAf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lvl="2" indent="-88900"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30325" algn="l"/>
                  <a:tab pos="38576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	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4138" lvl="2" indent="-84138">
                <a:lnSpc>
                  <a:spcPct val="100000"/>
                </a:lnSpc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049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1" name="楕円 40">
              <a:extLst>
                <a:ext uri="{FF2B5EF4-FFF2-40B4-BE49-F238E27FC236}">
                  <ns2:creationId id="{B6E47B47-F060-148F-4F2A-DC2ADF23EB41}"/>
                </a:ext>
              </a:extLst>
            </p:cNvPr>
            <p:cNvSpPr/>
            <p:nvPr/>
          </p:nvSpPr>
          <p:spPr>
            <a:xfrm>
              <a:off x="6616531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B46E3533-C488-0AC8-E287-17DAEB7096CD}"/>
              </a:ext>
            </a:extLst>
          </p:cNvPr>
          <p:cNvGrpSpPr/>
          <p:nvPr/>
        </p:nvGrpSpPr>
        <p:grpSpPr>
          <a:xfrm>
            <a:off x="1309394" y="1348979"/>
            <a:ext cx="5238001" cy="1112187"/>
            <a:chOff x="1309394" y="1650189"/>
            <a:chExt cx="5238001" cy="1112187"/>
          </a:xfrm>
        </p:grpSpPr>
        <p:sp>
          <p:nvSpPr>
            <p:cNvPr id="21" name="正方形/長方形 20">
              <a:extLst>
                <a:ext uri="{FF2B5EF4-FFF2-40B4-BE49-F238E27FC236}">
                  <ns2:creationId id="{E02B3425-C5A0-6244-7705-AB7BFD158563}"/>
                </a:ext>
              </a:extLst>
            </p:cNvPr>
            <p:cNvSpPr/>
            <p:nvPr/>
          </p:nvSpPr>
          <p:spPr>
            <a:xfrm>
              <a:off x="1435395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18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ROIC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EBITDA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/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 </a:t>
              </a:r>
              <a:r>
                <a:rPr lang="ja-JP" altLang="en-US" sz="1100" spc="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ACB37E6F-B3AC-8017-A8C1-A5E26E4791B4}"/>
                </a:ext>
              </a:extLst>
            </p:cNvPr>
            <p:cNvSpPr/>
            <p:nvPr/>
          </p:nvSpPr>
          <p:spPr>
            <a:xfrm>
              <a:off x="1309394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9" name="グループ化 58">
            <a:extLst>
              <a:ext uri="{FF2B5EF4-FFF2-40B4-BE49-F238E27FC236}">
                <ns2:creationId id="{71FA2E82-6A4E-1C0B-50E2-CEC616870D67}"/>
              </a:ext>
            </a:extLst>
          </p:cNvPr>
          <p:cNvGrpSpPr/>
          <p:nvPr/>
        </p:nvGrpSpPr>
        <p:grpSpPr>
          <a:xfrm>
            <a:off x="1547861" y="2052131"/>
            <a:ext cx="1476000" cy="360000"/>
            <a:chOff x="2062412" y="2313682"/>
            <a:chExt cx="1476000" cy="360000"/>
          </a:xfrm>
        </p:grpSpPr>
        <p:sp>
          <p:nvSpPr>
            <p:cNvPr id="56" name="正方形/長方形 55">
              <a:extLst>
                <a:ext uri="{FF2B5EF4-FFF2-40B4-BE49-F238E27FC236}">
                  <ns2:creationId id="{74EB1BE0-9726-0973-73E9-8415D7312A8D}"/>
                </a:ext>
              </a:extLst>
            </p:cNvPr>
            <p:cNvSpPr/>
            <p:nvPr/>
          </p:nvSpPr>
          <p:spPr>
            <a:xfrm>
              <a:off x="2062412" y="2313682"/>
              <a:ext cx="1476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乗算記号 57">
              <a:extLst>
                <a:ext uri="{FF2B5EF4-FFF2-40B4-BE49-F238E27FC236}">
                  <ns2:creationId id="{EAA862ED-639D-6B96-1F8F-698D31D3EE89}"/>
                </a:ext>
              </a:extLst>
            </p:cNvPr>
            <p:cNvSpPr/>
            <p:nvPr/>
          </p:nvSpPr>
          <p:spPr>
            <a:xfrm>
              <a:off x="2062412" y="2331682"/>
              <a:ext cx="324000" cy="324000"/>
            </a:xfrm>
            <a:prstGeom prst="mathMultiply">
              <a:avLst>
                <a:gd name="adj1" fmla="val 9995"/>
              </a:avLst>
            </a:prstGeom>
            <a:solidFill>
              <a:srgbClr val="A6A6A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1" name="グループ化 60">
            <a:extLst>
              <a:ext uri="{FF2B5EF4-FFF2-40B4-BE49-F238E27FC236}">
                <ns2:creationId id="{7658F170-E22C-71F0-B00B-C9BA3CEC27CD}"/>
              </a:ext>
            </a:extLst>
          </p:cNvPr>
          <p:cNvGrpSpPr/>
          <p:nvPr/>
        </p:nvGrpSpPr>
        <p:grpSpPr>
          <a:xfrm>
            <a:off x="3023861" y="2052131"/>
            <a:ext cx="3276267" cy="360000"/>
            <a:chOff x="4147704" y="2313682"/>
            <a:chExt cx="3276267" cy="360000"/>
          </a:xfrm>
        </p:grpSpPr>
        <p:sp>
          <p:nvSpPr>
            <p:cNvPr id="57" name="正方形/長方形 56">
              <a:extLst>
                <a:ext uri="{FF2B5EF4-FFF2-40B4-BE49-F238E27FC236}">
                  <ns2:creationId id="{1CA51459-C0DF-3395-4FB0-7322FC38AE4A}"/>
                </a:ext>
              </a:extLst>
            </p:cNvPr>
            <p:cNvSpPr/>
            <p:nvPr/>
          </p:nvSpPr>
          <p:spPr>
            <a:xfrm>
              <a:off x="4147704" y="2313682"/>
              <a:ext cx="3276267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楕円 59">
              <a:extLst>
                <a:ext uri="{FF2B5EF4-FFF2-40B4-BE49-F238E27FC236}">
                  <ns2:creationId id="{014EB3ED-A2B8-AC6D-CC36-3CC9D49FD841}"/>
                </a:ext>
              </a:extLst>
            </p:cNvPr>
            <p:cNvSpPr/>
            <p:nvPr/>
          </p:nvSpPr>
          <p:spPr>
            <a:xfrm>
              <a:off x="4246320" y="2385682"/>
              <a:ext cx="216000" cy="216000"/>
            </a:xfrm>
            <a:prstGeom prst="ellipse">
              <a:avLst/>
            </a:prstGeom>
            <a:noFill/>
            <a:ln w="31750">
              <a:solidFill>
                <a:srgbClr val="29A55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08E3636-2768-0655-3B9E-54339E4E109B}"/>
              </a:ext>
            </a:extLst>
          </p:cNvPr>
          <p:cNvGrpSpPr/>
          <p:nvPr/>
        </p:nvGrpSpPr>
        <p:grpSpPr>
          <a:xfrm>
            <a:off x="340258" y="4284728"/>
            <a:ext cx="900000" cy="2021016"/>
            <a:chOff x="340258" y="4284728"/>
            <a:chExt cx="900000" cy="2021016"/>
          </a:xfrm>
        </p:grpSpPr>
        <p:sp>
          <p:nvSpPr>
            <p:cNvPr id="19" name="正方形/長方形 18">
              <a:extLst>
                <a:ext uri="{FF2B5EF4-FFF2-40B4-BE49-F238E27FC236}">
                  <ns2:creationId id="{080B5ED3-5E10-1005-5BB6-FC6D5233E655}"/>
                </a:ext>
              </a:extLst>
            </p:cNvPr>
            <p:cNvSpPr/>
            <p:nvPr/>
          </p:nvSpPr>
          <p:spPr>
            <a:xfrm>
              <a:off x="340258" y="4284728"/>
              <a:ext cx="900000" cy="202101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0" rIns="36000" bIns="180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spcBef>
                  <a:spcPts val="1000"/>
                </a:spcBef>
                <a:buClr>
                  <a:srgbClr val="008000"/>
                </a:buClr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29A559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68D16727-1225-3B0B-A303-ED7A62E2413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4284728"/>
              <a:ext cx="0" cy="2021016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3" name="グラフィックス 62" descr="ワークフロー 単色塗りつぶし">
              <a:extLst>
                <a:ext uri="{FF2B5EF4-FFF2-40B4-BE49-F238E27FC236}">
                  <ns2:creationId id="{451BB8C6-3691-89C3-7676-8CFE869F0C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4258" y="4833293"/>
              <a:ext cx="432000" cy="432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5FB93B0B-34B8-81A2-C588-7355B7F12253}"/>
              </a:ext>
            </a:extLst>
          </p:cNvPr>
          <p:cNvGrpSpPr/>
          <p:nvPr/>
        </p:nvGrpSpPr>
        <p:grpSpPr>
          <a:xfrm>
            <a:off x="340258" y="3047179"/>
            <a:ext cx="900000" cy="1085069"/>
            <a:chOff x="340258" y="3047179"/>
            <a:chExt cx="900000" cy="1085069"/>
          </a:xfrm>
        </p:grpSpPr>
        <p:sp>
          <p:nvSpPr>
            <p:cNvPr id="18" name="正方形/長方形 17">
              <a:extLst>
                <a:ext uri="{FF2B5EF4-FFF2-40B4-BE49-F238E27FC236}">
                  <ns2:creationId id="{CAA20249-FC0F-BE48-4724-C6349C09F0C5}"/>
                </a:ext>
              </a:extLst>
            </p:cNvPr>
            <p:cNvSpPr/>
            <p:nvPr/>
          </p:nvSpPr>
          <p:spPr>
            <a:xfrm>
              <a:off x="340258" y="3047179"/>
              <a:ext cx="900000" cy="10850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180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直線コネクタ 37">
              <a:extLst>
                <a:ext uri="{FF2B5EF4-FFF2-40B4-BE49-F238E27FC236}">
                  <ns2:creationId id="{0C988167-F96B-1966-EB43-E7468D12CCF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3047179"/>
              <a:ext cx="0" cy="1085069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9" name="グラフィックス 68" descr="プレイブック 単色塗りつぶし">
              <a:extLst>
                <a:ext uri="{FF2B5EF4-FFF2-40B4-BE49-F238E27FC236}">
                  <ns2:creationId id="{0B91D01C-75CB-A72E-3F2D-C110C02F0F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4258" y="3216060"/>
              <a:ext cx="432000" cy="432000"/>
            </a:xfrm>
            <a:prstGeom prst="rect">
              <a:avLst/>
            </a:prstGeom>
          </p:spPr>
        </p:pic>
      </p:grpSp>
      <p:pic>
        <p:nvPicPr>
          <p:cNvPr id="71" name="グラフィックス 70" descr="棒グラフ 単色塗りつぶし">
            <a:extLst>
              <a:ext uri="{FF2B5EF4-FFF2-40B4-BE49-F238E27FC236}">
                <ns2:creationId id="{4BB15F48-CEEB-643C-C0BC-BD5A0FB2D9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974735" y="3744851"/>
            <a:ext cx="432000" cy="432000"/>
          </a:xfrm>
          <a:prstGeom prst="rect">
            <a:avLst/>
          </a:prstGeom>
        </p:spPr>
      </p:pic>
      <p:pic>
        <p:nvPicPr>
          <p:cNvPr id="73" name="グラフィックス 72" descr="リサーチ 単色塗りつぶし">
            <a:extLst>
              <a:ext uri="{FF2B5EF4-FFF2-40B4-BE49-F238E27FC236}">
                <ns2:creationId id="{FDC003A9-B2E0-6844-8932-A07A83DAE1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257773" y="3699940"/>
            <a:ext cx="432000" cy="432000"/>
          </a:xfrm>
          <a:prstGeom prst="rect">
            <a:avLst/>
          </a:prstGeom>
        </p:spPr>
      </p:pic>
      <p:grpSp>
        <p:nvGrpSpPr>
          <p:cNvPr id="77" name="グループ化 76">
            <a:extLst>
              <a:ext uri="{FF2B5EF4-FFF2-40B4-BE49-F238E27FC236}">
                <ns2:creationId id="{DAD7C417-BD99-C96A-C848-FE82D4DF4B64}"/>
              </a:ext>
            </a:extLst>
          </p:cNvPr>
          <p:cNvGrpSpPr/>
          <p:nvPr/>
        </p:nvGrpSpPr>
        <p:grpSpPr>
          <a:xfrm>
            <a:off x="340258" y="1053472"/>
            <a:ext cx="900000" cy="1407694"/>
            <a:chOff x="340258" y="1354682"/>
            <a:chExt cx="900000" cy="1407694"/>
          </a:xfrm>
        </p:grpSpPr>
        <p:sp>
          <p:nvSpPr>
            <p:cNvPr id="17" name="正方形/長方形 16">
              <a:extLst>
                <a:ext uri="{FF2B5EF4-FFF2-40B4-BE49-F238E27FC236}">
                  <ns2:creationId id="{15012CA2-4519-EC81-895F-953184FE2EF2}"/>
                </a:ext>
              </a:extLst>
            </p:cNvPr>
            <p:cNvSpPr/>
            <p:nvPr/>
          </p:nvSpPr>
          <p:spPr>
            <a:xfrm>
              <a:off x="340258" y="1354683"/>
              <a:ext cx="900000" cy="14076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9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35313649-9490-1591-9C10-93607720DFE1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1354682"/>
              <a:ext cx="0" cy="1407694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" name="グラフィックス 74" descr="的中 単色塗りつぶし">
              <a:extLst>
                <a:ext uri="{FF2B5EF4-FFF2-40B4-BE49-F238E27FC236}">
                  <ns2:creationId id="{4A02E2BE-AE33-32CB-2A31-73783228E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4258" y="177851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3659974"/>
      </p:ext>
    </p:extLst>
  </p:cSld>
  <p:clrMapOvr>
    <a:masterClrMapping/>
  </p:clrMapOvr>
</p:sld>
</file>

<file path=ppt/slides/slide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7326222-55C4-5866-CE91-4306E9FAB9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1842B03-0A6F-FC67-84B8-2BCF9435FD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endParaRPr kumimoji="1" lang="ja-JP" altLang="en-US" dirty="0"/>
          </a:p>
        </p:txBody>
      </p:sp>
      <p:sp>
        <p:nvSpPr>
          <p:cNvPr id="21" name="テキスト プレースホルダー 2">
            <a:extLst>
              <a:ext uri="{FF2B5EF4-FFF2-40B4-BE49-F238E27FC236}">
                <ns2:creationId id="{6F8846AD-0996-DA19-8595-B0BCFF59222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sp>
        <p:nvSpPr>
          <p:cNvPr id="57" name="角丸四角形 56">
            <a:extLst>
              <a:ext uri="{FF2B5EF4-FFF2-40B4-BE49-F238E27FC236}">
                <ns2:creationId id="{9FBBA9A1-CC08-64A6-1D7E-7DCECB778199}"/>
              </a:ext>
            </a:extLst>
          </p:cNvPr>
          <p:cNvSpPr/>
          <p:nvPr/>
        </p:nvSpPr>
        <p:spPr>
          <a:xfrm>
            <a:off x="342247" y="1645922"/>
            <a:ext cx="4689343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角丸四角形 59">
            <a:extLst>
              <a:ext uri="{FF2B5EF4-FFF2-40B4-BE49-F238E27FC236}">
                <ns2:creationId id="{F40CA468-7C36-6EAE-F848-BEA5D8567334}"/>
              </a:ext>
            </a:extLst>
          </p:cNvPr>
          <p:cNvSpPr/>
          <p:nvPr/>
        </p:nvSpPr>
        <p:spPr>
          <a:xfrm>
            <a:off x="8211903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2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角丸四角形 62">
            <a:extLst>
              <a:ext uri="{FF2B5EF4-FFF2-40B4-BE49-F238E27FC236}">
                <ns2:creationId id="{330543E7-5023-BE5D-090E-5F01495C0CC6}"/>
              </a:ext>
            </a:extLst>
          </p:cNvPr>
          <p:cNvSpPr/>
          <p:nvPr/>
        </p:nvSpPr>
        <p:spPr>
          <a:xfrm>
            <a:off x="8942604" y="2655353"/>
            <a:ext cx="2914434" cy="1998038"/>
          </a:xfrm>
          <a:prstGeom prst="roundRect">
            <a:avLst>
              <a:gd name="adj" fmla="val 2703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1999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0" name="角丸四角形 69">
            <a:extLst>
              <a:ext uri="{FF2B5EF4-FFF2-40B4-BE49-F238E27FC236}">
                <ns2:creationId id="{D47D99FD-8324-CCA6-8C53-AB406DEFFAEE}"/>
              </a:ext>
            </a:extLst>
          </p:cNvPr>
          <p:cNvSpPr/>
          <p:nvPr/>
        </p:nvSpPr>
        <p:spPr>
          <a:xfrm>
            <a:off x="342247" y="3308957"/>
            <a:ext cx="2914434" cy="690831"/>
          </a:xfrm>
          <a:prstGeom prst="roundRect">
            <a:avLst>
              <a:gd name="adj" fmla="val 7817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角丸四角形 73">
            <a:extLst>
              <a:ext uri="{FF2B5EF4-FFF2-40B4-BE49-F238E27FC236}">
                <ns2:creationId id="{9C843D23-14F1-DDD5-A290-1D3BAA5E4354}"/>
              </a:ext>
            </a:extLst>
          </p:cNvPr>
          <p:cNvSpPr/>
          <p:nvPr/>
        </p:nvSpPr>
        <p:spPr>
          <a:xfrm>
            <a:off x="342247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9" name="グループ化 88">
            <a:extLst>
              <a:ext uri="{FF2B5EF4-FFF2-40B4-BE49-F238E27FC236}">
                <ns2:creationId id="{CBF02462-AD30-8BCF-90DA-B37CE6D7CD97}"/>
              </a:ext>
            </a:extLst>
          </p:cNvPr>
          <p:cNvGrpSpPr/>
          <p:nvPr/>
        </p:nvGrpSpPr>
        <p:grpSpPr>
          <a:xfrm>
            <a:off x="3472438" y="1638103"/>
            <a:ext cx="5247123" cy="4685115"/>
            <a:chOff x="3472438" y="1638103"/>
            <a:chExt cx="5247123" cy="4685115"/>
          </a:xfrm>
        </p:grpSpPr>
        <p:sp>
          <p:nvSpPr>
            <p:cNvPr id="55" name="三角形 54">
              <a:extLst>
                <a:ext uri="{FF2B5EF4-FFF2-40B4-BE49-F238E27FC236}">
                  <ns2:creationId id="{94A4169D-801A-F4B5-913F-E31042E4E2E1}"/>
                </a:ext>
              </a:extLst>
            </p:cNvPr>
            <p:cNvSpPr/>
            <p:nvPr/>
          </p:nvSpPr>
          <p:spPr>
            <a:xfrm rot="10800000">
              <a:off x="5332099" y="3967345"/>
              <a:ext cx="1544728" cy="535587"/>
            </a:xfrm>
            <a:prstGeom prst="triangle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F3A6537F-EF75-8FA5-D9B8-A9051B8561E8}"/>
                </a:ext>
              </a:extLst>
            </p:cNvPr>
            <p:cNvSpPr/>
            <p:nvPr/>
          </p:nvSpPr>
          <p:spPr>
            <a:xfrm>
              <a:off x="5424231" y="16381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10" name="グラフィックス 9" descr="リボン 単色塗りつぶし">
              <a:extLst>
                <a:ext uri="{FF2B5EF4-FFF2-40B4-BE49-F238E27FC236}">
                  <ns2:creationId id="{CF98D904-0175-669C-9FE1-5AEA973E0C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824157" y="1729072"/>
              <a:ext cx="543687" cy="543687"/>
            </a:xfrm>
            <a:prstGeom prst="rect">
              <a:avLst/>
            </a:prstGeom>
          </p:spPr>
        </p:pic>
        <p:sp>
          <p:nvSpPr>
            <p:cNvPr id="20" name="円/楕円 19">
              <a:extLst>
                <a:ext uri="{FF2B5EF4-FFF2-40B4-BE49-F238E27FC236}">
                  <ns2:creationId id="{83AC418D-8B1B-7E74-4008-E6879EA372AA}"/>
                </a:ext>
              </a:extLst>
            </p:cNvPr>
            <p:cNvSpPr/>
            <p:nvPr/>
          </p:nvSpPr>
          <p:spPr>
            <a:xfrm>
              <a:off x="4380023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27" name="グラフィックス 26" descr="トラック 単色塗りつぶし">
              <a:extLst>
                <a:ext uri="{FF2B5EF4-FFF2-40B4-BE49-F238E27FC236}">
                  <ns2:creationId id="{40257968-859A-8174-3538-2BD043D74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779949" y="5070649"/>
              <a:ext cx="543687" cy="543687"/>
            </a:xfrm>
            <a:prstGeom prst="rect">
              <a:avLst/>
            </a:prstGeom>
          </p:spPr>
        </p:pic>
        <p:sp>
          <p:nvSpPr>
            <p:cNvPr id="29" name="円/楕円 28">
              <a:extLst>
                <a:ext uri="{FF2B5EF4-FFF2-40B4-BE49-F238E27FC236}">
                  <ns2:creationId id="{8AF846CD-C61A-95CE-4756-8194D434402C}"/>
                </a:ext>
              </a:extLst>
            </p:cNvPr>
            <p:cNvSpPr/>
            <p:nvPr/>
          </p:nvSpPr>
          <p:spPr>
            <a:xfrm>
              <a:off x="6468438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38" name="グラフィックス 37" descr="矢印付きの円 単色塗りつぶし">
              <a:extLst>
                <a:ext uri="{FF2B5EF4-FFF2-40B4-BE49-F238E27FC236}">
                  <ns2:creationId id="{08C6EDF8-F14B-1807-CB98-1485A8C924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868364" y="5189402"/>
              <a:ext cx="543687" cy="543687"/>
            </a:xfrm>
            <a:prstGeom prst="rect">
              <a:avLst/>
            </a:prstGeom>
          </p:spPr>
        </p:pic>
        <p:sp>
          <p:nvSpPr>
            <p:cNvPr id="14" name="円/楕円 13">
              <a:extLst>
                <a:ext uri="{FF2B5EF4-FFF2-40B4-BE49-F238E27FC236}">
                  <ns2:creationId id="{D1021C50-07EF-BE5D-5EC8-F34B2F4BA757}"/>
                </a:ext>
              </a:extLst>
            </p:cNvPr>
            <p:cNvSpPr/>
            <p:nvPr/>
          </p:nvSpPr>
          <p:spPr>
            <a:xfrm>
              <a:off x="3472438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16" name="グラフィックス 15" descr="手のひらと植物 単色塗りつぶし">
              <a:extLst>
                <a:ext uri="{FF2B5EF4-FFF2-40B4-BE49-F238E27FC236}">
                  <ns2:creationId id="{A7644CED-8058-2B78-824A-EFE0A96A4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2364" y="3192325"/>
              <a:ext cx="543687" cy="543687"/>
            </a:xfrm>
            <a:prstGeom prst="rect">
              <a:avLst/>
            </a:prstGeom>
          </p:spPr>
        </p:pic>
        <p:sp>
          <p:nvSpPr>
            <p:cNvPr id="40" name="円/楕円 39">
              <a:extLst>
                <a:ext uri="{FF2B5EF4-FFF2-40B4-BE49-F238E27FC236}">
                  <ns2:creationId id="{466EFD6C-91C1-889D-E87B-8974AD6430DA}"/>
                </a:ext>
              </a:extLst>
            </p:cNvPr>
            <p:cNvSpPr/>
            <p:nvPr/>
          </p:nvSpPr>
          <p:spPr>
            <a:xfrm>
              <a:off x="7376023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41" name="グラフィックス 40" descr="フローチャート 単色塗りつぶし">
              <a:extLst>
                <a:ext uri="{FF2B5EF4-FFF2-40B4-BE49-F238E27FC236}">
                  <ns2:creationId id="{F34AB70E-8C9F-D8FB-B7B8-3CB6EB13EC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75949" y="3192325"/>
              <a:ext cx="543687" cy="543687"/>
            </a:xfrm>
            <a:prstGeom prst="rect">
              <a:avLst/>
            </a:prstGeom>
          </p:spPr>
        </p:pic>
        <p:sp>
          <p:nvSpPr>
            <p:cNvPr id="44" name="三角形 43">
              <a:extLst>
                <a:ext uri="{FF2B5EF4-FFF2-40B4-BE49-F238E27FC236}">
                  <ns2:creationId id="{C190C10C-34B4-A9C2-EA4D-BF80CD001FE5}"/>
                </a:ext>
              </a:extLst>
            </p:cNvPr>
            <p:cNvSpPr/>
            <p:nvPr/>
          </p:nvSpPr>
          <p:spPr>
            <a:xfrm rot="10800000">
              <a:off x="5911178" y="306377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三角形 44">
              <a:extLst>
                <a:ext uri="{FF2B5EF4-FFF2-40B4-BE49-F238E27FC236}">
                  <ns2:creationId id="{DB054B26-9884-56DA-ADEA-D2150F95812A}"/>
                </a:ext>
              </a:extLst>
            </p:cNvPr>
            <p:cNvSpPr/>
            <p:nvPr/>
          </p:nvSpPr>
          <p:spPr>
            <a:xfrm rot="6394970">
              <a:off x="4684769" y="387052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三角形 45">
              <a:extLst>
                <a:ext uri="{FF2B5EF4-FFF2-40B4-BE49-F238E27FC236}">
                  <ns2:creationId id="{890F8C0A-5E18-72BA-A183-23C2BFB31AAC}"/>
                </a:ext>
              </a:extLst>
            </p:cNvPr>
            <p:cNvSpPr/>
            <p:nvPr/>
          </p:nvSpPr>
          <p:spPr>
            <a:xfrm rot="14943294">
              <a:off x="7123233" y="388614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三角形 46">
              <a:extLst>
                <a:ext uri="{FF2B5EF4-FFF2-40B4-BE49-F238E27FC236}">
                  <ns2:creationId id="{7A0D3895-E849-94DC-D3C3-A229E2A3A536}"/>
                </a:ext>
              </a:extLst>
            </p:cNvPr>
            <p:cNvSpPr/>
            <p:nvPr/>
          </p:nvSpPr>
          <p:spPr>
            <a:xfrm rot="19587319">
              <a:off x="6574485" y="487461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三角形 47">
              <a:extLst>
                <a:ext uri="{FF2B5EF4-FFF2-40B4-BE49-F238E27FC236}">
                  <ns2:creationId id="{E51479BF-8FD1-2D1E-0384-5D3B30F51BB7}"/>
                </a:ext>
              </a:extLst>
            </p:cNvPr>
            <p:cNvSpPr/>
            <p:nvPr/>
          </p:nvSpPr>
          <p:spPr>
            <a:xfrm rot="1916276">
              <a:off x="5285812" y="4916768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280C08-8C8D-CD25-E8E5-2C9149F3C10C}"/>
                </a:ext>
              </a:extLst>
            </p:cNvPr>
            <p:cNvSpPr txBox="1"/>
            <p:nvPr/>
          </p:nvSpPr>
          <p:spPr>
            <a:xfrm>
              <a:off x="5196179" y="3219199"/>
              <a:ext cx="17491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br>
                <a:rPr kumimoji="1" lang="en-US" altLang="ja-DE" sz="1400">
                  <a:solidFill>
                    <a:schemeClr val="accent5"/>
                  </a:solidFill>
                </a:rPr>
              </a:br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r>
                <a:rPr kumimoji="1" lang="en-US" altLang="ja-DE" sz="1400">
                  <a:solidFill>
                    <a:schemeClr val="accent5"/>
                  </a:solidFill>
                </a:rPr>
                <a:t>XX</a:t>
              </a:r>
              <a:endParaRPr kumimoji="1" lang="ja-DE" altLang="en-US" sz="1400">
                <a:solidFill>
                  <a:schemeClr val="accent5"/>
                </a:solidFill>
              </a:endParaRPr>
            </a:p>
          </p:txBody>
        </p:sp>
        <p:sp>
          <p:nvSpPr>
            <p:cNvPr id="52" name="角丸四角形 51">
              <a:extLst>
                <a:ext uri="{FF2B5EF4-FFF2-40B4-BE49-F238E27FC236}">
                  <ns2:creationId id="{31E2A85F-0E96-6693-6710-AAA9BF1901AA}"/>
                </a:ext>
              </a:extLst>
            </p:cNvPr>
            <p:cNvSpPr/>
            <p:nvPr/>
          </p:nvSpPr>
          <p:spPr>
            <a:xfrm>
              <a:off x="5001268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角丸四角形 52">
              <a:extLst>
                <a:ext uri="{FF2B5EF4-FFF2-40B4-BE49-F238E27FC236}">
                  <ns2:creationId id="{81C55857-A9A0-7AA6-18CA-4179DF6CFF04}"/>
                </a:ext>
              </a:extLst>
            </p:cNvPr>
            <p:cNvSpPr/>
            <p:nvPr/>
          </p:nvSpPr>
          <p:spPr>
            <a:xfrm>
              <a:off x="6144276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角丸四角形 53">
              <a:extLst>
                <a:ext uri="{FF2B5EF4-FFF2-40B4-BE49-F238E27FC236}">
                  <ns2:creationId id="{4B85EA8B-8E19-998B-FB81-E3F3AB872AA5}"/>
                </a:ext>
              </a:extLst>
            </p:cNvPr>
            <p:cNvSpPr/>
            <p:nvPr/>
          </p:nvSpPr>
          <p:spPr>
            <a:xfrm>
              <a:off x="5561245" y="4382968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円弧 79">
              <a:extLst>
                <a:ext uri="{FF2B5EF4-FFF2-40B4-BE49-F238E27FC236}">
                  <ns2:creationId id="{D67F5D7F-F865-06BE-F1C4-183F626229C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7456268"/>
                <a:gd name="adj2" fmla="val 1981659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4" name="円弧 83">
              <a:extLst>
                <a:ext uri="{FF2B5EF4-FFF2-40B4-BE49-F238E27FC236}">
                  <ns2:creationId id="{5582C1F1-C7FC-5CA5-7CC9-758ED806E5D4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21470209"/>
                <a:gd name="adj2" fmla="val 2010142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5" name="円弧 84">
              <a:extLst>
                <a:ext uri="{FF2B5EF4-FFF2-40B4-BE49-F238E27FC236}">
                  <ns2:creationId id="{9CFCDDD6-EF4C-1890-8671-B60E3964751C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4515331"/>
                <a:gd name="adj2" fmla="val 616042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6" name="円弧 85">
              <a:extLst>
                <a:ext uri="{FF2B5EF4-FFF2-40B4-BE49-F238E27FC236}">
                  <ns2:creationId id="{6F1B2B16-19E4-5254-169A-375D5BE49D9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8749053"/>
                <a:gd name="adj2" fmla="val 10720631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7" name="円弧 86">
              <a:extLst>
                <a:ext uri="{FF2B5EF4-FFF2-40B4-BE49-F238E27FC236}">
                  <ns2:creationId id="{3AFADFAA-DAEC-597F-8165-F131F4AD0999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2686770"/>
                <a:gd name="adj2" fmla="val 15041246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</p:grpSp>
      <p:cxnSp>
        <p:nvCxnSpPr>
          <p:cNvPr id="59" name="直線コネクタ 58">
            <a:extLst>
              <a:ext uri="{FF2B5EF4-FFF2-40B4-BE49-F238E27FC236}">
                <ns2:creationId id="{3F650307-FB46-89DD-DBC3-88661D2290CC}"/>
              </a:ext>
            </a:extLst>
          </p:cNvPr>
          <p:cNvCxnSpPr>
            <a:cxnSpLocks/>
            <a:stCxn id="57" idx="3"/>
            <a:endCxn id="6" idx="2"/>
          </p:cNvCxnSpPr>
          <p:nvPr/>
        </p:nvCxnSpPr>
        <p:spPr>
          <a:xfrm>
            <a:off x="5031590" y="2290199"/>
            <a:ext cx="392641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701CD97-981B-2312-E682-372D60F97D0D}"/>
              </a:ext>
            </a:extLst>
          </p:cNvPr>
          <p:cNvCxnSpPr>
            <a:cxnSpLocks/>
          </p:cNvCxnSpPr>
          <p:nvPr/>
        </p:nvCxnSpPr>
        <p:spPr>
          <a:xfrm flipH="1">
            <a:off x="7811976" y="5676163"/>
            <a:ext cx="399927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>
            <a:extLst>
              <a:ext uri="{FF2B5EF4-FFF2-40B4-BE49-F238E27FC236}">
                <ns2:creationId id="{DBC09955-6101-B9A7-CE0E-63F31909E29E}"/>
              </a:ext>
            </a:extLst>
          </p:cNvPr>
          <p:cNvCxnSpPr>
            <a:cxnSpLocks/>
          </p:cNvCxnSpPr>
          <p:nvPr/>
        </p:nvCxnSpPr>
        <p:spPr>
          <a:xfrm flipH="1">
            <a:off x="8750281" y="3654372"/>
            <a:ext cx="192323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FD1622BC-9129-1278-4D73-31BB95D7EB3A}"/>
              </a:ext>
            </a:extLst>
          </p:cNvPr>
          <p:cNvCxnSpPr>
            <a:cxnSpLocks/>
            <a:stCxn id="70" idx="3"/>
          </p:cNvCxnSpPr>
          <p:nvPr/>
        </p:nvCxnSpPr>
        <p:spPr>
          <a:xfrm flipV="1">
            <a:off x="3256681" y="3654372"/>
            <a:ext cx="215757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12A9853D-79F7-D918-E84D-2E383177C83D}"/>
              </a:ext>
            </a:extLst>
          </p:cNvPr>
          <p:cNvCxnSpPr>
            <a:cxnSpLocks/>
            <a:endCxn id="74" idx="3"/>
          </p:cNvCxnSpPr>
          <p:nvPr/>
        </p:nvCxnSpPr>
        <p:spPr>
          <a:xfrm flipH="1">
            <a:off x="3987383" y="5676163"/>
            <a:ext cx="392640" cy="0"/>
          </a:xfrm>
          <a:prstGeom prst="line">
            <a:avLst/>
          </a:prstGeom>
          <a:ln w="9525">
            <a:solidFill>
              <a:schemeClr val="accent5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4200771557"/>
      </p:ext>
    </p:extLst>
  </p:cSld>
  <p:clrMapOvr>
    <a:masterClrMapping/>
  </p:clrMapOvr>
</p:sld>
</file>

<file path=ppt/slides/slide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6B1C50-0B8A-29E6-FF35-512BBE8B69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4ADB01-E7F3-5C0E-D96D-7C58B41917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52B1FFA9-EE18-8A49-ECDA-049317CEB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0654FC78-EEB3-D646-544A-9F6D8397E35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it-IT" altLang="ja-JP"/>
              <a:t>XX</a:t>
            </a:r>
            <a:endParaRPr kumimoji="1" lang="ja-JP" altLang="en-US"/>
          </a:p>
        </p:txBody>
      </p:sp>
      <p:sp>
        <p:nvSpPr>
          <p:cNvPr id="5" name="正方形/長方形 21">
            <a:extLst>
              <a:ext uri="{FF2B5EF4-FFF2-40B4-BE49-F238E27FC236}">
                <ns2:creationId id="{B048A894-2803-E07B-BEA2-C544B3FD78E0}"/>
              </a:ext>
            </a:extLst>
          </p:cNvPr>
          <p:cNvSpPr/>
          <p:nvPr/>
        </p:nvSpPr>
        <p:spPr>
          <a:xfrm>
            <a:off x="334962" y="1628776"/>
            <a:ext cx="11522076" cy="365126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72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ホームベース 51">
            <a:extLst>
              <a:ext uri="{FF2B5EF4-FFF2-40B4-BE49-F238E27FC236}">
                <ns2:creationId id="{79950FDC-E37C-DDFC-41AE-2DCA4BB2A2C0}"/>
              </a:ext>
            </a:extLst>
          </p:cNvPr>
          <p:cNvSpPr/>
          <p:nvPr/>
        </p:nvSpPr>
        <p:spPr>
          <a:xfrm>
            <a:off x="334962" y="2040758"/>
            <a:ext cx="3838283" cy="363600"/>
          </a:xfrm>
          <a:prstGeom prst="homePlate">
            <a:avLst>
              <a:gd name="adj" fmla="val 182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山形 52">
            <a:extLst>
              <a:ext uri="{FF2B5EF4-FFF2-40B4-BE49-F238E27FC236}">
                <ns2:creationId id="{25E4ADCC-13CB-4B61-9A59-86AFC98DE5BE}"/>
              </a:ext>
            </a:extLst>
          </p:cNvPr>
          <p:cNvSpPr/>
          <p:nvPr/>
        </p:nvSpPr>
        <p:spPr>
          <a:xfrm>
            <a:off x="4176860" y="2040758"/>
            <a:ext cx="7680178" cy="363600"/>
          </a:xfrm>
          <a:prstGeom prst="chevron">
            <a:avLst>
              <a:gd name="adj" fmla="val 1809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正方形/長方形 21">
            <a:extLst>
              <a:ext uri="{FF2B5EF4-FFF2-40B4-BE49-F238E27FC236}">
                <ns2:creationId id="{160E42D6-59F4-D64E-717E-A5C38C483BA4}"/>
              </a:ext>
            </a:extLst>
          </p:cNvPr>
          <p:cNvSpPr/>
          <p:nvPr/>
        </p:nvSpPr>
        <p:spPr>
          <a:xfrm>
            <a:off x="4173246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21">
            <a:extLst>
              <a:ext uri="{FF2B5EF4-FFF2-40B4-BE49-F238E27FC236}">
                <ns2:creationId id="{8076D5A3-AD0C-3DAF-BA1C-29C78B32BA36}"/>
              </a:ext>
            </a:extLst>
          </p:cNvPr>
          <p:cNvSpPr/>
          <p:nvPr/>
        </p:nvSpPr>
        <p:spPr>
          <a:xfrm>
            <a:off x="8303574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0" name="Group 49">
            <a:extLst>
              <a:ext uri="{FF2B5EF4-FFF2-40B4-BE49-F238E27FC236}">
                <ns2:creationId id="{A56F0C50-ACE3-84E4-47A6-F4537F712170}"/>
              </a:ext>
            </a:extLst>
          </p:cNvPr>
          <p:cNvGrpSpPr/>
          <p:nvPr/>
        </p:nvGrpSpPr>
        <p:grpSpPr>
          <a:xfrm>
            <a:off x="338213" y="2699823"/>
            <a:ext cx="3741563" cy="1648844"/>
            <a:chOff x="338213" y="2699823"/>
            <a:chExt cx="3741563" cy="1648844"/>
          </a:xfrm>
        </p:grpSpPr>
        <p:grpSp>
          <p:nvGrpSpPr>
            <p:cNvPr id="49" name="Group 48">
              <a:extLst>
                <a:ext uri="{FF2B5EF4-FFF2-40B4-BE49-F238E27FC236}">
                  <ns2:creationId id="{F08562CF-C20D-C171-ECB6-F117BB57B1E9}"/>
                </a:ext>
              </a:extLst>
            </p:cNvPr>
            <p:cNvGrpSpPr/>
            <p:nvPr/>
          </p:nvGrpSpPr>
          <p:grpSpPr>
            <a:xfrm>
              <a:off x="338213" y="3886200"/>
              <a:ext cx="3741563" cy="462467"/>
              <a:chOff x="338213" y="3886200"/>
              <a:chExt cx="3741563" cy="462467"/>
            </a:xfrm>
          </p:grpSpPr>
          <p:grpSp>
            <p:nvGrpSpPr>
              <p:cNvPr id="35" name="Group 34">
                <a:extLst>
                  <a:ext uri="{FF2B5EF4-FFF2-40B4-BE49-F238E27FC236}">
                    <ns2:creationId id="{17D378B4-EFF7-BD8E-C74D-AC9632041B09}"/>
                  </a:ext>
                </a:extLst>
              </p:cNvPr>
              <p:cNvGrpSpPr/>
              <p:nvPr/>
            </p:nvGrpSpPr>
            <p:grpSpPr>
              <a:xfrm>
                <a:off x="747976" y="3886200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6" name="直線コネクタ 19">
                  <a:extLst>
                    <a:ext uri="{FF2B5EF4-FFF2-40B4-BE49-F238E27FC236}">
                      <ns2:creationId id="{1B777A67-9D73-CD29-1F39-B4A4EC65A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" name="テキスト ボックス 18">
                  <a:extLst>
                    <a:ext uri="{FF2B5EF4-FFF2-40B4-BE49-F238E27FC236}">
                      <ns2:creationId id="{5F5FCECF-D60B-EA89-490F-57231C966667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2" name="Graphic 41" descr="Race Car with solid fill">
                <a:extLst>
                  <a:ext uri="{FF2B5EF4-FFF2-40B4-BE49-F238E27FC236}">
                    <ns2:creationId id="{7ACC00CC-93A3-D156-8A64-1CE7F79746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38213" y="3949990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7" name="Group 46">
              <a:extLst>
                <a:ext uri="{FF2B5EF4-FFF2-40B4-BE49-F238E27FC236}">
                  <ns2:creationId id="{A6CEAE11-2AF6-FD44-AC81-709095B981B2}"/>
                </a:ext>
              </a:extLst>
            </p:cNvPr>
            <p:cNvGrpSpPr/>
            <p:nvPr/>
          </p:nvGrpSpPr>
          <p:grpSpPr>
            <a:xfrm>
              <a:off x="338213" y="2699823"/>
              <a:ext cx="3741563" cy="462467"/>
              <a:chOff x="338213" y="2699823"/>
              <a:chExt cx="3741563" cy="462467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EF2DE356-D425-3251-FFAE-4B0FFFB947EB}"/>
                  </a:ext>
                </a:extLst>
              </p:cNvPr>
              <p:cNvGrpSpPr/>
              <p:nvPr/>
            </p:nvGrpSpPr>
            <p:grpSpPr>
              <a:xfrm>
                <a:off x="747976" y="2699823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29" name="直線コネクタ 19">
                  <a:extLst>
                    <a:ext uri="{FF2B5EF4-FFF2-40B4-BE49-F238E27FC236}">
                      <ns2:creationId id="{442B4E84-B1B8-1CA2-7434-F849E90F61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18">
                  <a:extLst>
                    <a:ext uri="{FF2B5EF4-FFF2-40B4-BE49-F238E27FC236}">
                      <ns2:creationId id="{967A8119-2D60-7F07-CE3E-EF713205646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4" name="Graphic 43" descr="Board Of Directors with solid fill">
                <a:extLst>
                  <a:ext uri="{FF2B5EF4-FFF2-40B4-BE49-F238E27FC236}">
                    <ns2:creationId id="{E9F10B30-A396-2946-70F8-9D362C69D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38213" y="2763613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8" name="Group 47">
              <a:extLst>
                <a:ext uri="{FF2B5EF4-FFF2-40B4-BE49-F238E27FC236}">
                  <ns2:creationId id="{48D25BB1-B46B-B9A2-0D8C-A655A28B3F26}"/>
                </a:ext>
              </a:extLst>
            </p:cNvPr>
            <p:cNvGrpSpPr/>
            <p:nvPr/>
          </p:nvGrpSpPr>
          <p:grpSpPr>
            <a:xfrm>
              <a:off x="338213" y="3293012"/>
              <a:ext cx="3741563" cy="462467"/>
              <a:chOff x="338213" y="3293012"/>
              <a:chExt cx="3741563" cy="462467"/>
            </a:xfrm>
          </p:grpSpPr>
          <p:grpSp>
            <p:nvGrpSpPr>
              <p:cNvPr id="31" name="Group 30">
                <a:extLst>
                  <a:ext uri="{FF2B5EF4-FFF2-40B4-BE49-F238E27FC236}">
                    <ns2:creationId id="{3FE2DE20-BECD-3747-AE87-268696FE218E}"/>
                  </a:ext>
                </a:extLst>
              </p:cNvPr>
              <p:cNvGrpSpPr/>
              <p:nvPr/>
            </p:nvGrpSpPr>
            <p:grpSpPr>
              <a:xfrm>
                <a:off x="747976" y="3293012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3" name="直線コネクタ 19">
                  <a:extLst>
                    <a:ext uri="{FF2B5EF4-FFF2-40B4-BE49-F238E27FC236}">
                      <ns2:creationId id="{9C86A4FB-E715-C84D-F8A9-950F6B01CD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テキスト ボックス 18">
                  <a:extLst>
                    <a:ext uri="{FF2B5EF4-FFF2-40B4-BE49-F238E27FC236}">
                      <ns2:creationId id="{28C2847F-F3B6-2FED-FEB4-135F7CFCBAC5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6" name="Graphic 45" descr="Business Growth with solid fill">
                <a:extLst>
                  <a:ext uri="{FF2B5EF4-FFF2-40B4-BE49-F238E27FC236}">
                    <ns2:creationId id="{B0A9FD67-AA89-67E3-D823-0B915CD38F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38213" y="3356802"/>
                <a:ext cx="334887" cy="334887"/>
              </a:xfrm>
              <a:prstGeom prst="rect">
                <a:avLst/>
              </a:prstGeom>
            </p:spPr>
          </p:pic>
        </p:grpSp>
      </p:grpSp>
      <p:grpSp>
        <p:nvGrpSpPr>
          <p:cNvPr id="108" name="Group 107">
            <a:extLst>
              <a:ext uri="{FF2B5EF4-FFF2-40B4-BE49-F238E27FC236}">
                <ns2:creationId id="{B098496F-9F41-4EBC-D509-D3C6B41DD17E}"/>
              </a:ext>
            </a:extLst>
          </p:cNvPr>
          <p:cNvGrpSpPr/>
          <p:nvPr/>
        </p:nvGrpSpPr>
        <p:grpSpPr>
          <a:xfrm>
            <a:off x="4173246" y="2798061"/>
            <a:ext cx="3553462" cy="3510664"/>
            <a:chOff x="4173246" y="2798061"/>
            <a:chExt cx="3553462" cy="3510664"/>
          </a:xfrm>
        </p:grpSpPr>
        <p:grpSp>
          <p:nvGrpSpPr>
            <p:cNvPr id="72" name="Group 71">
              <a:extLst>
                <a:ext uri="{FF2B5EF4-FFF2-40B4-BE49-F238E27FC236}">
                  <ns2:creationId id="{3B8D44F1-65E4-CD25-9C56-0D7C3E042FFA}"/>
                </a:ext>
              </a:extLst>
            </p:cNvPr>
            <p:cNvGrpSpPr/>
            <p:nvPr/>
          </p:nvGrpSpPr>
          <p:grpSpPr>
            <a:xfrm>
              <a:off x="4173246" y="3270079"/>
              <a:ext cx="3553462" cy="441160"/>
              <a:chOff x="4173246" y="3391433"/>
              <a:chExt cx="3553462" cy="542918"/>
            </a:xfrm>
          </p:grpSpPr>
          <p:sp>
            <p:nvSpPr>
              <p:cNvPr id="56" name="正方形/長方形 21">
                <a:extLst>
                  <a:ext uri="{FF2B5EF4-FFF2-40B4-BE49-F238E27FC236}">
                    <ns2:creationId id="{A3813808-7429-A9FE-BB0B-E1B608F020F8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21">
                <a:extLst>
                  <a:ext uri="{FF2B5EF4-FFF2-40B4-BE49-F238E27FC236}">
                    <ns2:creationId id="{74A2F5A7-EC00-3FE6-A77D-89C372011688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ns2:creationId id="{29C3C132-8C55-3E51-2E5B-84229EAE572D}"/>
                </a:ext>
              </a:extLst>
            </p:cNvPr>
            <p:cNvGrpSpPr/>
            <p:nvPr/>
          </p:nvGrpSpPr>
          <p:grpSpPr>
            <a:xfrm>
              <a:off x="4173246" y="3742097"/>
              <a:ext cx="3553462" cy="1150569"/>
              <a:chOff x="4173246" y="3984804"/>
              <a:chExt cx="3553462" cy="542918"/>
            </a:xfrm>
          </p:grpSpPr>
          <p:sp>
            <p:nvSpPr>
              <p:cNvPr id="59" name="正方形/長方形 21">
                <a:extLst>
                  <a:ext uri="{FF2B5EF4-FFF2-40B4-BE49-F238E27FC236}">
                    <ns2:creationId id="{36CACA33-8004-C3F0-DCAE-5F8E9D9CB283}"/>
                  </a:ext>
                </a:extLst>
              </p:cNvPr>
              <p:cNvSpPr/>
              <p:nvPr/>
            </p:nvSpPr>
            <p:spPr>
              <a:xfrm>
                <a:off x="4173246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21">
                <a:extLst>
                  <a:ext uri="{FF2B5EF4-FFF2-40B4-BE49-F238E27FC236}">
                    <ns2:creationId id="{61F2FC87-5920-8C56-8A83-42086FF85F2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4" name="Group 73">
              <a:extLst>
                <a:ext uri="{FF2B5EF4-FFF2-40B4-BE49-F238E27FC236}">
                  <ns2:creationId id="{1BF2194D-A8A8-745E-7B9E-EEC2A6557BB3}"/>
                </a:ext>
              </a:extLst>
            </p:cNvPr>
            <p:cNvGrpSpPr/>
            <p:nvPr/>
          </p:nvGrpSpPr>
          <p:grpSpPr>
            <a:xfrm>
              <a:off x="4173246" y="4923524"/>
              <a:ext cx="3553462" cy="441160"/>
              <a:chOff x="4173246" y="4578176"/>
              <a:chExt cx="3553462" cy="542918"/>
            </a:xfrm>
          </p:grpSpPr>
          <p:sp>
            <p:nvSpPr>
              <p:cNvPr id="62" name="正方形/長方形 21">
                <a:extLst>
                  <a:ext uri="{FF2B5EF4-FFF2-40B4-BE49-F238E27FC236}">
                    <ns2:creationId id="{7377AE1F-1A5E-4847-8E61-0A2D8762406A}"/>
                  </a:ext>
                </a:extLst>
              </p:cNvPr>
              <p:cNvSpPr/>
              <p:nvPr/>
            </p:nvSpPr>
            <p:spPr>
              <a:xfrm>
                <a:off x="4173246" y="4578176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21">
                <a:extLst>
                  <a:ext uri="{FF2B5EF4-FFF2-40B4-BE49-F238E27FC236}">
                    <ns2:creationId id="{C46B344D-EC43-B362-D56C-E3E63DD44224}"/>
                  </a:ext>
                </a:extLst>
              </p:cNvPr>
              <p:cNvSpPr/>
              <p:nvPr/>
            </p:nvSpPr>
            <p:spPr>
              <a:xfrm>
                <a:off x="4871863" y="4578176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ns2:creationId id="{6B2C1682-557B-0FEE-B0C2-88CCD743258C}"/>
                </a:ext>
              </a:extLst>
            </p:cNvPr>
            <p:cNvGrpSpPr/>
            <p:nvPr/>
          </p:nvGrpSpPr>
          <p:grpSpPr>
            <a:xfrm>
              <a:off x="4173246" y="5395542"/>
              <a:ext cx="3553462" cy="441160"/>
              <a:chOff x="4173246" y="5171548"/>
              <a:chExt cx="3553462" cy="542918"/>
            </a:xfrm>
          </p:grpSpPr>
          <p:sp>
            <p:nvSpPr>
              <p:cNvPr id="65" name="正方形/長方形 21">
                <a:extLst>
                  <a:ext uri="{FF2B5EF4-FFF2-40B4-BE49-F238E27FC236}">
                    <ns2:creationId id="{26D3FE66-225B-556F-45F4-66ABAD96D151}"/>
                  </a:ext>
                </a:extLst>
              </p:cNvPr>
              <p:cNvSpPr/>
              <p:nvPr/>
            </p:nvSpPr>
            <p:spPr>
              <a:xfrm>
                <a:off x="4173246" y="5171548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21">
                <a:extLst>
                  <a:ext uri="{FF2B5EF4-FFF2-40B4-BE49-F238E27FC236}">
                    <ns2:creationId id="{F71C94C1-0249-DFEA-ABED-B20487212FA4}"/>
                  </a:ext>
                </a:extLst>
              </p:cNvPr>
              <p:cNvSpPr/>
              <p:nvPr/>
            </p:nvSpPr>
            <p:spPr>
              <a:xfrm>
                <a:off x="4871863" y="5171548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ns2:creationId id="{F900BF73-A877-5399-E27A-47C69FD60990}"/>
                </a:ext>
              </a:extLst>
            </p:cNvPr>
            <p:cNvGrpSpPr/>
            <p:nvPr/>
          </p:nvGrpSpPr>
          <p:grpSpPr>
            <a:xfrm>
              <a:off x="4173246" y="5867565"/>
              <a:ext cx="3553462" cy="441160"/>
              <a:chOff x="4173246" y="5764919"/>
              <a:chExt cx="3553462" cy="542918"/>
            </a:xfrm>
          </p:grpSpPr>
          <p:sp>
            <p:nvSpPr>
              <p:cNvPr id="68" name="正方形/長方形 21">
                <a:extLst>
                  <a:ext uri="{FF2B5EF4-FFF2-40B4-BE49-F238E27FC236}">
                    <ns2:creationId id="{4532E9AD-D4FC-CB5B-75EA-9D7672344B77}"/>
                  </a:ext>
                </a:extLst>
              </p:cNvPr>
              <p:cNvSpPr/>
              <p:nvPr/>
            </p:nvSpPr>
            <p:spPr>
              <a:xfrm>
                <a:off x="4173246" y="5764919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21">
                <a:extLst>
                  <a:ext uri="{FF2B5EF4-FFF2-40B4-BE49-F238E27FC236}">
                    <ns2:creationId id="{36147B8B-C464-EFA1-6FCE-D3DAFB8CA185}"/>
                  </a:ext>
                </a:extLst>
              </p:cNvPr>
              <p:cNvSpPr/>
              <p:nvPr/>
            </p:nvSpPr>
            <p:spPr>
              <a:xfrm>
                <a:off x="4871863" y="5764919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ns2:creationId id="{12A5AE4E-DD53-B4AE-575A-B939346790AD}"/>
                </a:ext>
              </a:extLst>
            </p:cNvPr>
            <p:cNvGrpSpPr/>
            <p:nvPr/>
          </p:nvGrpSpPr>
          <p:grpSpPr>
            <a:xfrm>
              <a:off x="4173246" y="2798061"/>
              <a:ext cx="3553462" cy="441160"/>
              <a:chOff x="4173246" y="2798061"/>
              <a:chExt cx="3553462" cy="542918"/>
            </a:xfrm>
          </p:grpSpPr>
          <p:sp>
            <p:nvSpPr>
              <p:cNvPr id="51" name="正方形/長方形 21">
                <a:extLst>
                  <a:ext uri="{FF2B5EF4-FFF2-40B4-BE49-F238E27FC236}">
                    <ns2:creationId id="{3A5037B3-9D18-49AF-DFE3-53121E0F1A2A}"/>
                  </a:ext>
                </a:extLst>
              </p:cNvPr>
              <p:cNvSpPr/>
              <p:nvPr/>
            </p:nvSpPr>
            <p:spPr>
              <a:xfrm>
                <a:off x="4173246" y="2798061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21">
                <a:extLst>
                  <a:ext uri="{FF2B5EF4-FFF2-40B4-BE49-F238E27FC236}">
                    <ns2:creationId id="{9780F2A3-96A2-10E5-F452-5156D8BCE592}"/>
                  </a:ext>
                </a:extLst>
              </p:cNvPr>
              <p:cNvSpPr/>
              <p:nvPr/>
            </p:nvSpPr>
            <p:spPr>
              <a:xfrm>
                <a:off x="4871863" y="2798061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9" name="Straight Connector 78">
              <a:extLst>
                <a:ext uri="{FF2B5EF4-FFF2-40B4-BE49-F238E27FC236}">
                  <ns2:creationId id="{57F6C543-9444-4671-5ABB-D17ABEF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254650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F6F413ED-AF64-D25B-0928-3CA291A62557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726668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D93ED17A-FA8E-13E2-0EBC-D47F014C2BEF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4908095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3C69D738-2A5B-DD25-9C0B-5A87FE68D2A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38011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ns2:creationId id="{C917020A-8DD6-3F27-F27A-8AA24B85EC00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85213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ns2:creationId id="{8038EB13-B252-0F32-2028-597491E2BA20}"/>
              </a:ext>
            </a:extLst>
          </p:cNvPr>
          <p:cNvGrpSpPr/>
          <p:nvPr/>
        </p:nvGrpSpPr>
        <p:grpSpPr>
          <a:xfrm>
            <a:off x="8300325" y="2798061"/>
            <a:ext cx="3556713" cy="3510664"/>
            <a:chOff x="8300325" y="2798061"/>
            <a:chExt cx="3556713" cy="3510664"/>
          </a:xfrm>
        </p:grpSpPr>
        <p:grpSp>
          <p:nvGrpSpPr>
            <p:cNvPr id="85" name="Group 84">
              <a:extLst>
                <a:ext uri="{FF2B5EF4-FFF2-40B4-BE49-F238E27FC236}">
                  <ns2:creationId id="{74BDE53B-84D1-1ADE-81ED-8B29EA7B5303}"/>
                </a:ext>
              </a:extLst>
            </p:cNvPr>
            <p:cNvGrpSpPr/>
            <p:nvPr/>
          </p:nvGrpSpPr>
          <p:grpSpPr>
            <a:xfrm>
              <a:off x="8300325" y="4045900"/>
              <a:ext cx="3553462" cy="501274"/>
              <a:chOff x="4173246" y="3391433"/>
              <a:chExt cx="3553462" cy="542918"/>
            </a:xfrm>
          </p:grpSpPr>
          <p:sp>
            <p:nvSpPr>
              <p:cNvPr id="86" name="正方形/長方形 21">
                <a:extLst>
                  <a:ext uri="{FF2B5EF4-FFF2-40B4-BE49-F238E27FC236}">
                    <ns2:creationId id="{B1809FBF-8A89-E020-E9CD-10EB36D2C0B3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zh-TW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zh-TW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- </a:t>
                </a: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21">
                <a:extLst>
                  <a:ext uri="{FF2B5EF4-FFF2-40B4-BE49-F238E27FC236}">
                    <ns2:creationId id="{0E16BD36-C97D-58AF-1A4D-A4819652C136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" name="Group 90">
              <a:extLst>
                <a:ext uri="{FF2B5EF4-FFF2-40B4-BE49-F238E27FC236}">
                  <ns2:creationId id="{6428C40A-B27C-C933-5FC4-F1663EF24544}"/>
                </a:ext>
              </a:extLst>
            </p:cNvPr>
            <p:cNvGrpSpPr/>
            <p:nvPr/>
          </p:nvGrpSpPr>
          <p:grpSpPr>
            <a:xfrm>
              <a:off x="8300325" y="2798061"/>
              <a:ext cx="3556713" cy="1221981"/>
              <a:chOff x="4169995" y="3984804"/>
              <a:chExt cx="3556713" cy="542918"/>
            </a:xfrm>
          </p:grpSpPr>
          <p:sp>
            <p:nvSpPr>
              <p:cNvPr id="92" name="正方形/長方形 21">
                <a:extLst>
                  <a:ext uri="{FF2B5EF4-FFF2-40B4-BE49-F238E27FC236}">
                    <ns2:creationId id="{2E9F9C26-8981-6F01-558A-82F71423E103}"/>
                  </a:ext>
                </a:extLst>
              </p:cNvPr>
              <p:cNvSpPr/>
              <p:nvPr/>
            </p:nvSpPr>
            <p:spPr>
              <a:xfrm>
                <a:off x="4169995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21">
                <a:extLst>
                  <a:ext uri="{FF2B5EF4-FFF2-40B4-BE49-F238E27FC236}">
                    <ns2:creationId id="{F8783EA1-F861-33F9-2618-E21D7C70C51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ns2:creationId id="{9F79D6B7-6E28-8CA1-1EBB-A98A96E78E63}"/>
                </a:ext>
              </a:extLst>
            </p:cNvPr>
            <p:cNvGrpSpPr/>
            <p:nvPr/>
          </p:nvGrpSpPr>
          <p:grpSpPr>
            <a:xfrm>
              <a:off x="8300325" y="4573032"/>
              <a:ext cx="3553462" cy="1208561"/>
              <a:chOff x="4173246" y="3391433"/>
              <a:chExt cx="3553462" cy="542918"/>
            </a:xfrm>
          </p:grpSpPr>
          <p:sp>
            <p:nvSpPr>
              <p:cNvPr id="97" name="正方形/長方形 21">
                <a:extLst>
                  <a:ext uri="{FF2B5EF4-FFF2-40B4-BE49-F238E27FC236}">
                    <ns2:creationId id="{D7001315-4DED-C219-4936-74AF1B7A0F99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21">
                <a:extLst>
                  <a:ext uri="{FF2B5EF4-FFF2-40B4-BE49-F238E27FC236}">
                    <ns2:creationId id="{5EAFD240-A5C9-39C6-6A6F-56869A473875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ns2:creationId id="{475DD841-0279-519B-561C-7D8BB8D84B2C}"/>
                </a:ext>
              </a:extLst>
            </p:cNvPr>
            <p:cNvGrpSpPr/>
            <p:nvPr/>
          </p:nvGrpSpPr>
          <p:grpSpPr>
            <a:xfrm>
              <a:off x="8300325" y="5807451"/>
              <a:ext cx="3553462" cy="501274"/>
              <a:chOff x="4173246" y="3391433"/>
              <a:chExt cx="3553462" cy="542918"/>
            </a:xfrm>
          </p:grpSpPr>
          <p:sp>
            <p:nvSpPr>
              <p:cNvPr id="100" name="正方形/長方形 21">
                <a:extLst>
                  <a:ext uri="{FF2B5EF4-FFF2-40B4-BE49-F238E27FC236}">
                    <ns2:creationId id="{FE9AFDEB-EFE6-5317-5F7B-307B6B8F878B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21">
                <a:extLst>
                  <a:ext uri="{FF2B5EF4-FFF2-40B4-BE49-F238E27FC236}">
                    <ns2:creationId id="{AA2BE571-846A-636B-E78D-1CDB79A694FC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04" name="Straight Connector 103">
              <a:extLst>
                <a:ext uri="{FF2B5EF4-FFF2-40B4-BE49-F238E27FC236}">
                  <ns2:creationId id="{E19ED943-05A0-4751-4143-F89E0BAEB64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56010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ns2:creationId id="{3C062879-3EE7-55E7-661C-441F2BA3C931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03297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ns2:creationId id="{F9FDA523-E768-9FDB-D2F3-014C0DD8C5A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5794522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" name="Connector: Elbow 109">
            <a:extLst>
              <a:ext uri="{FF2B5EF4-FFF2-40B4-BE49-F238E27FC236}">
                <ns2:creationId id="{F0D5DAD9-E441-D8BA-26BD-CFDEA129702A}"/>
              </a:ext>
            </a:extLst>
          </p:cNvPr>
          <p:cNvCxnSpPr>
            <a:cxnSpLocks/>
            <a:stCxn id="69" idx="3"/>
            <a:endCxn id="16" idx="1"/>
          </p:cNvCxnSpPr>
          <p:nvPr/>
        </p:nvCxnSpPr>
        <p:spPr>
          <a:xfrm flipV="1">
            <a:off x="7726708" y="2601210"/>
            <a:ext cx="576866" cy="3486935"/>
          </a:xfrm>
          <a:prstGeom prst="bentConnector3">
            <a:avLst>
              <a:gd name="adj1" fmla="val 50000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図 5">
            <a:extLst>
              <a:ext uri="{FF2B5EF4-FFF2-40B4-BE49-F238E27FC236}">
                <ns2:creationId id="{4D8BBC16-013B-BF3F-0D6E-3CFF4235A4C3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81595" y="4412960"/>
            <a:ext cx="2854800" cy="1895766"/>
          </a:xfrm>
          <a:prstGeom prst="rect">
            <a:avLst/>
          </a:prstGeom>
        </p:spPr>
      </p:pic>
    </p:spTree>
    <p:extLst>
      <p:ext uri="{BB962C8B-B14F-4D97-AF65-F5344CB8AC3E}">
        <ns5:creationId val="744931445"/>
      </p:ext>
    </p:extLst>
  </p:cSld>
  <p:clrMapOvr>
    <a:masterClrMapping/>
  </p:clrMapOvr>
</p:sld>
</file>

<file path=ppt/slides/slide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391EB85-FB71-C069-7A22-008BCC308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ns2:creationId id="{62E71181-72E8-7318-0853-9945E4F72728}"/>
              </a:ext>
            </a:extLst>
          </p:cNvPr>
          <p:cNvGrpSpPr/>
          <p:nvPr/>
        </p:nvGrpSpPr>
        <p:grpSpPr>
          <a:xfrm>
            <a:off x="10364437" y="1234440"/>
            <a:ext cx="1558983" cy="541768"/>
            <a:chOff x="10364437" y="1234440"/>
            <a:chExt cx="1558983" cy="541768"/>
          </a:xfrm>
        </p:grpSpPr>
        <p:sp>
          <p:nvSpPr>
            <p:cNvPr id="339" name="Oval 338">
              <a:extLst>
                <a:ext uri="{FF2B5EF4-FFF2-40B4-BE49-F238E27FC236}">
                  <ns2:creationId id="{4C8B2CEF-646D-9448-BD73-80B3D7C45330}"/>
                </a:ext>
              </a:extLst>
            </p:cNvPr>
            <p:cNvSpPr/>
            <p:nvPr/>
          </p:nvSpPr>
          <p:spPr>
            <a:xfrm>
              <a:off x="10364437" y="1300818"/>
              <a:ext cx="212122" cy="212120"/>
            </a:xfrm>
            <a:prstGeom prst="ellipse">
              <a:avLst/>
            </a:prstGeom>
            <a:noFill/>
            <a:ln w="38100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Multiplication Sign 339">
              <a:extLst>
                <a:ext uri="{FF2B5EF4-FFF2-40B4-BE49-F238E27FC236}">
                  <ns2:creationId id="{CCB97BA9-9818-FB88-B8AA-36C7F0DCB143}"/>
                </a:ext>
              </a:extLst>
            </p:cNvPr>
            <p:cNvSpPr/>
            <p:nvPr/>
          </p:nvSpPr>
          <p:spPr>
            <a:xfrm>
              <a:off x="10684517" y="1234440"/>
              <a:ext cx="344874" cy="344874"/>
            </a:xfrm>
            <a:prstGeom prst="mathMultiply">
              <a:avLst>
                <a:gd name="adj1" fmla="val 10749"/>
              </a:avLst>
            </a:prstGeom>
            <a:solidFill>
              <a:srgbClr val="C00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ns2:creationId id="{91181AC4-82C7-39AF-C049-DB94F17E7167}"/>
                </a:ext>
              </a:extLst>
            </p:cNvPr>
            <p:cNvSpPr txBox="1"/>
            <p:nvPr/>
          </p:nvSpPr>
          <p:spPr>
            <a:xfrm>
              <a:off x="10553700" y="1252988"/>
              <a:ext cx="1369720" cy="523220"/>
            </a:xfrm>
            <a:prstGeom prst="rect">
              <a:avLst/>
            </a:prstGeom>
            <a:noFill/>
          </p:spPr>
          <p:txBody>
            <a:bodyPr wrap="square" rIns="0">
              <a:noAutofit/>
            </a:bodyPr>
            <a:lstStyle/>
            <a:p>
              <a:pPr defTabSz="358775"/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・</a:t>
              </a:r>
              <a:r>
                <a: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	:</a:t>
              </a:r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D99E0E2B-2E29-E62C-5220-D909E4B9BF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A658DF-BC9E-8A6F-5819-E9C0274B83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 anchor="ctr"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/</a:t>
            </a:r>
            <a:r>
              <a:rPr kumimoji="1" lang="ja-JP" altLang="en-US" dirty="0"/>
              <a:t>XX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ns2:creationId id="{4A5C55A3-E43F-CFDC-BF56-7450BC456953}"/>
              </a:ext>
            </a:extLst>
          </p:cNvPr>
          <p:cNvSpPr txBox="1"/>
          <p:nvPr/>
        </p:nvSpPr>
        <p:spPr>
          <a:xfrm>
            <a:off x="334963" y="6350669"/>
            <a:ext cx="3438289" cy="19984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: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: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1" name="正方形/長方形 10">
            <a:extLst>
              <a:ext uri="{FF2B5EF4-FFF2-40B4-BE49-F238E27FC236}">
                <ns2:creationId id="{00B2164F-C7F6-0ECB-A34A-0B1EC257FB0A}"/>
              </a:ext>
            </a:extLst>
          </p:cNvPr>
          <p:cNvSpPr/>
          <p:nvPr/>
        </p:nvSpPr>
        <p:spPr>
          <a:xfrm>
            <a:off x="334963" y="2106393"/>
            <a:ext cx="5359255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CEB22C70-06CF-0D36-49F6-39699485F26A}"/>
              </a:ext>
            </a:extLst>
          </p:cNvPr>
          <p:cNvSpPr/>
          <p:nvPr/>
        </p:nvSpPr>
        <p:spPr>
          <a:xfrm>
            <a:off x="6495984" y="2106393"/>
            <a:ext cx="5359256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Oval 263">
            <a:extLst>
              <a:ext uri="{FF2B5EF4-FFF2-40B4-BE49-F238E27FC236}">
                <ns2:creationId id="{9F257328-759A-C04E-59A5-1236E1790DCD}"/>
              </a:ext>
            </a:extLst>
          </p:cNvPr>
          <p:cNvSpPr/>
          <p:nvPr/>
        </p:nvSpPr>
        <p:spPr>
          <a:xfrm>
            <a:off x="1138824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Oval 299">
            <a:extLst>
              <a:ext uri="{FF2B5EF4-FFF2-40B4-BE49-F238E27FC236}">
                <ns2:creationId id="{85436180-7F05-76CD-2B1B-A06E59DA96EF}"/>
              </a:ext>
            </a:extLst>
          </p:cNvPr>
          <p:cNvSpPr/>
          <p:nvPr/>
        </p:nvSpPr>
        <p:spPr>
          <a:xfrm>
            <a:off x="1138824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Oval 300">
            <a:extLst>
              <a:ext uri="{FF2B5EF4-FFF2-40B4-BE49-F238E27FC236}">
                <ns2:creationId id="{FE5EA5DD-836B-8FA6-7E2C-DE62BEE7D837}"/>
              </a:ext>
            </a:extLst>
          </p:cNvPr>
          <p:cNvSpPr/>
          <p:nvPr/>
        </p:nvSpPr>
        <p:spPr>
          <a:xfrm>
            <a:off x="1138824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2" name="Oval 301">
            <a:extLst>
              <a:ext uri="{FF2B5EF4-FFF2-40B4-BE49-F238E27FC236}">
                <ns2:creationId id="{55340F2B-D1F4-224B-89BE-2201BAF8BCAB}"/>
              </a:ext>
            </a:extLst>
          </p:cNvPr>
          <p:cNvSpPr/>
          <p:nvPr/>
        </p:nvSpPr>
        <p:spPr>
          <a:xfrm>
            <a:off x="1138824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3" name="Oval 322">
            <a:extLst>
              <a:ext uri="{FF2B5EF4-FFF2-40B4-BE49-F238E27FC236}">
                <ns2:creationId id="{33054B85-D912-3464-8365-DE7BB7300B76}"/>
              </a:ext>
            </a:extLst>
          </p:cNvPr>
          <p:cNvSpPr/>
          <p:nvPr/>
        </p:nvSpPr>
        <p:spPr>
          <a:xfrm>
            <a:off x="1003598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Oval 323">
            <a:extLst>
              <a:ext uri="{FF2B5EF4-FFF2-40B4-BE49-F238E27FC236}">
                <ns2:creationId id="{C30707DC-A729-D033-7ED7-929B9FA6FFF9}"/>
              </a:ext>
            </a:extLst>
          </p:cNvPr>
          <p:cNvSpPr/>
          <p:nvPr/>
        </p:nvSpPr>
        <p:spPr>
          <a:xfrm>
            <a:off x="1003598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Oval 324">
            <a:extLst>
              <a:ext uri="{FF2B5EF4-FFF2-40B4-BE49-F238E27FC236}">
                <ns2:creationId id="{D7253C5F-DCA2-2171-270C-92BA594A9791}"/>
              </a:ext>
            </a:extLst>
          </p:cNvPr>
          <p:cNvSpPr/>
          <p:nvPr/>
        </p:nvSpPr>
        <p:spPr>
          <a:xfrm>
            <a:off x="1003598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Oval 325">
            <a:extLst>
              <a:ext uri="{FF2B5EF4-FFF2-40B4-BE49-F238E27FC236}">
                <ns2:creationId id="{ACEBF34A-6E46-D9E6-B7C0-F031456BD7B4}"/>
              </a:ext>
            </a:extLst>
          </p:cNvPr>
          <p:cNvSpPr/>
          <p:nvPr/>
        </p:nvSpPr>
        <p:spPr>
          <a:xfrm>
            <a:off x="1003598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Oval 318">
            <a:extLst>
              <a:ext uri="{FF2B5EF4-FFF2-40B4-BE49-F238E27FC236}">
                <ns2:creationId id="{3A7DA0AC-8C58-791F-EBC5-4FC0EFA8A4DD}"/>
              </a:ext>
            </a:extLst>
          </p:cNvPr>
          <p:cNvSpPr/>
          <p:nvPr/>
        </p:nvSpPr>
        <p:spPr>
          <a:xfrm>
            <a:off x="8683724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0" name="Oval 319">
            <a:extLst>
              <a:ext uri="{FF2B5EF4-FFF2-40B4-BE49-F238E27FC236}">
                <ns2:creationId id="{6404938D-BA52-CA1D-2AC6-B2F99C828745}"/>
              </a:ext>
            </a:extLst>
          </p:cNvPr>
          <p:cNvSpPr/>
          <p:nvPr/>
        </p:nvSpPr>
        <p:spPr>
          <a:xfrm>
            <a:off x="8683724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1" name="Oval 320">
            <a:extLst>
              <a:ext uri="{FF2B5EF4-FFF2-40B4-BE49-F238E27FC236}">
                <ns2:creationId id="{5BA0BEF5-E44E-1B29-5590-781B0294D45D}"/>
              </a:ext>
            </a:extLst>
          </p:cNvPr>
          <p:cNvSpPr/>
          <p:nvPr/>
        </p:nvSpPr>
        <p:spPr>
          <a:xfrm>
            <a:off x="8683724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2" name="Oval 321">
            <a:extLst>
              <a:ext uri="{FF2B5EF4-FFF2-40B4-BE49-F238E27FC236}">
                <ns2:creationId id="{38A33AA7-77ED-7EA0-14C2-C5B9E566DCE7}"/>
              </a:ext>
            </a:extLst>
          </p:cNvPr>
          <p:cNvSpPr/>
          <p:nvPr/>
        </p:nvSpPr>
        <p:spPr>
          <a:xfrm>
            <a:off x="8683724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Multiplication Sign 295">
            <a:extLst>
              <a:ext uri="{FF2B5EF4-FFF2-40B4-BE49-F238E27FC236}">
                <ns2:creationId id="{E87A60DC-AFEF-D6B6-C71B-B5724B168056}"/>
              </a:ext>
            </a:extLst>
          </p:cNvPr>
          <p:cNvSpPr/>
          <p:nvPr/>
        </p:nvSpPr>
        <p:spPr>
          <a:xfrm>
            <a:off x="10615289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Multiplication Sign 296">
            <a:extLst>
              <a:ext uri="{FF2B5EF4-FFF2-40B4-BE49-F238E27FC236}">
                <ns2:creationId id="{219DCFF8-7B33-8738-7F5D-CF3A5FBA6B90}"/>
              </a:ext>
            </a:extLst>
          </p:cNvPr>
          <p:cNvSpPr/>
          <p:nvPr/>
        </p:nvSpPr>
        <p:spPr>
          <a:xfrm>
            <a:off x="10615289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Multiplication Sign 297">
            <a:extLst>
              <a:ext uri="{FF2B5EF4-FFF2-40B4-BE49-F238E27FC236}">
                <ns2:creationId id="{5A6CA74E-C1AE-F5CD-2D48-8276DFF7E7CD}"/>
              </a:ext>
            </a:extLst>
          </p:cNvPr>
          <p:cNvSpPr/>
          <p:nvPr/>
        </p:nvSpPr>
        <p:spPr>
          <a:xfrm>
            <a:off x="10615289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Multiplication Sign 298">
            <a:extLst>
              <a:ext uri="{FF2B5EF4-FFF2-40B4-BE49-F238E27FC236}">
                <ns2:creationId id="{0B83A073-B892-5745-AC74-903542A0D8D2}"/>
              </a:ext>
            </a:extLst>
          </p:cNvPr>
          <p:cNvSpPr/>
          <p:nvPr/>
        </p:nvSpPr>
        <p:spPr>
          <a:xfrm>
            <a:off x="10615289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Multiplication Sign 291">
            <a:extLst>
              <a:ext uri="{FF2B5EF4-FFF2-40B4-BE49-F238E27FC236}">
                <ns2:creationId id="{2D0BF3A7-D6CD-3A31-9F24-C0C08ADE217D}"/>
              </a:ext>
            </a:extLst>
          </p:cNvPr>
          <p:cNvSpPr/>
          <p:nvPr/>
        </p:nvSpPr>
        <p:spPr>
          <a:xfrm>
            <a:off x="9263027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Multiplication Sign 292">
            <a:extLst>
              <a:ext uri="{FF2B5EF4-FFF2-40B4-BE49-F238E27FC236}">
                <ns2:creationId id="{327B39D7-2D1A-FE0D-68F7-AB9CD06CB0A2}"/>
              </a:ext>
            </a:extLst>
          </p:cNvPr>
          <p:cNvSpPr/>
          <p:nvPr/>
        </p:nvSpPr>
        <p:spPr>
          <a:xfrm>
            <a:off x="9263027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4" name="Multiplication Sign 293">
            <a:extLst>
              <a:ext uri="{FF2B5EF4-FFF2-40B4-BE49-F238E27FC236}">
                <ns2:creationId id="{501E08DA-A63E-4077-2889-48D7258C38D8}"/>
              </a:ext>
            </a:extLst>
          </p:cNvPr>
          <p:cNvSpPr/>
          <p:nvPr/>
        </p:nvSpPr>
        <p:spPr>
          <a:xfrm>
            <a:off x="9263027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Multiplication Sign 294">
            <a:extLst>
              <a:ext uri="{FF2B5EF4-FFF2-40B4-BE49-F238E27FC236}">
                <ns2:creationId id="{AEFC46B2-8ADA-7F4F-5A00-B25E3A89BC06}"/>
              </a:ext>
            </a:extLst>
          </p:cNvPr>
          <p:cNvSpPr/>
          <p:nvPr/>
        </p:nvSpPr>
        <p:spPr>
          <a:xfrm>
            <a:off x="9263027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Multiplication Sign 287">
            <a:extLst>
              <a:ext uri="{FF2B5EF4-FFF2-40B4-BE49-F238E27FC236}">
                <ns2:creationId id="{F57AAD93-AB47-D99E-08C9-4DE151FF009D}"/>
              </a:ext>
            </a:extLst>
          </p:cNvPr>
          <p:cNvSpPr/>
          <p:nvPr/>
        </p:nvSpPr>
        <p:spPr>
          <a:xfrm>
            <a:off x="791076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Multiplication Sign 288">
            <a:extLst>
              <a:ext uri="{FF2B5EF4-FFF2-40B4-BE49-F238E27FC236}">
                <ns2:creationId id="{F73958B8-A02E-5B32-B292-2178BB1F0E23}"/>
              </a:ext>
            </a:extLst>
          </p:cNvPr>
          <p:cNvSpPr/>
          <p:nvPr/>
        </p:nvSpPr>
        <p:spPr>
          <a:xfrm>
            <a:off x="791076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Multiplication Sign 289">
            <a:extLst>
              <a:ext uri="{FF2B5EF4-FFF2-40B4-BE49-F238E27FC236}">
                <ns2:creationId id="{A61D5E1E-D655-BD84-E480-6D98C730426B}"/>
              </a:ext>
            </a:extLst>
          </p:cNvPr>
          <p:cNvSpPr/>
          <p:nvPr/>
        </p:nvSpPr>
        <p:spPr>
          <a:xfrm>
            <a:off x="791076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Multiplication Sign 290">
            <a:extLst>
              <a:ext uri="{FF2B5EF4-FFF2-40B4-BE49-F238E27FC236}">
                <ns2:creationId id="{719E4472-9888-8B20-973E-0EF56C5C34C4}"/>
              </a:ext>
            </a:extLst>
          </p:cNvPr>
          <p:cNvSpPr/>
          <p:nvPr/>
        </p:nvSpPr>
        <p:spPr>
          <a:xfrm>
            <a:off x="791076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table_TWformat_1_11">
            <a:extLst>
              <a:ext uri="{FF2B5EF4-FFF2-40B4-BE49-F238E27FC236}">
                <ns2:creationId id="{0CAB3E3D-A033-FDE0-A90B-A469DFE616F3}"/>
              </a:ext>
            </a:extLst>
          </p:cNvPr>
          <p:cNvSpPr txBox="1"/>
          <p:nvPr/>
        </p:nvSpPr>
        <p:spPr>
          <a:xfrm>
            <a:off x="7848245" y="2626603"/>
            <a:ext cx="2686106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7" name="table_TWformat_1_15">
            <a:extLst>
              <a:ext uri="{FF2B5EF4-FFF2-40B4-BE49-F238E27FC236}">
                <ns2:creationId id="{24AAED6F-0649-0669-F208-E904433D4D1A}"/>
              </a:ext>
            </a:extLst>
          </p:cNvPr>
          <p:cNvSpPr txBox="1"/>
          <p:nvPr/>
        </p:nvSpPr>
        <p:spPr>
          <a:xfrm>
            <a:off x="10552769" y="2626603"/>
            <a:ext cx="1325058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table_TWformat_2_11">
            <a:extLst>
              <a:ext uri="{FF2B5EF4-FFF2-40B4-BE49-F238E27FC236}">
                <ns2:creationId id="{B7B805C5-F4D0-47BD-852F-AC08AE8F5B68}"/>
              </a:ext>
            </a:extLst>
          </p:cNvPr>
          <p:cNvSpPr txBox="1"/>
          <p:nvPr/>
        </p:nvSpPr>
        <p:spPr>
          <a:xfrm>
            <a:off x="7848245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0" name="table_TWformat_3_11">
            <a:extLst>
              <a:ext uri="{FF2B5EF4-FFF2-40B4-BE49-F238E27FC236}">
                <ns2:creationId id="{DBC6837B-7917-730B-2D69-A40172DB5EAB}"/>
              </a:ext>
            </a:extLst>
          </p:cNvPr>
          <p:cNvSpPr txBox="1"/>
          <p:nvPr/>
        </p:nvSpPr>
        <p:spPr>
          <a:xfrm>
            <a:off x="7848245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table_TWformat_3_12">
            <a:extLst>
              <a:ext uri="{FF2B5EF4-FFF2-40B4-BE49-F238E27FC236}">
                <ns2:creationId id="{F4934EDB-C261-F2BF-C6E4-03BB95EE1055}"/>
              </a:ext>
            </a:extLst>
          </p:cNvPr>
          <p:cNvSpPr txBox="1"/>
          <p:nvPr/>
        </p:nvSpPr>
        <p:spPr>
          <a:xfrm>
            <a:off x="8524376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table_TWformat_2_13">
            <a:extLst>
              <a:ext uri="{FF2B5EF4-FFF2-40B4-BE49-F238E27FC236}">
                <ns2:creationId id="{7225DF35-87DD-0E38-86B3-216B9EF52FC5}"/>
              </a:ext>
            </a:extLst>
          </p:cNvPr>
          <p:cNvSpPr txBox="1"/>
          <p:nvPr/>
        </p:nvSpPr>
        <p:spPr>
          <a:xfrm>
            <a:off x="9200507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table_TWformat_3_13">
            <a:extLst>
              <a:ext uri="{FF2B5EF4-FFF2-40B4-BE49-F238E27FC236}">
                <ns2:creationId id="{43FA6FF1-956A-D01B-F164-E4E1130727BF}"/>
              </a:ext>
            </a:extLst>
          </p:cNvPr>
          <p:cNvSpPr txBox="1"/>
          <p:nvPr/>
        </p:nvSpPr>
        <p:spPr>
          <a:xfrm>
            <a:off x="9200507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table_TWformat_3_14">
            <a:extLst>
              <a:ext uri="{FF2B5EF4-FFF2-40B4-BE49-F238E27FC236}">
                <ns2:creationId id="{69FE0A35-5F92-7766-0C4D-C14AB4185DA2}"/>
              </a:ext>
            </a:extLst>
          </p:cNvPr>
          <p:cNvSpPr txBox="1"/>
          <p:nvPr/>
        </p:nvSpPr>
        <p:spPr>
          <a:xfrm>
            <a:off x="9876638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8" name="table_TWformat_2_15">
            <a:extLst>
              <a:ext uri="{FF2B5EF4-FFF2-40B4-BE49-F238E27FC236}">
                <ns2:creationId id="{7A6A2D6C-FF89-8094-B768-6522AB4C872E}"/>
              </a:ext>
            </a:extLst>
          </p:cNvPr>
          <p:cNvSpPr txBox="1"/>
          <p:nvPr/>
        </p:nvSpPr>
        <p:spPr>
          <a:xfrm>
            <a:off x="10552769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0" name="table_TWformat_3_15">
            <a:extLst>
              <a:ext uri="{FF2B5EF4-FFF2-40B4-BE49-F238E27FC236}">
                <ns2:creationId id="{F34BB40A-AA1E-1D76-2569-C91F72A58129}"/>
              </a:ext>
            </a:extLst>
          </p:cNvPr>
          <p:cNvSpPr txBox="1"/>
          <p:nvPr/>
        </p:nvSpPr>
        <p:spPr>
          <a:xfrm>
            <a:off x="10552769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table_TWformat_3_16">
            <a:extLst>
              <a:ext uri="{FF2B5EF4-FFF2-40B4-BE49-F238E27FC236}">
                <ns2:creationId id="{BC5EED19-9A55-5200-A5BA-61C7FF2BD57E}"/>
              </a:ext>
            </a:extLst>
          </p:cNvPr>
          <p:cNvSpPr txBox="1"/>
          <p:nvPr/>
        </p:nvSpPr>
        <p:spPr>
          <a:xfrm>
            <a:off x="11228900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2" name="table_TWformat_4_9">
            <a:extLst>
              <a:ext uri="{FF2B5EF4-FFF2-40B4-BE49-F238E27FC236}">
                <ns2:creationId id="{1AE937F3-D90D-D7BB-34A0-E321133B9EDA}"/>
              </a:ext>
            </a:extLst>
          </p:cNvPr>
          <p:cNvSpPr txBox="1"/>
          <p:nvPr/>
        </p:nvSpPr>
        <p:spPr>
          <a:xfrm>
            <a:off x="6795655" y="3394279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table_TWformat_5_9">
            <a:extLst>
              <a:ext uri="{FF2B5EF4-FFF2-40B4-BE49-F238E27FC236}">
                <ns2:creationId id="{D28ECBBB-DA1F-815D-70D1-128FF92C25BC}"/>
              </a:ext>
            </a:extLst>
          </p:cNvPr>
          <p:cNvSpPr txBox="1"/>
          <p:nvPr/>
        </p:nvSpPr>
        <p:spPr>
          <a:xfrm>
            <a:off x="6795655" y="3865113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6" name="table_TWformat_6_9">
            <a:extLst>
              <a:ext uri="{FF2B5EF4-FFF2-40B4-BE49-F238E27FC236}">
                <ns2:creationId id="{29A1F110-838A-0D78-3570-4907F701F044}"/>
              </a:ext>
            </a:extLst>
          </p:cNvPr>
          <p:cNvSpPr txBox="1"/>
          <p:nvPr/>
        </p:nvSpPr>
        <p:spPr>
          <a:xfrm>
            <a:off x="6795655" y="4335946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table_TWformat_7_9">
            <a:extLst>
              <a:ext uri="{FF2B5EF4-FFF2-40B4-BE49-F238E27FC236}">
                <ns2:creationId id="{CBC67E60-566E-82EE-7687-BD784E5B2F0D}"/>
              </a:ext>
            </a:extLst>
          </p:cNvPr>
          <p:cNvSpPr txBox="1"/>
          <p:nvPr/>
        </p:nvSpPr>
        <p:spPr>
          <a:xfrm>
            <a:off x="6795655" y="4806777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2" name="table_TWformat_4_11">
            <a:extLst>
              <a:ext uri="{FF2B5EF4-FFF2-40B4-BE49-F238E27FC236}">
                <ns2:creationId id="{289B323D-CEA1-3078-6D53-EAA950B5CB78}"/>
              </a:ext>
            </a:extLst>
          </p:cNvPr>
          <p:cNvSpPr txBox="1"/>
          <p:nvPr/>
        </p:nvSpPr>
        <p:spPr>
          <a:xfrm>
            <a:off x="7848245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4" name="table_TWformat_5_11">
            <a:extLst>
              <a:ext uri="{FF2B5EF4-FFF2-40B4-BE49-F238E27FC236}">
                <ns2:creationId id="{98502D98-91BE-8090-DABC-EC20F1531B28}"/>
              </a:ext>
            </a:extLst>
          </p:cNvPr>
          <p:cNvSpPr txBox="1"/>
          <p:nvPr/>
        </p:nvSpPr>
        <p:spPr>
          <a:xfrm>
            <a:off x="7848245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5" name="Straight Connector 154">
            <a:extLst>
              <a:ext uri="{FF2B5EF4-FFF2-40B4-BE49-F238E27FC236}">
                <ns2:creationId id="{F0F58EDD-1534-5A2B-16DB-DA8123782281}"/>
              </a:ext>
            </a:extLst>
          </p:cNvPr>
          <p:cNvCxnSpPr/>
          <p:nvPr/>
        </p:nvCxnSpPr>
        <p:spPr>
          <a:xfrm>
            <a:off x="7848245" y="3855489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able_TWformat_6_11">
            <a:extLst>
              <a:ext uri="{FF2B5EF4-FFF2-40B4-BE49-F238E27FC236}">
                <ns2:creationId id="{5C2D565F-6763-BE2E-E4EC-A5100870C1C5}"/>
              </a:ext>
            </a:extLst>
          </p:cNvPr>
          <p:cNvSpPr txBox="1"/>
          <p:nvPr/>
        </p:nvSpPr>
        <p:spPr>
          <a:xfrm>
            <a:off x="7848245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7" name="Straight Connector 156">
            <a:extLst>
              <a:ext uri="{FF2B5EF4-FFF2-40B4-BE49-F238E27FC236}">
                <ns2:creationId id="{CB5D8A93-B097-2071-565A-856C49B7E6E2}"/>
              </a:ext>
            </a:extLst>
          </p:cNvPr>
          <p:cNvCxnSpPr/>
          <p:nvPr/>
        </p:nvCxnSpPr>
        <p:spPr>
          <a:xfrm>
            <a:off x="7848245" y="4326321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table_TWformat_7_11">
            <a:extLst>
              <a:ext uri="{FF2B5EF4-FFF2-40B4-BE49-F238E27FC236}">
                <ns2:creationId id="{8EAB4286-C933-F1BD-003A-31760AABCFD1}"/>
              </a:ext>
            </a:extLst>
          </p:cNvPr>
          <p:cNvSpPr txBox="1"/>
          <p:nvPr/>
        </p:nvSpPr>
        <p:spPr>
          <a:xfrm>
            <a:off x="7848245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9" name="Straight Connector 158">
            <a:extLst>
              <a:ext uri="{FF2B5EF4-FFF2-40B4-BE49-F238E27FC236}">
                <ns2:creationId id="{7C869909-A5AF-EC00-D0B7-3B431EA204E6}"/>
              </a:ext>
            </a:extLst>
          </p:cNvPr>
          <p:cNvCxnSpPr/>
          <p:nvPr/>
        </p:nvCxnSpPr>
        <p:spPr>
          <a:xfrm>
            <a:off x="7848245" y="4797154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able_TWformat_4_12">
            <a:extLst>
              <a:ext uri="{FF2B5EF4-FFF2-40B4-BE49-F238E27FC236}">
                <ns2:creationId id="{2FAB84EB-01F2-CA78-76E1-ED2CB851BD4A}"/>
              </a:ext>
            </a:extLst>
          </p:cNvPr>
          <p:cNvSpPr txBox="1"/>
          <p:nvPr/>
        </p:nvSpPr>
        <p:spPr>
          <a:xfrm>
            <a:off x="8524376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9" name="table_TWformat_5_12">
            <a:extLst>
              <a:ext uri="{FF2B5EF4-FFF2-40B4-BE49-F238E27FC236}">
                <ns2:creationId id="{2C5DC4DF-4152-DE96-E405-EE779C6F5BE6}"/>
              </a:ext>
            </a:extLst>
          </p:cNvPr>
          <p:cNvSpPr txBox="1"/>
          <p:nvPr/>
        </p:nvSpPr>
        <p:spPr>
          <a:xfrm>
            <a:off x="8524376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0" name="Straight Connector 169">
            <a:extLst>
              <a:ext uri="{FF2B5EF4-FFF2-40B4-BE49-F238E27FC236}">
                <ns2:creationId id="{51AE8802-AC90-9D3B-6E37-FE39062D2020}"/>
              </a:ext>
            </a:extLst>
          </p:cNvPr>
          <p:cNvCxnSpPr/>
          <p:nvPr/>
        </p:nvCxnSpPr>
        <p:spPr>
          <a:xfrm>
            <a:off x="8524376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able_TWformat_6_12">
            <a:extLst>
              <a:ext uri="{FF2B5EF4-FFF2-40B4-BE49-F238E27FC236}">
                <ns2:creationId id="{34A11543-2D5B-A067-E960-0AA598CCAF39}"/>
              </a:ext>
            </a:extLst>
          </p:cNvPr>
          <p:cNvSpPr txBox="1"/>
          <p:nvPr/>
        </p:nvSpPr>
        <p:spPr>
          <a:xfrm>
            <a:off x="8524376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ns2:creationId id="{B982A30E-0520-0568-14FF-FCD7A92A42B4}"/>
              </a:ext>
            </a:extLst>
          </p:cNvPr>
          <p:cNvCxnSpPr/>
          <p:nvPr/>
        </p:nvCxnSpPr>
        <p:spPr>
          <a:xfrm>
            <a:off x="8524376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able_TWformat_7_12">
            <a:extLst>
              <a:ext uri="{FF2B5EF4-FFF2-40B4-BE49-F238E27FC236}">
                <ns2:creationId id="{F3640596-04CE-121F-9459-2B39EFA9B5AF}"/>
              </a:ext>
            </a:extLst>
          </p:cNvPr>
          <p:cNvSpPr txBox="1"/>
          <p:nvPr/>
        </p:nvSpPr>
        <p:spPr>
          <a:xfrm>
            <a:off x="8524376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4" name="Straight Connector 173">
            <a:extLst>
              <a:ext uri="{FF2B5EF4-FFF2-40B4-BE49-F238E27FC236}">
                <ns2:creationId id="{DCC9C8C6-4EDD-24C1-B6E9-9E54BC71DCB2}"/>
              </a:ext>
            </a:extLst>
          </p:cNvPr>
          <p:cNvCxnSpPr/>
          <p:nvPr/>
        </p:nvCxnSpPr>
        <p:spPr>
          <a:xfrm>
            <a:off x="8524376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table_TWformat_4_13">
            <a:extLst>
              <a:ext uri="{FF2B5EF4-FFF2-40B4-BE49-F238E27FC236}">
                <ns2:creationId id="{5549CCA6-4F6B-53B7-7F7A-8956A8F47DAD}"/>
              </a:ext>
            </a:extLst>
          </p:cNvPr>
          <p:cNvSpPr txBox="1"/>
          <p:nvPr/>
        </p:nvSpPr>
        <p:spPr>
          <a:xfrm>
            <a:off x="9200507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4" name="table_TWformat_5_13">
            <a:extLst>
              <a:ext uri="{FF2B5EF4-FFF2-40B4-BE49-F238E27FC236}">
                <ns2:creationId id="{19D7C5D5-847C-F9D7-BD13-AE56432DFFB3}"/>
              </a:ext>
            </a:extLst>
          </p:cNvPr>
          <p:cNvSpPr txBox="1"/>
          <p:nvPr/>
        </p:nvSpPr>
        <p:spPr>
          <a:xfrm>
            <a:off x="9200507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5" name="Straight Connector 184">
            <a:extLst>
              <a:ext uri="{FF2B5EF4-FFF2-40B4-BE49-F238E27FC236}">
                <ns2:creationId id="{A8E8CB94-BE32-F872-62B0-FE472FEC230A}"/>
              </a:ext>
            </a:extLst>
          </p:cNvPr>
          <p:cNvCxnSpPr/>
          <p:nvPr/>
        </p:nvCxnSpPr>
        <p:spPr>
          <a:xfrm>
            <a:off x="9200507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able_TWformat_6_13">
            <a:extLst>
              <a:ext uri="{FF2B5EF4-FFF2-40B4-BE49-F238E27FC236}">
                <ns2:creationId id="{93F110C7-1EBE-99DF-B665-1FF5D6472CF0}"/>
              </a:ext>
            </a:extLst>
          </p:cNvPr>
          <p:cNvSpPr txBox="1"/>
          <p:nvPr/>
        </p:nvSpPr>
        <p:spPr>
          <a:xfrm>
            <a:off x="9200507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7" name="Straight Connector 186">
            <a:extLst>
              <a:ext uri="{FF2B5EF4-FFF2-40B4-BE49-F238E27FC236}">
                <ns2:creationId id="{85398075-C52A-BB61-7B0D-46ADFB69D6F3}"/>
              </a:ext>
            </a:extLst>
          </p:cNvPr>
          <p:cNvCxnSpPr/>
          <p:nvPr/>
        </p:nvCxnSpPr>
        <p:spPr>
          <a:xfrm>
            <a:off x="9200507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able_TWformat_7_13">
            <a:extLst>
              <a:ext uri="{FF2B5EF4-FFF2-40B4-BE49-F238E27FC236}">
                <ns2:creationId id="{56F59AFE-3ABC-6B0F-4DC9-F150937AB9AA}"/>
              </a:ext>
            </a:extLst>
          </p:cNvPr>
          <p:cNvSpPr txBox="1"/>
          <p:nvPr/>
        </p:nvSpPr>
        <p:spPr>
          <a:xfrm>
            <a:off x="9200507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9" name="Straight Connector 188">
            <a:extLst>
              <a:ext uri="{FF2B5EF4-FFF2-40B4-BE49-F238E27FC236}">
                <ns2:creationId id="{C75D7583-6845-0ED8-6585-27289FDD4035}"/>
              </a:ext>
            </a:extLst>
          </p:cNvPr>
          <p:cNvCxnSpPr/>
          <p:nvPr/>
        </p:nvCxnSpPr>
        <p:spPr>
          <a:xfrm>
            <a:off x="9200507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able_TWformat_4_14">
            <a:extLst>
              <a:ext uri="{FF2B5EF4-FFF2-40B4-BE49-F238E27FC236}">
                <ns2:creationId id="{8D018BC0-36A7-CA74-8D7F-A75D92B090B1}"/>
              </a:ext>
            </a:extLst>
          </p:cNvPr>
          <p:cNvSpPr txBox="1"/>
          <p:nvPr/>
        </p:nvSpPr>
        <p:spPr>
          <a:xfrm>
            <a:off x="9876638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9" name="table_TWformat_5_14">
            <a:extLst>
              <a:ext uri="{FF2B5EF4-FFF2-40B4-BE49-F238E27FC236}">
                <ns2:creationId id="{57F369AC-420F-4C37-E30C-D51D32AEA035}"/>
              </a:ext>
            </a:extLst>
          </p:cNvPr>
          <p:cNvSpPr txBox="1"/>
          <p:nvPr/>
        </p:nvSpPr>
        <p:spPr>
          <a:xfrm>
            <a:off x="9876638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0" name="Straight Connector 199">
            <a:extLst>
              <a:ext uri="{FF2B5EF4-FFF2-40B4-BE49-F238E27FC236}">
                <ns2:creationId id="{19E674B7-5EEE-3505-3B3A-69757DBFA315}"/>
              </a:ext>
            </a:extLst>
          </p:cNvPr>
          <p:cNvCxnSpPr/>
          <p:nvPr/>
        </p:nvCxnSpPr>
        <p:spPr>
          <a:xfrm>
            <a:off x="9876638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able_TWformat_6_14">
            <a:extLst>
              <a:ext uri="{FF2B5EF4-FFF2-40B4-BE49-F238E27FC236}">
                <ns2:creationId id="{C633FC92-450C-49EC-801B-08723B6B69EC}"/>
              </a:ext>
            </a:extLst>
          </p:cNvPr>
          <p:cNvSpPr txBox="1"/>
          <p:nvPr/>
        </p:nvSpPr>
        <p:spPr>
          <a:xfrm>
            <a:off x="9876638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ns2:creationId id="{0D643C85-3BD1-A813-8D50-C6BB115EC6A6}"/>
              </a:ext>
            </a:extLst>
          </p:cNvPr>
          <p:cNvCxnSpPr/>
          <p:nvPr/>
        </p:nvCxnSpPr>
        <p:spPr>
          <a:xfrm>
            <a:off x="9876638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able_TWformat_7_14">
            <a:extLst>
              <a:ext uri="{FF2B5EF4-FFF2-40B4-BE49-F238E27FC236}">
                <ns2:creationId id="{BA74199B-DFE0-B3D3-8625-1699DDB5E7B1}"/>
              </a:ext>
            </a:extLst>
          </p:cNvPr>
          <p:cNvSpPr txBox="1"/>
          <p:nvPr/>
        </p:nvSpPr>
        <p:spPr>
          <a:xfrm>
            <a:off x="9876638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4" name="Straight Connector 203">
            <a:extLst>
              <a:ext uri="{FF2B5EF4-FFF2-40B4-BE49-F238E27FC236}">
                <ns2:creationId id="{47001550-0027-1CAD-A0CF-27F6FDDD1752}"/>
              </a:ext>
            </a:extLst>
          </p:cNvPr>
          <p:cNvCxnSpPr/>
          <p:nvPr/>
        </p:nvCxnSpPr>
        <p:spPr>
          <a:xfrm>
            <a:off x="9876638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able_TWformat_4_15">
            <a:extLst>
              <a:ext uri="{FF2B5EF4-FFF2-40B4-BE49-F238E27FC236}">
                <ns2:creationId id="{26D5A9D3-EA70-759F-6D1D-9E96DA5868A1}"/>
              </a:ext>
            </a:extLst>
          </p:cNvPr>
          <p:cNvSpPr txBox="1"/>
          <p:nvPr/>
        </p:nvSpPr>
        <p:spPr>
          <a:xfrm>
            <a:off x="10552769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4" name="table_TWformat_5_15">
            <a:extLst>
              <a:ext uri="{FF2B5EF4-FFF2-40B4-BE49-F238E27FC236}">
                <ns2:creationId id="{D63DD1FD-5853-F4E8-6F4F-A3CD82258ADB}"/>
              </a:ext>
            </a:extLst>
          </p:cNvPr>
          <p:cNvSpPr txBox="1"/>
          <p:nvPr/>
        </p:nvSpPr>
        <p:spPr>
          <a:xfrm>
            <a:off x="10552769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ns2:creationId id="{7B3CF569-7CF2-5AB2-2696-DBD54A7E787D}"/>
              </a:ext>
            </a:extLst>
          </p:cNvPr>
          <p:cNvCxnSpPr/>
          <p:nvPr/>
        </p:nvCxnSpPr>
        <p:spPr>
          <a:xfrm>
            <a:off x="10552769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able_TWformat_6_15">
            <a:extLst>
              <a:ext uri="{FF2B5EF4-FFF2-40B4-BE49-F238E27FC236}">
                <ns2:creationId id="{6CD1F9CA-7490-3C08-6E5B-4824F4DE4D31}"/>
              </a:ext>
            </a:extLst>
          </p:cNvPr>
          <p:cNvSpPr txBox="1"/>
          <p:nvPr/>
        </p:nvSpPr>
        <p:spPr>
          <a:xfrm>
            <a:off x="10552769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ns2:creationId id="{42C95736-950E-B8CF-820C-75E948029FB1}"/>
              </a:ext>
            </a:extLst>
          </p:cNvPr>
          <p:cNvCxnSpPr/>
          <p:nvPr/>
        </p:nvCxnSpPr>
        <p:spPr>
          <a:xfrm>
            <a:off x="10552769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table_TWformat_7_15">
            <a:extLst>
              <a:ext uri="{FF2B5EF4-FFF2-40B4-BE49-F238E27FC236}">
                <ns2:creationId id="{4B039FC0-6C3F-7931-7ACF-6BC7ACE47E2A}"/>
              </a:ext>
            </a:extLst>
          </p:cNvPr>
          <p:cNvSpPr txBox="1"/>
          <p:nvPr/>
        </p:nvSpPr>
        <p:spPr>
          <a:xfrm>
            <a:off x="10552769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ns2:creationId id="{91B6018F-AE18-6766-1FD5-DE3D7A07BD84}"/>
              </a:ext>
            </a:extLst>
          </p:cNvPr>
          <p:cNvCxnSpPr/>
          <p:nvPr/>
        </p:nvCxnSpPr>
        <p:spPr>
          <a:xfrm>
            <a:off x="10552769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able_TWformat_4_16">
            <a:extLst>
              <a:ext uri="{FF2B5EF4-FFF2-40B4-BE49-F238E27FC236}">
                <ns2:creationId id="{F407C9FF-B956-6A0A-3891-A792FD138876}"/>
              </a:ext>
            </a:extLst>
          </p:cNvPr>
          <p:cNvSpPr txBox="1"/>
          <p:nvPr/>
        </p:nvSpPr>
        <p:spPr>
          <a:xfrm>
            <a:off x="11228900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table_TWformat_5_16">
            <a:extLst>
              <a:ext uri="{FF2B5EF4-FFF2-40B4-BE49-F238E27FC236}">
                <ns2:creationId id="{B7EE7ACD-26C6-F454-26E8-BE530913F6B7}"/>
              </a:ext>
            </a:extLst>
          </p:cNvPr>
          <p:cNvSpPr txBox="1"/>
          <p:nvPr/>
        </p:nvSpPr>
        <p:spPr>
          <a:xfrm>
            <a:off x="11228900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4" name="Straight Connector 243">
            <a:extLst>
              <a:ext uri="{FF2B5EF4-FFF2-40B4-BE49-F238E27FC236}">
                <ns2:creationId id="{C7E54867-18C2-C08F-9A20-6C51F1B48D1E}"/>
              </a:ext>
            </a:extLst>
          </p:cNvPr>
          <p:cNvCxnSpPr/>
          <p:nvPr/>
        </p:nvCxnSpPr>
        <p:spPr>
          <a:xfrm>
            <a:off x="11228900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able_TWformat_6_16">
            <a:extLst>
              <a:ext uri="{FF2B5EF4-FFF2-40B4-BE49-F238E27FC236}">
                <ns2:creationId id="{DFBFD969-2C15-63D3-ECD5-1A0A35A08839}"/>
              </a:ext>
            </a:extLst>
          </p:cNvPr>
          <p:cNvSpPr txBox="1"/>
          <p:nvPr/>
        </p:nvSpPr>
        <p:spPr>
          <a:xfrm>
            <a:off x="11228900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ns2:creationId id="{BCAAED55-D341-0C19-2DE5-79E812FE84FD}"/>
              </a:ext>
            </a:extLst>
          </p:cNvPr>
          <p:cNvCxnSpPr/>
          <p:nvPr/>
        </p:nvCxnSpPr>
        <p:spPr>
          <a:xfrm>
            <a:off x="11228900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able_TWformat_7_16">
            <a:extLst>
              <a:ext uri="{FF2B5EF4-FFF2-40B4-BE49-F238E27FC236}">
                <ns2:creationId id="{D6AF3DF8-4FA3-C395-5691-9CFF2E921FAF}"/>
              </a:ext>
            </a:extLst>
          </p:cNvPr>
          <p:cNvSpPr txBox="1"/>
          <p:nvPr/>
        </p:nvSpPr>
        <p:spPr>
          <a:xfrm>
            <a:off x="11228900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ns2:creationId id="{9909F246-E4DF-6394-F3FF-1F8EA9C8C6E5}"/>
              </a:ext>
            </a:extLst>
          </p:cNvPr>
          <p:cNvCxnSpPr/>
          <p:nvPr/>
        </p:nvCxnSpPr>
        <p:spPr>
          <a:xfrm>
            <a:off x="11228900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able_TWformat_4_9">
            <a:extLst>
              <a:ext uri="{FF2B5EF4-FFF2-40B4-BE49-F238E27FC236}">
                <ns2:creationId id="{6E153CD1-C0AF-5350-7B4B-D0A2D883D275}"/>
              </a:ext>
            </a:extLst>
          </p:cNvPr>
          <p:cNvSpPr txBox="1"/>
          <p:nvPr/>
        </p:nvSpPr>
        <p:spPr>
          <a:xfrm>
            <a:off x="6495984" y="3394278"/>
            <a:ext cx="266071" cy="1864081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314" name="Oval 313">
            <a:extLst>
              <a:ext uri="{FF2B5EF4-FFF2-40B4-BE49-F238E27FC236}">
                <ns2:creationId id="{0C8E76F4-E494-1B74-5738-88F33AB4C903}"/>
              </a:ext>
            </a:extLst>
          </p:cNvPr>
          <p:cNvSpPr/>
          <p:nvPr/>
        </p:nvSpPr>
        <p:spPr>
          <a:xfrm>
            <a:off x="5225535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Oval 314">
            <a:extLst>
              <a:ext uri="{FF2B5EF4-FFF2-40B4-BE49-F238E27FC236}">
                <ns2:creationId id="{C4B559AA-FAA2-8C6B-E253-1DC95D5AE274}"/>
              </a:ext>
            </a:extLst>
          </p:cNvPr>
          <p:cNvSpPr/>
          <p:nvPr/>
        </p:nvSpPr>
        <p:spPr>
          <a:xfrm>
            <a:off x="5225535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Oval 315">
            <a:extLst>
              <a:ext uri="{FF2B5EF4-FFF2-40B4-BE49-F238E27FC236}">
                <ns2:creationId id="{B7836308-DC29-E6E5-F4DD-57CD86112D03}"/>
              </a:ext>
            </a:extLst>
          </p:cNvPr>
          <p:cNvSpPr/>
          <p:nvPr/>
        </p:nvSpPr>
        <p:spPr>
          <a:xfrm>
            <a:off x="5225535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Oval 316">
            <a:extLst>
              <a:ext uri="{FF2B5EF4-FFF2-40B4-BE49-F238E27FC236}">
                <ns2:creationId id="{25A7736E-2C02-C643-EF64-1D772FD8C4A3}"/>
              </a:ext>
            </a:extLst>
          </p:cNvPr>
          <p:cNvSpPr/>
          <p:nvPr/>
        </p:nvSpPr>
        <p:spPr>
          <a:xfrm>
            <a:off x="5225535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Oval 317">
            <a:extLst>
              <a:ext uri="{FF2B5EF4-FFF2-40B4-BE49-F238E27FC236}">
                <ns2:creationId id="{CDE73823-FB6E-4702-C2A4-55600EF8A51B}"/>
              </a:ext>
            </a:extLst>
          </p:cNvPr>
          <p:cNvSpPr/>
          <p:nvPr/>
        </p:nvSpPr>
        <p:spPr>
          <a:xfrm>
            <a:off x="5225535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Oval 308">
            <a:extLst>
              <a:ext uri="{FF2B5EF4-FFF2-40B4-BE49-F238E27FC236}">
                <ns2:creationId id="{126BBCCD-096A-59A0-AF22-321BC905E872}"/>
              </a:ext>
            </a:extLst>
          </p:cNvPr>
          <p:cNvSpPr/>
          <p:nvPr/>
        </p:nvSpPr>
        <p:spPr>
          <a:xfrm>
            <a:off x="387372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Oval 309">
            <a:extLst>
              <a:ext uri="{FF2B5EF4-FFF2-40B4-BE49-F238E27FC236}">
                <ns2:creationId id="{4678ACD2-595E-3972-E209-0F6A3A0C6752}"/>
              </a:ext>
            </a:extLst>
          </p:cNvPr>
          <p:cNvSpPr/>
          <p:nvPr/>
        </p:nvSpPr>
        <p:spPr>
          <a:xfrm>
            <a:off x="387372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Oval 310">
            <a:extLst>
              <a:ext uri="{FF2B5EF4-FFF2-40B4-BE49-F238E27FC236}">
                <ns2:creationId id="{A23EEB4E-71D3-D102-5978-43E45DB499C0}"/>
              </a:ext>
            </a:extLst>
          </p:cNvPr>
          <p:cNvSpPr/>
          <p:nvPr/>
        </p:nvSpPr>
        <p:spPr>
          <a:xfrm>
            <a:off x="387372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Oval 311">
            <a:extLst>
              <a:ext uri="{FF2B5EF4-FFF2-40B4-BE49-F238E27FC236}">
                <ns2:creationId id="{D52BD21A-7FBE-872D-5E66-CE2A2CDDE093}"/>
              </a:ext>
            </a:extLst>
          </p:cNvPr>
          <p:cNvSpPr/>
          <p:nvPr/>
        </p:nvSpPr>
        <p:spPr>
          <a:xfrm>
            <a:off x="387372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Oval 312">
            <a:extLst>
              <a:ext uri="{FF2B5EF4-FFF2-40B4-BE49-F238E27FC236}">
                <ns2:creationId id="{7C7E4869-6EB3-9EE7-9421-7683969FB9B7}"/>
              </a:ext>
            </a:extLst>
          </p:cNvPr>
          <p:cNvSpPr/>
          <p:nvPr/>
        </p:nvSpPr>
        <p:spPr>
          <a:xfrm>
            <a:off x="3873727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4" name="Oval 303">
            <a:extLst>
              <a:ext uri="{FF2B5EF4-FFF2-40B4-BE49-F238E27FC236}">
                <ns2:creationId id="{38B14080-ACE7-51EE-5349-2102993B2FDC}"/>
              </a:ext>
            </a:extLst>
          </p:cNvPr>
          <p:cNvSpPr/>
          <p:nvPr/>
        </p:nvSpPr>
        <p:spPr>
          <a:xfrm>
            <a:off x="252191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5" name="Oval 304">
            <a:extLst>
              <a:ext uri="{FF2B5EF4-FFF2-40B4-BE49-F238E27FC236}">
                <ns2:creationId id="{381675C8-C447-5C6D-F0C2-464E5F51A2CA}"/>
              </a:ext>
            </a:extLst>
          </p:cNvPr>
          <p:cNvSpPr/>
          <p:nvPr/>
        </p:nvSpPr>
        <p:spPr>
          <a:xfrm>
            <a:off x="252191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Oval 305">
            <a:extLst>
              <a:ext uri="{FF2B5EF4-FFF2-40B4-BE49-F238E27FC236}">
                <ns2:creationId id="{D338164C-3FCA-B155-F2AF-7BCD386B938A}"/>
              </a:ext>
            </a:extLst>
          </p:cNvPr>
          <p:cNvSpPr/>
          <p:nvPr/>
        </p:nvSpPr>
        <p:spPr>
          <a:xfrm>
            <a:off x="252191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Oval 306">
            <a:extLst>
              <a:ext uri="{FF2B5EF4-FFF2-40B4-BE49-F238E27FC236}">
                <ns2:creationId id="{CF509BB8-1918-425B-17EE-CFF4961CEAA3}"/>
              </a:ext>
            </a:extLst>
          </p:cNvPr>
          <p:cNvSpPr/>
          <p:nvPr/>
        </p:nvSpPr>
        <p:spPr>
          <a:xfrm>
            <a:off x="252191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Oval 307">
            <a:extLst>
              <a:ext uri="{FF2B5EF4-FFF2-40B4-BE49-F238E27FC236}">
                <ns2:creationId id="{19DA07A1-CEFE-F97D-1AEA-052C5574273C}"/>
              </a:ext>
            </a:extLst>
          </p:cNvPr>
          <p:cNvSpPr/>
          <p:nvPr/>
        </p:nvSpPr>
        <p:spPr>
          <a:xfrm>
            <a:off x="2521918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Multiplication Sign 273">
            <a:extLst>
              <a:ext uri="{FF2B5EF4-FFF2-40B4-BE49-F238E27FC236}">
                <ns2:creationId id="{0CB4ECC9-5D2E-9940-35FD-EF52A55FABBA}"/>
              </a:ext>
            </a:extLst>
          </p:cNvPr>
          <p:cNvSpPr/>
          <p:nvPr/>
        </p:nvSpPr>
        <p:spPr>
          <a:xfrm>
            <a:off x="3100993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Multiplication Sign 274">
            <a:extLst>
              <a:ext uri="{FF2B5EF4-FFF2-40B4-BE49-F238E27FC236}">
                <ns2:creationId id="{E708ECA6-8200-B826-A2AD-FA83BC7CF763}"/>
              </a:ext>
            </a:extLst>
          </p:cNvPr>
          <p:cNvSpPr/>
          <p:nvPr/>
        </p:nvSpPr>
        <p:spPr>
          <a:xfrm>
            <a:off x="3100993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Multiplication Sign 275">
            <a:extLst>
              <a:ext uri="{FF2B5EF4-FFF2-40B4-BE49-F238E27FC236}">
                <ns2:creationId id="{1442243E-E057-10DA-CFDA-29B5B9DFB0A3}"/>
              </a:ext>
            </a:extLst>
          </p:cNvPr>
          <p:cNvSpPr/>
          <p:nvPr/>
        </p:nvSpPr>
        <p:spPr>
          <a:xfrm>
            <a:off x="3100993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Multiplication Sign 276">
            <a:extLst>
              <a:ext uri="{FF2B5EF4-FFF2-40B4-BE49-F238E27FC236}">
                <ns2:creationId id="{D1B81963-6F81-81B9-30FB-9EEA46047A44}"/>
              </a:ext>
            </a:extLst>
          </p:cNvPr>
          <p:cNvSpPr/>
          <p:nvPr/>
        </p:nvSpPr>
        <p:spPr>
          <a:xfrm>
            <a:off x="3100993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Multiplication Sign 277">
            <a:extLst>
              <a:ext uri="{FF2B5EF4-FFF2-40B4-BE49-F238E27FC236}">
                <ns2:creationId id="{8F4F94FD-7686-0D72-2A89-9FA054280BAC}"/>
              </a:ext>
            </a:extLst>
          </p:cNvPr>
          <p:cNvSpPr/>
          <p:nvPr/>
        </p:nvSpPr>
        <p:spPr>
          <a:xfrm>
            <a:off x="3100993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Multiplication Sign 268">
            <a:extLst>
              <a:ext uri="{FF2B5EF4-FFF2-40B4-BE49-F238E27FC236}">
                <ns2:creationId id="{E8807DF6-3B93-187E-1EE6-D4CE012EC651}"/>
              </a:ext>
            </a:extLst>
          </p:cNvPr>
          <p:cNvSpPr/>
          <p:nvPr/>
        </p:nvSpPr>
        <p:spPr>
          <a:xfrm>
            <a:off x="174918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Multiplication Sign 269">
            <a:extLst>
              <a:ext uri="{FF2B5EF4-FFF2-40B4-BE49-F238E27FC236}">
                <ns2:creationId id="{B7A38E48-4645-04C8-620E-C2EABF7984E8}"/>
              </a:ext>
            </a:extLst>
          </p:cNvPr>
          <p:cNvSpPr/>
          <p:nvPr/>
        </p:nvSpPr>
        <p:spPr>
          <a:xfrm>
            <a:off x="174918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1" name="Multiplication Sign 270">
            <a:extLst>
              <a:ext uri="{FF2B5EF4-FFF2-40B4-BE49-F238E27FC236}">
                <ns2:creationId id="{27729205-50CF-625E-36AE-1ED14537CA76}"/>
              </a:ext>
            </a:extLst>
          </p:cNvPr>
          <p:cNvSpPr/>
          <p:nvPr/>
        </p:nvSpPr>
        <p:spPr>
          <a:xfrm>
            <a:off x="174918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Multiplication Sign 271">
            <a:extLst>
              <a:ext uri="{FF2B5EF4-FFF2-40B4-BE49-F238E27FC236}">
                <ns2:creationId id="{3249CD67-DAF5-3EEA-C7D5-53A639C22CCC}"/>
              </a:ext>
            </a:extLst>
          </p:cNvPr>
          <p:cNvSpPr/>
          <p:nvPr/>
        </p:nvSpPr>
        <p:spPr>
          <a:xfrm>
            <a:off x="174918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Multiplication Sign 272">
            <a:extLst>
              <a:ext uri="{FF2B5EF4-FFF2-40B4-BE49-F238E27FC236}">
                <ns2:creationId id="{0125D906-3D09-F3CD-F93F-D348C301F360}"/>
              </a:ext>
            </a:extLst>
          </p:cNvPr>
          <p:cNvSpPr/>
          <p:nvPr/>
        </p:nvSpPr>
        <p:spPr>
          <a:xfrm>
            <a:off x="1749185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table_TWformat_1_3">
            <a:extLst>
              <a:ext uri="{FF2B5EF4-FFF2-40B4-BE49-F238E27FC236}">
                <ns2:creationId id="{09695FEE-2A80-9DAB-31C3-B807EC20945F}"/>
              </a:ext>
            </a:extLst>
          </p:cNvPr>
          <p:cNvSpPr txBox="1"/>
          <p:nvPr/>
        </p:nvSpPr>
        <p:spPr>
          <a:xfrm>
            <a:off x="1686771" y="2626603"/>
            <a:ext cx="2685204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table_TWformat_1_7">
            <a:extLst>
              <a:ext uri="{FF2B5EF4-FFF2-40B4-BE49-F238E27FC236}">
                <ns2:creationId id="{EFB5DC26-D0E3-ACE0-AEC4-4DB5DFD982AE}"/>
              </a:ext>
            </a:extLst>
          </p:cNvPr>
          <p:cNvSpPr txBox="1"/>
          <p:nvPr/>
        </p:nvSpPr>
        <p:spPr>
          <a:xfrm>
            <a:off x="4390387" y="2626603"/>
            <a:ext cx="1324613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table_TWformat_2_3">
            <a:extLst>
              <a:ext uri="{FF2B5EF4-FFF2-40B4-BE49-F238E27FC236}">
                <ns2:creationId id="{ACAA83B4-944D-40A7-94B4-50BE99E4ED15}"/>
              </a:ext>
            </a:extLst>
          </p:cNvPr>
          <p:cNvSpPr txBox="1"/>
          <p:nvPr/>
        </p:nvSpPr>
        <p:spPr>
          <a:xfrm>
            <a:off x="1686771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5" name="table_TWformat_3_3">
            <a:extLst>
              <a:ext uri="{FF2B5EF4-FFF2-40B4-BE49-F238E27FC236}">
                <ns2:creationId id="{ABD51075-089E-433E-B271-29A8A73E99F5}"/>
              </a:ext>
            </a:extLst>
          </p:cNvPr>
          <p:cNvSpPr txBox="1"/>
          <p:nvPr/>
        </p:nvSpPr>
        <p:spPr>
          <a:xfrm>
            <a:off x="1686771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" name="table_TWformat_3_4">
            <a:extLst>
              <a:ext uri="{FF2B5EF4-FFF2-40B4-BE49-F238E27FC236}">
                <ns2:creationId id="{DC9C8BCD-B69E-3D63-9C8A-89931B100547}"/>
              </a:ext>
            </a:extLst>
          </p:cNvPr>
          <p:cNvSpPr txBox="1"/>
          <p:nvPr/>
        </p:nvSpPr>
        <p:spPr>
          <a:xfrm>
            <a:off x="2362675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table_TWformat_2_5">
            <a:extLst>
              <a:ext uri="{FF2B5EF4-FFF2-40B4-BE49-F238E27FC236}">
                <ns2:creationId id="{F52B19FD-0137-A262-A66F-4F3D9F148B1A}"/>
              </a:ext>
            </a:extLst>
          </p:cNvPr>
          <p:cNvSpPr txBox="1"/>
          <p:nvPr/>
        </p:nvSpPr>
        <p:spPr>
          <a:xfrm>
            <a:off x="3038578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table_TWformat_3_5">
            <a:extLst>
              <a:ext uri="{FF2B5EF4-FFF2-40B4-BE49-F238E27FC236}">
                <ns2:creationId id="{0EDA1423-2F94-5586-7D07-D6431C616F65}"/>
              </a:ext>
            </a:extLst>
          </p:cNvPr>
          <p:cNvSpPr txBox="1"/>
          <p:nvPr/>
        </p:nvSpPr>
        <p:spPr>
          <a:xfrm>
            <a:off x="3038578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table_TWformat_3_6">
            <a:extLst>
              <a:ext uri="{FF2B5EF4-FFF2-40B4-BE49-F238E27FC236}">
                <ns2:creationId id="{17474D49-2C6D-22F5-8C97-4260758F58AB}"/>
              </a:ext>
            </a:extLst>
          </p:cNvPr>
          <p:cNvSpPr txBox="1"/>
          <p:nvPr/>
        </p:nvSpPr>
        <p:spPr>
          <a:xfrm>
            <a:off x="3714484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table_TWformat_2_7">
            <a:extLst>
              <a:ext uri="{FF2B5EF4-FFF2-40B4-BE49-F238E27FC236}">
                <ns2:creationId id="{0CE8F7B4-EEBC-C717-A57C-21FD59837BEF}"/>
              </a:ext>
            </a:extLst>
          </p:cNvPr>
          <p:cNvSpPr txBox="1"/>
          <p:nvPr/>
        </p:nvSpPr>
        <p:spPr>
          <a:xfrm>
            <a:off x="4390387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table_TWformat_3_7">
            <a:extLst>
              <a:ext uri="{FF2B5EF4-FFF2-40B4-BE49-F238E27FC236}">
                <ns2:creationId id="{69BF383D-C092-4380-709C-DB5652834962}"/>
              </a:ext>
            </a:extLst>
          </p:cNvPr>
          <p:cNvSpPr txBox="1"/>
          <p:nvPr/>
        </p:nvSpPr>
        <p:spPr>
          <a:xfrm>
            <a:off x="4390387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table_TWformat_3_8">
            <a:extLst>
              <a:ext uri="{FF2B5EF4-FFF2-40B4-BE49-F238E27FC236}">
                <ns2:creationId id="{4450F24B-97D4-7BDE-FAB3-8A14E0CE9C56}"/>
              </a:ext>
            </a:extLst>
          </p:cNvPr>
          <p:cNvSpPr txBox="1"/>
          <p:nvPr/>
        </p:nvSpPr>
        <p:spPr>
          <a:xfrm>
            <a:off x="5066292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table_TWformat_4_1">
            <a:extLst>
              <a:ext uri="{FF2B5EF4-FFF2-40B4-BE49-F238E27FC236}">
                <ns2:creationId id="{22FD8DED-6BCE-2D43-4EC5-529A2538A7E6}"/>
              </a:ext>
            </a:extLst>
          </p:cNvPr>
          <p:cNvSpPr txBox="1"/>
          <p:nvPr/>
        </p:nvSpPr>
        <p:spPr>
          <a:xfrm>
            <a:off x="634534" y="3394279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table_TWformat_5_1">
            <a:extLst>
              <a:ext uri="{FF2B5EF4-FFF2-40B4-BE49-F238E27FC236}">
                <ns2:creationId id="{09110BF7-7B9A-B75F-A180-5ABE41E25BFA}"/>
              </a:ext>
            </a:extLst>
          </p:cNvPr>
          <p:cNvSpPr txBox="1"/>
          <p:nvPr/>
        </p:nvSpPr>
        <p:spPr>
          <a:xfrm>
            <a:off x="634534" y="3865113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table_TWformat_6_1">
            <a:extLst>
              <a:ext uri="{FF2B5EF4-FFF2-40B4-BE49-F238E27FC236}">
                <ns2:creationId id="{C23B7BDB-3BE2-6DC0-6A2D-41799420AB0F}"/>
              </a:ext>
            </a:extLst>
          </p:cNvPr>
          <p:cNvSpPr txBox="1"/>
          <p:nvPr/>
        </p:nvSpPr>
        <p:spPr>
          <a:xfrm>
            <a:off x="634534" y="4335946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table_TWformat_7_1">
            <a:extLst>
              <a:ext uri="{FF2B5EF4-FFF2-40B4-BE49-F238E27FC236}">
                <ns2:creationId id="{494951AD-D5F3-37A7-7047-DD405D5D16D2}"/>
              </a:ext>
            </a:extLst>
          </p:cNvPr>
          <p:cNvSpPr txBox="1"/>
          <p:nvPr/>
        </p:nvSpPr>
        <p:spPr>
          <a:xfrm>
            <a:off x="634534" y="4806777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table_TWformat_8_1">
            <a:extLst>
              <a:ext uri="{FF2B5EF4-FFF2-40B4-BE49-F238E27FC236}">
                <ns2:creationId id="{1874B372-115E-EF61-7374-E272B6E74318}"/>
              </a:ext>
            </a:extLst>
          </p:cNvPr>
          <p:cNvSpPr txBox="1"/>
          <p:nvPr/>
        </p:nvSpPr>
        <p:spPr>
          <a:xfrm>
            <a:off x="634534" y="5277610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table_TWformat_4_3">
            <a:extLst>
              <a:ext uri="{FF2B5EF4-FFF2-40B4-BE49-F238E27FC236}">
                <ns2:creationId id="{0F2E96C4-C6F0-0817-DD71-C08ACCCCD01F}"/>
              </a:ext>
            </a:extLst>
          </p:cNvPr>
          <p:cNvSpPr txBox="1"/>
          <p:nvPr/>
        </p:nvSpPr>
        <p:spPr>
          <a:xfrm>
            <a:off x="1686771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table_TWformat_5_3">
            <a:extLst>
              <a:ext uri="{FF2B5EF4-FFF2-40B4-BE49-F238E27FC236}">
                <ns2:creationId id="{E275D20B-670D-E0A9-F862-9D3919277143}"/>
              </a:ext>
            </a:extLst>
          </p:cNvPr>
          <p:cNvSpPr txBox="1"/>
          <p:nvPr/>
        </p:nvSpPr>
        <p:spPr>
          <a:xfrm>
            <a:off x="1686771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ns2:creationId id="{C1A9D222-39C1-0935-856F-D1B7EDD14BC0}"/>
              </a:ext>
            </a:extLst>
          </p:cNvPr>
          <p:cNvCxnSpPr/>
          <p:nvPr/>
        </p:nvCxnSpPr>
        <p:spPr>
          <a:xfrm>
            <a:off x="1686771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able_TWformat_6_3">
            <a:extLst>
              <a:ext uri="{FF2B5EF4-FFF2-40B4-BE49-F238E27FC236}">
                <ns2:creationId id="{3E324F27-23D0-3746-F6C1-4E0E0E3B43DD}"/>
              </a:ext>
            </a:extLst>
          </p:cNvPr>
          <p:cNvSpPr txBox="1"/>
          <p:nvPr/>
        </p:nvSpPr>
        <p:spPr>
          <a:xfrm>
            <a:off x="1686771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ns2:creationId id="{8059BC1A-E1AB-3083-43D6-F94CE1511971}"/>
              </a:ext>
            </a:extLst>
          </p:cNvPr>
          <p:cNvCxnSpPr/>
          <p:nvPr/>
        </p:nvCxnSpPr>
        <p:spPr>
          <a:xfrm>
            <a:off x="1686771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able_TWformat_7_3">
            <a:extLst>
              <a:ext uri="{FF2B5EF4-FFF2-40B4-BE49-F238E27FC236}">
                <ns2:creationId id="{62DC3838-945C-FFD3-AFC3-30AB8664FFAE}"/>
              </a:ext>
            </a:extLst>
          </p:cNvPr>
          <p:cNvSpPr txBox="1"/>
          <p:nvPr/>
        </p:nvSpPr>
        <p:spPr>
          <a:xfrm>
            <a:off x="1686771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ns2:creationId id="{B490E597-A7F8-5D62-FE7D-4D8F01777452}"/>
              </a:ext>
            </a:extLst>
          </p:cNvPr>
          <p:cNvCxnSpPr/>
          <p:nvPr/>
        </p:nvCxnSpPr>
        <p:spPr>
          <a:xfrm>
            <a:off x="1686771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able_TWformat_8_3">
            <a:extLst>
              <a:ext uri="{FF2B5EF4-FFF2-40B4-BE49-F238E27FC236}">
                <ns2:creationId id="{A23EF3F4-0F10-95AE-FB2E-29D8355D1C3D}"/>
              </a:ext>
            </a:extLst>
          </p:cNvPr>
          <p:cNvSpPr txBox="1"/>
          <p:nvPr/>
        </p:nvSpPr>
        <p:spPr>
          <a:xfrm>
            <a:off x="1686771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41" name="Straight Connector 40">
            <a:extLst>
              <a:ext uri="{FF2B5EF4-FFF2-40B4-BE49-F238E27FC236}">
                <ns2:creationId id="{5D82EBBD-7820-9636-D377-218ED51324EC}"/>
              </a:ext>
            </a:extLst>
          </p:cNvPr>
          <p:cNvCxnSpPr/>
          <p:nvPr/>
        </p:nvCxnSpPr>
        <p:spPr>
          <a:xfrm>
            <a:off x="1686771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able_TWformat_4_4">
            <a:extLst>
              <a:ext uri="{FF2B5EF4-FFF2-40B4-BE49-F238E27FC236}">
                <ns2:creationId id="{F3A86AED-4A6F-C8A6-1806-099A00C20396}"/>
              </a:ext>
            </a:extLst>
          </p:cNvPr>
          <p:cNvSpPr txBox="1"/>
          <p:nvPr/>
        </p:nvSpPr>
        <p:spPr>
          <a:xfrm>
            <a:off x="2362675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table_TWformat_5_4">
            <a:extLst>
              <a:ext uri="{FF2B5EF4-FFF2-40B4-BE49-F238E27FC236}">
                <ns2:creationId id="{2BABD438-CB6F-04FA-3088-B959655AFC8C}"/>
              </a:ext>
            </a:extLst>
          </p:cNvPr>
          <p:cNvSpPr txBox="1"/>
          <p:nvPr/>
        </p:nvSpPr>
        <p:spPr>
          <a:xfrm>
            <a:off x="2362675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ns2:creationId id="{25FE7F18-AF6B-192B-370C-DBDBF2F7D066}"/>
              </a:ext>
            </a:extLst>
          </p:cNvPr>
          <p:cNvCxnSpPr/>
          <p:nvPr/>
        </p:nvCxnSpPr>
        <p:spPr>
          <a:xfrm>
            <a:off x="2362675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able_TWformat_6_4">
            <a:extLst>
              <a:ext uri="{FF2B5EF4-FFF2-40B4-BE49-F238E27FC236}">
                <ns2:creationId id="{7BFCA858-D183-0A28-8912-FA5E2DD02E59}"/>
              </a:ext>
            </a:extLst>
          </p:cNvPr>
          <p:cNvSpPr txBox="1"/>
          <p:nvPr/>
        </p:nvSpPr>
        <p:spPr>
          <a:xfrm>
            <a:off x="2362675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ns2:creationId id="{CF2885B2-A503-241F-3E53-9D92F70D5798}"/>
              </a:ext>
            </a:extLst>
          </p:cNvPr>
          <p:cNvCxnSpPr/>
          <p:nvPr/>
        </p:nvCxnSpPr>
        <p:spPr>
          <a:xfrm>
            <a:off x="2362675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able_TWformat_7_4">
            <a:extLst>
              <a:ext uri="{FF2B5EF4-FFF2-40B4-BE49-F238E27FC236}">
                <ns2:creationId id="{786B0320-9BEE-8296-6234-CCD11ECCCC7E}"/>
              </a:ext>
            </a:extLst>
          </p:cNvPr>
          <p:cNvSpPr txBox="1"/>
          <p:nvPr/>
        </p:nvSpPr>
        <p:spPr>
          <a:xfrm>
            <a:off x="2362675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ns2:creationId id="{B644D2CB-FE75-9FDA-DEA3-42BA29D9D3AD}"/>
              </a:ext>
            </a:extLst>
          </p:cNvPr>
          <p:cNvCxnSpPr/>
          <p:nvPr/>
        </p:nvCxnSpPr>
        <p:spPr>
          <a:xfrm>
            <a:off x="2362675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able_TWformat_8_4">
            <a:extLst>
              <a:ext uri="{FF2B5EF4-FFF2-40B4-BE49-F238E27FC236}">
                <ns2:creationId id="{D2B420DB-4723-864F-7471-A0BB6A646871}"/>
              </a:ext>
            </a:extLst>
          </p:cNvPr>
          <p:cNvSpPr txBox="1"/>
          <p:nvPr/>
        </p:nvSpPr>
        <p:spPr>
          <a:xfrm>
            <a:off x="2362675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6" name="Straight Connector 55">
            <a:extLst>
              <a:ext uri="{FF2B5EF4-FFF2-40B4-BE49-F238E27FC236}">
                <ns2:creationId id="{291AE851-73D0-D5DF-BD49-7A7C656E048F}"/>
              </a:ext>
            </a:extLst>
          </p:cNvPr>
          <p:cNvCxnSpPr/>
          <p:nvPr/>
        </p:nvCxnSpPr>
        <p:spPr>
          <a:xfrm>
            <a:off x="2362675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able_TWformat_4_5">
            <a:extLst>
              <a:ext uri="{FF2B5EF4-FFF2-40B4-BE49-F238E27FC236}">
                <ns2:creationId id="{396432BA-80B4-2456-E946-A5622B52903A}"/>
              </a:ext>
            </a:extLst>
          </p:cNvPr>
          <p:cNvSpPr txBox="1"/>
          <p:nvPr/>
        </p:nvSpPr>
        <p:spPr>
          <a:xfrm>
            <a:off x="3038578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table_TWformat_5_5">
            <a:extLst>
              <a:ext uri="{FF2B5EF4-FFF2-40B4-BE49-F238E27FC236}">
                <ns2:creationId id="{397B8679-3AD8-50A4-AFD7-2B37AC381CDE}"/>
              </a:ext>
            </a:extLst>
          </p:cNvPr>
          <p:cNvSpPr txBox="1"/>
          <p:nvPr/>
        </p:nvSpPr>
        <p:spPr>
          <a:xfrm>
            <a:off x="3038578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ns2:creationId id="{C25A63AE-D1A8-A14E-E325-C8050D67F22F}"/>
              </a:ext>
            </a:extLst>
          </p:cNvPr>
          <p:cNvCxnSpPr/>
          <p:nvPr/>
        </p:nvCxnSpPr>
        <p:spPr>
          <a:xfrm>
            <a:off x="3038578" y="3855489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able_TWformat_6_5">
            <a:extLst>
              <a:ext uri="{FF2B5EF4-FFF2-40B4-BE49-F238E27FC236}">
                <ns2:creationId id="{1BAC02D5-2D8A-0143-D59C-E474A4F701D4}"/>
              </a:ext>
            </a:extLst>
          </p:cNvPr>
          <p:cNvSpPr txBox="1"/>
          <p:nvPr/>
        </p:nvSpPr>
        <p:spPr>
          <a:xfrm>
            <a:off x="3038578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ns2:creationId id="{A9A7CD02-D7E2-622A-83EE-FD1E47B21B79}"/>
              </a:ext>
            </a:extLst>
          </p:cNvPr>
          <p:cNvCxnSpPr/>
          <p:nvPr/>
        </p:nvCxnSpPr>
        <p:spPr>
          <a:xfrm>
            <a:off x="3038578" y="4326321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able_TWformat_7_5">
            <a:extLst>
              <a:ext uri="{FF2B5EF4-FFF2-40B4-BE49-F238E27FC236}">
                <ns2:creationId id="{83C31F65-5F09-B46B-AA31-D7D860F4B92B}"/>
              </a:ext>
            </a:extLst>
          </p:cNvPr>
          <p:cNvSpPr txBox="1"/>
          <p:nvPr/>
        </p:nvSpPr>
        <p:spPr>
          <a:xfrm>
            <a:off x="3038578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ns2:creationId id="{AC6D38E3-A4B9-315A-9B15-F33DF6DB1C33}"/>
              </a:ext>
            </a:extLst>
          </p:cNvPr>
          <p:cNvCxnSpPr/>
          <p:nvPr/>
        </p:nvCxnSpPr>
        <p:spPr>
          <a:xfrm>
            <a:off x="3038578" y="4797154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able_TWformat_8_5">
            <a:extLst>
              <a:ext uri="{FF2B5EF4-FFF2-40B4-BE49-F238E27FC236}">
                <ns2:creationId id="{1B52FD19-32D6-EE05-518C-446146CA20DD}"/>
              </a:ext>
            </a:extLst>
          </p:cNvPr>
          <p:cNvSpPr txBox="1"/>
          <p:nvPr/>
        </p:nvSpPr>
        <p:spPr>
          <a:xfrm>
            <a:off x="3038578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ns2:creationId id="{C72D9B65-1F80-6058-38DD-5E4CF97ABAE5}"/>
              </a:ext>
            </a:extLst>
          </p:cNvPr>
          <p:cNvCxnSpPr/>
          <p:nvPr/>
        </p:nvCxnSpPr>
        <p:spPr>
          <a:xfrm>
            <a:off x="3038578" y="5267987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able_TWformat_4_6">
            <a:extLst>
              <a:ext uri="{FF2B5EF4-FFF2-40B4-BE49-F238E27FC236}">
                <ns2:creationId id="{31C8D203-BFC9-BEEE-911C-AF174E34373F}"/>
              </a:ext>
            </a:extLst>
          </p:cNvPr>
          <p:cNvSpPr txBox="1"/>
          <p:nvPr/>
        </p:nvSpPr>
        <p:spPr>
          <a:xfrm>
            <a:off x="3714484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table_TWformat_5_6">
            <a:extLst>
              <a:ext uri="{FF2B5EF4-FFF2-40B4-BE49-F238E27FC236}">
                <ns2:creationId id="{6FB04834-2A37-568D-32AA-6FE61AD4C7ED}"/>
              </a:ext>
            </a:extLst>
          </p:cNvPr>
          <p:cNvSpPr txBox="1"/>
          <p:nvPr/>
        </p:nvSpPr>
        <p:spPr>
          <a:xfrm>
            <a:off x="3714484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0" name="Straight Connector 79">
            <a:extLst>
              <a:ext uri="{FF2B5EF4-FFF2-40B4-BE49-F238E27FC236}">
                <ns2:creationId id="{B01C96F3-ECE6-60C5-4E40-24E04E8378C3}"/>
              </a:ext>
            </a:extLst>
          </p:cNvPr>
          <p:cNvCxnSpPr/>
          <p:nvPr/>
        </p:nvCxnSpPr>
        <p:spPr>
          <a:xfrm>
            <a:off x="3714484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able_TWformat_6_6">
            <a:extLst>
              <a:ext uri="{FF2B5EF4-FFF2-40B4-BE49-F238E27FC236}">
                <ns2:creationId id="{D624C380-1B9A-F4C9-5561-B7B130FEE414}"/>
              </a:ext>
            </a:extLst>
          </p:cNvPr>
          <p:cNvSpPr txBox="1"/>
          <p:nvPr/>
        </p:nvSpPr>
        <p:spPr>
          <a:xfrm>
            <a:off x="3714484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ns2:creationId id="{4B463B05-0EAE-0043-FADF-E18F67483AC1}"/>
              </a:ext>
            </a:extLst>
          </p:cNvPr>
          <p:cNvCxnSpPr/>
          <p:nvPr/>
        </p:nvCxnSpPr>
        <p:spPr>
          <a:xfrm>
            <a:off x="3714484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able_TWformat_7_6">
            <a:extLst>
              <a:ext uri="{FF2B5EF4-FFF2-40B4-BE49-F238E27FC236}">
                <ns2:creationId id="{E86542A3-EF24-5FD2-765F-5C220CEB7188}"/>
              </a:ext>
            </a:extLst>
          </p:cNvPr>
          <p:cNvSpPr txBox="1"/>
          <p:nvPr/>
        </p:nvSpPr>
        <p:spPr>
          <a:xfrm>
            <a:off x="3714484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4" name="Straight Connector 83">
            <a:extLst>
              <a:ext uri="{FF2B5EF4-FFF2-40B4-BE49-F238E27FC236}">
                <ns2:creationId id="{B75BDEF8-DAD5-FC91-729E-68E8476ECA7F}"/>
              </a:ext>
            </a:extLst>
          </p:cNvPr>
          <p:cNvCxnSpPr/>
          <p:nvPr/>
        </p:nvCxnSpPr>
        <p:spPr>
          <a:xfrm>
            <a:off x="3714484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table_TWformat_8_6">
            <a:extLst>
              <a:ext uri="{FF2B5EF4-FFF2-40B4-BE49-F238E27FC236}">
                <ns2:creationId id="{DA34C5A1-8712-9B4F-9316-764F1BB22999}"/>
              </a:ext>
            </a:extLst>
          </p:cNvPr>
          <p:cNvSpPr txBox="1"/>
          <p:nvPr/>
        </p:nvSpPr>
        <p:spPr>
          <a:xfrm>
            <a:off x="3714484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6" name="Straight Connector 85">
            <a:extLst>
              <a:ext uri="{FF2B5EF4-FFF2-40B4-BE49-F238E27FC236}">
                <ns2:creationId id="{D9DC8F1D-765F-BCCA-633F-3D5FEB131EA0}"/>
              </a:ext>
            </a:extLst>
          </p:cNvPr>
          <p:cNvCxnSpPr/>
          <p:nvPr/>
        </p:nvCxnSpPr>
        <p:spPr>
          <a:xfrm>
            <a:off x="3714484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able_TWformat_4_7">
            <a:extLst>
              <a:ext uri="{FF2B5EF4-FFF2-40B4-BE49-F238E27FC236}">
                <ns2:creationId id="{52D8819A-CEDF-CEEB-7820-0984FDA02DE9}"/>
              </a:ext>
            </a:extLst>
          </p:cNvPr>
          <p:cNvSpPr txBox="1"/>
          <p:nvPr/>
        </p:nvSpPr>
        <p:spPr>
          <a:xfrm>
            <a:off x="4390387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table_TWformat_5_7">
            <a:extLst>
              <a:ext uri="{FF2B5EF4-FFF2-40B4-BE49-F238E27FC236}">
                <ns2:creationId id="{EF528036-097A-9ADD-B432-631A3A47F089}"/>
              </a:ext>
            </a:extLst>
          </p:cNvPr>
          <p:cNvSpPr txBox="1"/>
          <p:nvPr/>
        </p:nvSpPr>
        <p:spPr>
          <a:xfrm>
            <a:off x="4390387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ns2:creationId id="{995D7721-628E-4F65-1764-D98B7FD6A56D}"/>
              </a:ext>
            </a:extLst>
          </p:cNvPr>
          <p:cNvCxnSpPr/>
          <p:nvPr/>
        </p:nvCxnSpPr>
        <p:spPr>
          <a:xfrm>
            <a:off x="4390387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able_TWformat_6_7">
            <a:extLst>
              <a:ext uri="{FF2B5EF4-FFF2-40B4-BE49-F238E27FC236}">
                <ns2:creationId id="{880B2E07-1302-B197-8C37-8589E2A9A4CD}"/>
              </a:ext>
            </a:extLst>
          </p:cNvPr>
          <p:cNvSpPr txBox="1"/>
          <p:nvPr/>
        </p:nvSpPr>
        <p:spPr>
          <a:xfrm>
            <a:off x="4390387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ns2:creationId id="{7BFED811-7F09-2336-79B4-4122DA1F9AEC}"/>
              </a:ext>
            </a:extLst>
          </p:cNvPr>
          <p:cNvCxnSpPr/>
          <p:nvPr/>
        </p:nvCxnSpPr>
        <p:spPr>
          <a:xfrm>
            <a:off x="4390387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able_TWformat_7_7">
            <a:extLst>
              <a:ext uri="{FF2B5EF4-FFF2-40B4-BE49-F238E27FC236}">
                <ns2:creationId id="{BFBD51BC-E80F-E420-842F-ACBED19732E2}"/>
              </a:ext>
            </a:extLst>
          </p:cNvPr>
          <p:cNvSpPr txBox="1"/>
          <p:nvPr/>
        </p:nvSpPr>
        <p:spPr>
          <a:xfrm>
            <a:off x="4390387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ns2:creationId id="{7FC7C780-F9EB-E0FE-7C0E-4EA31EE9643F}"/>
              </a:ext>
            </a:extLst>
          </p:cNvPr>
          <p:cNvCxnSpPr/>
          <p:nvPr/>
        </p:nvCxnSpPr>
        <p:spPr>
          <a:xfrm>
            <a:off x="4390387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able_TWformat_8_7">
            <a:extLst>
              <a:ext uri="{FF2B5EF4-FFF2-40B4-BE49-F238E27FC236}">
                <ns2:creationId id="{7C74B2F6-F7F9-093E-FBE6-3B0582279D4B}"/>
              </a:ext>
            </a:extLst>
          </p:cNvPr>
          <p:cNvSpPr txBox="1"/>
          <p:nvPr/>
        </p:nvSpPr>
        <p:spPr>
          <a:xfrm>
            <a:off x="4390387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ns2:creationId id="{213D0F23-CB21-A258-13A1-6C480A23B1FF}"/>
              </a:ext>
            </a:extLst>
          </p:cNvPr>
          <p:cNvCxnSpPr/>
          <p:nvPr/>
        </p:nvCxnSpPr>
        <p:spPr>
          <a:xfrm>
            <a:off x="4390387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able_TWformat_4_8">
            <a:extLst>
              <a:ext uri="{FF2B5EF4-FFF2-40B4-BE49-F238E27FC236}">
                <ns2:creationId id="{EFE66C9B-1817-940C-634A-C4DB478C6D16}"/>
              </a:ext>
            </a:extLst>
          </p:cNvPr>
          <p:cNvSpPr txBox="1"/>
          <p:nvPr/>
        </p:nvSpPr>
        <p:spPr>
          <a:xfrm>
            <a:off x="5066292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table_TWformat_5_8">
            <a:extLst>
              <a:ext uri="{FF2B5EF4-FFF2-40B4-BE49-F238E27FC236}">
                <ns2:creationId id="{38436449-CF06-9268-9E01-4B449103BF33}"/>
              </a:ext>
            </a:extLst>
          </p:cNvPr>
          <p:cNvSpPr txBox="1"/>
          <p:nvPr/>
        </p:nvSpPr>
        <p:spPr>
          <a:xfrm>
            <a:off x="5066292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0" name="Straight Connector 109">
            <a:extLst>
              <a:ext uri="{FF2B5EF4-FFF2-40B4-BE49-F238E27FC236}">
                <ns2:creationId id="{B7BEB352-17FD-FDC9-5AF0-878154EACAA3}"/>
              </a:ext>
            </a:extLst>
          </p:cNvPr>
          <p:cNvCxnSpPr/>
          <p:nvPr/>
        </p:nvCxnSpPr>
        <p:spPr>
          <a:xfrm>
            <a:off x="5066292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able_TWformat_6_8">
            <a:extLst>
              <a:ext uri="{FF2B5EF4-FFF2-40B4-BE49-F238E27FC236}">
                <ns2:creationId id="{66B612AB-A69B-EDFD-BD67-58DC147A681C}"/>
              </a:ext>
            </a:extLst>
          </p:cNvPr>
          <p:cNvSpPr txBox="1"/>
          <p:nvPr/>
        </p:nvSpPr>
        <p:spPr>
          <a:xfrm>
            <a:off x="5066292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ns2:creationId id="{903B4919-4DC0-10FB-9B99-A330E04FE898}"/>
              </a:ext>
            </a:extLst>
          </p:cNvPr>
          <p:cNvCxnSpPr/>
          <p:nvPr/>
        </p:nvCxnSpPr>
        <p:spPr>
          <a:xfrm>
            <a:off x="5066292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able_TWformat_7_8">
            <a:extLst>
              <a:ext uri="{FF2B5EF4-FFF2-40B4-BE49-F238E27FC236}">
                <ns2:creationId id="{9E81A6DD-8DBD-FB34-4E2D-309F6836425C}"/>
              </a:ext>
            </a:extLst>
          </p:cNvPr>
          <p:cNvSpPr txBox="1"/>
          <p:nvPr/>
        </p:nvSpPr>
        <p:spPr>
          <a:xfrm>
            <a:off x="5066292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4" name="Straight Connector 113">
            <a:extLst>
              <a:ext uri="{FF2B5EF4-FFF2-40B4-BE49-F238E27FC236}">
                <ns2:creationId id="{57B0BDE4-0945-367E-62BE-7D3284676C72}"/>
              </a:ext>
            </a:extLst>
          </p:cNvPr>
          <p:cNvCxnSpPr/>
          <p:nvPr/>
        </p:nvCxnSpPr>
        <p:spPr>
          <a:xfrm>
            <a:off x="5066292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able_TWformat_8_8">
            <a:extLst>
              <a:ext uri="{FF2B5EF4-FFF2-40B4-BE49-F238E27FC236}">
                <ns2:creationId id="{AEB0AD5A-0A9B-9FCF-FA50-ED3B28ECEFEF}"/>
              </a:ext>
            </a:extLst>
          </p:cNvPr>
          <p:cNvSpPr txBox="1"/>
          <p:nvPr/>
        </p:nvSpPr>
        <p:spPr>
          <a:xfrm>
            <a:off x="5066292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ns2:creationId id="{40DD5456-FFBB-D55C-98F1-81C1AD90DD42}"/>
              </a:ext>
            </a:extLst>
          </p:cNvPr>
          <p:cNvCxnSpPr/>
          <p:nvPr/>
        </p:nvCxnSpPr>
        <p:spPr>
          <a:xfrm>
            <a:off x="5066292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able_TWformat_4_1">
            <a:extLst>
              <a:ext uri="{FF2B5EF4-FFF2-40B4-BE49-F238E27FC236}">
                <ns2:creationId id="{F628F4DB-6A0B-4A4E-E7E4-21945A03C2B8}"/>
              </a:ext>
            </a:extLst>
          </p:cNvPr>
          <p:cNvSpPr txBox="1"/>
          <p:nvPr/>
        </p:nvSpPr>
        <p:spPr>
          <a:xfrm>
            <a:off x="334963" y="3394278"/>
            <a:ext cx="265982" cy="2334915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279" name="Multiplication Sign 278">
            <a:extLst>
              <a:ext uri="{FF2B5EF4-FFF2-40B4-BE49-F238E27FC236}">
                <ns2:creationId id="{CD84F0AF-373C-DFE7-EF1D-365F076C571B}"/>
              </a:ext>
            </a:extLst>
          </p:cNvPr>
          <p:cNvSpPr/>
          <p:nvPr/>
        </p:nvSpPr>
        <p:spPr>
          <a:xfrm>
            <a:off x="4452801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Multiplication Sign 279">
            <a:extLst>
              <a:ext uri="{FF2B5EF4-FFF2-40B4-BE49-F238E27FC236}">
                <ns2:creationId id="{70913742-CA6B-A64E-FD94-F1DDFCF64296}"/>
              </a:ext>
            </a:extLst>
          </p:cNvPr>
          <p:cNvSpPr/>
          <p:nvPr/>
        </p:nvSpPr>
        <p:spPr>
          <a:xfrm>
            <a:off x="4452801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Multiplication Sign 280">
            <a:extLst>
              <a:ext uri="{FF2B5EF4-FFF2-40B4-BE49-F238E27FC236}">
                <ns2:creationId id="{C184E1DA-CE92-809C-D0EA-5E804EFB7FA1}"/>
              </a:ext>
            </a:extLst>
          </p:cNvPr>
          <p:cNvSpPr/>
          <p:nvPr/>
        </p:nvSpPr>
        <p:spPr>
          <a:xfrm>
            <a:off x="4452801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Multiplication Sign 281">
            <a:extLst>
              <a:ext uri="{FF2B5EF4-FFF2-40B4-BE49-F238E27FC236}">
                <ns2:creationId id="{DD1F5254-C656-C897-12DF-B935235631F2}"/>
              </a:ext>
            </a:extLst>
          </p:cNvPr>
          <p:cNvSpPr/>
          <p:nvPr/>
        </p:nvSpPr>
        <p:spPr>
          <a:xfrm>
            <a:off x="4452801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Multiplication Sign 282">
            <a:extLst>
              <a:ext uri="{FF2B5EF4-FFF2-40B4-BE49-F238E27FC236}">
                <ns2:creationId id="{8B890765-5909-F422-6269-62C983E78FB8}"/>
              </a:ext>
            </a:extLst>
          </p:cNvPr>
          <p:cNvSpPr/>
          <p:nvPr/>
        </p:nvSpPr>
        <p:spPr>
          <a:xfrm>
            <a:off x="4452801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11">
            <a:extLst>
              <a:ext uri="{FF2B5EF4-FFF2-40B4-BE49-F238E27FC236}">
                <ns2:creationId id="{DF791C8A-BD50-35E8-79F7-FCAA573D0D15}"/>
              </a:ext>
            </a:extLst>
          </p:cNvPr>
          <p:cNvSpPr/>
          <p:nvPr/>
        </p:nvSpPr>
        <p:spPr>
          <a:xfrm>
            <a:off x="334963" y="5847009"/>
            <a:ext cx="11520277" cy="461716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0" name="Graphic 329" descr="Lightbulb and pencil with solid fill">
            <a:extLst>
              <a:ext uri="{FF2B5EF4-FFF2-40B4-BE49-F238E27FC236}">
                <ns2:creationId id="{28702639-498E-8C2E-DE4C-D7303E0F82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948917" y="5896602"/>
            <a:ext cx="362530" cy="362530"/>
          </a:xfrm>
          <a:prstGeom prst="rect">
            <a:avLst/>
          </a:prstGeom>
        </p:spPr>
      </p:pic>
      <p:sp>
        <p:nvSpPr>
          <p:cNvPr id="7" name="テキスト ボックス 15">
            <a:extLst>
              <a:ext uri="{FF2B5EF4-FFF2-40B4-BE49-F238E27FC236}">
                <ns2:creationId id="{B63C92DC-B52D-CFD6-9784-669577F9F565}"/>
              </a:ext>
            </a:extLst>
          </p:cNvPr>
          <p:cNvSpPr txBox="1"/>
          <p:nvPr/>
        </p:nvSpPr>
        <p:spPr>
          <a:xfrm>
            <a:off x="6495984" y="1652437"/>
            <a:ext cx="5359256" cy="389772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2" name="Graphic 331" descr="Coins with solid fill">
            <a:extLst>
              <a:ext uri="{FF2B5EF4-FFF2-40B4-BE49-F238E27FC236}">
                <ns2:creationId id="{C08C2EAD-36AF-1ACC-4E71-724B5FF9D6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583392" y="1636890"/>
            <a:ext cx="390030" cy="390030"/>
          </a:xfrm>
          <a:prstGeom prst="rect">
            <a:avLst/>
          </a:prstGeom>
        </p:spPr>
      </p:pic>
      <p:sp>
        <p:nvSpPr>
          <p:cNvPr id="4" name="テキスト ボックス 15">
            <a:extLst>
              <a:ext uri="{FF2B5EF4-FFF2-40B4-BE49-F238E27FC236}">
                <ns2:creationId id="{F17C4AC1-3922-CEC7-710A-2707A39270EB}"/>
              </a:ext>
            </a:extLst>
          </p:cNvPr>
          <p:cNvSpPr txBox="1"/>
          <p:nvPr/>
        </p:nvSpPr>
        <p:spPr>
          <a:xfrm>
            <a:off x="334964" y="1627891"/>
            <a:ext cx="5359254" cy="408029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800" b="0" i="0" u="none" strike="noStrike" kern="1200" cap="none" spc="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334" name="Graphic 333" descr="Bar chart with solid fill">
            <a:extLst>
              <a:ext uri="{FF2B5EF4-FFF2-40B4-BE49-F238E27FC236}">
                <ns2:creationId id="{2DE8B0CC-9182-089E-0B60-CFD6BCB10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424288" y="1636890"/>
            <a:ext cx="390030" cy="390030"/>
          </a:xfrm>
          <a:prstGeom prst="rect">
            <a:avLst/>
          </a:prstGeom>
        </p:spPr>
      </p:pic>
    </p:spTree>
    <p:extLst>
      <p:ext uri="{BB962C8B-B14F-4D97-AF65-F5344CB8AC3E}">
        <ns5:creationId val="2487736759"/>
      </p:ext>
    </p:extLst>
  </p:cSld>
  <p:clrMapOvr>
    <a:masterClrMapping/>
  </p:clrMapOvr>
</p:sld>
</file>

<file path=ppt/slides/slide2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30A71EC-3C06-B7D3-EF19-D5102D2BF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2BB28A0-EE37-CFF4-0C7B-A10F9EE20C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03461E73-8E92-9FD6-D288-DF766FFE33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algn="l"/>
              <a:t>26</a:t>
            </a:fld>
            <a:endParaRPr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C6B8526-B5BE-D4B5-7F54-815C144BCF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31636"/>
            <a:ext cx="11520000" cy="360000"/>
          </a:xfrm>
        </p:spPr>
        <p:txBody>
          <a:bodyPr anchor="ctr">
            <a:normAutofit/>
          </a:bodyPr>
          <a:lstStyle/>
          <a:p>
            <a:r>
              <a:rPr lang="en-US" altLang="ja-JP" sz="1800"/>
              <a:t>EBITDA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1E3F1468-CAF8-249E-4CBB-A778AB681A3A}"/>
              </a:ext>
            </a:extLst>
          </p:cNvPr>
          <p:cNvGrpSpPr/>
          <p:nvPr/>
        </p:nvGrpSpPr>
        <p:grpSpPr>
          <a:xfrm>
            <a:off x="342677" y="1344801"/>
            <a:ext cx="11512285" cy="360000"/>
            <a:chOff x="342677" y="1344801"/>
            <a:chExt cx="11512285" cy="360000"/>
          </a:xfrm>
        </p:grpSpPr>
        <p:sp>
          <p:nvSpPr>
            <p:cNvPr id="5" name="正方形/長方形 4">
              <a:extLst>
                <a:ext uri="{FF2B5EF4-FFF2-40B4-BE49-F238E27FC236}">
                  <ns2:creationId id="{3B6247FE-7645-D4CC-D30C-95CE3F29A242}"/>
                </a:ext>
              </a:extLst>
            </p:cNvPr>
            <p:cNvSpPr/>
            <p:nvPr/>
          </p:nvSpPr>
          <p:spPr>
            <a:xfrm>
              <a:off x="1602677" y="1344801"/>
              <a:ext cx="10252285" cy="360000"/>
            </a:xfrm>
            <a:prstGeom prst="rect">
              <a:avLst/>
            </a:prstGeom>
            <a:noFill/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0" rtlCol="0" anchor="ctr"/>
            <a:lstStyle/>
            <a:p>
              <a:r>
                <a:rPr kumimoji="1"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DFAD157E-E7AB-DFAD-B4ED-A633F092B189}"/>
                </a:ext>
              </a:extLst>
            </p:cNvPr>
            <p:cNvSpPr/>
            <p:nvPr/>
          </p:nvSpPr>
          <p:spPr>
            <a:xfrm>
              <a:off x="342677" y="1344801"/>
              <a:ext cx="1260000" cy="36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0" rtlCol="0" anchor="ctr"/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50" name="グラフィックス 249" descr="ターゲット 単色塗りつぶし">
              <a:extLst>
                <a:ext uri="{FF2B5EF4-FFF2-40B4-BE49-F238E27FC236}">
                  <ns2:creationId id="{B72FC145-1714-F173-C981-34683671C0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91147" y="1344801"/>
              <a:ext cx="360000" cy="360000"/>
            </a:xfrm>
            <a:prstGeom prst="rect">
              <a:avLst/>
            </a:prstGeom>
          </p:spPr>
        </p:pic>
      </p:grpSp>
      <p:grpSp>
        <p:nvGrpSpPr>
          <p:cNvPr id="253" name="グループ化 252">
            <a:extLst>
              <a:ext uri="{FF2B5EF4-FFF2-40B4-BE49-F238E27FC236}">
                <ns2:creationId id="{CD06A0C3-218F-E08A-950E-2B2289E069CD}"/>
              </a:ext>
            </a:extLst>
          </p:cNvPr>
          <p:cNvGrpSpPr/>
          <p:nvPr/>
        </p:nvGrpSpPr>
        <p:grpSpPr>
          <a:xfrm>
            <a:off x="3542944" y="1651636"/>
            <a:ext cx="8313590" cy="2069736"/>
            <a:chOff x="3542944" y="1651636"/>
            <a:chExt cx="8313590" cy="2069736"/>
          </a:xfrm>
        </p:grpSpPr>
        <p:grpSp>
          <p:nvGrpSpPr>
            <p:cNvPr id="191" name="グループ化 190">
              <a:extLst>
                <a:ext uri="{FF2B5EF4-FFF2-40B4-BE49-F238E27FC236}">
                  <ns2:creationId id="{3ED99AE5-C43C-644F-F0CB-8CB78D2D9790}"/>
                </a:ext>
              </a:extLst>
            </p:cNvPr>
            <p:cNvGrpSpPr/>
            <p:nvPr/>
          </p:nvGrpSpPr>
          <p:grpSpPr>
            <a:xfrm>
              <a:off x="3544503" y="1651636"/>
              <a:ext cx="8276022" cy="432000"/>
              <a:chOff x="371475" y="1160463"/>
              <a:chExt cx="5635625" cy="828675"/>
            </a:xfrm>
          </p:grpSpPr>
          <p:sp>
            <p:nvSpPr>
              <p:cNvPr id="192" name="テキスト ボックス 10">
                <a:extLst>
                  <a:ext uri="{FF2B5EF4-FFF2-40B4-BE49-F238E27FC236}">
                    <ns2:creationId id="{06D03689-4717-6B98-EC54-AAC3D6B92436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3" name="直線コネクタ 11">
                <a:extLst>
                  <a:ext uri="{FF2B5EF4-FFF2-40B4-BE49-F238E27FC236}">
                    <ns2:creationId id="{1E85ABE2-E8FC-CC21-94A3-B24AB63CF1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4" name="フローチャート: 他ページ結合子 133">
              <a:extLst>
                <a:ext uri="{FF2B5EF4-FFF2-40B4-BE49-F238E27FC236}">
                  <ns2:creationId id="{4956A6F1-883A-B8B9-C0D2-2A491285C233}"/>
                </a:ext>
              </a:extLst>
            </p:cNvPr>
            <p:cNvSpPr/>
            <p:nvPr/>
          </p:nvSpPr>
          <p:spPr>
            <a:xfrm>
              <a:off x="4505446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フローチャート: 他ページ結合子 134">
              <a:extLst>
                <a:ext uri="{FF2B5EF4-FFF2-40B4-BE49-F238E27FC236}">
                  <ns2:creationId id="{81C52872-E7A0-000B-A37F-CC1A8D7E5DF6}"/>
                </a:ext>
              </a:extLst>
            </p:cNvPr>
            <p:cNvSpPr/>
            <p:nvPr/>
          </p:nvSpPr>
          <p:spPr>
            <a:xfrm>
              <a:off x="5442459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1B1948C-AB9A-2904-D84A-D820DFFA45B6}"/>
                </a:ext>
              </a:extLst>
            </p:cNvPr>
            <p:cNvSpPr/>
            <p:nvPr/>
          </p:nvSpPr>
          <p:spPr>
            <a:xfrm>
              <a:off x="6379472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フローチャート: 他ページ結合子 136">
              <a:extLst>
                <a:ext uri="{FF2B5EF4-FFF2-40B4-BE49-F238E27FC236}">
                  <ns2:creationId id="{D5078F67-1455-C314-64CB-FFC4331746BD}"/>
                </a:ext>
              </a:extLst>
            </p:cNvPr>
            <p:cNvSpPr/>
            <p:nvPr/>
          </p:nvSpPr>
          <p:spPr>
            <a:xfrm>
              <a:off x="7316485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フローチャート: 他ページ結合子 137">
              <a:extLst>
                <a:ext uri="{FF2B5EF4-FFF2-40B4-BE49-F238E27FC236}">
                  <ns2:creationId id="{B83AFD47-85F3-3A51-7699-48B5A95C7B5C}"/>
                </a:ext>
              </a:extLst>
            </p:cNvPr>
            <p:cNvSpPr/>
            <p:nvPr/>
          </p:nvSpPr>
          <p:spPr>
            <a:xfrm>
              <a:off x="8253498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9B0FE501-D1BB-37F8-B549-9118E5C61F8C}"/>
                </a:ext>
              </a:extLst>
            </p:cNvPr>
            <p:cNvSpPr/>
            <p:nvPr/>
          </p:nvSpPr>
          <p:spPr>
            <a:xfrm>
              <a:off x="9190511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E705F933-F38E-6FFD-83BB-68CEF09B0F6E}"/>
                </a:ext>
              </a:extLst>
            </p:cNvPr>
            <p:cNvSpPr/>
            <p:nvPr/>
          </p:nvSpPr>
          <p:spPr>
            <a:xfrm>
              <a:off x="1012752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E868542-F859-09D0-AC76-EF3E76C38E5D}"/>
                </a:ext>
              </a:extLst>
            </p:cNvPr>
            <p:cNvSpPr/>
            <p:nvPr/>
          </p:nvSpPr>
          <p:spPr>
            <a:xfrm>
              <a:off x="1106453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DBEB2BE8-307B-22F7-B029-4EE9852E60BA}"/>
                </a:ext>
              </a:extLst>
            </p:cNvPr>
            <p:cNvSpPr/>
            <p:nvPr/>
          </p:nvSpPr>
          <p:spPr>
            <a:xfrm>
              <a:off x="4505446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104ACA76-CB60-212B-6B5A-AD00FD71FDD7}"/>
                </a:ext>
              </a:extLst>
            </p:cNvPr>
            <p:cNvSpPr/>
            <p:nvPr/>
          </p:nvSpPr>
          <p:spPr>
            <a:xfrm>
              <a:off x="5442459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8D1C57AD-4D65-EB98-883D-46668A571789}"/>
                </a:ext>
              </a:extLst>
            </p:cNvPr>
            <p:cNvSpPr/>
            <p:nvPr/>
          </p:nvSpPr>
          <p:spPr>
            <a:xfrm>
              <a:off x="7316484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5F1982D-7574-3448-AD49-642E3088EDB6}"/>
                </a:ext>
              </a:extLst>
            </p:cNvPr>
            <p:cNvSpPr/>
            <p:nvPr/>
          </p:nvSpPr>
          <p:spPr>
            <a:xfrm>
              <a:off x="8253498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743DFF70-ECBD-C0F2-C9EB-48C3B3A58684}"/>
                </a:ext>
              </a:extLst>
            </p:cNvPr>
            <p:cNvSpPr/>
            <p:nvPr/>
          </p:nvSpPr>
          <p:spPr>
            <a:xfrm>
              <a:off x="4505446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7E538AD-B1B4-A8E1-54E1-06A5E904FB64}"/>
                </a:ext>
              </a:extLst>
            </p:cNvPr>
            <p:cNvSpPr/>
            <p:nvPr/>
          </p:nvSpPr>
          <p:spPr>
            <a:xfrm>
              <a:off x="5442459" y="3253372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D38B96E5-D12C-AEED-DEB3-8FE6185FE8E2}"/>
                </a:ext>
              </a:extLst>
            </p:cNvPr>
            <p:cNvSpPr/>
            <p:nvPr/>
          </p:nvSpPr>
          <p:spPr>
            <a:xfrm>
              <a:off x="7316485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E3B024DE-D563-C6AF-AC7F-ECF0C2109A10}"/>
                </a:ext>
              </a:extLst>
            </p:cNvPr>
            <p:cNvSpPr/>
            <p:nvPr/>
          </p:nvSpPr>
          <p:spPr>
            <a:xfrm>
              <a:off x="8253498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8" name="直線コネクタ 207">
              <a:extLst>
                <a:ext uri="{FF2B5EF4-FFF2-40B4-BE49-F238E27FC236}">
                  <ns2:creationId id="{6CA7BE86-F5FE-4B84-6C0D-6B3D9E8818A3}"/>
                </a:ext>
              </a:extLst>
            </p:cNvPr>
            <p:cNvCxnSpPr>
              <a:cxnSpLocks/>
              <a:stCxn id="136" idx="3"/>
              <a:endCxn id="137" idx="1"/>
            </p:cNvCxnSpPr>
            <p:nvPr/>
          </p:nvCxnSpPr>
          <p:spPr>
            <a:xfrm>
              <a:off x="7171472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B252A5A-E247-9C12-73D4-128F2115D7FA}"/>
                </a:ext>
              </a:extLst>
            </p:cNvPr>
            <p:cNvCxnSpPr>
              <a:cxnSpLocks/>
              <a:stCxn id="138" idx="3"/>
              <a:endCxn id="139" idx="1"/>
            </p:cNvCxnSpPr>
            <p:nvPr/>
          </p:nvCxnSpPr>
          <p:spPr>
            <a:xfrm flipV="1">
              <a:off x="9045498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9ADC012-77F1-1ACC-A9F0-55A83DA78A96}"/>
                </a:ext>
              </a:extLst>
            </p:cNvPr>
            <p:cNvCxnSpPr>
              <a:cxnSpLocks/>
              <a:stCxn id="139" idx="3"/>
              <a:endCxn id="143" idx="1"/>
            </p:cNvCxnSpPr>
            <p:nvPr/>
          </p:nvCxnSpPr>
          <p:spPr>
            <a:xfrm>
              <a:off x="9982511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" name="グループ化 15">
              <a:extLst>
                <a:ext uri="{FF2B5EF4-FFF2-40B4-BE49-F238E27FC236}">
                  <ns2:creationId id="{35E2D8CC-2AB9-F5EA-CD52-120CC31C5B4F}"/>
                </a:ext>
              </a:extLst>
            </p:cNvPr>
            <p:cNvGrpSpPr/>
            <p:nvPr/>
          </p:nvGrpSpPr>
          <p:grpSpPr>
            <a:xfrm>
              <a:off x="3542944" y="3253372"/>
              <a:ext cx="900000" cy="468000"/>
              <a:chOff x="3542944" y="3253372"/>
              <a:chExt cx="900000" cy="468000"/>
            </a:xfrm>
          </p:grpSpPr>
          <p:sp>
            <p:nvSpPr>
              <p:cNvPr id="168" name="正方形/長方形 167">
                <a:extLst>
                  <a:ext uri="{FF2B5EF4-FFF2-40B4-BE49-F238E27FC236}">
                    <ns2:creationId id="{9B58513D-BE37-DAEF-F17D-F7020352EE2A}"/>
                  </a:ext>
                </a:extLst>
              </p:cNvPr>
              <p:cNvSpPr/>
              <p:nvPr/>
            </p:nvSpPr>
            <p:spPr>
              <a:xfrm>
                <a:off x="3542944" y="3253372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kumimoji="1"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EDD7B525-B933-19C1-D157-9F7D2DEB8D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3253372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2" name="グラフィックス 251" descr="コンパス 単色塗りつぶし">
                <a:extLst>
                  <a:ext uri="{FF2B5EF4-FFF2-40B4-BE49-F238E27FC236}">
                    <ns2:creationId id="{6CA7F290-BBE6-3965-5DBD-62FA00D70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866944" y="325337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8" name="グループ化 17">
              <a:extLst>
                <a:ext uri="{FF2B5EF4-FFF2-40B4-BE49-F238E27FC236}">
                  <ns2:creationId id="{9F4EA5A9-AA53-E58A-4361-FF43C0070D9F}"/>
                </a:ext>
              </a:extLst>
            </p:cNvPr>
            <p:cNvGrpSpPr/>
            <p:nvPr/>
          </p:nvGrpSpPr>
          <p:grpSpPr>
            <a:xfrm>
              <a:off x="3542944" y="2191776"/>
              <a:ext cx="900000" cy="468000"/>
              <a:chOff x="3542944" y="2191776"/>
              <a:chExt cx="900000" cy="468000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85520D5-8004-AF28-35A2-C9F5C4738F67}"/>
                  </a:ext>
                </a:extLst>
              </p:cNvPr>
              <p:cNvSpPr/>
              <p:nvPr/>
            </p:nvSpPr>
            <p:spPr>
              <a:xfrm>
                <a:off x="3542944" y="2191776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en-US" altLang="ja-JP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9" name="直線コネクタ 198">
                <a:extLst>
                  <a:ext uri="{FF2B5EF4-FFF2-40B4-BE49-F238E27FC236}">
                    <ns2:creationId id="{100753F1-061A-A60F-7D51-35C6E45AC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191776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4" name="グラフィックス 253" descr="レーダー チャート 単色塗りつぶし">
                <a:extLst>
                  <a:ext uri="{FF2B5EF4-FFF2-40B4-BE49-F238E27FC236}">
                    <ns2:creationId id="{994E1344-3A62-0CBA-C718-554ACC7AC8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848944" y="219177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03795548-6C27-5AA9-7DBB-FA04CE62A0EC}"/>
                </a:ext>
              </a:extLst>
            </p:cNvPr>
            <p:cNvGrpSpPr/>
            <p:nvPr/>
          </p:nvGrpSpPr>
          <p:grpSpPr>
            <a:xfrm>
              <a:off x="3542944" y="2722574"/>
              <a:ext cx="900000" cy="468000"/>
              <a:chOff x="3542944" y="2722574"/>
              <a:chExt cx="900000" cy="468000"/>
            </a:xfrm>
          </p:grpSpPr>
          <p:sp>
            <p:nvSpPr>
              <p:cNvPr id="150" name="正方形/長方形 149">
                <a:extLst>
                  <a:ext uri="{FF2B5EF4-FFF2-40B4-BE49-F238E27FC236}">
                    <ns2:creationId id="{52E14713-07B1-CCE4-AF17-2873E45E7576}"/>
                  </a:ext>
                </a:extLst>
              </p:cNvPr>
              <p:cNvSpPr/>
              <p:nvPr/>
            </p:nvSpPr>
            <p:spPr>
              <a:xfrm>
                <a:off x="3542944" y="2722574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2" name="直線コネクタ 201">
                <a:extLst>
                  <a:ext uri="{FF2B5EF4-FFF2-40B4-BE49-F238E27FC236}">
                    <ns2:creationId id="{B3E0A323-15F0-A0A1-355A-55894C9E9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722574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6" name="グラフィックス 255" descr="クリップボード: 混合 単色塗りつぶし">
                <a:extLst>
                  <a:ext uri="{FF2B5EF4-FFF2-40B4-BE49-F238E27FC236}">
                    <ns2:creationId id="{ECD55A35-C25F-D329-3742-A4C81EE21F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866944" y="2722574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64" name="グループ化 263">
              <a:extLst>
                <a:ext uri="{FF2B5EF4-FFF2-40B4-BE49-F238E27FC236}">
                  <ns2:creationId id="{B9CAB16B-E800-5FD9-9FF3-1284A4D0A295}"/>
                </a:ext>
              </a:extLst>
            </p:cNvPr>
            <p:cNvGrpSpPr/>
            <p:nvPr/>
          </p:nvGrpSpPr>
          <p:grpSpPr>
            <a:xfrm>
              <a:off x="10929952" y="1803394"/>
              <a:ext cx="900001" cy="180000"/>
              <a:chOff x="10582243" y="1816401"/>
              <a:chExt cx="900001" cy="180000"/>
            </a:xfrm>
          </p:grpSpPr>
          <p:sp>
            <p:nvSpPr>
              <p:cNvPr id="262" name="正方形/長方形 261">
                <a:extLst>
                  <a:ext uri="{FF2B5EF4-FFF2-40B4-BE49-F238E27FC236}">
                    <ns2:creationId id="{F89E404D-A22C-8F7B-05B2-F0419B14296A}"/>
                  </a:ext>
                </a:extLst>
              </p:cNvPr>
              <p:cNvSpPr/>
              <p:nvPr/>
            </p:nvSpPr>
            <p:spPr>
              <a:xfrm>
                <a:off x="10582243" y="1816401"/>
                <a:ext cx="180000" cy="180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95FF0C7D-D460-A522-F0F1-C1902D2CB156}"/>
                  </a:ext>
                </a:extLst>
              </p:cNvPr>
              <p:cNvSpPr/>
              <p:nvPr/>
            </p:nvSpPr>
            <p:spPr>
              <a:xfrm>
                <a:off x="10762244" y="1816401"/>
                <a:ext cx="720000" cy="1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292" name="グラフィックス 291" descr="クリップボード: すべてバツ 枠線">
              <a:extLst>
                <a:ext uri="{FF2B5EF4-FFF2-40B4-BE49-F238E27FC236}">
                  <ns2:creationId id="{0B4170B1-1324-4B31-8379-3769A68B3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107574" y="1761376"/>
              <a:ext cx="324000" cy="324000"/>
            </a:xfrm>
            <a:prstGeom prst="rect">
              <a:avLst/>
            </a:prstGeom>
          </p:spPr>
        </p:pic>
      </p:grpSp>
      <p:grpSp>
        <p:nvGrpSpPr>
          <p:cNvPr id="249" name="グループ化 248">
            <a:extLst>
              <a:ext uri="{FF2B5EF4-FFF2-40B4-BE49-F238E27FC236}">
                <ns2:creationId id="{313327F9-65B3-97FF-A6BC-F46BA6774EB3}"/>
              </a:ext>
            </a:extLst>
          </p:cNvPr>
          <p:cNvGrpSpPr/>
          <p:nvPr/>
        </p:nvGrpSpPr>
        <p:grpSpPr>
          <a:xfrm>
            <a:off x="342676" y="1651636"/>
            <a:ext cx="3118279" cy="2069736"/>
            <a:chOff x="342676" y="1651636"/>
            <a:chExt cx="3118279" cy="2069736"/>
          </a:xfrm>
        </p:grpSpPr>
        <p:grpSp>
          <p:nvGrpSpPr>
            <p:cNvPr id="195" name="グループ化 194">
              <a:extLst>
                <a:ext uri="{FF2B5EF4-FFF2-40B4-BE49-F238E27FC236}">
                  <ns2:creationId id="{0B5F9C2B-9FD0-2A24-557F-4A015F4BA6DB}"/>
                </a:ext>
              </a:extLst>
            </p:cNvPr>
            <p:cNvGrpSpPr/>
            <p:nvPr/>
          </p:nvGrpSpPr>
          <p:grpSpPr>
            <a:xfrm>
              <a:off x="371475" y="1651636"/>
              <a:ext cx="2851071" cy="432000"/>
              <a:chOff x="371475" y="1160463"/>
              <a:chExt cx="5635625" cy="828675"/>
            </a:xfrm>
          </p:grpSpPr>
          <p:sp>
            <p:nvSpPr>
              <p:cNvPr id="196" name="テキスト ボックス 10">
                <a:extLst>
                  <a:ext uri="{FF2B5EF4-FFF2-40B4-BE49-F238E27FC236}">
                    <ns2:creationId id="{90719374-F6F9-4BC9-C611-30641689C2E1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7" name="直線コネクタ 11">
                <a:extLst>
                  <a:ext uri="{FF2B5EF4-FFF2-40B4-BE49-F238E27FC236}">
                    <ns2:creationId id="{8E318DB9-9F65-E797-A352-A1385C454C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矢印: 五方向 126">
              <a:extLst>
                <a:ext uri="{FF2B5EF4-FFF2-40B4-BE49-F238E27FC236}">
                  <ns2:creationId id="{648CEAC5-55FC-7EF4-2B4E-E1A771192048}"/>
                </a:ext>
              </a:extLst>
            </p:cNvPr>
            <p:cNvSpPr/>
            <p:nvPr/>
          </p:nvSpPr>
          <p:spPr>
            <a:xfrm>
              <a:off x="342676" y="2173776"/>
              <a:ext cx="972000" cy="288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矢印: 山形 130">
              <a:extLst>
                <a:ext uri="{FF2B5EF4-FFF2-40B4-BE49-F238E27FC236}">
                  <ns2:creationId id="{2C9B4706-6E41-0E03-C35A-D1FE2AFC08BA}"/>
                </a:ext>
              </a:extLst>
            </p:cNvPr>
            <p:cNvSpPr/>
            <p:nvPr/>
          </p:nvSpPr>
          <p:spPr>
            <a:xfrm>
              <a:off x="1296611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矢印: 山形 131">
              <a:extLst>
                <a:ext uri="{FF2B5EF4-FFF2-40B4-BE49-F238E27FC236}">
                  <ns2:creationId id="{E981BCF3-C37C-A68F-929B-D31DBB22D754}"/>
                </a:ext>
              </a:extLst>
            </p:cNvPr>
            <p:cNvSpPr/>
            <p:nvPr/>
          </p:nvSpPr>
          <p:spPr>
            <a:xfrm>
              <a:off x="2250546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6" name="直線コネクタ 185">
              <a:extLst>
                <a:ext uri="{FF2B5EF4-FFF2-40B4-BE49-F238E27FC236}">
                  <ns2:creationId id="{417AC976-BD27-0E95-9E0B-0F71D3613FD5}"/>
                </a:ext>
              </a:extLst>
            </p:cNvPr>
            <p:cNvCxnSpPr>
              <a:cxnSpLocks/>
            </p:cNvCxnSpPr>
            <p:nvPr/>
          </p:nvCxnSpPr>
          <p:spPr>
            <a:xfrm>
              <a:off x="3460955" y="1843024"/>
              <a:ext cx="0" cy="1878348"/>
            </a:xfrm>
            <a:prstGeom prst="line">
              <a:avLst/>
            </a:prstGeom>
            <a:ln w="38100" cap="flat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矢印コネクタ 188">
              <a:extLst>
                <a:ext uri="{FF2B5EF4-FFF2-40B4-BE49-F238E27FC236}">
                  <ns2:creationId id="{D609956C-90B1-E595-480A-545C641D6FC6}"/>
                </a:ext>
              </a:extLst>
            </p:cNvPr>
            <p:cNvCxnSpPr>
              <a:cxnSpLocks/>
              <a:stCxn id="181" idx="3"/>
            </p:cNvCxnSpPr>
            <p:nvPr/>
          </p:nvCxnSpPr>
          <p:spPr>
            <a:xfrm>
              <a:off x="3193747" y="2719836"/>
              <a:ext cx="267208" cy="0"/>
            </a:xfrm>
            <a:prstGeom prst="straightConnector1">
              <a:avLst/>
            </a:prstGeom>
            <a:ln w="9525">
              <a:solidFill>
                <a:srgbClr val="008000">
                  <a:alpha val="75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0" name="グラフィックス 289" descr="手のひらと植物 枠線">
              <a:extLst>
                <a:ext uri="{FF2B5EF4-FFF2-40B4-BE49-F238E27FC236}">
                  <ns2:creationId id="{612375C8-92E3-D227-6A15-7DC74A15D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0101" y="1738268"/>
              <a:ext cx="360000" cy="360000"/>
            </a:xfrm>
            <a:prstGeom prst="rect">
              <a:avLst/>
            </a:prstGeom>
          </p:spPr>
        </p:pic>
        <p:grpSp>
          <p:nvGrpSpPr>
            <p:cNvPr id="8" name="グループ化 7">
              <a:extLst>
                <a:ext uri="{FF2B5EF4-FFF2-40B4-BE49-F238E27FC236}">
                  <ns2:creationId id="{4CC61624-1706-A7B5-CBC1-C1F7AF8543E7}"/>
                </a:ext>
              </a:extLst>
            </p:cNvPr>
            <p:cNvGrpSpPr/>
            <p:nvPr/>
          </p:nvGrpSpPr>
          <p:grpSpPr>
            <a:xfrm>
              <a:off x="342677" y="2539836"/>
              <a:ext cx="540000" cy="1181536"/>
              <a:chOff x="342677" y="2539836"/>
              <a:chExt cx="540000" cy="1181536"/>
            </a:xfrm>
          </p:grpSpPr>
          <p:sp>
            <p:nvSpPr>
              <p:cNvPr id="147" name="正方形/長方形 146">
                <a:extLst>
                  <a:ext uri="{FF2B5EF4-FFF2-40B4-BE49-F238E27FC236}">
                    <ns2:creationId id="{7520A10D-BBF2-534E-8C83-FCAB0E04C0DE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118153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288000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2A36393A-BC7A-8842-4FD0-B1F93ACD9B10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1" name="直線コネクタ 330">
                <a:extLst>
                  <a:ext uri="{FF2B5EF4-FFF2-40B4-BE49-F238E27FC236}">
                    <ns2:creationId id="{113B14E7-60C5-9DB3-A2FC-B24A4B182C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4677" y="2767974"/>
                <a:ext cx="396000" cy="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F6602332-7761-74FF-9B72-863DD9103BC2}"/>
                </a:ext>
              </a:extLst>
            </p:cNvPr>
            <p:cNvGrpSpPr/>
            <p:nvPr/>
          </p:nvGrpSpPr>
          <p:grpSpPr>
            <a:xfrm>
              <a:off x="922713" y="2539836"/>
              <a:ext cx="2271034" cy="360000"/>
              <a:chOff x="922713" y="2539836"/>
              <a:chExt cx="2271034" cy="324000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D9DD866D-8918-E233-6F59-5415E6CFECC9}"/>
                  </a:ext>
                </a:extLst>
              </p:cNvPr>
              <p:cNvSpPr/>
              <p:nvPr/>
            </p:nvSpPr>
            <p:spPr>
              <a:xfrm>
                <a:off x="922713" y="2539836"/>
                <a:ext cx="2271034" cy="32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7" name="直線コネクタ 256">
                <a:extLst>
                  <a:ext uri="{FF2B5EF4-FFF2-40B4-BE49-F238E27FC236}">
                    <ns2:creationId id="{9551D377-D5F6-C0DF-9FD5-795ED302BA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2611836"/>
                <a:ext cx="0" cy="180000"/>
              </a:xfrm>
              <a:prstGeom prst="line">
                <a:avLst/>
              </a:prstGeom>
              <a:ln w="38100">
                <a:solidFill>
                  <a:schemeClr val="bg1">
                    <a:alpha val="7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9" name="正方形/長方形 338">
                <a:extLst>
                  <a:ext uri="{FF2B5EF4-FFF2-40B4-BE49-F238E27FC236}">
                    <ns2:creationId id="{D7C5B54F-39EB-2779-C79C-FA1324A69870}"/>
                  </a:ext>
                </a:extLst>
              </p:cNvPr>
              <p:cNvSpPr/>
              <p:nvPr/>
            </p:nvSpPr>
            <p:spPr>
              <a:xfrm>
                <a:off x="1645747" y="2539836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A1F54D0-28D3-14B4-A454-E00F4AE1F28B}"/>
                </a:ext>
              </a:extLst>
            </p:cNvPr>
            <p:cNvGrpSpPr/>
            <p:nvPr/>
          </p:nvGrpSpPr>
          <p:grpSpPr>
            <a:xfrm>
              <a:off x="922713" y="2950604"/>
              <a:ext cx="2271034" cy="360000"/>
              <a:chOff x="922713" y="2968604"/>
              <a:chExt cx="2271034" cy="324000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46E3B104-DFF9-AB44-F4D7-671137479D8A}"/>
                  </a:ext>
                </a:extLst>
              </p:cNvPr>
              <p:cNvSpPr/>
              <p:nvPr/>
            </p:nvSpPr>
            <p:spPr>
              <a:xfrm>
                <a:off x="922713" y="2968604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8" name="直線コネクタ 257">
                <a:extLst>
                  <a:ext uri="{FF2B5EF4-FFF2-40B4-BE49-F238E27FC236}">
                    <ns2:creationId id="{F7A44C4F-9561-3108-16A5-9891A96C23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040604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0" name="正方形/長方形 339">
                <a:extLst>
                  <a:ext uri="{FF2B5EF4-FFF2-40B4-BE49-F238E27FC236}">
                    <ns2:creationId id="{10860FBF-FCF0-B653-4145-38A731122946}"/>
                  </a:ext>
                </a:extLst>
              </p:cNvPr>
              <p:cNvSpPr/>
              <p:nvPr/>
            </p:nvSpPr>
            <p:spPr>
              <a:xfrm>
                <a:off x="1645747" y="2968604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8A8F7D50-6CF3-E724-2A79-03E2876B75BA}"/>
                </a:ext>
              </a:extLst>
            </p:cNvPr>
            <p:cNvGrpSpPr/>
            <p:nvPr/>
          </p:nvGrpSpPr>
          <p:grpSpPr>
            <a:xfrm>
              <a:off x="922713" y="3361372"/>
              <a:ext cx="2271034" cy="360000"/>
              <a:chOff x="922713" y="3397372"/>
              <a:chExt cx="2271034" cy="324000"/>
            </a:xfrm>
          </p:grpSpPr>
          <p:sp>
            <p:nvSpPr>
              <p:cNvPr id="183" name="正方形/長方形 182">
                <a:extLst>
                  <a:ext uri="{FF2B5EF4-FFF2-40B4-BE49-F238E27FC236}">
                    <ns2:creationId id="{49960FB1-DE3E-F87F-322A-D03DB6BFEFC9}"/>
                  </a:ext>
                </a:extLst>
              </p:cNvPr>
              <p:cNvSpPr/>
              <p:nvPr/>
            </p:nvSpPr>
            <p:spPr>
              <a:xfrm>
                <a:off x="922713" y="3397372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258">
                <a:extLst>
                  <a:ext uri="{FF2B5EF4-FFF2-40B4-BE49-F238E27FC236}">
                    <ns2:creationId id="{79B6E704-1F31-D8C0-0849-C8CC09675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469372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正方形/長方形 340">
                <a:extLst>
                  <a:ext uri="{FF2B5EF4-FFF2-40B4-BE49-F238E27FC236}">
                    <ns2:creationId id="{7B97D892-1BC2-9F5C-44D1-5702945DCE60}"/>
                  </a:ext>
                </a:extLst>
              </p:cNvPr>
              <p:cNvSpPr/>
              <p:nvPr/>
            </p:nvSpPr>
            <p:spPr>
              <a:xfrm>
                <a:off x="1645747" y="3397372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255" name="グループ化 254">
            <a:extLst>
              <a:ext uri="{FF2B5EF4-FFF2-40B4-BE49-F238E27FC236}">
                <ns2:creationId id="{CA65BFC3-99BB-2D21-E8EE-BBC679E5D918}"/>
              </a:ext>
            </a:extLst>
          </p:cNvPr>
          <p:cNvGrpSpPr/>
          <p:nvPr/>
        </p:nvGrpSpPr>
        <p:grpSpPr>
          <a:xfrm>
            <a:off x="342677" y="3779723"/>
            <a:ext cx="11515037" cy="2525610"/>
            <a:chOff x="342677" y="3779723"/>
            <a:chExt cx="11515037" cy="2525610"/>
          </a:xfrm>
        </p:grpSpPr>
        <p:sp>
          <p:nvSpPr>
            <p:cNvPr id="22" name="正方形/長方形 21">
              <a:extLst>
                <a:ext uri="{FF2B5EF4-FFF2-40B4-BE49-F238E27FC236}">
                  <ns2:creationId id="{72451D21-FE80-2E2B-4826-5EED4F35C059}"/>
                </a:ext>
              </a:extLst>
            </p:cNvPr>
            <p:cNvSpPr/>
            <p:nvPr/>
          </p:nvSpPr>
          <p:spPr>
            <a:xfrm>
              <a:off x="922713" y="4651148"/>
              <a:ext cx="2150201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206" name="直線コネクタ 205">
              <a:extLst>
                <a:ext uri="{FF2B5EF4-FFF2-40B4-BE49-F238E27FC236}">
                  <ns2:creationId id="{30A89524-3789-27AF-2946-39AA1281A4C7}"/>
                </a:ext>
              </a:extLst>
            </p:cNvPr>
            <p:cNvCxnSpPr>
              <a:cxnSpLocks/>
            </p:cNvCxnSpPr>
            <p:nvPr/>
          </p:nvCxnSpPr>
          <p:spPr>
            <a:xfrm>
              <a:off x="7316485" y="3779723"/>
              <a:ext cx="1729012" cy="0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7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" name="正方形/長方形 227">
              <a:extLst>
                <a:ext uri="{FF2B5EF4-FFF2-40B4-BE49-F238E27FC236}">
                  <ns2:creationId id="{47B9752C-9B44-2317-D898-9E74ACED94E3}"/>
                </a:ext>
              </a:extLst>
            </p:cNvPr>
            <p:cNvSpPr/>
            <p:nvPr/>
          </p:nvSpPr>
          <p:spPr>
            <a:xfrm>
              <a:off x="311636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4BF88C8C-ACDE-6F13-13AD-883947464983}"/>
                </a:ext>
              </a:extLst>
            </p:cNvPr>
            <p:cNvSpPr/>
            <p:nvPr/>
          </p:nvSpPr>
          <p:spPr>
            <a:xfrm>
              <a:off x="531001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9F39F665-A841-AD4E-6BD0-C18FD7E97B91}"/>
                </a:ext>
              </a:extLst>
            </p:cNvPr>
            <p:cNvSpPr/>
            <p:nvPr/>
          </p:nvSpPr>
          <p:spPr>
            <a:xfrm>
              <a:off x="7503662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D8FEA81-BA5A-9741-BC61-97143605285F}"/>
                </a:ext>
              </a:extLst>
            </p:cNvPr>
            <p:cNvSpPr/>
            <p:nvPr/>
          </p:nvSpPr>
          <p:spPr>
            <a:xfrm>
              <a:off x="9697311" y="4651148"/>
              <a:ext cx="2059655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B2BE2CFC-AA0A-1AB0-952E-50CFDD792443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5989372"/>
              <a:ext cx="2052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7" name="正方形/長方形 236">
              <a:extLst>
                <a:ext uri="{FF2B5EF4-FFF2-40B4-BE49-F238E27FC236}">
                  <ns2:creationId id="{59C025D0-B63C-F69B-1DEE-AF4EAFF0D789}"/>
                </a:ext>
              </a:extLst>
            </p:cNvPr>
            <p:cNvSpPr/>
            <p:nvPr/>
          </p:nvSpPr>
          <p:spPr>
            <a:xfrm>
              <a:off x="1785538" y="5899372"/>
              <a:ext cx="432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2" name="直線コネクタ 241">
              <a:extLst>
                <a:ext uri="{FF2B5EF4-FFF2-40B4-BE49-F238E27FC236}">
                  <ns2:creationId id="{454FA748-761E-330B-22D0-CD9B76E5791F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6215333"/>
              <a:ext cx="4248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正方形/長方形 237">
              <a:extLst>
                <a:ext uri="{FF2B5EF4-FFF2-40B4-BE49-F238E27FC236}">
                  <ns2:creationId id="{D545787C-B223-22E8-24F9-66A9E2A963A5}"/>
                </a:ext>
              </a:extLst>
            </p:cNvPr>
            <p:cNvSpPr/>
            <p:nvPr/>
          </p:nvSpPr>
          <p:spPr>
            <a:xfrm>
              <a:off x="2920505" y="6125333"/>
              <a:ext cx="360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4" name="直線コネクタ 243">
              <a:extLst>
                <a:ext uri="{FF2B5EF4-FFF2-40B4-BE49-F238E27FC236}">
                  <ns2:creationId id="{BC4B508E-DCD0-E953-8B1B-C37229018CAF}"/>
                </a:ext>
              </a:extLst>
            </p:cNvPr>
            <p:cNvCxnSpPr>
              <a:cxnSpLocks/>
            </p:cNvCxnSpPr>
            <p:nvPr/>
          </p:nvCxnSpPr>
          <p:spPr>
            <a:xfrm>
              <a:off x="3095332" y="4711814"/>
              <a:ext cx="0" cy="1127334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BA8F2FB-D3D1-0C95-6993-7D9D68C6C7BE}"/>
                </a:ext>
              </a:extLst>
            </p:cNvPr>
            <p:cNvCxnSpPr>
              <a:cxnSpLocks/>
            </p:cNvCxnSpPr>
            <p:nvPr/>
          </p:nvCxnSpPr>
          <p:spPr>
            <a:xfrm>
              <a:off x="52908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718650FC-2F3B-F573-8079-5A81EEEB489C}"/>
                </a:ext>
              </a:extLst>
            </p:cNvPr>
            <p:cNvCxnSpPr>
              <a:cxnSpLocks/>
            </p:cNvCxnSpPr>
            <p:nvPr/>
          </p:nvCxnSpPr>
          <p:spPr>
            <a:xfrm>
              <a:off x="7484474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35AB86E7-A244-1594-3D58-3A5B7C16AD99}"/>
                </a:ext>
              </a:extLst>
            </p:cNvPr>
            <p:cNvCxnSpPr>
              <a:cxnSpLocks/>
            </p:cNvCxnSpPr>
            <p:nvPr/>
          </p:nvCxnSpPr>
          <p:spPr>
            <a:xfrm>
              <a:off x="96781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グループ化 233">
              <a:extLst>
                <a:ext uri="{FF2B5EF4-FFF2-40B4-BE49-F238E27FC236}">
                  <ns2:creationId id="{67F63559-3AC0-11FD-A89A-130FEDC1CF50}"/>
                </a:ext>
              </a:extLst>
            </p:cNvPr>
            <p:cNvGrpSpPr/>
            <p:nvPr/>
          </p:nvGrpSpPr>
          <p:grpSpPr>
            <a:xfrm>
              <a:off x="342677" y="5872278"/>
              <a:ext cx="540000" cy="432000"/>
              <a:chOff x="342677" y="5872278"/>
              <a:chExt cx="540000" cy="432000"/>
            </a:xfrm>
          </p:grpSpPr>
          <p:sp>
            <p:nvSpPr>
              <p:cNvPr id="219" name="正方形/長方形 218">
                <a:extLst>
                  <a:ext uri="{FF2B5EF4-FFF2-40B4-BE49-F238E27FC236}">
                    <ns2:creationId id="{B9AAD855-35F7-A098-D44B-61D34D1F4422}"/>
                  </a:ext>
                </a:extLst>
              </p:cNvPr>
              <p:cNvSpPr/>
              <p:nvPr/>
            </p:nvSpPr>
            <p:spPr>
              <a:xfrm>
                <a:off x="342677" y="5872278"/>
                <a:ext cx="540000" cy="432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288000" bIns="72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1" name="グラフィックス 260" descr="階層 単色塗りつぶし">
                <a:extLst>
                  <a:ext uri="{FF2B5EF4-FFF2-40B4-BE49-F238E27FC236}">
                    <ns2:creationId id="{6288786D-583C-60C5-D6F4-919C0B226A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86677" y="5872278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4" name="直線コネクタ 203">
              <a:extLst>
                <a:ext uri="{FF2B5EF4-FFF2-40B4-BE49-F238E27FC236}">
                  <ns2:creationId id="{6962A0E5-0801-E831-AE46-C83E8AC6B98E}"/>
                </a:ext>
              </a:extLst>
            </p:cNvPr>
            <p:cNvCxnSpPr>
              <a:cxnSpLocks/>
            </p:cNvCxnSpPr>
            <p:nvPr/>
          </p:nvCxnSpPr>
          <p:spPr>
            <a:xfrm>
              <a:off x="5442458" y="3779723"/>
              <a:ext cx="792001" cy="0"/>
            </a:xfrm>
            <a:prstGeom prst="line">
              <a:avLst/>
            </a:prstGeom>
            <a:ln w="38100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9" name="グループ化 238">
              <a:extLst>
                <a:ext uri="{FF2B5EF4-FFF2-40B4-BE49-F238E27FC236}">
                  <ns2:creationId id="{45D762C3-BCF9-A6F9-4FB9-9D57375EAFAC}"/>
                </a:ext>
              </a:extLst>
            </p:cNvPr>
            <p:cNvGrpSpPr/>
            <p:nvPr/>
          </p:nvGrpSpPr>
          <p:grpSpPr>
            <a:xfrm>
              <a:off x="922713" y="4097979"/>
              <a:ext cx="4453119" cy="561961"/>
              <a:chOff x="922713" y="4097979"/>
              <a:chExt cx="4453119" cy="561961"/>
            </a:xfrm>
          </p:grpSpPr>
          <p:sp>
            <p:nvSpPr>
              <p:cNvPr id="221" name="ホームベース 9">
                <a:extLst>
                  <a:ext uri="{FF2B5EF4-FFF2-40B4-BE49-F238E27FC236}">
                    <ns2:creationId id="{A32E3789-B590-E635-BC22-D905E0850AC0}"/>
                  </a:ext>
                </a:extLst>
              </p:cNvPr>
              <p:cNvSpPr/>
              <p:nvPr/>
            </p:nvSpPr>
            <p:spPr>
              <a:xfrm>
                <a:off x="922713" y="4097979"/>
                <a:ext cx="4453119" cy="553169"/>
              </a:xfrm>
              <a:prstGeom prst="homePlate">
                <a:avLst>
                  <a:gd name="adj" fmla="val 18206"/>
                </a:avLst>
              </a:prstGeom>
              <a:gradFill>
                <a:gsLst>
                  <a:gs pos="50000">
                    <a:srgbClr val="008000">
                      <a:alpha val="70000"/>
                    </a:srgbClr>
                  </a:gs>
                  <a:gs pos="50000">
                    <a:srgbClr val="008000">
                      <a:alpha val="50000"/>
                    </a:srgbClr>
                  </a:gs>
                  <a:gs pos="49000">
                    <a:srgbClr val="008000"/>
                  </a:gs>
                  <a:gs pos="49000">
                    <a:schemeClr val="bg2">
                      <a:lumMod val="10000"/>
                      <a:lumOff val="90000"/>
                    </a:schemeClr>
                  </a:gs>
                  <a:gs pos="49000">
                    <a:srgbClr val="008000">
                      <a:alpha val="60000"/>
                    </a:srgbClr>
                  </a:gs>
                  <a:gs pos="50000">
                    <a:srgbClr val="008000">
                      <a:alpha val="30000"/>
                    </a:srgb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FA14F97A-E398-1696-19F9-7DC2CDC27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94638" y="4371940"/>
                <a:ext cx="0" cy="28800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正方形/長方形 234">
                <a:extLst>
                  <a:ext uri="{FF2B5EF4-FFF2-40B4-BE49-F238E27FC236}">
                    <ns2:creationId id="{58D94DF6-C552-9BF0-B75B-0299AFD0BF5E}"/>
                  </a:ext>
                </a:extLst>
              </p:cNvPr>
              <p:cNvSpPr/>
              <p:nvPr/>
            </p:nvSpPr>
            <p:spPr>
              <a:xfrm>
                <a:off x="129541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AF9C797A-13CE-6127-F84C-3AD56F0D5197}"/>
                  </a:ext>
                </a:extLst>
              </p:cNvPr>
              <p:cNvSpPr/>
              <p:nvPr/>
            </p:nvSpPr>
            <p:spPr>
              <a:xfrm>
                <a:off x="348906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0" name="グラフィックス 299" descr="クリップボード 単色塗りつぶし">
                <a:extLst>
                  <a:ext uri="{FF2B5EF4-FFF2-40B4-BE49-F238E27FC236}">
                    <ns2:creationId id="{983FB657-BC13-6C3A-A823-A1694FEE4B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2663981" y="409797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1" name="グループ化 240">
              <a:extLst>
                <a:ext uri="{FF2B5EF4-FFF2-40B4-BE49-F238E27FC236}">
                  <ns2:creationId id="{91CDC8E6-FFBF-08E4-FFF7-E5E9DBC5B27B}"/>
                </a:ext>
              </a:extLst>
            </p:cNvPr>
            <p:cNvGrpSpPr/>
            <p:nvPr/>
          </p:nvGrpSpPr>
          <p:grpSpPr>
            <a:xfrm>
              <a:off x="9697312" y="4097979"/>
              <a:ext cx="2160402" cy="553169"/>
              <a:chOff x="9697312" y="4097979"/>
              <a:chExt cx="2160402" cy="553169"/>
            </a:xfrm>
          </p:grpSpPr>
          <p:sp>
            <p:nvSpPr>
              <p:cNvPr id="227" name="山形 66">
                <a:extLst>
                  <a:ext uri="{FF2B5EF4-FFF2-40B4-BE49-F238E27FC236}">
                    <ns2:creationId id="{72AE2F75-D666-0F44-A6D1-B0F62E4EC300}"/>
                  </a:ext>
                </a:extLst>
              </p:cNvPr>
              <p:cNvSpPr/>
              <p:nvPr/>
            </p:nvSpPr>
            <p:spPr>
              <a:xfrm>
                <a:off x="9697312" y="4097979"/>
                <a:ext cx="2160402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4" name="グラフィックス 303" descr="トラック 単色塗りつぶし">
                <a:extLst>
                  <a:ext uri="{FF2B5EF4-FFF2-40B4-BE49-F238E27FC236}">
                    <ns2:creationId id="{6A261B19-688C-00B1-209E-6E4729DC35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0074185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3" name="グループ化 242">
              <a:extLst>
                <a:ext uri="{FF2B5EF4-FFF2-40B4-BE49-F238E27FC236}">
                  <ns2:creationId id="{F7A1978C-61DA-4F13-3E01-C3B64A4C61F7}"/>
                </a:ext>
              </a:extLst>
            </p:cNvPr>
            <p:cNvGrpSpPr/>
            <p:nvPr/>
          </p:nvGrpSpPr>
          <p:grpSpPr>
            <a:xfrm>
              <a:off x="7500910" y="4097979"/>
              <a:ext cx="2261801" cy="553169"/>
              <a:chOff x="7500910" y="4097979"/>
              <a:chExt cx="2261801" cy="553169"/>
            </a:xfrm>
          </p:grpSpPr>
          <p:sp>
            <p:nvSpPr>
              <p:cNvPr id="226" name="山形 65">
                <a:extLst>
                  <a:ext uri="{FF2B5EF4-FFF2-40B4-BE49-F238E27FC236}">
                    <ns2:creationId id="{BC0EA555-2F52-94C7-8C4E-D15EDD731482}"/>
                  </a:ext>
                </a:extLst>
              </p:cNvPr>
              <p:cNvSpPr/>
              <p:nvPr/>
            </p:nvSpPr>
            <p:spPr>
              <a:xfrm>
                <a:off x="7500910" y="4097979"/>
                <a:ext cx="2261801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6" name="グラフィックス 305" descr="継続的改善 単色塗りつぶし">
                <a:extLst>
                  <a:ext uri="{FF2B5EF4-FFF2-40B4-BE49-F238E27FC236}">
                    <ns2:creationId id="{5759ED02-E975-933F-C6F1-0294807D7D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7936827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32" name="グループ化 231">
              <a:extLst>
                <a:ext uri="{FF2B5EF4-FFF2-40B4-BE49-F238E27FC236}">
                  <ns2:creationId id="{85E08388-4BCC-FF10-62AF-E859C16BB160}"/>
                </a:ext>
              </a:extLst>
            </p:cNvPr>
            <p:cNvGrpSpPr/>
            <p:nvPr/>
          </p:nvGrpSpPr>
          <p:grpSpPr>
            <a:xfrm>
              <a:off x="342677" y="4097979"/>
              <a:ext cx="540000" cy="1741169"/>
              <a:chOff x="342677" y="4097979"/>
              <a:chExt cx="540000" cy="1741169"/>
            </a:xfrm>
          </p:grpSpPr>
          <p:sp>
            <p:nvSpPr>
              <p:cNvPr id="218" name="正方形/長方形 217">
                <a:extLst>
                  <a:ext uri="{FF2B5EF4-FFF2-40B4-BE49-F238E27FC236}">
                    <ns2:creationId id="{5A7081E4-4AFC-917A-78F3-30D8954B4F4A}"/>
                  </a:ext>
                </a:extLst>
              </p:cNvPr>
              <p:cNvSpPr/>
              <p:nvPr/>
            </p:nvSpPr>
            <p:spPr>
              <a:xfrm>
                <a:off x="342677" y="4097979"/>
                <a:ext cx="540000" cy="1741169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360000" rtlCol="0" anchor="ctr"/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0" name="グラフィックス 309" descr="パズルのピース 単色塗りつぶし">
                <a:extLst>
                  <a:ext uri="{FF2B5EF4-FFF2-40B4-BE49-F238E27FC236}">
                    <ns2:creationId id="{619A25FB-8346-E549-206E-3094D68AA7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486677" y="450637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5" name="グループ化 244">
              <a:extLst>
                <a:ext uri="{FF2B5EF4-FFF2-40B4-BE49-F238E27FC236}">
                  <ns2:creationId id="{2BD39086-1F5C-3094-800F-3F4EDAFCA8F5}"/>
                </a:ext>
              </a:extLst>
            </p:cNvPr>
            <p:cNvGrpSpPr/>
            <p:nvPr/>
          </p:nvGrpSpPr>
          <p:grpSpPr>
            <a:xfrm>
              <a:off x="5307260" y="4097979"/>
              <a:ext cx="2254816" cy="553169"/>
              <a:chOff x="5307260" y="4097979"/>
              <a:chExt cx="2254816" cy="553169"/>
            </a:xfrm>
          </p:grpSpPr>
          <p:sp>
            <p:nvSpPr>
              <p:cNvPr id="223" name="山形 11">
                <a:extLst>
                  <a:ext uri="{FF2B5EF4-FFF2-40B4-BE49-F238E27FC236}">
                    <ns2:creationId id="{9ACE9B33-1F56-2048-FB3B-20F9EB9A0CB0}"/>
                  </a:ext>
                </a:extLst>
              </p:cNvPr>
              <p:cNvSpPr/>
              <p:nvPr/>
            </p:nvSpPr>
            <p:spPr>
              <a:xfrm>
                <a:off x="5307260" y="4097979"/>
                <a:ext cx="2254816" cy="553169"/>
              </a:xfrm>
              <a:prstGeom prst="chevron">
                <a:avLst>
                  <a:gd name="adj" fmla="val 18094"/>
                </a:avLst>
              </a:prstGeom>
              <a:gradFill>
                <a:gsLst>
                  <a:gs pos="50000">
                    <a:schemeClr val="bg1">
                      <a:lumMod val="65000"/>
                      <a:alpha val="50000"/>
                    </a:schemeClr>
                  </a:gs>
                  <a:gs pos="49000">
                    <a:schemeClr val="bg1">
                      <a:lumMod val="6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2500"/>
                  </a:lnSpc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4" name="グラフィックス 323" descr="優良在庫 単色塗りつぶし">
                <a:extLst>
                  <a:ext uri="{FF2B5EF4-FFF2-40B4-BE49-F238E27FC236}">
                    <ns2:creationId id="{FEACF920-D2A1-043F-7463-DC77E0EDB6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885169" y="4097979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" name="コネクタ: カギ線 19">
              <a:extLst>
                <a:ext uri="{FF2B5EF4-FFF2-40B4-BE49-F238E27FC236}">
                  <ns2:creationId id="{6C389E28-0D6E-CB58-0962-2608F066417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309562" y="2569080"/>
              <a:ext cx="318255" cy="273954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>
                  <a:alpha val="70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03565D65-0B9B-A8EA-6103-A314A710002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3679" y="3040668"/>
              <a:ext cx="318256" cy="179636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743187FF-A015-A1BF-08A8-EE4A7981D96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8222251" y="3738465"/>
              <a:ext cx="318255" cy="40077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E27EDC3F-89D0-E602-2ECC-B4DDD5DD2AA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295103" y="2665613"/>
              <a:ext cx="318255" cy="254647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33326223"/>
      </p:ext>
    </p:extLst>
  </p:cSld>
  <p:clrMapOvr>
    <a:masterClrMapping/>
  </p:clrMapOvr>
</p:sld>
</file>

<file path=ppt/slides/slide2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5447BC3F-25EC-DDC5-4F20-E7C6B4EF5D46}"/>
              </a:ext>
            </a:extLst>
          </p:cNvPr>
          <p:cNvGrpSpPr/>
          <p:nvPr/>
        </p:nvGrpSpPr>
        <p:grpSpPr>
          <a:xfrm>
            <a:off x="2289426" y="2174452"/>
            <a:ext cx="792000" cy="4082394"/>
            <a:chOff x="2295908" y="1691296"/>
            <a:chExt cx="792000" cy="4617427"/>
          </a:xfrm>
        </p:grpSpPr>
        <p:sp>
          <p:nvSpPr>
            <p:cNvPr id="103" name="正方形/長方形 102">
              <a:extLst>
                <a:ext uri="{FF2B5EF4-FFF2-40B4-BE49-F238E27FC236}">
                  <ns2:creationId id="{4AE24EE9-FCB0-F4B0-779F-277859379119}"/>
                </a:ext>
              </a:extLst>
            </p:cNvPr>
            <p:cNvSpPr/>
            <p:nvPr/>
          </p:nvSpPr>
          <p:spPr>
            <a:xfrm>
              <a:off x="2295908" y="1691296"/>
              <a:ext cx="792000" cy="156966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FAB0A4B2-51E9-679A-4479-F6990E32694D}"/>
                </a:ext>
              </a:extLst>
            </p:cNvPr>
            <p:cNvSpPr/>
            <p:nvPr/>
          </p:nvSpPr>
          <p:spPr>
            <a:xfrm>
              <a:off x="2295908" y="3323477"/>
              <a:ext cx="792000" cy="72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3075963C-D47E-2E41-D937-C2421FE4C68C}"/>
                </a:ext>
              </a:extLst>
            </p:cNvPr>
            <p:cNvSpPr/>
            <p:nvPr/>
          </p:nvSpPr>
          <p:spPr>
            <a:xfrm>
              <a:off x="2295908" y="4105998"/>
              <a:ext cx="792000" cy="720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7999C18-20EB-DAF9-0785-7E65F2A26F43}"/>
                </a:ext>
              </a:extLst>
            </p:cNvPr>
            <p:cNvSpPr/>
            <p:nvPr/>
          </p:nvSpPr>
          <p:spPr>
            <a:xfrm>
              <a:off x="2295908" y="4888519"/>
              <a:ext cx="792000" cy="431721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0BB7098-A6D7-851D-8C23-B147BC65D984}"/>
                </a:ext>
              </a:extLst>
            </p:cNvPr>
            <p:cNvSpPr/>
            <p:nvPr/>
          </p:nvSpPr>
          <p:spPr>
            <a:xfrm>
              <a:off x="2295908" y="5382761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81594F8B-F36C-5997-AF38-2B7F6F9B7EFA}"/>
                </a:ext>
              </a:extLst>
            </p:cNvPr>
            <p:cNvSpPr/>
            <p:nvPr/>
          </p:nvSpPr>
          <p:spPr>
            <a:xfrm>
              <a:off x="2295908" y="5877002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  <p:cxnSp>
        <p:nvCxnSpPr>
          <p:cNvPr id="7" name="直線コネクタ 6">
            <a:extLst>
              <a:ext uri="{FF2B5EF4-FFF2-40B4-BE49-F238E27FC236}">
                <ns2:creationId id="{37F76699-677E-49E3-747D-75D8AB042EC9}"/>
              </a:ext>
            </a:extLst>
          </p:cNvPr>
          <p:cNvCxnSpPr>
            <a:cxnSpLocks/>
          </p:cNvCxnSpPr>
          <p:nvPr/>
        </p:nvCxnSpPr>
        <p:spPr>
          <a:xfrm flipV="1">
            <a:off x="1742985" y="4281718"/>
            <a:ext cx="10107565" cy="0"/>
          </a:xfrm>
          <a:prstGeom prst="line">
            <a:avLst/>
          </a:prstGeom>
          <a:ln w="9525">
            <a:solidFill>
              <a:srgbClr val="008000">
                <a:alpha val="4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線コネクタ 7">
            <a:extLst>
              <a:ext uri="{FF2B5EF4-FFF2-40B4-BE49-F238E27FC236}">
                <ns2:creationId id="{1963AEB5-D9CA-DE73-CCC0-11B0B1E6F3A1}"/>
              </a:ext>
            </a:extLst>
          </p:cNvPr>
          <p:cNvCxnSpPr>
            <a:cxnSpLocks/>
          </p:cNvCxnSpPr>
          <p:nvPr/>
        </p:nvCxnSpPr>
        <p:spPr>
          <a:xfrm flipV="1">
            <a:off x="2014798" y="5410539"/>
            <a:ext cx="9835752" cy="0"/>
          </a:xfrm>
          <a:prstGeom prst="line">
            <a:avLst/>
          </a:prstGeom>
          <a:ln w="9525">
            <a:solidFill>
              <a:srgbClr val="008000">
                <a:alpha val="6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>
            <a:extLst>
              <a:ext uri="{FF2B5EF4-FFF2-40B4-BE49-F238E27FC236}">
                <ns2:creationId id="{A1B26C45-E62C-D353-B5E2-4541E8084FC0}"/>
              </a:ext>
            </a:extLst>
          </p:cNvPr>
          <p:cNvCxnSpPr>
            <a:cxnSpLocks/>
          </p:cNvCxnSpPr>
          <p:nvPr/>
        </p:nvCxnSpPr>
        <p:spPr>
          <a:xfrm flipV="1">
            <a:off x="3081425" y="3589870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ns2:creationId id="{61345723-037A-9739-E5C9-81161461578F}"/>
              </a:ext>
            </a:extLst>
          </p:cNvPr>
          <p:cNvCxnSpPr>
            <a:cxnSpLocks/>
          </p:cNvCxnSpPr>
          <p:nvPr/>
        </p:nvCxnSpPr>
        <p:spPr>
          <a:xfrm flipV="1">
            <a:off x="3081425" y="4973567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>
            <a:extLst>
              <a:ext uri="{FF2B5EF4-FFF2-40B4-BE49-F238E27FC236}">
                <ns2:creationId id="{C7504BBD-0B4E-9D39-4AC5-3B8445501008}"/>
              </a:ext>
            </a:extLst>
          </p:cNvPr>
          <p:cNvCxnSpPr>
            <a:cxnSpLocks/>
          </p:cNvCxnSpPr>
          <p:nvPr/>
        </p:nvCxnSpPr>
        <p:spPr>
          <a:xfrm flipV="1">
            <a:off x="3081425" y="5847512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グループ化 11">
            <a:extLst>
              <a:ext uri="{FF2B5EF4-FFF2-40B4-BE49-F238E27FC236}">
                <ns2:creationId id="{545C2864-3145-268D-4F6F-EDD9A7B5077B}"/>
              </a:ext>
            </a:extLst>
          </p:cNvPr>
          <p:cNvGrpSpPr/>
          <p:nvPr/>
        </p:nvGrpSpPr>
        <p:grpSpPr>
          <a:xfrm>
            <a:off x="328478" y="2174452"/>
            <a:ext cx="1874247" cy="4082394"/>
            <a:chOff x="334960" y="1691296"/>
            <a:chExt cx="1874248" cy="4617427"/>
          </a:xfrm>
        </p:grpSpPr>
        <p:sp>
          <p:nvSpPr>
            <p:cNvPr id="95" name="フリーフォーム: 図形 145">
              <a:extLst>
                <a:ext uri="{FF2B5EF4-FFF2-40B4-BE49-F238E27FC236}">
                  <ns2:creationId id="{1E0E4892-5A75-807C-9532-98933EE6879F}"/>
                </a:ext>
              </a:extLst>
            </p:cNvPr>
            <p:cNvSpPr/>
            <p:nvPr/>
          </p:nvSpPr>
          <p:spPr>
            <a:xfrm>
              <a:off x="334960" y="5351500"/>
              <a:ext cx="1874248" cy="957223"/>
            </a:xfrm>
            <a:custGeom>
              <a:avLst/>
              <a:gdLst>
                <a:gd name="connsiteX0" fmla="*/ 187927 w 1874248"/>
                <a:gd name="connsiteY0" fmla="*/ 0 h 925961"/>
                <a:gd name="connsiteX1" fmla="*/ 1686321 w 1874248"/>
                <a:gd name="connsiteY1" fmla="*/ 0 h 925961"/>
                <a:gd name="connsiteX2" fmla="*/ 1874248 w 1874248"/>
                <a:gd name="connsiteY2" fmla="*/ 925961 h 925961"/>
                <a:gd name="connsiteX3" fmla="*/ 0 w 1874248"/>
                <a:gd name="connsiteY3" fmla="*/ 925961 h 92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248" h="925961">
                  <a:moveTo>
                    <a:pt x="187927" y="0"/>
                  </a:moveTo>
                  <a:lnTo>
                    <a:pt x="1686321" y="0"/>
                  </a:lnTo>
                  <a:lnTo>
                    <a:pt x="1874248" y="925961"/>
                  </a:lnTo>
                  <a:lnTo>
                    <a:pt x="0" y="925961"/>
                  </a:lnTo>
                  <a:close/>
                </a:path>
              </a:pathLst>
            </a:custGeom>
            <a:solidFill>
              <a:srgbClr val="008000">
                <a:alpha val="6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6" name="フリーフォーム: 図形 144">
              <a:extLst>
                <a:ext uri="{FF2B5EF4-FFF2-40B4-BE49-F238E27FC236}">
                  <ns2:creationId id="{E1D359CF-829F-E589-2B65-30DBFC0BDD76}"/>
                </a:ext>
              </a:extLst>
            </p:cNvPr>
            <p:cNvSpPr/>
            <p:nvPr/>
          </p:nvSpPr>
          <p:spPr>
            <a:xfrm>
              <a:off x="794700" y="1691296"/>
              <a:ext cx="954768" cy="2383441"/>
            </a:xfrm>
            <a:custGeom>
              <a:avLst/>
              <a:gdLst>
                <a:gd name="connsiteX0" fmla="*/ 477384 w 954768"/>
                <a:gd name="connsiteY0" fmla="*/ 0 h 2352182"/>
                <a:gd name="connsiteX1" fmla="*/ 954768 w 954768"/>
                <a:gd name="connsiteY1" fmla="*/ 2352182 h 2352182"/>
                <a:gd name="connsiteX2" fmla="*/ 0 w 954768"/>
                <a:gd name="connsiteY2" fmla="*/ 2352182 h 235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4768" h="2352182">
                  <a:moveTo>
                    <a:pt x="477384" y="0"/>
                  </a:moveTo>
                  <a:lnTo>
                    <a:pt x="954768" y="2352182"/>
                  </a:lnTo>
                  <a:lnTo>
                    <a:pt x="0" y="2352182"/>
                  </a:lnTo>
                  <a:close/>
                </a:path>
              </a:pathLst>
            </a:custGeom>
            <a:solidFill>
              <a:srgbClr val="008000">
                <a:alpha val="2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: 図形 143">
              <a:extLst>
                <a:ext uri="{FF2B5EF4-FFF2-40B4-BE49-F238E27FC236}">
                  <ns2:creationId id="{013328C5-8941-BB71-FC58-272582939339}"/>
                </a:ext>
              </a:extLst>
            </p:cNvPr>
            <p:cNvSpPr/>
            <p:nvPr/>
          </p:nvSpPr>
          <p:spPr>
            <a:xfrm>
              <a:off x="522888" y="4074737"/>
              <a:ext cx="1498393" cy="1276763"/>
            </a:xfrm>
            <a:custGeom>
              <a:avLst/>
              <a:gdLst>
                <a:gd name="connsiteX0" fmla="*/ 271812 w 1498393"/>
                <a:gd name="connsiteY0" fmla="*/ 0 h 1339283"/>
                <a:gd name="connsiteX1" fmla="*/ 1226580 w 1498393"/>
                <a:gd name="connsiteY1" fmla="*/ 0 h 1339283"/>
                <a:gd name="connsiteX2" fmla="*/ 1498393 w 1498393"/>
                <a:gd name="connsiteY2" fmla="*/ 1339283 h 1339283"/>
                <a:gd name="connsiteX3" fmla="*/ 0 w 1498393"/>
                <a:gd name="connsiteY3" fmla="*/ 1339283 h 133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8393" h="1339283">
                  <a:moveTo>
                    <a:pt x="271812" y="0"/>
                  </a:moveTo>
                  <a:lnTo>
                    <a:pt x="1226580" y="0"/>
                  </a:lnTo>
                  <a:lnTo>
                    <a:pt x="1498393" y="1339283"/>
                  </a:lnTo>
                  <a:lnTo>
                    <a:pt x="0" y="1339283"/>
                  </a:lnTo>
                  <a:close/>
                </a:path>
              </a:pathLst>
            </a:custGeom>
            <a:solidFill>
              <a:srgbClr val="008000">
                <a:alpha val="4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3C6FA97F-EFAC-19BB-7E0A-25DF932B667C}"/>
                </a:ext>
              </a:extLst>
            </p:cNvPr>
            <p:cNvGrpSpPr/>
            <p:nvPr/>
          </p:nvGrpSpPr>
          <p:grpSpPr>
            <a:xfrm>
              <a:off x="766212" y="2584693"/>
              <a:ext cx="1011743" cy="1130397"/>
              <a:chOff x="770722" y="2155435"/>
              <a:chExt cx="1011743" cy="1130397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12527632-1E33-6CDA-60B2-AC22A0F1268A}"/>
                  </a:ext>
                </a:extLst>
              </p:cNvPr>
              <p:cNvSpPr/>
              <p:nvPr/>
            </p:nvSpPr>
            <p:spPr>
              <a:xfrm>
                <a:off x="770722" y="2701057"/>
                <a:ext cx="1011743" cy="584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02" name="グラフィックス 288" descr="UI UX 単色塗りつぶし">
                <a:extLst>
                  <a:ext uri="{FF2B5EF4-FFF2-40B4-BE49-F238E27FC236}">
                    <ns2:creationId id="{3B2A3E6E-F6ED-0E8D-7A13-2E9F2C376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rcRect/>
              <a:stretch/>
            </p:blipFill>
            <p:spPr>
              <a:xfrm>
                <a:off x="1006594" y="2155435"/>
                <a:ext cx="540000" cy="540000"/>
              </a:xfrm>
              <a:prstGeom prst="rect">
                <a:avLst/>
              </a:prstGeom>
            </p:spPr>
          </p:pic>
        </p:grpSp>
        <p:pic>
          <p:nvPicPr>
            <p:cNvPr id="99" name="グラフィックス 289" descr="頭の中の脳 単色塗りつぶし">
              <a:extLst>
                <a:ext uri="{FF2B5EF4-FFF2-40B4-BE49-F238E27FC236}">
                  <ns2:creationId id="{30496020-4372-A118-CD79-7744610FED5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1002084" y="4276450"/>
              <a:ext cx="540000" cy="540000"/>
            </a:xfrm>
            <a:prstGeom prst="rect">
              <a:avLst/>
            </a:prstGeom>
          </p:spPr>
        </p:pic>
        <p:pic>
          <p:nvPicPr>
            <p:cNvPr id="100" name="グラフィックス 290" descr="プログラマー女性 単色塗りつぶし">
              <a:extLst>
                <a:ext uri="{FF2B5EF4-FFF2-40B4-BE49-F238E27FC236}">
                  <ns2:creationId id="{24401839-4885-FBCE-C057-47A61C8C50E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1002084" y="5409074"/>
              <a:ext cx="540000" cy="54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DF2D3A1A-6BD0-C7E6-3EA7-8E1ACEEF670A}"/>
              </a:ext>
            </a:extLst>
          </p:cNvPr>
          <p:cNvGrpSpPr/>
          <p:nvPr/>
        </p:nvGrpSpPr>
        <p:grpSpPr>
          <a:xfrm>
            <a:off x="3168125" y="1641747"/>
            <a:ext cx="2277407" cy="4615099"/>
            <a:chOff x="3244148" y="1088775"/>
            <a:chExt cx="2277408" cy="5219948"/>
          </a:xfrm>
        </p:grpSpPr>
        <p:sp>
          <p:nvSpPr>
            <p:cNvPr id="85" name="正方形/長方形 84">
              <a:extLst>
                <a:ext uri="{FF2B5EF4-FFF2-40B4-BE49-F238E27FC236}">
                  <ns2:creationId id="{3E3C0808-392D-945A-0E97-1CDA52F501C9}"/>
                </a:ext>
              </a:extLst>
            </p:cNvPr>
            <p:cNvSpPr/>
            <p:nvPr/>
          </p:nvSpPr>
          <p:spPr>
            <a:xfrm>
              <a:off x="3244148" y="1691296"/>
              <a:ext cx="2277408" cy="15696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 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endParaRPr kumimoji="1" lang="ja-JP" altLang="en-US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22A2661-2D6A-2389-9B11-626F2CEA5156}"/>
                </a:ext>
              </a:extLst>
            </p:cNvPr>
            <p:cNvSpPr/>
            <p:nvPr/>
          </p:nvSpPr>
          <p:spPr>
            <a:xfrm>
              <a:off x="3244148" y="410599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0663D236-C517-C3F1-C99D-34884B88768C}"/>
                </a:ext>
              </a:extLst>
            </p:cNvPr>
            <p:cNvSpPr/>
            <p:nvPr/>
          </p:nvSpPr>
          <p:spPr>
            <a:xfrm>
              <a:off x="3244148" y="332347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C79A936F-159B-8914-E814-D0D48C8E633B}"/>
                </a:ext>
              </a:extLst>
            </p:cNvPr>
            <p:cNvSpPr/>
            <p:nvPr/>
          </p:nvSpPr>
          <p:spPr>
            <a:xfrm>
              <a:off x="3244148" y="4888519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B607437-B490-2185-BE0C-AE2D9DF6423E}"/>
                </a:ext>
              </a:extLst>
            </p:cNvPr>
            <p:cNvSpPr/>
            <p:nvPr/>
          </p:nvSpPr>
          <p:spPr>
            <a:xfrm>
              <a:off x="3244148" y="5877002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871EAE03-D96C-448D-7216-0553021628AC}"/>
                </a:ext>
              </a:extLst>
            </p:cNvPr>
            <p:cNvSpPr/>
            <p:nvPr/>
          </p:nvSpPr>
          <p:spPr>
            <a:xfrm>
              <a:off x="3244148" y="5382761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6A23136A-2C39-D6CC-FA0A-D233BFE13AF5}"/>
                </a:ext>
              </a:extLst>
            </p:cNvPr>
            <p:cNvGrpSpPr/>
            <p:nvPr/>
          </p:nvGrpSpPr>
          <p:grpSpPr>
            <a:xfrm>
              <a:off x="3244148" y="1088775"/>
              <a:ext cx="2277408" cy="540000"/>
              <a:chOff x="3244146" y="1088775"/>
              <a:chExt cx="2277408" cy="540000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EFCC0D74-BAFC-42C9-0212-000E7DF61550}"/>
                  </a:ext>
                </a:extLst>
              </p:cNvPr>
              <p:cNvSpPr/>
              <p:nvPr/>
            </p:nvSpPr>
            <p:spPr>
              <a:xfrm>
                <a:off x="3244146" y="1088775"/>
                <a:ext cx="2277408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04395CFB-52EA-6E35-D5CE-C359BDD361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4146" y="1628775"/>
                <a:ext cx="22774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グループ化 113">
            <a:extLst>
              <a:ext uri="{FF2B5EF4-FFF2-40B4-BE49-F238E27FC236}">
                <ns2:creationId id="{ADC7D893-825E-06AE-9D17-0E53B8D977B1}"/>
              </a:ext>
            </a:extLst>
          </p:cNvPr>
          <p:cNvGrpSpPr/>
          <p:nvPr/>
        </p:nvGrpSpPr>
        <p:grpSpPr>
          <a:xfrm>
            <a:off x="5612860" y="1641747"/>
            <a:ext cx="6244178" cy="4658702"/>
            <a:chOff x="9011648" y="1641747"/>
            <a:chExt cx="2845390" cy="4658702"/>
          </a:xfrm>
        </p:grpSpPr>
        <p:grpSp>
          <p:nvGrpSpPr>
            <p:cNvPr id="34" name="グループ化 33">
              <a:extLst>
                <a:ext uri="{FF2B5EF4-FFF2-40B4-BE49-F238E27FC236}">
                  <ns2:creationId id="{1CB2B075-FCAB-A4C3-AC27-C0FE6909556D}"/>
                </a:ext>
              </a:extLst>
            </p:cNvPr>
            <p:cNvGrpSpPr/>
            <p:nvPr/>
          </p:nvGrpSpPr>
          <p:grpSpPr>
            <a:xfrm>
              <a:off x="9011652" y="1641747"/>
              <a:ext cx="2838901" cy="477429"/>
              <a:chOff x="8833037" y="1088775"/>
              <a:chExt cx="2838902" cy="540000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94AA70E-2397-ECCD-848B-6EF136D5F411}"/>
                  </a:ext>
                </a:extLst>
              </p:cNvPr>
              <p:cNvSpPr/>
              <p:nvPr/>
            </p:nvSpPr>
            <p:spPr>
              <a:xfrm>
                <a:off x="8833037" y="1088775"/>
                <a:ext cx="2838902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D4C27035-E917-057A-ACBA-4631927F7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33037" y="1628775"/>
                <a:ext cx="28389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" name="正方形/長方形 14">
              <a:extLst>
                <a:ext uri="{FF2B5EF4-FFF2-40B4-BE49-F238E27FC236}">
                  <ns2:creationId id="{8736E80C-B932-E37F-FC15-A4D88EB439EC}"/>
                </a:ext>
              </a:extLst>
            </p:cNvPr>
            <p:cNvSpPr/>
            <p:nvPr/>
          </p:nvSpPr>
          <p:spPr>
            <a:xfrm>
              <a:off x="9011648" y="2174452"/>
              <a:ext cx="2845390" cy="138777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40F89197-9427-D5C4-0C81-74AFD6FB1770}"/>
                </a:ext>
              </a:extLst>
            </p:cNvPr>
            <p:cNvSpPr/>
            <p:nvPr/>
          </p:nvSpPr>
          <p:spPr>
            <a:xfrm>
              <a:off x="9011648" y="3617505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5DB86D-9206-2F05-54F2-5AD4B36EE5CA}"/>
                </a:ext>
              </a:extLst>
            </p:cNvPr>
            <p:cNvSpPr/>
            <p:nvPr/>
          </p:nvSpPr>
          <p:spPr>
            <a:xfrm>
              <a:off x="9011648" y="4308169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D9449EE4-28C9-2165-933F-5BBECA29306D}"/>
                </a:ext>
              </a:extLst>
            </p:cNvPr>
            <p:cNvSpPr/>
            <p:nvPr/>
          </p:nvSpPr>
          <p:spPr>
            <a:xfrm>
              <a:off x="9011648" y="4982109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B26CA88E-E617-7952-7084-1F74FE709C1A}"/>
                </a:ext>
              </a:extLst>
            </p:cNvPr>
            <p:cNvSpPr/>
            <p:nvPr/>
          </p:nvSpPr>
          <p:spPr>
            <a:xfrm>
              <a:off x="9011648" y="5416176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081B88D2-C1A2-B401-E3E1-10ECA3517CBB}"/>
                </a:ext>
              </a:extLst>
            </p:cNvPr>
            <p:cNvSpPr/>
            <p:nvPr/>
          </p:nvSpPr>
          <p:spPr>
            <a:xfrm>
              <a:off x="9011648" y="5863477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</p:spTree>
    <p:extLst>
      <p:ext uri="{BB962C8B-B14F-4D97-AF65-F5344CB8AC3E}">
        <ns6:creationId val="781402503"/>
      </p:ext>
    </p:extLst>
  </p:cSld>
  <p:clrMapOvr>
    <a:masterClrMapping/>
  </p:clrMapOvr>
</p:sld>
</file>

<file path=ppt/slides/slide2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>
            <a:extLst>
              <a:ext uri="{FF2B5EF4-FFF2-40B4-BE49-F238E27FC236}">
                <ns2:creationId id="{CE10BEB7-0096-C09A-CAA0-D343434CF581}"/>
              </a:ext>
            </a:extLst>
          </p:cNvPr>
          <p:cNvSpPr/>
          <p:nvPr/>
        </p:nvSpPr>
        <p:spPr>
          <a:xfrm>
            <a:off x="4713053" y="-342"/>
            <a:ext cx="7498402" cy="685800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28477" y="1"/>
            <a:ext cx="11857037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pic>
        <p:nvPicPr>
          <p:cNvPr id="6" name="Picture 2" descr="ほぼ日のアースボール">
            <a:extLst>
              <a:ext uri="{FF2B5EF4-FFF2-40B4-BE49-F238E27FC236}">
                <ns2:creationId id="{66934970-369F-3344-BB9C-378447A36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alphaModFix amt="50000"/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/>
          <a:stretch>
            <a:fillRect/>
          </a:stretch>
        </p:blipFill>
        <p:spPr bwMode="auto">
          <a:xfrm>
            <a:off x="586468" y="2285479"/>
            <a:ext cx="3309927" cy="3123654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7" name="テキスト ボックス 6">
            <a:extLst>
              <a:ext uri="{FF2B5EF4-FFF2-40B4-BE49-F238E27FC236}">
                <ns2:creationId id="{66106289-8511-9100-9870-01A988592C55}"/>
              </a:ext>
            </a:extLst>
          </p:cNvPr>
          <p:cNvSpPr txBox="1"/>
          <p:nvPr/>
        </p:nvSpPr>
        <p:spPr>
          <a:xfrm>
            <a:off x="347898" y="1635261"/>
            <a:ext cx="417628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　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1E586EC3-0B1C-6DC3-3445-3B3BF742A98B}"/>
              </a:ext>
            </a:extLst>
          </p:cNvPr>
          <p:cNvSpPr txBox="1"/>
          <p:nvPr/>
        </p:nvSpPr>
        <p:spPr>
          <a:xfrm>
            <a:off x="328477" y="5525353"/>
            <a:ext cx="40107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305E74AB-A5D3-B4D6-8E54-F249A1AE93AC}"/>
              </a:ext>
            </a:extLst>
          </p:cNvPr>
          <p:cNvSpPr txBox="1"/>
          <p:nvPr/>
        </p:nvSpPr>
        <p:spPr>
          <a:xfrm>
            <a:off x="347898" y="2860144"/>
            <a:ext cx="4343515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テキスト ボックス 9">
            <a:extLst>
              <a:ext uri="{FF2B5EF4-FFF2-40B4-BE49-F238E27FC236}">
                <ns2:creationId id="{1327EE25-5D50-16BE-0AD1-990F5D8F4EA9}"/>
              </a:ext>
            </a:extLst>
          </p:cNvPr>
          <p:cNvSpPr txBox="1"/>
          <p:nvPr/>
        </p:nvSpPr>
        <p:spPr>
          <a:xfrm>
            <a:off x="347899" y="4085027"/>
            <a:ext cx="442271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ns2:creationId id="{6E17FEA2-B079-8434-B080-0102F9E5F3B1}"/>
              </a:ext>
            </a:extLst>
          </p:cNvPr>
          <p:cNvSpPr txBox="1"/>
          <p:nvPr/>
        </p:nvSpPr>
        <p:spPr>
          <a:xfrm>
            <a:off x="5032244" y="1997776"/>
            <a:ext cx="6573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ns2:creationId id="{B2CDC4D0-B991-7B7C-F393-B7F84F5E21AA}"/>
              </a:ext>
            </a:extLst>
          </p:cNvPr>
          <p:cNvSpPr txBox="1"/>
          <p:nvPr/>
        </p:nvSpPr>
        <p:spPr>
          <a:xfrm>
            <a:off x="5032243" y="3169141"/>
            <a:ext cx="65047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B71E90B8-0A12-814A-36E8-EB2802437E02}"/>
              </a:ext>
            </a:extLst>
          </p:cNvPr>
          <p:cNvSpPr txBox="1"/>
          <p:nvPr/>
        </p:nvSpPr>
        <p:spPr>
          <a:xfrm>
            <a:off x="5032242" y="4617505"/>
            <a:ext cx="69367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テキスト ボックス 13">
            <a:extLst>
              <a:ext uri="{FF2B5EF4-FFF2-40B4-BE49-F238E27FC236}">
                <ns2:creationId id="{250358DF-1174-4331-B22B-A8319857D0C5}"/>
              </a:ext>
            </a:extLst>
          </p:cNvPr>
          <p:cNvSpPr txBox="1"/>
          <p:nvPr/>
        </p:nvSpPr>
        <p:spPr>
          <a:xfrm>
            <a:off x="5032243" y="5788870"/>
            <a:ext cx="55278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629145452"/>
      </p:ext>
    </p:extLst>
  </p:cSld>
  <p:clrMapOvr>
    <a:masterClrMapping/>
  </p:clrMapOvr>
</p:sld>
</file>

<file path=ppt/slides/slide2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フローチャート: 手操作入力 4">
            <a:extLst>
              <a:ext uri="{FF2B5EF4-FFF2-40B4-BE49-F238E27FC236}">
                <ns2:creationId id="{50BA4E11-6823-2B2A-738A-373782233773}"/>
              </a:ext>
            </a:extLst>
          </p:cNvPr>
          <p:cNvSpPr/>
          <p:nvPr/>
        </p:nvSpPr>
        <p:spPr>
          <a:xfrm rot="16200000">
            <a:off x="2657083" y="-2684136"/>
            <a:ext cx="6857998" cy="12198484"/>
          </a:xfrm>
          <a:prstGeom prst="flowChartManualInpu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34963" y="0"/>
            <a:ext cx="11857037" cy="914400"/>
          </a:xfrm>
        </p:spPr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5" cy="427038"/>
          </a:xfrm>
        </p:spPr>
        <p:txBody>
          <a:bodyPr>
            <a:noAutofit/>
          </a:bodyPr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E36E45C5-A40D-057C-11BB-2E89AB22DEB2}"/>
              </a:ext>
            </a:extLst>
          </p:cNvPr>
          <p:cNvSpPr txBox="1">
            <a:spLocks/>
          </p:cNvSpPr>
          <p:nvPr/>
        </p:nvSpPr>
        <p:spPr>
          <a:xfrm>
            <a:off x="601786" y="-7314"/>
            <a:ext cx="10988431" cy="9051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1C3BC4DF-5242-6113-5ABC-12327CEDBF96}"/>
              </a:ext>
            </a:extLst>
          </p:cNvPr>
          <p:cNvGrpSpPr/>
          <p:nvPr/>
        </p:nvGrpSpPr>
        <p:grpSpPr>
          <a:xfrm>
            <a:off x="1040873" y="3808117"/>
            <a:ext cx="5577026" cy="749366"/>
            <a:chOff x="1040873" y="3752581"/>
            <a:chExt cx="6550276" cy="749366"/>
          </a:xfrm>
        </p:grpSpPr>
        <p:sp>
          <p:nvSpPr>
            <p:cNvPr id="9" name="テキスト ボックス 8">
              <a:extLst>
                <a:ext uri="{FF2B5EF4-FFF2-40B4-BE49-F238E27FC236}">
                  <ns2:creationId id="{28F7B029-7649-D68B-5129-832E9707ABB9}"/>
                </a:ext>
              </a:extLst>
            </p:cNvPr>
            <p:cNvSpPr txBox="1"/>
            <p:nvPr/>
          </p:nvSpPr>
          <p:spPr>
            <a:xfrm>
              <a:off x="1040873" y="3752581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ja-JP" altLang="en-US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1F89DB2B-F59E-5CB6-EA84-E8B1DBF51D44}"/>
                </a:ext>
              </a:extLst>
            </p:cNvPr>
            <p:cNvSpPr txBox="1"/>
            <p:nvPr/>
          </p:nvSpPr>
          <p:spPr>
            <a:xfrm>
              <a:off x="4040551" y="3855616"/>
              <a:ext cx="355059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2" name="テキスト ボックス 11">
            <a:extLst>
              <a:ext uri="{FF2B5EF4-FFF2-40B4-BE49-F238E27FC236}">
                <ns2:creationId id="{E3128599-D6F8-EA78-73B0-0037BD978453}"/>
              </a:ext>
            </a:extLst>
          </p:cNvPr>
          <p:cNvSpPr txBox="1"/>
          <p:nvPr/>
        </p:nvSpPr>
        <p:spPr>
          <a:xfrm>
            <a:off x="7131488" y="3983492"/>
            <a:ext cx="477787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  <a:r>
              <a:rPr lang="en-US" altLang="ja-JP" sz="1600" dirty="0"/>
              <a:t>/</a:t>
            </a:r>
            <a:r>
              <a:rPr lang="ja-JP" altLang="en-US" sz="1600" dirty="0"/>
              <a:t>XX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ns2:creationId id="{D4C44F79-71AD-2C9D-8288-CB6C7C4F0830}"/>
              </a:ext>
            </a:extLst>
          </p:cNvPr>
          <p:cNvSpPr txBox="1"/>
          <p:nvPr/>
        </p:nvSpPr>
        <p:spPr>
          <a:xfrm>
            <a:off x="6518190" y="2155130"/>
            <a:ext cx="53388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8394590F-4F82-40D5-E311-BB50123DDCB3}"/>
              </a:ext>
            </a:extLst>
          </p:cNvPr>
          <p:cNvGrpSpPr/>
          <p:nvPr/>
        </p:nvGrpSpPr>
        <p:grpSpPr>
          <a:xfrm>
            <a:off x="465267" y="2109034"/>
            <a:ext cx="5630733" cy="757403"/>
            <a:chOff x="465267" y="2109034"/>
            <a:chExt cx="5630733" cy="757403"/>
          </a:xfrm>
        </p:grpSpPr>
        <p:sp>
          <p:nvSpPr>
            <p:cNvPr id="8" name="テキスト ボックス 7">
              <a:extLst>
                <a:ext uri="{FF2B5EF4-FFF2-40B4-BE49-F238E27FC236}">
                  <ns2:creationId id="{F598DC17-2E55-076E-F26B-73812B31801B}"/>
                </a:ext>
              </a:extLst>
            </p:cNvPr>
            <p:cNvSpPr txBox="1"/>
            <p:nvPr/>
          </p:nvSpPr>
          <p:spPr>
            <a:xfrm>
              <a:off x="465267" y="2109034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4" name="テキスト ボックス 13">
              <a:extLst>
                <a:ext uri="{FF2B5EF4-FFF2-40B4-BE49-F238E27FC236}">
                  <ns2:creationId id="{1B12C23D-0301-7DD0-9454-7EC464528AEC}"/>
                </a:ext>
              </a:extLst>
            </p:cNvPr>
            <p:cNvSpPr txBox="1"/>
            <p:nvPr/>
          </p:nvSpPr>
          <p:spPr>
            <a:xfrm>
              <a:off x="2840754" y="2220106"/>
              <a:ext cx="3255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grpSp>
        <p:nvGrpSpPr>
          <p:cNvPr id="17" name="グループ化 16">
            <a:extLst>
              <a:ext uri="{FF2B5EF4-FFF2-40B4-BE49-F238E27FC236}">
                <ns2:creationId id="{C93729ED-17A8-0FAF-8D90-AD62CC16009A}"/>
              </a:ext>
            </a:extLst>
          </p:cNvPr>
          <p:cNvGrpSpPr/>
          <p:nvPr/>
        </p:nvGrpSpPr>
        <p:grpSpPr>
          <a:xfrm>
            <a:off x="1632215" y="5396127"/>
            <a:ext cx="6437644" cy="781757"/>
            <a:chOff x="1632215" y="5396127"/>
            <a:chExt cx="6437644" cy="781757"/>
          </a:xfrm>
        </p:grpSpPr>
        <p:sp>
          <p:nvSpPr>
            <p:cNvPr id="10" name="テキスト ボックス 9">
              <a:extLst>
                <a:ext uri="{FF2B5EF4-FFF2-40B4-BE49-F238E27FC236}">
                  <ns2:creationId id="{23A7A277-E671-E13F-3F33-1D3639F6F2DD}"/>
                </a:ext>
              </a:extLst>
            </p:cNvPr>
            <p:cNvSpPr txBox="1"/>
            <p:nvPr/>
          </p:nvSpPr>
          <p:spPr>
            <a:xfrm>
              <a:off x="1632215" y="5396127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dirty="0"/>
            </a:p>
          </p:txBody>
        </p:sp>
        <p:sp>
          <p:nvSpPr>
            <p:cNvPr id="15" name="テキスト ボックス 14">
              <a:extLst>
                <a:ext uri="{FF2B5EF4-FFF2-40B4-BE49-F238E27FC236}">
                  <ns2:creationId id="{D89F6351-E3CF-ECC1-D5BC-484480E3EF15}"/>
                </a:ext>
              </a:extLst>
            </p:cNvPr>
            <p:cNvSpPr txBox="1"/>
            <p:nvPr/>
          </p:nvSpPr>
          <p:spPr>
            <a:xfrm>
              <a:off x="3955057" y="5531553"/>
              <a:ext cx="411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6" name="テキスト ボックス 15">
            <a:extLst>
              <a:ext uri="{FF2B5EF4-FFF2-40B4-BE49-F238E27FC236}">
                <ns2:creationId id="{2FDE805D-69F3-3C0D-80C8-E8FA899372A1}"/>
              </a:ext>
            </a:extLst>
          </p:cNvPr>
          <p:cNvSpPr txBox="1"/>
          <p:nvPr/>
        </p:nvSpPr>
        <p:spPr>
          <a:xfrm>
            <a:off x="7444409" y="5316109"/>
            <a:ext cx="441262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67D4EB90-C11B-70DD-2A91-76C5381B2FB2}"/>
              </a:ext>
            </a:extLst>
          </p:cNvPr>
          <p:cNvCxnSpPr>
            <a:cxnSpLocks/>
          </p:cNvCxnSpPr>
          <p:nvPr/>
        </p:nvCxnSpPr>
        <p:spPr>
          <a:xfrm>
            <a:off x="223736" y="914400"/>
            <a:ext cx="11961588" cy="0"/>
          </a:xfrm>
          <a:prstGeom prst="line">
            <a:avLst/>
          </a:prstGeom>
          <a:ln w="28575"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3:creationId val="837727573"/>
      </p:ext>
    </p:extLst>
  </p:cSld>
  <p:clrMapOvr>
    <a:masterClrMapping/>
  </p:clrMapOvr>
</p:sld>
</file>

<file path=ppt/slides/slide3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2AB1715-F07F-0EE0-1CA7-54BCB9770B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86BDFC8-EDAB-8CEB-70F4-E3218BC92E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4B5312E-3736-AA60-F897-48FBF711CC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004086"/>
            <a:ext cx="11633993" cy="624689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ボックス 8">
            <a:extLst>
              <a:ext uri="{FF2B5EF4-FFF2-40B4-BE49-F238E27FC236}">
                <ns2:creationId id="{8EC9F1AD-2038-0615-9583-C84E78A523B7}"/>
              </a:ext>
            </a:extLst>
          </p:cNvPr>
          <p:cNvSpPr txBox="1"/>
          <p:nvPr/>
        </p:nvSpPr>
        <p:spPr>
          <a:xfrm>
            <a:off x="6096000" y="6308725"/>
            <a:ext cx="53395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lang="ja-JP" altLang="en-US" sz="900"/>
              <a:t>XX</a:t>
            </a:r>
            <a:r>
              <a:rPr lang="en-US" altLang="ja-JP" sz="900"/>
              <a:t>XX</a:t>
            </a:r>
            <a:r>
              <a:rPr lang="ja-JP" altLang="en-US" sz="900"/>
              <a:t>」</a:t>
            </a:r>
            <a:r>
              <a:rPr kumimoji="1" lang="ja-JP" altLang="en-US" sz="900"/>
              <a:t>XX</a:t>
            </a:r>
            <a:r>
              <a:rPr lang="ja-JP" altLang="en-US" sz="900"/>
              <a:t>出典</a:t>
            </a:r>
            <a:endParaRPr kumimoji="1" lang="en-US" altLang="ja-JP" sz="900"/>
          </a:p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kumimoji="1" lang="ja-JP" altLang="en-US" sz="900"/>
              <a:t>XX</a:t>
            </a:r>
            <a:r>
              <a:rPr kumimoji="1" lang="en-US" altLang="ja-JP" sz="900"/>
              <a:t>XX</a:t>
            </a:r>
            <a:r>
              <a:rPr kumimoji="1" lang="ja-JP" altLang="en-US" sz="900"/>
              <a:t>XX</a:t>
            </a:r>
          </a:p>
        </p:txBody>
      </p:sp>
      <p:cxnSp>
        <p:nvCxnSpPr>
          <p:cNvPr id="15" name="直線コネクタ 14">
            <a:extLst>
              <a:ext uri="{FF2B5EF4-FFF2-40B4-BE49-F238E27FC236}">
                <ns2:creationId id="{496990E8-156E-4D45-3BB4-266719CE86A1}"/>
              </a:ext>
            </a:extLst>
          </p:cNvPr>
          <p:cNvCxnSpPr/>
          <p:nvPr/>
        </p:nvCxnSpPr>
        <p:spPr>
          <a:xfrm>
            <a:off x="334963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>
            <a:extLst>
              <a:ext uri="{FF2B5EF4-FFF2-40B4-BE49-F238E27FC236}">
                <ns2:creationId id="{5F647418-DF3D-4D79-8ED2-2E1A9405A670}"/>
              </a:ext>
            </a:extLst>
          </p:cNvPr>
          <p:cNvCxnSpPr/>
          <p:nvPr/>
        </p:nvCxnSpPr>
        <p:spPr>
          <a:xfrm>
            <a:off x="6388730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テキスト ボックス 17">
            <a:extLst>
              <a:ext uri="{FF2B5EF4-FFF2-40B4-BE49-F238E27FC236}">
                <ns2:creationId id="{5AC8316B-13AB-A10B-C12F-097BCD92F5E6}"/>
              </a:ext>
            </a:extLst>
          </p:cNvPr>
          <p:cNvSpPr txBox="1"/>
          <p:nvPr/>
        </p:nvSpPr>
        <p:spPr>
          <a:xfrm>
            <a:off x="715225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ns2:creationId id="{B5D45CA8-0F2C-C19B-78A6-2CC632DF70BC}"/>
              </a:ext>
            </a:extLst>
          </p:cNvPr>
          <p:cNvSpPr txBox="1"/>
          <p:nvPr/>
        </p:nvSpPr>
        <p:spPr>
          <a:xfrm>
            <a:off x="6862528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ns2:creationId id="{3D31995A-76A0-A38C-4063-B384E5A47543}"/>
              </a:ext>
            </a:extLst>
          </p:cNvPr>
          <p:cNvSpPr txBox="1"/>
          <p:nvPr/>
        </p:nvSpPr>
        <p:spPr>
          <a:xfrm>
            <a:off x="334962" y="2222481"/>
            <a:ext cx="546830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23" name="グラフ 22">
            <a:extLst>
              <a:ext uri="{FF2B5EF4-FFF2-40B4-BE49-F238E27FC236}">
                <ns2:creationId id="{EA638B17-AD23-F517-56F4-0FC574F8A620}"/>
              </a:ext>
            </a:extLst>
          </p:cNvPr>
          <p:cNvGraphicFramePr/>
          <p:nvPr/>
        </p:nvGraphicFramePr>
        <p:xfrm>
          <a:off x="6388729" y="2406276"/>
          <a:ext cx="5468309" cy="3757492"/>
        </p:xfrm>
        <a:graphic>
          <a:graphicData uri="http://schemas.openxmlformats.org/drawingml/2006/chart">
            <ns3:chart r:id="rId2"/>
          </a:graphicData>
        </a:graphic>
      </p:graphicFrame>
      <p:graphicFrame>
        <p:nvGraphicFramePr>
          <p:cNvPr id="27" name="グラフ 26">
            <a:extLst>
              <a:ext uri="{FF2B5EF4-FFF2-40B4-BE49-F238E27FC236}">
                <ns2:creationId id="{EA7EFEA4-73AA-DDFB-E281-A505327F9131}"/>
              </a:ext>
            </a:extLst>
          </p:cNvPr>
          <p:cNvGraphicFramePr/>
          <p:nvPr/>
        </p:nvGraphicFramePr>
        <p:xfrm>
          <a:off x="334963" y="2530258"/>
          <a:ext cx="5761037" cy="3738758"/>
        </p:xfrm>
        <a:graphic>
          <a:graphicData uri="http://schemas.openxmlformats.org/drawingml/2006/chart">
            <ns3:chart r:id="rId3"/>
          </a:graphicData>
        </a:graphic>
      </p:graphicFrame>
    </p:spTree>
    <p:extLst>
      <p:ext uri="{BB962C8B-B14F-4D97-AF65-F5344CB8AC3E}">
        <ns5:creationId val="553993380"/>
      </p:ext>
    </p:extLst>
  </p:cSld>
  <p:clrMapOvr>
    <a:masterClrMapping/>
  </p:clrMapOvr>
</p:sld>
</file>

<file path=ppt/slides/slide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2D7DB-C42C-DD67-EDFE-8D36D96F0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31274BD-7CC4-F2DF-CA7E-AB07F766D53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22" name="グループ化 121">
            <a:extLst>
              <a:ext uri="{FF2B5EF4-FFF2-40B4-BE49-F238E27FC236}">
                <ns2:creationId id="{1299843C-1C4E-C543-BC96-5314DE44DCB6}"/>
              </a:ext>
            </a:extLst>
          </p:cNvPr>
          <p:cNvGrpSpPr/>
          <p:nvPr/>
        </p:nvGrpSpPr>
        <p:grpSpPr>
          <a:xfrm>
            <a:off x="789080" y="3358546"/>
            <a:ext cx="1598556" cy="1598556"/>
            <a:chOff x="996865" y="3409640"/>
            <a:chExt cx="1233715" cy="1233715"/>
          </a:xfrm>
          <a:solidFill>
            <a:srgbClr val="008000">
              <a:alpha val="10000"/>
            </a:srgbClr>
          </a:solidFill>
        </p:grpSpPr>
        <p:pic>
          <p:nvPicPr>
            <p:cNvPr id="128" name="グラフィックス 127" descr="鉛筆 単色塗りつぶし">
              <a:extLst>
                <a:ext uri="{FF2B5EF4-FFF2-40B4-BE49-F238E27FC236}">
                  <ns2:creationId id="{0048350C-B93A-6521-D020-41C6B1F805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  <p:sp>
          <p:nvSpPr>
            <p:cNvPr id="127" name="楕円 126">
              <a:extLst>
                <a:ext uri="{FF2B5EF4-FFF2-40B4-BE49-F238E27FC236}">
                  <ns2:creationId id="{86E2A6F7-A311-D017-C3FC-3827BA1DE3B7}"/>
                </a:ext>
              </a:extLst>
            </p:cNvPr>
            <p:cNvSpPr/>
            <p:nvPr/>
          </p:nvSpPr>
          <p:spPr>
            <a:xfrm>
              <a:off x="996865" y="3409640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3" name="Freeform 8">
            <a:extLst>
              <a:ext uri="{FF2B5EF4-FFF2-40B4-BE49-F238E27FC236}">
                <ns2:creationId id="{AE962E05-40D5-821B-7FA3-C621D4230D7C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41642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4" name="ホームベース 64">
            <a:extLst>
              <a:ext uri="{FF2B5EF4-FFF2-40B4-BE49-F238E27FC236}">
                <ns2:creationId id="{C6D3B891-051B-F8A2-2DAA-EDF701DD9F0C}"/>
              </a:ext>
            </a:extLst>
          </p:cNvPr>
          <p:cNvSpPr/>
          <p:nvPr/>
        </p:nvSpPr>
        <p:spPr>
          <a:xfrm>
            <a:off x="441642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5" name="楕円 124">
            <a:extLst>
              <a:ext uri="{FF2B5EF4-FFF2-40B4-BE49-F238E27FC236}">
                <ns2:creationId id="{78DD9804-8290-4C54-7DFF-62FC2495A127}"/>
              </a:ext>
            </a:extLst>
          </p:cNvPr>
          <p:cNvSpPr/>
          <p:nvPr/>
        </p:nvSpPr>
        <p:spPr>
          <a:xfrm>
            <a:off x="33496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6" name="グループ化 145">
            <a:extLst>
              <a:ext uri="{FF2B5EF4-FFF2-40B4-BE49-F238E27FC236}">
                <ns2:creationId id="{7D43EB53-3155-08BF-9B4C-1E8230C33DF2}"/>
              </a:ext>
            </a:extLst>
          </p:cNvPr>
          <p:cNvGrpSpPr/>
          <p:nvPr/>
        </p:nvGrpSpPr>
        <p:grpSpPr>
          <a:xfrm>
            <a:off x="687541" y="1870217"/>
            <a:ext cx="253064" cy="252269"/>
            <a:chOff x="-420529" y="2057509"/>
            <a:chExt cx="253064" cy="252269"/>
          </a:xfrm>
        </p:grpSpPr>
        <p:sp>
          <p:nvSpPr>
            <p:cNvPr id="130" name="フリーフォーム: 図形 129">
              <a:extLst>
                <a:ext uri="{FF2B5EF4-FFF2-40B4-BE49-F238E27FC236}">
                  <ns2:creationId id="{1CA0516D-28EE-3142-4990-7F1450C47EC7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1" name="フリーフォーム: 図形 130">
              <a:extLst>
                <a:ext uri="{FF2B5EF4-FFF2-40B4-BE49-F238E27FC236}">
                  <ns2:creationId id="{11F9469B-DAA5-A3BB-B15B-07314A9C1E9F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grpSp>
        <p:nvGrpSpPr>
          <p:cNvPr id="115" name="グループ化 114">
            <a:extLst>
              <a:ext uri="{FF2B5EF4-FFF2-40B4-BE49-F238E27FC236}">
                <ns2:creationId id="{629C35DC-B008-3F09-2BB9-52B7A24A234B}"/>
              </a:ext>
            </a:extLst>
          </p:cNvPr>
          <p:cNvGrpSpPr/>
          <p:nvPr/>
        </p:nvGrpSpPr>
        <p:grpSpPr>
          <a:xfrm>
            <a:off x="9885678" y="3358545"/>
            <a:ext cx="1598556" cy="1598556"/>
            <a:chOff x="996865" y="3409639"/>
            <a:chExt cx="1233715" cy="1233715"/>
          </a:xfrm>
          <a:solidFill>
            <a:srgbClr val="008000">
              <a:alpha val="10000"/>
            </a:srgbClr>
          </a:solidFill>
        </p:grpSpPr>
        <p:sp>
          <p:nvSpPr>
            <p:cNvPr id="120" name="楕円 119">
              <a:extLst>
                <a:ext uri="{FF2B5EF4-FFF2-40B4-BE49-F238E27FC236}">
                  <ns2:creationId id="{8A11FD86-CA21-8CDB-07A9-D22A9BD0E8FC}"/>
                </a:ext>
              </a:extLst>
            </p:cNvPr>
            <p:cNvSpPr/>
            <p:nvPr/>
          </p:nvSpPr>
          <p:spPr>
            <a:xfrm>
              <a:off x="996865" y="3409639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ドキュメント 単色塗りつぶし">
              <a:extLst>
                <a:ext uri="{FF2B5EF4-FFF2-40B4-BE49-F238E27FC236}">
                  <ns2:creationId id="{670D8B86-B66B-C3DA-C697-A74E66B897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</p:grpSp>
      <p:sp>
        <p:nvSpPr>
          <p:cNvPr id="116" name="Freeform 8">
            <a:extLst>
              <a:ext uri="{FF2B5EF4-FFF2-40B4-BE49-F238E27FC236}">
                <ns2:creationId id="{808D4072-AEEE-2DF8-3E17-D1761B7CB895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12876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7" name="ホームベース 64">
            <a:extLst>
              <a:ext uri="{FF2B5EF4-FFF2-40B4-BE49-F238E27FC236}">
                <ns2:creationId id="{C6EEA3D7-5ACA-8D4D-55F4-5144DE897282}"/>
              </a:ext>
            </a:extLst>
          </p:cNvPr>
          <p:cNvSpPr/>
          <p:nvPr/>
        </p:nvSpPr>
        <p:spPr>
          <a:xfrm>
            <a:off x="9512876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252000" rIns="36000" bIns="36000" rtlCol="0" anchor="ctr" anchorCtr="0"/>
          <a:lstStyle/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18" name="楕円 117">
            <a:extLst>
              <a:ext uri="{FF2B5EF4-FFF2-40B4-BE49-F238E27FC236}">
                <ns2:creationId id="{E850C65A-4AD8-AC98-34B4-D8C4F4164E47}"/>
              </a:ext>
            </a:extLst>
          </p:cNvPr>
          <p:cNvSpPr/>
          <p:nvPr/>
        </p:nvSpPr>
        <p:spPr>
          <a:xfrm>
            <a:off x="9406197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7" name="グループ化 146">
            <a:extLst>
              <a:ext uri="{FF2B5EF4-FFF2-40B4-BE49-F238E27FC236}">
                <ns2:creationId id="{28F8C290-9BB2-E4B2-D0AE-265B0997668E}"/>
              </a:ext>
            </a:extLst>
          </p:cNvPr>
          <p:cNvGrpSpPr/>
          <p:nvPr/>
        </p:nvGrpSpPr>
        <p:grpSpPr>
          <a:xfrm>
            <a:off x="9794837" y="186199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133" name="フリーフォーム: 図形 132">
              <a:extLst>
                <a:ext uri="{FF2B5EF4-FFF2-40B4-BE49-F238E27FC236}">
                  <ns2:creationId id="{01F9959F-FE79-A6E5-9487-B2F57FCB571B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4" name="フリーフォーム: 図形 133">
              <a:extLst>
                <a:ext uri="{FF2B5EF4-FFF2-40B4-BE49-F238E27FC236}">
                  <ns2:creationId id="{909C0CFC-7102-F5C1-57C3-C5FD09279933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5" name="フリーフォーム: 図形 134">
              <a:extLst>
                <a:ext uri="{FF2B5EF4-FFF2-40B4-BE49-F238E27FC236}">
                  <ns2:creationId id="{281A9BE9-AD25-846E-8DC4-95C56069FC57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9" name="Freeform 8">
            <a:extLst>
              <a:ext uri="{FF2B5EF4-FFF2-40B4-BE49-F238E27FC236}">
                <ns2:creationId id="{D84BCF98-BEF8-CE96-C649-920C429552C9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892482" y="174489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ホームベース 64">
            <a:extLst>
              <a:ext uri="{FF2B5EF4-FFF2-40B4-BE49-F238E27FC236}">
                <ns2:creationId id="{F859C65F-1F9F-146D-F587-CB0E18AB517F}"/>
              </a:ext>
            </a:extLst>
          </p:cNvPr>
          <p:cNvSpPr/>
          <p:nvPr/>
        </p:nvSpPr>
        <p:spPr>
          <a:xfrm>
            <a:off x="2892482" y="174489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楕円 10">
            <a:extLst>
              <a:ext uri="{FF2B5EF4-FFF2-40B4-BE49-F238E27FC236}">
                <ns2:creationId id="{1F937F15-1208-C426-A211-9464FB4BD7B0}"/>
              </a:ext>
            </a:extLst>
          </p:cNvPr>
          <p:cNvSpPr/>
          <p:nvPr/>
        </p:nvSpPr>
        <p:spPr>
          <a:xfrm>
            <a:off x="278580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6" name="グラフィックス 11" descr="思案中の吹き出し 単色塗りつぶし">
            <a:extLst>
              <a:ext uri="{FF2B5EF4-FFF2-40B4-BE49-F238E27FC236}">
                <ns2:creationId id="{BEAEBEE8-7699-4EAE-42B3-7314483359E6}"/>
              </a:ext>
            </a:extLst>
          </p:cNvPr>
          <p:cNvGrpSpPr/>
          <p:nvPr/>
        </p:nvGrpSpPr>
        <p:grpSpPr>
          <a:xfrm>
            <a:off x="4612348" y="186199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137" name="フリーフォーム: 図形 136">
              <a:extLst>
                <a:ext uri="{FF2B5EF4-FFF2-40B4-BE49-F238E27FC236}">
                  <ns2:creationId id="{11C9A586-18A5-1625-29B4-A73D2B6AFA70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8" name="フリーフォーム: 図形 137">
              <a:extLst>
                <a:ext uri="{FF2B5EF4-FFF2-40B4-BE49-F238E27FC236}">
                  <ns2:creationId id="{D2DC4C5E-8842-190E-FF06-C1065480CDCF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9" name="フリーフォーム: 図形 138">
              <a:extLst>
                <a:ext uri="{FF2B5EF4-FFF2-40B4-BE49-F238E27FC236}">
                  <ns2:creationId id="{2C4DEAA1-0BD4-6953-23D2-49786EFB1DC7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0" name="フリーフォーム: 図形 139">
              <a:extLst>
                <a:ext uri="{FF2B5EF4-FFF2-40B4-BE49-F238E27FC236}">
                  <ns2:creationId id="{3B380ABD-F61B-6421-B51F-74E32348CAAF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1" name="フリーフォーム: 図形 140">
              <a:extLst>
                <a:ext uri="{FF2B5EF4-FFF2-40B4-BE49-F238E27FC236}">
                  <ns2:creationId id="{850CC684-ABCC-39A4-C349-8F8751AC0550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2" name="フリーフォーム: 図形 141">
              <a:extLst>
                <a:ext uri="{FF2B5EF4-FFF2-40B4-BE49-F238E27FC236}">
                  <ns2:creationId id="{2D20395D-AA7F-457E-08B5-D70708F9961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3" name="フリーフォーム: 図形 142">
              <a:extLst>
                <a:ext uri="{FF2B5EF4-FFF2-40B4-BE49-F238E27FC236}">
                  <ns2:creationId id="{434D1300-E635-CCCF-EEE2-28CE7BFF7109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4" name="フリーフォーム: 図形 143">
              <a:extLst>
                <a:ext uri="{FF2B5EF4-FFF2-40B4-BE49-F238E27FC236}">
                  <ns2:creationId id="{B2BAA215-28A8-997B-66F4-4DBC1AA46370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5" name="フリーフォーム: 図形 144">
              <a:extLst>
                <a:ext uri="{FF2B5EF4-FFF2-40B4-BE49-F238E27FC236}">
                  <ns2:creationId id="{905EC793-B3F3-07F4-8C01-43751A01DEBB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13" name="四角形: 上の 2 つの角を丸める 12">
            <a:extLst>
              <a:ext uri="{FF2B5EF4-FFF2-40B4-BE49-F238E27FC236}">
                <ns2:creationId id="{45BF150C-98A0-8126-8C94-E7EF8F09FF8A}"/>
              </a:ext>
            </a:extLst>
          </p:cNvPr>
          <p:cNvSpPr/>
          <p:nvPr/>
        </p:nvSpPr>
        <p:spPr>
          <a:xfrm>
            <a:off x="3606801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B6527CE9-DEAA-97D5-D660-156CE12B134D}"/>
              </a:ext>
            </a:extLst>
          </p:cNvPr>
          <p:cNvGrpSpPr/>
          <p:nvPr/>
        </p:nvGrpSpPr>
        <p:grpSpPr>
          <a:xfrm>
            <a:off x="3027390" y="3692205"/>
            <a:ext cx="518147" cy="1246864"/>
            <a:chOff x="3027390" y="3692205"/>
            <a:chExt cx="518147" cy="1246864"/>
          </a:xfrm>
        </p:grpSpPr>
        <p:sp>
          <p:nvSpPr>
            <p:cNvPr id="113" name="正方形/長方形 112">
              <a:extLst>
                <a:ext uri="{FF2B5EF4-FFF2-40B4-BE49-F238E27FC236}">
                  <ns2:creationId id="{EF197E2C-456C-1417-A4AD-EC97DB5106ED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4" name="グラフィックス 113" descr="ストップウォッチ 単色塗りつぶし">
              <a:extLst>
                <a:ext uri="{FF2B5EF4-FFF2-40B4-BE49-F238E27FC236}">
                  <ns2:creationId id="{BD259C42-64C7-22E4-6389-6B30387A60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15" name="グループ化 14">
            <a:extLst>
              <a:ext uri="{FF2B5EF4-FFF2-40B4-BE49-F238E27FC236}">
                <ns2:creationId id="{9C8851F6-9D36-16D7-6C0F-15FFF0ABCCB8}"/>
              </a:ext>
            </a:extLst>
          </p:cNvPr>
          <p:cNvGrpSpPr/>
          <p:nvPr/>
        </p:nvGrpSpPr>
        <p:grpSpPr>
          <a:xfrm>
            <a:off x="3027390" y="2377170"/>
            <a:ext cx="518147" cy="1246864"/>
            <a:chOff x="3027390" y="2391341"/>
            <a:chExt cx="518147" cy="1246864"/>
          </a:xfrm>
        </p:grpSpPr>
        <p:sp>
          <p:nvSpPr>
            <p:cNvPr id="111" name="正方形/長方形 110">
              <a:extLst>
                <a:ext uri="{FF2B5EF4-FFF2-40B4-BE49-F238E27FC236}">
                  <ns2:creationId id="{FE1B3C5D-4B43-8E52-4525-6E96E779CD37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在宅勤務デスク 単色塗りつぶし">
              <a:extLst>
                <a:ext uri="{FF2B5EF4-FFF2-40B4-BE49-F238E27FC236}">
                  <ns2:creationId id="{1147A450-7647-84F5-F3B0-9AB1206D54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5543BB17-472C-63B8-CD7D-A930E40AF1BE}"/>
              </a:ext>
            </a:extLst>
          </p:cNvPr>
          <p:cNvGrpSpPr/>
          <p:nvPr/>
        </p:nvGrpSpPr>
        <p:grpSpPr>
          <a:xfrm>
            <a:off x="3027390" y="5007240"/>
            <a:ext cx="518147" cy="1246864"/>
            <a:chOff x="3027390" y="4993069"/>
            <a:chExt cx="518147" cy="1246864"/>
          </a:xfrm>
        </p:grpSpPr>
        <p:sp>
          <p:nvSpPr>
            <p:cNvPr id="109" name="正方形/長方形 108">
              <a:extLst>
                <a:ext uri="{FF2B5EF4-FFF2-40B4-BE49-F238E27FC236}">
                  <ns2:creationId id="{88525E20-B2CC-3D3F-EDE4-0CA2E9FC0005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0" name="グラフィックス 109" descr="硬貨 単色塗りつぶし">
              <a:extLst>
                <a:ext uri="{FF2B5EF4-FFF2-40B4-BE49-F238E27FC236}">
                  <ns2:creationId id="{FD99E362-56FA-329D-4250-DAE5EAD42D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17" name="四角形: 上の 2 つの角を丸める 16">
            <a:extLst>
              <a:ext uri="{FF2B5EF4-FFF2-40B4-BE49-F238E27FC236}">
                <ns2:creationId id="{FF4A996D-C3E7-6B19-66B6-1A4AD9D21A0A}"/>
              </a:ext>
            </a:extLst>
          </p:cNvPr>
          <p:cNvSpPr/>
          <p:nvPr/>
        </p:nvSpPr>
        <p:spPr>
          <a:xfrm>
            <a:off x="5432435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8" name="四角形: 上の 2 つの角を丸める 17">
            <a:extLst>
              <a:ext uri="{FF2B5EF4-FFF2-40B4-BE49-F238E27FC236}">
                <ns2:creationId id="{23754152-EC43-008F-3077-AE8527ABED37}"/>
              </a:ext>
            </a:extLst>
          </p:cNvPr>
          <p:cNvSpPr/>
          <p:nvPr/>
        </p:nvSpPr>
        <p:spPr>
          <a:xfrm>
            <a:off x="7258067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54BEDA05-74E2-1074-1578-1539D4932D12}"/>
              </a:ext>
            </a:extLst>
          </p:cNvPr>
          <p:cNvSpPr/>
          <p:nvPr/>
        </p:nvSpPr>
        <p:spPr>
          <a:xfrm>
            <a:off x="3606802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四角形: 角を丸くする 19">
            <a:extLst>
              <a:ext uri="{FF2B5EF4-FFF2-40B4-BE49-F238E27FC236}">
                <ns2:creationId id="{E3E8E544-CA98-EFF8-9164-EC1BFE6688F4}"/>
              </a:ext>
            </a:extLst>
          </p:cNvPr>
          <p:cNvSpPr/>
          <p:nvPr/>
        </p:nvSpPr>
        <p:spPr>
          <a:xfrm>
            <a:off x="5432435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四角形: 角を丸くする 20">
            <a:extLst>
              <a:ext uri="{FF2B5EF4-FFF2-40B4-BE49-F238E27FC236}">
                <ns2:creationId id="{D6F6983D-77BF-4AFD-9680-313C64CD6E1D}"/>
              </a:ext>
            </a:extLst>
          </p:cNvPr>
          <p:cNvSpPr/>
          <p:nvPr/>
        </p:nvSpPr>
        <p:spPr>
          <a:xfrm>
            <a:off x="7258067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四角形: 上の 2 つの角を丸める 21">
            <a:extLst>
              <a:ext uri="{FF2B5EF4-FFF2-40B4-BE49-F238E27FC236}">
                <ns2:creationId id="{BBAD50E4-FCCB-9FE7-5644-1A54BBD98F78}"/>
              </a:ext>
            </a:extLst>
          </p:cNvPr>
          <p:cNvSpPr/>
          <p:nvPr/>
        </p:nvSpPr>
        <p:spPr>
          <a:xfrm>
            <a:off x="3606801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3" name="四角形: 上の 2 つの角を丸める 22">
            <a:extLst>
              <a:ext uri="{FF2B5EF4-FFF2-40B4-BE49-F238E27FC236}">
                <ns2:creationId id="{AA771F17-1E99-EBEA-95B1-4D65456601AE}"/>
              </a:ext>
            </a:extLst>
          </p:cNvPr>
          <p:cNvSpPr/>
          <p:nvPr/>
        </p:nvSpPr>
        <p:spPr>
          <a:xfrm>
            <a:off x="5432435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4" name="四角形: 上の 2 つの角を丸める 23">
            <a:extLst>
              <a:ext uri="{FF2B5EF4-FFF2-40B4-BE49-F238E27FC236}">
                <ns2:creationId id="{C631BF29-D7D3-1E9E-8ECD-D1927C5FCDE3}"/>
              </a:ext>
            </a:extLst>
          </p:cNvPr>
          <p:cNvSpPr/>
          <p:nvPr/>
        </p:nvSpPr>
        <p:spPr>
          <a:xfrm>
            <a:off x="7258067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5" name="四角形: 角を丸くする 24">
            <a:extLst>
              <a:ext uri="{FF2B5EF4-FFF2-40B4-BE49-F238E27FC236}">
                <ns2:creationId id="{32EC45AA-AED3-F607-5585-7994C8C9DC64}"/>
              </a:ext>
            </a:extLst>
          </p:cNvPr>
          <p:cNvSpPr/>
          <p:nvPr/>
        </p:nvSpPr>
        <p:spPr>
          <a:xfrm>
            <a:off x="3606802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D632A2A3-2FAA-41D1-A80B-20C4DCDB6EAC}"/>
              </a:ext>
            </a:extLst>
          </p:cNvPr>
          <p:cNvSpPr/>
          <p:nvPr/>
        </p:nvSpPr>
        <p:spPr>
          <a:xfrm>
            <a:off x="5432435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A9368C57-41FF-7DE4-303A-A06431376D8E}"/>
              </a:ext>
            </a:extLst>
          </p:cNvPr>
          <p:cNvSpPr/>
          <p:nvPr/>
        </p:nvSpPr>
        <p:spPr>
          <a:xfrm>
            <a:off x="7258067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上の 2 つの角を丸める 27">
            <a:extLst>
              <a:ext uri="{FF2B5EF4-FFF2-40B4-BE49-F238E27FC236}">
                <ns2:creationId id="{FDE330D0-EBA0-D278-7D02-06DE187EDE29}"/>
              </a:ext>
            </a:extLst>
          </p:cNvPr>
          <p:cNvSpPr/>
          <p:nvPr/>
        </p:nvSpPr>
        <p:spPr>
          <a:xfrm>
            <a:off x="3606801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9" name="四角形: 上の 2 つの角を丸める 28">
            <a:extLst>
              <a:ext uri="{FF2B5EF4-FFF2-40B4-BE49-F238E27FC236}">
                <ns2:creationId id="{0B9AF60D-FC69-FF8C-0C4D-2C5FF59BB215}"/>
              </a:ext>
            </a:extLst>
          </p:cNvPr>
          <p:cNvSpPr/>
          <p:nvPr/>
        </p:nvSpPr>
        <p:spPr>
          <a:xfrm>
            <a:off x="5432435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B244F629-72D0-3E2E-E8E4-AE0D7B12D41E}"/>
              </a:ext>
            </a:extLst>
          </p:cNvPr>
          <p:cNvSpPr/>
          <p:nvPr/>
        </p:nvSpPr>
        <p:spPr>
          <a:xfrm>
            <a:off x="3606802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82572E70-83BD-3032-A462-E75FA7CB9404}"/>
              </a:ext>
            </a:extLst>
          </p:cNvPr>
          <p:cNvSpPr/>
          <p:nvPr/>
        </p:nvSpPr>
        <p:spPr>
          <a:xfrm>
            <a:off x="5432435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9742E158-9F86-683C-8122-D237CDC9891A}"/>
              </a:ext>
            </a:extLst>
          </p:cNvPr>
          <p:cNvGrpSpPr/>
          <p:nvPr/>
        </p:nvGrpSpPr>
        <p:grpSpPr>
          <a:xfrm>
            <a:off x="3737487" y="2760376"/>
            <a:ext cx="1510260" cy="377455"/>
            <a:chOff x="3749595" y="2826120"/>
            <a:chExt cx="1218691" cy="304584"/>
          </a:xfrm>
        </p:grpSpPr>
        <p:sp>
          <p:nvSpPr>
            <p:cNvPr id="106" name="Rectangle 17">
              <a:extLst>
                <a:ext uri="{FF2B5EF4-FFF2-40B4-BE49-F238E27FC236}">
                  <ns2:creationId id="{0980F3B2-B736-40FB-6442-382282E1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7" name="AutoShape 18">
              <a:extLst>
                <a:ext uri="{FF2B5EF4-FFF2-40B4-BE49-F238E27FC236}">
                  <ns2:creationId id="{F17084D5-D606-D68F-D585-A869AB28F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8" name="Rectangle 19">
              <a:extLst>
                <a:ext uri="{FF2B5EF4-FFF2-40B4-BE49-F238E27FC236}">
                  <ns2:creationId id="{802CC48D-4705-E5DA-F4A5-D5D2332F0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3" name="グループ化 32">
            <a:extLst>
              <a:ext uri="{FF2B5EF4-FFF2-40B4-BE49-F238E27FC236}">
                <ns2:creationId id="{7F1E6655-CF06-A037-C53D-185A1E4A9832}"/>
              </a:ext>
            </a:extLst>
          </p:cNvPr>
          <p:cNvGrpSpPr/>
          <p:nvPr/>
        </p:nvGrpSpPr>
        <p:grpSpPr>
          <a:xfrm>
            <a:off x="5562603" y="2760376"/>
            <a:ext cx="1511299" cy="377455"/>
            <a:chOff x="5562603" y="2723194"/>
            <a:chExt cx="1511299" cy="377455"/>
          </a:xfrm>
        </p:grpSpPr>
        <p:sp>
          <p:nvSpPr>
            <p:cNvPr id="102" name="Rectangle 17">
              <a:extLst>
                <a:ext uri="{FF2B5EF4-FFF2-40B4-BE49-F238E27FC236}">
                  <ns2:creationId id="{E9E023F0-F99C-255A-592D-2958E8C65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3" name="AutoShape 18">
              <a:extLst>
                <a:ext uri="{FF2B5EF4-FFF2-40B4-BE49-F238E27FC236}">
                  <ns2:creationId id="{69F8C538-24D6-CEB2-F79E-4AD21513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4" name="Rectangle 19">
              <a:extLst>
                <a:ext uri="{FF2B5EF4-FFF2-40B4-BE49-F238E27FC236}">
                  <ns2:creationId id="{BEED9010-CAB2-1A96-5CD1-D513A5F68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5" name="Rectangle 19">
              <a:extLst>
                <a:ext uri="{FF2B5EF4-FFF2-40B4-BE49-F238E27FC236}">
                  <ns2:creationId id="{746A2C08-A587-EC71-3854-DC7AE1D2F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122D85DC-728B-9A62-CDE9-60929814391B}"/>
              </a:ext>
            </a:extLst>
          </p:cNvPr>
          <p:cNvGrpSpPr/>
          <p:nvPr/>
        </p:nvGrpSpPr>
        <p:grpSpPr>
          <a:xfrm>
            <a:off x="7511871" y="2688200"/>
            <a:ext cx="1264027" cy="447443"/>
            <a:chOff x="7428733" y="2688200"/>
            <a:chExt cx="1264027" cy="447443"/>
          </a:xfrm>
        </p:grpSpPr>
        <p:grpSp>
          <p:nvGrpSpPr>
            <p:cNvPr id="80" name="グループ化 79">
              <a:extLst>
                <a:ext uri="{FF2B5EF4-FFF2-40B4-BE49-F238E27FC236}">
                  <ns2:creationId id="{AAC8F9A7-25E0-7AAF-B039-D3EE4077CB42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8" name="Rectangle 36">
                <a:extLst>
                  <a:ext uri="{FF2B5EF4-FFF2-40B4-BE49-F238E27FC236}">
                    <ns2:creationId id="{B250BC66-16B8-4AA3-5D7E-EDE1077A0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9" name="Rectangle 37">
                <a:extLst>
                  <a:ext uri="{FF2B5EF4-FFF2-40B4-BE49-F238E27FC236}">
                    <ns2:creationId id="{359B10C8-8AC6-28AB-CC50-92DA4D6A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0" name="Rectangle 38">
                <a:extLst>
                  <a:ext uri="{FF2B5EF4-FFF2-40B4-BE49-F238E27FC236}">
                    <ns2:creationId id="{7D107363-E202-8144-3C25-C6A1880F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1" name="Rectangle 39">
                <a:extLst>
                  <a:ext uri="{FF2B5EF4-FFF2-40B4-BE49-F238E27FC236}">
                    <ns2:creationId id="{5814D0A3-52E5-ABF2-F035-C8FB8C2C6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2" name="Rectangle 40">
                <a:extLst>
                  <a:ext uri="{FF2B5EF4-FFF2-40B4-BE49-F238E27FC236}">
                    <ns2:creationId id="{3DB410D0-E645-E955-1693-4470CCB8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3" name="Rectangle 41">
                <a:extLst>
                  <a:ext uri="{FF2B5EF4-FFF2-40B4-BE49-F238E27FC236}">
                    <ns2:creationId id="{F040B3D4-FA0D-E0D2-B2E5-AC34BA67E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4" name="Rectangle 42">
                <a:extLst>
                  <a:ext uri="{FF2B5EF4-FFF2-40B4-BE49-F238E27FC236}">
                    <ns2:creationId id="{85EBD04C-A6A6-BE76-7992-00E6CF95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95" name="AutoShape 43">
                <a:extLst>
                  <a:ext uri="{FF2B5EF4-FFF2-40B4-BE49-F238E27FC236}">
                    <ns2:creationId id="{7686A03A-E2B7-46FB-6FBA-10E8B6AA8625}"/>
                  </a:ext>
                </a:extLst>
              </p:cNvPr>
              <p:cNvCxnSpPr>
                <a:cxnSpLocks noChangeShapeType="1"/>
                <a:endCxn id="88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6" name="AutoShape 44">
                <a:extLst>
                  <a:ext uri="{FF2B5EF4-FFF2-40B4-BE49-F238E27FC236}">
                    <ns2:creationId id="{0C05064D-FEB0-D6C6-4480-2F4966F303C1}"/>
                  </a:ext>
                </a:extLst>
              </p:cNvPr>
              <p:cNvCxnSpPr>
                <a:cxnSpLocks noChangeShapeType="1"/>
                <a:stCxn id="88" idx="3"/>
                <a:endCxn id="89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7" name="AutoShape 45">
                <a:extLst>
                  <a:ext uri="{FF2B5EF4-FFF2-40B4-BE49-F238E27FC236}">
                    <ns2:creationId id="{2AD66CF7-75E6-99B5-37D1-F4113780CF59}"/>
                  </a:ext>
                </a:extLst>
              </p:cNvPr>
              <p:cNvCxnSpPr>
                <a:cxnSpLocks noChangeShapeType="1"/>
                <a:stCxn id="89" idx="2"/>
                <a:endCxn id="90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8" name="AutoShape 46">
                <a:extLst>
                  <a:ext uri="{FF2B5EF4-FFF2-40B4-BE49-F238E27FC236}">
                    <ns2:creationId id="{445C338C-0085-EE20-B4AB-C0DE3FF65661}"/>
                  </a:ext>
                </a:extLst>
              </p:cNvPr>
              <p:cNvCxnSpPr>
                <a:cxnSpLocks noChangeShapeType="1"/>
                <a:stCxn id="90" idx="3"/>
                <a:endCxn id="91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9" name="AutoShape 47">
                <a:extLst>
                  <a:ext uri="{FF2B5EF4-FFF2-40B4-BE49-F238E27FC236}">
                    <ns2:creationId id="{B674A52E-1466-9591-5717-DDCFF88A423E}"/>
                  </a:ext>
                </a:extLst>
              </p:cNvPr>
              <p:cNvCxnSpPr>
                <a:cxnSpLocks noChangeShapeType="1"/>
                <a:stCxn id="91" idx="2"/>
                <a:endCxn id="92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0" name="AutoShape 48">
                <a:extLst>
                  <a:ext uri="{FF2B5EF4-FFF2-40B4-BE49-F238E27FC236}">
                    <ns2:creationId id="{03444371-751D-5FE4-7B09-CD5491A6539D}"/>
                  </a:ext>
                </a:extLst>
              </p:cNvPr>
              <p:cNvCxnSpPr>
                <a:cxnSpLocks noChangeShapeType="1"/>
                <a:stCxn id="92" idx="3"/>
                <a:endCxn id="93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1" name="AutoShape 49">
                <a:extLst>
                  <a:ext uri="{FF2B5EF4-FFF2-40B4-BE49-F238E27FC236}">
                    <ns2:creationId id="{7334CDAE-1685-B7EF-7B70-1F2EE7F714D2}"/>
                  </a:ext>
                </a:extLst>
              </p:cNvPr>
              <p:cNvCxnSpPr>
                <a:cxnSpLocks noChangeShapeType="1"/>
                <a:stCxn id="93" idx="2"/>
                <a:endCxn id="94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81" name="グループ化 80">
              <a:extLst>
                <a:ext uri="{FF2B5EF4-FFF2-40B4-BE49-F238E27FC236}">
                  <ns2:creationId id="{9793B20B-82E2-963F-566F-830FE47C03DA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83" name="Rectangle 51">
                <a:extLst>
                  <a:ext uri="{FF2B5EF4-FFF2-40B4-BE49-F238E27FC236}">
                    <ns2:creationId id="{B6F49754-DB61-448A-F84C-F59F445AD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4" name="AutoShape 52">
                <a:extLst>
                  <a:ext uri="{FF2B5EF4-FFF2-40B4-BE49-F238E27FC236}">
                    <ns2:creationId id="{3A60AE14-AAB1-381E-629C-D4A9FD4BA5CB}"/>
                  </a:ext>
                </a:extLst>
              </p:cNvPr>
              <p:cNvCxnSpPr>
                <a:cxnSpLocks noChangeShapeType="1"/>
                <a:endCxn id="83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85" name="Rectangle 53">
                <a:extLst>
                  <a:ext uri="{FF2B5EF4-FFF2-40B4-BE49-F238E27FC236}">
                    <ns2:creationId id="{A6A68BF7-ADAA-5F5D-0237-D9AD5BF61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54">
                <a:extLst>
                  <a:ext uri="{FF2B5EF4-FFF2-40B4-BE49-F238E27FC236}">
                    <ns2:creationId id="{BDF972B5-EBB9-6841-97F3-070D3C499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7" name="Rectangle 55">
                <a:extLst>
                  <a:ext uri="{FF2B5EF4-FFF2-40B4-BE49-F238E27FC236}">
                    <ns2:creationId id="{35385977-4093-834B-EBF3-805227EA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82" name="AutoShape 18">
              <a:extLst>
                <a:ext uri="{FF2B5EF4-FFF2-40B4-BE49-F238E27FC236}">
                  <ns2:creationId id="{2048321D-9BCC-8A53-97BC-BA28B68F2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5" name="グループ化 34">
            <a:extLst>
              <a:ext uri="{FF2B5EF4-FFF2-40B4-BE49-F238E27FC236}">
                <ns2:creationId id="{7354C645-7C2C-75BE-3A46-349CDFD1E91B}"/>
              </a:ext>
            </a:extLst>
          </p:cNvPr>
          <p:cNvGrpSpPr/>
          <p:nvPr/>
        </p:nvGrpSpPr>
        <p:grpSpPr>
          <a:xfrm>
            <a:off x="3737487" y="4073525"/>
            <a:ext cx="1510260" cy="377455"/>
            <a:chOff x="3749595" y="2826120"/>
            <a:chExt cx="1218691" cy="304584"/>
          </a:xfrm>
        </p:grpSpPr>
        <p:sp>
          <p:nvSpPr>
            <p:cNvPr id="77" name="Rectangle 17">
              <a:extLst>
                <a:ext uri="{FF2B5EF4-FFF2-40B4-BE49-F238E27FC236}">
                  <ns2:creationId id="{688EB9F8-5F51-6CDE-FC74-3B5D4C8B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8" name="AutoShape 18">
              <a:extLst>
                <a:ext uri="{FF2B5EF4-FFF2-40B4-BE49-F238E27FC236}">
                  <ns2:creationId id="{05B21624-ED03-D25E-9A4D-78D2757C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9" name="Rectangle 19">
              <a:extLst>
                <a:ext uri="{FF2B5EF4-FFF2-40B4-BE49-F238E27FC236}">
                  <ns2:creationId id="{262418C6-5777-E88E-75CA-EFC553E7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6" name="グループ化 35">
            <a:extLst>
              <a:ext uri="{FF2B5EF4-FFF2-40B4-BE49-F238E27FC236}">
                <ns2:creationId id="{D0424AFC-4F28-39F1-A198-FFB8B44EC1D0}"/>
              </a:ext>
            </a:extLst>
          </p:cNvPr>
          <p:cNvGrpSpPr/>
          <p:nvPr/>
        </p:nvGrpSpPr>
        <p:grpSpPr>
          <a:xfrm>
            <a:off x="5622187" y="4039282"/>
            <a:ext cx="1392131" cy="445942"/>
            <a:chOff x="5576846" y="4039282"/>
            <a:chExt cx="1392131" cy="445942"/>
          </a:xfrm>
        </p:grpSpPr>
        <p:grpSp>
          <p:nvGrpSpPr>
            <p:cNvPr id="70" name="グループ化 69">
              <a:extLst>
                <a:ext uri="{FF2B5EF4-FFF2-40B4-BE49-F238E27FC236}">
                  <ns2:creationId id="{D2E1A880-D7CC-21A0-49BA-B9BA657439FF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75" name="Oval 105">
                <a:extLst>
                  <a:ext uri="{FF2B5EF4-FFF2-40B4-BE49-F238E27FC236}">
                    <ns2:creationId id="{A7F293ED-7B2A-09E0-7DDE-35570F670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6" name="Oval 106">
                <a:extLst>
                  <a:ext uri="{FF2B5EF4-FFF2-40B4-BE49-F238E27FC236}">
                    <ns2:creationId id="{62BB0BCE-0AD7-DC00-597F-625A115A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5EB2D510-9120-B693-D577-B10C8040DF11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73" name="Oval 105">
                <a:extLst>
                  <a:ext uri="{FF2B5EF4-FFF2-40B4-BE49-F238E27FC236}">
                    <ns2:creationId id="{1811357F-638F-2CF4-A386-1FEA508F2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4" name="Oval 106">
                <a:extLst>
                  <a:ext uri="{FF2B5EF4-FFF2-40B4-BE49-F238E27FC236}">
                    <ns2:creationId id="{525DACD0-BA5C-4790-E530-5289E7AC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2" name="AutoShape 18">
              <a:extLst>
                <a:ext uri="{FF2B5EF4-FFF2-40B4-BE49-F238E27FC236}">
                  <ns2:creationId id="{97CFB87B-DBE4-8E8F-88FC-DA0DD8CF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ns2:creationId id="{086B2F87-6A35-86F3-E3F6-F9C30089FB74}"/>
              </a:ext>
            </a:extLst>
          </p:cNvPr>
          <p:cNvGrpSpPr/>
          <p:nvPr/>
        </p:nvGrpSpPr>
        <p:grpSpPr>
          <a:xfrm>
            <a:off x="7440545" y="4054031"/>
            <a:ext cx="1406678" cy="416445"/>
            <a:chOff x="7427481" y="4054031"/>
            <a:chExt cx="1406678" cy="416445"/>
          </a:xfrm>
        </p:grpSpPr>
        <p:grpSp>
          <p:nvGrpSpPr>
            <p:cNvPr id="56" name="グループ化 55">
              <a:extLst>
                <a:ext uri="{FF2B5EF4-FFF2-40B4-BE49-F238E27FC236}">
                  <ns2:creationId id="{CD96D2E1-5AFE-F361-EAE3-2FA9C867EF60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59" name="Oval 59">
                <a:extLst>
                  <a:ext uri="{FF2B5EF4-FFF2-40B4-BE49-F238E27FC236}">
                    <ns2:creationId id="{141149CB-19E3-CB70-F424-5038077C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0" name="Oval 60">
                <a:extLst>
                  <a:ext uri="{FF2B5EF4-FFF2-40B4-BE49-F238E27FC236}">
                    <ns2:creationId id="{6640506F-679E-9C6F-B63A-E015B64F3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1" name="Oval 61">
                <a:extLst>
                  <a:ext uri="{FF2B5EF4-FFF2-40B4-BE49-F238E27FC236}">
                    <ns2:creationId id="{36636D32-D2D5-141A-E89D-97594CBA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2" name="Oval 62">
                <a:extLst>
                  <a:ext uri="{FF2B5EF4-FFF2-40B4-BE49-F238E27FC236}">
                    <ns2:creationId id="{3813AE31-9755-BE10-1265-CF6CFF93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3" name="Oval 63">
                <a:extLst>
                  <a:ext uri="{FF2B5EF4-FFF2-40B4-BE49-F238E27FC236}">
                    <ns2:creationId id="{DBCE1FA2-1CD2-23B2-B37F-16E64BB38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4" name="Oval 64">
                <a:extLst>
                  <a:ext uri="{FF2B5EF4-FFF2-40B4-BE49-F238E27FC236}">
                    <ns2:creationId id="{A0E0A37E-AA26-D748-8748-AFD7CB45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5" name="Oval 65">
                <a:extLst>
                  <a:ext uri="{FF2B5EF4-FFF2-40B4-BE49-F238E27FC236}">
                    <ns2:creationId id="{836C4B38-D93C-E91D-F3C1-5A439D0E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6" name="Oval 66">
                <a:extLst>
                  <a:ext uri="{FF2B5EF4-FFF2-40B4-BE49-F238E27FC236}">
                    <ns2:creationId id="{99EAB047-6734-D181-146E-130DF737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7" name="Oval 67">
                <a:extLst>
                  <a:ext uri="{FF2B5EF4-FFF2-40B4-BE49-F238E27FC236}">
                    <ns2:creationId id="{9D8E3858-B13F-DBE0-CEBA-9FA81F66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8" name="Oval 68">
                <a:extLst>
                  <a:ext uri="{FF2B5EF4-FFF2-40B4-BE49-F238E27FC236}">
                    <ns2:creationId id="{5C390159-2354-01FC-D4A0-68B43023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9" name="Oval 69">
                <a:extLst>
                  <a:ext uri="{FF2B5EF4-FFF2-40B4-BE49-F238E27FC236}">
                    <ns2:creationId id="{5DF3CC0C-4411-038A-F0C9-709935BE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57" name="Oval 70">
              <a:extLst>
                <a:ext uri="{FF2B5EF4-FFF2-40B4-BE49-F238E27FC236}">
                  <ns2:creationId id="{1854544E-73DD-FB1A-040B-F01D0DBE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58" name="AutoShape 18">
              <a:extLst>
                <a:ext uri="{FF2B5EF4-FFF2-40B4-BE49-F238E27FC236}">
                  <ns2:creationId id="{9DB829E6-24B6-0CAC-DF11-67964A99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77CA5BD4-F148-4B08-D9E8-FAAF9B523BA7}"/>
              </a:ext>
            </a:extLst>
          </p:cNvPr>
          <p:cNvGrpSpPr/>
          <p:nvPr/>
        </p:nvGrpSpPr>
        <p:grpSpPr>
          <a:xfrm>
            <a:off x="3820534" y="5349181"/>
            <a:ext cx="1344168" cy="523714"/>
            <a:chOff x="3799410" y="5394221"/>
            <a:chExt cx="1344168" cy="523714"/>
          </a:xfrm>
        </p:grpSpPr>
        <p:pic>
          <p:nvPicPr>
            <p:cNvPr id="53" name="グラフィックス 52" descr="ユーザー 単色塗りつぶし">
              <a:extLst>
                <a:ext uri="{FF2B5EF4-FFF2-40B4-BE49-F238E27FC236}">
                  <ns2:creationId id="{049C9F73-17F8-9CBA-EB9A-2C4C100573E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4" name="グラフィックス 53" descr="ユーザー 単色塗りつぶし">
              <a:extLst>
                <a:ext uri="{FF2B5EF4-FFF2-40B4-BE49-F238E27FC236}">
                  <ns2:creationId id="{C38CF47D-2E0B-6149-89F3-48BCDF7987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5" name="AutoShape 18">
              <a:extLst>
                <a:ext uri="{FF2B5EF4-FFF2-40B4-BE49-F238E27FC236}">
                  <ns2:creationId id="{E159CCCE-8E4D-8501-B5D6-57B34EFC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ns2:creationId id="{BFE39FF0-7C88-3A88-1663-DA9E3A7EDD9F}"/>
              </a:ext>
            </a:extLst>
          </p:cNvPr>
          <p:cNvGrpSpPr/>
          <p:nvPr/>
        </p:nvGrpSpPr>
        <p:grpSpPr>
          <a:xfrm>
            <a:off x="5646167" y="5349181"/>
            <a:ext cx="1344168" cy="523714"/>
            <a:chOff x="3799410" y="5394221"/>
            <a:chExt cx="1344168" cy="523714"/>
          </a:xfrm>
        </p:grpSpPr>
        <p:pic>
          <p:nvPicPr>
            <p:cNvPr id="50" name="グラフィックス 49" descr="ユーザー 単色塗りつぶし">
              <a:extLst>
                <a:ext uri="{FF2B5EF4-FFF2-40B4-BE49-F238E27FC236}">
                  <ns2:creationId id="{B03A8D4D-B7E9-DFD1-B988-2319A38FC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1" name="グラフィックス 50" descr="ユーザー 単色塗りつぶし">
              <a:extLst>
                <a:ext uri="{FF2B5EF4-FFF2-40B4-BE49-F238E27FC236}">
                  <ns2:creationId id="{CBA2CA2A-955D-6A17-41EB-6FC16D94A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2" name="AutoShape 18">
              <a:extLst>
                <a:ext uri="{FF2B5EF4-FFF2-40B4-BE49-F238E27FC236}">
                  <ns2:creationId id="{14D53575-852E-D960-EE8B-DB7895F1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7583B0D6-9976-9D70-914A-A042B09FAA50}"/>
              </a:ext>
            </a:extLst>
          </p:cNvPr>
          <p:cNvGrpSpPr/>
          <p:nvPr/>
        </p:nvGrpSpPr>
        <p:grpSpPr>
          <a:xfrm>
            <a:off x="7345673" y="5221745"/>
            <a:ext cx="1596420" cy="817855"/>
            <a:chOff x="7395179" y="5334398"/>
            <a:chExt cx="1596420" cy="817855"/>
          </a:xfrm>
        </p:grpSpPr>
        <p:grpSp>
          <p:nvGrpSpPr>
            <p:cNvPr id="41" name="グループ化 40">
              <a:extLst>
                <a:ext uri="{FF2B5EF4-FFF2-40B4-BE49-F238E27FC236}">
                  <ns2:creationId id="{EF2CC94F-21B6-6A73-F62A-A9AEC6A0FAC2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48" name="Rectangle 17">
                <a:extLst>
                  <a:ext uri="{FF2B5EF4-FFF2-40B4-BE49-F238E27FC236}">
                    <ns2:creationId id="{08B02951-007F-1DD1-815C-3A02A8923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ADD4829-8C28-6392-49D5-E9B3A71D4A4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F4360E41-6DEB-F135-5C3F-51226C9D4055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46" name="Rectangle 17">
                <a:extLst>
                  <a:ext uri="{FF2B5EF4-FFF2-40B4-BE49-F238E27FC236}">
                    <ns2:creationId id="{E9BAA4BF-0E35-7AD2-FB39-6832CB63C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B999B46A-67F1-80BF-8788-F6AA91627D4F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D037AC85-8E55-A1EB-468E-723DEEFA070C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CD283BBE-C8E8-6EDA-075E-00482C5BC632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44" descr="ユーザー 単色塗りつぶし">
                <a:extLst>
                  <a:ext uri="{FF2B5EF4-FFF2-40B4-BE49-F238E27FC236}">
                    <ns2:creationId id="{91C22032-233F-5B83-8F74-E12C52F2B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292405385"/>
      </p:ext>
    </p:extLst>
  </p:cSld>
  <p:clrMapOvr>
    <a:masterClrMapping/>
  </p:clrMapOvr>
</p:sld>
</file>

<file path=ppt/slides/slide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732813-F322-7BF2-1A14-0C13C3061E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2C05E3B-E93D-86AA-0837-916B30C073D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8" name="Freeform 8">
            <a:extLst>
              <a:ext uri="{FF2B5EF4-FFF2-40B4-BE49-F238E27FC236}">
                <ns2:creationId id="{274C7627-5392-594C-13D1-89806D3D737F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60302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ホームベース 64">
            <a:extLst>
              <a:ext uri="{FF2B5EF4-FFF2-40B4-BE49-F238E27FC236}">
                <ns2:creationId id="{6E245CD7-B60C-8057-7435-9DAE04DD9879}"/>
              </a:ext>
            </a:extLst>
          </p:cNvPr>
          <p:cNvSpPr/>
          <p:nvPr/>
        </p:nvSpPr>
        <p:spPr>
          <a:xfrm>
            <a:off x="460302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楕円 9">
            <a:extLst>
              <a:ext uri="{FF2B5EF4-FFF2-40B4-BE49-F238E27FC236}">
                <ns2:creationId id="{3A1827B4-3627-925F-2A03-957A33A6ABC5}"/>
              </a:ext>
            </a:extLst>
          </p:cNvPr>
          <p:cNvSpPr/>
          <p:nvPr/>
        </p:nvSpPr>
        <p:spPr>
          <a:xfrm>
            <a:off x="35362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F55002CB-3DE3-26B6-F24A-733E13D95D74}"/>
              </a:ext>
            </a:extLst>
          </p:cNvPr>
          <p:cNvGrpSpPr/>
          <p:nvPr/>
        </p:nvGrpSpPr>
        <p:grpSpPr>
          <a:xfrm>
            <a:off x="706201" y="1823547"/>
            <a:ext cx="253064" cy="252269"/>
            <a:chOff x="-420529" y="2057509"/>
            <a:chExt cx="253064" cy="252269"/>
          </a:xfrm>
        </p:grpSpPr>
        <p:sp>
          <p:nvSpPr>
            <p:cNvPr id="12" name="フリーフォーム: 図形 11">
              <a:extLst>
                <a:ext uri="{FF2B5EF4-FFF2-40B4-BE49-F238E27FC236}">
                  <ns2:creationId id="{664F761F-89B0-DA4E-30F7-335745D0A5C2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" name="フリーフォーム: 図形 12">
              <a:extLst>
                <a:ext uri="{FF2B5EF4-FFF2-40B4-BE49-F238E27FC236}">
                  <ns2:creationId id="{BAC180D0-E4C4-771A-AEF2-105D38E9AC53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sp>
        <p:nvSpPr>
          <p:cNvPr id="17" name="Freeform 8">
            <a:extLst>
              <a:ext uri="{FF2B5EF4-FFF2-40B4-BE49-F238E27FC236}">
                <ns2:creationId id="{2C5F9EF9-2372-0F97-D605-8AE60F7AE790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31536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ns2:creationId id="{409811E7-B901-6478-8254-2D0A08718B69}"/>
              </a:ext>
            </a:extLst>
          </p:cNvPr>
          <p:cNvGrpSpPr/>
          <p:nvPr/>
        </p:nvGrpSpPr>
        <p:grpSpPr>
          <a:xfrm>
            <a:off x="9813497" y="181532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21" name="フリーフォーム: 図形 20">
              <a:extLst>
                <a:ext uri="{FF2B5EF4-FFF2-40B4-BE49-F238E27FC236}">
                  <ns2:creationId id="{A5C10A2D-C701-B622-AAF9-D0441D2FD873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2" name="フリーフォーム: 図形 21">
              <a:extLst>
                <a:ext uri="{FF2B5EF4-FFF2-40B4-BE49-F238E27FC236}">
                  <ns2:creationId id="{C4C25B30-D54D-5160-9AE0-F163FEC69A0C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3" name="フリーフォーム: 図形 22">
              <a:extLst>
                <a:ext uri="{FF2B5EF4-FFF2-40B4-BE49-F238E27FC236}">
                  <ns2:creationId id="{8AD12531-2C79-8DC2-2788-08EC3856E31F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24" name="Freeform 8">
            <a:extLst>
              <a:ext uri="{FF2B5EF4-FFF2-40B4-BE49-F238E27FC236}">
                <ns2:creationId id="{8A34ACCA-84E5-3037-7EF5-E907E0F84B3B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911142" y="169822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6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)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ホームベース 64">
            <a:extLst>
              <a:ext uri="{FF2B5EF4-FFF2-40B4-BE49-F238E27FC236}">
                <ns2:creationId id="{83D3DC3F-87EC-ACD7-82EA-991E1458DB46}"/>
              </a:ext>
            </a:extLst>
          </p:cNvPr>
          <p:cNvSpPr/>
          <p:nvPr/>
        </p:nvSpPr>
        <p:spPr>
          <a:xfrm>
            <a:off x="2911142" y="169822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656EE3A8-F210-6C99-B7AF-0ED808464A44}"/>
              </a:ext>
            </a:extLst>
          </p:cNvPr>
          <p:cNvSpPr/>
          <p:nvPr/>
        </p:nvSpPr>
        <p:spPr>
          <a:xfrm>
            <a:off x="280446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ラフィックス 11" descr="思案中の吹き出し 単色塗りつぶし">
            <a:extLst>
              <a:ext uri="{FF2B5EF4-FFF2-40B4-BE49-F238E27FC236}">
                <ns2:creationId id="{BA676798-5505-8238-0046-E0EE532474D1}"/>
              </a:ext>
            </a:extLst>
          </p:cNvPr>
          <p:cNvGrpSpPr/>
          <p:nvPr/>
        </p:nvGrpSpPr>
        <p:grpSpPr>
          <a:xfrm>
            <a:off x="4631008" y="181532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28" name="フリーフォーム: 図形 27">
              <a:extLst>
                <a:ext uri="{FF2B5EF4-FFF2-40B4-BE49-F238E27FC236}">
                  <ns2:creationId id="{3650DDFC-3156-6D21-4B0A-B4DAC9DD2405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9" name="フリーフォーム: 図形 28">
              <a:extLst>
                <a:ext uri="{FF2B5EF4-FFF2-40B4-BE49-F238E27FC236}">
                  <ns2:creationId id="{06063B97-B03C-CB61-8F99-707FBB1FA9CD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0" name="フリーフォーム: 図形 29">
              <a:extLst>
                <a:ext uri="{FF2B5EF4-FFF2-40B4-BE49-F238E27FC236}">
                  <ns2:creationId id="{94287A31-480E-AF61-88DF-34121D3CC788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1" name="フリーフォーム: 図形 30">
              <a:extLst>
                <a:ext uri="{FF2B5EF4-FFF2-40B4-BE49-F238E27FC236}">
                  <ns2:creationId id="{84E48FBA-3215-D42F-2D88-5B4E013436F1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ns2:creationId id="{F415416E-CC4F-6B47-A5A9-E019E54DF754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3" name="フリーフォーム: 図形 32">
              <a:extLst>
                <a:ext uri="{FF2B5EF4-FFF2-40B4-BE49-F238E27FC236}">
                  <ns2:creationId id="{FA5F5ECA-C206-45A0-3BC1-BF99779EF00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4" name="フリーフォーム: 図形 33">
              <a:extLst>
                <a:ext uri="{FF2B5EF4-FFF2-40B4-BE49-F238E27FC236}">
                  <ns2:creationId id="{CB12E7FA-A9CD-D2CE-4B0E-0B492DDCC923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5" name="フリーフォーム: 図形 34">
              <a:extLst>
                <a:ext uri="{FF2B5EF4-FFF2-40B4-BE49-F238E27FC236}">
                  <ns2:creationId id="{074CDC9B-125C-FE73-BB50-CE0D2E1DEABB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6" name="フリーフォーム: 図形 35">
              <a:extLst>
                <a:ext uri="{FF2B5EF4-FFF2-40B4-BE49-F238E27FC236}">
                  <ns2:creationId id="{371F3469-8901-9BBD-7559-89A20BA7CA01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37" name="四角形: 上の 2 つの角を丸める 36">
            <a:extLst>
              <a:ext uri="{FF2B5EF4-FFF2-40B4-BE49-F238E27FC236}">
                <ns2:creationId id="{0E3A8D65-4592-8E85-2C79-BA2D4EF074A2}"/>
              </a:ext>
            </a:extLst>
          </p:cNvPr>
          <p:cNvSpPr/>
          <p:nvPr/>
        </p:nvSpPr>
        <p:spPr>
          <a:xfrm>
            <a:off x="3625461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3C228C06-C768-A551-6BD0-2FD2A9D5610F}"/>
              </a:ext>
            </a:extLst>
          </p:cNvPr>
          <p:cNvGrpSpPr/>
          <p:nvPr/>
        </p:nvGrpSpPr>
        <p:grpSpPr>
          <a:xfrm>
            <a:off x="3046050" y="3645535"/>
            <a:ext cx="518147" cy="1246864"/>
            <a:chOff x="3027390" y="3692205"/>
            <a:chExt cx="518147" cy="1246864"/>
          </a:xfrm>
        </p:grpSpPr>
        <p:sp>
          <p:nvSpPr>
            <p:cNvPr id="39" name="正方形/長方形 38">
              <a:extLst>
                <a:ext uri="{FF2B5EF4-FFF2-40B4-BE49-F238E27FC236}">
                  <ns2:creationId id="{4E4A1994-6344-5C97-CB2C-7337F408BF2B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0" name="グラフィックス 39" descr="ストップウォッチ 単色塗りつぶし">
              <a:extLst>
                <a:ext uri="{FF2B5EF4-FFF2-40B4-BE49-F238E27FC236}">
                  <ns2:creationId id="{1C2F6E6B-8682-DFC4-7C2F-6C0105C7CF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33A41630-C238-8881-A20B-FA48E74B37A7}"/>
              </a:ext>
            </a:extLst>
          </p:cNvPr>
          <p:cNvGrpSpPr/>
          <p:nvPr/>
        </p:nvGrpSpPr>
        <p:grpSpPr>
          <a:xfrm>
            <a:off x="3046050" y="2330500"/>
            <a:ext cx="518147" cy="1246864"/>
            <a:chOff x="3027390" y="2391341"/>
            <a:chExt cx="518147" cy="1246864"/>
          </a:xfrm>
        </p:grpSpPr>
        <p:sp>
          <p:nvSpPr>
            <p:cNvPr id="42" name="正方形/長方形 41">
              <a:extLst>
                <a:ext uri="{FF2B5EF4-FFF2-40B4-BE49-F238E27FC236}">
                  <ns2:creationId id="{3607BD22-0E7E-6D79-90E7-3DC811AF6C78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在宅勤務デスク 単色塗りつぶし">
              <a:extLst>
                <a:ext uri="{FF2B5EF4-FFF2-40B4-BE49-F238E27FC236}">
                  <ns2:creationId id="{1C0C42F1-BA15-0E2C-8A06-10C498CFAA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44" name="グループ化 43">
            <a:extLst>
              <a:ext uri="{FF2B5EF4-FFF2-40B4-BE49-F238E27FC236}">
                <ns2:creationId id="{4589E4AF-B64C-A0F5-82E4-A4DAF7FE6385}"/>
              </a:ext>
            </a:extLst>
          </p:cNvPr>
          <p:cNvGrpSpPr/>
          <p:nvPr/>
        </p:nvGrpSpPr>
        <p:grpSpPr>
          <a:xfrm>
            <a:off x="3046050" y="4960570"/>
            <a:ext cx="518147" cy="1246864"/>
            <a:chOff x="3027390" y="4993069"/>
            <a:chExt cx="518147" cy="1246864"/>
          </a:xfrm>
        </p:grpSpPr>
        <p:sp>
          <p:nvSpPr>
            <p:cNvPr id="45" name="正方形/長方形 44">
              <a:extLst>
                <a:ext uri="{FF2B5EF4-FFF2-40B4-BE49-F238E27FC236}">
                  <ns2:creationId id="{54E68219-E9A3-1D81-B813-73F4C862D22F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6" name="グラフィックス 45" descr="硬貨 単色塗りつぶし">
              <a:extLst>
                <a:ext uri="{FF2B5EF4-FFF2-40B4-BE49-F238E27FC236}">
                  <ns2:creationId id="{7491FF8F-97CF-B072-FFDB-69F655D6A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47" name="四角形: 上の 2 つの角を丸める 46">
            <a:extLst>
              <a:ext uri="{FF2B5EF4-FFF2-40B4-BE49-F238E27FC236}">
                <ns2:creationId id="{6594122B-26AA-DFBF-2057-13DD56CD972F}"/>
              </a:ext>
            </a:extLst>
          </p:cNvPr>
          <p:cNvSpPr/>
          <p:nvPr/>
        </p:nvSpPr>
        <p:spPr>
          <a:xfrm>
            <a:off x="5451095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8" name="四角形: 上の 2 つの角を丸める 47">
            <a:extLst>
              <a:ext uri="{FF2B5EF4-FFF2-40B4-BE49-F238E27FC236}">
                <ns2:creationId id="{D56705A5-127C-5422-C180-9A170A65D573}"/>
              </a:ext>
            </a:extLst>
          </p:cNvPr>
          <p:cNvSpPr/>
          <p:nvPr/>
        </p:nvSpPr>
        <p:spPr>
          <a:xfrm>
            <a:off x="7276727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8B969448-3515-CB06-20C5-B1736A9AC8AA}"/>
              </a:ext>
            </a:extLst>
          </p:cNvPr>
          <p:cNvSpPr/>
          <p:nvPr/>
        </p:nvSpPr>
        <p:spPr>
          <a:xfrm>
            <a:off x="3625462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671430BE-EBCC-6DCD-4004-99F50B5C5795}"/>
              </a:ext>
            </a:extLst>
          </p:cNvPr>
          <p:cNvSpPr/>
          <p:nvPr/>
        </p:nvSpPr>
        <p:spPr>
          <a:xfrm>
            <a:off x="5451095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5C3A9FAF-D30A-73E9-7FF5-1DD3CE98BA1F}"/>
              </a:ext>
            </a:extLst>
          </p:cNvPr>
          <p:cNvSpPr/>
          <p:nvPr/>
        </p:nvSpPr>
        <p:spPr>
          <a:xfrm>
            <a:off x="7276727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四角形: 上の 2 つの角を丸める 51">
            <a:extLst>
              <a:ext uri="{FF2B5EF4-FFF2-40B4-BE49-F238E27FC236}">
                <ns2:creationId id="{0738CC5A-910B-F3AD-0019-617E9D13129C}"/>
              </a:ext>
            </a:extLst>
          </p:cNvPr>
          <p:cNvSpPr/>
          <p:nvPr/>
        </p:nvSpPr>
        <p:spPr>
          <a:xfrm>
            <a:off x="3625461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3" name="四角形: 上の 2 つの角を丸める 52">
            <a:extLst>
              <a:ext uri="{FF2B5EF4-FFF2-40B4-BE49-F238E27FC236}">
                <ns2:creationId id="{D4ECF004-5A9E-2801-2880-11551619FD36}"/>
              </a:ext>
            </a:extLst>
          </p:cNvPr>
          <p:cNvSpPr/>
          <p:nvPr/>
        </p:nvSpPr>
        <p:spPr>
          <a:xfrm>
            <a:off x="5451095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4" name="四角形: 上の 2 つの角を丸める 53">
            <a:extLst>
              <a:ext uri="{FF2B5EF4-FFF2-40B4-BE49-F238E27FC236}">
                <ns2:creationId id="{10F077E1-C287-BAC4-66FB-B33250F44F5D}"/>
              </a:ext>
            </a:extLst>
          </p:cNvPr>
          <p:cNvSpPr/>
          <p:nvPr/>
        </p:nvSpPr>
        <p:spPr>
          <a:xfrm>
            <a:off x="7276727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ns2:creationId id="{958F9E82-DA07-91F2-69CF-43B6C1693783}"/>
              </a:ext>
            </a:extLst>
          </p:cNvPr>
          <p:cNvSpPr/>
          <p:nvPr/>
        </p:nvSpPr>
        <p:spPr>
          <a:xfrm>
            <a:off x="3625462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F97919EC-21B3-E7B2-EFB4-6307ACB35468}"/>
              </a:ext>
            </a:extLst>
          </p:cNvPr>
          <p:cNvSpPr/>
          <p:nvPr/>
        </p:nvSpPr>
        <p:spPr>
          <a:xfrm>
            <a:off x="5451095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2832EAF4-261C-A381-10FA-49859ED3959D}"/>
              </a:ext>
            </a:extLst>
          </p:cNvPr>
          <p:cNvSpPr/>
          <p:nvPr/>
        </p:nvSpPr>
        <p:spPr>
          <a:xfrm>
            <a:off x="7276727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四角形: 上の 2 つの角を丸める 57">
            <a:extLst>
              <a:ext uri="{FF2B5EF4-FFF2-40B4-BE49-F238E27FC236}">
                <ns2:creationId id="{3D706931-B278-E921-FD27-DABFAFD2224E}"/>
              </a:ext>
            </a:extLst>
          </p:cNvPr>
          <p:cNvSpPr/>
          <p:nvPr/>
        </p:nvSpPr>
        <p:spPr>
          <a:xfrm>
            <a:off x="3625461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9" name="四角形: 上の 2 つの角を丸める 58">
            <a:extLst>
              <a:ext uri="{FF2B5EF4-FFF2-40B4-BE49-F238E27FC236}">
                <ns2:creationId id="{5D7BFAA3-4FE4-0D9B-3A5C-8609B86D7A64}"/>
              </a:ext>
            </a:extLst>
          </p:cNvPr>
          <p:cNvSpPr/>
          <p:nvPr/>
        </p:nvSpPr>
        <p:spPr>
          <a:xfrm>
            <a:off x="5451095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891806CB-4124-BF19-CD65-205AE38A11A3}"/>
              </a:ext>
            </a:extLst>
          </p:cNvPr>
          <p:cNvSpPr/>
          <p:nvPr/>
        </p:nvSpPr>
        <p:spPr>
          <a:xfrm>
            <a:off x="3625462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4C3EFD76-83E7-EB9A-FDEC-D535FAD0B7E5}"/>
              </a:ext>
            </a:extLst>
          </p:cNvPr>
          <p:cNvSpPr/>
          <p:nvPr/>
        </p:nvSpPr>
        <p:spPr>
          <a:xfrm>
            <a:off x="5451095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62" name="グループ化 61">
            <a:extLst>
              <a:ext uri="{FF2B5EF4-FFF2-40B4-BE49-F238E27FC236}">
                <ns2:creationId id="{3C3675C4-A6E3-9F32-2DCC-4465E32B3C90}"/>
              </a:ext>
            </a:extLst>
          </p:cNvPr>
          <p:cNvGrpSpPr/>
          <p:nvPr/>
        </p:nvGrpSpPr>
        <p:grpSpPr>
          <a:xfrm>
            <a:off x="3756147" y="2713706"/>
            <a:ext cx="1510260" cy="377455"/>
            <a:chOff x="3749595" y="2826120"/>
            <a:chExt cx="1218691" cy="304584"/>
          </a:xfrm>
        </p:grpSpPr>
        <p:sp>
          <p:nvSpPr>
            <p:cNvPr id="63" name="Rectangle 17">
              <a:extLst>
                <a:ext uri="{FF2B5EF4-FFF2-40B4-BE49-F238E27FC236}">
                  <ns2:creationId id="{BD4570DE-2503-DA59-49CB-F72C2CC5A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4" name="AutoShape 18">
              <a:extLst>
                <a:ext uri="{FF2B5EF4-FFF2-40B4-BE49-F238E27FC236}">
                  <ns2:creationId id="{99B7EA81-3AC7-0C59-4557-6E00918E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5" name="Rectangle 19">
              <a:extLst>
                <a:ext uri="{FF2B5EF4-FFF2-40B4-BE49-F238E27FC236}">
                  <ns2:creationId id="{1FBB8705-7207-A91F-2389-AEE71A98E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13861C9E-27E3-6726-E9FC-2AA9FA8CC3C1}"/>
              </a:ext>
            </a:extLst>
          </p:cNvPr>
          <p:cNvGrpSpPr/>
          <p:nvPr/>
        </p:nvGrpSpPr>
        <p:grpSpPr>
          <a:xfrm>
            <a:off x="5581263" y="2713706"/>
            <a:ext cx="1511299" cy="377455"/>
            <a:chOff x="5562603" y="2723194"/>
            <a:chExt cx="1511299" cy="377455"/>
          </a:xfrm>
        </p:grpSpPr>
        <p:sp>
          <p:nvSpPr>
            <p:cNvPr id="67" name="Rectangle 17">
              <a:extLst>
                <a:ext uri="{FF2B5EF4-FFF2-40B4-BE49-F238E27FC236}">
                  <ns2:creationId id="{8F431BA6-C666-3616-9767-9E4CE9783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8" name="AutoShape 18">
              <a:extLst>
                <a:ext uri="{FF2B5EF4-FFF2-40B4-BE49-F238E27FC236}">
                  <ns2:creationId id="{491D3672-3221-4713-9F2C-2867EF41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9" name="Rectangle 19">
              <a:extLst>
                <a:ext uri="{FF2B5EF4-FFF2-40B4-BE49-F238E27FC236}">
                  <ns2:creationId id="{B1E5F501-7055-D8D7-4DA4-C7EF477B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ns2:creationId id="{5CFFF058-401D-C361-F516-E75C7662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71" name="グループ化 70">
            <a:extLst>
              <a:ext uri="{FF2B5EF4-FFF2-40B4-BE49-F238E27FC236}">
                <ns2:creationId id="{91AD909B-EBF1-8468-02A3-272AE780C1FE}"/>
              </a:ext>
            </a:extLst>
          </p:cNvPr>
          <p:cNvGrpSpPr/>
          <p:nvPr/>
        </p:nvGrpSpPr>
        <p:grpSpPr>
          <a:xfrm>
            <a:off x="7530531" y="2641530"/>
            <a:ext cx="1264027" cy="447443"/>
            <a:chOff x="7428733" y="2688200"/>
            <a:chExt cx="1264027" cy="447443"/>
          </a:xfrm>
        </p:grpSpPr>
        <p:grpSp>
          <p:nvGrpSpPr>
            <p:cNvPr id="72" name="グループ化 71">
              <a:extLst>
                <a:ext uri="{FF2B5EF4-FFF2-40B4-BE49-F238E27FC236}">
                  <ns2:creationId id="{3B250731-4E36-0023-ABF5-3A6D12A07A39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0" name="Rectangle 36">
                <a:extLst>
                  <a:ext uri="{FF2B5EF4-FFF2-40B4-BE49-F238E27FC236}">
                    <ns2:creationId id="{326E7A2D-AE82-88B3-C86C-E5E86D830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1" name="Rectangle 37">
                <a:extLst>
                  <a:ext uri="{FF2B5EF4-FFF2-40B4-BE49-F238E27FC236}">
                    <ns2:creationId id="{120468CF-BCD1-7D12-7B92-1511A21E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2" name="Rectangle 38">
                <a:extLst>
                  <a:ext uri="{FF2B5EF4-FFF2-40B4-BE49-F238E27FC236}">
                    <ns2:creationId id="{F0026885-3476-60EC-1B2B-DF018687F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3" name="Rectangle 39">
                <a:extLst>
                  <a:ext uri="{FF2B5EF4-FFF2-40B4-BE49-F238E27FC236}">
                    <ns2:creationId id="{5A8CA533-B6F5-2BB9-FF9B-FA95EF00A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4" name="Rectangle 40">
                <a:extLst>
                  <a:ext uri="{FF2B5EF4-FFF2-40B4-BE49-F238E27FC236}">
                    <ns2:creationId id="{6D5F7CCB-64F6-9A21-BBC3-7AF7FBDB3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5" name="Rectangle 41">
                <a:extLst>
                  <a:ext uri="{FF2B5EF4-FFF2-40B4-BE49-F238E27FC236}">
                    <ns2:creationId id="{52AC1E3C-2F96-8285-D0E9-CBEE194D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42">
                <a:extLst>
                  <a:ext uri="{FF2B5EF4-FFF2-40B4-BE49-F238E27FC236}">
                    <ns2:creationId id="{BD750943-A204-25B3-6964-1189DC5D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7" name="AutoShape 43">
                <a:extLst>
                  <a:ext uri="{FF2B5EF4-FFF2-40B4-BE49-F238E27FC236}">
                    <ns2:creationId id="{EB68A755-8DA9-E125-0CA5-9A239526012B}"/>
                  </a:ext>
                </a:extLst>
              </p:cNvPr>
              <p:cNvCxnSpPr>
                <a:cxnSpLocks noChangeShapeType="1"/>
                <a:endCxn id="80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8" name="AutoShape 44">
                <a:extLst>
                  <a:ext uri="{FF2B5EF4-FFF2-40B4-BE49-F238E27FC236}">
                    <ns2:creationId id="{87EFCD64-516B-B773-925D-754C6CB043F6}"/>
                  </a:ext>
                </a:extLst>
              </p:cNvPr>
              <p:cNvCxnSpPr>
                <a:cxnSpLocks noChangeShapeType="1"/>
                <a:stCxn id="80" idx="3"/>
                <a:endCxn id="81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9" name="AutoShape 45">
                <a:extLst>
                  <a:ext uri="{FF2B5EF4-FFF2-40B4-BE49-F238E27FC236}">
                    <ns2:creationId id="{B09E2866-8DA3-B25B-55B6-DCAABF908F14}"/>
                  </a:ext>
                </a:extLst>
              </p:cNvPr>
              <p:cNvCxnSpPr>
                <a:cxnSpLocks noChangeShapeType="1"/>
                <a:stCxn id="81" idx="2"/>
                <a:endCxn id="82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0" name="AutoShape 46">
                <a:extLst>
                  <a:ext uri="{FF2B5EF4-FFF2-40B4-BE49-F238E27FC236}">
                    <ns2:creationId id="{462401A5-0038-0B6B-E90F-2F610A2738E8}"/>
                  </a:ext>
                </a:extLst>
              </p:cNvPr>
              <p:cNvCxnSpPr>
                <a:cxnSpLocks noChangeShapeType="1"/>
                <a:stCxn id="82" idx="3"/>
                <a:endCxn id="83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1" name="AutoShape 47">
                <a:extLst>
                  <a:ext uri="{FF2B5EF4-FFF2-40B4-BE49-F238E27FC236}">
                    <ns2:creationId id="{DB101D63-634A-3ABC-BC63-378D5150E1E6}"/>
                  </a:ext>
                </a:extLst>
              </p:cNvPr>
              <p:cNvCxnSpPr>
                <a:cxnSpLocks noChangeShapeType="1"/>
                <a:stCxn id="83" idx="2"/>
                <a:endCxn id="84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2" name="AutoShape 48">
                <a:extLst>
                  <a:ext uri="{FF2B5EF4-FFF2-40B4-BE49-F238E27FC236}">
                    <ns2:creationId id="{EBCA3A77-3797-0E21-BE5C-4A948EF976C9}"/>
                  </a:ext>
                </a:extLst>
              </p:cNvPr>
              <p:cNvCxnSpPr>
                <a:cxnSpLocks noChangeShapeType="1"/>
                <a:stCxn id="84" idx="3"/>
                <a:endCxn id="85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3" name="AutoShape 49">
                <a:extLst>
                  <a:ext uri="{FF2B5EF4-FFF2-40B4-BE49-F238E27FC236}">
                    <ns2:creationId id="{E0791ABC-C983-9592-CD47-8B557BC3AB19}"/>
                  </a:ext>
                </a:extLst>
              </p:cNvPr>
              <p:cNvCxnSpPr>
                <a:cxnSpLocks noChangeShapeType="1"/>
                <a:stCxn id="85" idx="2"/>
                <a:endCxn id="86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73" name="グループ化 72">
              <a:extLst>
                <a:ext uri="{FF2B5EF4-FFF2-40B4-BE49-F238E27FC236}">
                  <ns2:creationId id="{4DA30567-15DC-89C6-CC88-97DA0A3F74F6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75" name="Rectangle 51">
                <a:extLst>
                  <a:ext uri="{FF2B5EF4-FFF2-40B4-BE49-F238E27FC236}">
                    <ns2:creationId id="{2E88ED8E-165A-78F3-CE2A-03EC1DF0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76" name="AutoShape 52">
                <a:extLst>
                  <a:ext uri="{FF2B5EF4-FFF2-40B4-BE49-F238E27FC236}">
                    <ns2:creationId id="{8868FD88-7EC7-2CC5-7898-9FDA00D554EB}"/>
                  </a:ext>
                </a:extLst>
              </p:cNvPr>
              <p:cNvCxnSpPr>
                <a:cxnSpLocks noChangeShapeType="1"/>
                <a:endCxn id="75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77" name="Rectangle 53">
                <a:extLst>
                  <a:ext uri="{FF2B5EF4-FFF2-40B4-BE49-F238E27FC236}">
                    <ns2:creationId id="{B6B3187C-42B5-BC8F-BF5B-8D452E281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8" name="Rectangle 54">
                <a:extLst>
                  <a:ext uri="{FF2B5EF4-FFF2-40B4-BE49-F238E27FC236}">
                    <ns2:creationId id="{EE5DBAE9-9A90-6F74-6E71-8B7AE133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9" name="Rectangle 55">
                <a:extLst>
                  <a:ext uri="{FF2B5EF4-FFF2-40B4-BE49-F238E27FC236}">
                    <ns2:creationId id="{C3B7E21F-E086-B6F7-2E80-5BB14584D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4" name="AutoShape 18">
              <a:extLst>
                <a:ext uri="{FF2B5EF4-FFF2-40B4-BE49-F238E27FC236}">
                  <ns2:creationId id="{B1B69E6D-0716-DEBA-131A-C2D25B08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EC67DDCE-A6E1-33AC-8CFE-E942AD14A9F8}"/>
              </a:ext>
            </a:extLst>
          </p:cNvPr>
          <p:cNvGrpSpPr/>
          <p:nvPr/>
        </p:nvGrpSpPr>
        <p:grpSpPr>
          <a:xfrm>
            <a:off x="3756147" y="4026855"/>
            <a:ext cx="1510260" cy="377455"/>
            <a:chOff x="3749595" y="2826120"/>
            <a:chExt cx="1218691" cy="304584"/>
          </a:xfrm>
        </p:grpSpPr>
        <p:sp>
          <p:nvSpPr>
            <p:cNvPr id="95" name="Rectangle 17">
              <a:extLst>
                <a:ext uri="{FF2B5EF4-FFF2-40B4-BE49-F238E27FC236}">
                  <ns2:creationId id="{1930A3D2-9EB1-BB1D-1BBC-6F73EF8C2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6" name="AutoShape 18">
              <a:extLst>
                <a:ext uri="{FF2B5EF4-FFF2-40B4-BE49-F238E27FC236}">
                  <ns2:creationId id="{FD223663-E6E1-2294-EA70-FE9D814B9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7" name="Rectangle 19">
              <a:extLst>
                <a:ext uri="{FF2B5EF4-FFF2-40B4-BE49-F238E27FC236}">
                  <ns2:creationId id="{05399E37-BEDD-37F8-914D-ADF4C15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8" name="グループ化 97">
            <a:extLst>
              <a:ext uri="{FF2B5EF4-FFF2-40B4-BE49-F238E27FC236}">
                <ns2:creationId id="{BFA3D24A-426A-30E6-9D9F-281C2B12CC25}"/>
              </a:ext>
            </a:extLst>
          </p:cNvPr>
          <p:cNvGrpSpPr/>
          <p:nvPr/>
        </p:nvGrpSpPr>
        <p:grpSpPr>
          <a:xfrm>
            <a:off x="5640847" y="3992612"/>
            <a:ext cx="1392131" cy="445942"/>
            <a:chOff x="5576846" y="4039282"/>
            <a:chExt cx="1392131" cy="445942"/>
          </a:xfrm>
        </p:grpSpPr>
        <p:grpSp>
          <p:nvGrpSpPr>
            <p:cNvPr id="99" name="グループ化 98">
              <a:extLst>
                <a:ext uri="{FF2B5EF4-FFF2-40B4-BE49-F238E27FC236}">
                  <ns2:creationId id="{EEACEF4A-60E8-E900-F30F-BB8DBDEDEB00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104" name="Oval 105">
                <a:extLst>
                  <a:ext uri="{FF2B5EF4-FFF2-40B4-BE49-F238E27FC236}">
                    <ns2:creationId id="{DF701C11-51F8-9B76-4844-4371FB1D3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5" name="Oval 106">
                <a:extLst>
                  <a:ext uri="{FF2B5EF4-FFF2-40B4-BE49-F238E27FC236}">
                    <ns2:creationId id="{F8E6F701-0921-A549-F377-44D890639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100" name="グループ化 99">
              <a:extLst>
                <a:ext uri="{FF2B5EF4-FFF2-40B4-BE49-F238E27FC236}">
                  <ns2:creationId id="{6952A147-4C12-7A5B-15DC-85C93648663A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102" name="Oval 105">
                <a:extLst>
                  <a:ext uri="{FF2B5EF4-FFF2-40B4-BE49-F238E27FC236}">
                    <ns2:creationId id="{E9279702-94EF-E30A-6B9B-6A7FA52E9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3" name="Oval 106">
                <a:extLst>
                  <a:ext uri="{FF2B5EF4-FFF2-40B4-BE49-F238E27FC236}">
                    <ns2:creationId id="{3BD9CDF9-1825-03B6-BC25-7C17E7BF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1" name="AutoShape 18">
              <a:extLst>
                <a:ext uri="{FF2B5EF4-FFF2-40B4-BE49-F238E27FC236}">
                  <ns2:creationId id="{C9E7C710-E8E7-30DB-5C49-984E45142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06" name="グループ化 105">
            <a:extLst>
              <a:ext uri="{FF2B5EF4-FFF2-40B4-BE49-F238E27FC236}">
                <ns2:creationId id="{3EFC59C4-172F-0D27-F73D-7C6B30FD95A9}"/>
              </a:ext>
            </a:extLst>
          </p:cNvPr>
          <p:cNvGrpSpPr/>
          <p:nvPr/>
        </p:nvGrpSpPr>
        <p:grpSpPr>
          <a:xfrm>
            <a:off x="7459205" y="4007361"/>
            <a:ext cx="1406678" cy="416445"/>
            <a:chOff x="7427481" y="4054031"/>
            <a:chExt cx="1406678" cy="416445"/>
          </a:xfrm>
        </p:grpSpPr>
        <p:grpSp>
          <p:nvGrpSpPr>
            <p:cNvPr id="107" name="グループ化 106">
              <a:extLst>
                <a:ext uri="{FF2B5EF4-FFF2-40B4-BE49-F238E27FC236}">
                  <ns2:creationId id="{F6335E2D-0303-57A8-0A3A-F2B2086E0001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110" name="Oval 59">
                <a:extLst>
                  <a:ext uri="{FF2B5EF4-FFF2-40B4-BE49-F238E27FC236}">
                    <ns2:creationId id="{3A851C7D-AF7C-1642-3161-EA88B3693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1" name="Oval 60">
                <a:extLst>
                  <a:ext uri="{FF2B5EF4-FFF2-40B4-BE49-F238E27FC236}">
                    <ns2:creationId id="{896A1171-86BA-377B-D77C-A0A9DFF7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2" name="Oval 61">
                <a:extLst>
                  <a:ext uri="{FF2B5EF4-FFF2-40B4-BE49-F238E27FC236}">
                    <ns2:creationId id="{0F8AAFA3-C32B-E507-C603-4897F7844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3" name="Oval 62">
                <a:extLst>
                  <a:ext uri="{FF2B5EF4-FFF2-40B4-BE49-F238E27FC236}">
                    <ns2:creationId id="{52963B35-39C4-8692-8D09-FC772B4B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4" name="Oval 63">
                <a:extLst>
                  <a:ext uri="{FF2B5EF4-FFF2-40B4-BE49-F238E27FC236}">
                    <ns2:creationId id="{8826C4BE-C427-FA67-1DD2-1BFC10E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5" name="Oval 64">
                <a:extLst>
                  <a:ext uri="{FF2B5EF4-FFF2-40B4-BE49-F238E27FC236}">
                    <ns2:creationId id="{5760F4BF-D943-9874-EB0C-54A09CD8F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6" name="Oval 65">
                <a:extLst>
                  <a:ext uri="{FF2B5EF4-FFF2-40B4-BE49-F238E27FC236}">
                    <ns2:creationId id="{186A731B-66D5-5942-C801-8EA8AA19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7" name="Oval 66">
                <a:extLst>
                  <a:ext uri="{FF2B5EF4-FFF2-40B4-BE49-F238E27FC236}">
                    <ns2:creationId id="{6A00FFB7-8F2A-130A-2A5F-2FEF8B29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8" name="Oval 67">
                <a:extLst>
                  <a:ext uri="{FF2B5EF4-FFF2-40B4-BE49-F238E27FC236}">
                    <ns2:creationId id="{01DD629D-D1AF-0B8D-E635-42D8C137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9" name="Oval 68">
                <a:extLst>
                  <a:ext uri="{FF2B5EF4-FFF2-40B4-BE49-F238E27FC236}">
                    <ns2:creationId id="{6BB92A6A-1C0E-B145-952A-32C77E034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20" name="Oval 69">
                <a:extLst>
                  <a:ext uri="{FF2B5EF4-FFF2-40B4-BE49-F238E27FC236}">
                    <ns2:creationId id="{90F5534F-4168-7E82-D195-745B0B34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8" name="Oval 70">
              <a:extLst>
                <a:ext uri="{FF2B5EF4-FFF2-40B4-BE49-F238E27FC236}">
                  <ns2:creationId id="{FB27934A-8B99-0D3E-C8E3-04CB2DA01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ns2:creationId id="{519E6237-3E02-85AE-F679-3D18A983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1" name="グループ化 120">
            <a:extLst>
              <a:ext uri="{FF2B5EF4-FFF2-40B4-BE49-F238E27FC236}">
                <ns2:creationId id="{B49694AD-4DD8-C499-6C83-C4142B135AC8}"/>
              </a:ext>
            </a:extLst>
          </p:cNvPr>
          <p:cNvGrpSpPr/>
          <p:nvPr/>
        </p:nvGrpSpPr>
        <p:grpSpPr>
          <a:xfrm>
            <a:off x="3839194" y="5302511"/>
            <a:ext cx="1344168" cy="523714"/>
            <a:chOff x="3799410" y="5394221"/>
            <a:chExt cx="1344168" cy="523714"/>
          </a:xfrm>
        </p:grpSpPr>
        <p:pic>
          <p:nvPicPr>
            <p:cNvPr id="122" name="グラフィックス 121" descr="ユーザー 単色塗りつぶし">
              <a:extLst>
                <a:ext uri="{FF2B5EF4-FFF2-40B4-BE49-F238E27FC236}">
                  <ns2:creationId id="{AEB60CCC-668B-3813-918A-9C54422903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3" name="グラフィックス 122" descr="ユーザー 単色塗りつぶし">
              <a:extLst>
                <a:ext uri="{FF2B5EF4-FFF2-40B4-BE49-F238E27FC236}">
                  <ns2:creationId id="{DFA6A33D-38A9-F3E3-8FE2-288EC079BE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4" name="AutoShape 18">
              <a:extLst>
                <a:ext uri="{FF2B5EF4-FFF2-40B4-BE49-F238E27FC236}">
                  <ns2:creationId id="{82C0D496-F414-C2D4-B6B9-7767E82A9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5" name="グループ化 124">
            <a:extLst>
              <a:ext uri="{FF2B5EF4-FFF2-40B4-BE49-F238E27FC236}">
                <ns2:creationId id="{B2A66D7B-9FF9-EF59-2969-7A6F73441450}"/>
              </a:ext>
            </a:extLst>
          </p:cNvPr>
          <p:cNvGrpSpPr/>
          <p:nvPr/>
        </p:nvGrpSpPr>
        <p:grpSpPr>
          <a:xfrm>
            <a:off x="5664827" y="5302511"/>
            <a:ext cx="1344168" cy="523714"/>
            <a:chOff x="3799410" y="5394221"/>
            <a:chExt cx="1344168" cy="523714"/>
          </a:xfrm>
        </p:grpSpPr>
        <p:pic>
          <p:nvPicPr>
            <p:cNvPr id="126" name="グラフィックス 125" descr="ユーザー 単色塗りつぶし">
              <a:extLst>
                <a:ext uri="{FF2B5EF4-FFF2-40B4-BE49-F238E27FC236}">
                  <ns2:creationId id="{7E584691-A42F-0897-60C5-03E447A55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7" name="グラフィックス 126" descr="ユーザー 単色塗りつぶし">
              <a:extLst>
                <a:ext uri="{FF2B5EF4-FFF2-40B4-BE49-F238E27FC236}">
                  <ns2:creationId id="{A779C91C-2798-A0B4-DD71-4E52607905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8" name="AutoShape 18">
              <a:extLst>
                <a:ext uri="{FF2B5EF4-FFF2-40B4-BE49-F238E27FC236}">
                  <ns2:creationId id="{65234B96-4B25-9899-40A8-863B62CC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9" name="グループ化 128">
            <a:extLst>
              <a:ext uri="{FF2B5EF4-FFF2-40B4-BE49-F238E27FC236}">
                <ns2:creationId id="{3A3125DB-A57D-67BC-308A-D6AA7ACA24C6}"/>
              </a:ext>
            </a:extLst>
          </p:cNvPr>
          <p:cNvGrpSpPr/>
          <p:nvPr/>
        </p:nvGrpSpPr>
        <p:grpSpPr>
          <a:xfrm>
            <a:off x="7364333" y="5175075"/>
            <a:ext cx="1596420" cy="817855"/>
            <a:chOff x="7395179" y="5334398"/>
            <a:chExt cx="1596420" cy="817855"/>
          </a:xfrm>
        </p:grpSpPr>
        <p:grpSp>
          <p:nvGrpSpPr>
            <p:cNvPr id="130" name="グループ化 129">
              <a:extLst>
                <a:ext uri="{FF2B5EF4-FFF2-40B4-BE49-F238E27FC236}">
                  <ns2:creationId id="{2CCCD604-D545-0854-631A-F250521BC726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137" name="Rectangle 17">
                <a:extLst>
                  <a:ext uri="{FF2B5EF4-FFF2-40B4-BE49-F238E27FC236}">
                    <ns2:creationId id="{30C59107-FCD0-A62B-ABE1-9C383085D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DFABC05-75EE-20E6-93E0-653C3DE25FA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5D0C89C2-2F3D-ADC8-D40D-2D11E977E8EF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135" name="Rectangle 17">
                <a:extLst>
                  <a:ext uri="{FF2B5EF4-FFF2-40B4-BE49-F238E27FC236}">
                    <ns2:creationId id="{1B8089B2-BD25-6056-A2FD-AC4FD4A6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20F2245E-97F1-5759-C3BA-F016AD08F717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2" name="グループ化 131">
              <a:extLst>
                <a:ext uri="{FF2B5EF4-FFF2-40B4-BE49-F238E27FC236}">
                  <ns2:creationId id="{EDFA5757-027F-EEB7-422C-4E67E76F4CB3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89D4F17C-D60F-A3FE-F286-C83E28381930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4" name="グラフィックス 133" descr="ユーザー 単色塗りつぶし">
                <a:extLst>
                  <a:ext uri="{FF2B5EF4-FFF2-40B4-BE49-F238E27FC236}">
                    <ns2:creationId id="{DD255094-2D30-AA14-EC2F-AAF63A4F6C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  <p:sp>
        <p:nvSpPr>
          <p:cNvPr id="273" name="正方形/長方形 272">
            <a:extLst>
              <a:ext uri="{FF2B5EF4-FFF2-40B4-BE49-F238E27FC236}">
                <ns2:creationId id="{CB699AAB-9C45-DE9D-DE89-DCAB1A855F53}"/>
              </a:ext>
            </a:extLst>
          </p:cNvPr>
          <p:cNvSpPr/>
          <p:nvPr/>
        </p:nvSpPr>
        <p:spPr>
          <a:xfrm>
            <a:off x="3629172" y="2549461"/>
            <a:ext cx="1759797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7620609F-FAC2-DE99-8E56-BA5337482B64}"/>
              </a:ext>
            </a:extLst>
          </p:cNvPr>
          <p:cNvSpPr/>
          <p:nvPr/>
        </p:nvSpPr>
        <p:spPr>
          <a:xfrm>
            <a:off x="5457012" y="2547549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60757809-1D4C-F74F-DA40-329E5951825C}"/>
              </a:ext>
            </a:extLst>
          </p:cNvPr>
          <p:cNvSpPr/>
          <p:nvPr/>
        </p:nvSpPr>
        <p:spPr>
          <a:xfrm>
            <a:off x="7297652" y="2549461"/>
            <a:ext cx="1748602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AE5252A1-6B7B-54ED-00B6-03725BA60BC1}"/>
              </a:ext>
            </a:extLst>
          </p:cNvPr>
          <p:cNvSpPr/>
          <p:nvPr/>
        </p:nvSpPr>
        <p:spPr>
          <a:xfrm>
            <a:off x="3668046" y="3861056"/>
            <a:ext cx="1676370" cy="103134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794DF2BE-FB14-8D43-5914-ED37AE584F3B}"/>
              </a:ext>
            </a:extLst>
          </p:cNvPr>
          <p:cNvSpPr/>
          <p:nvPr/>
        </p:nvSpPr>
        <p:spPr>
          <a:xfrm>
            <a:off x="5457012" y="3858568"/>
            <a:ext cx="1722765" cy="100850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en-US" altLang="ja-JP" sz="11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8160EECE-D577-5EBE-7565-CA0607E7D02D}"/>
              </a:ext>
            </a:extLst>
          </p:cNvPr>
          <p:cNvSpPr/>
          <p:nvPr/>
        </p:nvSpPr>
        <p:spPr>
          <a:xfrm>
            <a:off x="7286456" y="3837262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3" name="正方形/長方形 282">
            <a:extLst>
              <a:ext uri="{FF2B5EF4-FFF2-40B4-BE49-F238E27FC236}">
                <ns2:creationId id="{BB9A7CB2-1B30-77DC-EFB2-44FE6E8B3937}"/>
              </a:ext>
            </a:extLst>
          </p:cNvPr>
          <p:cNvSpPr/>
          <p:nvPr/>
        </p:nvSpPr>
        <p:spPr>
          <a:xfrm>
            <a:off x="3637297" y="5178142"/>
            <a:ext cx="1759797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4" name="正方形/長方形 283">
            <a:extLst>
              <a:ext uri="{FF2B5EF4-FFF2-40B4-BE49-F238E27FC236}">
                <ns2:creationId id="{28878591-185B-C68A-F4E6-78DC5877FEC3}"/>
              </a:ext>
            </a:extLst>
          </p:cNvPr>
          <p:cNvSpPr/>
          <p:nvPr/>
        </p:nvSpPr>
        <p:spPr>
          <a:xfrm>
            <a:off x="5502767" y="5169585"/>
            <a:ext cx="1714042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四角形: 上の 2 つの角を丸める 286">
            <a:extLst>
              <a:ext uri="{FF2B5EF4-FFF2-40B4-BE49-F238E27FC236}">
                <ns2:creationId id="{1310B6FE-5BBC-AB11-C285-7B1E5AE92267}"/>
              </a:ext>
            </a:extLst>
          </p:cNvPr>
          <p:cNvSpPr/>
          <p:nvPr/>
        </p:nvSpPr>
        <p:spPr>
          <a:xfrm>
            <a:off x="7274620" y="496057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93" name="四角形: 角を丸くする 292">
            <a:extLst>
              <a:ext uri="{FF2B5EF4-FFF2-40B4-BE49-F238E27FC236}">
                <ns2:creationId id="{2F8B6648-D718-236D-46FD-2BABC62DE797}"/>
              </a:ext>
            </a:extLst>
          </p:cNvPr>
          <p:cNvSpPr/>
          <p:nvPr/>
        </p:nvSpPr>
        <p:spPr>
          <a:xfrm>
            <a:off x="7285815" y="5141393"/>
            <a:ext cx="1771633" cy="1049387"/>
          </a:xfrm>
          <a:prstGeom prst="roundRect">
            <a:avLst>
              <a:gd name="adj" fmla="val 4331"/>
            </a:avLst>
          </a:prstGeom>
          <a:solidFill>
            <a:schemeClr val="bg1"/>
          </a:solidFill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四角形: 角を丸くする 288">
            <a:extLst>
              <a:ext uri="{FF2B5EF4-FFF2-40B4-BE49-F238E27FC236}">
                <ns2:creationId id="{880E2715-9289-83C8-B7E6-661D1B2C1ED0}"/>
              </a:ext>
            </a:extLst>
          </p:cNvPr>
          <p:cNvSpPr/>
          <p:nvPr/>
        </p:nvSpPr>
        <p:spPr>
          <a:xfrm>
            <a:off x="4340329" y="5836596"/>
            <a:ext cx="3655339" cy="419436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5" name="ホームベース 64">
            <a:extLst>
              <a:ext uri="{FF2B5EF4-FFF2-40B4-BE49-F238E27FC236}">
                <ns2:creationId id="{CC03FE41-B011-A2B8-F8E5-D6D353A92D2B}"/>
              </a:ext>
            </a:extLst>
          </p:cNvPr>
          <p:cNvSpPr/>
          <p:nvPr/>
        </p:nvSpPr>
        <p:spPr>
          <a:xfrm>
            <a:off x="9531536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tx1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+mn-ea"/>
              </a:rPr>
              <a:t>×</a:t>
            </a: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楕円 18">
            <a:extLst>
              <a:ext uri="{FF2B5EF4-FFF2-40B4-BE49-F238E27FC236}">
                <ns2:creationId id="{23CD7EBB-11E5-915C-7B56-0C1753CA7F42}"/>
              </a:ext>
            </a:extLst>
          </p:cNvPr>
          <p:cNvSpPr/>
          <p:nvPr/>
        </p:nvSpPr>
        <p:spPr>
          <a:xfrm>
            <a:off x="9424857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矢印: 五方向 18">
            <a:extLst>
              <a:ext uri="{FF2B5EF4-FFF2-40B4-BE49-F238E27FC236}">
                <ns2:creationId id="{42C4402D-7009-07FE-19CE-BEE54A662723}"/>
              </a:ext>
            </a:extLst>
          </p:cNvPr>
          <p:cNvSpPr/>
          <p:nvPr/>
        </p:nvSpPr>
        <p:spPr>
          <a:xfrm rot="16200000">
            <a:off x="9217625" y="4681422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矢印: 五方向 18">
            <a:extLst>
              <a:ext uri="{FF2B5EF4-FFF2-40B4-BE49-F238E27FC236}">
                <ns2:creationId id="{4AC055B4-0290-E4E5-A83A-072161338F41}"/>
              </a:ext>
            </a:extLst>
          </p:cNvPr>
          <p:cNvSpPr/>
          <p:nvPr/>
        </p:nvSpPr>
        <p:spPr>
          <a:xfrm>
            <a:off x="10092649" y="5220257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楕円 27">
            <a:extLst>
              <a:ext uri="{FF2B5EF4-FFF2-40B4-BE49-F238E27FC236}">
                <ns2:creationId id="{62091067-83B5-28F7-B84B-D2A16D74032A}"/>
              </a:ext>
            </a:extLst>
          </p:cNvPr>
          <p:cNvSpPr/>
          <p:nvPr/>
        </p:nvSpPr>
        <p:spPr>
          <a:xfrm>
            <a:off x="9791025" y="419639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楕円 27">
            <a:extLst>
              <a:ext uri="{FF2B5EF4-FFF2-40B4-BE49-F238E27FC236}">
                <ns2:creationId id="{6C2E29D7-A5E5-C904-9D73-444F21E8302B}"/>
              </a:ext>
            </a:extLst>
          </p:cNvPr>
          <p:cNvSpPr/>
          <p:nvPr/>
        </p:nvSpPr>
        <p:spPr>
          <a:xfrm>
            <a:off x="11113205" y="523997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0" name="正方形/長方形 319">
            <a:extLst>
              <a:ext uri="{FF2B5EF4-FFF2-40B4-BE49-F238E27FC236}">
                <ns2:creationId id="{5FC81B54-CE5D-F4D8-831F-DF2E83BDD5C1}"/>
              </a:ext>
            </a:extLst>
          </p:cNvPr>
          <p:cNvSpPr/>
          <p:nvPr/>
        </p:nvSpPr>
        <p:spPr>
          <a:xfrm>
            <a:off x="9759878" y="4563926"/>
            <a:ext cx="332771" cy="67605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6EF90120-BD8C-141C-64FB-78828A055802}"/>
              </a:ext>
            </a:extLst>
          </p:cNvPr>
          <p:cNvSpPr/>
          <p:nvPr/>
        </p:nvSpPr>
        <p:spPr>
          <a:xfrm>
            <a:off x="10110159" y="5239979"/>
            <a:ext cx="955476" cy="28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25" name="グループ化 324">
            <a:extLst>
              <a:ext uri="{FF2B5EF4-FFF2-40B4-BE49-F238E27FC236}">
                <ns2:creationId id="{F8069B5C-9C1C-F02A-4C7E-ECE809122A4D}"/>
              </a:ext>
            </a:extLst>
          </p:cNvPr>
          <p:cNvGrpSpPr/>
          <p:nvPr/>
        </p:nvGrpSpPr>
        <p:grpSpPr>
          <a:xfrm>
            <a:off x="10139177" y="4138775"/>
            <a:ext cx="1370750" cy="1056434"/>
            <a:chOff x="6925735" y="2362474"/>
            <a:chExt cx="4381528" cy="3101696"/>
          </a:xfrm>
        </p:grpSpPr>
        <p:sp>
          <p:nvSpPr>
            <p:cNvPr id="326" name="正方形/長方形 325">
              <a:extLst>
                <a:ext uri="{FF2B5EF4-FFF2-40B4-BE49-F238E27FC236}">
                  <ns2:creationId id="{640015FA-4C15-B508-6969-DCB686BA178B}"/>
                </a:ext>
              </a:extLst>
            </p:cNvPr>
            <p:cNvSpPr/>
            <p:nvPr/>
          </p:nvSpPr>
          <p:spPr>
            <a:xfrm>
              <a:off x="9116499" y="2362511"/>
              <a:ext cx="2190764" cy="1550848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8012A245-6734-2CC3-5D01-9330D2530AD4}"/>
                </a:ext>
              </a:extLst>
            </p:cNvPr>
            <p:cNvSpPr/>
            <p:nvPr/>
          </p:nvSpPr>
          <p:spPr>
            <a:xfrm>
              <a:off x="6925735" y="2362474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1C1F94B-7B60-C59D-70C2-FA74EA7338BD}"/>
                </a:ext>
              </a:extLst>
            </p:cNvPr>
            <p:cNvSpPr/>
            <p:nvPr/>
          </p:nvSpPr>
          <p:spPr>
            <a:xfrm>
              <a:off x="9116499" y="3913322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F215A8D8-2350-F0F3-E4D3-1F607E73F73C}"/>
                </a:ext>
              </a:extLst>
            </p:cNvPr>
            <p:cNvSpPr/>
            <p:nvPr/>
          </p:nvSpPr>
          <p:spPr>
            <a:xfrm>
              <a:off x="6925735" y="3913285"/>
              <a:ext cx="2190764" cy="15508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330" name="吹き出し: 線 329">
            <a:extLst>
              <a:ext uri="{FF2B5EF4-FFF2-40B4-BE49-F238E27FC236}">
                <ns2:creationId id="{359F9F56-A051-ED18-6B25-596887FAFA86}"/>
              </a:ext>
            </a:extLst>
          </p:cNvPr>
          <p:cNvSpPr/>
          <p:nvPr/>
        </p:nvSpPr>
        <p:spPr>
          <a:xfrm>
            <a:off x="9613816" y="3682868"/>
            <a:ext cx="2117882" cy="351400"/>
          </a:xfrm>
          <a:prstGeom prst="borderCallout1">
            <a:avLst>
              <a:gd name="adj1" fmla="val 91212"/>
              <a:gd name="adj2" fmla="val 72799"/>
              <a:gd name="adj3" fmla="val 151525"/>
              <a:gd name="adj4" fmla="val 73965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</p:txBody>
      </p:sp>
      <p:pic>
        <p:nvPicPr>
          <p:cNvPr id="332" name="グラフィックス 331" descr="ドキュメント 単色塗りつぶし">
            <a:extLst>
              <a:ext uri="{FF2B5EF4-FFF2-40B4-BE49-F238E27FC236}">
                <ns2:creationId id="{C864C7BA-E46B-4A12-A1A7-391D0A2EB2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480568" y="3622567"/>
            <a:ext cx="611538" cy="611538"/>
          </a:xfrm>
          <a:prstGeom prst="rect">
            <a:avLst/>
          </a:prstGeom>
        </p:spPr>
      </p:pic>
      <p:sp>
        <p:nvSpPr>
          <p:cNvPr id="333" name="吹き出し: 線 332">
            <a:extLst>
              <a:ext uri="{FF2B5EF4-FFF2-40B4-BE49-F238E27FC236}">
                <ns2:creationId id="{B6B76DB9-EC15-2CF1-6ECC-542E92D59D2E}"/>
              </a:ext>
            </a:extLst>
          </p:cNvPr>
          <p:cNvSpPr/>
          <p:nvPr/>
        </p:nvSpPr>
        <p:spPr>
          <a:xfrm>
            <a:off x="1101835" y="3622566"/>
            <a:ext cx="1476349" cy="874789"/>
          </a:xfrm>
          <a:prstGeom prst="borderCallout1">
            <a:avLst>
              <a:gd name="adj1" fmla="val 48273"/>
              <a:gd name="adj2" fmla="val -14501"/>
              <a:gd name="adj3" fmla="val 41912"/>
              <a:gd name="adj4" fmla="val -17760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</p:txBody>
      </p:sp>
      <p:sp>
        <p:nvSpPr>
          <p:cNvPr id="334" name="テキスト ボックス 333">
            <a:extLst>
              <a:ext uri="{FF2B5EF4-FFF2-40B4-BE49-F238E27FC236}">
                <ns2:creationId id="{B56BB57A-F035-E174-0BC9-EF37F2D40957}"/>
              </a:ext>
            </a:extLst>
          </p:cNvPr>
          <p:cNvSpPr txBox="1"/>
          <p:nvPr/>
        </p:nvSpPr>
        <p:spPr>
          <a:xfrm>
            <a:off x="253740" y="6337668"/>
            <a:ext cx="255072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000" dirty="0"/>
              <a:t>XX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</a:p>
        </p:txBody>
      </p:sp>
    </p:spTree>
    <p:extLst>
      <p:ext uri="{BB962C8B-B14F-4D97-AF65-F5344CB8AC3E}">
        <ns6:creationId val="2136885672"/>
      </p:ext>
    </p:extLst>
  </p:cSld>
  <p:clrMapOvr>
    <a:masterClrMapping/>
  </p:clrMapOvr>
</p:sld>
</file>

<file path=ppt/slides/slide33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EE23B9-0641-CE7F-3AF6-84AAF2B4B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04C31E-80E6-947E-C155-E29E8930A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  <a:r>
              <a:rPr kumimoji="1" lang="en-US" altLang="ja-JP"/>
              <a:t>)</a:t>
            </a:r>
            <a:r>
              <a:rPr kumimoji="1" lang="ja-JP" altLang="en-US"/>
              <a:t>XX</a:t>
            </a:r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3260B0F-9713-38A8-7AB9-7711C61B87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630620"/>
            <a:ext cx="5744007" cy="1096997"/>
          </a:xfrm>
        </p:spPr>
        <p:txBody>
          <a:bodyPr/>
          <a:lstStyle/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257300" lvl="2" indent="-342900">
              <a:spcBef>
                <a:spcPts val="400"/>
              </a:spcBef>
              <a:buFont typeface="+mj-lt"/>
              <a:buAutoNum type="arabicPeriod"/>
            </a:pPr>
            <a:endParaRPr kumimoji="1" lang="en-US" altLang="ja-JP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00100" lvl="1" indent="-342900">
              <a:spcBef>
                <a:spcPts val="400"/>
              </a:spcBef>
              <a:buFont typeface="+mj-lt"/>
              <a:buAutoNum type="circleNumDbPlain"/>
            </a:pPr>
            <a:endParaRPr kumimoji="1" lang="ja-JP" altLang="en-US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F5113AB-8205-0D0F-EFA9-BC74A012CF93}"/>
              </a:ext>
            </a:extLst>
          </p:cNvPr>
          <p:cNvSpPr/>
          <p:nvPr/>
        </p:nvSpPr>
        <p:spPr>
          <a:xfrm>
            <a:off x="8808719" y="904568"/>
            <a:ext cx="690396" cy="4720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テキスト ボックス 79">
            <a:extLst>
              <a:ext uri="{FF2B5EF4-FFF2-40B4-BE49-F238E27FC236}">
                <ns2:creationId id="{E5A87D5E-8E4A-5640-99E6-FEFD73D0AF10}"/>
              </a:ext>
            </a:extLst>
          </p:cNvPr>
          <p:cNvSpPr txBox="1"/>
          <p:nvPr/>
        </p:nvSpPr>
        <p:spPr>
          <a:xfrm>
            <a:off x="9936886" y="1002096"/>
            <a:ext cx="5758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2D8BF5E8-758E-FAD1-12F4-639B37151AF4}"/>
              </a:ext>
            </a:extLst>
          </p:cNvPr>
          <p:cNvSpPr txBox="1"/>
          <p:nvPr/>
        </p:nvSpPr>
        <p:spPr>
          <a:xfrm>
            <a:off x="11038084" y="1002096"/>
            <a:ext cx="10525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矢印: 五方向 7">
            <a:extLst>
              <a:ext uri="{FF2B5EF4-FFF2-40B4-BE49-F238E27FC236}">
                <ns2:creationId id="{AFD9DBCE-F233-9AC1-701E-96B9B60F5A41}"/>
              </a:ext>
            </a:extLst>
          </p:cNvPr>
          <p:cNvSpPr/>
          <p:nvPr/>
        </p:nvSpPr>
        <p:spPr>
          <a:xfrm>
            <a:off x="648134" y="1310448"/>
            <a:ext cx="5580000" cy="324762"/>
          </a:xfrm>
          <a:prstGeom prst="homePlate">
            <a:avLst>
              <a:gd name="adj" fmla="val 36595"/>
            </a:avLst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9" name="グループ化 188">
            <a:extLst>
              <a:ext uri="{FF2B5EF4-FFF2-40B4-BE49-F238E27FC236}">
                <ns2:creationId id="{8792E2BC-0516-7801-E31B-2185080D1C3E}"/>
              </a:ext>
            </a:extLst>
          </p:cNvPr>
          <p:cNvGrpSpPr/>
          <p:nvPr/>
        </p:nvGrpSpPr>
        <p:grpSpPr>
          <a:xfrm>
            <a:off x="5935178" y="1140595"/>
            <a:ext cx="5928507" cy="1594372"/>
            <a:chOff x="5935178" y="1140595"/>
            <a:chExt cx="5928507" cy="1594372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79FE44FE-8303-8CA5-A5BF-FB036FA95637}"/>
                </a:ext>
              </a:extLst>
            </p:cNvPr>
            <p:cNvSpPr txBox="1">
              <a:spLocks/>
            </p:cNvSpPr>
            <p:nvPr/>
          </p:nvSpPr>
          <p:spPr>
            <a:xfrm>
              <a:off x="5935178" y="1623271"/>
              <a:ext cx="5872956" cy="111169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00100" lvl="1" indent="-342900">
                <a:spcBef>
                  <a:spcPts val="400"/>
                </a:spcBef>
                <a:buFont typeface="+mj-lt"/>
                <a:buAutoNum type="circleNumDbPlain"/>
              </a:pP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8" name="直線矢印コネクタ 77">
              <a:extLst>
                <a:ext uri="{FF2B5EF4-FFF2-40B4-BE49-F238E27FC236}">
                  <ns2:creationId id="{23CD5C66-66C2-0277-4DC1-1F0EB11EC63B}"/>
                </a:ext>
              </a:extLst>
            </p:cNvPr>
            <p:cNvCxnSpPr/>
            <p:nvPr/>
          </p:nvCxnSpPr>
          <p:spPr>
            <a:xfrm>
              <a:off x="9366658" y="1140596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矢印コネクタ 78">
              <a:extLst>
                <a:ext uri="{FF2B5EF4-FFF2-40B4-BE49-F238E27FC236}">
                  <ns2:creationId id="{539D3745-076F-7053-2904-34152DDD6B1C}"/>
                </a:ext>
              </a:extLst>
            </p:cNvPr>
            <p:cNvCxnSpPr/>
            <p:nvPr/>
          </p:nvCxnSpPr>
          <p:spPr>
            <a:xfrm>
              <a:off x="10551701" y="1140595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矢印: 五方向 11">
              <a:extLst>
                <a:ext uri="{FF2B5EF4-FFF2-40B4-BE49-F238E27FC236}">
                  <ns2:creationId id="{1241D4EF-C37B-46F7-543A-A2B4448F8B05}"/>
                </a:ext>
              </a:extLst>
            </p:cNvPr>
            <p:cNvSpPr/>
            <p:nvPr/>
          </p:nvSpPr>
          <p:spPr>
            <a:xfrm>
              <a:off x="6283685" y="1310448"/>
              <a:ext cx="5580000" cy="324762"/>
            </a:xfrm>
            <a:prstGeom prst="homePlate">
              <a:avLst>
                <a:gd name="adj" fmla="val 3659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03B1C2DE-9062-E5D4-D183-7EAF1E24D8FA}"/>
              </a:ext>
            </a:extLst>
          </p:cNvPr>
          <p:cNvGrpSpPr/>
          <p:nvPr/>
        </p:nvGrpSpPr>
        <p:grpSpPr>
          <a:xfrm>
            <a:off x="352527" y="1635210"/>
            <a:ext cx="216000" cy="943619"/>
            <a:chOff x="352527" y="1635210"/>
            <a:chExt cx="216000" cy="943619"/>
          </a:xfrm>
        </p:grpSpPr>
        <p:sp>
          <p:nvSpPr>
            <p:cNvPr id="18" name="正方形/長方形 17">
              <a:extLst>
                <a:ext uri="{FF2B5EF4-FFF2-40B4-BE49-F238E27FC236}">
                  <ns2:creationId id="{82B39EC1-9C54-9383-4FAB-7E8F981CC9BB}"/>
                </a:ext>
              </a:extLst>
            </p:cNvPr>
            <p:cNvSpPr/>
            <p:nvPr/>
          </p:nvSpPr>
          <p:spPr>
            <a:xfrm>
              <a:off x="352527" y="163521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4D7C5372-EADD-ACBF-8CFE-7D87DC1E2397}"/>
                </a:ext>
              </a:extLst>
            </p:cNvPr>
            <p:cNvSpPr/>
            <p:nvPr/>
          </p:nvSpPr>
          <p:spPr>
            <a:xfrm>
              <a:off x="352527" y="187775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71781BEB-CD2E-28F9-A708-B96B4BD92205}"/>
                </a:ext>
              </a:extLst>
            </p:cNvPr>
            <p:cNvSpPr/>
            <p:nvPr/>
          </p:nvSpPr>
          <p:spPr>
            <a:xfrm>
              <a:off x="352527" y="212029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90C8FC2-B5F8-1E24-D6B1-098647E7BA08}"/>
                </a:ext>
              </a:extLst>
            </p:cNvPr>
            <p:cNvSpPr/>
            <p:nvPr/>
          </p:nvSpPr>
          <p:spPr>
            <a:xfrm>
              <a:off x="352527" y="2362829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D3BA16BF-284E-33DC-2DE7-CDFA03810325}"/>
              </a:ext>
            </a:extLst>
          </p:cNvPr>
          <p:cNvGrpSpPr/>
          <p:nvPr/>
        </p:nvGrpSpPr>
        <p:grpSpPr>
          <a:xfrm>
            <a:off x="7733416" y="2494727"/>
            <a:ext cx="4106056" cy="3860110"/>
            <a:chOff x="7733416" y="2494727"/>
            <a:chExt cx="4106056" cy="3860110"/>
          </a:xfrm>
        </p:grpSpPr>
        <p:sp>
          <p:nvSpPr>
            <p:cNvPr id="34" name="正方形/長方形 33">
              <a:extLst>
                <a:ext uri="{FF2B5EF4-FFF2-40B4-BE49-F238E27FC236}">
                  <ns2:creationId id="{0AD0985C-1007-523B-9246-403D269D46E2}"/>
                </a:ext>
              </a:extLst>
            </p:cNvPr>
            <p:cNvSpPr/>
            <p:nvPr/>
          </p:nvSpPr>
          <p:spPr>
            <a:xfrm>
              <a:off x="7987769" y="3866548"/>
              <a:ext cx="1128775" cy="775127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0449FD09-1F30-6BFC-2225-806686E85485}"/>
                </a:ext>
              </a:extLst>
            </p:cNvPr>
            <p:cNvCxnSpPr>
              <a:cxnSpLocks/>
            </p:cNvCxnSpPr>
            <p:nvPr/>
          </p:nvCxnSpPr>
          <p:spPr>
            <a:xfrm>
              <a:off x="8539683" y="3241176"/>
              <a:ext cx="0" cy="63373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9" name="Picture 2" descr="サテライトオフィス・Dify(AI開発ツール)導入支援">
              <a:extLst>
                <a:ext uri="{FF2B5EF4-FFF2-40B4-BE49-F238E27FC236}">
                  <ns2:creationId id="{22CE204B-35CF-53B0-4E95-2A974D12D00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ns4:useLocalDpi val="0"/>
                </a:ext>
              </a:extLst>
            </a:blip>
            <a:srcRect r="67766"/>
            <a:stretch/>
          </p:blipFill>
          <p:spPr bwMode="auto">
            <a:xfrm>
              <a:off x="9277507" y="4310079"/>
              <a:ext cx="520914" cy="546233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130" name="テキスト ボックス 129">
              <a:extLst>
                <a:ext uri="{FF2B5EF4-FFF2-40B4-BE49-F238E27FC236}">
                  <ns2:creationId id="{A8AE8DED-0F69-F437-DF99-1FFEC19E0BBA}"/>
                </a:ext>
              </a:extLst>
            </p:cNvPr>
            <p:cNvSpPr txBox="1"/>
            <p:nvPr/>
          </p:nvSpPr>
          <p:spPr>
            <a:xfrm>
              <a:off x="9779311" y="4349587"/>
              <a:ext cx="90601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544C39D6-6C06-CEA3-E686-1266F9E70731}"/>
                </a:ext>
              </a:extLst>
            </p:cNvPr>
            <p:cNvSpPr txBox="1"/>
            <p:nvPr/>
          </p:nvSpPr>
          <p:spPr>
            <a:xfrm>
              <a:off x="10707165" y="4339191"/>
              <a:ext cx="1132307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D5F9DDA6-00FA-2EF0-815A-0423467F7298}"/>
                </a:ext>
              </a:extLst>
            </p:cNvPr>
            <p:cNvSpPr txBox="1"/>
            <p:nvPr/>
          </p:nvSpPr>
          <p:spPr>
            <a:xfrm>
              <a:off x="9869783" y="4939431"/>
              <a:ext cx="1909302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6B8CEC7-FB20-58B4-975D-3BC7A330DD68}"/>
                </a:ext>
              </a:extLst>
            </p:cNvPr>
            <p:cNvSpPr/>
            <p:nvPr/>
          </p:nvSpPr>
          <p:spPr>
            <a:xfrm>
              <a:off x="7990373" y="4739024"/>
              <a:ext cx="1128775" cy="474489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40" name="Picture 6" descr="Sharepoint アイコン、ロゴ、シンボル – 無料ダウンロード PNG、SVG">
              <a:extLst>
                <a:ext uri="{FF2B5EF4-FFF2-40B4-BE49-F238E27FC236}">
                  <ns2:creationId id="{827EA58B-A6FA-B35B-2959-8426733CE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04929" y="4912844"/>
              <a:ext cx="672486" cy="67248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grpSp>
          <p:nvGrpSpPr>
            <p:cNvPr id="168" name="グループ化 167">
              <a:extLst>
                <a:ext uri="{FF2B5EF4-FFF2-40B4-BE49-F238E27FC236}">
                  <ns2:creationId id="{CA34BE4D-4BF3-F330-6A70-529D445C84C3}"/>
                </a:ext>
              </a:extLst>
            </p:cNvPr>
            <p:cNvGrpSpPr/>
            <p:nvPr/>
          </p:nvGrpSpPr>
          <p:grpSpPr>
            <a:xfrm>
              <a:off x="8118668" y="5205114"/>
              <a:ext cx="997769" cy="270009"/>
              <a:chOff x="1506720" y="5379397"/>
              <a:chExt cx="997769" cy="270009"/>
            </a:xfrm>
          </p:grpSpPr>
          <p:cxnSp>
            <p:nvCxnSpPr>
              <p:cNvPr id="169" name="直線矢印コネクタ 168">
                <a:extLst>
                  <a:ext uri="{FF2B5EF4-FFF2-40B4-BE49-F238E27FC236}">
                    <ns2:creationId id="{B5DB5E59-159A-9742-BFAC-B869DDED3C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テキスト ボックス 169">
                <a:extLst>
                  <a:ext uri="{FF2B5EF4-FFF2-40B4-BE49-F238E27FC236}">
                    <ns2:creationId id="{85F761DF-0103-C85B-A79A-D595FCD1C596}"/>
                  </a:ext>
                </a:extLst>
              </p:cNvPr>
              <p:cNvSpPr txBox="1"/>
              <p:nvPr/>
            </p:nvSpPr>
            <p:spPr>
              <a:xfrm>
                <a:off x="1604553" y="538779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0" name="正方形/長方形 59">
              <a:extLst>
                <a:ext uri="{FF2B5EF4-FFF2-40B4-BE49-F238E27FC236}">
                  <ns2:creationId id="{DAA8C21F-DD14-4567-D827-BD1E5B0B539A}"/>
                </a:ext>
              </a:extLst>
            </p:cNvPr>
            <p:cNvSpPr/>
            <p:nvPr/>
          </p:nvSpPr>
          <p:spPr>
            <a:xfrm>
              <a:off x="7994591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図 60">
              <a:extLst>
                <a:ext uri="{FF2B5EF4-FFF2-40B4-BE49-F238E27FC236}">
                  <ns2:creationId id="{E5632E1A-A837-0008-3A9F-FE2F554FB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33978" y="2727617"/>
              <a:ext cx="1541896" cy="685382"/>
            </a:xfrm>
            <a:prstGeom prst="rect">
              <a:avLst/>
            </a:prstGeom>
          </p:spPr>
        </p:pic>
        <p:pic>
          <p:nvPicPr>
            <p:cNvPr id="62" name="グラフィックス 61" descr="ユーザー 単色塗りつぶし">
              <a:extLst>
                <a:ext uri="{FF2B5EF4-FFF2-40B4-BE49-F238E27FC236}">
                  <ns2:creationId id="{E94644CE-8AFB-C18B-35F9-6D4E65697F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8323033" y="2494727"/>
              <a:ext cx="540000" cy="540000"/>
            </a:xfrm>
            <a:prstGeom prst="rect">
              <a:avLst/>
            </a:prstGeom>
          </p:spPr>
        </p:pic>
        <p:sp>
          <p:nvSpPr>
            <p:cNvPr id="63" name="テキスト ボックス 62">
              <a:extLst>
                <a:ext uri="{FF2B5EF4-FFF2-40B4-BE49-F238E27FC236}">
                  <ns2:creationId id="{5DEF402D-934C-60F2-1EE9-D4B32A502A35}"/>
                </a:ext>
              </a:extLst>
            </p:cNvPr>
            <p:cNvSpPr txBox="1"/>
            <p:nvPr/>
          </p:nvSpPr>
          <p:spPr>
            <a:xfrm>
              <a:off x="884089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2354C82B-DDE8-A987-6E1B-A4825702CDF3}"/>
                </a:ext>
              </a:extLst>
            </p:cNvPr>
            <p:cNvGrpSpPr/>
            <p:nvPr/>
          </p:nvGrpSpPr>
          <p:grpSpPr>
            <a:xfrm>
              <a:off x="7835718" y="5479160"/>
              <a:ext cx="734141" cy="875677"/>
              <a:chOff x="626585" y="5479160"/>
              <a:chExt cx="734141" cy="875677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0D7B90C2-6F10-53EE-1571-0D81A65678D6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1DB1F955-E02B-C4B0-8C09-EFC73932E3BA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ユーザー 単色塗りつぶし">
                <a:extLst>
                  <a:ext uri="{FF2B5EF4-FFF2-40B4-BE49-F238E27FC236}">
                    <ns2:creationId id="{F1D7BB8D-1B3A-815A-35BC-557855BCD3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E26C9E55-9FB4-9103-B334-AF42659D20B1}"/>
                </a:ext>
              </a:extLst>
            </p:cNvPr>
            <p:cNvGrpSpPr/>
            <p:nvPr/>
          </p:nvGrpSpPr>
          <p:grpSpPr>
            <a:xfrm>
              <a:off x="8395768" y="5479160"/>
              <a:ext cx="734141" cy="875677"/>
              <a:chOff x="1113614" y="5479160"/>
              <a:chExt cx="734141" cy="875677"/>
            </a:xfrm>
          </p:grpSpPr>
          <p:sp>
            <p:nvSpPr>
              <p:cNvPr id="75" name="テキスト ボックス 74">
                <a:extLst>
                  <a:ext uri="{FF2B5EF4-FFF2-40B4-BE49-F238E27FC236}">
                    <ns2:creationId id="{2C2C3881-E290-535A-8C80-2393A58FBA6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F5535C14-1BD1-4684-8A2B-56DADD110B84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7" name="グラフィックス 106" descr="ユーザー 単色塗りつぶし">
                <a:extLst>
                  <a:ext uri="{FF2B5EF4-FFF2-40B4-BE49-F238E27FC236}">
                    <ns2:creationId id="{C9EA1CA6-7E1A-4BC7-15D3-84AA6B11B6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08" name="左中かっこ 107">
              <a:extLst>
                <a:ext uri="{FF2B5EF4-FFF2-40B4-BE49-F238E27FC236}">
                  <ns2:creationId id="{904C6DCB-ABB2-9E1A-4364-EB8C68FF2AB2}"/>
                </a:ext>
              </a:extLst>
            </p:cNvPr>
            <p:cNvSpPr/>
            <p:nvPr/>
          </p:nvSpPr>
          <p:spPr>
            <a:xfrm>
              <a:off x="7733416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左中かっこ 108">
              <a:extLst>
                <a:ext uri="{FF2B5EF4-FFF2-40B4-BE49-F238E27FC236}">
                  <ns2:creationId id="{CE3D3D92-7416-5B8E-3FB5-06EB0E521201}"/>
                </a:ext>
              </a:extLst>
            </p:cNvPr>
            <p:cNvSpPr/>
            <p:nvPr/>
          </p:nvSpPr>
          <p:spPr>
            <a:xfrm>
              <a:off x="774743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左中かっこ 110">
              <a:extLst>
                <a:ext uri="{FF2B5EF4-FFF2-40B4-BE49-F238E27FC236}">
                  <ns2:creationId id="{10CA2E34-E602-B942-7336-CC78E6A369FF}"/>
                </a:ext>
              </a:extLst>
            </p:cNvPr>
            <p:cNvSpPr/>
            <p:nvPr/>
          </p:nvSpPr>
          <p:spPr>
            <a:xfrm>
              <a:off x="7733416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左中かっこ 112">
              <a:extLst>
                <a:ext uri="{FF2B5EF4-FFF2-40B4-BE49-F238E27FC236}">
                  <ns2:creationId id="{343C2C5D-2B37-1B81-EE89-4AD53F6E7795}"/>
                </a:ext>
              </a:extLst>
            </p:cNvPr>
            <p:cNvSpPr/>
            <p:nvPr/>
          </p:nvSpPr>
          <p:spPr>
            <a:xfrm>
              <a:off x="7733416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四角形: 角を丸くする 12">
            <a:extLst>
              <a:ext uri="{FF2B5EF4-FFF2-40B4-BE49-F238E27FC236}">
                <ns2:creationId id="{02EBEDF7-8C9A-70E4-04DE-29F554837013}"/>
              </a:ext>
            </a:extLst>
          </p:cNvPr>
          <p:cNvSpPr/>
          <p:nvPr/>
        </p:nvSpPr>
        <p:spPr>
          <a:xfrm>
            <a:off x="5635997" y="3374517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0" name="グループ化 189">
            <a:extLst>
              <a:ext uri="{FF2B5EF4-FFF2-40B4-BE49-F238E27FC236}">
                <ns2:creationId id="{CCDAC973-3B68-0C5C-3AE2-115DB0B7BF14}"/>
              </a:ext>
            </a:extLst>
          </p:cNvPr>
          <p:cNvGrpSpPr/>
          <p:nvPr/>
        </p:nvGrpSpPr>
        <p:grpSpPr>
          <a:xfrm>
            <a:off x="352527" y="2494727"/>
            <a:ext cx="5156032" cy="3860110"/>
            <a:chOff x="352527" y="2494727"/>
            <a:chExt cx="5156032" cy="3860110"/>
          </a:xfrm>
        </p:grpSpPr>
        <p:sp>
          <p:nvSpPr>
            <p:cNvPr id="9" name="正方形/長方形 8">
              <a:extLst>
                <a:ext uri="{FF2B5EF4-FFF2-40B4-BE49-F238E27FC236}">
                  <ns2:creationId id="{ECD5D4D3-496C-8EEC-2941-9BA05CC1469F}"/>
                </a:ext>
              </a:extLst>
            </p:cNvPr>
            <p:cNvSpPr/>
            <p:nvPr/>
          </p:nvSpPr>
          <p:spPr>
            <a:xfrm>
              <a:off x="777655" y="3893012"/>
              <a:ext cx="1128775" cy="79458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9EA5383-59F9-A5C9-53B9-47F811B89653}"/>
                </a:ext>
              </a:extLst>
            </p:cNvPr>
            <p:cNvSpPr/>
            <p:nvPr/>
          </p:nvSpPr>
          <p:spPr>
            <a:xfrm>
              <a:off x="2270085" y="3893013"/>
              <a:ext cx="1128775" cy="786780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921F7F7-4B8A-2810-2B1C-A07A15F21037}"/>
                </a:ext>
              </a:extLst>
            </p:cNvPr>
            <p:cNvSpPr/>
            <p:nvPr/>
          </p:nvSpPr>
          <p:spPr>
            <a:xfrm>
              <a:off x="3748163" y="3902739"/>
              <a:ext cx="1128775" cy="126914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82F281E1-10BB-5F36-0EEC-88598EB4CDE1}"/>
                </a:ext>
              </a:extLst>
            </p:cNvPr>
            <p:cNvSpPr txBox="1"/>
            <p:nvPr/>
          </p:nvSpPr>
          <p:spPr>
            <a:xfrm>
              <a:off x="792006" y="4118502"/>
              <a:ext cx="1128776" cy="4154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テキスト ボックス 20">
              <a:extLst>
                <a:ext uri="{FF2B5EF4-FFF2-40B4-BE49-F238E27FC236}">
                  <ns2:creationId id="{26976962-89B4-1FD4-CE39-8EB0ADFDB910}"/>
                </a:ext>
              </a:extLst>
            </p:cNvPr>
            <p:cNvSpPr txBox="1"/>
            <p:nvPr/>
          </p:nvSpPr>
          <p:spPr>
            <a:xfrm>
              <a:off x="3796366" y="4123748"/>
              <a:ext cx="1128776" cy="4308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コネクタ: カギ線 23">
              <a:extLst>
                <a:ext uri="{FF2B5EF4-FFF2-40B4-BE49-F238E27FC236}">
                  <ns2:creationId id="{C5A01BD9-F5A9-7D75-4B78-E33AE7A3FE56}"/>
                </a:ext>
              </a:extLst>
            </p:cNvPr>
            <p:cNvCxnSpPr>
              <a:cxnSpLocks/>
              <a:stCxn id="47" idx="2"/>
              <a:endCxn id="9" idx="0"/>
            </p:cNvCxnSpPr>
            <p:nvPr/>
          </p:nvCxnSpPr>
          <p:spPr>
            <a:xfrm rot="5400000">
              <a:off x="1780609" y="2840164"/>
              <a:ext cx="614283" cy="1491413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EC62FDE9-4889-0928-0E17-5380F768A228}"/>
                </a:ext>
              </a:extLst>
            </p:cNvPr>
            <p:cNvCxnSpPr>
              <a:cxnSpLocks/>
              <a:stCxn id="47" idx="2"/>
              <a:endCxn id="11" idx="0"/>
            </p:cNvCxnSpPr>
            <p:nvPr/>
          </p:nvCxnSpPr>
          <p:spPr>
            <a:xfrm rot="16200000" flipH="1">
              <a:off x="3260998" y="2851186"/>
              <a:ext cx="624010" cy="14790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0C838B2F-545F-6577-70E0-785DFE472910}"/>
                </a:ext>
              </a:extLst>
            </p:cNvPr>
            <p:cNvCxnSpPr>
              <a:cxnSpLocks/>
              <a:stCxn id="47" idx="2"/>
              <a:endCxn id="10" idx="0"/>
            </p:cNvCxnSpPr>
            <p:nvPr/>
          </p:nvCxnSpPr>
          <p:spPr>
            <a:xfrm rot="16200000" flipH="1">
              <a:off x="2526822" y="3585362"/>
              <a:ext cx="614284" cy="10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40301FE0-D806-093A-6CC8-E6F836F4D765}"/>
                </a:ext>
              </a:extLst>
            </p:cNvPr>
            <p:cNvSpPr/>
            <p:nvPr/>
          </p:nvSpPr>
          <p:spPr>
            <a:xfrm>
              <a:off x="2269068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00E03045-A000-66A7-945C-D6023F75B45B}"/>
                </a:ext>
              </a:extLst>
            </p:cNvPr>
            <p:cNvCxnSpPr>
              <a:cxnSpLocks/>
              <a:stCxn id="10" idx="2"/>
            </p:cNvCxnSpPr>
            <p:nvPr/>
          </p:nvCxnSpPr>
          <p:spPr>
            <a:xfrm rot="16200000" flipH="1">
              <a:off x="3227860" y="4286406"/>
              <a:ext cx="126917" cy="91369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8CF5F55C-8225-582A-E77B-609338862002}"/>
                </a:ext>
              </a:extLst>
            </p:cNvPr>
            <p:cNvCxnSpPr>
              <a:cxnSpLocks/>
              <a:stCxn id="9" idx="2"/>
            </p:cNvCxnSpPr>
            <p:nvPr/>
          </p:nvCxnSpPr>
          <p:spPr>
            <a:xfrm rot="16200000" flipH="1">
              <a:off x="2366418" y="3663218"/>
              <a:ext cx="357371" cy="240612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BFF69465-2D81-650C-32D1-1056CDF212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7864" y="3585870"/>
              <a:ext cx="0" cy="28904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矢印コネクタ 66">
              <a:extLst>
                <a:ext uri="{FF2B5EF4-FFF2-40B4-BE49-F238E27FC236}">
                  <ns2:creationId id="{01A609F9-F38E-A87B-9347-2BD30FDB05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13821" y="3604286"/>
              <a:ext cx="0" cy="275889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テキスト ボックス 68">
              <a:extLst>
                <a:ext uri="{FF2B5EF4-FFF2-40B4-BE49-F238E27FC236}">
                  <ns2:creationId id="{41D85680-E0BE-E20F-3E1B-FA29FC23B117}"/>
                </a:ext>
              </a:extLst>
            </p:cNvPr>
            <p:cNvSpPr txBox="1"/>
            <p:nvPr/>
          </p:nvSpPr>
          <p:spPr>
            <a:xfrm>
              <a:off x="2397943" y="3289814"/>
              <a:ext cx="77041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2" name="直線矢印コネクタ 71">
              <a:extLst>
                <a:ext uri="{FF2B5EF4-FFF2-40B4-BE49-F238E27FC236}">
                  <ns2:creationId id="{F194C0A8-9289-6BB6-34EB-6DF831D43A4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58283" y="3585870"/>
              <a:ext cx="2642" cy="324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テキスト ボックス 92">
              <a:extLst>
                <a:ext uri="{FF2B5EF4-FFF2-40B4-BE49-F238E27FC236}">
                  <ns2:creationId id="{5EB6EC86-C840-6C47-A481-A0ADD0EE8867}"/>
                </a:ext>
              </a:extLst>
            </p:cNvPr>
            <p:cNvSpPr txBox="1"/>
            <p:nvPr/>
          </p:nvSpPr>
          <p:spPr>
            <a:xfrm>
              <a:off x="1631763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テキスト ボックス 115">
              <a:extLst>
                <a:ext uri="{FF2B5EF4-FFF2-40B4-BE49-F238E27FC236}">
                  <ns2:creationId id="{5BB95640-2CCA-4C59-3F0B-E29EDA741AC7}"/>
                </a:ext>
              </a:extLst>
            </p:cNvPr>
            <p:cNvSpPr txBox="1"/>
            <p:nvPr/>
          </p:nvSpPr>
          <p:spPr>
            <a:xfrm>
              <a:off x="2128175" y="5882189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1CFB6901-463B-174B-765C-E6616EB26C8A}"/>
                </a:ext>
              </a:extLst>
            </p:cNvPr>
            <p:cNvSpPr txBox="1"/>
            <p:nvPr/>
          </p:nvSpPr>
          <p:spPr>
            <a:xfrm>
              <a:off x="2659845" y="5882185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テキスト ボックス 109">
              <a:extLst>
                <a:ext uri="{FF2B5EF4-FFF2-40B4-BE49-F238E27FC236}">
                  <ns2:creationId id="{187E7537-F6BF-E450-8CE2-883ED9E061EE}"/>
                </a:ext>
              </a:extLst>
            </p:cNvPr>
            <p:cNvSpPr txBox="1"/>
            <p:nvPr/>
          </p:nvSpPr>
          <p:spPr>
            <a:xfrm>
              <a:off x="313897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3" name="図 132">
              <a:extLst>
                <a:ext uri="{FF2B5EF4-FFF2-40B4-BE49-F238E27FC236}">
                  <ns2:creationId id="{9B19F148-0E9B-40A1-C07E-EBD4BEC4D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508455" y="2727617"/>
              <a:ext cx="1541896" cy="685382"/>
            </a:xfrm>
            <a:prstGeom prst="rect">
              <a:avLst/>
            </a:prstGeom>
          </p:spPr>
        </p:pic>
        <p:grpSp>
          <p:nvGrpSpPr>
            <p:cNvPr id="161" name="グループ化 160">
              <a:extLst>
                <a:ext uri="{FF2B5EF4-FFF2-40B4-BE49-F238E27FC236}">
                  <ns2:creationId id="{F38E4B0F-7B60-F975-6D80-0C05382C19DB}"/>
                </a:ext>
              </a:extLst>
            </p:cNvPr>
            <p:cNvGrpSpPr/>
            <p:nvPr/>
          </p:nvGrpSpPr>
          <p:grpSpPr>
            <a:xfrm>
              <a:off x="1216531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56" name="直線矢印コネクタ 155">
                <a:extLst>
                  <a:ext uri="{FF2B5EF4-FFF2-40B4-BE49-F238E27FC236}">
                    <ns2:creationId id="{68EE3B52-0505-1526-9805-16E934AE62D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テキスト ボックス 159">
                <a:extLst>
                  <a:ext uri="{FF2B5EF4-FFF2-40B4-BE49-F238E27FC236}">
                    <ns2:creationId id="{6780994A-9FC8-B96C-AAB9-A10E8D217A77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2" name="グループ化 161">
              <a:extLst>
                <a:ext uri="{FF2B5EF4-FFF2-40B4-BE49-F238E27FC236}">
                  <ns2:creationId id="{6737B15B-669F-402D-80B3-F1DE81EDBCDD}"/>
                </a:ext>
              </a:extLst>
            </p:cNvPr>
            <p:cNvGrpSpPr/>
            <p:nvPr/>
          </p:nvGrpSpPr>
          <p:grpSpPr>
            <a:xfrm>
              <a:off x="2442118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3" name="直線矢印コネクタ 162">
                <a:extLst>
                  <a:ext uri="{FF2B5EF4-FFF2-40B4-BE49-F238E27FC236}">
                    <ns2:creationId id="{63548E78-5EC0-E116-7FA9-62FFC73DE66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テキスト ボックス 163">
                <a:extLst>
                  <a:ext uri="{FF2B5EF4-FFF2-40B4-BE49-F238E27FC236}">
                    <ns2:creationId id="{E871D40F-89CB-85CE-52F1-0F5879B4D3A3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A9927D-A2ED-92F7-3926-1321C9830764}"/>
                </a:ext>
              </a:extLst>
            </p:cNvPr>
            <p:cNvGrpSpPr/>
            <p:nvPr/>
          </p:nvGrpSpPr>
          <p:grpSpPr>
            <a:xfrm>
              <a:off x="3811916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6" name="直線矢印コネクタ 165">
                <a:extLst>
                  <a:ext uri="{FF2B5EF4-FFF2-40B4-BE49-F238E27FC236}">
                    <ns2:creationId id="{1C80B955-C2CF-2632-946A-EF69810539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テキスト ボックス 166">
                <a:extLst>
                  <a:ext uri="{FF2B5EF4-FFF2-40B4-BE49-F238E27FC236}">
                    <ns2:creationId id="{8C2A930F-EF66-410D-6F1D-D55F967D38B2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9E5899CC-D19A-B228-C4E3-48DFB222BE10}"/>
                </a:ext>
              </a:extLst>
            </p:cNvPr>
            <p:cNvSpPr/>
            <p:nvPr/>
          </p:nvSpPr>
          <p:spPr>
            <a:xfrm>
              <a:off x="352527" y="3755194"/>
              <a:ext cx="216000" cy="1548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BFF74263-6157-0459-78AB-5353944B0AD0}"/>
                </a:ext>
              </a:extLst>
            </p:cNvPr>
            <p:cNvSpPr/>
            <p:nvPr/>
          </p:nvSpPr>
          <p:spPr>
            <a:xfrm>
              <a:off x="352527" y="5379150"/>
              <a:ext cx="216000" cy="936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5" name="グラフィックス 34" descr="ユーザー 単色塗りつぶし">
              <a:extLst>
                <a:ext uri="{FF2B5EF4-FFF2-40B4-BE49-F238E27FC236}">
                  <ns2:creationId id="{EBB79B41-2415-1B86-D855-BBB3379A35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2597510" y="2494727"/>
              <a:ext cx="540000" cy="540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CE2A7A0B-2466-5DF0-517C-F184ACBE545D}"/>
                </a:ext>
              </a:extLst>
            </p:cNvPr>
            <p:cNvGrpSpPr/>
            <p:nvPr/>
          </p:nvGrpSpPr>
          <p:grpSpPr>
            <a:xfrm>
              <a:off x="626585" y="5479160"/>
              <a:ext cx="734141" cy="875677"/>
              <a:chOff x="626585" y="5479160"/>
              <a:chExt cx="734141" cy="875677"/>
            </a:xfrm>
          </p:grpSpPr>
          <p:sp>
            <p:nvSpPr>
              <p:cNvPr id="86" name="テキスト ボックス 85">
                <a:extLst>
                  <a:ext uri="{FF2B5EF4-FFF2-40B4-BE49-F238E27FC236}">
                    <ns2:creationId id="{F8DC614F-4268-7D37-C46B-B3F19B8C4FDF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テキスト ボックス 171">
                <a:extLst>
                  <a:ext uri="{FF2B5EF4-FFF2-40B4-BE49-F238E27FC236}">
                    <ns2:creationId id="{9D1E38DD-A667-D4DB-8592-78755D9D955D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6" name="グラフィックス 35" descr="ユーザー 単色塗りつぶし">
                <a:extLst>
                  <a:ext uri="{FF2B5EF4-FFF2-40B4-BE49-F238E27FC236}">
                    <ns2:creationId id="{C97A1847-AB2F-DA05-9F50-9BF0A6985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EBCCBB77-1A1A-60B9-88F7-9D9F11FACF0C}"/>
                </a:ext>
              </a:extLst>
            </p:cNvPr>
            <p:cNvGrpSpPr/>
            <p:nvPr/>
          </p:nvGrpSpPr>
          <p:grpSpPr>
            <a:xfrm>
              <a:off x="1186635" y="5479160"/>
              <a:ext cx="734141" cy="875677"/>
              <a:chOff x="1113614" y="5479160"/>
              <a:chExt cx="734141" cy="875677"/>
            </a:xfrm>
          </p:grpSpPr>
          <p:sp>
            <p:nvSpPr>
              <p:cNvPr id="90" name="テキスト ボックス 89">
                <a:extLst>
                  <a:ext uri="{FF2B5EF4-FFF2-40B4-BE49-F238E27FC236}">
                    <ns2:creationId id="{F18848C1-A336-B46F-09BA-DD0EC9AD4E20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3" name="テキスト ボックス 172">
                <a:extLst>
                  <a:ext uri="{FF2B5EF4-FFF2-40B4-BE49-F238E27FC236}">
                    <ns2:creationId id="{F043AFF0-E95E-BDFD-DCDA-A10CDDCF1D3A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36" descr="ユーザー 単色塗りつぶし">
                <a:extLst>
                  <a:ext uri="{FF2B5EF4-FFF2-40B4-BE49-F238E27FC236}">
                    <ns2:creationId id="{51B9BC3B-3321-6702-E976-0959E1DDA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40" name="テキスト ボックス 39">
              <a:extLst>
                <a:ext uri="{FF2B5EF4-FFF2-40B4-BE49-F238E27FC236}">
                  <ns2:creationId id="{6DC94BB0-4F58-10BA-72AF-E0E96C03619A}"/>
                </a:ext>
              </a:extLst>
            </p:cNvPr>
            <p:cNvSpPr txBox="1"/>
            <p:nvPr/>
          </p:nvSpPr>
          <p:spPr>
            <a:xfrm>
              <a:off x="4513399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D5395E7C-9CC4-458C-BEBA-1467C2E6EAF1}"/>
                </a:ext>
              </a:extLst>
            </p:cNvPr>
            <p:cNvGrpSpPr/>
            <p:nvPr/>
          </p:nvGrpSpPr>
          <p:grpSpPr>
            <a:xfrm>
              <a:off x="3508221" y="5479160"/>
              <a:ext cx="734141" cy="875677"/>
              <a:chOff x="626585" y="5479160"/>
              <a:chExt cx="734141" cy="875677"/>
            </a:xfrm>
          </p:grpSpPr>
          <p:sp>
            <p:nvSpPr>
              <p:cNvPr id="42" name="テキスト ボックス 41">
                <a:extLst>
                  <a:ext uri="{FF2B5EF4-FFF2-40B4-BE49-F238E27FC236}">
                    <ns2:creationId id="{3C4AF30A-E9BD-A42A-6F0A-76002E13EDB3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4E284CDB-4A6E-FE38-834B-082CA0058D79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ユーザー 単色塗りつぶし">
                <a:extLst>
                  <a:ext uri="{FF2B5EF4-FFF2-40B4-BE49-F238E27FC236}">
                    <ns2:creationId id="{76F20760-E729-FCBB-4B49-A89FD0A88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45" name="グループ化 44">
              <a:extLst>
                <a:ext uri="{FF2B5EF4-FFF2-40B4-BE49-F238E27FC236}">
                  <ns2:creationId id="{95ADFCB8-1F84-4217-38B3-A9EFBFA63707}"/>
                </a:ext>
              </a:extLst>
            </p:cNvPr>
            <p:cNvGrpSpPr/>
            <p:nvPr/>
          </p:nvGrpSpPr>
          <p:grpSpPr>
            <a:xfrm>
              <a:off x="4068271" y="5479160"/>
              <a:ext cx="734141" cy="875677"/>
              <a:chOff x="1113614" y="5479160"/>
              <a:chExt cx="734141" cy="875677"/>
            </a:xfrm>
          </p:grpSpPr>
          <p:sp>
            <p:nvSpPr>
              <p:cNvPr id="46" name="テキスト ボックス 45">
                <a:extLst>
                  <a:ext uri="{FF2B5EF4-FFF2-40B4-BE49-F238E27FC236}">
                    <ns2:creationId id="{7A61ADDF-861D-9C93-3F14-FFAE36B6B3C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64F79769-D4B6-E799-FB33-6B76B3272561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48" descr="ユーザー 単色塗りつぶし">
                <a:extLst>
                  <a:ext uri="{FF2B5EF4-FFF2-40B4-BE49-F238E27FC236}">
                    <ns2:creationId id="{468AB3A5-688B-8897-E2E8-C3E5ECA1D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14" name="左中かっこ 113">
              <a:extLst>
                <a:ext uri="{FF2B5EF4-FFF2-40B4-BE49-F238E27FC236}">
                  <ns2:creationId id="{B791D065-FF98-09D4-47B8-3B450E872BB7}"/>
                </a:ext>
              </a:extLst>
            </p:cNvPr>
            <p:cNvSpPr/>
            <p:nvPr/>
          </p:nvSpPr>
          <p:spPr>
            <a:xfrm flipH="1">
              <a:off x="5082935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左中かっこ 114">
              <a:extLst>
                <a:ext uri="{FF2B5EF4-FFF2-40B4-BE49-F238E27FC236}">
                  <ns2:creationId id="{492AA03C-0CE0-9BB1-48A8-1A68FE09876E}"/>
                </a:ext>
              </a:extLst>
            </p:cNvPr>
            <p:cNvSpPr/>
            <p:nvPr/>
          </p:nvSpPr>
          <p:spPr>
            <a:xfrm flipH="1">
              <a:off x="509695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左中かっこ 116">
              <a:extLst>
                <a:ext uri="{FF2B5EF4-FFF2-40B4-BE49-F238E27FC236}">
                  <ns2:creationId id="{79413315-9246-9A5B-3236-FF27C4951283}"/>
                </a:ext>
              </a:extLst>
            </p:cNvPr>
            <p:cNvSpPr/>
            <p:nvPr/>
          </p:nvSpPr>
          <p:spPr>
            <a:xfrm flipH="1">
              <a:off x="5082935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左中かっこ 117">
              <a:extLst>
                <a:ext uri="{FF2B5EF4-FFF2-40B4-BE49-F238E27FC236}">
                  <ns2:creationId id="{F22848BA-3FEA-BA13-945F-E9729E250C3D}"/>
                </a:ext>
              </a:extLst>
            </p:cNvPr>
            <p:cNvSpPr/>
            <p:nvPr/>
          </p:nvSpPr>
          <p:spPr>
            <a:xfrm flipH="1">
              <a:off x="5082935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BE0BDF6-92D3-A699-E2EF-0637FEDC4D59}"/>
                </a:ext>
              </a:extLst>
            </p:cNvPr>
            <p:cNvSpPr/>
            <p:nvPr/>
          </p:nvSpPr>
          <p:spPr>
            <a:xfrm>
              <a:off x="5292559" y="3451805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F08071F-D499-C069-CF3C-083945DE65B7}"/>
                </a:ext>
              </a:extLst>
            </p:cNvPr>
            <p:cNvSpPr/>
            <p:nvPr/>
          </p:nvSpPr>
          <p:spPr>
            <a:xfrm>
              <a:off x="5292559" y="427876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5814F3BB-D812-236D-8182-41228DB4455E}"/>
                </a:ext>
              </a:extLst>
            </p:cNvPr>
            <p:cNvSpPr/>
            <p:nvPr/>
          </p:nvSpPr>
          <p:spPr>
            <a:xfrm>
              <a:off x="5292559" y="510864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8F9D64D0-6325-30BD-ADAE-26AE51656B1C}"/>
                </a:ext>
              </a:extLst>
            </p:cNvPr>
            <p:cNvSpPr/>
            <p:nvPr/>
          </p:nvSpPr>
          <p:spPr>
            <a:xfrm>
              <a:off x="5292559" y="585693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テキスト ボックス 5">
            <a:extLst>
              <a:ext uri="{FF2B5EF4-FFF2-40B4-BE49-F238E27FC236}">
                <ns2:creationId id="{4FE8892D-898B-4F97-DD59-CA400792FE1F}"/>
              </a:ext>
            </a:extLst>
          </p:cNvPr>
          <p:cNvSpPr txBox="1"/>
          <p:nvPr/>
        </p:nvSpPr>
        <p:spPr>
          <a:xfrm>
            <a:off x="5964313" y="6477720"/>
            <a:ext cx="58993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lang="en-US" altLang="ja-JP" sz="1200" dirty="0">
                <a:hlinkClick r:id="rId6"/>
              </a:rPr>
              <a:t>XX</a:t>
            </a:r>
            <a:endParaRPr kumimoji="1" lang="ja-JP" altLang="en-US" sz="1200" dirty="0"/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71B27F4-6936-E2DC-8901-7768AC346F96}"/>
              </a:ext>
            </a:extLst>
          </p:cNvPr>
          <p:cNvSpPr/>
          <p:nvPr/>
        </p:nvSpPr>
        <p:spPr>
          <a:xfrm>
            <a:off x="5635997" y="4191359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5C1FFED0-CD46-77E6-CB6B-CCAE41F83A9D}"/>
              </a:ext>
            </a:extLst>
          </p:cNvPr>
          <p:cNvSpPr/>
          <p:nvPr/>
        </p:nvSpPr>
        <p:spPr>
          <a:xfrm>
            <a:off x="5635997" y="5037553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ns2:creationId id="{973FEB0F-A2DB-6054-4FDB-1D3E950714AB}"/>
              </a:ext>
            </a:extLst>
          </p:cNvPr>
          <p:cNvSpPr/>
          <p:nvPr/>
        </p:nvSpPr>
        <p:spPr>
          <a:xfrm>
            <a:off x="5635997" y="5756911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6:creationId val="3564199953"/>
      </p:ext>
    </p:extLst>
  </p:cSld>
  <p:clrMapOvr>
    <a:masterClrMapping/>
  </p:clrMapOvr>
</p:sld>
</file>

<file path=ppt/slides/slide34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drawing/2010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7FA18CF-D1D2-69AB-015F-D80823E84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70EB3-D5B1-8D00-995E-B3708E39B8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  <a:p>
            <a:endParaRPr kumimoji="1" lang="ja-JP" altLang="en-US" sz="1800" dirty="0"/>
          </a:p>
        </p:txBody>
      </p:sp>
      <p:sp>
        <p:nvSpPr>
          <p:cNvPr id="25" name="正方形/長方形 24">
            <a:extLst>
              <a:ext uri="{FF2B5EF4-FFF2-40B4-BE49-F238E27FC236}">
                <ns2:creationId id="{458AFD19-874B-C048-8CBB-8B6840A2765C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57" name="グループ化 156">
            <a:extLst>
              <a:ext uri="{FF2B5EF4-FFF2-40B4-BE49-F238E27FC236}">
                <ns2:creationId id="{B3A37046-2BA7-B54A-858D-310634F12F9D}"/>
              </a:ext>
            </a:extLst>
          </p:cNvPr>
          <p:cNvGrpSpPr/>
          <p:nvPr/>
        </p:nvGrpSpPr>
        <p:grpSpPr>
          <a:xfrm>
            <a:off x="6177063" y="4526005"/>
            <a:ext cx="5679977" cy="406480"/>
            <a:chOff x="6177063" y="4526005"/>
            <a:chExt cx="5679977" cy="406480"/>
          </a:xfrm>
        </p:grpSpPr>
        <p:cxnSp>
          <p:nvCxnSpPr>
            <p:cNvPr id="16" name="直線コネクタ 15">
              <a:extLst>
                <a:ext uri="{FF2B5EF4-FFF2-40B4-BE49-F238E27FC236}">
                  <ns2:creationId id="{520C73DC-6472-C544-C233-D321675B8A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77063" y="4729245"/>
              <a:ext cx="567997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0323ECC0-8A95-6BB2-F62C-BA6738572C5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8813811" y="4531245"/>
              <a:ext cx="406480" cy="396000"/>
              <a:chOff x="4481975" y="4552638"/>
              <a:chExt cx="369527" cy="360000"/>
            </a:xfrm>
          </p:grpSpPr>
          <p:sp>
            <p:nvSpPr>
              <p:cNvPr id="20" name="円/楕円 8">
                <a:extLst>
                  <a:ext uri="{FF2B5EF4-FFF2-40B4-BE49-F238E27FC236}">
                    <ns2:creationId id="{BD6D15F6-1562-C0C0-B3B7-1751619DED8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2" name="グラフィックス 21">
                <a:extLst>
                  <a:ext uri="{FF2B5EF4-FFF2-40B4-BE49-F238E27FC236}">
                    <ns2:creationId id="{E9B5934A-CDC2-C0CA-D76D-9F8883F2A8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71" name="グループ化 170">
            <a:extLst>
              <a:ext uri="{FF2B5EF4-FFF2-40B4-BE49-F238E27FC236}">
                <ns2:creationId id="{14DCBE0C-1937-B627-0E60-EAC8AEAD7FD2}"/>
              </a:ext>
            </a:extLst>
          </p:cNvPr>
          <p:cNvGrpSpPr/>
          <p:nvPr/>
        </p:nvGrpSpPr>
        <p:grpSpPr>
          <a:xfrm>
            <a:off x="6177063" y="1630755"/>
            <a:ext cx="5679975" cy="2767644"/>
            <a:chOff x="6177063" y="1630755"/>
            <a:chExt cx="5679975" cy="2767644"/>
          </a:xfrm>
        </p:grpSpPr>
        <p:sp>
          <p:nvSpPr>
            <p:cNvPr id="9" name="テキスト ボックス 8">
              <a:extLst>
                <a:ext uri="{FF2B5EF4-FFF2-40B4-BE49-F238E27FC236}">
                  <ns2:creationId id="{736278D9-D835-902E-2127-2C5077061A15}"/>
                </a:ext>
              </a:extLst>
            </p:cNvPr>
            <p:cNvSpPr txBox="1"/>
            <p:nvPr/>
          </p:nvSpPr>
          <p:spPr>
            <a:xfrm>
              <a:off x="6177063" y="1630755"/>
              <a:ext cx="5679975" cy="2767644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>
              <a:noAutofit/>
            </a:bodyPr>
            <a:lstStyle/>
            <a:p>
              <a:pPr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0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 i="0" u="none" strike="noStrike" baseline="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en-US" altLang="ja-JP" sz="1100"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br>
                <a:rPr lang="en-US" altLang="ja-JP" sz="1100">
                  <a:latin typeface="+mn-ea"/>
                </a:rPr>
              </a:b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268288" lvl="1" indent="-268288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en-US" altLang="ja-JP" sz="1100">
                  <a:latin typeface="+mn-ea"/>
                </a:rPr>
                <a:t>AWS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A2E1CD2B-D42D-ECD1-2351-8F587187DDE1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216941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A54E608A-44D2-4586-E8F5-401C7EBECE6A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3071622"/>
              <a:ext cx="0" cy="494538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42980D49-662A-53BF-DDEA-56F9E9CE77F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402107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正方形/長方形 36">
            <a:extLst>
              <a:ext uri="{FF2B5EF4-FFF2-40B4-BE49-F238E27FC236}">
                <ns2:creationId id="{3982ACC8-73BF-39FB-2559-E562A7C7FC57}"/>
              </a:ext>
            </a:extLst>
          </p:cNvPr>
          <p:cNvSpPr/>
          <p:nvPr/>
        </p:nvSpPr>
        <p:spPr>
          <a:xfrm>
            <a:off x="3136101" y="3059029"/>
            <a:ext cx="263211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 startAt="2"/>
            </a:pPr>
            <a:r>
              <a:rPr lang="ja-JP" altLang="en-US" sz="12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6" name="グラフ 35">
            <a:extLst>
              <a:ext uri="{FF2B5EF4-FFF2-40B4-BE49-F238E27FC236}">
                <ns2:creationId id="{86A2F6DD-E1B6-C99D-0210-55634F4CAE93}"/>
              </a:ext>
            </a:extLst>
          </p:cNvPr>
          <p:cNvGraphicFramePr/>
          <p:nvPr/>
        </p:nvGraphicFramePr>
        <p:xfrm>
          <a:off x="334964" y="3367106"/>
          <a:ext cx="5447146" cy="2941619"/>
        </p:xfrm>
        <a:graphic>
          <a:graphicData uri="http://schemas.openxmlformats.org/drawingml/2006/chart">
            <ns5:chart r:id="rId3"/>
          </a:graphicData>
        </a:graphic>
      </p:graphicFrame>
      <p:grpSp>
        <p:nvGrpSpPr>
          <p:cNvPr id="84" name="グループ化 83">
            <a:extLst>
              <a:ext uri="{FF2B5EF4-FFF2-40B4-BE49-F238E27FC236}">
                <ns2:creationId id="{6760B246-94EE-4338-16E8-5B11A47CE065}"/>
              </a:ext>
            </a:extLst>
          </p:cNvPr>
          <p:cNvGrpSpPr/>
          <p:nvPr/>
        </p:nvGrpSpPr>
        <p:grpSpPr>
          <a:xfrm>
            <a:off x="702564" y="3835579"/>
            <a:ext cx="3130931" cy="1971332"/>
            <a:chOff x="776859" y="3835579"/>
            <a:chExt cx="3130931" cy="1971332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44D607E3-4E7B-5A2D-51CB-737298EFB823}"/>
                </a:ext>
              </a:extLst>
            </p:cNvPr>
            <p:cNvSpPr/>
            <p:nvPr/>
          </p:nvSpPr>
          <p:spPr>
            <a:xfrm>
              <a:off x="2153920" y="383557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D384226-2EDF-61A5-C6E8-A3CB31D8B759}"/>
                </a:ext>
              </a:extLst>
            </p:cNvPr>
            <p:cNvSpPr/>
            <p:nvPr/>
          </p:nvSpPr>
          <p:spPr>
            <a:xfrm>
              <a:off x="2153920" y="4154358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882DD937-F0E5-2ACA-ABB4-300449C80361}"/>
                </a:ext>
              </a:extLst>
            </p:cNvPr>
            <p:cNvSpPr/>
            <p:nvPr/>
          </p:nvSpPr>
          <p:spPr>
            <a:xfrm>
              <a:off x="2153920" y="4473136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39DF918A-364C-268A-4170-9B8F9995CCE3}"/>
                </a:ext>
              </a:extLst>
            </p:cNvPr>
            <p:cNvSpPr/>
            <p:nvPr/>
          </p:nvSpPr>
          <p:spPr>
            <a:xfrm>
              <a:off x="2153920" y="4791915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D78DA2ED-C38C-4D95-8174-DC0590301B68}"/>
                </a:ext>
              </a:extLst>
            </p:cNvPr>
            <p:cNvSpPr/>
            <p:nvPr/>
          </p:nvSpPr>
          <p:spPr>
            <a:xfrm>
              <a:off x="2153920" y="5110693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7FC18883-32C1-3B27-5C44-14053BB418B4}"/>
                </a:ext>
              </a:extLst>
            </p:cNvPr>
            <p:cNvSpPr/>
            <p:nvPr/>
          </p:nvSpPr>
          <p:spPr>
            <a:xfrm>
              <a:off x="2153920" y="542946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7" name="コネクタ: カギ線 46">
              <a:extLst>
                <a:ext uri="{FF2B5EF4-FFF2-40B4-BE49-F238E27FC236}">
                  <ns2:creationId id="{8E578B7B-38B0-80B6-2256-AE3554E9F615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 flipV="1">
              <a:off x="826770" y="3956969"/>
              <a:ext cx="1327150" cy="477425"/>
            </a:xfrm>
            <a:prstGeom prst="bentConnector3">
              <a:avLst>
                <a:gd name="adj1" fmla="val 2100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コネクタ: カギ線 47">
              <a:extLst>
                <a:ext uri="{FF2B5EF4-FFF2-40B4-BE49-F238E27FC236}">
                  <ns2:creationId id="{F66D97D3-4721-EEB7-50FC-F342AE2DF5C2}"/>
                </a:ext>
              </a:extLst>
            </p:cNvPr>
            <p:cNvCxnSpPr>
              <a:cxnSpLocks/>
              <a:endCxn id="39" idx="1"/>
            </p:cNvCxnSpPr>
            <p:nvPr/>
          </p:nvCxnSpPr>
          <p:spPr>
            <a:xfrm flipV="1">
              <a:off x="840310" y="4275748"/>
              <a:ext cx="1313610" cy="414593"/>
            </a:xfrm>
            <a:prstGeom prst="bentConnector3">
              <a:avLst>
                <a:gd name="adj1" fmla="val 27087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0A75F868-CA60-EE72-194A-0FE6CBE8D404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 flipV="1">
              <a:off x="875494" y="4594526"/>
              <a:ext cx="1278426" cy="184242"/>
            </a:xfrm>
            <a:prstGeom prst="bentConnector3">
              <a:avLst>
                <a:gd name="adj1" fmla="val 35099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コネクタ: カギ線 53">
              <a:extLst>
                <a:ext uri="{FF2B5EF4-FFF2-40B4-BE49-F238E27FC236}">
                  <ns2:creationId id="{02B695EF-04E2-44F7-EC80-AB29E8CD4743}"/>
                </a:ext>
              </a:extLst>
            </p:cNvPr>
            <p:cNvCxnSpPr>
              <a:cxnSpLocks/>
              <a:endCxn id="41" idx="1"/>
            </p:cNvCxnSpPr>
            <p:nvPr/>
          </p:nvCxnSpPr>
          <p:spPr>
            <a:xfrm>
              <a:off x="776859" y="4862907"/>
              <a:ext cx="1377061" cy="5039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3F771D2D-38CC-EA75-3569-E1BE10DBD62E}"/>
                </a:ext>
              </a:extLst>
            </p:cNvPr>
            <p:cNvCxnSpPr>
              <a:cxnSpLocks/>
              <a:endCxn id="42" idx="1"/>
            </p:cNvCxnSpPr>
            <p:nvPr/>
          </p:nvCxnSpPr>
          <p:spPr>
            <a:xfrm>
              <a:off x="826770" y="5032972"/>
              <a:ext cx="1327150" cy="19911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8A12C40B-E932-8EC1-9F67-CD145CD07816}"/>
                </a:ext>
              </a:extLst>
            </p:cNvPr>
            <p:cNvCxnSpPr>
              <a:cxnSpLocks/>
              <a:endCxn id="43" idx="1"/>
            </p:cNvCxnSpPr>
            <p:nvPr/>
          </p:nvCxnSpPr>
          <p:spPr>
            <a:xfrm flipV="1">
              <a:off x="1632860" y="5550859"/>
              <a:ext cx="521060" cy="2560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正方形/長方形 79">
            <a:extLst>
              <a:ext uri="{FF2B5EF4-FFF2-40B4-BE49-F238E27FC236}">
                <ns2:creationId id="{8E64AED1-D119-132A-18CB-BA5E214C2C2F}"/>
              </a:ext>
            </a:extLst>
          </p:cNvPr>
          <p:cNvSpPr/>
          <p:nvPr/>
        </p:nvSpPr>
        <p:spPr>
          <a:xfrm>
            <a:off x="334963" y="3062182"/>
            <a:ext cx="263988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indent="-179388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四角形: 角を丸くする 80">
            <a:extLst>
              <a:ext uri="{FF2B5EF4-FFF2-40B4-BE49-F238E27FC236}">
                <ns2:creationId id="{07D36B76-057C-F028-5835-0470B42299B3}"/>
              </a:ext>
            </a:extLst>
          </p:cNvPr>
          <p:cNvSpPr/>
          <p:nvPr/>
        </p:nvSpPr>
        <p:spPr>
          <a:xfrm>
            <a:off x="412528" y="1633583"/>
            <a:ext cx="5447146" cy="268861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1000"/>
              </a:spcAft>
              <a:buClr>
                <a:srgbClr val="008000"/>
              </a:buClr>
            </a:pPr>
            <a:r>
              <a:rPr lang="en-US" altLang="ja-JP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>
                <a:solidFill>
                  <a:schemeClr val="bg1"/>
                </a:solidFill>
                <a:latin typeface="+mn-ea"/>
              </a:rPr>
              <a:t>CEO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baseline="300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172" name="グループ化 171">
            <a:extLst>
              <a:ext uri="{FF2B5EF4-FFF2-40B4-BE49-F238E27FC236}">
                <ns2:creationId id="{FC5A0F93-1A11-4BBF-87DE-CE1CAC0A6819}"/>
              </a:ext>
            </a:extLst>
          </p:cNvPr>
          <p:cNvGrpSpPr/>
          <p:nvPr/>
        </p:nvGrpSpPr>
        <p:grpSpPr>
          <a:xfrm>
            <a:off x="436070" y="1914358"/>
            <a:ext cx="5459501" cy="1085624"/>
            <a:chOff x="334962" y="1633584"/>
            <a:chExt cx="5459501" cy="1085624"/>
          </a:xfrm>
        </p:grpSpPr>
        <p:sp>
          <p:nvSpPr>
            <p:cNvPr id="83" name="正方形/長方形 82">
              <a:extLst>
                <a:ext uri="{FF2B5EF4-FFF2-40B4-BE49-F238E27FC236}">
                  <ns2:creationId id="{665A1FB6-91BD-ECFC-79BF-2D0D497693E2}"/>
                </a:ext>
              </a:extLst>
            </p:cNvPr>
            <p:cNvSpPr/>
            <p:nvPr/>
          </p:nvSpPr>
          <p:spPr>
            <a:xfrm>
              <a:off x="334962" y="1633584"/>
              <a:ext cx="5459501" cy="1063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35444C05-B111-166B-5DA4-3B989CD2A9E8}"/>
                </a:ext>
              </a:extLst>
            </p:cNvPr>
            <p:cNvSpPr/>
            <p:nvPr/>
          </p:nvSpPr>
          <p:spPr>
            <a:xfrm>
              <a:off x="4369657" y="1658620"/>
              <a:ext cx="1335075" cy="236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" name="図 10" descr="ダイアグラム&#10;&#10;AI 生成コンテンツは誤りを含む可能性があります。">
              <a:extLst>
                <a:ext uri="{FF2B5EF4-FFF2-40B4-BE49-F238E27FC236}">
                  <ns2:creationId id="{B3E5C88E-D29A-8737-A409-E339135AA7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6:useLocalDpi val="0"/>
                </a:ext>
              </a:extLst>
            </a:blip>
            <a:srcRect l="1826" t="11790" r="3636"/>
            <a:stretch>
              <a:fillRect/>
            </a:stretch>
          </p:blipFill>
          <p:spPr>
            <a:xfrm>
              <a:off x="4455940" y="1963208"/>
              <a:ext cx="1162508" cy="75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E78FC71E-48B0-C002-1A6F-A9B1C59DFD9F}"/>
              </a:ext>
            </a:extLst>
          </p:cNvPr>
          <p:cNvGrpSpPr/>
          <p:nvPr/>
        </p:nvGrpSpPr>
        <p:grpSpPr>
          <a:xfrm>
            <a:off x="3987759" y="3702499"/>
            <a:ext cx="1631039" cy="2606218"/>
            <a:chOff x="3987759" y="3702499"/>
            <a:chExt cx="1631039" cy="2606218"/>
          </a:xfrm>
        </p:grpSpPr>
        <p:sp>
          <p:nvSpPr>
            <p:cNvPr id="88" name="ホームベース 13">
              <a:extLst>
                <a:ext uri="{FF2B5EF4-FFF2-40B4-BE49-F238E27FC236}">
                  <ns2:creationId id="{0003684F-094A-9FA7-D707-2DF452CA9F80}"/>
                </a:ext>
              </a:extLst>
            </p:cNvPr>
            <p:cNvSpPr/>
            <p:nvPr/>
          </p:nvSpPr>
          <p:spPr>
            <a:xfrm rot="5400000">
              <a:off x="3826809" y="3864273"/>
              <a:ext cx="520062" cy="198162"/>
            </a:xfrm>
            <a:prstGeom prst="homePlate">
              <a:avLst>
                <a:gd name="adj" fmla="val 3906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+mn-ea"/>
              </a:endParaRPr>
            </a:p>
          </p:txBody>
        </p:sp>
        <p:sp>
          <p:nvSpPr>
            <p:cNvPr id="89" name="山形 14">
              <a:extLst>
                <a:ext uri="{FF2B5EF4-FFF2-40B4-BE49-F238E27FC236}">
                  <ns2:creationId id="{ABA3A890-74E4-6D4C-5786-D948CA4BFB4F}"/>
                </a:ext>
              </a:extLst>
            </p:cNvPr>
            <p:cNvSpPr/>
            <p:nvPr/>
          </p:nvSpPr>
          <p:spPr>
            <a:xfrm rot="5400000">
              <a:off x="3526133" y="4627053"/>
              <a:ext cx="1121413" cy="198162"/>
            </a:xfrm>
            <a:prstGeom prst="chevron">
              <a:avLst>
                <a:gd name="adj" fmla="val 3906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山形 14">
              <a:extLst>
                <a:ext uri="{FF2B5EF4-FFF2-40B4-BE49-F238E27FC236}">
                  <ns2:creationId id="{008EC87D-1B5C-ADA7-9E56-6BC333ACB152}"/>
                </a:ext>
              </a:extLst>
            </p:cNvPr>
            <p:cNvSpPr/>
            <p:nvPr/>
          </p:nvSpPr>
          <p:spPr>
            <a:xfrm rot="5400000">
              <a:off x="3546923" y="5669719"/>
              <a:ext cx="1079834" cy="198162"/>
            </a:xfrm>
            <a:prstGeom prst="chevron">
              <a:avLst>
                <a:gd name="adj" fmla="val 3906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DD3C4A17-6D08-ACA4-24FE-346E30CEBBF0}"/>
                </a:ext>
              </a:extLst>
            </p:cNvPr>
            <p:cNvSpPr/>
            <p:nvPr/>
          </p:nvSpPr>
          <p:spPr>
            <a:xfrm>
              <a:off x="4228594" y="3702499"/>
              <a:ext cx="1390204" cy="4518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058B2CD-F7F1-BFE1-E496-10D853EB6EB4}"/>
                </a:ext>
              </a:extLst>
            </p:cNvPr>
            <p:cNvSpPr/>
            <p:nvPr/>
          </p:nvSpPr>
          <p:spPr>
            <a:xfrm>
              <a:off x="4228594" y="4176271"/>
              <a:ext cx="1390204" cy="1048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5D95349B-8BC7-3E3D-F681-9D9BBB55642A}"/>
                </a:ext>
              </a:extLst>
            </p:cNvPr>
            <p:cNvSpPr/>
            <p:nvPr/>
          </p:nvSpPr>
          <p:spPr>
            <a:xfrm>
              <a:off x="4228594" y="5242249"/>
              <a:ext cx="1390204" cy="106485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5" name="図 94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7AAB5043-CFC4-3D92-08C1-AA97F8C6B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5187" t="8871" r="90174" b="78480"/>
            <a:stretch>
              <a:fillRect/>
            </a:stretch>
          </p:blipFill>
          <p:spPr>
            <a:xfrm>
              <a:off x="5290697" y="3725977"/>
              <a:ext cx="259079" cy="386674"/>
            </a:xfrm>
            <a:prstGeom prst="rect">
              <a:avLst/>
            </a:prstGeom>
          </p:spPr>
        </p:pic>
        <p:pic>
          <p:nvPicPr>
            <p:cNvPr id="96" name="図 95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3458E8F5-D248-6E8D-DDC9-BC0DD93FF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34711" t="8158" r="59764" b="79193"/>
            <a:stretch>
              <a:fillRect/>
            </a:stretch>
          </p:blipFill>
          <p:spPr>
            <a:xfrm>
              <a:off x="5255137" y="4518660"/>
              <a:ext cx="308532" cy="386674"/>
            </a:xfrm>
            <a:prstGeom prst="rect">
              <a:avLst/>
            </a:prstGeom>
          </p:spPr>
        </p:pic>
        <p:pic>
          <p:nvPicPr>
            <p:cNvPr id="97" name="図 96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6B233398-BFAC-FDDD-E12F-D70E25AF56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63478" t="9147" r="30997" b="78204"/>
            <a:stretch>
              <a:fillRect/>
            </a:stretch>
          </p:blipFill>
          <p:spPr>
            <a:xfrm>
              <a:off x="5255137" y="5647368"/>
              <a:ext cx="308532" cy="386674"/>
            </a:xfrm>
            <a:prstGeom prst="rect">
              <a:avLst/>
            </a:prstGeom>
          </p:spPr>
        </p:pic>
        <p:sp>
          <p:nvSpPr>
            <p:cNvPr id="125" name="正方形/長方形 124">
              <a:extLst>
                <a:ext uri="{FF2B5EF4-FFF2-40B4-BE49-F238E27FC236}">
                  <ns2:creationId id="{7FA0016A-87E0-F987-E5EF-2CA82F290F63}"/>
                </a:ext>
              </a:extLst>
            </p:cNvPr>
            <p:cNvSpPr/>
            <p:nvPr/>
          </p:nvSpPr>
          <p:spPr>
            <a:xfrm>
              <a:off x="4207955" y="5602215"/>
              <a:ext cx="992054" cy="349703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49" name="グループ化 148">
            <a:extLst>
              <a:ext uri="{FF2B5EF4-FFF2-40B4-BE49-F238E27FC236}">
                <ns2:creationId id="{52B66E59-7348-F5A0-D6C7-F9A7E69955D2}"/>
              </a:ext>
            </a:extLst>
          </p:cNvPr>
          <p:cNvGrpSpPr/>
          <p:nvPr/>
        </p:nvGrpSpPr>
        <p:grpSpPr>
          <a:xfrm>
            <a:off x="4703982" y="3014578"/>
            <a:ext cx="1473080" cy="2587637"/>
            <a:chOff x="4703982" y="3014578"/>
            <a:chExt cx="1473080" cy="2587637"/>
          </a:xfrm>
        </p:grpSpPr>
        <p:cxnSp>
          <p:nvCxnSpPr>
            <p:cNvPr id="127" name="コネクタ: カギ線 126">
              <a:extLst>
                <a:ext uri="{FF2B5EF4-FFF2-40B4-BE49-F238E27FC236}">
                  <ns2:creationId id="{6B16CC48-388A-E8F8-A6A1-0F23901C84E9}"/>
                </a:ext>
              </a:extLst>
            </p:cNvPr>
            <p:cNvCxnSpPr>
              <a:cxnSpLocks/>
              <a:endCxn id="9" idx="1"/>
            </p:cNvCxnSpPr>
            <p:nvPr/>
          </p:nvCxnSpPr>
          <p:spPr>
            <a:xfrm rot="5400000" flipH="1" flipV="1">
              <a:off x="5371289" y="3538860"/>
              <a:ext cx="1330056" cy="281491"/>
            </a:xfrm>
            <a:prstGeom prst="bentConnector2">
              <a:avLst/>
            </a:prstGeom>
            <a:ln w="1905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コネクタ: カギ線 142">
              <a:extLst>
                <a:ext uri="{FF2B5EF4-FFF2-40B4-BE49-F238E27FC236}">
                  <ns2:creationId id="{59F749C8-674D-BE65-8F9D-45F5F8CB9836}"/>
                </a:ext>
              </a:extLst>
            </p:cNvPr>
            <p:cNvCxnSpPr>
              <a:cxnSpLocks/>
              <a:stCxn id="125" idx="0"/>
            </p:cNvCxnSpPr>
            <p:nvPr/>
          </p:nvCxnSpPr>
          <p:spPr>
            <a:xfrm rot="5400000" flipH="1" flipV="1">
              <a:off x="4668661" y="4374180"/>
              <a:ext cx="1263356" cy="1192714"/>
            </a:xfrm>
            <a:prstGeom prst="bentConnector3">
              <a:avLst>
                <a:gd name="adj1" fmla="val 23461"/>
              </a:avLst>
            </a:prstGeom>
            <a:ln w="19050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グループ化 169">
            <a:extLst>
              <a:ext uri="{FF2B5EF4-FFF2-40B4-BE49-F238E27FC236}">
                <ns2:creationId id="{A028AD59-8B72-E79A-502B-2797616A88D9}"/>
              </a:ext>
            </a:extLst>
          </p:cNvPr>
          <p:cNvGrpSpPr/>
          <p:nvPr/>
        </p:nvGrpSpPr>
        <p:grpSpPr>
          <a:xfrm>
            <a:off x="6177060" y="5006340"/>
            <a:ext cx="5679977" cy="1302377"/>
            <a:chOff x="6177060" y="5006340"/>
            <a:chExt cx="5679977" cy="1302377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0DCF4B50-B87E-BBBC-7DFC-99DE51222A26}"/>
                </a:ext>
              </a:extLst>
            </p:cNvPr>
            <p:cNvSpPr/>
            <p:nvPr/>
          </p:nvSpPr>
          <p:spPr>
            <a:xfrm>
              <a:off x="6177060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2ED300E-B734-F920-F761-E04D251E3926}"/>
                </a:ext>
              </a:extLst>
            </p:cNvPr>
            <p:cNvSpPr/>
            <p:nvPr/>
          </p:nvSpPr>
          <p:spPr>
            <a:xfrm>
              <a:off x="8112837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57A25DF-94FC-F2F1-7A9B-1AC6843E7ADE}"/>
                </a:ext>
              </a:extLst>
            </p:cNvPr>
            <p:cNvSpPr/>
            <p:nvPr/>
          </p:nvSpPr>
          <p:spPr>
            <a:xfrm>
              <a:off x="10048614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52" name="グラフィックス 151" descr="ハイハイ 単色塗りつぶし">
              <a:extLst>
                <a:ext uri="{FF2B5EF4-FFF2-40B4-BE49-F238E27FC236}">
                  <ns2:creationId id="{323F2571-314B-9D01-348C-B95BA809E6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718825" y="5119473"/>
              <a:ext cx="468000" cy="468000"/>
            </a:xfrm>
            <a:prstGeom prst="rect">
              <a:avLst/>
            </a:prstGeom>
          </p:spPr>
        </p:pic>
        <p:pic>
          <p:nvPicPr>
            <p:cNvPr id="154" name="グラフィックス 153" descr="滑りやすい 単色塗りつぶし">
              <a:extLst>
                <a:ext uri="{FF2B5EF4-FFF2-40B4-BE49-F238E27FC236}">
                  <ns2:creationId id="{4C9D0CF2-C314-9E37-B6EF-6FD0622E6B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783048" y="5119473"/>
              <a:ext cx="468000" cy="468000"/>
            </a:xfrm>
            <a:prstGeom prst="rect">
              <a:avLst/>
            </a:prstGeom>
          </p:spPr>
        </p:pic>
        <p:pic>
          <p:nvPicPr>
            <p:cNvPr id="156" name="グラフィックス 155" descr="悲しそうな顔 (塗りつぶし) 単色塗りつぶし">
              <a:extLst>
                <a:ext uri="{FF2B5EF4-FFF2-40B4-BE49-F238E27FC236}">
                  <ns2:creationId id="{FE45CA22-036C-C2FA-34CB-5683A2812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47271" y="5119473"/>
              <a:ext cx="468000" cy="468000"/>
            </a:xfrm>
            <a:prstGeom prst="rect">
              <a:avLst/>
            </a:prstGeom>
          </p:spPr>
        </p:pic>
      </p:grpSp>
      <p:sp>
        <p:nvSpPr>
          <p:cNvPr id="158" name="Textfeld 2">
            <a:extLst>
              <a:ext uri="{FF2B5EF4-FFF2-40B4-BE49-F238E27FC236}">
                <ns2:creationId id="{476EA224-C0E6-0C9A-5F3E-41688CF8D5ED}"/>
              </a:ext>
            </a:extLst>
          </p:cNvPr>
          <p:cNvSpPr txBox="1"/>
          <p:nvPr/>
        </p:nvSpPr>
        <p:spPr bwMode="auto">
          <a:xfrm>
            <a:off x="371474" y="6334380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7:creationId val="2668385989"/>
      </p:ext>
    </p:extLst>
  </p:cSld>
  <p:clrMapOvr>
    <a:masterClrMapping/>
  </p:clrMapOvr>
</p:sld>
</file>

<file path=ppt/slides/slide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6FEEFD-B8AA-6128-C2E9-400A409EE0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BD2E8C9-5E8B-8588-436A-71E3AB1C25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D3392CE-622B-54A9-3F05-099B860749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6181520B-0981-CF22-7198-8DE15294A9EF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3" name="グループ化 82">
            <a:extLst>
              <a:ext uri="{FF2B5EF4-FFF2-40B4-BE49-F238E27FC236}">
                <ns2:creationId id="{D3CF0FE6-9A2B-E53D-D1DD-9CCD61978F40}"/>
              </a:ext>
            </a:extLst>
          </p:cNvPr>
          <p:cNvGrpSpPr/>
          <p:nvPr/>
        </p:nvGrpSpPr>
        <p:grpSpPr>
          <a:xfrm>
            <a:off x="6197078" y="2539267"/>
            <a:ext cx="5579785" cy="648000"/>
            <a:chOff x="6275515" y="2004037"/>
            <a:chExt cx="5579785" cy="648000"/>
          </a:xfrm>
        </p:grpSpPr>
        <p:sp>
          <p:nvSpPr>
            <p:cNvPr id="33" name="四角形: 角を丸くする 32">
              <a:extLst>
                <a:ext uri="{FF2B5EF4-FFF2-40B4-BE49-F238E27FC236}">
                  <ns2:creationId id="{E20AF9FD-8DB3-B1B3-A926-2816FB1B470E}"/>
                </a:ext>
              </a:extLst>
            </p:cNvPr>
            <p:cNvSpPr/>
            <p:nvPr/>
          </p:nvSpPr>
          <p:spPr>
            <a:xfrm>
              <a:off x="6275515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CBB2FD89-26BD-BD6D-656C-74C82120509A}"/>
                </a:ext>
              </a:extLst>
            </p:cNvPr>
            <p:cNvSpPr/>
            <p:nvPr/>
          </p:nvSpPr>
          <p:spPr>
            <a:xfrm>
              <a:off x="9335300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次の値と等しい 81">
              <a:extLst>
                <a:ext uri="{FF2B5EF4-FFF2-40B4-BE49-F238E27FC236}">
                  <ns2:creationId id="{32D81040-19E6-CCB1-B013-AD52B6805F8B}"/>
                </a:ext>
              </a:extLst>
            </p:cNvPr>
            <p:cNvSpPr/>
            <p:nvPr/>
          </p:nvSpPr>
          <p:spPr>
            <a:xfrm>
              <a:off x="8849408" y="2148037"/>
              <a:ext cx="432000" cy="360000"/>
            </a:xfrm>
            <a:prstGeom prst="mathEqual">
              <a:avLst/>
            </a:prstGeom>
            <a:solidFill>
              <a:srgbClr val="A3D1A3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43B90708-10A9-F51D-2CD2-0FD737D2DD40}"/>
              </a:ext>
            </a:extLst>
          </p:cNvPr>
          <p:cNvGrpSpPr>
            <a:grpSpLocks/>
          </p:cNvGrpSpPr>
          <p:nvPr/>
        </p:nvGrpSpPr>
        <p:grpSpPr>
          <a:xfrm>
            <a:off x="6641581" y="3685864"/>
            <a:ext cx="4456240" cy="1874132"/>
            <a:chOff x="6356107" y="2551443"/>
            <a:chExt cx="5486291" cy="2307337"/>
          </a:xfrm>
        </p:grpSpPr>
        <p:sp>
          <p:nvSpPr>
            <p:cNvPr id="57" name="楕円 56">
              <a:extLst>
                <a:ext uri="{FF2B5EF4-FFF2-40B4-BE49-F238E27FC236}">
                  <ns2:creationId id="{C95D42C0-614C-87CE-F470-9A36CD74D144}"/>
                </a:ext>
              </a:extLst>
            </p:cNvPr>
            <p:cNvSpPr/>
            <p:nvPr/>
          </p:nvSpPr>
          <p:spPr>
            <a:xfrm>
              <a:off x="6598302" y="3024081"/>
              <a:ext cx="5040000" cy="1368000"/>
            </a:xfrm>
            <a:prstGeom prst="ellipse">
              <a:avLst/>
            </a:prstGeom>
            <a:solidFill>
              <a:schemeClr val="bg1">
                <a:lumMod val="95000"/>
                <a:alpha val="6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241" tIns="29241" rIns="29241" bIns="2924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" name="グラフィックス 35" descr="ユーザー 単色塗りつぶし">
              <a:extLst>
                <a:ext uri="{FF2B5EF4-FFF2-40B4-BE49-F238E27FC236}">
                  <ns2:creationId id="{174E3D38-5721-04D6-8EC4-49389569B4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2961411"/>
              <a:ext cx="504000" cy="504000"/>
            </a:xfrm>
            <a:prstGeom prst="rect">
              <a:avLst/>
            </a:prstGeom>
          </p:spPr>
        </p:pic>
        <p:pic>
          <p:nvPicPr>
            <p:cNvPr id="37" name="グラフィックス 36" descr="ユーザー 単色塗りつぶし">
              <a:extLst>
                <a:ext uri="{FF2B5EF4-FFF2-40B4-BE49-F238E27FC236}">
                  <ns2:creationId id="{6B3BDFEF-702D-4475-E14D-2A3EFE9A7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3937201"/>
              <a:ext cx="504000" cy="504000"/>
            </a:xfrm>
            <a:prstGeom prst="rect">
              <a:avLst/>
            </a:prstGeom>
          </p:spPr>
        </p:pic>
        <p:pic>
          <p:nvPicPr>
            <p:cNvPr id="38" name="グラフィックス 37" descr="ユーザー 単色塗りつぶし">
              <a:extLst>
                <a:ext uri="{FF2B5EF4-FFF2-40B4-BE49-F238E27FC236}">
                  <ns2:creationId id="{0D952CC8-E205-DD19-2539-8F49193A80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4086608"/>
              <a:ext cx="504000" cy="504000"/>
            </a:xfrm>
            <a:prstGeom prst="rect">
              <a:avLst/>
            </a:prstGeom>
          </p:spPr>
        </p:pic>
        <p:pic>
          <p:nvPicPr>
            <p:cNvPr id="39" name="グラフィックス 38" descr="ユーザー 単色塗りつぶし">
              <a:extLst>
                <a:ext uri="{FF2B5EF4-FFF2-40B4-BE49-F238E27FC236}">
                  <ns2:creationId id="{FD0AEF23-E88B-8599-099F-BF2060CB2B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4086608"/>
              <a:ext cx="504000" cy="504000"/>
            </a:xfrm>
            <a:prstGeom prst="rect">
              <a:avLst/>
            </a:prstGeom>
          </p:spPr>
        </p:pic>
        <p:pic>
          <p:nvPicPr>
            <p:cNvPr id="40" name="グラフィックス 39" descr="ユーザー 単色塗りつぶし">
              <a:extLst>
                <a:ext uri="{FF2B5EF4-FFF2-40B4-BE49-F238E27FC236}">
                  <ns2:creationId id="{96A0F623-24F6-A9EE-C075-A37823EBB8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3937201"/>
              <a:ext cx="504000" cy="504000"/>
            </a:xfrm>
            <a:prstGeom prst="rect">
              <a:avLst/>
            </a:prstGeom>
          </p:spPr>
        </p:pic>
        <p:pic>
          <p:nvPicPr>
            <p:cNvPr id="42" name="グラフィックス 41" descr="ユーザー 単色塗りつぶし">
              <a:extLst>
                <a:ext uri="{FF2B5EF4-FFF2-40B4-BE49-F238E27FC236}">
                  <ns2:creationId id="{CD781169-7866-CA9E-A535-740F0FD10D9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2961411"/>
              <a:ext cx="504000" cy="504000"/>
            </a:xfrm>
            <a:prstGeom prst="rect">
              <a:avLst/>
            </a:prstGeom>
          </p:spPr>
        </p:pic>
        <p:pic>
          <p:nvPicPr>
            <p:cNvPr id="43" name="グラフィックス 42" descr="ユーザー 単色塗りつぶし">
              <a:extLst>
                <a:ext uri="{FF2B5EF4-FFF2-40B4-BE49-F238E27FC236}">
                  <ns2:creationId id="{B212B857-85E0-A6C7-D64A-C9B306CB68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2802102"/>
              <a:ext cx="504000" cy="504000"/>
            </a:xfrm>
            <a:prstGeom prst="rect">
              <a:avLst/>
            </a:prstGeom>
          </p:spPr>
        </p:pic>
        <p:pic>
          <p:nvPicPr>
            <p:cNvPr id="44" name="グラフィックス 43" descr="ユーザー 単色塗りつぶし">
              <a:extLst>
                <a:ext uri="{FF2B5EF4-FFF2-40B4-BE49-F238E27FC236}">
                  <ns2:creationId id="{9C192489-62A3-6F4A-C01D-9CD35A7959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2802102"/>
              <a:ext cx="504000" cy="504000"/>
            </a:xfrm>
            <a:prstGeom prst="rect">
              <a:avLst/>
            </a:prstGeom>
          </p:spPr>
        </p:pic>
        <p:pic>
          <p:nvPicPr>
            <p:cNvPr id="46" name="グラフィックス 45" descr="コーヒー 単色塗りつぶし">
              <a:extLst>
                <a:ext uri="{FF2B5EF4-FFF2-40B4-BE49-F238E27FC236}">
                  <ns2:creationId id="{ADF8B97E-619A-4686-D328-4EC69BC6E8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916599" y="3925407"/>
              <a:ext cx="576000" cy="576000"/>
            </a:xfrm>
            <a:prstGeom prst="rect">
              <a:avLst/>
            </a:prstGeom>
          </p:spPr>
        </p:pic>
        <p:pic>
          <p:nvPicPr>
            <p:cNvPr id="48" name="グラフィックス 47" descr="車 単色塗りつぶし">
              <a:extLst>
                <a:ext uri="{FF2B5EF4-FFF2-40B4-BE49-F238E27FC236}">
                  <ns2:creationId id="{59CE96FE-E0FD-D4A7-A9D7-A2E3C8A5B8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830302" y="2551443"/>
              <a:ext cx="576000" cy="576001"/>
            </a:xfrm>
            <a:prstGeom prst="rect">
              <a:avLst/>
            </a:prstGeom>
          </p:spPr>
        </p:pic>
        <p:pic>
          <p:nvPicPr>
            <p:cNvPr id="50" name="グラフィックス 49" descr="建物 単色塗りつぶし">
              <a:extLst>
                <a:ext uri="{FF2B5EF4-FFF2-40B4-BE49-F238E27FC236}">
                  <ns2:creationId id="{058DEC31-3905-D528-500D-136113F87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916599" y="2984722"/>
              <a:ext cx="576000" cy="576000"/>
            </a:xfrm>
            <a:prstGeom prst="rect">
              <a:avLst/>
            </a:prstGeom>
          </p:spPr>
        </p:pic>
        <p:pic>
          <p:nvPicPr>
            <p:cNvPr id="52" name="グラフィックス 51" descr="飛行機 単色塗りつぶし">
              <a:extLst>
                <a:ext uri="{FF2B5EF4-FFF2-40B4-BE49-F238E27FC236}">
                  <ns2:creationId id="{399B8DEC-8E4F-EEE6-E047-D85440CB29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830302" y="4282780"/>
              <a:ext cx="576000" cy="576000"/>
            </a:xfrm>
            <a:prstGeom prst="rect">
              <a:avLst/>
            </a:prstGeom>
          </p:spPr>
        </p:pic>
        <p:pic>
          <p:nvPicPr>
            <p:cNvPr id="54" name="グラフィックス 53" descr="家 単色塗りつぶし">
              <a:extLst>
                <a:ext uri="{FF2B5EF4-FFF2-40B4-BE49-F238E27FC236}">
                  <ns2:creationId id="{33C15558-56EC-0C17-8E06-20DCEFC781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723086" y="3925407"/>
              <a:ext cx="576000" cy="576000"/>
            </a:xfrm>
            <a:prstGeom prst="rect">
              <a:avLst/>
            </a:prstGeom>
          </p:spPr>
        </p:pic>
        <p:pic>
          <p:nvPicPr>
            <p:cNvPr id="56" name="グラフィックス 55" descr="工場 単色塗りつぶし">
              <a:extLst>
                <a:ext uri="{FF2B5EF4-FFF2-40B4-BE49-F238E27FC236}">
                  <ns2:creationId id="{E7D9AA71-BBF8-E21E-3157-85AEE00D0F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723086" y="2984722"/>
              <a:ext cx="576000" cy="576000"/>
            </a:xfrm>
            <a:prstGeom prst="rect">
              <a:avLst/>
            </a:prstGeom>
          </p:spPr>
        </p:pic>
        <p:pic>
          <p:nvPicPr>
            <p:cNvPr id="41" name="グラフィックス 40" descr="ユーザー 単色塗りつぶし">
              <a:extLst>
                <a:ext uri="{FF2B5EF4-FFF2-40B4-BE49-F238E27FC236}">
                  <ns2:creationId id="{96393E9A-B1F8-816D-A5E1-44F3D53FC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338398" y="3461032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ユーザー 単色塗りつぶし">
              <a:extLst>
                <a:ext uri="{FF2B5EF4-FFF2-40B4-BE49-F238E27FC236}">
                  <ns2:creationId id="{7DCA9808-B8D7-00D7-9718-8E227D5FE7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356107" y="3461032"/>
              <a:ext cx="504000" cy="504000"/>
            </a:xfrm>
            <a:prstGeom prst="rect">
              <a:avLst/>
            </a:prstGeom>
          </p:spPr>
        </p:pic>
      </p:grpSp>
      <p:sp>
        <p:nvSpPr>
          <p:cNvPr id="87" name="正方形/長方形 86">
            <a:extLst>
              <a:ext uri="{FF2B5EF4-FFF2-40B4-BE49-F238E27FC236}">
                <ns2:creationId id="{39F4B513-5D78-B417-57A1-24888143B3C4}"/>
              </a:ext>
            </a:extLst>
          </p:cNvPr>
          <p:cNvSpPr/>
          <p:nvPr/>
        </p:nvSpPr>
        <p:spPr>
          <a:xfrm>
            <a:off x="6196971" y="5675287"/>
            <a:ext cx="5580000" cy="257369"/>
          </a:xfrm>
          <a:prstGeom prst="rec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6A23C040-AFF5-F71A-DC16-0384EE3BC569}"/>
              </a:ext>
            </a:extLst>
          </p:cNvPr>
          <p:cNvGrpSpPr/>
          <p:nvPr/>
        </p:nvGrpSpPr>
        <p:grpSpPr>
          <a:xfrm>
            <a:off x="6196971" y="1820566"/>
            <a:ext cx="5580000" cy="432000"/>
            <a:chOff x="6275407" y="1623033"/>
            <a:chExt cx="5580000" cy="432000"/>
          </a:xfrm>
        </p:grpSpPr>
        <p:grpSp>
          <p:nvGrpSpPr>
            <p:cNvPr id="24" name="グループ化 23">
              <a:extLst>
                <a:ext uri="{FF2B5EF4-FFF2-40B4-BE49-F238E27FC236}">
                  <ns2:creationId id="{8211E9E9-FC94-E792-8EC0-E975B2E37996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25" name="テキスト ボックス 15">
                <a:extLst>
                  <a:ext uri="{FF2B5EF4-FFF2-40B4-BE49-F238E27FC236}">
                    <ns2:creationId id="{F20CE749-29EA-AF66-B90B-187451856B40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6" name="直線コネクタ 16">
                <a:extLst>
                  <a:ext uri="{FF2B5EF4-FFF2-40B4-BE49-F238E27FC236}">
                    <ns2:creationId id="{B1436823-4FCE-F1DC-9070-E9764DFE3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6" name="グラフィックス 95" descr="マーカー 枠線">
              <a:extLst>
                <a:ext uri="{FF2B5EF4-FFF2-40B4-BE49-F238E27FC236}">
                  <ns2:creationId id="{9E309454-E670-B887-24D1-EAEF3F725A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  <p:pic>
        <p:nvPicPr>
          <p:cNvPr id="9" name="図 8" descr="ダイアグラム&#10;&#10;AI 生成コンテンツは誤りを含む可能性があります。">
            <a:extLst>
              <a:ext uri="{FF2B5EF4-FFF2-40B4-BE49-F238E27FC236}">
                <ns2:creationId id="{720DE3F8-960D-06A6-F05D-DBE0B07BB3E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ns5:useLocalDpi val="0"/>
              </a:ext>
            </a:extLst>
          </a:blip>
          <a:srcRect l="1826" t="11790" r="3636"/>
          <a:stretch>
            <a:fillRect/>
          </a:stretch>
        </p:blipFill>
        <p:spPr>
          <a:xfrm>
            <a:off x="415029" y="2585997"/>
            <a:ext cx="5163017" cy="3357603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4679D0A3-3BF7-3C49-0BCB-59D78406F215}"/>
              </a:ext>
            </a:extLst>
          </p:cNvPr>
          <p:cNvGrpSpPr/>
          <p:nvPr/>
        </p:nvGrpSpPr>
        <p:grpSpPr>
          <a:xfrm>
            <a:off x="333365" y="1820566"/>
            <a:ext cx="5318405" cy="432000"/>
            <a:chOff x="6275407" y="1623033"/>
            <a:chExt cx="5580000" cy="432000"/>
          </a:xfrm>
        </p:grpSpPr>
        <p:grpSp>
          <p:nvGrpSpPr>
            <p:cNvPr id="11" name="グループ化 10">
              <a:extLst>
                <a:ext uri="{FF2B5EF4-FFF2-40B4-BE49-F238E27FC236}">
                  <ns2:creationId id="{7BE5C81B-C8DA-90EB-24C7-E1F8941965DB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13" name="テキスト ボックス 15">
                <a:extLst>
                  <a:ext uri="{FF2B5EF4-FFF2-40B4-BE49-F238E27FC236}">
                    <ns2:creationId id="{8B10D26D-50DC-F726-FD5E-58015A430F22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4" name="直線コネクタ 16">
                <a:extLst>
                  <a:ext uri="{FF2B5EF4-FFF2-40B4-BE49-F238E27FC236}">
                    <ns2:creationId id="{F59B0BFD-9880-F83E-8BB5-0E17E83163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" name="グラフィックス 11" descr="マーカー 枠線">
              <a:extLst>
                <a:ext uri="{FF2B5EF4-FFF2-40B4-BE49-F238E27FC236}">
                  <ns2:creationId id="{0A4C06B5-7843-3A3C-39D7-1C07EB6BEB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192951375"/>
      </p:ext>
    </p:extLst>
  </p:cSld>
  <p:clrMapOvr>
    <a:masterClrMapping/>
  </p:clrMapOvr>
</p:sld>
</file>

<file path=ppt/slides/slide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5D05B49-BC00-5090-67F1-A74602ACF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F34865-CC71-4327-51C8-4282BED94F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7E79692-A337-021A-1026-E502F81ACC7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B49D3666-EAC9-EBFE-BF59-9828B3688BE2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" name="四角形: 角を丸くする 28">
            <a:extLst>
              <a:ext uri="{FF2B5EF4-FFF2-40B4-BE49-F238E27FC236}">
                <ns2:creationId id="{09394AC0-C110-6FF6-761A-D0B3DC77BB34}"/>
              </a:ext>
            </a:extLst>
          </p:cNvPr>
          <p:cNvSpPr/>
          <p:nvPr/>
        </p:nvSpPr>
        <p:spPr>
          <a:xfrm>
            <a:off x="334963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C0DDC27B-EF2B-7681-F987-F0CBAF751F42}"/>
              </a:ext>
            </a:extLst>
          </p:cNvPr>
          <p:cNvSpPr/>
          <p:nvPr/>
        </p:nvSpPr>
        <p:spPr>
          <a:xfrm>
            <a:off x="6610085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5DD2F065-41CD-6924-FF73-77B4E00D8A3D}"/>
              </a:ext>
            </a:extLst>
          </p:cNvPr>
          <p:cNvSpPr/>
          <p:nvPr/>
        </p:nvSpPr>
        <p:spPr>
          <a:xfrm>
            <a:off x="334963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063FA53C-D394-04CA-3C52-BA931609B985}"/>
              </a:ext>
            </a:extLst>
          </p:cNvPr>
          <p:cNvSpPr/>
          <p:nvPr/>
        </p:nvSpPr>
        <p:spPr>
          <a:xfrm>
            <a:off x="6610085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2" name="グループ化 61">
            <a:extLst>
              <a:ext uri="{FF2B5EF4-FFF2-40B4-BE49-F238E27FC236}">
                <ns2:creationId id="{A2CA0BA1-231D-63C4-0933-D4E44AE64294}"/>
              </a:ext>
            </a:extLst>
          </p:cNvPr>
          <p:cNvGrpSpPr/>
          <p:nvPr/>
        </p:nvGrpSpPr>
        <p:grpSpPr>
          <a:xfrm>
            <a:off x="747313" y="4126783"/>
            <a:ext cx="4378818" cy="1240321"/>
            <a:chOff x="577516" y="3657487"/>
            <a:chExt cx="2120608" cy="1137780"/>
          </a:xfrm>
        </p:grpSpPr>
        <p:sp>
          <p:nvSpPr>
            <p:cNvPr id="59" name="四角形: 角を丸くする 58">
              <a:extLst>
                <a:ext uri="{FF2B5EF4-FFF2-40B4-BE49-F238E27FC236}">
                  <ns2:creationId id="{015BF11B-FBEE-ADE3-31D3-F7DD3D0DE252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65CF415D-E53D-2D10-43ED-546615D4F0E5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4091609E-863E-0616-4ECC-F232DDECB5AB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63" name="グループ化 62">
            <a:extLst>
              <a:ext uri="{FF2B5EF4-FFF2-40B4-BE49-F238E27FC236}">
                <ns2:creationId id="{B33FD5E1-AB46-58EB-3DEB-ACEDFDCFCBE5}"/>
              </a:ext>
            </a:extLst>
          </p:cNvPr>
          <p:cNvGrpSpPr/>
          <p:nvPr/>
        </p:nvGrpSpPr>
        <p:grpSpPr>
          <a:xfrm>
            <a:off x="7022435" y="4126783"/>
            <a:ext cx="4378818" cy="1240321"/>
            <a:chOff x="577516" y="3657487"/>
            <a:chExt cx="2120608" cy="1137780"/>
          </a:xfrm>
        </p:grpSpPr>
        <p:sp>
          <p:nvSpPr>
            <p:cNvPr id="64" name="四角形: 角を丸くする 63">
              <a:extLst>
                <a:ext uri="{FF2B5EF4-FFF2-40B4-BE49-F238E27FC236}">
                  <ns2:creationId id="{70FCCF6D-9785-7114-7514-B73C1045540E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DFAD3429-E6BD-AC11-8795-4F7C82A3D0F9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AC4CD9CB-3725-7501-EA5B-25C248B2428F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69" name="テキスト ボックス 68">
            <a:extLst>
              <a:ext uri="{FF2B5EF4-FFF2-40B4-BE49-F238E27FC236}">
                <ns2:creationId id="{104FF73B-15BF-32D4-87DB-06D7D08DEF73}"/>
              </a:ext>
            </a:extLst>
          </p:cNvPr>
          <p:cNvSpPr txBox="1"/>
          <p:nvPr/>
        </p:nvSpPr>
        <p:spPr>
          <a:xfrm>
            <a:off x="5555270" y="2799602"/>
            <a:ext cx="1038023" cy="251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ja-JP" altLang="en-US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5" name="グラフィックス 74">
            <a:extLst>
              <a:ext uri="{FF2B5EF4-FFF2-40B4-BE49-F238E27FC236}">
                <ns2:creationId id="{7C45F1D1-83A8-7FF6-3891-FF3ED16B1E2C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8840164" y="3166394"/>
            <a:ext cx="743360" cy="392443"/>
          </a:xfrm>
          <a:prstGeom prst="rect">
            <a:avLst/>
          </a:prstGeom>
        </p:spPr>
      </p:pic>
      <p:grpSp>
        <p:nvGrpSpPr>
          <p:cNvPr id="23" name="グループ化 22">
            <a:extLst>
              <a:ext uri="{FF2B5EF4-FFF2-40B4-BE49-F238E27FC236}">
                <ns2:creationId id="{28103073-E858-D42C-6D8D-0F1D987D5340}"/>
              </a:ext>
            </a:extLst>
          </p:cNvPr>
          <p:cNvGrpSpPr/>
          <p:nvPr/>
        </p:nvGrpSpPr>
        <p:grpSpPr>
          <a:xfrm>
            <a:off x="334963" y="1709304"/>
            <a:ext cx="11522075" cy="470933"/>
            <a:chOff x="342899" y="1638300"/>
            <a:chExt cx="5652000" cy="432000"/>
          </a:xfrm>
        </p:grpSpPr>
        <p:sp>
          <p:nvSpPr>
            <p:cNvPr id="4" name="テキスト ボックス 15">
              <a:extLst>
                <a:ext uri="{FF2B5EF4-FFF2-40B4-BE49-F238E27FC236}">
                  <ns2:creationId id="{CCB5E672-50C4-39FA-DF7A-BCF091B63D36}"/>
                </a:ext>
              </a:extLst>
            </p:cNvPr>
            <p:cNvSpPr txBox="1"/>
            <p:nvPr/>
          </p:nvSpPr>
          <p:spPr>
            <a:xfrm>
              <a:off x="342899" y="1638300"/>
              <a:ext cx="5651999" cy="432000"/>
            </a:xfrm>
            <a:prstGeom prst="rect">
              <a:avLst/>
            </a:prstGeom>
            <a:noFill/>
          </p:spPr>
          <p:txBody>
            <a:bodyPr wrap="none" lIns="648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7D5CBFB2-D0A1-DB43-E998-294F34A3F896}"/>
                </a:ext>
              </a:extLst>
            </p:cNvPr>
            <p:cNvCxnSpPr>
              <a:cxnSpLocks/>
            </p:cNvCxnSpPr>
            <p:nvPr/>
          </p:nvCxnSpPr>
          <p:spPr>
            <a:xfrm>
              <a:off x="342899" y="2070300"/>
              <a:ext cx="565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" name="グラフィックス 8" descr="繰り返し 単色塗りつぶし">
            <a:extLst>
              <a:ext uri="{FF2B5EF4-FFF2-40B4-BE49-F238E27FC236}">
                <ns2:creationId id="{A2DF93B0-5498-8BF5-0FFE-235603F599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 flipH="1">
            <a:off x="5612098" y="2453391"/>
            <a:ext cx="914400" cy="914400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F8186BA0-EDEC-E26C-2B73-43996B4341E3}"/>
              </a:ext>
            </a:extLst>
          </p:cNvPr>
          <p:cNvGrpSpPr/>
          <p:nvPr/>
        </p:nvGrpSpPr>
        <p:grpSpPr>
          <a:xfrm rot="5400000">
            <a:off x="2703777" y="3164908"/>
            <a:ext cx="369527" cy="360000"/>
            <a:chOff x="4481975" y="4552638"/>
            <a:chExt cx="369527" cy="360000"/>
          </a:xfrm>
        </p:grpSpPr>
        <p:sp>
          <p:nvSpPr>
            <p:cNvPr id="11" name="円/楕円 8">
              <a:extLst>
                <a:ext uri="{FF2B5EF4-FFF2-40B4-BE49-F238E27FC236}">
                  <ns2:creationId id="{41FEA869-48CE-122E-CC47-D2207812226E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">
              <a:extLst>
                <a:ext uri="{FF2B5EF4-FFF2-40B4-BE49-F238E27FC236}">
                  <ns2:creationId id="{C1F39522-4C83-E5BF-EF09-AA6F3804CC2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370CAE17-6587-2A4F-C4B1-AC076D7AE507}"/>
              </a:ext>
            </a:extLst>
          </p:cNvPr>
          <p:cNvGrpSpPr/>
          <p:nvPr/>
        </p:nvGrpSpPr>
        <p:grpSpPr>
          <a:xfrm rot="5400000">
            <a:off x="9166887" y="3164908"/>
            <a:ext cx="369527" cy="360000"/>
            <a:chOff x="4481975" y="4552638"/>
            <a:chExt cx="369527" cy="360000"/>
          </a:xfrm>
        </p:grpSpPr>
        <p:sp>
          <p:nvSpPr>
            <p:cNvPr id="14" name="円/楕円 8">
              <a:extLst>
                <a:ext uri="{FF2B5EF4-FFF2-40B4-BE49-F238E27FC236}">
                  <ns2:creationId id="{176F4503-8A0D-E97F-1B41-35140C560467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5" name="グラフィックス 14">
              <a:extLst>
                <a:ext uri="{FF2B5EF4-FFF2-40B4-BE49-F238E27FC236}">
                  <ns2:creationId id="{98AD02AA-BB60-C73A-28F8-92C8735D3F9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cxnSp>
        <p:nvCxnSpPr>
          <p:cNvPr id="16" name="直線コネクタ 15">
            <a:extLst>
              <a:ext uri="{FF2B5EF4-FFF2-40B4-BE49-F238E27FC236}">
                <ns2:creationId id="{9CAAE04E-9100-E1F2-B661-B060284FDDBA}"/>
              </a:ext>
            </a:extLst>
          </p:cNvPr>
          <p:cNvCxnSpPr>
            <a:cxnSpLocks/>
          </p:cNvCxnSpPr>
          <p:nvPr/>
        </p:nvCxnSpPr>
        <p:spPr>
          <a:xfrm>
            <a:off x="334963" y="5624505"/>
            <a:ext cx="1152207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グループ化 16">
            <a:extLst>
              <a:ext uri="{FF2B5EF4-FFF2-40B4-BE49-F238E27FC236}">
                <ns2:creationId id="{D3256108-B54F-2CE2-9A0F-C581E0C0F83A}"/>
              </a:ext>
            </a:extLst>
          </p:cNvPr>
          <p:cNvGrpSpPr/>
          <p:nvPr/>
        </p:nvGrpSpPr>
        <p:grpSpPr>
          <a:xfrm rot="5400000">
            <a:off x="5910751" y="5449269"/>
            <a:ext cx="369527" cy="360000"/>
            <a:chOff x="4481975" y="4552638"/>
            <a:chExt cx="369527" cy="360000"/>
          </a:xfrm>
        </p:grpSpPr>
        <p:sp>
          <p:nvSpPr>
            <p:cNvPr id="18" name="円/楕円 8">
              <a:extLst>
                <a:ext uri="{FF2B5EF4-FFF2-40B4-BE49-F238E27FC236}">
                  <ns2:creationId id="{D613B5A4-3B45-3365-0FA3-8596654385C9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" name="グラフィックス 18">
              <a:extLst>
                <a:ext uri="{FF2B5EF4-FFF2-40B4-BE49-F238E27FC236}">
                  <ns2:creationId id="{91308844-6D98-8FD5-8CA1-226860B0981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sp>
        <p:nvSpPr>
          <p:cNvPr id="20" name="テキスト ボックス 19">
            <a:extLst>
              <a:ext uri="{FF2B5EF4-FFF2-40B4-BE49-F238E27FC236}">
                <ns2:creationId id="{98A3AFF2-600B-9362-D792-E22A10F57BAF}"/>
              </a:ext>
            </a:extLst>
          </p:cNvPr>
          <p:cNvSpPr txBox="1"/>
          <p:nvPr/>
        </p:nvSpPr>
        <p:spPr>
          <a:xfrm>
            <a:off x="344488" y="5746790"/>
            <a:ext cx="6048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072B8D88-7E84-B38A-EF9F-0E21659FD9C2}"/>
              </a:ext>
            </a:extLst>
          </p:cNvPr>
          <p:cNvSpPr txBox="1"/>
          <p:nvPr/>
        </p:nvSpPr>
        <p:spPr>
          <a:xfrm>
            <a:off x="6946763" y="5746790"/>
            <a:ext cx="2340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2" name="テキスト ボックス 21">
            <a:extLst>
              <a:ext uri="{FF2B5EF4-FFF2-40B4-BE49-F238E27FC236}">
                <ns2:creationId id="{3D5FD6EF-E9E6-8278-43ED-3149EBB167BB}"/>
              </a:ext>
            </a:extLst>
          </p:cNvPr>
          <p:cNvSpPr txBox="1"/>
          <p:nvPr/>
        </p:nvSpPr>
        <p:spPr>
          <a:xfrm>
            <a:off x="9841038" y="5746790"/>
            <a:ext cx="2016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7" name="AutoShape 2">
            <a:extLst>
              <a:ext uri="{FF2B5EF4-FFF2-40B4-BE49-F238E27FC236}">
                <ns2:creationId id="{33C476C5-F6A4-7FC5-7A51-55A3722A262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6579625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8" name="AutoShape 2">
            <a:extLst>
              <a:ext uri="{FF2B5EF4-FFF2-40B4-BE49-F238E27FC236}">
                <ns2:creationId id="{A440ECEA-41A8-3DE0-9DE3-54AEE3F091C0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10800000" flipH="1">
            <a:off x="9473900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</p:spTree>
    <p:extLst>
      <p:ext uri="{BB962C8B-B14F-4D97-AF65-F5344CB8AC3E}">
        <ns5:creationId val="3210764697"/>
      </p:ext>
    </p:extLst>
  </p:cSld>
  <p:clrMapOvr>
    <a:masterClrMapping/>
  </p:clrMapOvr>
</p:sld>
</file>

<file path=ppt/slides/slide3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grpSp>
        <p:nvGrpSpPr>
          <p:cNvPr id="7" name="グループ化 6"/>
          <p:cNvGrpSpPr/>
          <p:nvPr/>
        </p:nvGrpSpPr>
        <p:grpSpPr>
          <a:xfrm>
            <a:off x="334962" y="1526136"/>
            <a:ext cx="2193493" cy="321325"/>
            <a:chOff x="334962" y="1526136"/>
            <a:chExt cx="3132001" cy="321325"/>
          </a:xfrm>
        </p:grpSpPr>
        <p:cxnSp>
          <p:nvCxnSpPr>
            <p:cNvPr id="8" name="直線コネクタ 7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10" name="グループ化 9"/>
          <p:cNvGrpSpPr/>
          <p:nvPr/>
        </p:nvGrpSpPr>
        <p:grpSpPr>
          <a:xfrm>
            <a:off x="2745654" y="1526136"/>
            <a:ext cx="1812492" cy="321325"/>
            <a:chOff x="334962" y="1526136"/>
            <a:chExt cx="3132001" cy="321325"/>
          </a:xfrm>
        </p:grpSpPr>
        <p:cxnSp>
          <p:nvCxnSpPr>
            <p:cNvPr id="11" name="直線コネクタ 10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テキスト ボックス 11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r>
                <a:rPr kumimoji="1" lang="ja-JP" altLang="en-US" sz="1400" dirty="0"/>
                <a:t>XX</a:t>
              </a:r>
            </a:p>
          </p:txBody>
        </p:sp>
      </p:grpSp>
      <p:grpSp>
        <p:nvGrpSpPr>
          <p:cNvPr id="53" name="グループ化 52"/>
          <p:cNvGrpSpPr/>
          <p:nvPr/>
        </p:nvGrpSpPr>
        <p:grpSpPr>
          <a:xfrm>
            <a:off x="5178117" y="1526136"/>
            <a:ext cx="6633208" cy="321325"/>
            <a:chOff x="4740707" y="1526136"/>
            <a:chExt cx="7070618" cy="321325"/>
          </a:xfrm>
        </p:grpSpPr>
        <p:cxnSp>
          <p:nvCxnSpPr>
            <p:cNvPr id="13" name="直線コネクタ 12"/>
            <p:cNvCxnSpPr/>
            <p:nvPr/>
          </p:nvCxnSpPr>
          <p:spPr>
            <a:xfrm>
              <a:off x="4740707" y="1847461"/>
              <a:ext cx="7070618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テキスト ボックス 13"/>
            <p:cNvSpPr txBox="1"/>
            <p:nvPr/>
          </p:nvSpPr>
          <p:spPr>
            <a:xfrm>
              <a:off x="4740707" y="1526136"/>
              <a:ext cx="707061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47" name="グループ化 46"/>
          <p:cNvGrpSpPr/>
          <p:nvPr/>
        </p:nvGrpSpPr>
        <p:grpSpPr>
          <a:xfrm>
            <a:off x="316564" y="1933302"/>
            <a:ext cx="4241583" cy="4221915"/>
            <a:chOff x="316564" y="1933302"/>
            <a:chExt cx="4241583" cy="4221915"/>
          </a:xfrm>
        </p:grpSpPr>
        <p:sp>
          <p:nvSpPr>
            <p:cNvPr id="15" name="正方形/長方形 14"/>
            <p:cNvSpPr/>
            <p:nvPr/>
          </p:nvSpPr>
          <p:spPr>
            <a:xfrm>
              <a:off x="316564" y="1933302"/>
              <a:ext cx="2211891" cy="66149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316564" y="2643097"/>
              <a:ext cx="2211891" cy="66149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316564" y="3364341"/>
              <a:ext cx="2211891" cy="279087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745655" y="1933303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745655" y="2643097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/>
            <p:cNvSpPr/>
            <p:nvPr/>
          </p:nvSpPr>
          <p:spPr>
            <a:xfrm>
              <a:off x="2745654" y="3364341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/>
            <p:cNvSpPr/>
            <p:nvPr/>
          </p:nvSpPr>
          <p:spPr>
            <a:xfrm>
              <a:off x="2745654" y="4074135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745654" y="4783930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745654" y="5493724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55" name="直線コネクタ 54"/>
          <p:cNvCxnSpPr>
            <a:stCxn id="19" idx="3"/>
            <a:endCxn id="45" idx="1"/>
          </p:cNvCxnSpPr>
          <p:nvPr/>
        </p:nvCxnSpPr>
        <p:spPr>
          <a:xfrm>
            <a:off x="4558147" y="2264050"/>
            <a:ext cx="619970" cy="62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>
            <a:stCxn id="19" idx="3"/>
            <a:endCxn id="46" idx="1"/>
          </p:cNvCxnSpPr>
          <p:nvPr/>
        </p:nvCxnSpPr>
        <p:spPr>
          <a:xfrm>
            <a:off x="4558147" y="2264050"/>
            <a:ext cx="619970" cy="72389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/>
          <p:cNvCxnSpPr>
            <a:stCxn id="19" idx="3"/>
            <a:endCxn id="48" idx="1"/>
          </p:cNvCxnSpPr>
          <p:nvPr/>
        </p:nvCxnSpPr>
        <p:spPr>
          <a:xfrm>
            <a:off x="4558147" y="2264050"/>
            <a:ext cx="619970" cy="143915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/>
          <p:cNvCxnSpPr>
            <a:stCxn id="23" idx="3"/>
            <a:endCxn id="48" idx="1"/>
          </p:cNvCxnSpPr>
          <p:nvPr/>
        </p:nvCxnSpPr>
        <p:spPr>
          <a:xfrm flipV="1">
            <a:off x="4558146" y="3703201"/>
            <a:ext cx="619971" cy="1411476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>
            <a:stCxn id="21" idx="3"/>
            <a:endCxn id="50" idx="1"/>
          </p:cNvCxnSpPr>
          <p:nvPr/>
        </p:nvCxnSpPr>
        <p:spPr>
          <a:xfrm>
            <a:off x="4558146" y="3695088"/>
            <a:ext cx="619971" cy="1430022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/>
          <p:cNvCxnSpPr>
            <a:stCxn id="20" idx="3"/>
            <a:endCxn id="49" idx="1"/>
          </p:cNvCxnSpPr>
          <p:nvPr/>
        </p:nvCxnSpPr>
        <p:spPr>
          <a:xfrm>
            <a:off x="4558147" y="2973844"/>
            <a:ext cx="619970" cy="144461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/>
          <p:cNvCxnSpPr>
            <a:stCxn id="24" idx="3"/>
            <a:endCxn id="50" idx="1"/>
          </p:cNvCxnSpPr>
          <p:nvPr/>
        </p:nvCxnSpPr>
        <p:spPr>
          <a:xfrm flipV="1">
            <a:off x="4558146" y="5125110"/>
            <a:ext cx="619971" cy="69936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コネクタ 76"/>
          <p:cNvCxnSpPr>
            <a:stCxn id="22" idx="3"/>
            <a:endCxn id="51" idx="1"/>
          </p:cNvCxnSpPr>
          <p:nvPr/>
        </p:nvCxnSpPr>
        <p:spPr>
          <a:xfrm>
            <a:off x="4558146" y="4404882"/>
            <a:ext cx="619971" cy="141896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グループ化 51"/>
          <p:cNvGrpSpPr/>
          <p:nvPr/>
        </p:nvGrpSpPr>
        <p:grpSpPr>
          <a:xfrm>
            <a:off x="5178117" y="1933304"/>
            <a:ext cx="6633208" cy="4221912"/>
            <a:chOff x="4740707" y="1933304"/>
            <a:chExt cx="7070618" cy="1930615"/>
          </a:xfrm>
        </p:grpSpPr>
        <p:sp>
          <p:nvSpPr>
            <p:cNvPr id="45" name="正方形/長方形 44"/>
            <p:cNvSpPr/>
            <p:nvPr/>
          </p:nvSpPr>
          <p:spPr>
            <a:xfrm>
              <a:off x="4740707" y="1933304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/>
            <p:cNvSpPr/>
            <p:nvPr/>
          </p:nvSpPr>
          <p:spPr>
            <a:xfrm>
              <a:off x="4740707" y="2264048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4740707" y="259112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4740707" y="2918196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/>
            <p:cNvSpPr/>
            <p:nvPr/>
          </p:nvSpPr>
          <p:spPr>
            <a:xfrm>
              <a:off x="4740707" y="3241339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/>
            <p:cNvSpPr/>
            <p:nvPr/>
          </p:nvSpPr>
          <p:spPr>
            <a:xfrm>
              <a:off x="4740707" y="356086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タイトル 5">
            <a:extLst>
              <a:ext uri="{FF2B5EF4-FFF2-40B4-BE49-F238E27FC236}">
                <ns2:creationId id="{BCB49E22-8C31-E06C-F220-2F17DEB0F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3:creationId val="592992335"/>
      </p:ext>
    </p:extLst>
  </p:cSld>
  <p:clrMapOvr>
    <a:masterClrMapping/>
  </p:clrMapOvr>
</p:sld>
</file>

<file path=ppt/slides/slide3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72990383"/>
      </p:ext>
    </p:extLst>
  </p:cSld>
  <p:clrMapOvr>
    <a:masterClrMapping/>
  </p:clrMapOvr>
</p:sld>
</file>

<file path=ppt/slides/slide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1611BC-A7F1-9A95-D394-612DA9ACF8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862FB5E-6777-2D84-60B8-19989413CC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F8D872-49CE-D83F-A493-2C0E61FC8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16" name="グループ化 115">
            <a:extLst>
              <a:ext uri="{FF2B5EF4-FFF2-40B4-BE49-F238E27FC236}">
                <ns2:creationId id="{347DEBFC-7309-4513-9BF8-0C64C87ABFB1}"/>
              </a:ext>
            </a:extLst>
          </p:cNvPr>
          <p:cNvGrpSpPr/>
          <p:nvPr/>
        </p:nvGrpSpPr>
        <p:grpSpPr>
          <a:xfrm>
            <a:off x="334963" y="1634489"/>
            <a:ext cx="11522074" cy="4674236"/>
            <a:chOff x="334963" y="1634489"/>
            <a:chExt cx="11522074" cy="4674236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757DDF80-3CC9-7965-8337-9D3E63B65241}"/>
                </a:ext>
              </a:extLst>
            </p:cNvPr>
            <p:cNvCxnSpPr>
              <a:cxnSpLocks/>
              <a:stCxn id="6" idx="4"/>
            </p:cNvCxnSpPr>
            <p:nvPr/>
          </p:nvCxnSpPr>
          <p:spPr>
            <a:xfrm flipH="1">
              <a:off x="965200" y="2015489"/>
              <a:ext cx="2540" cy="4293236"/>
            </a:xfrm>
            <a:prstGeom prst="straightConnector1">
              <a:avLst/>
            </a:prstGeom>
            <a:ln w="38100">
              <a:solidFill>
                <a:srgbClr val="008000">
                  <a:alpha val="30000"/>
                </a:srgbClr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51DFDDE-15B8-648C-C620-8214AC64AE4F}"/>
                </a:ext>
              </a:extLst>
            </p:cNvPr>
            <p:cNvSpPr/>
            <p:nvPr/>
          </p:nvSpPr>
          <p:spPr>
            <a:xfrm>
              <a:off x="334963" y="163449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上の 2 つの角を丸める 6">
              <a:extLst>
                <a:ext uri="{FF2B5EF4-FFF2-40B4-BE49-F238E27FC236}">
                  <ns2:creationId id="{A7D579C3-5714-C181-0490-F72D02FC0398}"/>
                </a:ext>
              </a:extLst>
            </p:cNvPr>
            <p:cNvSpPr/>
            <p:nvPr/>
          </p:nvSpPr>
          <p:spPr>
            <a:xfrm rot="16200000">
              <a:off x="2126708" y="65189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上の 2 つの角を丸める 47">
              <a:extLst>
                <a:ext uri="{FF2B5EF4-FFF2-40B4-BE49-F238E27FC236}">
                  <ns2:creationId id="{10099EA6-C7FB-3EE1-ADCC-F1E69B9B8C1A}"/>
                </a:ext>
              </a:extLst>
            </p:cNvPr>
            <p:cNvSpPr/>
            <p:nvPr/>
          </p:nvSpPr>
          <p:spPr>
            <a:xfrm rot="16200000">
              <a:off x="2126708" y="110817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26DF06D2-F9D8-63EB-A433-2E93A813A81C}"/>
                </a:ext>
              </a:extLst>
            </p:cNvPr>
            <p:cNvSpPr/>
            <p:nvPr/>
          </p:nvSpPr>
          <p:spPr>
            <a:xfrm rot="16200000">
              <a:off x="2126708" y="156446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四角形: 上の 2 つの角を丸める 49">
              <a:extLst>
                <a:ext uri="{FF2B5EF4-FFF2-40B4-BE49-F238E27FC236}">
                  <ns2:creationId id="{A2CC34B1-B8CD-0F1B-4533-380E3014E3B6}"/>
                </a:ext>
              </a:extLst>
            </p:cNvPr>
            <p:cNvSpPr/>
            <p:nvPr/>
          </p:nvSpPr>
          <p:spPr>
            <a:xfrm rot="16200000">
              <a:off x="2126708" y="202074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四角形: 上の 2 つの角を丸める 50">
              <a:extLst>
                <a:ext uri="{FF2B5EF4-FFF2-40B4-BE49-F238E27FC236}">
                  <ns2:creationId id="{F15E0B49-C82B-BB3F-5737-1D760B2495AB}"/>
                </a:ext>
              </a:extLst>
            </p:cNvPr>
            <p:cNvSpPr/>
            <p:nvPr/>
          </p:nvSpPr>
          <p:spPr>
            <a:xfrm rot="16200000">
              <a:off x="2126708" y="247703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A1C8C028-B5BC-A5DF-31E9-7B0CD3D0D74A}"/>
                </a:ext>
              </a:extLst>
            </p:cNvPr>
            <p:cNvSpPr/>
            <p:nvPr/>
          </p:nvSpPr>
          <p:spPr>
            <a:xfrm rot="16200000">
              <a:off x="2126708" y="293331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A62B3748-EC89-41FF-C9AF-9B5E61B85C91}"/>
                </a:ext>
              </a:extLst>
            </p:cNvPr>
            <p:cNvSpPr/>
            <p:nvPr/>
          </p:nvSpPr>
          <p:spPr>
            <a:xfrm rot="16200000">
              <a:off x="2126708" y="338960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四角形: 上の 2 つの角を丸める 53">
              <a:extLst>
                <a:ext uri="{FF2B5EF4-FFF2-40B4-BE49-F238E27FC236}">
                  <ns2:creationId id="{C58E78D6-4FCB-4014-1B41-8AE0D8F8AAF5}"/>
                </a:ext>
              </a:extLst>
            </p:cNvPr>
            <p:cNvSpPr/>
            <p:nvPr/>
          </p:nvSpPr>
          <p:spPr>
            <a:xfrm rot="16200000">
              <a:off x="2126708" y="384588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上の 2 つの角を丸める 54">
              <a:extLst>
                <a:ext uri="{FF2B5EF4-FFF2-40B4-BE49-F238E27FC236}">
                  <ns2:creationId id="{7093BC4A-754C-3164-2E53-EC2C56C421EB}"/>
                </a:ext>
              </a:extLst>
            </p:cNvPr>
            <p:cNvSpPr/>
            <p:nvPr/>
          </p:nvSpPr>
          <p:spPr>
            <a:xfrm rot="16200000">
              <a:off x="2126708" y="430217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四角形: 上の 2 つの角を丸める 55">
              <a:extLst>
                <a:ext uri="{FF2B5EF4-FFF2-40B4-BE49-F238E27FC236}">
                  <ns2:creationId id="{2A12858A-283C-85B1-B832-A134FC42DD00}"/>
                </a:ext>
              </a:extLst>
            </p:cNvPr>
            <p:cNvSpPr/>
            <p:nvPr/>
          </p:nvSpPr>
          <p:spPr>
            <a:xfrm rot="16200000">
              <a:off x="2126708" y="4758452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878F24B-29BC-138A-6DFE-009C1299D508}"/>
                </a:ext>
              </a:extLst>
            </p:cNvPr>
            <p:cNvSpPr/>
            <p:nvPr/>
          </p:nvSpPr>
          <p:spPr>
            <a:xfrm>
              <a:off x="334963" y="209077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522DDEC5-8931-6BD9-9787-14B5D77F8A12}"/>
                </a:ext>
              </a:extLst>
            </p:cNvPr>
            <p:cNvSpPr/>
            <p:nvPr/>
          </p:nvSpPr>
          <p:spPr>
            <a:xfrm>
              <a:off x="334963" y="254706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238F43C-1A76-9F03-274B-0AEC7FEBA124}"/>
                </a:ext>
              </a:extLst>
            </p:cNvPr>
            <p:cNvSpPr/>
            <p:nvPr/>
          </p:nvSpPr>
          <p:spPr>
            <a:xfrm>
              <a:off x="334963" y="300334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A4A9283-A22B-6A3B-49F3-A94806B6BF86}"/>
                </a:ext>
              </a:extLst>
            </p:cNvPr>
            <p:cNvSpPr/>
            <p:nvPr/>
          </p:nvSpPr>
          <p:spPr>
            <a:xfrm>
              <a:off x="334963" y="345963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DE5ADEF-CB1D-8BA4-2CF1-0926880A9F78}"/>
                </a:ext>
              </a:extLst>
            </p:cNvPr>
            <p:cNvSpPr/>
            <p:nvPr/>
          </p:nvSpPr>
          <p:spPr>
            <a:xfrm>
              <a:off x="334963" y="391591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DCA1983E-8C95-74EB-0349-A7874AA7AD3C}"/>
                </a:ext>
              </a:extLst>
            </p:cNvPr>
            <p:cNvSpPr/>
            <p:nvPr/>
          </p:nvSpPr>
          <p:spPr>
            <a:xfrm>
              <a:off x="334963" y="437220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C7B12E9-1751-E22E-65B0-E2E4016BE095}"/>
                </a:ext>
              </a:extLst>
            </p:cNvPr>
            <p:cNvSpPr/>
            <p:nvPr/>
          </p:nvSpPr>
          <p:spPr>
            <a:xfrm>
              <a:off x="334963" y="482848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70CEC5CC-581E-AFD1-21A0-11A0B5EC4AA4}"/>
                </a:ext>
              </a:extLst>
            </p:cNvPr>
            <p:cNvSpPr/>
            <p:nvPr/>
          </p:nvSpPr>
          <p:spPr>
            <a:xfrm>
              <a:off x="334963" y="528477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058DB50-D4A4-8F57-8177-0F775F4B25E0}"/>
                </a:ext>
              </a:extLst>
            </p:cNvPr>
            <p:cNvSpPr/>
            <p:nvPr/>
          </p:nvSpPr>
          <p:spPr>
            <a:xfrm>
              <a:off x="334963" y="5741052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49A15844-2750-2A34-45B7-A7660A4D3234}"/>
                </a:ext>
              </a:extLst>
            </p:cNvPr>
            <p:cNvSpPr/>
            <p:nvPr/>
          </p:nvSpPr>
          <p:spPr>
            <a:xfrm rot="16200000">
              <a:off x="6312533" y="-353393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591DAC12-2C09-5015-ECBD-7FFC20250039}"/>
                </a:ext>
              </a:extLst>
            </p:cNvPr>
            <p:cNvSpPr/>
            <p:nvPr/>
          </p:nvSpPr>
          <p:spPr>
            <a:xfrm rot="16200000">
              <a:off x="6312533" y="-307764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20FF613-F82D-06E7-6DAB-CDDCB5FA6C6C}"/>
                </a:ext>
              </a:extLst>
            </p:cNvPr>
            <p:cNvSpPr/>
            <p:nvPr/>
          </p:nvSpPr>
          <p:spPr>
            <a:xfrm rot="16200000">
              <a:off x="6312533" y="-262136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0719C23F-03EB-CFDF-465D-D847E0B99C78}"/>
                </a:ext>
              </a:extLst>
            </p:cNvPr>
            <p:cNvSpPr/>
            <p:nvPr/>
          </p:nvSpPr>
          <p:spPr>
            <a:xfrm rot="16200000">
              <a:off x="6312533" y="-216507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6B126828-69A3-C221-7D4B-863E8D377D99}"/>
                </a:ext>
              </a:extLst>
            </p:cNvPr>
            <p:cNvSpPr/>
            <p:nvPr/>
          </p:nvSpPr>
          <p:spPr>
            <a:xfrm rot="16200000">
              <a:off x="6312533" y="-170879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82CDF86D-966A-687F-FBE9-D68563AA409B}"/>
                </a:ext>
              </a:extLst>
            </p:cNvPr>
            <p:cNvSpPr/>
            <p:nvPr/>
          </p:nvSpPr>
          <p:spPr>
            <a:xfrm rot="16200000">
              <a:off x="6312533" y="-125250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C6ED052A-BEA9-8904-3F48-0FCF99795491}"/>
                </a:ext>
              </a:extLst>
            </p:cNvPr>
            <p:cNvSpPr/>
            <p:nvPr/>
          </p:nvSpPr>
          <p:spPr>
            <a:xfrm rot="16200000">
              <a:off x="6312533" y="-79622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13" name="四角形: 角を丸くする 112">
              <a:extLst>
                <a:ext uri="{FF2B5EF4-FFF2-40B4-BE49-F238E27FC236}">
                  <ns2:creationId id="{8AC897BE-4537-D2D6-95B9-CADEA6AE2E26}"/>
                </a:ext>
              </a:extLst>
            </p:cNvPr>
            <p:cNvSpPr/>
            <p:nvPr/>
          </p:nvSpPr>
          <p:spPr>
            <a:xfrm rot="16200000">
              <a:off x="6312533" y="-33993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9613070C-40DF-0C54-EC70-EE48B2658DAB}"/>
                </a:ext>
              </a:extLst>
            </p:cNvPr>
            <p:cNvSpPr/>
            <p:nvPr/>
          </p:nvSpPr>
          <p:spPr>
            <a:xfrm rot="16200000">
              <a:off x="6312533" y="116346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CD5BB0D2-48FC-3455-65EA-89B9046CCDE3}"/>
                </a:ext>
              </a:extLst>
            </p:cNvPr>
            <p:cNvSpPr/>
            <p:nvPr/>
          </p:nvSpPr>
          <p:spPr>
            <a:xfrm rot="16200000">
              <a:off x="6312533" y="572628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34E2DE4A-6517-9351-B1F0-153746605D52}"/>
                </a:ext>
              </a:extLst>
            </p:cNvPr>
            <p:cNvGrpSpPr/>
            <p:nvPr/>
          </p:nvGrpSpPr>
          <p:grpSpPr>
            <a:xfrm>
              <a:off x="777240" y="1634489"/>
              <a:ext cx="381000" cy="381000"/>
              <a:chOff x="921702" y="1642031"/>
              <a:chExt cx="427038" cy="427038"/>
            </a:xfrm>
          </p:grpSpPr>
          <p:sp>
            <p:nvSpPr>
              <p:cNvPr id="6" name="楕円 5">
                <a:extLst>
                  <a:ext uri="{FF2B5EF4-FFF2-40B4-BE49-F238E27FC236}">
                    <ns2:creationId id="{9DC9F6E7-575E-BE78-DB58-9CC0FAF7C71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" name="グラフィックス 8" descr="コンパス 単色塗りつぶし">
                <a:extLst>
                  <a:ext uri="{FF2B5EF4-FFF2-40B4-BE49-F238E27FC236}">
                    <ns2:creationId id="{A264F3E1-5B97-A735-5608-5BDF9682CC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57" name="グループ化 56">
              <a:extLst>
                <a:ext uri="{FF2B5EF4-FFF2-40B4-BE49-F238E27FC236}">
                  <ns2:creationId id="{11FE2980-EC0E-02A0-FA76-C75F8B399027}"/>
                </a:ext>
              </a:extLst>
            </p:cNvPr>
            <p:cNvGrpSpPr/>
            <p:nvPr/>
          </p:nvGrpSpPr>
          <p:grpSpPr>
            <a:xfrm>
              <a:off x="777240" y="2090500"/>
              <a:ext cx="381000" cy="381000"/>
              <a:chOff x="921702" y="1642031"/>
              <a:chExt cx="427038" cy="427038"/>
            </a:xfrm>
          </p:grpSpPr>
          <p:sp>
            <p:nvSpPr>
              <p:cNvPr id="58" name="楕円 57">
                <a:extLst>
                  <a:ext uri="{FF2B5EF4-FFF2-40B4-BE49-F238E27FC236}">
                    <ns2:creationId id="{4954C470-2D1F-9890-B2CE-068A6EB3AC5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階層 単色塗りつぶし">
                <a:extLst>
                  <a:ext uri="{FF2B5EF4-FFF2-40B4-BE49-F238E27FC236}">
                    <ns2:creationId id="{48303031-09AD-95A3-E5A7-20D2A27140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0" name="グループ化 59">
              <a:extLst>
                <a:ext uri="{FF2B5EF4-FFF2-40B4-BE49-F238E27FC236}">
                  <ns2:creationId id="{5DC62AD0-BD15-7501-39E0-EC719CCA8C81}"/>
                </a:ext>
              </a:extLst>
            </p:cNvPr>
            <p:cNvGrpSpPr/>
            <p:nvPr/>
          </p:nvGrpSpPr>
          <p:grpSpPr>
            <a:xfrm>
              <a:off x="777240" y="2546511"/>
              <a:ext cx="381000" cy="381000"/>
              <a:chOff x="921702" y="1642031"/>
              <a:chExt cx="427038" cy="427038"/>
            </a:xfrm>
          </p:grpSpPr>
          <p:sp>
            <p:nvSpPr>
              <p:cNvPr id="61" name="楕円 60">
                <a:extLst>
                  <a:ext uri="{FF2B5EF4-FFF2-40B4-BE49-F238E27FC236}">
                    <ns2:creationId id="{10733EBE-4213-8A14-52F0-BDF726CDADB5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リサーチ 単色塗りつぶし">
                <a:extLst>
                  <a:ext uri="{FF2B5EF4-FFF2-40B4-BE49-F238E27FC236}">
                    <ns2:creationId id="{6FCA8256-0E96-62C1-37CF-FBEA85700E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64FCBD84-3AE4-1C7A-0374-6935D15384B6}"/>
                </a:ext>
              </a:extLst>
            </p:cNvPr>
            <p:cNvGrpSpPr/>
            <p:nvPr/>
          </p:nvGrpSpPr>
          <p:grpSpPr>
            <a:xfrm>
              <a:off x="777240" y="3002522"/>
              <a:ext cx="381000" cy="381000"/>
              <a:chOff x="921702" y="1642031"/>
              <a:chExt cx="427038" cy="427038"/>
            </a:xfrm>
          </p:grpSpPr>
          <p:sp>
            <p:nvSpPr>
              <p:cNvPr id="64" name="楕円 63">
                <a:extLst>
                  <a:ext uri="{FF2B5EF4-FFF2-40B4-BE49-F238E27FC236}">
                    <ns2:creationId id="{41432C1F-A8C6-F7AF-06AA-B3BC3FB3F17F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5" name="グラフィックス 64" descr="ベン図 単色塗りつぶし">
                <a:extLst>
                  <a:ext uri="{FF2B5EF4-FFF2-40B4-BE49-F238E27FC236}">
                    <ns2:creationId id="{0E435135-230D-8534-5336-9684E5B52E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222886D8-9109-9805-CDB9-8611B6789E34}"/>
                </a:ext>
              </a:extLst>
            </p:cNvPr>
            <p:cNvGrpSpPr/>
            <p:nvPr/>
          </p:nvGrpSpPr>
          <p:grpSpPr>
            <a:xfrm>
              <a:off x="777240" y="3458533"/>
              <a:ext cx="381000" cy="381000"/>
              <a:chOff x="921702" y="1642031"/>
              <a:chExt cx="427038" cy="427038"/>
            </a:xfrm>
          </p:grpSpPr>
          <p:sp>
            <p:nvSpPr>
              <p:cNvPr id="67" name="楕円 66">
                <a:extLst>
                  <a:ext uri="{FF2B5EF4-FFF2-40B4-BE49-F238E27FC236}">
                    <ns2:creationId id="{642B947E-EB70-FEEE-327A-DFEB291207BC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8" name="グラフィックス 67" descr="握手 単色塗りつぶし">
                <a:extLst>
                  <a:ext uri="{FF2B5EF4-FFF2-40B4-BE49-F238E27FC236}">
                    <ns2:creationId id="{5E9335C7-9461-5914-BE46-16FE88F48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9" name="グループ化 68">
              <a:extLst>
                <a:ext uri="{FF2B5EF4-FFF2-40B4-BE49-F238E27FC236}">
                  <ns2:creationId id="{0C020996-5251-B88A-7C91-2F72FB9C2802}"/>
                </a:ext>
              </a:extLst>
            </p:cNvPr>
            <p:cNvGrpSpPr/>
            <p:nvPr/>
          </p:nvGrpSpPr>
          <p:grpSpPr>
            <a:xfrm>
              <a:off x="777240" y="3914544"/>
              <a:ext cx="381000" cy="381000"/>
              <a:chOff x="921702" y="1642031"/>
              <a:chExt cx="427038" cy="427038"/>
            </a:xfrm>
          </p:grpSpPr>
          <p:sp>
            <p:nvSpPr>
              <p:cNvPr id="70" name="楕円 69">
                <a:extLst>
                  <a:ext uri="{FF2B5EF4-FFF2-40B4-BE49-F238E27FC236}">
                    <ns2:creationId id="{D0F471EF-BBA5-91D4-9DD2-520C2FA4B49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1" name="グラフィックス 70" descr="日毎カレンダー 単色塗りつぶし">
                <a:extLst>
                  <a:ext uri="{FF2B5EF4-FFF2-40B4-BE49-F238E27FC236}">
                    <ns2:creationId id="{18DC4A2D-CB57-8188-1AB8-CA27E39444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2" name="グループ化 71">
              <a:extLst>
                <a:ext uri="{FF2B5EF4-FFF2-40B4-BE49-F238E27FC236}">
                  <ns2:creationId id="{F0414F70-4E03-060A-9CCA-EEF943353E6F}"/>
                </a:ext>
              </a:extLst>
            </p:cNvPr>
            <p:cNvGrpSpPr/>
            <p:nvPr/>
          </p:nvGrpSpPr>
          <p:grpSpPr>
            <a:xfrm>
              <a:off x="777240" y="4370555"/>
              <a:ext cx="381000" cy="381000"/>
              <a:chOff x="921702" y="1642031"/>
              <a:chExt cx="427038" cy="427038"/>
            </a:xfrm>
          </p:grpSpPr>
          <p:sp>
            <p:nvSpPr>
              <p:cNvPr id="73" name="楕円 72">
                <a:extLst>
                  <a:ext uri="{FF2B5EF4-FFF2-40B4-BE49-F238E27FC236}">
                    <ns2:creationId id="{AB03CBED-96E8-83ED-5B3B-5E7F03389D7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対象の人々 単色塗りつぶし">
                <a:extLst>
                  <a:ext uri="{FF2B5EF4-FFF2-40B4-BE49-F238E27FC236}">
                    <ns2:creationId id="{F9FA2D81-6AE9-E39D-E9AD-84A49ACBCA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4D19F446-3C0D-F02F-EC66-DB8E148F9831}"/>
                </a:ext>
              </a:extLst>
            </p:cNvPr>
            <p:cNvGrpSpPr/>
            <p:nvPr/>
          </p:nvGrpSpPr>
          <p:grpSpPr>
            <a:xfrm>
              <a:off x="777240" y="4826566"/>
              <a:ext cx="381000" cy="381000"/>
              <a:chOff x="921702" y="1642031"/>
              <a:chExt cx="427038" cy="427038"/>
            </a:xfrm>
          </p:grpSpPr>
          <p:sp>
            <p:nvSpPr>
              <p:cNvPr id="76" name="楕円 75">
                <a:extLst>
                  <a:ext uri="{FF2B5EF4-FFF2-40B4-BE49-F238E27FC236}">
                    <ns2:creationId id="{5CA4D4BD-55AF-C069-7006-34B666540A02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7" name="グラフィックス 76" descr="山形の矢印 単色塗りつぶし">
                <a:extLst>
                  <a:ext uri="{FF2B5EF4-FFF2-40B4-BE49-F238E27FC236}">
                    <ns2:creationId id="{2C5752D2-9352-4657-5AA9-EC9317C92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05B19923-6BE6-5B96-7186-5D66BD9E032D}"/>
                </a:ext>
              </a:extLst>
            </p:cNvPr>
            <p:cNvGrpSpPr/>
            <p:nvPr/>
          </p:nvGrpSpPr>
          <p:grpSpPr>
            <a:xfrm>
              <a:off x="777240" y="5282577"/>
              <a:ext cx="381000" cy="381000"/>
              <a:chOff x="921702" y="1642031"/>
              <a:chExt cx="427038" cy="427038"/>
            </a:xfrm>
          </p:grpSpPr>
          <p:sp>
            <p:nvSpPr>
              <p:cNvPr id="79" name="楕円 78">
                <a:extLst>
                  <a:ext uri="{FF2B5EF4-FFF2-40B4-BE49-F238E27FC236}">
                    <ns2:creationId id="{033E05A9-B343-BE10-3FB8-EFE9CC3AD43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更新 単色塗りつぶし">
                <a:extLst>
                  <a:ext uri="{FF2B5EF4-FFF2-40B4-BE49-F238E27FC236}">
                    <ns2:creationId id="{DD024B7E-B67D-0096-7962-5829390169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81" name="グループ化 80">
              <a:extLst>
                <a:ext uri="{FF2B5EF4-FFF2-40B4-BE49-F238E27FC236}">
                  <ns2:creationId id="{D774CFE1-312E-E6FD-F359-20061585616F}"/>
                </a:ext>
              </a:extLst>
            </p:cNvPr>
            <p:cNvGrpSpPr/>
            <p:nvPr/>
          </p:nvGrpSpPr>
          <p:grpSpPr>
            <a:xfrm>
              <a:off x="777240" y="5738592"/>
              <a:ext cx="381000" cy="381000"/>
              <a:chOff x="921702" y="1642031"/>
              <a:chExt cx="427038" cy="427038"/>
            </a:xfrm>
          </p:grpSpPr>
          <p:sp>
            <p:nvSpPr>
              <p:cNvPr id="82" name="楕円 81">
                <a:extLst>
                  <a:ext uri="{FF2B5EF4-FFF2-40B4-BE49-F238E27FC236}">
                    <ns2:creationId id="{96F6AFD5-F589-A951-4441-C00E20FA75D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バッジ: チェックマーク 単色塗りつぶし">
                <a:extLst>
                  <a:ext uri="{FF2B5EF4-FFF2-40B4-BE49-F238E27FC236}">
                    <ns2:creationId id="{6FC4449A-5BA8-1171-CC29-7F2C5CF73F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8613674"/>
      </p:ext>
    </p:extLst>
  </p:cSld>
  <p:clrMapOvr>
    <a:masterClrMapping/>
  </p:clrMapOvr>
</p:sld>
</file>

<file path=ppt/slides/slide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FFB7C75-76D9-1019-FC6B-D7311CE46B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46E9C080-7218-D33D-606A-7D0FB0FA404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DFCB3CBA-42E3-CA0D-1E5B-E8A6CED28885}"/>
              </a:ext>
            </a:extLst>
          </p:cNvPr>
          <p:cNvGrpSpPr/>
          <p:nvPr/>
        </p:nvGrpSpPr>
        <p:grpSpPr>
          <a:xfrm>
            <a:off x="334963" y="1628776"/>
            <a:ext cx="11522075" cy="4679949"/>
            <a:chOff x="334963" y="1628776"/>
            <a:chExt cx="11522075" cy="4679949"/>
          </a:xfrm>
        </p:grpSpPr>
        <p:sp>
          <p:nvSpPr>
            <p:cNvPr id="8" name="正方形/長方形 7">
              <a:extLst>
                <a:ext uri="{FF2B5EF4-FFF2-40B4-BE49-F238E27FC236}">
                  <ns2:creationId id="{B25D9E62-6257-94DF-2E8F-98B3AE669076}"/>
                </a:ext>
              </a:extLst>
            </p:cNvPr>
            <p:cNvSpPr/>
            <p:nvPr/>
          </p:nvSpPr>
          <p:spPr>
            <a:xfrm>
              <a:off x="334963" y="2715190"/>
              <a:ext cx="442959" cy="359026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61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D8EAC4D-3EEA-76A8-89E0-A64036E337DE}"/>
                </a:ext>
              </a:extLst>
            </p:cNvPr>
            <p:cNvGrpSpPr/>
            <p:nvPr/>
          </p:nvGrpSpPr>
          <p:grpSpPr>
            <a:xfrm>
              <a:off x="887105" y="2715191"/>
              <a:ext cx="10969930" cy="548358"/>
              <a:chOff x="887105" y="2715191"/>
              <a:chExt cx="10969930" cy="548358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8683E81-3176-E9D5-00CB-A1896512BF7B}"/>
                  </a:ext>
                </a:extLst>
              </p:cNvPr>
              <p:cNvSpPr/>
              <p:nvPr/>
            </p:nvSpPr>
            <p:spPr>
              <a:xfrm>
                <a:off x="887105" y="2715191"/>
                <a:ext cx="1766792" cy="54835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49139FE4-1244-A7F6-9797-43CC03469D03}"/>
                  </a:ext>
                </a:extLst>
              </p:cNvPr>
              <p:cNvSpPr/>
              <p:nvPr/>
            </p:nvSpPr>
            <p:spPr>
              <a:xfrm>
                <a:off x="2756847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DF996704-E281-FA36-7E15-0EF41D0D650D}"/>
                  </a:ext>
                </a:extLst>
              </p:cNvPr>
              <p:cNvSpPr/>
              <p:nvPr/>
            </p:nvSpPr>
            <p:spPr>
              <a:xfrm>
                <a:off x="587392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BADC39B4-8B5C-710D-F8EF-3DAD58A3F3E4}"/>
                  </a:ext>
                </a:extLst>
              </p:cNvPr>
              <p:cNvSpPr/>
              <p:nvPr/>
            </p:nvSpPr>
            <p:spPr>
              <a:xfrm>
                <a:off x="899100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93239FC0-0E53-B7BC-3EF3-120E617EA9DB}"/>
                </a:ext>
              </a:extLst>
            </p:cNvPr>
            <p:cNvGrpSpPr/>
            <p:nvPr/>
          </p:nvGrpSpPr>
          <p:grpSpPr>
            <a:xfrm>
              <a:off x="334963" y="1628776"/>
              <a:ext cx="3689187" cy="322854"/>
              <a:chOff x="334963" y="1628776"/>
              <a:chExt cx="3689187" cy="32285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29389447-1CCF-6FE4-834C-62AE93930368}"/>
                  </a:ext>
                </a:extLst>
              </p:cNvPr>
              <p:cNvSpPr/>
              <p:nvPr/>
            </p:nvSpPr>
            <p:spPr>
              <a:xfrm>
                <a:off x="334963" y="1628776"/>
                <a:ext cx="3689187" cy="322854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7188"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" name="グラフィックス 29" descr="電球と鉛筆 単色塗りつぶし">
                <a:extLst>
                  <a:ext uri="{FF2B5EF4-FFF2-40B4-BE49-F238E27FC236}">
                    <ns2:creationId id="{65901495-BB14-2741-4CDA-A60D4B879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62637" y="1653612"/>
                <a:ext cx="273182" cy="273182"/>
              </a:xfrm>
              <a:prstGeom prst="rect">
                <a:avLst/>
              </a:prstGeom>
            </p:spPr>
          </p:pic>
        </p:grpSp>
        <p:grpSp>
          <p:nvGrpSpPr>
            <p:cNvPr id="44" name="グループ化 43">
              <a:extLst>
                <a:ext uri="{FF2B5EF4-FFF2-40B4-BE49-F238E27FC236}">
                  <ns2:creationId id="{CB8B5571-09AC-00AF-C977-5EC8B015BD06}"/>
                </a:ext>
              </a:extLst>
            </p:cNvPr>
            <p:cNvGrpSpPr/>
            <p:nvPr/>
          </p:nvGrpSpPr>
          <p:grpSpPr>
            <a:xfrm>
              <a:off x="887105" y="3340129"/>
              <a:ext cx="10969933" cy="2968596"/>
              <a:chOff x="887105" y="3340129"/>
              <a:chExt cx="10969933" cy="2968596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6CC8D878-FB05-68A0-9B26-A514F5C57FFB}"/>
                  </a:ext>
                </a:extLst>
              </p:cNvPr>
              <p:cNvSpPr/>
              <p:nvPr/>
            </p:nvSpPr>
            <p:spPr>
              <a:xfrm>
                <a:off x="887105" y="3340129"/>
                <a:ext cx="1766792" cy="296859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046330A-AE97-DB63-E11C-04BC939147EA}"/>
                  </a:ext>
                </a:extLst>
              </p:cNvPr>
              <p:cNvSpPr/>
              <p:nvPr/>
            </p:nvSpPr>
            <p:spPr>
              <a:xfrm>
                <a:off x="2756847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161DF59-19FF-98A8-C2B0-C5D38064DE7D}"/>
                  </a:ext>
                </a:extLst>
              </p:cNvPr>
              <p:cNvSpPr/>
              <p:nvPr/>
            </p:nvSpPr>
            <p:spPr>
              <a:xfrm>
                <a:off x="7379111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04CBCF0A-EBD9-2A52-17B6-136630D9A14D}"/>
                  </a:ext>
                </a:extLst>
              </p:cNvPr>
              <p:cNvSpPr/>
              <p:nvPr/>
            </p:nvSpPr>
            <p:spPr>
              <a:xfrm>
                <a:off x="2831299" y="3906925"/>
                <a:ext cx="339275" cy="2342834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09B102A-93BC-5C8E-218A-B255F23B9109}"/>
                  </a:ext>
                </a:extLst>
              </p:cNvPr>
              <p:cNvSpPr/>
              <p:nvPr/>
            </p:nvSpPr>
            <p:spPr>
              <a:xfrm>
                <a:off x="3217724" y="3906925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CE2096D-0F8A-1684-8D98-F8AABEEF4F44}"/>
                  </a:ext>
                </a:extLst>
              </p:cNvPr>
              <p:cNvSpPr/>
              <p:nvPr/>
            </p:nvSpPr>
            <p:spPr>
              <a:xfrm>
                <a:off x="3217724" y="5106794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965F86B4-D4C0-A539-6245-686971DD0F8E}"/>
                  </a:ext>
                </a:extLst>
              </p:cNvPr>
              <p:cNvSpPr/>
              <p:nvPr/>
            </p:nvSpPr>
            <p:spPr>
              <a:xfrm>
                <a:off x="4024151" y="3906925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9CC353A0-9421-D2A8-6287-04418CC3F914}"/>
                  </a:ext>
                </a:extLst>
              </p:cNvPr>
              <p:cNvSpPr/>
              <p:nvPr/>
            </p:nvSpPr>
            <p:spPr>
              <a:xfrm>
                <a:off x="4024151" y="5106793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F16761A4-73A3-AFEE-B958-48EACDB1656C}"/>
                  </a:ext>
                </a:extLst>
              </p:cNvPr>
              <p:cNvSpPr/>
              <p:nvPr/>
            </p:nvSpPr>
            <p:spPr>
              <a:xfrm>
                <a:off x="7470669" y="3906925"/>
                <a:ext cx="4302231" cy="23428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b="1" dirty="0">
                    <a:solidFill>
                      <a:schemeClr val="tx1"/>
                    </a:solidFill>
                  </a:rPr>
                </a:b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</a:endParaRP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it-IT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33" name="グラフィックス 32" descr="マネジメント 単色塗りつぶし">
                <a:extLst>
                  <a:ext uri="{FF2B5EF4-FFF2-40B4-BE49-F238E27FC236}">
                    <ns2:creationId id="{96563B1D-419D-D2CF-5075-E332B431DF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831299" y="3375141"/>
                <a:ext cx="428588" cy="428588"/>
              </a:xfrm>
              <a:prstGeom prst="rect">
                <a:avLst/>
              </a:prstGeom>
            </p:spPr>
          </p:pic>
          <p:pic>
            <p:nvPicPr>
              <p:cNvPr id="34" name="グラフィックス 33" descr="オフィス ワーカー (男性) 単色塗りつぶし">
                <a:extLst>
                  <a:ext uri="{FF2B5EF4-FFF2-40B4-BE49-F238E27FC236}">
                    <ns2:creationId id="{7E280611-B384-DFAE-1D02-785A0424EC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440842" y="3375141"/>
                <a:ext cx="428588" cy="428588"/>
              </a:xfrm>
              <a:prstGeom prst="rect">
                <a:avLst/>
              </a:prstGeom>
            </p:spPr>
          </p:pic>
        </p:grpSp>
        <p:pic>
          <p:nvPicPr>
            <p:cNvPr id="36" name="グラフィックス 35" descr="グループでのブレーンストーミング 単色塗りつぶし">
              <a:extLst>
                <a:ext uri="{FF2B5EF4-FFF2-40B4-BE49-F238E27FC236}">
                  <ns2:creationId id="{6844E8E4-E989-4591-BBBE-93F837629E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52539" y="4002419"/>
              <a:ext cx="407806" cy="407806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50E85C55-07BF-D411-B17A-337C6CC04CB5}"/>
                </a:ext>
              </a:extLst>
            </p:cNvPr>
            <p:cNvGrpSpPr/>
            <p:nvPr/>
          </p:nvGrpSpPr>
          <p:grpSpPr>
            <a:xfrm>
              <a:off x="334963" y="2014538"/>
              <a:ext cx="11522073" cy="624072"/>
              <a:chOff x="334963" y="2014538"/>
              <a:chExt cx="11522073" cy="624072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147D729A-67BA-27D9-FBA0-D7A1915D1B18}"/>
                  </a:ext>
                </a:extLst>
              </p:cNvPr>
              <p:cNvSpPr/>
              <p:nvPr/>
            </p:nvSpPr>
            <p:spPr>
              <a:xfrm>
                <a:off x="334963" y="2014538"/>
                <a:ext cx="2318934" cy="624072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3D0300A1-C2EA-E133-D31B-1874E6AD455A}"/>
                  </a:ext>
                </a:extLst>
              </p:cNvPr>
              <p:cNvSpPr/>
              <p:nvPr/>
            </p:nvSpPr>
            <p:spPr>
              <a:xfrm>
                <a:off x="2756847" y="2014538"/>
                <a:ext cx="9100189" cy="62407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1" name="グラフィックス 40" descr="的中 単色塗りつぶし">
                <a:extLst>
                  <a:ext uri="{FF2B5EF4-FFF2-40B4-BE49-F238E27FC236}">
                    <ns2:creationId id="{5D2F252F-8C4D-98AC-D072-9525AB942A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1135" y="2084934"/>
                <a:ext cx="483280" cy="483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898035515"/>
      </p:ext>
    </p:extLst>
  </p:cSld>
  <p:clrMapOvr>
    <a:masterClrMapping/>
  </p:clrMapOvr>
</p:sld>
</file>

<file path=ppt/slides/slide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97D786-A70E-512F-ADF4-CA5843051A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6A31F7-0598-2C18-FFEE-0B47CDF8B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6B5877D7-89EE-7711-E757-E7AF5655169C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6457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br>
              <a:rPr lang="en-US" altLang="ja-JP" sz="1800" dirty="0"/>
            </a:br>
            <a:r>
              <a:rPr lang="ja-JP" altLang="en-US" sz="1800" dirty="0"/>
              <a:t>「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sp>
        <p:nvSpPr>
          <p:cNvPr id="3" name="正方形/長方形 2">
            <a:extLst>
              <a:ext uri="{FF2B5EF4-FFF2-40B4-BE49-F238E27FC236}">
                <ns2:creationId id="{29EACB51-D334-0209-8B7A-9214CCB88649}"/>
              </a:ext>
            </a:extLst>
          </p:cNvPr>
          <p:cNvSpPr/>
          <p:nvPr/>
        </p:nvSpPr>
        <p:spPr>
          <a:xfrm>
            <a:off x="334962" y="1628775"/>
            <a:ext cx="4453598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9" name="直線コネクタ 8">
            <a:extLst>
              <a:ext uri="{FF2B5EF4-FFF2-40B4-BE49-F238E27FC236}">
                <ns2:creationId id="{D0336BD6-369B-0C00-EFEB-C86661990592}"/>
              </a:ext>
            </a:extLst>
          </p:cNvPr>
          <p:cNvCxnSpPr>
            <a:cxnSpLocks/>
          </p:cNvCxnSpPr>
          <p:nvPr/>
        </p:nvCxnSpPr>
        <p:spPr>
          <a:xfrm flipV="1">
            <a:off x="334962" y="1940329"/>
            <a:ext cx="445359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>
            <a:extLst>
              <a:ext uri="{FF2B5EF4-FFF2-40B4-BE49-F238E27FC236}">
                <ns2:creationId id="{07DB1BC4-C457-C03B-8750-840EDED56C24}"/>
              </a:ext>
            </a:extLst>
          </p:cNvPr>
          <p:cNvSpPr/>
          <p:nvPr/>
        </p:nvSpPr>
        <p:spPr>
          <a:xfrm>
            <a:off x="4974488" y="1628775"/>
            <a:ext cx="6882547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11" name="直線コネクタ 10">
            <a:extLst>
              <a:ext uri="{FF2B5EF4-FFF2-40B4-BE49-F238E27FC236}">
                <ns2:creationId id="{339D7312-620B-25A5-F84C-7D5B352A7BAD}"/>
              </a:ext>
            </a:extLst>
          </p:cNvPr>
          <p:cNvCxnSpPr>
            <a:cxnSpLocks/>
          </p:cNvCxnSpPr>
          <p:nvPr/>
        </p:nvCxnSpPr>
        <p:spPr>
          <a:xfrm flipV="1">
            <a:off x="4974489" y="1940329"/>
            <a:ext cx="6882546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4" name="グラフィックス 53" descr="的中 枠線">
            <a:extLst>
              <a:ext uri="{FF2B5EF4-FFF2-40B4-BE49-F238E27FC236}">
                <ns2:creationId id="{DC05A433-0E3C-3094-09C0-02B1C0830BE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159672" y="1628775"/>
            <a:ext cx="314542" cy="314542"/>
          </a:xfrm>
          <a:prstGeom prst="rect">
            <a:avLst/>
          </a:prstGeom>
        </p:spPr>
      </p:pic>
      <p:pic>
        <p:nvPicPr>
          <p:cNvPr id="55" name="グラフィックス 54" descr="歯車 枠線">
            <a:extLst>
              <a:ext uri="{FF2B5EF4-FFF2-40B4-BE49-F238E27FC236}">
                <ns2:creationId id="{6057A8E5-ADFE-AC8C-FE7C-D87DEB78F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6981828" y="1628775"/>
            <a:ext cx="314542" cy="314542"/>
          </a:xfrm>
          <a:prstGeom prst="rect">
            <a:avLst/>
          </a:prstGeom>
        </p:spPr>
      </p:pic>
      <p:grpSp>
        <p:nvGrpSpPr>
          <p:cNvPr id="61" name="グループ化 60">
            <a:extLst>
              <a:ext uri="{FF2B5EF4-FFF2-40B4-BE49-F238E27FC236}">
                <ns2:creationId id="{8566B8B4-38FD-3174-93B0-9B4D648C5B35}"/>
              </a:ext>
            </a:extLst>
          </p:cNvPr>
          <p:cNvGrpSpPr/>
          <p:nvPr/>
        </p:nvGrpSpPr>
        <p:grpSpPr>
          <a:xfrm>
            <a:off x="334962" y="2076592"/>
            <a:ext cx="4453599" cy="914400"/>
            <a:chOff x="334962" y="2076592"/>
            <a:chExt cx="4453599" cy="914400"/>
          </a:xfrm>
        </p:grpSpPr>
        <p:sp>
          <p:nvSpPr>
            <p:cNvPr id="14" name="正方形/長方形 13">
              <a:extLst>
                <a:ext uri="{FF2B5EF4-FFF2-40B4-BE49-F238E27FC236}">
                  <ns2:creationId id="{A0B216AE-2981-B1D2-CCF4-D8EE00268724}"/>
                </a:ext>
              </a:extLst>
            </p:cNvPr>
            <p:cNvSpPr/>
            <p:nvPr/>
          </p:nvSpPr>
          <p:spPr>
            <a:xfrm>
              <a:off x="334962" y="2076592"/>
              <a:ext cx="1215232" cy="91440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C435BC83-A1F3-BA6C-2FC5-7D4497D785C8}"/>
                </a:ext>
              </a:extLst>
            </p:cNvPr>
            <p:cNvSpPr/>
            <p:nvPr/>
          </p:nvSpPr>
          <p:spPr>
            <a:xfrm>
              <a:off x="1550194" y="2076592"/>
              <a:ext cx="3238367" cy="9144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6" name="グラフィックス 55" descr="ライト: オン 単色塗りつぶし">
              <a:extLst>
                <a:ext uri="{FF2B5EF4-FFF2-40B4-BE49-F238E27FC236}">
                  <ns2:creationId id="{9DAA9CD7-FEF3-C4CA-96D6-719F4F4474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5307" y="2141655"/>
              <a:ext cx="314542" cy="314542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B5C630F3-8348-140F-973E-838FCA04FA9C}"/>
              </a:ext>
            </a:extLst>
          </p:cNvPr>
          <p:cNvGrpSpPr/>
          <p:nvPr/>
        </p:nvGrpSpPr>
        <p:grpSpPr>
          <a:xfrm>
            <a:off x="334962" y="3115954"/>
            <a:ext cx="4453599" cy="3197952"/>
            <a:chOff x="334962" y="3115954"/>
            <a:chExt cx="4453599" cy="3197952"/>
          </a:xfrm>
        </p:grpSpPr>
        <p:sp>
          <p:nvSpPr>
            <p:cNvPr id="16" name="正方形/長方形 15">
              <a:extLst>
                <a:ext uri="{FF2B5EF4-FFF2-40B4-BE49-F238E27FC236}">
                  <ns2:creationId id="{35E137B1-AA44-9C84-350A-262C449C041A}"/>
                </a:ext>
              </a:extLst>
            </p:cNvPr>
            <p:cNvSpPr/>
            <p:nvPr/>
          </p:nvSpPr>
          <p:spPr>
            <a:xfrm>
              <a:off x="334962" y="3115954"/>
              <a:ext cx="4453599" cy="3130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E12CEFA-60A3-2FCA-CFBD-2BB031925580}"/>
                </a:ext>
              </a:extLst>
            </p:cNvPr>
            <p:cNvSpPr/>
            <p:nvPr/>
          </p:nvSpPr>
          <p:spPr>
            <a:xfrm>
              <a:off x="1964532" y="4160236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6EA6F08A-8D2F-6300-F6FF-FB27CE7188EB}"/>
                </a:ext>
              </a:extLst>
            </p:cNvPr>
            <p:cNvSpPr/>
            <p:nvPr/>
          </p:nvSpPr>
          <p:spPr>
            <a:xfrm>
              <a:off x="334962" y="342899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49B8BF-ADAF-D03F-D107-11BADE8FBFCA}"/>
                </a:ext>
              </a:extLst>
            </p:cNvPr>
            <p:cNvSpPr/>
            <p:nvPr/>
          </p:nvSpPr>
          <p:spPr>
            <a:xfrm>
              <a:off x="334962" y="489068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182A812-ED9B-970B-0F81-28C33AF2BD65}"/>
                </a:ext>
              </a:extLst>
            </p:cNvPr>
            <p:cNvSpPr/>
            <p:nvPr/>
          </p:nvSpPr>
          <p:spPr>
            <a:xfrm>
              <a:off x="1964532" y="34290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E536B10-9A6A-FE7F-8858-7B59AE199FF1}"/>
                </a:ext>
              </a:extLst>
            </p:cNvPr>
            <p:cNvSpPr/>
            <p:nvPr/>
          </p:nvSpPr>
          <p:spPr>
            <a:xfrm>
              <a:off x="1964532" y="4891470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6357A3C-643B-7D9E-0A45-F8CA228D07A7}"/>
                </a:ext>
              </a:extLst>
            </p:cNvPr>
            <p:cNvSpPr/>
            <p:nvPr/>
          </p:nvSpPr>
          <p:spPr>
            <a:xfrm>
              <a:off x="1964532" y="56227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3F3E9745-DFE3-7DC8-B2D3-5C97889AFA74}"/>
                </a:ext>
              </a:extLst>
            </p:cNvPr>
            <p:cNvSpPr/>
            <p:nvPr/>
          </p:nvSpPr>
          <p:spPr>
            <a:xfrm>
              <a:off x="1607345" y="3429002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5F0B815-B3D6-D8AF-8F9E-3D740736241A}"/>
                </a:ext>
              </a:extLst>
            </p:cNvPr>
            <p:cNvSpPr/>
            <p:nvPr/>
          </p:nvSpPr>
          <p:spPr>
            <a:xfrm>
              <a:off x="1607345" y="4161853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42BFA61-768C-EE7A-1EDD-A7D4F8ECF518}"/>
                </a:ext>
              </a:extLst>
            </p:cNvPr>
            <p:cNvSpPr/>
            <p:nvPr/>
          </p:nvSpPr>
          <p:spPr>
            <a:xfrm>
              <a:off x="1607345" y="4890688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D170894-0DF3-F1F8-D8B0-F5E58747A608}"/>
                </a:ext>
              </a:extLst>
            </p:cNvPr>
            <p:cNvSpPr/>
            <p:nvPr/>
          </p:nvSpPr>
          <p:spPr>
            <a:xfrm>
              <a:off x="1607345" y="5623539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9591F730-E8FD-4CE6-1E94-FC7F356F9394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140219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663AC62E-3962-D41F-5BAA-BA19DE82F743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871453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EE3567B7-BECC-8565-42E1-8CC80E25D3FC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5602687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7" name="グラフィックス 56" descr="沈思 単色塗りつぶし">
              <a:extLst>
                <a:ext uri="{FF2B5EF4-FFF2-40B4-BE49-F238E27FC236}">
                  <ns2:creationId id="{763A8488-7F4F-9238-9EAE-ACB182F5F3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5307" y="3773301"/>
              <a:ext cx="314542" cy="314542"/>
            </a:xfrm>
            <a:prstGeom prst="rect">
              <a:avLst/>
            </a:prstGeom>
          </p:spPr>
        </p:pic>
        <p:pic>
          <p:nvPicPr>
            <p:cNvPr id="58" name="グラフィックス 57" descr="釣り合っていない天秤 単色塗りつぶし">
              <a:extLst>
                <a:ext uri="{FF2B5EF4-FFF2-40B4-BE49-F238E27FC236}">
                  <ns2:creationId id="{8DA34751-533C-388C-4D50-0D1CDCA2AD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85307" y="5143603"/>
              <a:ext cx="314542" cy="314542"/>
            </a:xfrm>
            <a:prstGeom prst="rect">
              <a:avLst/>
            </a:prstGeom>
          </p:spPr>
        </p:pic>
      </p:grpSp>
      <p:grpSp>
        <p:nvGrpSpPr>
          <p:cNvPr id="63" name="グループ化 62">
            <a:extLst>
              <a:ext uri="{FF2B5EF4-FFF2-40B4-BE49-F238E27FC236}">
                <ns2:creationId id="{B0068475-A6D8-F6C0-C3C8-72EAD2881A54}"/>
              </a:ext>
            </a:extLst>
          </p:cNvPr>
          <p:cNvGrpSpPr/>
          <p:nvPr/>
        </p:nvGrpSpPr>
        <p:grpSpPr>
          <a:xfrm>
            <a:off x="4974489" y="2076591"/>
            <a:ext cx="6882547" cy="4237309"/>
            <a:chOff x="4974489" y="2076591"/>
            <a:chExt cx="6882547" cy="4237309"/>
          </a:xfrm>
        </p:grpSpPr>
        <p:sp>
          <p:nvSpPr>
            <p:cNvPr id="25" name="正方形/長方形 24">
              <a:extLst>
                <a:ext uri="{FF2B5EF4-FFF2-40B4-BE49-F238E27FC236}">
                  <ns2:creationId id="{571FCCAF-74AC-3C40-C2C9-1EACBE6743D6}"/>
                </a:ext>
              </a:extLst>
            </p:cNvPr>
            <p:cNvSpPr/>
            <p:nvPr/>
          </p:nvSpPr>
          <p:spPr>
            <a:xfrm>
              <a:off x="6807990" y="2076592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738FD2A6-ACE3-FFBE-DA5E-DCE2C37E37FE}"/>
                </a:ext>
              </a:extLst>
            </p:cNvPr>
            <p:cNvGrpSpPr/>
            <p:nvPr/>
          </p:nvGrpSpPr>
          <p:grpSpPr>
            <a:xfrm>
              <a:off x="6269245" y="2076592"/>
              <a:ext cx="488743" cy="2096347"/>
              <a:chOff x="6269245" y="2076592"/>
              <a:chExt cx="488743" cy="1860891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51BE0677-42D7-1955-89CB-5E96F9B699FC}"/>
                  </a:ext>
                </a:extLst>
              </p:cNvPr>
              <p:cNvSpPr/>
              <p:nvPr/>
            </p:nvSpPr>
            <p:spPr>
              <a:xfrm>
                <a:off x="6269245" y="2076592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36CCFB-82F7-A00E-8047-2026FB46E71B}"/>
                  </a:ext>
                </a:extLst>
              </p:cNvPr>
              <p:cNvSpPr/>
              <p:nvPr/>
            </p:nvSpPr>
            <p:spPr>
              <a:xfrm>
                <a:off x="6269245" y="3023083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7" name="正方形/長方形 26">
              <a:extLst>
                <a:ext uri="{FF2B5EF4-FFF2-40B4-BE49-F238E27FC236}">
                  <ns2:creationId id="{79AD625F-950C-A0E0-2673-1B02F8843BD6}"/>
                </a:ext>
              </a:extLst>
            </p:cNvPr>
            <p:cNvSpPr/>
            <p:nvPr/>
          </p:nvSpPr>
          <p:spPr>
            <a:xfrm>
              <a:off x="6807990" y="3143339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CAA8645-C8FD-76BF-77F6-5A054672AF00}"/>
                </a:ext>
              </a:extLst>
            </p:cNvPr>
            <p:cNvSpPr/>
            <p:nvPr/>
          </p:nvSpPr>
          <p:spPr>
            <a:xfrm>
              <a:off x="4974489" y="2076591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07C1477-42D7-9B05-0867-92512D525903}"/>
                </a:ext>
              </a:extLst>
            </p:cNvPr>
            <p:cNvSpPr/>
            <p:nvPr/>
          </p:nvSpPr>
          <p:spPr>
            <a:xfrm>
              <a:off x="4974489" y="4217552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4618E7D2-7506-87AD-58DC-837273C0BA33}"/>
                </a:ext>
              </a:extLst>
            </p:cNvPr>
            <p:cNvSpPr/>
            <p:nvPr/>
          </p:nvSpPr>
          <p:spPr>
            <a:xfrm>
              <a:off x="6269245" y="4217158"/>
              <a:ext cx="5587791" cy="7005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336D456B-2F5A-A12B-8902-AB670D194152}"/>
                </a:ext>
              </a:extLst>
            </p:cNvPr>
            <p:cNvGrpSpPr/>
            <p:nvPr/>
          </p:nvGrpSpPr>
          <p:grpSpPr>
            <a:xfrm>
              <a:off x="6269244" y="4986338"/>
              <a:ext cx="5587791" cy="1323736"/>
              <a:chOff x="6269244" y="4870754"/>
              <a:chExt cx="4828621" cy="1439319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754A4F70-EB51-74EC-B542-899476C61CEB}"/>
                  </a:ext>
                </a:extLst>
              </p:cNvPr>
              <p:cNvSpPr/>
              <p:nvPr/>
            </p:nvSpPr>
            <p:spPr>
              <a:xfrm>
                <a:off x="626924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2F25BB06-B2A3-0E03-8F35-2DC71CB800BA}"/>
                  </a:ext>
                </a:extLst>
              </p:cNvPr>
              <p:cNvSpPr/>
              <p:nvPr/>
            </p:nvSpPr>
            <p:spPr>
              <a:xfrm>
                <a:off x="6269244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9D525996-5B12-5D3E-F382-FAB3C9D6D85C}"/>
                  </a:ext>
                </a:extLst>
              </p:cNvPr>
              <p:cNvSpPr/>
              <p:nvPr/>
            </p:nvSpPr>
            <p:spPr>
              <a:xfrm>
                <a:off x="8721865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072DE8F-2B42-0032-3523-5EBF982C5738}"/>
                  </a:ext>
                </a:extLst>
              </p:cNvPr>
              <p:cNvSpPr/>
              <p:nvPr/>
            </p:nvSpPr>
            <p:spPr>
              <a:xfrm>
                <a:off x="872186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59" name="グラフィックス 58" descr="階層状のピラミッド 単色塗りつぶし">
              <a:extLst>
                <a:ext uri="{FF2B5EF4-FFF2-40B4-BE49-F238E27FC236}">
                  <ns2:creationId id="{C74D9282-C3F7-586C-25FD-DE05DBAD9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82389" y="2719200"/>
              <a:ext cx="428954" cy="428954"/>
            </a:xfrm>
            <a:prstGeom prst="rect">
              <a:avLst/>
            </a:prstGeom>
          </p:spPr>
        </p:pic>
        <p:pic>
          <p:nvPicPr>
            <p:cNvPr id="60" name="グラフィックス 59" descr="ブロックチェーン 単色塗りつぶし">
              <a:extLst>
                <a:ext uri="{FF2B5EF4-FFF2-40B4-BE49-F238E27FC236}">
                  <ns2:creationId id="{3EE1D47C-A440-B300-ACA0-F07696B2F7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82389" y="4871044"/>
              <a:ext cx="428954" cy="42895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233818717"/>
      </p:ext>
    </p:extLst>
  </p:cSld>
  <p:clrMapOvr>
    <a:masterClrMapping/>
  </p:clrMapOvr>
</p:sld>
</file>

<file path=ppt/slides/slide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5C38B02-4AD6-EAB3-DCA6-C8DEA3A81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3AEA6F1-295A-D979-909E-A82337F69A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630FAFB-A907-4951-ED6E-33FE314A9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84" name="グループ化 83">
            <a:extLst>
              <a:ext uri="{FF2B5EF4-FFF2-40B4-BE49-F238E27FC236}">
                <ns2:creationId id="{C3777C10-2AE6-052F-B143-698395A31E4E}"/>
              </a:ext>
            </a:extLst>
          </p:cNvPr>
          <p:cNvGrpSpPr/>
          <p:nvPr/>
        </p:nvGrpSpPr>
        <p:grpSpPr>
          <a:xfrm>
            <a:off x="334962" y="1639090"/>
            <a:ext cx="6687250" cy="4669635"/>
            <a:chOff x="334962" y="1639090"/>
            <a:chExt cx="6687250" cy="4669635"/>
          </a:xfrm>
        </p:grpSpPr>
        <p:sp>
          <p:nvSpPr>
            <p:cNvPr id="66" name="正方形/長方形 65">
              <a:extLst>
                <a:ext uri="{FF2B5EF4-FFF2-40B4-BE49-F238E27FC236}">
                  <ns2:creationId id="{44BF5591-BA4B-5D0B-531F-9A4A3F0DAD2A}"/>
                </a:ext>
              </a:extLst>
            </p:cNvPr>
            <p:cNvSpPr/>
            <p:nvPr/>
          </p:nvSpPr>
          <p:spPr>
            <a:xfrm>
              <a:off x="4669536" y="3178645"/>
              <a:ext cx="2352673" cy="212133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" name="テキスト ボックス 15">
              <a:extLst>
                <a:ext uri="{FF2B5EF4-FFF2-40B4-BE49-F238E27FC236}">
                  <ns2:creationId id="{AFD383BE-6E21-1115-EB2B-CA93E88EA190}"/>
                </a:ext>
              </a:extLst>
            </p:cNvPr>
            <p:cNvSpPr txBox="1"/>
            <p:nvPr/>
          </p:nvSpPr>
          <p:spPr>
            <a:xfrm>
              <a:off x="334963" y="1639192"/>
              <a:ext cx="6687248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kumimoji="1" lang="en-US" altLang="ja-JP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9DA6ECC9-BA85-2786-E33D-98B04379771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107090"/>
              <a:ext cx="6687249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Graphic 457" descr="シャッフル 枠線">
              <a:extLst>
                <a:ext uri="{FF2B5EF4-FFF2-40B4-BE49-F238E27FC236}">
                  <ns2:creationId id="{320A3FAE-BE40-A233-9F83-91F3AAF26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34964" y="1639090"/>
              <a:ext cx="468000" cy="468000"/>
            </a:xfrm>
            <a:prstGeom prst="rect">
              <a:avLst/>
            </a:prstGeom>
          </p:spPr>
        </p:pic>
        <p:sp>
          <p:nvSpPr>
            <p:cNvPr id="9" name="テキスト ボックス 8">
              <a:extLst>
                <a:ext uri="{FF2B5EF4-FFF2-40B4-BE49-F238E27FC236}">
                  <ns2:creationId id="{30C69851-F086-AD12-2164-4010DC5D88A9}"/>
                </a:ext>
              </a:extLst>
            </p:cNvPr>
            <p:cNvSpPr txBox="1"/>
            <p:nvPr/>
          </p:nvSpPr>
          <p:spPr>
            <a:xfrm>
              <a:off x="334962" y="2126852"/>
              <a:ext cx="6687247" cy="9316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>
              <a:noAutofit/>
            </a:bodyPr>
            <a:lstStyle/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」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)</a:t>
              </a: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0" lvl="1">
                <a:spcAft>
                  <a:spcPts val="200"/>
                </a:spcAft>
                <a:buClr>
                  <a:schemeClr val="accent5"/>
                </a:buClr>
                <a:tabLst>
                  <a:tab pos="92075" algn="l"/>
                </a:tabLst>
              </a:pP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D4AB73A-1A51-D867-1CEF-878CFA4031C4}"/>
                </a:ext>
              </a:extLst>
            </p:cNvPr>
            <p:cNvSpPr/>
            <p:nvPr/>
          </p:nvSpPr>
          <p:spPr>
            <a:xfrm>
              <a:off x="341059" y="5509260"/>
              <a:ext cx="4025589" cy="2444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4" name="直線矢印コネクタ 23">
              <a:extLst>
                <a:ext uri="{FF2B5EF4-FFF2-40B4-BE49-F238E27FC236}">
                  <ns2:creationId id="{1B5F2AEE-A395-7A24-C6B3-1B40BDC2D701}"/>
                </a:ext>
              </a:extLst>
            </p:cNvPr>
            <p:cNvCxnSpPr>
              <a:cxnSpLocks/>
              <a:stCxn id="22" idx="0"/>
              <a:endCxn id="21" idx="2"/>
            </p:cNvCxnSpPr>
            <p:nvPr/>
          </p:nvCxnSpPr>
          <p:spPr>
            <a:xfrm flipV="1">
              <a:off x="2353853" y="5753669"/>
              <a:ext cx="1" cy="20928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四角形: 角を丸くする 21">
              <a:extLst>
                <a:ext uri="{FF2B5EF4-FFF2-40B4-BE49-F238E27FC236}">
                  <ns2:creationId id="{9845AC99-777F-16F6-9593-3B0DA050B6B2}"/>
                </a:ext>
              </a:extLst>
            </p:cNvPr>
            <p:cNvSpPr/>
            <p:nvPr/>
          </p:nvSpPr>
          <p:spPr>
            <a:xfrm>
              <a:off x="429363" y="5962949"/>
              <a:ext cx="3848980" cy="345776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+mn-ea"/>
              </a:endParaRPr>
            </a:p>
          </p:txBody>
        </p:sp>
        <p:pic>
          <p:nvPicPr>
            <p:cNvPr id="13" name="Graphic 457" descr="ライト: オン 単色塗りつぶし">
              <a:extLst>
                <a:ext uri="{FF2B5EF4-FFF2-40B4-BE49-F238E27FC236}">
                  <ns2:creationId id="{38DB9439-A101-8E4F-E3AC-0DBE6C9EF7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797497" y="5998500"/>
              <a:ext cx="288000" cy="288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E9F8FC79-9998-57C0-CEC7-65C38875F8B8}"/>
                </a:ext>
              </a:extLst>
            </p:cNvPr>
            <p:cNvSpPr/>
            <p:nvPr/>
          </p:nvSpPr>
          <p:spPr>
            <a:xfrm>
              <a:off x="334963" y="3185320"/>
              <a:ext cx="4025589" cy="211466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55964C9F-F488-2E9C-22FB-2B430D36E838}"/>
                </a:ext>
              </a:extLst>
            </p:cNvPr>
            <p:cNvSpPr/>
            <p:nvPr/>
          </p:nvSpPr>
          <p:spPr>
            <a:xfrm>
              <a:off x="418120" y="3542556"/>
              <a:ext cx="3848984" cy="343276"/>
            </a:xfrm>
            <a:prstGeom prst="roundRect">
              <a:avLst>
                <a:gd name="adj" fmla="val 47290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二等辺三角形 25">
              <a:extLst>
                <a:ext uri="{FF2B5EF4-FFF2-40B4-BE49-F238E27FC236}">
                  <ns2:creationId id="{1C7BA4D8-66E4-0F08-5D65-92EA8CCADE49}"/>
                </a:ext>
              </a:extLst>
            </p:cNvPr>
            <p:cNvSpPr/>
            <p:nvPr/>
          </p:nvSpPr>
          <p:spPr>
            <a:xfrm flipV="1">
              <a:off x="679563" y="3994484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F20AE80E-C013-0245-D917-646CE1967C51}"/>
                </a:ext>
              </a:extLst>
            </p:cNvPr>
            <p:cNvSpPr/>
            <p:nvPr/>
          </p:nvSpPr>
          <p:spPr>
            <a:xfrm>
              <a:off x="418119" y="4129708"/>
              <a:ext cx="3848984" cy="226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二等辺三角形 27">
              <a:extLst>
                <a:ext uri="{FF2B5EF4-FFF2-40B4-BE49-F238E27FC236}">
                  <ns2:creationId id="{A73F7CCD-558F-B183-C3B2-40C30A557151}"/>
                </a:ext>
              </a:extLst>
            </p:cNvPr>
            <p:cNvSpPr/>
            <p:nvPr/>
          </p:nvSpPr>
          <p:spPr>
            <a:xfrm>
              <a:off x="684709" y="5359687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5" name="直線矢印コネクタ 64">
              <a:extLst>
                <a:ext uri="{FF2B5EF4-FFF2-40B4-BE49-F238E27FC236}">
                  <ns2:creationId id="{1249EE01-CB1E-E65A-FD2B-A69297FE30BB}"/>
                </a:ext>
              </a:extLst>
            </p:cNvPr>
            <p:cNvCxnSpPr>
              <a:stCxn id="36" idx="3"/>
            </p:cNvCxnSpPr>
            <p:nvPr/>
          </p:nvCxnSpPr>
          <p:spPr>
            <a:xfrm flipV="1">
              <a:off x="4312920" y="4815840"/>
              <a:ext cx="356616" cy="4174"/>
            </a:xfrm>
            <a:prstGeom prst="straightConnector1">
              <a:avLst/>
            </a:prstGeom>
            <a:ln w="9525">
              <a:solidFill>
                <a:schemeClr val="accent6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グループ化 30">
              <a:extLst>
                <a:ext uri="{FF2B5EF4-FFF2-40B4-BE49-F238E27FC236}">
                  <ns2:creationId id="{575115F8-CD6E-281E-E9D7-5267FE4F4043}"/>
                </a:ext>
              </a:extLst>
            </p:cNvPr>
            <p:cNvGrpSpPr/>
            <p:nvPr/>
          </p:nvGrpSpPr>
          <p:grpSpPr>
            <a:xfrm>
              <a:off x="4775755" y="4203780"/>
              <a:ext cx="2140234" cy="215007"/>
              <a:chOff x="4477489" y="3948122"/>
              <a:chExt cx="1740514" cy="215007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C74C41B7-46BA-E2A4-EF31-7B8FE69B2465}"/>
                  </a:ext>
                </a:extLst>
              </p:cNvPr>
              <p:cNvSpPr/>
              <p:nvPr/>
            </p:nvSpPr>
            <p:spPr>
              <a:xfrm>
                <a:off x="4477489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C556410-1DB4-25B3-ACA8-4A0436F27372}"/>
                  </a:ext>
                </a:extLst>
              </p:cNvPr>
              <p:cNvSpPr/>
              <p:nvPr/>
            </p:nvSpPr>
            <p:spPr>
              <a:xfrm>
                <a:off x="5429725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8" name="グラフィックス 67" descr="ユーザー 単色塗りつぶし">
              <a:extLst>
                <a:ext uri="{FF2B5EF4-FFF2-40B4-BE49-F238E27FC236}">
                  <ns2:creationId id="{2951C4FB-C2A3-6443-DFDC-0A04A03C39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176336" y="4495077"/>
              <a:ext cx="468000" cy="468000"/>
            </a:xfrm>
            <a:prstGeom prst="rect">
              <a:avLst/>
            </a:prstGeom>
          </p:spPr>
        </p:pic>
        <p:pic>
          <p:nvPicPr>
            <p:cNvPr id="70" name="グラフィックス 69" descr="オフィス ワーカー (男性) 単色塗りつぶし">
              <a:extLst>
                <a:ext uri="{FF2B5EF4-FFF2-40B4-BE49-F238E27FC236}">
                  <ns2:creationId id="{49403EF5-61AB-645D-9960-CE9A30EE6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021256" y="4495077"/>
              <a:ext cx="468000" cy="468000"/>
            </a:xfrm>
            <a:prstGeom prst="rect">
              <a:avLst/>
            </a:prstGeom>
          </p:spPr>
        </p:pic>
        <p:grpSp>
          <p:nvGrpSpPr>
            <p:cNvPr id="73" name="グループ化 72">
              <a:extLst>
                <a:ext uri="{FF2B5EF4-FFF2-40B4-BE49-F238E27FC236}">
                  <ns2:creationId id="{AD46049F-F769-C13F-FCC3-F3744BE49DB8}"/>
                </a:ext>
              </a:extLst>
            </p:cNvPr>
            <p:cNvGrpSpPr/>
            <p:nvPr/>
          </p:nvGrpSpPr>
          <p:grpSpPr>
            <a:xfrm>
              <a:off x="4775755" y="3378493"/>
              <a:ext cx="2140234" cy="681695"/>
              <a:chOff x="4775755" y="3378493"/>
              <a:chExt cx="2140234" cy="681695"/>
            </a:xfrm>
          </p:grpSpPr>
          <p:sp>
            <p:nvSpPr>
              <p:cNvPr id="47" name="四角形: 角を丸くする 46">
                <a:extLst>
                  <a:ext uri="{FF2B5EF4-FFF2-40B4-BE49-F238E27FC236}">
                    <ns2:creationId id="{448AF81A-823D-DA6D-F29E-D2366DE6A8D4}"/>
                  </a:ext>
                </a:extLst>
              </p:cNvPr>
              <p:cNvSpPr/>
              <p:nvPr/>
            </p:nvSpPr>
            <p:spPr>
              <a:xfrm>
                <a:off x="4775755" y="3378493"/>
                <a:ext cx="2140234" cy="504001"/>
              </a:xfrm>
              <a:prstGeom prst="round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二等辺三角形 70">
                <a:extLst>
                  <a:ext uri="{FF2B5EF4-FFF2-40B4-BE49-F238E27FC236}">
                    <ns2:creationId id="{2898206C-6C09-9B81-B03C-C31290058763}"/>
                  </a:ext>
                </a:extLst>
              </p:cNvPr>
              <p:cNvSpPr/>
              <p:nvPr/>
            </p:nvSpPr>
            <p:spPr>
              <a:xfrm flipV="1">
                <a:off x="5185049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二等辺三角形 71">
                <a:extLst>
                  <a:ext uri="{FF2B5EF4-FFF2-40B4-BE49-F238E27FC236}">
                    <ns2:creationId id="{C8D74666-20A9-B4C9-06BA-F6B23B618930}"/>
                  </a:ext>
                </a:extLst>
              </p:cNvPr>
              <p:cNvSpPr/>
              <p:nvPr/>
            </p:nvSpPr>
            <p:spPr>
              <a:xfrm flipV="1">
                <a:off x="6361126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74" name="Graphic 457" descr="プレゼンテーション (棒グラフ) 単色塗りつぶし">
              <a:extLst>
                <a:ext uri="{FF2B5EF4-FFF2-40B4-BE49-F238E27FC236}">
                  <ns2:creationId id="{EB8CF8D2-4609-9207-D433-397DC44F54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374710" y="3574648"/>
              <a:ext cx="288000" cy="288000"/>
            </a:xfrm>
            <a:prstGeom prst="rect">
              <a:avLst/>
            </a:prstGeom>
          </p:spPr>
        </p:pic>
        <p:grpSp>
          <p:nvGrpSpPr>
            <p:cNvPr id="82" name="グループ化 81">
              <a:extLst>
                <a:ext uri="{FF2B5EF4-FFF2-40B4-BE49-F238E27FC236}">
                  <ns2:creationId id="{745692DE-7F99-9C5D-C3EC-1EE598BA0C29}"/>
                </a:ext>
              </a:extLst>
            </p:cNvPr>
            <p:cNvGrpSpPr/>
            <p:nvPr/>
          </p:nvGrpSpPr>
          <p:grpSpPr>
            <a:xfrm>
              <a:off x="384562" y="4473555"/>
              <a:ext cx="3928358" cy="692918"/>
              <a:chOff x="384562" y="4473555"/>
              <a:chExt cx="3928358" cy="692918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3E6A9127-7A9A-65EE-B9C1-3BD634ED0265}"/>
                  </a:ext>
                </a:extLst>
              </p:cNvPr>
              <p:cNvSpPr/>
              <p:nvPr/>
            </p:nvSpPr>
            <p:spPr>
              <a:xfrm>
                <a:off x="384562" y="4473555"/>
                <a:ext cx="3928358" cy="6929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108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FF72351C-5B3A-CA4C-D2FC-1EF329B71CFE}"/>
                  </a:ext>
                </a:extLst>
              </p:cNvPr>
              <p:cNvSpPr/>
              <p:nvPr/>
            </p:nvSpPr>
            <p:spPr>
              <a:xfrm>
                <a:off x="418120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A342456-6340-06A1-69AE-0C905F2F98AE}"/>
                  </a:ext>
                </a:extLst>
              </p:cNvPr>
              <p:cNvSpPr/>
              <p:nvPr/>
            </p:nvSpPr>
            <p:spPr>
              <a:xfrm>
                <a:off x="1743506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1C488A1D-5DE9-B03C-B5FA-28421FCEC0BC}"/>
                  </a:ext>
                </a:extLst>
              </p:cNvPr>
              <p:cNvSpPr/>
              <p:nvPr/>
            </p:nvSpPr>
            <p:spPr>
              <a:xfrm>
                <a:off x="3068893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5" name="Graphic 457" descr="マネジメント 単色塗りつぶし">
                <a:extLst>
                  <a:ext uri="{FF2B5EF4-FFF2-40B4-BE49-F238E27FC236}">
                    <ns2:creationId id="{95B7F443-B657-111E-E823-C632965091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73223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6" name="Graphic 457" descr="マネジメント 単色塗りつぶし">
                <a:extLst>
                  <a:ext uri="{FF2B5EF4-FFF2-40B4-BE49-F238E27FC236}">
                    <ns2:creationId id="{7AAB7A51-FEF6-E6BE-24C6-3C21B3417C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98609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9" name="Graphic 457" descr="マネジメント 単色塗りつぶし">
                <a:extLst>
                  <a:ext uri="{FF2B5EF4-FFF2-40B4-BE49-F238E27FC236}">
                    <ns2:creationId id="{56B6E5D9-B473-0B36-51F9-E44E2B39E2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523996" y="4554217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86" name="グループ化 85">
            <a:extLst>
              <a:ext uri="{FF2B5EF4-FFF2-40B4-BE49-F238E27FC236}">
                <ns2:creationId id="{760A2731-BA6E-F54A-5B4B-47859A9BA3C2}"/>
              </a:ext>
            </a:extLst>
          </p:cNvPr>
          <p:cNvGrpSpPr/>
          <p:nvPr/>
        </p:nvGrpSpPr>
        <p:grpSpPr>
          <a:xfrm>
            <a:off x="7211123" y="1639090"/>
            <a:ext cx="4656481" cy="4670153"/>
            <a:chOff x="7211123" y="1639090"/>
            <a:chExt cx="4656481" cy="4670153"/>
          </a:xfrm>
        </p:grpSpPr>
        <p:sp>
          <p:nvSpPr>
            <p:cNvPr id="4" name="正方形/長方形 3">
              <a:extLst>
                <a:ext uri="{FF2B5EF4-FFF2-40B4-BE49-F238E27FC236}">
                  <ns2:creationId id="{1CA49706-DE15-1A2F-0662-18423C01AD89}"/>
                </a:ext>
              </a:extLst>
            </p:cNvPr>
            <p:cNvSpPr/>
            <p:nvPr/>
          </p:nvSpPr>
          <p:spPr>
            <a:xfrm>
              <a:off x="7222838" y="2126852"/>
              <a:ext cx="4632635" cy="9316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テキスト ボックス 15">
              <a:extLst>
                <a:ext uri="{FF2B5EF4-FFF2-40B4-BE49-F238E27FC236}">
                  <ns2:creationId id="{C29A76F8-A172-EF8C-D955-DA57A2D61B5F}"/>
                </a:ext>
              </a:extLst>
            </p:cNvPr>
            <p:cNvSpPr txBox="1"/>
            <p:nvPr/>
          </p:nvSpPr>
          <p:spPr>
            <a:xfrm>
              <a:off x="7222273" y="1639192"/>
              <a:ext cx="4633200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49" name="直線コネクタ 16">
              <a:extLst>
                <a:ext uri="{FF2B5EF4-FFF2-40B4-BE49-F238E27FC236}">
                  <ns2:creationId id="{B983B6A7-6BBD-F257-BDDB-88069FA3ED1B}"/>
                </a:ext>
              </a:extLst>
            </p:cNvPr>
            <p:cNvCxnSpPr>
              <a:cxnSpLocks/>
            </p:cNvCxnSpPr>
            <p:nvPr/>
          </p:nvCxnSpPr>
          <p:spPr>
            <a:xfrm>
              <a:off x="7222273" y="2107090"/>
              <a:ext cx="4633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Graphic 457" descr="お金 枠線">
              <a:extLst>
                <a:ext uri="{FF2B5EF4-FFF2-40B4-BE49-F238E27FC236}">
                  <ns2:creationId id="{6985FC89-7672-0945-6F27-EE0AA1FC4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211123" y="1639090"/>
              <a:ext cx="468000" cy="468000"/>
            </a:xfrm>
            <a:prstGeom prst="rect">
              <a:avLst/>
            </a:prstGeom>
          </p:spPr>
        </p:pic>
        <p:sp>
          <p:nvSpPr>
            <p:cNvPr id="57" name="二等辺三角形 56">
              <a:extLst>
                <a:ext uri="{FF2B5EF4-FFF2-40B4-BE49-F238E27FC236}">
                  <ns2:creationId id="{DD0ABCF7-6876-4AE1-4205-C3C08B62B1E4}"/>
                </a:ext>
              </a:extLst>
            </p:cNvPr>
            <p:cNvSpPr/>
            <p:nvPr/>
          </p:nvSpPr>
          <p:spPr>
            <a:xfrm>
              <a:off x="8917150" y="5220502"/>
              <a:ext cx="2950454" cy="592614"/>
            </a:xfrm>
            <a:prstGeom prst="triangle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42000">
                  <a:srgbClr val="EBEDEE"/>
                </a:gs>
                <a:gs pos="100000">
                  <a:schemeClr val="bg1">
                    <a:lumMod val="85000"/>
                  </a:scheme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9F7FF458-7D8F-104B-8BE2-E1CCA489E224}"/>
                </a:ext>
              </a:extLst>
            </p:cNvPr>
            <p:cNvSpPr/>
            <p:nvPr/>
          </p:nvSpPr>
          <p:spPr>
            <a:xfrm>
              <a:off x="7233482" y="4290537"/>
              <a:ext cx="1587205" cy="915042"/>
            </a:xfrm>
            <a:prstGeom prst="roundRect">
              <a:avLst>
                <a:gd name="adj" fmla="val 6471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A963A828-D649-250C-2823-992BA6E8C314}"/>
                </a:ext>
              </a:extLst>
            </p:cNvPr>
            <p:cNvSpPr/>
            <p:nvPr/>
          </p:nvSpPr>
          <p:spPr>
            <a:xfrm>
              <a:off x="8917149" y="5849577"/>
              <a:ext cx="2950454" cy="45966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矢印: 五方向 57">
              <a:extLst>
                <a:ext uri="{FF2B5EF4-FFF2-40B4-BE49-F238E27FC236}">
                  <ns2:creationId id="{F55EDAF4-DC52-7C38-E647-60B7BFF72905}"/>
                </a:ext>
              </a:extLst>
            </p:cNvPr>
            <p:cNvSpPr/>
            <p:nvPr/>
          </p:nvSpPr>
          <p:spPr>
            <a:xfrm>
              <a:off x="8917149" y="4290537"/>
              <a:ext cx="2937759" cy="915042"/>
            </a:xfrm>
            <a:prstGeom prst="homePlate">
              <a:avLst>
                <a:gd name="adj" fmla="val 24600"/>
              </a:avLst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38C0AEE6-B923-F259-767A-2B967728EF29}"/>
                </a:ext>
              </a:extLst>
            </p:cNvPr>
            <p:cNvSpPr/>
            <p:nvPr/>
          </p:nvSpPr>
          <p:spPr>
            <a:xfrm>
              <a:off x="8917149" y="3178645"/>
              <a:ext cx="2950454" cy="4678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3B0AF66-0E2B-B00F-AC3B-2524D75B66F0}"/>
                </a:ext>
              </a:extLst>
            </p:cNvPr>
            <p:cNvGrpSpPr/>
            <p:nvPr/>
          </p:nvGrpSpPr>
          <p:grpSpPr>
            <a:xfrm>
              <a:off x="8917149" y="3697923"/>
              <a:ext cx="2950454" cy="592614"/>
              <a:chOff x="8917149" y="3789363"/>
              <a:chExt cx="2950454" cy="592614"/>
            </a:xfrm>
          </p:grpSpPr>
          <p:sp>
            <p:nvSpPr>
              <p:cNvPr id="53" name="二等辺三角形 52">
                <a:extLst>
                  <a:ext uri="{FF2B5EF4-FFF2-40B4-BE49-F238E27FC236}">
                    <ns2:creationId id="{C2B5F862-A44B-16B2-6A56-2487C4B40776}"/>
                  </a:ext>
                </a:extLst>
              </p:cNvPr>
              <p:cNvSpPr/>
              <p:nvPr/>
            </p:nvSpPr>
            <p:spPr>
              <a:xfrm flipV="1">
                <a:off x="8917149" y="3789363"/>
                <a:ext cx="2950454" cy="592614"/>
              </a:xfrm>
              <a:prstGeom prst="triangle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42000">
                    <a:srgbClr val="EBEDEE"/>
                  </a:gs>
                  <a:gs pos="100000">
                    <a:schemeClr val="bg1">
                      <a:lumMod val="85000"/>
                    </a:schemeClr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DC08EF5-AA5A-9EFD-09CF-89BD25D6B7C8}"/>
                  </a:ext>
                </a:extLst>
              </p:cNvPr>
              <p:cNvSpPr/>
              <p:nvPr/>
            </p:nvSpPr>
            <p:spPr>
              <a:xfrm>
                <a:off x="9579207" y="3850143"/>
                <a:ext cx="1626335" cy="3059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3" name="Graphic 457" descr="階層 単色塗りつぶし">
              <a:extLst>
                <a:ext uri="{FF2B5EF4-FFF2-40B4-BE49-F238E27FC236}">
                  <ns2:creationId id="{D954E568-1843-0AE7-8AEC-E67682BFD6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133049" y="3221013"/>
              <a:ext cx="396000" cy="396000"/>
            </a:xfrm>
            <a:prstGeom prst="rect">
              <a:avLst/>
            </a:prstGeom>
          </p:spPr>
        </p:pic>
        <p:pic>
          <p:nvPicPr>
            <p:cNvPr id="61" name="Graphic 457" descr="クリップボード: 部分的にチェックマーク 単色塗りつぶし">
              <a:extLst>
                <a:ext uri="{FF2B5EF4-FFF2-40B4-BE49-F238E27FC236}">
                  <ns2:creationId id="{AA6F9777-88AF-8DB2-B009-B8D6BD700D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9445470" y="5879057"/>
              <a:ext cx="396000" cy="396000"/>
            </a:xfrm>
            <a:prstGeom prst="rect">
              <a:avLst/>
            </a:prstGeom>
          </p:spPr>
        </p:pic>
        <p:pic>
          <p:nvPicPr>
            <p:cNvPr id="60" name="Graphic 457" descr="プレゼンテーション (棒グラフ) 単色塗りつぶし">
              <a:extLst>
                <a:ext uri="{FF2B5EF4-FFF2-40B4-BE49-F238E27FC236}">
                  <ns2:creationId id="{0038B924-B18C-B268-C3E9-6F1E6A938D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354767" y="4594378"/>
              <a:ext cx="324000" cy="324000"/>
            </a:xfrm>
            <a:prstGeom prst="rect">
              <a:avLst/>
            </a:prstGeom>
          </p:spPr>
        </p:pic>
        <p:pic>
          <p:nvPicPr>
            <p:cNvPr id="62" name="Graphic 457" descr="リサーチ 単色塗りつぶし">
              <a:extLst>
                <a:ext uri="{FF2B5EF4-FFF2-40B4-BE49-F238E27FC236}">
                  <ns2:creationId id="{79E31B04-585A-86FF-FB80-FDCA538EB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9120836" y="4563525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08137865"/>
      </p:ext>
    </p:extLst>
  </p:cSld>
  <p:clrMapOvr>
    <a:masterClrMapping/>
  </p:clrMapOvr>
</p:sld>
</file>

<file path=ppt/slides/slide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DX</a:t>
            </a:r>
            <a:r>
              <a:rPr kumimoji="1" lang="ja-JP" altLang="en-US"/>
              <a:t>XX</a:t>
            </a:r>
          </a:p>
        </p:txBody>
      </p:sp>
      <p:grpSp>
        <p:nvGrpSpPr>
          <p:cNvPr id="154" name="グループ化 153">
            <a:extLst>
              <a:ext uri="{FF2B5EF4-FFF2-40B4-BE49-F238E27FC236}">
                <ns2:creationId id="{BBD1F024-BD8C-5E36-C451-CECA1FC29ACF}"/>
              </a:ext>
            </a:extLst>
          </p:cNvPr>
          <p:cNvGrpSpPr/>
          <p:nvPr/>
        </p:nvGrpSpPr>
        <p:grpSpPr>
          <a:xfrm>
            <a:off x="9836356" y="1195655"/>
            <a:ext cx="251320" cy="5113070"/>
            <a:chOff x="9836356" y="1195655"/>
            <a:chExt cx="251320" cy="5113070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2B1E0BB6-E0A0-CD4A-57F9-63556485C5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グループ化 130">
              <a:extLst>
                <a:ext uri="{FF2B5EF4-FFF2-40B4-BE49-F238E27FC236}">
                  <ns2:creationId id="{7DAF939E-8D44-06A2-EBD6-B06B333B2F4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32" name="円/楕円 126">
                <a:extLst>
                  <a:ext uri="{FF2B5EF4-FFF2-40B4-BE49-F238E27FC236}">
                    <ns2:creationId id="{E5DE9E20-C6A6-8570-8EF8-54EFD127A72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キャレットを下へ 枠線">
                <a:extLst>
                  <a:ext uri="{FF2B5EF4-FFF2-40B4-BE49-F238E27FC236}">
                    <ns2:creationId id="{DEBE4263-2D36-83E1-EE8A-6C8BB3D17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8" name="グループ化 177">
            <a:extLst>
              <a:ext uri="{FF2B5EF4-FFF2-40B4-BE49-F238E27FC236}">
                <ns2:creationId id="{0B790A27-1550-C185-FB94-3C774F243539}"/>
              </a:ext>
            </a:extLst>
          </p:cNvPr>
          <p:cNvGrpSpPr/>
          <p:nvPr/>
        </p:nvGrpSpPr>
        <p:grpSpPr>
          <a:xfrm>
            <a:off x="10102703" y="1217637"/>
            <a:ext cx="1735716" cy="4369599"/>
            <a:chOff x="10102703" y="1217637"/>
            <a:chExt cx="1735716" cy="4369599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F4971D22-6826-B239-532B-459FFF991980}"/>
                </a:ext>
              </a:extLst>
            </p:cNvPr>
            <p:cNvCxnSpPr/>
            <p:nvPr/>
          </p:nvCxnSpPr>
          <p:spPr>
            <a:xfrm>
              <a:off x="10102703" y="1479247"/>
              <a:ext cx="173571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テキスト ボックス 140">
              <a:extLst>
                <a:ext uri="{FF2B5EF4-FFF2-40B4-BE49-F238E27FC236}">
                  <ns2:creationId id="{CCD44AC6-3E8C-BB55-113F-3411B93F3787}"/>
                </a:ext>
              </a:extLst>
            </p:cNvPr>
            <p:cNvSpPr txBox="1"/>
            <p:nvPr/>
          </p:nvSpPr>
          <p:spPr>
            <a:xfrm>
              <a:off x="10102703" y="1217637"/>
              <a:ext cx="1735716" cy="26160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grpSp>
          <p:nvGrpSpPr>
            <p:cNvPr id="176" name="グループ化 175">
              <a:extLst>
                <a:ext uri="{FF2B5EF4-FFF2-40B4-BE49-F238E27FC236}">
                  <ns2:creationId id="{B62809FD-572F-7E17-9818-022569BDC125}"/>
                </a:ext>
              </a:extLst>
            </p:cNvPr>
            <p:cNvGrpSpPr/>
            <p:nvPr/>
          </p:nvGrpSpPr>
          <p:grpSpPr>
            <a:xfrm>
              <a:off x="10181598" y="1917145"/>
              <a:ext cx="1577925" cy="3670091"/>
              <a:chOff x="10181598" y="1653846"/>
              <a:chExt cx="1577925" cy="3670091"/>
            </a:xfrm>
          </p:grpSpPr>
          <p:sp>
            <p:nvSpPr>
              <p:cNvPr id="143" name="テキスト ボックス 142">
                <a:extLst>
                  <a:ext uri="{FF2B5EF4-FFF2-40B4-BE49-F238E27FC236}">
                    <ns2:creationId id="{2DB36074-69BE-ACE5-4547-6F3B723D2E54}"/>
                  </a:ext>
                </a:extLst>
              </p:cNvPr>
              <p:cNvSpPr txBox="1"/>
              <p:nvPr/>
            </p:nvSpPr>
            <p:spPr>
              <a:xfrm>
                <a:off x="10181599" y="1653846"/>
                <a:ext cx="1577924" cy="1026985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endParaRPr lang="en-US" altLang="ja-JP" sz="140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en-US" altLang="ja-JP" sz="140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1400">
                    <a:solidFill>
                      <a:srgbClr val="008000"/>
                    </a:solidFill>
                  </a:rPr>
                  <a:t>)</a:t>
                </a: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3E6E9A68-5B76-C4F2-4181-1800E3F31C57}"/>
                  </a:ext>
                </a:extLst>
              </p:cNvPr>
              <p:cNvGrpSpPr/>
              <p:nvPr/>
            </p:nvGrpSpPr>
            <p:grpSpPr>
              <a:xfrm>
                <a:off x="10181599" y="2670244"/>
                <a:ext cx="1577924" cy="840882"/>
                <a:chOff x="10181599" y="2670244"/>
                <a:chExt cx="1577924" cy="840882"/>
              </a:xfrm>
            </p:grpSpPr>
            <p:sp>
              <p:nvSpPr>
                <p:cNvPr id="144" name="テキスト ボックス 143">
                  <a:extLst>
                    <a:ext uri="{FF2B5EF4-FFF2-40B4-BE49-F238E27FC236}">
                      <ns2:creationId id="{2F3E5FF4-D4FF-6E47-B1A0-166FF13CE41D}"/>
                    </a:ext>
                  </a:extLst>
                </p:cNvPr>
                <p:cNvSpPr txBox="1"/>
                <p:nvPr/>
              </p:nvSpPr>
              <p:spPr>
                <a:xfrm>
                  <a:off x="10181599" y="3193151"/>
                  <a:ext cx="1577924" cy="317975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7" name="グラフィックス 146" descr="時計 単色塗りつぶし">
                  <a:extLst>
                    <a:ext uri="{FF2B5EF4-FFF2-40B4-BE49-F238E27FC236}">
                      <ns2:creationId id="{C62BB23C-E600-AC43-BE8B-1002C58DD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92391" y="2670244"/>
                  <a:ext cx="534359" cy="534359"/>
                </a:xfrm>
                <a:prstGeom prst="rect">
                  <a:avLst/>
                </a:prstGeom>
              </p:spPr>
            </p:pic>
          </p:grpSp>
          <p:grpSp>
            <p:nvGrpSpPr>
              <p:cNvPr id="174" name="グループ化 173">
                <a:extLst>
                  <a:ext uri="{FF2B5EF4-FFF2-40B4-BE49-F238E27FC236}">
                    <ns2:creationId id="{46077D0F-F410-DEBD-342E-DB13EDA1E682}"/>
                  </a:ext>
                </a:extLst>
              </p:cNvPr>
              <p:cNvGrpSpPr/>
              <p:nvPr/>
            </p:nvGrpSpPr>
            <p:grpSpPr>
              <a:xfrm>
                <a:off x="10181598" y="4128009"/>
                <a:ext cx="1577924" cy="1195928"/>
                <a:chOff x="10181598" y="4128009"/>
                <a:chExt cx="1577924" cy="1195928"/>
              </a:xfrm>
            </p:grpSpPr>
            <p:sp>
              <p:nvSpPr>
                <p:cNvPr id="145" name="テキスト ボックス 144">
                  <a:extLst>
                    <a:ext uri="{FF2B5EF4-FFF2-40B4-BE49-F238E27FC236}">
                      <ns2:creationId id="{7B57F340-4FBA-7944-745C-2221F31EAED9}"/>
                    </a:ext>
                  </a:extLst>
                </p:cNvPr>
                <p:cNvSpPr txBox="1"/>
                <p:nvPr/>
              </p:nvSpPr>
              <p:spPr>
                <a:xfrm>
                  <a:off x="10181598" y="4636220"/>
                  <a:ext cx="1577924" cy="687717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8" name="グラフィックス 147" descr="アイデア 単色塗りつぶし">
                  <a:extLst>
                    <a:ext uri="{FF2B5EF4-FFF2-40B4-BE49-F238E27FC236}">
                      <ns2:creationId id="{050C70C1-7D71-5D77-98E8-4D9AF9695E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0692391" y="4128009"/>
                  <a:ext cx="534359" cy="534359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55" name="グループ化 154">
            <a:extLst>
              <a:ext uri="{FF2B5EF4-FFF2-40B4-BE49-F238E27FC236}">
                <ns2:creationId id="{71D8E2FB-870F-71C7-1BFF-1D309696C86B}"/>
              </a:ext>
            </a:extLst>
          </p:cNvPr>
          <p:cNvGrpSpPr/>
          <p:nvPr/>
        </p:nvGrpSpPr>
        <p:grpSpPr>
          <a:xfrm>
            <a:off x="6624580" y="1195655"/>
            <a:ext cx="251320" cy="5113070"/>
            <a:chOff x="9836356" y="1195655"/>
            <a:chExt cx="251320" cy="5113070"/>
          </a:xfrm>
        </p:grpSpPr>
        <p:cxnSp>
          <p:nvCxnSpPr>
            <p:cNvPr id="156" name="直線コネクタ 155">
              <a:extLst>
                <a:ext uri="{FF2B5EF4-FFF2-40B4-BE49-F238E27FC236}">
                  <ns2:creationId id="{32E467CC-C9E5-A6FA-8F21-DED149E05A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グループ化 156">
              <a:extLst>
                <a:ext uri="{FF2B5EF4-FFF2-40B4-BE49-F238E27FC236}">
                  <ns2:creationId id="{032E77A9-4E85-58E9-B07C-8B42111BAC2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58" name="円/楕円 126">
                <a:extLst>
                  <a:ext uri="{FF2B5EF4-FFF2-40B4-BE49-F238E27FC236}">
                    <ns2:creationId id="{DCF1CFA1-A3ED-E7B3-0E54-F19A0BBD071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59" name="グラフィックス 158" descr="キャレットを下へ 枠線">
                <a:extLst>
                  <a:ext uri="{FF2B5EF4-FFF2-40B4-BE49-F238E27FC236}">
                    <ns2:creationId id="{AEB9D7DB-820C-575B-49CC-D6512B9202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3" name="グループ化 172">
            <a:extLst>
              <a:ext uri="{FF2B5EF4-FFF2-40B4-BE49-F238E27FC236}">
                <ns2:creationId id="{F2E3373E-8DA1-2011-C4B3-F2EDCB43D9C2}"/>
              </a:ext>
            </a:extLst>
          </p:cNvPr>
          <p:cNvGrpSpPr/>
          <p:nvPr/>
        </p:nvGrpSpPr>
        <p:grpSpPr>
          <a:xfrm>
            <a:off x="7015377" y="1195656"/>
            <a:ext cx="2727056" cy="5113061"/>
            <a:chOff x="7015377" y="1195656"/>
            <a:chExt cx="2727056" cy="5113061"/>
          </a:xfrm>
        </p:grpSpPr>
        <p:sp>
          <p:nvSpPr>
            <p:cNvPr id="150" name="四角形: 角を丸くする 149">
              <a:extLst>
                <a:ext uri="{FF2B5EF4-FFF2-40B4-BE49-F238E27FC236}">
                  <ns2:creationId id="{67E0EE6F-118F-7CC8-349A-DBFC8D5BF516}"/>
                </a:ext>
              </a:extLst>
            </p:cNvPr>
            <p:cNvSpPr/>
            <p:nvPr/>
          </p:nvSpPr>
          <p:spPr>
            <a:xfrm>
              <a:off x="7028858" y="1668741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61EC7880-B8FE-25A0-4859-54AB4CDDD603}"/>
                </a:ext>
              </a:extLst>
            </p:cNvPr>
            <p:cNvSpPr/>
            <p:nvPr/>
          </p:nvSpPr>
          <p:spPr>
            <a:xfrm>
              <a:off x="7028858" y="3215758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四角形: 角を丸くする 151">
              <a:extLst>
                <a:ext uri="{FF2B5EF4-FFF2-40B4-BE49-F238E27FC236}">
                  <ns2:creationId id="{43F4DCEB-04BC-1B18-3EA7-514B4868C8C2}"/>
                </a:ext>
              </a:extLst>
            </p:cNvPr>
            <p:cNvSpPr/>
            <p:nvPr/>
          </p:nvSpPr>
          <p:spPr>
            <a:xfrm>
              <a:off x="7028858" y="4762774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9" name="直線コネクタ 118">
              <a:extLst>
                <a:ext uri="{FF2B5EF4-FFF2-40B4-BE49-F238E27FC236}">
                  <ns2:creationId id="{6129E811-9707-1DD3-F52E-F4D64D2FAB8B}"/>
                </a:ext>
              </a:extLst>
            </p:cNvPr>
            <p:cNvCxnSpPr/>
            <p:nvPr/>
          </p:nvCxnSpPr>
          <p:spPr>
            <a:xfrm>
              <a:off x="7015377" y="1457265"/>
              <a:ext cx="27270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BF08F4B3-BB9A-F4A4-08B2-814D3C4F9B85}"/>
                </a:ext>
              </a:extLst>
            </p:cNvPr>
            <p:cNvSpPr txBox="1"/>
            <p:nvPr/>
          </p:nvSpPr>
          <p:spPr>
            <a:xfrm>
              <a:off x="7015377" y="1195656"/>
              <a:ext cx="2713571" cy="261610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sp>
          <p:nvSpPr>
            <p:cNvPr id="122" name="テキスト ボックス 121">
              <a:extLst>
                <a:ext uri="{FF2B5EF4-FFF2-40B4-BE49-F238E27FC236}">
                  <ns2:creationId id="{244B23B6-111C-A50F-083C-72EC29FCFF49}"/>
                </a:ext>
              </a:extLst>
            </p:cNvPr>
            <p:cNvSpPr txBox="1"/>
            <p:nvPr/>
          </p:nvSpPr>
          <p:spPr>
            <a:xfrm>
              <a:off x="7252022" y="1782484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4" name="テキスト ボックス 123">
              <a:extLst>
                <a:ext uri="{FF2B5EF4-FFF2-40B4-BE49-F238E27FC236}">
                  <ns2:creationId id="{3DB86B0C-201F-BF44-7DF3-99B95D6EECA8}"/>
                </a:ext>
              </a:extLst>
            </p:cNvPr>
            <p:cNvSpPr txBox="1"/>
            <p:nvPr/>
          </p:nvSpPr>
          <p:spPr>
            <a:xfrm>
              <a:off x="7252021" y="2004907"/>
              <a:ext cx="2253765" cy="81741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5" name="テキスト ボックス 124">
              <a:extLst>
                <a:ext uri="{FF2B5EF4-FFF2-40B4-BE49-F238E27FC236}">
                  <ns2:creationId id="{6D03CFE6-9ACE-2FEE-A784-CC37654D33E9}"/>
                </a:ext>
              </a:extLst>
            </p:cNvPr>
            <p:cNvSpPr txBox="1"/>
            <p:nvPr/>
          </p:nvSpPr>
          <p:spPr>
            <a:xfrm>
              <a:off x="7252021" y="3607684"/>
              <a:ext cx="2253765" cy="685277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6" name="テキスト ボックス 125">
              <a:extLst>
                <a:ext uri="{FF2B5EF4-FFF2-40B4-BE49-F238E27FC236}">
                  <ns2:creationId id="{63ADC028-E1C3-020D-0AFB-BCB5C65B2681}"/>
                </a:ext>
              </a:extLst>
            </p:cNvPr>
            <p:cNvSpPr txBox="1"/>
            <p:nvPr/>
          </p:nvSpPr>
          <p:spPr>
            <a:xfrm>
              <a:off x="7252020" y="3381689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2208A006-A015-0A53-355A-EDA3D10F9DAE}"/>
                </a:ext>
              </a:extLst>
            </p:cNvPr>
            <p:cNvSpPr txBox="1"/>
            <p:nvPr/>
          </p:nvSpPr>
          <p:spPr>
            <a:xfrm>
              <a:off x="7252020" y="5087927"/>
              <a:ext cx="2253765" cy="899291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  <a:r>
                <a:rPr lang="ja-JP" altLang="it-IT" sz="1100"/>
                <a:t> </a:t>
              </a:r>
              <a:r>
                <a:rPr lang="en-US" altLang="ja-JP" sz="1100"/>
                <a:t>(</a:t>
              </a:r>
              <a:r>
                <a:rPr lang="ja-JP" altLang="en-US" sz="1100"/>
                <a:t>XX</a:t>
              </a:r>
              <a:r>
                <a:rPr lang="en-US" altLang="ja-JP" sz="1100"/>
                <a:t>) </a:t>
              </a: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C2EAD789-A4C5-A66F-2BBA-C4A529FC5FB3}"/>
                </a:ext>
              </a:extLst>
            </p:cNvPr>
            <p:cNvSpPr txBox="1"/>
            <p:nvPr/>
          </p:nvSpPr>
          <p:spPr>
            <a:xfrm>
              <a:off x="7198049" y="4879598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pic>
          <p:nvPicPr>
            <p:cNvPr id="160" name="グラフィックス 159" descr="ライト: オン 単色塗りつぶし">
              <a:extLst>
                <a:ext uri="{FF2B5EF4-FFF2-40B4-BE49-F238E27FC236}">
                  <ns2:creationId id="{DCDA8DD6-821B-36F1-BB7C-7A86040FC1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365336" y="2542545"/>
              <a:ext cx="355256" cy="355256"/>
            </a:xfrm>
            <a:prstGeom prst="rect">
              <a:avLst/>
            </a:prstGeom>
          </p:spPr>
        </p:pic>
        <p:pic>
          <p:nvPicPr>
            <p:cNvPr id="161" name="グラフィックス 160" descr="対象の人々 単色塗りつぶし">
              <a:extLst>
                <a:ext uri="{FF2B5EF4-FFF2-40B4-BE49-F238E27FC236}">
                  <ns2:creationId id="{5CA86705-C70F-CA89-2FE2-F30C81603C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365336" y="4014510"/>
              <a:ext cx="355256" cy="355256"/>
            </a:xfrm>
            <a:prstGeom prst="rect">
              <a:avLst/>
            </a:prstGeom>
          </p:spPr>
        </p:pic>
        <p:pic>
          <p:nvPicPr>
            <p:cNvPr id="162" name="グラフィックス 161" descr="リサーチ 単色塗りつぶし">
              <a:extLst>
                <a:ext uri="{FF2B5EF4-FFF2-40B4-BE49-F238E27FC236}">
                  <ns2:creationId id="{AEB66874-1C49-C075-855F-52BBA0A48D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365336" y="5581522"/>
              <a:ext cx="355256" cy="355256"/>
            </a:xfrm>
            <a:prstGeom prst="rect">
              <a:avLst/>
            </a:prstGeom>
          </p:spPr>
        </p:pic>
        <p:sp>
          <p:nvSpPr>
            <p:cNvPr id="163" name="テキスト ボックス 162">
              <a:extLst>
                <a:ext uri="{FF2B5EF4-FFF2-40B4-BE49-F238E27FC236}">
                  <ns2:creationId id="{CE511DF6-7BAD-A835-8970-607CB5947A67}"/>
                </a:ext>
              </a:extLst>
            </p:cNvPr>
            <p:cNvSpPr txBox="1"/>
            <p:nvPr/>
          </p:nvSpPr>
          <p:spPr>
            <a:xfrm>
              <a:off x="8733138" y="6102649"/>
              <a:ext cx="995810" cy="206068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r"/>
              <a:r>
                <a:rPr lang="en-US" altLang="ja-JP" sz="1100" err="1"/>
                <a:t>XX</a:t>
              </a:r>
              <a:endParaRPr lang="en-US" altLang="ja-JP" sz="1100"/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BD40DF32-1407-4A77-C8FC-CC9786718944}"/>
              </a:ext>
            </a:extLst>
          </p:cNvPr>
          <p:cNvGrpSpPr/>
          <p:nvPr/>
        </p:nvGrpSpPr>
        <p:grpSpPr>
          <a:xfrm>
            <a:off x="334336" y="2937425"/>
            <a:ext cx="6150767" cy="3371300"/>
            <a:chOff x="346368" y="2937425"/>
            <a:chExt cx="6150767" cy="3371300"/>
          </a:xfrm>
        </p:grpSpPr>
        <p:grpSp>
          <p:nvGrpSpPr>
            <p:cNvPr id="106" name="グループ化 105">
              <a:extLst>
                <a:ext uri="{FF2B5EF4-FFF2-40B4-BE49-F238E27FC236}">
                  <ns2:creationId id="{A8ADF518-F56C-B435-4E60-47E01CBBB0DF}"/>
                </a:ext>
              </a:extLst>
            </p:cNvPr>
            <p:cNvGrpSpPr/>
            <p:nvPr/>
          </p:nvGrpSpPr>
          <p:grpSpPr>
            <a:xfrm>
              <a:off x="350732" y="2937425"/>
              <a:ext cx="6142038" cy="3371300"/>
              <a:chOff x="350732" y="3108679"/>
              <a:chExt cx="6142038" cy="3200046"/>
            </a:xfrm>
          </p:grpSpPr>
          <p:sp>
            <p:nvSpPr>
              <p:cNvPr id="57" name="テキスト ボックス 56">
                <a:extLst>
                  <a:ext uri="{FF2B5EF4-FFF2-40B4-BE49-F238E27FC236}">
                    <ns2:creationId id="{BFD71C3F-D915-70D3-8B73-AFFF45AA6BAB}"/>
                  </a:ext>
                </a:extLst>
              </p:cNvPr>
              <p:cNvSpPr txBox="1"/>
              <p:nvPr/>
            </p:nvSpPr>
            <p:spPr>
              <a:xfrm>
                <a:off x="350732" y="3108679"/>
                <a:ext cx="6142038" cy="164419"/>
              </a:xfrm>
              <a:prstGeom prst="rect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3BC3BA0-52FE-A06B-BC51-4B90AAB88E5D}"/>
                  </a:ext>
                </a:extLst>
              </p:cNvPr>
              <p:cNvSpPr/>
              <p:nvPr/>
            </p:nvSpPr>
            <p:spPr>
              <a:xfrm>
                <a:off x="350732" y="3273099"/>
                <a:ext cx="6142038" cy="303562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テキスト ボックス 57">
              <a:extLst>
                <a:ext uri="{FF2B5EF4-FFF2-40B4-BE49-F238E27FC236}">
                  <ns2:creationId id="{E782EE1A-9096-3DA6-CF9B-074CBDAF3431}"/>
                </a:ext>
              </a:extLst>
            </p:cNvPr>
            <p:cNvSpPr txBox="1"/>
            <p:nvPr/>
          </p:nvSpPr>
          <p:spPr>
            <a:xfrm>
              <a:off x="346368" y="3151659"/>
              <a:ext cx="6150767" cy="32092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)</a:t>
              </a:r>
            </a:p>
            <a:p>
              <a:pPr algn="ctr">
                <a:spcAft>
                  <a:spcPts val="300"/>
                </a:spcAft>
              </a:pPr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1015F75A-A6F4-127B-B481-ECAEEB23C84A}"/>
                </a:ext>
              </a:extLst>
            </p:cNvPr>
            <p:cNvSpPr txBox="1"/>
            <p:nvPr/>
          </p:nvSpPr>
          <p:spPr>
            <a:xfrm>
              <a:off x="541232" y="3511127"/>
              <a:ext cx="5761038" cy="186967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/>
                  </a:solidFill>
                </a:rPr>
                <a:t>XX</a:t>
              </a:r>
              <a:r>
                <a:rPr lang="en-US" altLang="ja-JP" sz="900">
                  <a:solidFill>
                    <a:schemeClr val="bg1"/>
                  </a:solidFill>
                </a:rPr>
                <a:t>XX</a:t>
              </a:r>
              <a:endParaRPr lang="ja-JP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2133885-E638-0F1C-D0A7-F0A46E9A4013}"/>
                </a:ext>
              </a:extLst>
            </p:cNvPr>
            <p:cNvSpPr txBox="1"/>
            <p:nvPr/>
          </p:nvSpPr>
          <p:spPr>
            <a:xfrm>
              <a:off x="541231" y="3695480"/>
              <a:ext cx="5761038" cy="15936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/>
                <a:t>「</a:t>
              </a:r>
              <a:r>
                <a:rPr lang="en-US" altLang="ja-JP" sz="900"/>
                <a:t>DX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B8BD71D1-F3C2-1A43-1846-26EE4025053F}"/>
                </a:ext>
              </a:extLst>
            </p:cNvPr>
            <p:cNvSpPr txBox="1"/>
            <p:nvPr/>
          </p:nvSpPr>
          <p:spPr>
            <a:xfrm>
              <a:off x="2503928" y="3849648"/>
              <a:ext cx="1835644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5" name="三角形 60">
              <a:extLst>
                <a:ext uri="{FF2B5EF4-FFF2-40B4-BE49-F238E27FC236}">
                  <ns2:creationId id="{AF8DF4CC-D471-1F97-E928-4E331AE89428}"/>
                </a:ext>
              </a:extLst>
            </p:cNvPr>
            <p:cNvSpPr/>
            <p:nvPr/>
          </p:nvSpPr>
          <p:spPr>
            <a:xfrm>
              <a:off x="3007752" y="4001031"/>
              <a:ext cx="828000" cy="80963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851BADFA-16D4-2364-B47A-3BEAE18F69B6}"/>
                </a:ext>
              </a:extLst>
            </p:cNvPr>
            <p:cNvSpPr txBox="1"/>
            <p:nvPr/>
          </p:nvSpPr>
          <p:spPr>
            <a:xfrm>
              <a:off x="541232" y="6113542"/>
              <a:ext cx="5761038" cy="14829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1BCA2BE8-20A4-9583-88E7-65E4BDC8C3ED}"/>
                </a:ext>
              </a:extLst>
            </p:cNvPr>
            <p:cNvSpPr txBox="1"/>
            <p:nvPr/>
          </p:nvSpPr>
          <p:spPr>
            <a:xfrm>
              <a:off x="2293328" y="4248110"/>
              <a:ext cx="2256845" cy="102656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71" name="テキスト ボックス 70">
              <a:extLst>
                <a:ext uri="{FF2B5EF4-FFF2-40B4-BE49-F238E27FC236}">
                  <ns2:creationId id="{D0845512-A670-910E-435B-DB75A7D8C2FD}"/>
                </a:ext>
              </a:extLst>
            </p:cNvPr>
            <p:cNvSpPr txBox="1"/>
            <p:nvPr/>
          </p:nvSpPr>
          <p:spPr>
            <a:xfrm>
              <a:off x="2395913" y="4426820"/>
              <a:ext cx="2051677" cy="133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 </a:t>
              </a: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94236FB3-A28E-4DE1-F2BC-D0DE5A22B853}"/>
                </a:ext>
              </a:extLst>
            </p:cNvPr>
            <p:cNvSpPr txBox="1"/>
            <p:nvPr/>
          </p:nvSpPr>
          <p:spPr>
            <a:xfrm>
              <a:off x="1002877" y="4769450"/>
              <a:ext cx="4837747" cy="32214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20000"/>
              </a:schemeClr>
            </a:solidFill>
          </p:spPr>
          <p:txBody>
            <a:bodyPr wrap="square" lIns="0" tIns="0" rIns="0" bIns="0" rtlCol="0" anchor="t">
              <a:noAutofit/>
            </a:bodyPr>
            <a:lstStyle/>
            <a:p>
              <a:pPr marL="190500" indent="-190500" algn="ctr">
                <a:buClr>
                  <a:srgbClr val="008000"/>
                </a:buClr>
                <a:buFont typeface="+mj-lt"/>
                <a:buAutoNum type="arabicPeriod" startAt="3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9D182107-3684-7DB2-DA96-6F201FB72788}"/>
                </a:ext>
              </a:extLst>
            </p:cNvPr>
            <p:cNvGrpSpPr/>
            <p:nvPr/>
          </p:nvGrpSpPr>
          <p:grpSpPr>
            <a:xfrm>
              <a:off x="1494275" y="4975476"/>
              <a:ext cx="3854954" cy="110567"/>
              <a:chOff x="6937377" y="5067367"/>
              <a:chExt cx="4240449" cy="110567"/>
            </a:xfrm>
          </p:grpSpPr>
          <p:sp>
            <p:nvSpPr>
              <p:cNvPr id="76" name="テキスト ボックス 75">
                <a:extLst>
                  <a:ext uri="{FF2B5EF4-FFF2-40B4-BE49-F238E27FC236}">
                    <ns2:creationId id="{D3304956-D73B-7586-1D66-02394649C821}"/>
                  </a:ext>
                </a:extLst>
              </p:cNvPr>
              <p:cNvSpPr txBox="1"/>
              <p:nvPr/>
            </p:nvSpPr>
            <p:spPr>
              <a:xfrm>
                <a:off x="6937377" y="5067367"/>
                <a:ext cx="1035522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7DE04C4A-6335-D13B-3924-D8F92E554D3D}"/>
                  </a:ext>
                </a:extLst>
              </p:cNvPr>
              <p:cNvSpPr txBox="1"/>
              <p:nvPr/>
            </p:nvSpPr>
            <p:spPr>
              <a:xfrm>
                <a:off x="8142405" y="5067367"/>
                <a:ext cx="1353895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31CCB34A-9065-8A92-519D-4AF7B3455AB4}"/>
                  </a:ext>
                </a:extLst>
              </p:cNvPr>
              <p:cNvSpPr txBox="1"/>
              <p:nvPr/>
            </p:nvSpPr>
            <p:spPr>
              <a:xfrm>
                <a:off x="9665805" y="5067367"/>
                <a:ext cx="1512021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</p:grpSp>
        <p:sp>
          <p:nvSpPr>
            <p:cNvPr id="80" name="テキスト ボックス 79">
              <a:extLst>
                <a:ext uri="{FF2B5EF4-FFF2-40B4-BE49-F238E27FC236}">
                  <ns2:creationId id="{D6501D18-A814-2FFF-FAB2-66A81C6E1A6A}"/>
                </a:ext>
              </a:extLst>
            </p:cNvPr>
            <p:cNvSpPr txBox="1"/>
            <p:nvPr/>
          </p:nvSpPr>
          <p:spPr>
            <a:xfrm>
              <a:off x="2842692" y="5228567"/>
              <a:ext cx="1158118" cy="98032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81" name="テキスト ボックス 80">
              <a:extLst>
                <a:ext uri="{FF2B5EF4-FFF2-40B4-BE49-F238E27FC236}">
                  <ns2:creationId id="{5F95CE88-DB50-3E50-CF8E-8A477312C2DD}"/>
                </a:ext>
              </a:extLst>
            </p:cNvPr>
            <p:cNvSpPr txBox="1"/>
            <p:nvPr/>
          </p:nvSpPr>
          <p:spPr>
            <a:xfrm>
              <a:off x="2395913" y="5399896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/>
                <a:t>XX</a:t>
              </a:r>
              <a:r>
                <a:rPr lang="ja-JP" altLang="en-US"/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01AB0053-21C1-75D8-87B5-A614E0A93D9F}"/>
                </a:ext>
              </a:extLst>
            </p:cNvPr>
            <p:cNvSpPr txBox="1"/>
            <p:nvPr/>
          </p:nvSpPr>
          <p:spPr>
            <a:xfrm>
              <a:off x="2293329" y="5597838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96850" indent="-196850" algn="ctr">
                <a:buClr>
                  <a:srgbClr val="008000"/>
                </a:buClr>
                <a:buFont typeface="+mj-lt"/>
                <a:buAutoNum type="arabicPeriod" startAt="4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E9596423-19A3-8102-4235-9882276D9E82}"/>
                </a:ext>
              </a:extLst>
            </p:cNvPr>
            <p:cNvSpPr txBox="1"/>
            <p:nvPr/>
          </p:nvSpPr>
          <p:spPr>
            <a:xfrm>
              <a:off x="2395913" y="5721975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>
                  <a:solidFill>
                    <a:srgbClr val="008000"/>
                  </a:solidFill>
                </a:rPr>
                <a:t> </a:t>
              </a:r>
              <a:r>
                <a:rPr lang="ja-JP" altLang="en-US"/>
                <a:t>XX</a:t>
              </a:r>
            </a:p>
          </p:txBody>
        </p:sp>
        <p:sp>
          <p:nvSpPr>
            <p:cNvPr id="84" name="テキスト ボックス 83">
              <a:extLst>
                <a:ext uri="{FF2B5EF4-FFF2-40B4-BE49-F238E27FC236}">
                  <ns2:creationId id="{155B7195-1762-B1DE-7CB7-E3CD82687150}"/>
                </a:ext>
              </a:extLst>
            </p:cNvPr>
            <p:cNvSpPr txBox="1"/>
            <p:nvPr/>
          </p:nvSpPr>
          <p:spPr>
            <a:xfrm>
              <a:off x="2293327" y="5946856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+mj-lt"/>
                <a:buAutoNum type="arabicPeriod" startAt="5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66E0C03-FA12-2CBF-60E6-9B15E08599E3}"/>
                </a:ext>
              </a:extLst>
            </p:cNvPr>
            <p:cNvSpPr/>
            <p:nvPr/>
          </p:nvSpPr>
          <p:spPr>
            <a:xfrm>
              <a:off x="827220" y="4710235"/>
              <a:ext cx="5189062" cy="41763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AF2BE36F-C331-2B6D-6E2D-7411EE7075AA}"/>
                </a:ext>
              </a:extLst>
            </p:cNvPr>
            <p:cNvSpPr txBox="1"/>
            <p:nvPr/>
          </p:nvSpPr>
          <p:spPr>
            <a:xfrm>
              <a:off x="2943189" y="4606234"/>
              <a:ext cx="957123" cy="16188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 startAt="2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cxnSp>
          <p:nvCxnSpPr>
            <p:cNvPr id="93" name="直線矢印コネクタ 92">
              <a:extLst>
                <a:ext uri="{FF2B5EF4-FFF2-40B4-BE49-F238E27FC236}">
                  <ns2:creationId id="{837BA2CE-9EF2-9CA4-89A7-E70C177049D1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2" y="4365625"/>
              <a:ext cx="0" cy="256175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矢印コネクタ 94">
              <a:extLst>
                <a:ext uri="{FF2B5EF4-FFF2-40B4-BE49-F238E27FC236}">
                  <ns2:creationId id="{9867F554-C945-9BA6-6419-3C6FD128A3F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1" y="5363837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矢印コネクタ 95">
              <a:extLst>
                <a:ext uri="{FF2B5EF4-FFF2-40B4-BE49-F238E27FC236}">
                  <ns2:creationId id="{068CC1B5-8B56-03F1-E1D3-04B1700D10D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0" y="5883856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2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正方形/長方形 96">
              <a:extLst>
                <a:ext uri="{FF2B5EF4-FFF2-40B4-BE49-F238E27FC236}">
                  <ns2:creationId id="{03A52BB4-4D58-9128-CCE5-7901043551F5}"/>
                </a:ext>
              </a:extLst>
            </p:cNvPr>
            <p:cNvSpPr/>
            <p:nvPr/>
          </p:nvSpPr>
          <p:spPr>
            <a:xfrm>
              <a:off x="594183" y="4211627"/>
              <a:ext cx="5655136" cy="115200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2FCC7708-4280-8F8E-3377-F204B1733256}"/>
                </a:ext>
              </a:extLst>
            </p:cNvPr>
            <p:cNvSpPr txBox="1"/>
            <p:nvPr/>
          </p:nvSpPr>
          <p:spPr>
            <a:xfrm>
              <a:off x="3067889" y="4099474"/>
              <a:ext cx="707720" cy="12315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102" name="三角形 60">
              <a:extLst>
                <a:ext uri="{FF2B5EF4-FFF2-40B4-BE49-F238E27FC236}">
                  <ns2:creationId id="{4C5BECD1-B2D2-F410-8E9E-A1270F092C96}"/>
                </a:ext>
              </a:extLst>
            </p:cNvPr>
            <p:cNvSpPr/>
            <p:nvPr/>
          </p:nvSpPr>
          <p:spPr>
            <a:xfrm flipV="1">
              <a:off x="3007750" y="5151619"/>
              <a:ext cx="828000" cy="66912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B103904D-274D-EFE1-7313-B6A72C85C89F}"/>
              </a:ext>
            </a:extLst>
          </p:cNvPr>
          <p:cNvGrpSpPr/>
          <p:nvPr/>
        </p:nvGrpSpPr>
        <p:grpSpPr>
          <a:xfrm>
            <a:off x="338700" y="1187385"/>
            <a:ext cx="6142039" cy="1699297"/>
            <a:chOff x="350732" y="1187385"/>
            <a:chExt cx="6142039" cy="1699297"/>
          </a:xfrm>
        </p:grpSpPr>
        <p:cxnSp>
          <p:nvCxnSpPr>
            <p:cNvPr id="25" name="直線コネクタ 24">
              <a:extLst>
                <a:ext uri="{FF2B5EF4-FFF2-40B4-BE49-F238E27FC236}">
                  <ns2:creationId id="{FDA7AA39-8ECB-523B-B2B1-FFCF84087D4B}"/>
                </a:ext>
              </a:extLst>
            </p:cNvPr>
            <p:cNvCxnSpPr/>
            <p:nvPr/>
          </p:nvCxnSpPr>
          <p:spPr>
            <a:xfrm>
              <a:off x="350732" y="1448995"/>
              <a:ext cx="6142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テキスト ボックス 25">
              <a:extLst>
                <a:ext uri="{FF2B5EF4-FFF2-40B4-BE49-F238E27FC236}">
                  <ns2:creationId id="{F5C03DDE-26D4-2F16-47CD-396F4796F0C7}"/>
                </a:ext>
              </a:extLst>
            </p:cNvPr>
            <p:cNvSpPr txBox="1"/>
            <p:nvPr/>
          </p:nvSpPr>
          <p:spPr>
            <a:xfrm>
              <a:off x="392452" y="1187385"/>
              <a:ext cx="6100318" cy="2498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endParaRPr kumimoji="1" lang="ja-JP" altLang="en-US" sz="1400"/>
            </a:p>
          </p:txBody>
        </p:sp>
        <p:grpSp>
          <p:nvGrpSpPr>
            <p:cNvPr id="169" name="グループ化 168">
              <a:extLst>
                <a:ext uri="{FF2B5EF4-FFF2-40B4-BE49-F238E27FC236}">
                  <ns2:creationId id="{0C39A92A-BACB-46D1-3FE7-E82661D244D5}"/>
                </a:ext>
              </a:extLst>
            </p:cNvPr>
            <p:cNvGrpSpPr/>
            <p:nvPr/>
          </p:nvGrpSpPr>
          <p:grpSpPr>
            <a:xfrm>
              <a:off x="756188" y="1537138"/>
              <a:ext cx="5736583" cy="1349544"/>
              <a:chOff x="756188" y="1537138"/>
              <a:chExt cx="5736583" cy="1349544"/>
            </a:xfrm>
          </p:grpSpPr>
          <p:sp>
            <p:nvSpPr>
              <p:cNvPr id="30" name="Freeform 15">
                <a:extLst>
                  <a:ext uri="{FF2B5EF4-FFF2-40B4-BE49-F238E27FC236}">
                    <ns2:creationId id="{177E3D8B-693F-3567-2207-DFD56BEA9E9A}"/>
                  </a:ext>
                </a:extLst>
              </p:cNvPr>
              <p:cNvSpPr/>
              <p:nvPr/>
            </p:nvSpPr>
            <p:spPr>
              <a:xfrm>
                <a:off x="2842774" y="1547358"/>
                <a:ext cx="1105611" cy="424226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BEC5E16F-ECC0-46EF-A5A9-21E03BD9E858}"/>
                  </a:ext>
                </a:extLst>
              </p:cNvPr>
              <p:cNvSpPr/>
              <p:nvPr/>
            </p:nvSpPr>
            <p:spPr>
              <a:xfrm>
                <a:off x="2246545" y="2004907"/>
                <a:ext cx="2298067" cy="424226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A00AE4C0-9921-59EB-6D7E-BE61994BA096}"/>
                  </a:ext>
                </a:extLst>
              </p:cNvPr>
              <p:cNvSpPr/>
              <p:nvPr/>
            </p:nvSpPr>
            <p:spPr>
              <a:xfrm>
                <a:off x="1650317" y="2462456"/>
                <a:ext cx="3490523" cy="424226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pic>
            <p:nvPicPr>
              <p:cNvPr id="34" name="図 33">
                <a:extLst>
                  <a:ext uri="{FF2B5EF4-FFF2-40B4-BE49-F238E27FC236}">
                    <ns2:creationId id="{BD5BFEF2-498C-5909-BD9E-67AFE12C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021722" y="1603547"/>
                <a:ext cx="747713" cy="166457"/>
              </a:xfrm>
              <a:prstGeom prst="rect">
                <a:avLst/>
              </a:prstGeom>
            </p:spPr>
          </p:pic>
          <p:pic>
            <p:nvPicPr>
              <p:cNvPr id="41" name="図 40">
                <a:extLst>
                  <a:ext uri="{FF2B5EF4-FFF2-40B4-BE49-F238E27FC236}">
                    <ns2:creationId id="{1302B802-21CA-17B2-6DCF-EB1EDD3D86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107075" y="2055650"/>
                <a:ext cx="577009" cy="118027"/>
              </a:xfrm>
              <a:prstGeom prst="rect">
                <a:avLst/>
              </a:prstGeom>
            </p:spPr>
          </p:pic>
          <p:grpSp>
            <p:nvGrpSpPr>
              <p:cNvPr id="37" name="グループ化 36">
                <a:extLst>
                  <a:ext uri="{FF2B5EF4-FFF2-40B4-BE49-F238E27FC236}">
                    <ns2:creationId id="{E266C220-FA3B-1703-0BA4-A2716DF91721}"/>
                  </a:ext>
                </a:extLst>
              </p:cNvPr>
              <p:cNvGrpSpPr/>
              <p:nvPr/>
            </p:nvGrpSpPr>
            <p:grpSpPr>
              <a:xfrm>
                <a:off x="2977598" y="2295533"/>
                <a:ext cx="915792" cy="118718"/>
                <a:chOff x="8548067" y="2105871"/>
                <a:chExt cx="915792" cy="173734"/>
              </a:xfrm>
            </p:grpSpPr>
            <p:sp>
              <p:nvSpPr>
                <p:cNvPr id="35" name="テキスト ボックス 34">
                  <a:extLst>
                    <a:ext uri="{FF2B5EF4-FFF2-40B4-BE49-F238E27FC236}">
                      <ns2:creationId id="{D258281D-EBD7-E3B2-1CB2-A84E4E515E79}"/>
                    </a:ext>
                  </a:extLst>
                </p:cNvPr>
                <p:cNvSpPr txBox="1"/>
                <p:nvPr/>
              </p:nvSpPr>
              <p:spPr>
                <a:xfrm>
                  <a:off x="8548067" y="2105874"/>
                  <a:ext cx="312733" cy="173731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6" name="テキスト ボックス 35">
                  <a:extLst>
                    <a:ext uri="{FF2B5EF4-FFF2-40B4-BE49-F238E27FC236}">
                      <ns2:creationId id="{E5720524-1226-CBDB-BF7F-1B57E8A0D52C}"/>
                    </a:ext>
                  </a:extLst>
                </p:cNvPr>
                <p:cNvSpPr txBox="1"/>
                <p:nvPr/>
              </p:nvSpPr>
              <p:spPr>
                <a:xfrm>
                  <a:off x="8935630" y="2105871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38" name="グループ化 37">
                <a:extLst>
                  <a:ext uri="{FF2B5EF4-FFF2-40B4-BE49-F238E27FC236}">
                    <ns2:creationId id="{AE13D47A-F05C-F624-0CDE-B893BC3F382C}"/>
                  </a:ext>
                </a:extLst>
              </p:cNvPr>
              <p:cNvGrpSpPr/>
              <p:nvPr/>
            </p:nvGrpSpPr>
            <p:grpSpPr>
              <a:xfrm>
                <a:off x="3030500" y="1834642"/>
                <a:ext cx="773946" cy="118717"/>
                <a:chOff x="8548067" y="2209046"/>
                <a:chExt cx="773946" cy="173732"/>
              </a:xfrm>
            </p:grpSpPr>
            <p:sp>
              <p:nvSpPr>
                <p:cNvPr id="39" name="テキスト ボックス 38">
                  <a:extLst>
                    <a:ext uri="{FF2B5EF4-FFF2-40B4-BE49-F238E27FC236}">
                      <ns2:creationId id="{5FB79EEA-D33B-A638-0242-1CA49CB746D6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0" name="テキスト ボックス 39">
                  <a:extLst>
                    <a:ext uri="{FF2B5EF4-FFF2-40B4-BE49-F238E27FC236}">
                      <ns2:creationId id="{9A7A62F7-6EC5-16DB-E6E2-D0AA6D0ABF2E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386383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zh-TW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ns2:creationId id="{3C6386C3-319A-F7A3-1D76-1EFA94E58B2A}"/>
                  </a:ext>
                </a:extLst>
              </p:cNvPr>
              <p:cNvGrpSpPr/>
              <p:nvPr/>
            </p:nvGrpSpPr>
            <p:grpSpPr>
              <a:xfrm>
                <a:off x="2937682" y="2749415"/>
                <a:ext cx="915792" cy="118717"/>
                <a:chOff x="8548067" y="2209046"/>
                <a:chExt cx="915792" cy="173732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8073113E-8BEA-ADB2-F70E-D21D60DA1E4B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C12F659B-34FE-00C8-0E39-31EEFF65F27A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sp>
            <p:nvSpPr>
              <p:cNvPr id="46" name="テキスト ボックス 45">
                <a:extLst>
                  <a:ext uri="{FF2B5EF4-FFF2-40B4-BE49-F238E27FC236}">
                    <ns2:creationId id="{AAEC6307-044B-F086-DCF3-37789CFEAF9B}"/>
                  </a:ext>
                </a:extLst>
              </p:cNvPr>
              <p:cNvSpPr txBox="1"/>
              <p:nvPr/>
            </p:nvSpPr>
            <p:spPr>
              <a:xfrm>
                <a:off x="3060390" y="2481446"/>
                <a:ext cx="670380" cy="18218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 b="1"/>
                  <a:t>DX</a:t>
                </a:r>
                <a:r>
                  <a:rPr lang="ja-JP" altLang="it-IT" sz="700" b="1"/>
                  <a:t>XX</a:t>
                </a:r>
                <a:endParaRPr kumimoji="1" lang="ja-JP" altLang="en-US" sz="700" b="1"/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84FD436F-531A-AE85-9FAB-F39272C4E797}"/>
                  </a:ext>
                </a:extLst>
              </p:cNvPr>
              <p:cNvSpPr txBox="1"/>
              <p:nvPr/>
            </p:nvSpPr>
            <p:spPr>
              <a:xfrm>
                <a:off x="4127333" y="1542418"/>
                <a:ext cx="2351955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zh-TW" sz="800">
                    <a:solidFill>
                      <a:srgbClr val="008000"/>
                    </a:solidFill>
                  </a:rPr>
                  <a:t>DX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XX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1AFE8D8-1B1B-9CDA-121E-FB7759CF587D}"/>
                  </a:ext>
                </a:extLst>
              </p:cNvPr>
              <p:cNvSpPr txBox="1"/>
              <p:nvPr/>
            </p:nvSpPr>
            <p:spPr>
              <a:xfrm>
                <a:off x="4127333" y="2039689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55B166E0-A576-CBC0-5EE3-837F9E6D5DA2}"/>
                  </a:ext>
                </a:extLst>
              </p:cNvPr>
              <p:cNvSpPr txBox="1"/>
              <p:nvPr/>
            </p:nvSpPr>
            <p:spPr>
              <a:xfrm>
                <a:off x="4127333" y="2497238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br>
                  <a:rPr lang="it-IT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B20CDAD9-08C6-BC50-A688-B187AAD99B98}"/>
                  </a:ext>
                </a:extLst>
              </p:cNvPr>
              <p:cNvSpPr txBox="1"/>
              <p:nvPr/>
            </p:nvSpPr>
            <p:spPr>
              <a:xfrm>
                <a:off x="756188" y="1537138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A2281115-D519-BE3B-22A3-7DA101CCC3AD}"/>
                  </a:ext>
                </a:extLst>
              </p:cNvPr>
              <p:cNvSpPr txBox="1"/>
              <p:nvPr/>
            </p:nvSpPr>
            <p:spPr>
              <a:xfrm>
                <a:off x="756188" y="2452576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6" name="矢印: 上下 55">
                <a:extLst>
                  <a:ext uri="{FF2B5EF4-FFF2-40B4-BE49-F238E27FC236}">
                    <ns2:creationId id="{1D03352B-6BB6-49CA-E1A5-AADE2750FE3D}"/>
                  </a:ext>
                </a:extLst>
              </p:cNvPr>
              <p:cNvSpPr/>
              <p:nvPr/>
            </p:nvSpPr>
            <p:spPr>
              <a:xfrm>
                <a:off x="1476556" y="1547358"/>
                <a:ext cx="217551" cy="1339324"/>
              </a:xfrm>
              <a:prstGeom prst="upDown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accent6"/>
                  </a:gs>
                </a:gsLst>
                <a:lin ang="162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EDCFD178-944E-D7C6-DB35-C933DCBDC699}"/>
                  </a:ext>
                </a:extLst>
              </p:cNvPr>
              <p:cNvCxnSpPr/>
              <p:nvPr/>
            </p:nvCxnSpPr>
            <p:spPr>
              <a:xfrm>
                <a:off x="1694108" y="1988245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コネクタ 166">
                <a:extLst>
                  <a:ext uri="{FF2B5EF4-FFF2-40B4-BE49-F238E27FC236}">
                    <ns2:creationId id="{11BAF341-33EF-BE43-5979-620B89278460}"/>
                  </a:ext>
                </a:extLst>
              </p:cNvPr>
              <p:cNvCxnSpPr/>
              <p:nvPr/>
            </p:nvCxnSpPr>
            <p:spPr>
              <a:xfrm>
                <a:off x="1694108" y="2445794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04832686"/>
      </p:ext>
    </p:extLst>
  </p:cSld>
  <p:clrMapOvr>
    <a:masterClrMapping/>
  </p:clrMapOvr>
</p:sld>
</file>

<file path=ppt/slides/slide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1F2991B-4172-3F09-7660-D6B6A7585D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DAC31E-9720-3615-AE9C-B31CE357DA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72D8A5-21BF-D89F-9460-CA7B5815A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160C0C5A-81AF-EC25-D043-64BC18BF3E40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矢印: 五方向 5">
            <a:extLst>
              <a:ext uri="{FF2B5EF4-FFF2-40B4-BE49-F238E27FC236}">
                <ns2:creationId id="{6C9FACB2-4B5F-7B88-DB33-6D16CE1CC2CF}"/>
              </a:ext>
            </a:extLst>
          </p:cNvPr>
          <p:cNvSpPr/>
          <p:nvPr/>
        </p:nvSpPr>
        <p:spPr>
          <a:xfrm rot="5400000">
            <a:off x="-155575" y="4398074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10" name="グラフィックス 9" descr="スキャナー 単色塗りつぶし">
            <a:extLst>
              <a:ext uri="{FF2B5EF4-FFF2-40B4-BE49-F238E27FC236}">
                <ns2:creationId id="{A3C5ABB7-C6BD-3757-FE18-57FFF907BB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4957" y="4171549"/>
            <a:ext cx="526522" cy="526522"/>
          </a:xfrm>
          <a:prstGeom prst="rect">
            <a:avLst/>
          </a:prstGeom>
        </p:spPr>
      </p:pic>
      <p:sp>
        <p:nvSpPr>
          <p:cNvPr id="4" name="矢印: 五方向 3">
            <a:extLst>
              <a:ext uri="{FF2B5EF4-FFF2-40B4-BE49-F238E27FC236}">
                <ns2:creationId id="{99F6966A-E0D9-6B32-2813-D3393C176F3D}"/>
              </a:ext>
            </a:extLst>
          </p:cNvPr>
          <p:cNvSpPr/>
          <p:nvPr/>
        </p:nvSpPr>
        <p:spPr>
          <a:xfrm rot="5400000">
            <a:off x="-155575" y="2119312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21" name="グラフィックス 20" descr="階層 単色塗りつぶし">
            <a:extLst>
              <a:ext uri="{FF2B5EF4-FFF2-40B4-BE49-F238E27FC236}">
                <ns2:creationId id="{4ADD6878-C4FA-2ED3-2EF4-019E80EF75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34958" y="1946603"/>
            <a:ext cx="526522" cy="526522"/>
          </a:xfrm>
          <a:prstGeom prst="rect">
            <a:avLst/>
          </a:prstGeom>
        </p:spPr>
      </p:pic>
      <p:grpSp>
        <p:nvGrpSpPr>
          <p:cNvPr id="31" name="グループ化 30">
            <a:extLst>
              <a:ext uri="{FF2B5EF4-FFF2-40B4-BE49-F238E27FC236}">
                <ns2:creationId id="{9A0C4B4E-3261-ECDC-6026-6F3A048D4DB4}"/>
              </a:ext>
            </a:extLst>
          </p:cNvPr>
          <p:cNvGrpSpPr/>
          <p:nvPr/>
        </p:nvGrpSpPr>
        <p:grpSpPr>
          <a:xfrm>
            <a:off x="1548989" y="3907538"/>
            <a:ext cx="1126516" cy="1923926"/>
            <a:chOff x="1718284" y="3836012"/>
            <a:chExt cx="1126516" cy="1923926"/>
          </a:xfrm>
        </p:grpSpPr>
        <p:sp>
          <p:nvSpPr>
            <p:cNvPr id="27" name="正方形/長方形 26">
              <a:extLst>
                <a:ext uri="{FF2B5EF4-FFF2-40B4-BE49-F238E27FC236}">
                  <ns2:creationId id="{DDEC3E25-450E-8EF2-C7B7-BB53CB47C124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" name="グラフィックス 27" descr="新聞 単色塗りつぶし">
              <a:extLst>
                <a:ext uri="{FF2B5EF4-FFF2-40B4-BE49-F238E27FC236}">
                  <ns2:creationId id="{80424620-2F09-DD9B-E649-B42FDA2068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6" name="グループ化 35">
            <a:extLst>
              <a:ext uri="{FF2B5EF4-FFF2-40B4-BE49-F238E27FC236}">
                <ns2:creationId id="{3D6031C5-5432-E328-2B46-8663742E420E}"/>
              </a:ext>
            </a:extLst>
          </p:cNvPr>
          <p:cNvGrpSpPr/>
          <p:nvPr/>
        </p:nvGrpSpPr>
        <p:grpSpPr>
          <a:xfrm>
            <a:off x="2875051" y="3907538"/>
            <a:ext cx="1126516" cy="1923926"/>
            <a:chOff x="1718284" y="3836012"/>
            <a:chExt cx="1126516" cy="1923926"/>
          </a:xfrm>
        </p:grpSpPr>
        <p:sp>
          <p:nvSpPr>
            <p:cNvPr id="37" name="正方形/長方形 36">
              <a:extLst>
                <a:ext uri="{FF2B5EF4-FFF2-40B4-BE49-F238E27FC236}">
                  <ns2:creationId id="{FB3BB12B-B0A1-D356-D9F6-1CFEEEBA3883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8" name="グラフィックス 37" descr="リサーチ 単色塗りつぶし">
              <a:extLst>
                <a:ext uri="{FF2B5EF4-FFF2-40B4-BE49-F238E27FC236}">
                  <ns2:creationId id="{B5D5A883-8B65-119E-AFAE-DCFE159C0E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9" name="グループ化 38">
            <a:extLst>
              <a:ext uri="{FF2B5EF4-FFF2-40B4-BE49-F238E27FC236}">
                <ns2:creationId id="{1CD77D40-D920-0B2A-2F44-31E9AD3F11E1}"/>
              </a:ext>
            </a:extLst>
          </p:cNvPr>
          <p:cNvGrpSpPr/>
          <p:nvPr/>
        </p:nvGrpSpPr>
        <p:grpSpPr>
          <a:xfrm>
            <a:off x="4201112" y="3907538"/>
            <a:ext cx="1126516" cy="1923926"/>
            <a:chOff x="1718284" y="3836012"/>
            <a:chExt cx="1126516" cy="1923926"/>
          </a:xfrm>
        </p:grpSpPr>
        <p:sp>
          <p:nvSpPr>
            <p:cNvPr id="40" name="正方形/長方形 39">
              <a:extLst>
                <a:ext uri="{FF2B5EF4-FFF2-40B4-BE49-F238E27FC236}">
                  <ns2:creationId id="{6AB6FC9A-A9FA-4E0E-E49F-80501F3BA0B5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意思決定図 単色塗りつぶし">
              <a:extLst>
                <a:ext uri="{FF2B5EF4-FFF2-40B4-BE49-F238E27FC236}">
                  <ns2:creationId id="{72758477-2283-0A1C-69CA-547AF69E3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52" name="グループ化 51">
            <a:extLst>
              <a:ext uri="{FF2B5EF4-FFF2-40B4-BE49-F238E27FC236}">
                <ns2:creationId id="{9BCDC62C-49E5-1D6F-BB97-11EEBBE297ED}"/>
              </a:ext>
            </a:extLst>
          </p:cNvPr>
          <p:cNvGrpSpPr/>
          <p:nvPr/>
        </p:nvGrpSpPr>
        <p:grpSpPr>
          <a:xfrm>
            <a:off x="1548989" y="1628776"/>
            <a:ext cx="1126516" cy="1923926"/>
            <a:chOff x="1632314" y="1628776"/>
            <a:chExt cx="1126516" cy="1923926"/>
          </a:xfrm>
        </p:grpSpPr>
        <p:sp>
          <p:nvSpPr>
            <p:cNvPr id="43" name="正方形/長方形 42">
              <a:extLst>
                <a:ext uri="{FF2B5EF4-FFF2-40B4-BE49-F238E27FC236}">
                  <ns2:creationId id="{A4878ADC-BBFA-6338-1329-6008FEC84454}"/>
                </a:ext>
              </a:extLst>
            </p:cNvPr>
            <p:cNvSpPr/>
            <p:nvPr/>
          </p:nvSpPr>
          <p:spPr>
            <a:xfrm>
              <a:off x="1632314" y="1628776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26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A3A687A5-3194-E1C9-6E42-8609D4C4C92E}"/>
                </a:ext>
              </a:extLst>
            </p:cNvPr>
            <p:cNvGrpSpPr/>
            <p:nvPr/>
          </p:nvGrpSpPr>
          <p:grpSpPr>
            <a:xfrm>
              <a:off x="1804183" y="1680163"/>
              <a:ext cx="782778" cy="1141642"/>
              <a:chOff x="1804183" y="1680163"/>
              <a:chExt cx="782778" cy="1141642"/>
            </a:xfrm>
          </p:grpSpPr>
          <p:pic>
            <p:nvPicPr>
              <p:cNvPr id="44" name="グラフィックス 43" descr="モニター 単色塗りつぶし">
                <a:extLst>
                  <a:ext uri="{FF2B5EF4-FFF2-40B4-BE49-F238E27FC236}">
                    <ns2:creationId id="{FB8CA6CD-0443-52DA-7DB5-FCE915695C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804183" y="2039027"/>
                <a:ext cx="782778" cy="782778"/>
              </a:xfrm>
              <a:prstGeom prst="rect">
                <a:avLst/>
              </a:prstGeom>
            </p:spPr>
          </p:pic>
          <p:pic>
            <p:nvPicPr>
              <p:cNvPr id="45" name="グラフィックス 44" descr="世界 単色塗りつぶし">
                <a:extLst>
                  <a:ext uri="{FF2B5EF4-FFF2-40B4-BE49-F238E27FC236}">
                    <ns2:creationId id="{2D2AE5B8-6DFB-CE5E-A988-11781CAC8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2019140" y="1701732"/>
                <a:ext cx="352863" cy="352863"/>
              </a:xfrm>
              <a:prstGeom prst="rect">
                <a:avLst/>
              </a:prstGeom>
            </p:spPr>
          </p:pic>
          <p:sp>
            <p:nvSpPr>
              <p:cNvPr id="46" name="吹き出し: 円形 45">
                <a:extLst>
                  <a:ext uri="{FF2B5EF4-FFF2-40B4-BE49-F238E27FC236}">
                    <ns2:creationId id="{7DE42DC8-2C26-1D94-1A73-92A3CA44C659}"/>
                  </a:ext>
                </a:extLst>
              </p:cNvPr>
              <p:cNvSpPr/>
              <p:nvPr/>
            </p:nvSpPr>
            <p:spPr>
              <a:xfrm>
                <a:off x="1997572" y="1680163"/>
                <a:ext cx="396000" cy="396000"/>
              </a:xfrm>
              <a:prstGeom prst="wedgeEllipseCallout">
                <a:avLst>
                  <a:gd name="adj1" fmla="val -1097"/>
                  <a:gd name="adj2" fmla="val 66447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棒グラフ (上昇) 単色塗りつぶし">
                <a:extLst>
                  <a:ext uri="{FF2B5EF4-FFF2-40B4-BE49-F238E27FC236}">
                    <ns2:creationId id="{CF2A7F69-097F-D69A-8AFE-311FBFACC0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1909539" y="2200205"/>
                <a:ext cx="286398" cy="286398"/>
              </a:xfrm>
              <a:prstGeom prst="rect">
                <a:avLst/>
              </a:prstGeom>
            </p:spPr>
          </p:pic>
          <p:pic>
            <p:nvPicPr>
              <p:cNvPr id="48" name="グラフィックス 47" descr="線矢印: 時計回りの曲線 単色塗りつぶし">
                <a:extLst>
                  <a:ext uri="{FF2B5EF4-FFF2-40B4-BE49-F238E27FC236}">
                    <ns2:creationId id="{E1556881-EB43-AA36-81E3-0BAA5806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 flipH="1">
                <a:off x="2195571" y="2200205"/>
                <a:ext cx="286398" cy="286398"/>
              </a:xfrm>
              <a:prstGeom prst="rect">
                <a:avLst/>
              </a:prstGeom>
            </p:spPr>
          </p:pic>
          <p:sp>
            <p:nvSpPr>
              <p:cNvPr id="49" name="正方形/長方形 48">
                <a:extLst>
                  <a:ext uri="{FF2B5EF4-FFF2-40B4-BE49-F238E27FC236}">
                    <ns2:creationId id="{0D61F304-1DC3-1AC1-CFF1-A273E682CECD}"/>
                  </a:ext>
                </a:extLst>
              </p:cNvPr>
              <p:cNvSpPr/>
              <p:nvPr/>
            </p:nvSpPr>
            <p:spPr>
              <a:xfrm>
                <a:off x="1909539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KGI</a:t>
                </a: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0562E4CF-10E2-2391-F2FD-D1826DDDCAA2}"/>
                  </a:ext>
                </a:extLst>
              </p:cNvPr>
              <p:cNvSpPr/>
              <p:nvPr/>
            </p:nvSpPr>
            <p:spPr>
              <a:xfrm>
                <a:off x="2195571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</p:grpSp>
      </p:grpSp>
      <p:grpSp>
        <p:nvGrpSpPr>
          <p:cNvPr id="73" name="グループ化 72">
            <a:extLst>
              <a:ext uri="{FF2B5EF4-FFF2-40B4-BE49-F238E27FC236}">
                <ns2:creationId id="{B3CBD308-42EA-9E61-6D53-7D445C5C7E07}"/>
              </a:ext>
            </a:extLst>
          </p:cNvPr>
          <p:cNvGrpSpPr/>
          <p:nvPr/>
        </p:nvGrpSpPr>
        <p:grpSpPr>
          <a:xfrm>
            <a:off x="4201112" y="1628776"/>
            <a:ext cx="1126516" cy="1923926"/>
            <a:chOff x="1718284" y="3836012"/>
            <a:chExt cx="1126516" cy="1923926"/>
          </a:xfrm>
        </p:grpSpPr>
        <p:sp>
          <p:nvSpPr>
            <p:cNvPr id="74" name="正方形/長方形 73">
              <a:extLst>
                <a:ext uri="{FF2B5EF4-FFF2-40B4-BE49-F238E27FC236}">
                  <ns2:creationId id="{B7F61D18-9E8B-78E2-D6A8-DDA08155573D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5" name="グラフィックス 74" descr="オフィス ワーカー (男性) 単色塗りつぶし">
              <a:extLst>
                <a:ext uri="{FF2B5EF4-FFF2-40B4-BE49-F238E27FC236}">
                  <ns2:creationId id="{5AAE7BAD-FC7C-1958-B8F2-3BDD20088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1838528" y="4400936"/>
              <a:ext cx="526522" cy="526522"/>
            </a:xfrm>
            <a:prstGeom prst="rect">
              <a:avLst/>
            </a:prstGeom>
          </p:spPr>
        </p:pic>
        <p:pic>
          <p:nvPicPr>
            <p:cNvPr id="76" name="グラフィックス 75" descr="ライト: オン 単色塗りつぶし">
              <a:extLst>
                <a:ext uri="{FF2B5EF4-FFF2-40B4-BE49-F238E27FC236}">
                  <ns2:creationId id="{0E6FB353-1AE5-BAEB-EF2B-33A6160E09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22033" y="4024118"/>
              <a:ext cx="526522" cy="526522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02A3EA90-20D6-40AF-07E0-4057C7FD3DFB}"/>
              </a:ext>
            </a:extLst>
          </p:cNvPr>
          <p:cNvGrpSpPr/>
          <p:nvPr/>
        </p:nvGrpSpPr>
        <p:grpSpPr>
          <a:xfrm>
            <a:off x="2875051" y="1628776"/>
            <a:ext cx="1126516" cy="1923926"/>
            <a:chOff x="1718284" y="3836012"/>
            <a:chExt cx="1126516" cy="1923926"/>
          </a:xfrm>
        </p:grpSpPr>
        <p:sp>
          <p:nvSpPr>
            <p:cNvPr id="78" name="正方形/長方形 77">
              <a:extLst>
                <a:ext uri="{FF2B5EF4-FFF2-40B4-BE49-F238E27FC236}">
                  <ns2:creationId id="{59765D05-F81D-43E3-D4C6-16A57EC2EB02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契約 単色塗りつぶし">
              <a:extLst>
                <a:ext uri="{FF2B5EF4-FFF2-40B4-BE49-F238E27FC236}">
                  <ns2:creationId id="{335482A4-F18A-160E-6EA6-CDD12056DCB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967704" y="4153838"/>
              <a:ext cx="627677" cy="627677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2C72FC23-A90C-C1A6-F4E9-847CF4EC0D50}"/>
              </a:ext>
            </a:extLst>
          </p:cNvPr>
          <p:cNvGrpSpPr/>
          <p:nvPr/>
        </p:nvGrpSpPr>
        <p:grpSpPr>
          <a:xfrm>
            <a:off x="5627626" y="1628776"/>
            <a:ext cx="6229413" cy="4202688"/>
            <a:chOff x="5627626" y="1628776"/>
            <a:chExt cx="6229413" cy="4202688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D924F4D1-DDAD-337C-D05D-C69E91FD4470}"/>
                </a:ext>
              </a:extLst>
            </p:cNvPr>
            <p:cNvSpPr/>
            <p:nvPr/>
          </p:nvSpPr>
          <p:spPr>
            <a:xfrm>
              <a:off x="5627627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3E5B77D8-3851-0CD3-E455-BB7539697CBF}"/>
                </a:ext>
              </a:extLst>
            </p:cNvPr>
            <p:cNvSpPr/>
            <p:nvPr/>
          </p:nvSpPr>
          <p:spPr>
            <a:xfrm>
              <a:off x="7789130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A2D3E74F-6306-9484-DEDD-B0D1D572B3FB}"/>
                </a:ext>
              </a:extLst>
            </p:cNvPr>
            <p:cNvSpPr/>
            <p:nvPr/>
          </p:nvSpPr>
          <p:spPr>
            <a:xfrm>
              <a:off x="9950634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83">
              <a:extLst>
                <a:ext uri="{FF2B5EF4-FFF2-40B4-BE49-F238E27FC236}">
                  <ns2:creationId id="{A9ED9598-A7D4-2AC3-9DA6-B3CBEE8535A9}"/>
                </a:ext>
              </a:extLst>
            </p:cNvPr>
            <p:cNvSpPr/>
            <p:nvPr/>
          </p:nvSpPr>
          <p:spPr>
            <a:xfrm>
              <a:off x="5627626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84">
              <a:extLst>
                <a:ext uri="{FF2B5EF4-FFF2-40B4-BE49-F238E27FC236}">
                  <ns2:creationId id="{DBF32CD4-515B-1214-A35E-8D992BD69AC6}"/>
                </a:ext>
              </a:extLst>
            </p:cNvPr>
            <p:cNvSpPr/>
            <p:nvPr/>
          </p:nvSpPr>
          <p:spPr>
            <a:xfrm>
              <a:off x="7789132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80F3FEBD-4110-CDED-6BE0-51E58CA5BCB3}"/>
                </a:ext>
              </a:extLst>
            </p:cNvPr>
            <p:cNvSpPr/>
            <p:nvPr/>
          </p:nvSpPr>
          <p:spPr>
            <a:xfrm>
              <a:off x="9950634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532E93DD-B2E2-CF3A-2941-D8DD0865CBF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359157" y="3508449"/>
              <a:ext cx="443343" cy="443343"/>
              <a:chOff x="6471504" y="3548674"/>
              <a:chExt cx="360000" cy="360000"/>
            </a:xfrm>
          </p:grpSpPr>
          <p:sp>
            <p:nvSpPr>
              <p:cNvPr id="96" name="円/楕円 32">
                <a:extLst>
                  <a:ext uri="{FF2B5EF4-FFF2-40B4-BE49-F238E27FC236}">
                    <ns2:creationId id="{3E100C0F-49A7-2262-281F-E27F2EFBDC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97" name="グラフィックス 96" descr="キャレットを下へ 枠線">
                <a:extLst>
                  <a:ext uri="{FF2B5EF4-FFF2-40B4-BE49-F238E27FC236}">
                    <ns2:creationId id="{0AD0D538-C3DB-779E-8100-410A89811B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9" name="グループ化 98">
              <a:extLst>
                <a:ext uri="{FF2B5EF4-FFF2-40B4-BE49-F238E27FC236}">
                  <ns2:creationId id="{530F0418-BAF0-97E9-60B0-5472E9A35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20661" y="3508449"/>
              <a:ext cx="443343" cy="443343"/>
              <a:chOff x="6471504" y="3548674"/>
              <a:chExt cx="360000" cy="360000"/>
            </a:xfrm>
          </p:grpSpPr>
          <p:sp>
            <p:nvSpPr>
              <p:cNvPr id="100" name="円/楕円 32">
                <a:extLst>
                  <a:ext uri="{FF2B5EF4-FFF2-40B4-BE49-F238E27FC236}">
                    <ns2:creationId id="{5CCC9DA7-AE11-4C4B-8C94-20BD6BB884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1" name="グラフィックス 100" descr="キャレットを下へ 枠線">
                <a:extLst>
                  <a:ext uri="{FF2B5EF4-FFF2-40B4-BE49-F238E27FC236}">
                    <ns2:creationId id="{D29D9AE8-27F3-AF01-E0A1-E1477A2390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E6FF1265-5F18-3FBC-5D58-40E8E67252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682166" y="3508449"/>
              <a:ext cx="443343" cy="443343"/>
              <a:chOff x="6471504" y="3548674"/>
              <a:chExt cx="360000" cy="360000"/>
            </a:xfrm>
          </p:grpSpPr>
          <p:sp>
            <p:nvSpPr>
              <p:cNvPr id="103" name="円/楕円 32">
                <a:extLst>
                  <a:ext uri="{FF2B5EF4-FFF2-40B4-BE49-F238E27FC236}">
                    <ns2:creationId id="{07D3D378-03A2-99D6-EE11-4F179E3BB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4" name="グラフィックス 103" descr="キャレットを下へ 枠線">
                <a:extLst>
                  <a:ext uri="{FF2B5EF4-FFF2-40B4-BE49-F238E27FC236}">
                    <ns2:creationId id="{2F369828-B773-C0AF-D16D-6BD178CCF4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8" name="加算記号 7">
            <a:extLst>
              <a:ext uri="{FF2B5EF4-FFF2-40B4-BE49-F238E27FC236}">
                <ns2:creationId id="{81F0234D-9DA5-5F36-616E-FEF17D98C5E5}"/>
              </a:ext>
            </a:extLst>
          </p:cNvPr>
          <p:cNvSpPr>
            <a:spLocks noChangeAspect="1"/>
          </p:cNvSpPr>
          <p:nvPr/>
        </p:nvSpPr>
        <p:spPr>
          <a:xfrm>
            <a:off x="2541278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加算記号 8">
            <a:extLst>
              <a:ext uri="{FF2B5EF4-FFF2-40B4-BE49-F238E27FC236}">
                <ns2:creationId id="{04B598D9-E21E-DBFD-3FFB-A2973EE68D79}"/>
              </a:ext>
            </a:extLst>
          </p:cNvPr>
          <p:cNvSpPr>
            <a:spLocks noChangeAspect="1"/>
          </p:cNvSpPr>
          <p:nvPr/>
        </p:nvSpPr>
        <p:spPr>
          <a:xfrm>
            <a:off x="3867340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加算記号 10">
            <a:extLst>
              <a:ext uri="{FF2B5EF4-FFF2-40B4-BE49-F238E27FC236}">
                <ns2:creationId id="{2E3643AA-CDBD-226A-7021-87B4B8DC7A35}"/>
              </a:ext>
            </a:extLst>
          </p:cNvPr>
          <p:cNvSpPr>
            <a:spLocks noChangeAspect="1"/>
          </p:cNvSpPr>
          <p:nvPr/>
        </p:nvSpPr>
        <p:spPr>
          <a:xfrm>
            <a:off x="2541278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加算記号 11">
            <a:extLst>
              <a:ext uri="{FF2B5EF4-FFF2-40B4-BE49-F238E27FC236}">
                <ns2:creationId id="{2B6C2857-D394-5E92-9365-750B41715889}"/>
              </a:ext>
            </a:extLst>
          </p:cNvPr>
          <p:cNvSpPr>
            <a:spLocks noChangeAspect="1"/>
          </p:cNvSpPr>
          <p:nvPr/>
        </p:nvSpPr>
        <p:spPr>
          <a:xfrm>
            <a:off x="3867340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75148934"/>
      </p:ext>
    </p:extLst>
  </p:cSld>
  <p:clrMapOvr>
    <a:masterClrMapping/>
  </p:clrMapOvr>
</p:sld>
</file>

<file path=ppt/slides/slide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B22F6A5-63F6-2EB3-6017-94FB96566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cxnSp>
        <p:nvCxnSpPr>
          <p:cNvPr id="32" name="直線コネクタ 31">
            <a:extLst>
              <a:ext uri="{FF2B5EF4-FFF2-40B4-BE49-F238E27FC236}">
                <ns2:creationId id="{4EEE23A8-0BF8-3401-D63B-9C5AF8966C86}"/>
              </a:ext>
            </a:extLst>
          </p:cNvPr>
          <p:cNvCxnSpPr>
            <a:cxnSpLocks/>
          </p:cNvCxnSpPr>
          <p:nvPr/>
        </p:nvCxnSpPr>
        <p:spPr>
          <a:xfrm>
            <a:off x="2627979" y="1882839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F319394B-8E8F-17B6-4C31-C6EDC611EB13}"/>
              </a:ext>
            </a:extLst>
          </p:cNvPr>
          <p:cNvCxnSpPr>
            <a:cxnSpLocks/>
          </p:cNvCxnSpPr>
          <p:nvPr/>
        </p:nvCxnSpPr>
        <p:spPr>
          <a:xfrm>
            <a:off x="2627979" y="368564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正方形/長方形 10">
            <a:extLst>
              <a:ext uri="{FF2B5EF4-FFF2-40B4-BE49-F238E27FC236}">
                <ns2:creationId id="{5F8F5383-1C42-5827-BE69-C854C4240554}"/>
              </a:ext>
            </a:extLst>
          </p:cNvPr>
          <p:cNvSpPr/>
          <p:nvPr/>
        </p:nvSpPr>
        <p:spPr>
          <a:xfrm>
            <a:off x="1645211" y="1934418"/>
            <a:ext cx="921751" cy="168899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82BFFFE0-725C-CF8A-27F1-FA2A9598B914}"/>
              </a:ext>
            </a:extLst>
          </p:cNvPr>
          <p:cNvSpPr/>
          <p:nvPr/>
        </p:nvSpPr>
        <p:spPr>
          <a:xfrm>
            <a:off x="1645211" y="372840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996F150A-4D21-8291-45A4-2751C83E4F2B}"/>
              </a:ext>
            </a:extLst>
          </p:cNvPr>
          <p:cNvSpPr/>
          <p:nvPr/>
        </p:nvSpPr>
        <p:spPr>
          <a:xfrm>
            <a:off x="1645211" y="4625389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4C122D9E-29DA-E98F-BDC0-41C8822DE05B}"/>
              </a:ext>
            </a:extLst>
          </p:cNvPr>
          <p:cNvSpPr/>
          <p:nvPr/>
        </p:nvSpPr>
        <p:spPr>
          <a:xfrm>
            <a:off x="1645211" y="552238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D47DFB94-C209-3AA4-CE85-68FAE34E56CA}"/>
              </a:ext>
            </a:extLst>
          </p:cNvPr>
          <p:cNvGrpSpPr/>
          <p:nvPr/>
        </p:nvGrpSpPr>
        <p:grpSpPr>
          <a:xfrm>
            <a:off x="334962" y="1934417"/>
            <a:ext cx="1229001" cy="4379962"/>
            <a:chOff x="334962" y="1934417"/>
            <a:chExt cx="1229001" cy="4379962"/>
          </a:xfrm>
        </p:grpSpPr>
        <p:sp>
          <p:nvSpPr>
            <p:cNvPr id="30" name="正方形/長方形 29">
              <a:extLst>
                <a:ext uri="{FF2B5EF4-FFF2-40B4-BE49-F238E27FC236}">
                  <ns2:creationId id="{DD3A1434-C292-50B1-F015-CA4B5ECA6807}"/>
                </a:ext>
              </a:extLst>
            </p:cNvPr>
            <p:cNvSpPr/>
            <p:nvPr/>
          </p:nvSpPr>
          <p:spPr>
            <a:xfrm>
              <a:off x="334962" y="1934417"/>
              <a:ext cx="1229001" cy="4379962"/>
            </a:xfrm>
            <a:prstGeom prst="rect">
              <a:avLst/>
            </a:prstGeom>
            <a:solidFill>
              <a:srgbClr val="008000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" tIns="57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</a:p>
            <a:p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65" name="グラフィックス 64" descr="時計 単色塗りつぶし">
              <a:extLst>
                <a:ext uri="{FF2B5EF4-FFF2-40B4-BE49-F238E27FC236}">
                  <ns2:creationId id="{D2DA8457-4D84-65A6-2734-1FAF0996A0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1462" y="3494785"/>
              <a:ext cx="396000" cy="396000"/>
            </a:xfrm>
            <a:prstGeom prst="rect">
              <a:avLst/>
            </a:prstGeom>
          </p:spPr>
        </p:pic>
      </p:grpSp>
      <p:sp>
        <p:nvSpPr>
          <p:cNvPr id="43" name="三角形 60">
            <a:extLst>
              <a:ext uri="{FF2B5EF4-FFF2-40B4-BE49-F238E27FC236}">
                <ns2:creationId id="{43BC8E08-BD71-FE41-D9C4-3DE55F15D596}"/>
              </a:ext>
            </a:extLst>
          </p:cNvPr>
          <p:cNvSpPr/>
          <p:nvPr/>
        </p:nvSpPr>
        <p:spPr>
          <a:xfrm rot="5400000">
            <a:off x="3978923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" name="四角形: 角を丸くする 4">
            <a:extLst>
              <a:ext uri="{FF2B5EF4-FFF2-40B4-BE49-F238E27FC236}">
                <ns2:creationId id="{1FC56539-2D4D-7EF0-880A-B2D7CFCE3701}"/>
              </a:ext>
            </a:extLst>
          </p:cNvPr>
          <p:cNvSpPr/>
          <p:nvPr/>
        </p:nvSpPr>
        <p:spPr>
          <a:xfrm>
            <a:off x="2627980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EF74B08C-524F-FE0A-C1B5-1B7B4BD18A01}"/>
              </a:ext>
            </a:extLst>
          </p:cNvPr>
          <p:cNvSpPr/>
          <p:nvPr/>
        </p:nvSpPr>
        <p:spPr>
          <a:xfrm>
            <a:off x="4369739" y="105542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三角形 60">
            <a:extLst>
              <a:ext uri="{FF2B5EF4-FFF2-40B4-BE49-F238E27FC236}">
                <ns2:creationId id="{1F0008C5-51FE-2FC8-3251-C03DE501ED2C}"/>
              </a:ext>
            </a:extLst>
          </p:cNvPr>
          <p:cNvSpPr/>
          <p:nvPr/>
        </p:nvSpPr>
        <p:spPr>
          <a:xfrm rot="5400000">
            <a:off x="3978923" y="224042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09C0DB85-EE26-6D7A-0E4C-3AA4773ADC7E}"/>
              </a:ext>
            </a:extLst>
          </p:cNvPr>
          <p:cNvSpPr/>
          <p:nvPr/>
        </p:nvSpPr>
        <p:spPr>
          <a:xfrm>
            <a:off x="2627980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892876A7-CCAC-2998-6C96-781BE07D8388}"/>
              </a:ext>
            </a:extLst>
          </p:cNvPr>
          <p:cNvSpPr/>
          <p:nvPr/>
        </p:nvSpPr>
        <p:spPr>
          <a:xfrm>
            <a:off x="4369739" y="195241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三角形 60">
            <a:extLst>
              <a:ext uri="{FF2B5EF4-FFF2-40B4-BE49-F238E27FC236}">
                <ns2:creationId id="{1F685667-9C54-AA32-F86B-DD23E07AE3D3}"/>
              </a:ext>
            </a:extLst>
          </p:cNvPr>
          <p:cNvSpPr/>
          <p:nvPr/>
        </p:nvSpPr>
        <p:spPr>
          <a:xfrm rot="5400000">
            <a:off x="3978923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E4816B2B-E089-0745-0EAC-3BA941485FE5}"/>
              </a:ext>
            </a:extLst>
          </p:cNvPr>
          <p:cNvSpPr/>
          <p:nvPr/>
        </p:nvSpPr>
        <p:spPr>
          <a:xfrm>
            <a:off x="2627980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980640D3-FD75-22AE-E332-8070DDB39524}"/>
              </a:ext>
            </a:extLst>
          </p:cNvPr>
          <p:cNvSpPr/>
          <p:nvPr/>
        </p:nvSpPr>
        <p:spPr>
          <a:xfrm>
            <a:off x="4369739" y="284940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三角形 60">
            <a:extLst>
              <a:ext uri="{FF2B5EF4-FFF2-40B4-BE49-F238E27FC236}">
                <ns2:creationId id="{1904A152-BE5B-2163-7FE1-217A0DEA8CA6}"/>
              </a:ext>
            </a:extLst>
          </p:cNvPr>
          <p:cNvSpPr/>
          <p:nvPr/>
        </p:nvSpPr>
        <p:spPr>
          <a:xfrm rot="5400000">
            <a:off x="8633217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DAF7E72A-5068-2DC3-E7DE-2B4312B7AAF6}"/>
              </a:ext>
            </a:extLst>
          </p:cNvPr>
          <p:cNvSpPr/>
          <p:nvPr/>
        </p:nvSpPr>
        <p:spPr>
          <a:xfrm>
            <a:off x="7282274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四角形: 角を丸くする 53">
            <a:extLst>
              <a:ext uri="{FF2B5EF4-FFF2-40B4-BE49-F238E27FC236}">
                <ns2:creationId id="{61B8FC8C-BDC4-B664-B8E2-3D34FE4832AB}"/>
              </a:ext>
            </a:extLst>
          </p:cNvPr>
          <p:cNvSpPr/>
          <p:nvPr/>
        </p:nvSpPr>
        <p:spPr>
          <a:xfrm>
            <a:off x="9023855" y="105542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三角形 60">
            <a:extLst>
              <a:ext uri="{FF2B5EF4-FFF2-40B4-BE49-F238E27FC236}">
                <ns2:creationId id="{6F750ED6-FEA7-2B6A-9C7D-2D05FFB144A9}"/>
              </a:ext>
            </a:extLst>
          </p:cNvPr>
          <p:cNvSpPr/>
          <p:nvPr/>
        </p:nvSpPr>
        <p:spPr>
          <a:xfrm rot="5400000">
            <a:off x="8633217" y="224042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1C9F31F1-1F77-1DFB-3AD0-039ECFFC0A67}"/>
              </a:ext>
            </a:extLst>
          </p:cNvPr>
          <p:cNvSpPr/>
          <p:nvPr/>
        </p:nvSpPr>
        <p:spPr>
          <a:xfrm>
            <a:off x="7282274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44CE7FA8-1B14-FE85-3F91-6398F187912D}"/>
              </a:ext>
            </a:extLst>
          </p:cNvPr>
          <p:cNvSpPr/>
          <p:nvPr/>
        </p:nvSpPr>
        <p:spPr>
          <a:xfrm>
            <a:off x="9023855" y="195241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三角形 60">
            <a:extLst>
              <a:ext uri="{FF2B5EF4-FFF2-40B4-BE49-F238E27FC236}">
                <ns2:creationId id="{9E9C25FC-3262-3C87-E821-7CD76E371057}"/>
              </a:ext>
            </a:extLst>
          </p:cNvPr>
          <p:cNvSpPr/>
          <p:nvPr/>
        </p:nvSpPr>
        <p:spPr>
          <a:xfrm rot="5400000">
            <a:off x="8633218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7817EA5E-3A39-5AB8-9F7D-9E28FA5A8341}"/>
              </a:ext>
            </a:extLst>
          </p:cNvPr>
          <p:cNvSpPr/>
          <p:nvPr/>
        </p:nvSpPr>
        <p:spPr>
          <a:xfrm>
            <a:off x="7282274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D59BAA87-D9C6-AD34-DC56-8662E30F076B}"/>
              </a:ext>
            </a:extLst>
          </p:cNvPr>
          <p:cNvSpPr/>
          <p:nvPr/>
        </p:nvSpPr>
        <p:spPr>
          <a:xfrm>
            <a:off x="9023855" y="284940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8" name="三角形 60">
            <a:extLst>
              <a:ext uri="{FF2B5EF4-FFF2-40B4-BE49-F238E27FC236}">
                <ns2:creationId id="{961CEDA8-00E2-9D2E-01AA-51898FEE2296}"/>
              </a:ext>
            </a:extLst>
          </p:cNvPr>
          <p:cNvSpPr/>
          <p:nvPr/>
        </p:nvSpPr>
        <p:spPr>
          <a:xfrm rot="5400000">
            <a:off x="3978923" y="403440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E490AEAE-5AFD-E809-DA42-116C8458EAFC}"/>
              </a:ext>
            </a:extLst>
          </p:cNvPr>
          <p:cNvSpPr/>
          <p:nvPr/>
        </p:nvSpPr>
        <p:spPr>
          <a:xfrm>
            <a:off x="2627980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574C6C08-E5C0-E70C-4B3F-7FD9EFE0A419}"/>
              </a:ext>
            </a:extLst>
          </p:cNvPr>
          <p:cNvSpPr/>
          <p:nvPr/>
        </p:nvSpPr>
        <p:spPr>
          <a:xfrm>
            <a:off x="4369739" y="374639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1" name="三角形 60">
            <a:extLst>
              <a:ext uri="{FF2B5EF4-FFF2-40B4-BE49-F238E27FC236}">
                <ns2:creationId id="{C92F495A-5E24-7DEA-96FA-CAB8C8EC929F}"/>
              </a:ext>
            </a:extLst>
          </p:cNvPr>
          <p:cNvSpPr/>
          <p:nvPr/>
        </p:nvSpPr>
        <p:spPr>
          <a:xfrm rot="5400000">
            <a:off x="8633217" y="403440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DA7254A7-910A-5AD3-35BE-D079CC32F5DE}"/>
              </a:ext>
            </a:extLst>
          </p:cNvPr>
          <p:cNvSpPr/>
          <p:nvPr/>
        </p:nvSpPr>
        <p:spPr>
          <a:xfrm>
            <a:off x="7282274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E12C0B9A-2F23-D92B-F6BE-C7CB30EAE40E}"/>
              </a:ext>
            </a:extLst>
          </p:cNvPr>
          <p:cNvSpPr/>
          <p:nvPr/>
        </p:nvSpPr>
        <p:spPr>
          <a:xfrm>
            <a:off x="9023855" y="374639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4" name="三角形 60">
            <a:extLst>
              <a:ext uri="{FF2B5EF4-FFF2-40B4-BE49-F238E27FC236}">
                <ns2:creationId id="{10DD1E77-E546-D768-3663-139FC8FDFAE4}"/>
              </a:ext>
            </a:extLst>
          </p:cNvPr>
          <p:cNvSpPr/>
          <p:nvPr/>
        </p:nvSpPr>
        <p:spPr>
          <a:xfrm rot="5400000">
            <a:off x="3978923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2" name="四角形: 角を丸くする 71">
            <a:extLst>
              <a:ext uri="{FF2B5EF4-FFF2-40B4-BE49-F238E27FC236}">
                <ns2:creationId id="{F56DB6B6-5B2D-6F53-B31C-4418B76768B3}"/>
              </a:ext>
            </a:extLst>
          </p:cNvPr>
          <p:cNvSpPr/>
          <p:nvPr/>
        </p:nvSpPr>
        <p:spPr>
          <a:xfrm>
            <a:off x="2627980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E7DFFBB2-8A39-D971-E190-E65242E4978B}"/>
              </a:ext>
            </a:extLst>
          </p:cNvPr>
          <p:cNvSpPr/>
          <p:nvPr/>
        </p:nvSpPr>
        <p:spPr>
          <a:xfrm>
            <a:off x="4369739" y="464338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三角形 60">
            <a:extLst>
              <a:ext uri="{FF2B5EF4-FFF2-40B4-BE49-F238E27FC236}">
                <ns2:creationId id="{3CDCE271-730C-3016-06E2-8B7C27241664}"/>
              </a:ext>
            </a:extLst>
          </p:cNvPr>
          <p:cNvSpPr/>
          <p:nvPr/>
        </p:nvSpPr>
        <p:spPr>
          <a:xfrm rot="5400000">
            <a:off x="8633218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5" name="四角形: 角を丸くする 74">
            <a:extLst>
              <a:ext uri="{FF2B5EF4-FFF2-40B4-BE49-F238E27FC236}">
                <ns2:creationId id="{27D56A0A-3D3F-CF64-4D62-4CA789EB3A72}"/>
              </a:ext>
            </a:extLst>
          </p:cNvPr>
          <p:cNvSpPr/>
          <p:nvPr/>
        </p:nvSpPr>
        <p:spPr>
          <a:xfrm>
            <a:off x="7282274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四角形: 角を丸くする 75">
            <a:extLst>
              <a:ext uri="{FF2B5EF4-FFF2-40B4-BE49-F238E27FC236}">
                <ns2:creationId id="{C8A1C421-D3F8-D633-2167-777E4294E7BA}"/>
              </a:ext>
            </a:extLst>
          </p:cNvPr>
          <p:cNvSpPr/>
          <p:nvPr/>
        </p:nvSpPr>
        <p:spPr>
          <a:xfrm>
            <a:off x="9023855" y="464338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三角形 60">
            <a:extLst>
              <a:ext uri="{FF2B5EF4-FFF2-40B4-BE49-F238E27FC236}">
                <ns2:creationId id="{E967719D-4757-3E4E-82E4-1AF5C38F933B}"/>
              </a:ext>
            </a:extLst>
          </p:cNvPr>
          <p:cNvSpPr/>
          <p:nvPr/>
        </p:nvSpPr>
        <p:spPr>
          <a:xfrm rot="5400000">
            <a:off x="3978923" y="5828382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F667AA6E-C1D4-DBB5-A1C2-012B47D8CDD7}"/>
              </a:ext>
            </a:extLst>
          </p:cNvPr>
          <p:cNvSpPr/>
          <p:nvPr/>
        </p:nvSpPr>
        <p:spPr>
          <a:xfrm>
            <a:off x="2627980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四角形: 角を丸くする 84">
            <a:extLst>
              <a:ext uri="{FF2B5EF4-FFF2-40B4-BE49-F238E27FC236}">
                <ns2:creationId id="{4B0BBCB3-426C-29DF-DCB1-9829C2DC992F}"/>
              </a:ext>
            </a:extLst>
          </p:cNvPr>
          <p:cNvSpPr/>
          <p:nvPr/>
        </p:nvSpPr>
        <p:spPr>
          <a:xfrm>
            <a:off x="4369739" y="5540381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四角形: 角を丸くする 86">
            <a:extLst>
              <a:ext uri="{FF2B5EF4-FFF2-40B4-BE49-F238E27FC236}">
                <ns2:creationId id="{D9923D3F-BE94-A5C0-FF58-4473A67B919D}"/>
              </a:ext>
            </a:extLst>
          </p:cNvPr>
          <p:cNvSpPr/>
          <p:nvPr/>
        </p:nvSpPr>
        <p:spPr>
          <a:xfrm>
            <a:off x="7282274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四角形: 角を丸くする 87">
            <a:extLst>
              <a:ext uri="{FF2B5EF4-FFF2-40B4-BE49-F238E27FC236}">
                <ns2:creationId id="{A1A7940A-CEE6-E9C1-9AA6-EE97CE04169B}"/>
              </a:ext>
            </a:extLst>
          </p:cNvPr>
          <p:cNvSpPr/>
          <p:nvPr/>
        </p:nvSpPr>
        <p:spPr>
          <a:xfrm>
            <a:off x="9023855" y="554037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三角形 60">
            <a:extLst>
              <a:ext uri="{FF2B5EF4-FFF2-40B4-BE49-F238E27FC236}">
                <ns2:creationId id="{7E651B64-A88C-F79B-8406-27987E5F0F17}"/>
              </a:ext>
            </a:extLst>
          </p:cNvPr>
          <p:cNvSpPr/>
          <p:nvPr/>
        </p:nvSpPr>
        <p:spPr>
          <a:xfrm rot="5400000">
            <a:off x="8633217" y="582838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CEEEF0C-DF37-C143-891F-7CCF9111B5CA}"/>
              </a:ext>
            </a:extLst>
          </p:cNvPr>
          <p:cNvCxnSpPr>
            <a:cxnSpLocks/>
          </p:cNvCxnSpPr>
          <p:nvPr/>
        </p:nvCxnSpPr>
        <p:spPr>
          <a:xfrm>
            <a:off x="2627979" y="457289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58DFE51F-D1C4-C1DB-6985-540E010AF8CC}"/>
              </a:ext>
            </a:extLst>
          </p:cNvPr>
          <p:cNvCxnSpPr>
            <a:cxnSpLocks/>
          </p:cNvCxnSpPr>
          <p:nvPr/>
        </p:nvCxnSpPr>
        <p:spPr>
          <a:xfrm>
            <a:off x="2627979" y="5469884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E5D191B1-6349-CBA2-8BC8-4305C0E1C043}"/>
              </a:ext>
            </a:extLst>
          </p:cNvPr>
          <p:cNvGrpSpPr/>
          <p:nvPr/>
        </p:nvGrpSpPr>
        <p:grpSpPr>
          <a:xfrm>
            <a:off x="334962" y="1039260"/>
            <a:ext cx="2232000" cy="792000"/>
            <a:chOff x="334962" y="1039260"/>
            <a:chExt cx="2232000" cy="792000"/>
          </a:xfrm>
        </p:grpSpPr>
        <p:sp>
          <p:nvSpPr>
            <p:cNvPr id="27" name="正方形/長方形 26">
              <a:extLst>
                <a:ext uri="{FF2B5EF4-FFF2-40B4-BE49-F238E27FC236}">
                  <ns2:creationId id="{C43FA06D-1F52-4392-9850-7455F3F88724}"/>
                </a:ext>
              </a:extLst>
            </p:cNvPr>
            <p:cNvSpPr/>
            <p:nvPr/>
          </p:nvSpPr>
          <p:spPr>
            <a:xfrm>
              <a:off x="334962" y="1039260"/>
              <a:ext cx="2232000" cy="792000"/>
            </a:xfrm>
            <a:prstGeom prst="rect">
              <a:avLst/>
            </a:prstGeom>
            <a:solidFill>
              <a:srgbClr val="008000">
                <a:alpha val="97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bg1">
                    <a:alpha val="7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会議 単色塗りつぶし">
              <a:extLst>
                <a:ext uri="{FF2B5EF4-FFF2-40B4-BE49-F238E27FC236}">
                  <ns2:creationId id="{1464757C-B7BE-428A-02D3-904C1941FE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252962" y="1039260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64277636"/>
      </p:ext>
    </p:extLst>
  </p:cSld>
  <p:clrMapOvr>
    <a:masterClrMapping/>
  </p:clrMapOvr>
</p:sld>
</file>

<file path=ppt/slides/slide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61207C-0FEA-6FD8-CC47-6CC22D24FE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0F54B5-DF15-2BA5-15C9-88EF7655A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65B5E16-D5FD-11F7-ABEF-F44AFF0DA7D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endParaRPr kumimoji="1" lang="ja-JP" altLang="en-US" sz="1800">
              <a:latin typeface="+mn-ea"/>
              <a:ea typeface="+mn-ea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ns2:creationId id="{04D1D53D-FD9B-CFAA-CDAC-8C83F67B3A42}"/>
              </a:ext>
            </a:extLst>
          </p:cNvPr>
          <p:cNvGrpSpPr/>
          <p:nvPr/>
        </p:nvGrpSpPr>
        <p:grpSpPr>
          <a:xfrm>
            <a:off x="334963" y="2892701"/>
            <a:ext cx="5649734" cy="432000"/>
            <a:chOff x="334963" y="2892701"/>
            <a:chExt cx="5649734" cy="432000"/>
          </a:xfrm>
        </p:grpSpPr>
        <p:sp>
          <p:nvSpPr>
            <p:cNvPr id="10" name="正方形/長方形 9">
              <a:extLst>
                <a:ext uri="{FF2B5EF4-FFF2-40B4-BE49-F238E27FC236}">
                  <ns2:creationId id="{F3711A06-025A-CCCD-B6E9-99612DE19DAD}"/>
                </a:ext>
              </a:extLst>
            </p:cNvPr>
            <p:cNvSpPr/>
            <p:nvPr/>
          </p:nvSpPr>
          <p:spPr>
            <a:xfrm>
              <a:off x="334963" y="2892701"/>
              <a:ext cx="564973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1" name="Graphic 187" descr="チェックリスト 単色塗りつぶし">
              <a:extLst>
                <a:ext uri="{FF2B5EF4-FFF2-40B4-BE49-F238E27FC236}">
                  <ns2:creationId id="{CCDC1757-6038-3055-6FD5-1A1CD68C2D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86461" y="2892701"/>
              <a:ext cx="432000" cy="432000"/>
            </a:xfrm>
            <a:prstGeom prst="rect">
              <a:avLst/>
            </a:prstGeom>
          </p:spPr>
        </p:pic>
      </p:grpSp>
      <p:grpSp>
        <p:nvGrpSpPr>
          <p:cNvPr id="45" name="グループ化 44">
            <a:extLst>
              <a:ext uri="{FF2B5EF4-FFF2-40B4-BE49-F238E27FC236}">
                <ns2:creationId id="{92777C5B-3918-C52D-F78F-6A10CBC680F3}"/>
              </a:ext>
            </a:extLst>
          </p:cNvPr>
          <p:cNvGrpSpPr/>
          <p:nvPr/>
        </p:nvGrpSpPr>
        <p:grpSpPr>
          <a:xfrm>
            <a:off x="334963" y="5765180"/>
            <a:ext cx="5648316" cy="543545"/>
            <a:chOff x="334963" y="5765180"/>
            <a:chExt cx="5648316" cy="543545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D5AF8C94-51CA-9844-A8EF-29561E37DF0D}"/>
                </a:ext>
              </a:extLst>
            </p:cNvPr>
            <p:cNvSpPr/>
            <p:nvPr/>
          </p:nvSpPr>
          <p:spPr>
            <a:xfrm>
              <a:off x="334963" y="5765180"/>
              <a:ext cx="5648316" cy="543545"/>
            </a:xfrm>
            <a:prstGeom prst="roundRect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3" name="Graphic 187" descr="警告 単色塗りつぶし">
              <a:extLst>
                <a:ext uri="{FF2B5EF4-FFF2-40B4-BE49-F238E27FC236}">
                  <ns2:creationId id="{5F2E81F6-018F-31F9-8F51-5861C22229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111301" y="585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8EFBEEFB-FCDD-021A-2EF8-948F79556AEC}"/>
              </a:ext>
            </a:extLst>
          </p:cNvPr>
          <p:cNvGrpSpPr/>
          <p:nvPr/>
        </p:nvGrpSpPr>
        <p:grpSpPr>
          <a:xfrm>
            <a:off x="334959" y="2164082"/>
            <a:ext cx="5649739" cy="665793"/>
            <a:chOff x="334959" y="1886934"/>
            <a:chExt cx="5649739" cy="942941"/>
          </a:xfrm>
        </p:grpSpPr>
        <p:sp>
          <p:nvSpPr>
            <p:cNvPr id="7" name="正方形/長方形 6">
              <a:extLst>
                <a:ext uri="{FF2B5EF4-FFF2-40B4-BE49-F238E27FC236}">
                  <ns2:creationId id="{AA846A9C-D78B-6BEA-FC12-88A130CE1340}"/>
                </a:ext>
              </a:extLst>
            </p:cNvPr>
            <p:cNvSpPr/>
            <p:nvPr/>
          </p:nvSpPr>
          <p:spPr>
            <a:xfrm>
              <a:off x="33496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3FEED10-9564-1A7D-5200-6F96ECFEEFCB}"/>
                </a:ext>
              </a:extLst>
            </p:cNvPr>
            <p:cNvSpPr/>
            <p:nvPr/>
          </p:nvSpPr>
          <p:spPr>
            <a:xfrm>
              <a:off x="224652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0C87DB70-2F02-8523-157E-654F1FDE788B}"/>
                </a:ext>
              </a:extLst>
            </p:cNvPr>
            <p:cNvSpPr/>
            <p:nvPr/>
          </p:nvSpPr>
          <p:spPr>
            <a:xfrm>
              <a:off x="415808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5421F8D9-E7D0-F8E6-2B0B-1F531ACF5B6B}"/>
                </a:ext>
              </a:extLst>
            </p:cNvPr>
            <p:cNvSpPr txBox="1"/>
            <p:nvPr/>
          </p:nvSpPr>
          <p:spPr>
            <a:xfrm>
              <a:off x="334959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9959D7C4-4D7A-D21C-C362-25141AEECD68}"/>
                </a:ext>
              </a:extLst>
            </p:cNvPr>
            <p:cNvSpPr txBox="1"/>
            <p:nvPr/>
          </p:nvSpPr>
          <p:spPr>
            <a:xfrm>
              <a:off x="2247938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BB39730B-56E2-ECBA-F41C-CE3DC365AF0C}"/>
                </a:ext>
              </a:extLst>
            </p:cNvPr>
            <p:cNvSpPr txBox="1"/>
            <p:nvPr/>
          </p:nvSpPr>
          <p:spPr>
            <a:xfrm>
              <a:off x="4158083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</p:grpSp>
      <p:grpSp>
        <p:nvGrpSpPr>
          <p:cNvPr id="43" name="グループ化 42">
            <a:extLst>
              <a:ext uri="{FF2B5EF4-FFF2-40B4-BE49-F238E27FC236}">
                <ns2:creationId id="{8A17DB40-2103-A9BD-7CAB-82BD7B14B425}"/>
              </a:ext>
            </a:extLst>
          </p:cNvPr>
          <p:cNvGrpSpPr/>
          <p:nvPr/>
        </p:nvGrpSpPr>
        <p:grpSpPr>
          <a:xfrm>
            <a:off x="334962" y="1632052"/>
            <a:ext cx="11522075" cy="432000"/>
            <a:chOff x="334962" y="1397879"/>
            <a:chExt cx="11522075" cy="432000"/>
          </a:xfrm>
        </p:grpSpPr>
        <p:sp>
          <p:nvSpPr>
            <p:cNvPr id="5" name="正方形/長方形 4">
              <a:extLst>
                <a:ext uri="{FF2B5EF4-FFF2-40B4-BE49-F238E27FC236}">
                  <ns2:creationId id="{F77D529D-1A40-A5AC-EF89-ADA90D61C6C6}"/>
                </a:ext>
              </a:extLst>
            </p:cNvPr>
            <p:cNvSpPr/>
            <p:nvPr/>
          </p:nvSpPr>
          <p:spPr>
            <a:xfrm>
              <a:off x="334962" y="1397879"/>
              <a:ext cx="5649733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pic>
          <p:nvPicPr>
            <p:cNvPr id="4" name="Graphic 187" descr="円グラフ 単色塗りつぶし">
              <a:extLst>
                <a:ext uri="{FF2B5EF4-FFF2-40B4-BE49-F238E27FC236}">
                  <ns2:creationId id="{5D166F66-D95E-000E-084C-54A0223B76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6461" y="1397879"/>
              <a:ext cx="432000" cy="432000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16D29133-E044-B7A9-4C86-B32F2D23117B}"/>
                </a:ext>
              </a:extLst>
            </p:cNvPr>
            <p:cNvSpPr/>
            <p:nvPr/>
          </p:nvSpPr>
          <p:spPr>
            <a:xfrm>
              <a:off x="6221413" y="1397879"/>
              <a:ext cx="563562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</a:p>
          </p:txBody>
        </p:sp>
        <p:pic>
          <p:nvPicPr>
            <p:cNvPr id="40" name="Graphic 187" descr="クリップボード 単色塗りつぶし">
              <a:extLst>
                <a:ext uri="{FF2B5EF4-FFF2-40B4-BE49-F238E27FC236}">
                  <ns2:creationId id="{50ED9369-E6B5-22E4-9C00-712C968223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372911" y="1397879"/>
              <a:ext cx="432000" cy="432000"/>
            </a:xfrm>
            <a:prstGeom prst="rect">
              <a:avLst/>
            </a:prstGeom>
          </p:spPr>
        </p:pic>
      </p:grpSp>
      <p:grpSp>
        <p:nvGrpSpPr>
          <p:cNvPr id="30" name="グループ化 29">
            <a:extLst>
              <a:ext uri="{FF2B5EF4-FFF2-40B4-BE49-F238E27FC236}">
                <ns2:creationId id="{F59DA3EB-EC62-0EBE-200C-39D3959B6282}"/>
              </a:ext>
            </a:extLst>
          </p:cNvPr>
          <p:cNvGrpSpPr/>
          <p:nvPr/>
        </p:nvGrpSpPr>
        <p:grpSpPr>
          <a:xfrm>
            <a:off x="6221413" y="5144580"/>
            <a:ext cx="5635624" cy="288000"/>
            <a:chOff x="6221413" y="5434795"/>
            <a:chExt cx="5635624" cy="288000"/>
          </a:xfrm>
        </p:grpSpPr>
        <p:cxnSp>
          <p:nvCxnSpPr>
            <p:cNvPr id="315" name="直線コネクタ 314">
              <a:extLst>
                <a:ext uri="{FF2B5EF4-FFF2-40B4-BE49-F238E27FC236}">
                  <ns2:creationId id="{1335BF73-BDE5-ED63-ADE0-E320124FD8FE}"/>
                </a:ext>
              </a:extLst>
            </p:cNvPr>
            <p:cNvCxnSpPr>
              <a:cxnSpLocks/>
            </p:cNvCxnSpPr>
            <p:nvPr/>
          </p:nvCxnSpPr>
          <p:spPr>
            <a:xfrm>
              <a:off x="6221413" y="5578795"/>
              <a:ext cx="563562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A285C6E4-76BB-2DD0-DCFC-793BA5E1D2CD}"/>
                </a:ext>
              </a:extLst>
            </p:cNvPr>
            <p:cNvGrpSpPr/>
            <p:nvPr/>
          </p:nvGrpSpPr>
          <p:grpSpPr>
            <a:xfrm>
              <a:off x="8895225" y="5434795"/>
              <a:ext cx="288000" cy="288000"/>
              <a:chOff x="8895225" y="5434795"/>
              <a:chExt cx="288000" cy="288000"/>
            </a:xfrm>
          </p:grpSpPr>
          <p:sp>
            <p:nvSpPr>
              <p:cNvPr id="316" name="円/楕円 32">
                <a:extLst>
                  <a:ext uri="{FF2B5EF4-FFF2-40B4-BE49-F238E27FC236}">
                    <ns2:creationId id="{71AFB122-43CB-020C-2FAF-86EEFD53745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95225" y="5434795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17" name="グラフィックス 316" descr="キャレットを下へ 枠線">
                <a:extLst>
                  <a:ext uri="{FF2B5EF4-FFF2-40B4-BE49-F238E27FC236}">
                    <ns2:creationId id="{D4968F80-4984-D35B-185D-5D6C2E59D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8895225" y="5434795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1A3EDCC2-F49F-FA16-5802-F5951E5984E4}"/>
              </a:ext>
            </a:extLst>
          </p:cNvPr>
          <p:cNvGrpSpPr/>
          <p:nvPr/>
        </p:nvGrpSpPr>
        <p:grpSpPr>
          <a:xfrm>
            <a:off x="6221413" y="2208053"/>
            <a:ext cx="5635624" cy="2757486"/>
            <a:chOff x="6221413" y="2208053"/>
            <a:chExt cx="5635624" cy="2757486"/>
          </a:xfrm>
        </p:grpSpPr>
        <p:grpSp>
          <p:nvGrpSpPr>
            <p:cNvPr id="287" name="Group 51">
              <a:extLst>
                <a:ext uri="{FF2B5EF4-FFF2-40B4-BE49-F238E27FC236}">
                  <ns2:creationId id="{5180353E-D107-B8A0-E650-5461311FF584}"/>
                </a:ext>
              </a:extLst>
            </p:cNvPr>
            <p:cNvGrpSpPr/>
            <p:nvPr/>
          </p:nvGrpSpPr>
          <p:grpSpPr>
            <a:xfrm>
              <a:off x="11009375" y="2208053"/>
              <a:ext cx="847662" cy="352731"/>
              <a:chOff x="10092245" y="1265534"/>
              <a:chExt cx="1728000" cy="685896"/>
            </a:xfrm>
          </p:grpSpPr>
          <p:sp>
            <p:nvSpPr>
              <p:cNvPr id="288" name="テキスト ボックス 6">
                <a:extLst>
                  <a:ext uri="{FF2B5EF4-FFF2-40B4-BE49-F238E27FC236}">
                    <ns2:creationId id="{AA1A3B1F-C9F5-E363-090E-62B4E67C5444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) 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89" name="直線コネクタ 7">
                <a:extLst>
                  <a:ext uri="{FF2B5EF4-FFF2-40B4-BE49-F238E27FC236}">
                    <ns2:creationId id="{EFB7B40F-0BE0-A478-3937-E808299BF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0" name="Group 73">
              <a:extLst>
                <a:ext uri="{FF2B5EF4-FFF2-40B4-BE49-F238E27FC236}">
                  <ns2:creationId id="{DDE7DDE3-DB80-753F-9821-3CD5C3459098}"/>
                </a:ext>
              </a:extLst>
            </p:cNvPr>
            <p:cNvGrpSpPr/>
            <p:nvPr/>
          </p:nvGrpSpPr>
          <p:grpSpPr>
            <a:xfrm>
              <a:off x="9156433" y="2208053"/>
              <a:ext cx="757485" cy="352731"/>
              <a:chOff x="10092245" y="1265534"/>
              <a:chExt cx="1728002" cy="685896"/>
            </a:xfrm>
          </p:grpSpPr>
          <p:sp>
            <p:nvSpPr>
              <p:cNvPr id="291" name="テキスト ボックス 6">
                <a:extLst>
                  <a:ext uri="{FF2B5EF4-FFF2-40B4-BE49-F238E27FC236}">
                    <ns2:creationId id="{A3A710CC-64E7-FBE2-8A66-2DDA4FAE1B6B}"/>
                  </a:ext>
                </a:extLst>
              </p:cNvPr>
              <p:cNvSpPr txBox="1"/>
              <p:nvPr/>
            </p:nvSpPr>
            <p:spPr>
              <a:xfrm>
                <a:off x="10092247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2" name="直線コネクタ 7">
                <a:extLst>
                  <a:ext uri="{FF2B5EF4-FFF2-40B4-BE49-F238E27FC236}">
                    <ns2:creationId id="{7E85C522-4976-A2D2-6C78-E1E5427B51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Group 76">
              <a:extLst>
                <a:ext uri="{FF2B5EF4-FFF2-40B4-BE49-F238E27FC236}">
                  <ns2:creationId id="{9BEF0426-5E4C-94F5-4836-D09BDF6C3B0C}"/>
                </a:ext>
              </a:extLst>
            </p:cNvPr>
            <p:cNvGrpSpPr/>
            <p:nvPr/>
          </p:nvGrpSpPr>
          <p:grpSpPr>
            <a:xfrm>
              <a:off x="7199752" y="2208053"/>
              <a:ext cx="1064086" cy="352731"/>
              <a:chOff x="10092245" y="1265534"/>
              <a:chExt cx="1728000" cy="685896"/>
            </a:xfrm>
          </p:grpSpPr>
          <p:sp>
            <p:nvSpPr>
              <p:cNvPr id="294" name="テキスト ボックス 6">
                <a:extLst>
                  <a:ext uri="{FF2B5EF4-FFF2-40B4-BE49-F238E27FC236}">
                    <ns2:creationId id="{9225B18E-2232-AF2C-B034-ED57A1A53FF5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95" name="直線コネクタ 7">
                <a:extLst>
                  <a:ext uri="{FF2B5EF4-FFF2-40B4-BE49-F238E27FC236}">
                    <ns2:creationId id="{6E13AB4F-CCE4-AABE-48F1-152487C0A7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6" name="Group 51">
              <a:extLst>
                <a:ext uri="{FF2B5EF4-FFF2-40B4-BE49-F238E27FC236}">
                  <ns2:creationId id="{B288BCAF-6980-0454-78C5-3359918F5545}"/>
                </a:ext>
              </a:extLst>
            </p:cNvPr>
            <p:cNvGrpSpPr/>
            <p:nvPr/>
          </p:nvGrpSpPr>
          <p:grpSpPr>
            <a:xfrm>
              <a:off x="10034285" y="2208053"/>
              <a:ext cx="865697" cy="352731"/>
              <a:chOff x="10092245" y="1265534"/>
              <a:chExt cx="1728000" cy="685896"/>
            </a:xfrm>
          </p:grpSpPr>
          <p:sp>
            <p:nvSpPr>
              <p:cNvPr id="297" name="テキスト ボックス 6">
                <a:extLst>
                  <a:ext uri="{FF2B5EF4-FFF2-40B4-BE49-F238E27FC236}">
                    <ns2:creationId id="{9E9638EA-2EED-C7C8-99A7-B15A9337B4D9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8" name="直線コネクタ 7">
                <a:extLst>
                  <a:ext uri="{FF2B5EF4-FFF2-40B4-BE49-F238E27FC236}">
                    <ns2:creationId id="{FD460DDB-F90D-BF92-02E2-E15797A102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 73">
              <a:extLst>
                <a:ext uri="{FF2B5EF4-FFF2-40B4-BE49-F238E27FC236}">
                  <ns2:creationId id="{D0F5A8D4-D371-3E36-E1C9-7822B40C0FFF}"/>
                </a:ext>
              </a:extLst>
            </p:cNvPr>
            <p:cNvGrpSpPr/>
            <p:nvPr/>
          </p:nvGrpSpPr>
          <p:grpSpPr>
            <a:xfrm>
              <a:off x="8380629" y="2208053"/>
              <a:ext cx="649273" cy="352731"/>
              <a:chOff x="10092245" y="1265534"/>
              <a:chExt cx="1728000" cy="685896"/>
            </a:xfrm>
          </p:grpSpPr>
          <p:sp>
            <p:nvSpPr>
              <p:cNvPr id="300" name="テキスト ボックス 6">
                <a:extLst>
                  <a:ext uri="{FF2B5EF4-FFF2-40B4-BE49-F238E27FC236}">
                    <ns2:creationId id="{85CDB094-F21F-DD03-E462-ABAE420E62B8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1" name="直線コネクタ 7">
                <a:extLst>
                  <a:ext uri="{FF2B5EF4-FFF2-40B4-BE49-F238E27FC236}">
                    <ns2:creationId id="{6049B008-7F79-C961-9AAF-E35EBC24AB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 76">
              <a:extLst>
                <a:ext uri="{FF2B5EF4-FFF2-40B4-BE49-F238E27FC236}">
                  <ns2:creationId id="{7B0AAEB3-53D2-D9FC-F533-3A30DACEE9F9}"/>
                </a:ext>
              </a:extLst>
            </p:cNvPr>
            <p:cNvGrpSpPr/>
            <p:nvPr/>
          </p:nvGrpSpPr>
          <p:grpSpPr>
            <a:xfrm>
              <a:off x="6221413" y="2208053"/>
              <a:ext cx="855483" cy="352731"/>
              <a:chOff x="10092245" y="1265534"/>
              <a:chExt cx="1728000" cy="685896"/>
            </a:xfrm>
          </p:grpSpPr>
          <p:sp>
            <p:nvSpPr>
              <p:cNvPr id="303" name="テキスト ボックス 6">
                <a:extLst>
                  <a:ext uri="{FF2B5EF4-FFF2-40B4-BE49-F238E27FC236}">
                    <ns2:creationId id="{D86AA8F5-F415-634B-2AA1-FCA1FB91FB42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4" name="直線コネクタ 7">
                <a:extLst>
                  <a:ext uri="{FF2B5EF4-FFF2-40B4-BE49-F238E27FC236}">
                    <ns2:creationId id="{D17FA2BA-1858-D13B-0306-A5438F883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5" name="正方形/長方形 304">
              <a:extLst>
                <a:ext uri="{FF2B5EF4-FFF2-40B4-BE49-F238E27FC236}">
                  <ns2:creationId id="{297764B3-C2DA-846C-A453-73B225F34D55}"/>
                </a:ext>
              </a:extLst>
            </p:cNvPr>
            <p:cNvSpPr/>
            <p:nvPr/>
          </p:nvSpPr>
          <p:spPr>
            <a:xfrm>
              <a:off x="6221413" y="262982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9A7D8801-D9B8-130D-5859-4C7636A2D8C0}"/>
                </a:ext>
              </a:extLst>
            </p:cNvPr>
            <p:cNvSpPr/>
            <p:nvPr/>
          </p:nvSpPr>
          <p:spPr>
            <a:xfrm>
              <a:off x="6221413" y="289292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D817FAC-23E0-F854-4E55-33235CE5A667}"/>
                </a:ext>
              </a:extLst>
            </p:cNvPr>
            <p:cNvSpPr/>
            <p:nvPr/>
          </p:nvSpPr>
          <p:spPr>
            <a:xfrm>
              <a:off x="6221413" y="315603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99F5B7D5-31FF-76B7-9083-F9DB92C32DF4}"/>
                </a:ext>
              </a:extLst>
            </p:cNvPr>
            <p:cNvSpPr/>
            <p:nvPr/>
          </p:nvSpPr>
          <p:spPr>
            <a:xfrm>
              <a:off x="6221413" y="341913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C1C5EEDB-73D4-8624-CAD0-6F436FFE911A}"/>
                </a:ext>
              </a:extLst>
            </p:cNvPr>
            <p:cNvSpPr/>
            <p:nvPr/>
          </p:nvSpPr>
          <p:spPr>
            <a:xfrm>
              <a:off x="6221413" y="368223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758D7F2-4D63-6198-704E-97D7EAEDDC43}"/>
                </a:ext>
              </a:extLst>
            </p:cNvPr>
            <p:cNvSpPr/>
            <p:nvPr/>
          </p:nvSpPr>
          <p:spPr>
            <a:xfrm>
              <a:off x="6221413" y="394533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95E7ECF6-6B4A-9EE8-FF68-9AFE3094587A}"/>
                </a:ext>
              </a:extLst>
            </p:cNvPr>
            <p:cNvSpPr/>
            <p:nvPr/>
          </p:nvSpPr>
          <p:spPr>
            <a:xfrm>
              <a:off x="6221413" y="420844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FB5407AC-5C38-B64C-E5EB-60C0962C0880}"/>
                </a:ext>
              </a:extLst>
            </p:cNvPr>
            <p:cNvSpPr/>
            <p:nvPr/>
          </p:nvSpPr>
          <p:spPr>
            <a:xfrm>
              <a:off x="6221413" y="447154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942492AF-42CD-742A-5318-4AB24AAD19B3}"/>
                </a:ext>
              </a:extLst>
            </p:cNvPr>
            <p:cNvSpPr/>
            <p:nvPr/>
          </p:nvSpPr>
          <p:spPr>
            <a:xfrm>
              <a:off x="6221413" y="4734645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7" name="TextBox 89">
              <a:extLst>
                <a:ext uri="{FF2B5EF4-FFF2-40B4-BE49-F238E27FC236}">
                  <ns2:creationId id="{BB63134E-FEF4-205E-3345-C2C34A86FF4D}"/>
                </a:ext>
              </a:extLst>
            </p:cNvPr>
            <p:cNvSpPr txBox="1"/>
            <p:nvPr/>
          </p:nvSpPr>
          <p:spPr>
            <a:xfrm>
              <a:off x="7199752" y="4734645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6" name="TextBox 89">
              <a:extLst>
                <a:ext uri="{FF2B5EF4-FFF2-40B4-BE49-F238E27FC236}">
                  <ns2:creationId id="{45F834D3-1A51-913D-1073-7B259F4BB0FE}"/>
                </a:ext>
              </a:extLst>
            </p:cNvPr>
            <p:cNvSpPr txBox="1"/>
            <p:nvPr/>
          </p:nvSpPr>
          <p:spPr>
            <a:xfrm>
              <a:off x="8380629" y="4734645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8" name="TextBox 89">
              <a:extLst>
                <a:ext uri="{FF2B5EF4-FFF2-40B4-BE49-F238E27FC236}">
                  <ns2:creationId id="{CD9F9DDE-66FC-B3D8-9237-07F7BEF10DC8}"/>
                </a:ext>
              </a:extLst>
            </p:cNvPr>
            <p:cNvSpPr txBox="1"/>
            <p:nvPr/>
          </p:nvSpPr>
          <p:spPr>
            <a:xfrm>
              <a:off x="9156433" y="4734645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0" name="TextBox 89">
              <a:extLst>
                <a:ext uri="{FF2B5EF4-FFF2-40B4-BE49-F238E27FC236}">
                  <ns2:creationId id="{4540D698-BCF1-C0FB-6ECA-B3292896D6E0}"/>
                </a:ext>
              </a:extLst>
            </p:cNvPr>
            <p:cNvSpPr txBox="1"/>
            <p:nvPr/>
          </p:nvSpPr>
          <p:spPr>
            <a:xfrm>
              <a:off x="10034285" y="4734645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2" name="TextBox 89">
              <a:extLst>
                <a:ext uri="{FF2B5EF4-FFF2-40B4-BE49-F238E27FC236}">
                  <ns2:creationId id="{6C104B78-C056-BB7C-CBDF-FF01A26EBC23}"/>
                </a:ext>
              </a:extLst>
            </p:cNvPr>
            <p:cNvSpPr txBox="1"/>
            <p:nvPr/>
          </p:nvSpPr>
          <p:spPr>
            <a:xfrm>
              <a:off x="11009375" y="4734645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4" name="TextBox 89">
              <a:extLst>
                <a:ext uri="{FF2B5EF4-FFF2-40B4-BE49-F238E27FC236}">
                  <ns2:creationId id="{F3FA3F65-FF17-75D9-55D6-072A1A648285}"/>
                </a:ext>
              </a:extLst>
            </p:cNvPr>
            <p:cNvSpPr txBox="1"/>
            <p:nvPr/>
          </p:nvSpPr>
          <p:spPr>
            <a:xfrm>
              <a:off x="7199752" y="447154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6" name="TextBox 89">
              <a:extLst>
                <a:ext uri="{FF2B5EF4-FFF2-40B4-BE49-F238E27FC236}">
                  <ns2:creationId id="{4C3C5AF1-C1AB-585F-9F4C-EAF546260669}"/>
                </a:ext>
              </a:extLst>
            </p:cNvPr>
            <p:cNvSpPr txBox="1"/>
            <p:nvPr/>
          </p:nvSpPr>
          <p:spPr>
            <a:xfrm>
              <a:off x="8380629" y="447154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8" name="TextBox 89">
              <a:extLst>
                <a:ext uri="{FF2B5EF4-FFF2-40B4-BE49-F238E27FC236}">
                  <ns2:creationId id="{44F28935-DFB1-F640-2B21-283D495E9D9A}"/>
                </a:ext>
              </a:extLst>
            </p:cNvPr>
            <p:cNvSpPr txBox="1"/>
            <p:nvPr/>
          </p:nvSpPr>
          <p:spPr>
            <a:xfrm>
              <a:off x="9156433" y="447154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0" name="TextBox 89">
              <a:extLst>
                <a:ext uri="{FF2B5EF4-FFF2-40B4-BE49-F238E27FC236}">
                  <ns2:creationId id="{D6CD6F57-4F18-1EBB-ED4E-6B8492F2789C}"/>
                </a:ext>
              </a:extLst>
            </p:cNvPr>
            <p:cNvSpPr txBox="1"/>
            <p:nvPr/>
          </p:nvSpPr>
          <p:spPr>
            <a:xfrm>
              <a:off x="10034285" y="447154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2" name="TextBox 89">
              <a:extLst>
                <a:ext uri="{FF2B5EF4-FFF2-40B4-BE49-F238E27FC236}">
                  <ns2:creationId id="{24E711D8-36DD-DE07-E8AD-29023F738C50}"/>
                </a:ext>
              </a:extLst>
            </p:cNvPr>
            <p:cNvSpPr txBox="1"/>
            <p:nvPr/>
          </p:nvSpPr>
          <p:spPr>
            <a:xfrm>
              <a:off x="11009375" y="4471542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64" name="TextBox 89">
              <a:extLst>
                <a:ext uri="{FF2B5EF4-FFF2-40B4-BE49-F238E27FC236}">
                  <ns2:creationId id="{0C88E220-2AC7-279D-6AE7-9B8BBCDB17E6}"/>
                </a:ext>
              </a:extLst>
            </p:cNvPr>
            <p:cNvSpPr txBox="1"/>
            <p:nvPr/>
          </p:nvSpPr>
          <p:spPr>
            <a:xfrm>
              <a:off x="7199752" y="420844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6" name="TextBox 89">
              <a:extLst>
                <a:ext uri="{FF2B5EF4-FFF2-40B4-BE49-F238E27FC236}">
                  <ns2:creationId id="{91E3C9AF-F740-9904-D7B3-DAE9C3DAE6FF}"/>
                </a:ext>
              </a:extLst>
            </p:cNvPr>
            <p:cNvSpPr txBox="1"/>
            <p:nvPr/>
          </p:nvSpPr>
          <p:spPr>
            <a:xfrm>
              <a:off x="8380629" y="420844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8" name="TextBox 89">
              <a:extLst>
                <a:ext uri="{FF2B5EF4-FFF2-40B4-BE49-F238E27FC236}">
                  <ns2:creationId id="{6C1EE643-3AD1-C7F4-1827-3C550934BCD7}"/>
                </a:ext>
              </a:extLst>
            </p:cNvPr>
            <p:cNvSpPr txBox="1"/>
            <p:nvPr/>
          </p:nvSpPr>
          <p:spPr>
            <a:xfrm>
              <a:off x="9156433" y="420844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0" name="TextBox 89">
              <a:extLst>
                <a:ext uri="{FF2B5EF4-FFF2-40B4-BE49-F238E27FC236}">
                  <ns2:creationId id="{3D6E40C2-00C0-73AF-7CA3-973BE350890A}"/>
                </a:ext>
              </a:extLst>
            </p:cNvPr>
            <p:cNvSpPr txBox="1"/>
            <p:nvPr/>
          </p:nvSpPr>
          <p:spPr>
            <a:xfrm>
              <a:off x="10034285" y="420844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2" name="TextBox 89">
              <a:extLst>
                <a:ext uri="{FF2B5EF4-FFF2-40B4-BE49-F238E27FC236}">
                  <ns2:creationId id="{65476054-C3A2-A1DA-15BC-C5BB7EA8CF51}"/>
                </a:ext>
              </a:extLst>
            </p:cNvPr>
            <p:cNvSpPr txBox="1"/>
            <p:nvPr/>
          </p:nvSpPr>
          <p:spPr>
            <a:xfrm>
              <a:off x="11009375" y="420844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74" name="TextBox 89">
              <a:extLst>
                <a:ext uri="{FF2B5EF4-FFF2-40B4-BE49-F238E27FC236}">
                  <ns2:creationId id="{1C99FCA6-D939-07FC-8319-7160363F9F0B}"/>
                </a:ext>
              </a:extLst>
            </p:cNvPr>
            <p:cNvSpPr txBox="1"/>
            <p:nvPr/>
          </p:nvSpPr>
          <p:spPr>
            <a:xfrm>
              <a:off x="7199752" y="3945339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6" name="TextBox 89">
              <a:extLst>
                <a:ext uri="{FF2B5EF4-FFF2-40B4-BE49-F238E27FC236}">
                  <ns2:creationId id="{0997AAE3-A1A8-35DE-A9D3-572B6C879229}"/>
                </a:ext>
              </a:extLst>
            </p:cNvPr>
            <p:cNvSpPr txBox="1"/>
            <p:nvPr/>
          </p:nvSpPr>
          <p:spPr>
            <a:xfrm>
              <a:off x="8380629" y="394533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8" name="TextBox 89">
              <a:extLst>
                <a:ext uri="{FF2B5EF4-FFF2-40B4-BE49-F238E27FC236}">
                  <ns2:creationId id="{ECFDF12B-3F76-D1BD-0848-46A7FC9587B9}"/>
                </a:ext>
              </a:extLst>
            </p:cNvPr>
            <p:cNvSpPr txBox="1"/>
            <p:nvPr/>
          </p:nvSpPr>
          <p:spPr>
            <a:xfrm>
              <a:off x="9156433" y="394533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0" name="TextBox 89">
              <a:extLst>
                <a:ext uri="{FF2B5EF4-FFF2-40B4-BE49-F238E27FC236}">
                  <ns2:creationId id="{4F9A88A6-D780-E5F5-9FB6-AFFE6D61AE52}"/>
                </a:ext>
              </a:extLst>
            </p:cNvPr>
            <p:cNvSpPr txBox="1"/>
            <p:nvPr/>
          </p:nvSpPr>
          <p:spPr>
            <a:xfrm>
              <a:off x="10034285" y="394533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2" name="TextBox 89">
              <a:extLst>
                <a:ext uri="{FF2B5EF4-FFF2-40B4-BE49-F238E27FC236}">
                  <ns2:creationId id="{2CE039D1-512F-8511-082F-6D46D1D3D631}"/>
                </a:ext>
              </a:extLst>
            </p:cNvPr>
            <p:cNvSpPr txBox="1"/>
            <p:nvPr/>
          </p:nvSpPr>
          <p:spPr>
            <a:xfrm>
              <a:off x="11009375" y="3945339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84" name="TextBox 89">
              <a:extLst>
                <a:ext uri="{FF2B5EF4-FFF2-40B4-BE49-F238E27FC236}">
                  <ns2:creationId id="{F1A64297-F40A-3608-878C-54BA26B78CCF}"/>
                </a:ext>
              </a:extLst>
            </p:cNvPr>
            <p:cNvSpPr txBox="1"/>
            <p:nvPr/>
          </p:nvSpPr>
          <p:spPr>
            <a:xfrm>
              <a:off x="7199752" y="368223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6" name="TextBox 89">
              <a:extLst>
                <a:ext uri="{FF2B5EF4-FFF2-40B4-BE49-F238E27FC236}">
                  <ns2:creationId id="{5EF9F31A-5BED-6EB2-80F4-07DD8043547D}"/>
                </a:ext>
              </a:extLst>
            </p:cNvPr>
            <p:cNvSpPr txBox="1"/>
            <p:nvPr/>
          </p:nvSpPr>
          <p:spPr>
            <a:xfrm>
              <a:off x="8380629" y="368223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8" name="TextBox 89">
              <a:extLst>
                <a:ext uri="{FF2B5EF4-FFF2-40B4-BE49-F238E27FC236}">
                  <ns2:creationId id="{249AB737-32CB-F63F-C32B-2E6D85120D4E}"/>
                </a:ext>
              </a:extLst>
            </p:cNvPr>
            <p:cNvSpPr txBox="1"/>
            <p:nvPr/>
          </p:nvSpPr>
          <p:spPr>
            <a:xfrm>
              <a:off x="9156433" y="368223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0" name="TextBox 89">
              <a:extLst>
                <a:ext uri="{FF2B5EF4-FFF2-40B4-BE49-F238E27FC236}">
                  <ns2:creationId id="{B84A4336-F8E4-F92B-4160-1EC992E1C69B}"/>
                </a:ext>
              </a:extLst>
            </p:cNvPr>
            <p:cNvSpPr txBox="1"/>
            <p:nvPr/>
          </p:nvSpPr>
          <p:spPr>
            <a:xfrm>
              <a:off x="10034285" y="368223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2" name="TextBox 89">
              <a:extLst>
                <a:ext uri="{FF2B5EF4-FFF2-40B4-BE49-F238E27FC236}">
                  <ns2:creationId id="{79B5040A-2059-EB9B-9802-27F3F1CE8881}"/>
                </a:ext>
              </a:extLst>
            </p:cNvPr>
            <p:cNvSpPr txBox="1"/>
            <p:nvPr/>
          </p:nvSpPr>
          <p:spPr>
            <a:xfrm>
              <a:off x="11009375" y="368223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94" name="TextBox 89">
              <a:extLst>
                <a:ext uri="{FF2B5EF4-FFF2-40B4-BE49-F238E27FC236}">
                  <ns2:creationId id="{A3CA19B8-F1A0-A853-04BB-FE1738976888}"/>
                </a:ext>
              </a:extLst>
            </p:cNvPr>
            <p:cNvSpPr txBox="1"/>
            <p:nvPr/>
          </p:nvSpPr>
          <p:spPr>
            <a:xfrm>
              <a:off x="7199752" y="341913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6" name="TextBox 89">
              <a:extLst>
                <a:ext uri="{FF2B5EF4-FFF2-40B4-BE49-F238E27FC236}">
                  <ns2:creationId id="{394B6C10-4AD7-6AF1-6918-25136981874D}"/>
                </a:ext>
              </a:extLst>
            </p:cNvPr>
            <p:cNvSpPr txBox="1"/>
            <p:nvPr/>
          </p:nvSpPr>
          <p:spPr>
            <a:xfrm>
              <a:off x="8380629" y="341913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8" name="TextBox 89">
              <a:extLst>
                <a:ext uri="{FF2B5EF4-FFF2-40B4-BE49-F238E27FC236}">
                  <ns2:creationId id="{27514744-3460-B79D-D2C9-F6D9697D6E78}"/>
                </a:ext>
              </a:extLst>
            </p:cNvPr>
            <p:cNvSpPr txBox="1"/>
            <p:nvPr/>
          </p:nvSpPr>
          <p:spPr>
            <a:xfrm>
              <a:off x="9156433" y="341913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0" name="TextBox 89">
              <a:extLst>
                <a:ext uri="{FF2B5EF4-FFF2-40B4-BE49-F238E27FC236}">
                  <ns2:creationId id="{88928626-0CF3-DB77-5B56-8A5C86D490BC}"/>
                </a:ext>
              </a:extLst>
            </p:cNvPr>
            <p:cNvSpPr txBox="1"/>
            <p:nvPr/>
          </p:nvSpPr>
          <p:spPr>
            <a:xfrm>
              <a:off x="10034285" y="341913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2" name="TextBox 89">
              <a:extLst>
                <a:ext uri="{FF2B5EF4-FFF2-40B4-BE49-F238E27FC236}">
                  <ns2:creationId id="{AA200B36-B905-3A56-B3F5-FC0CC32111BF}"/>
                </a:ext>
              </a:extLst>
            </p:cNvPr>
            <p:cNvSpPr txBox="1"/>
            <p:nvPr/>
          </p:nvSpPr>
          <p:spPr>
            <a:xfrm>
              <a:off x="11009375" y="3419133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04" name="TextBox 89">
              <a:extLst>
                <a:ext uri="{FF2B5EF4-FFF2-40B4-BE49-F238E27FC236}">
                  <ns2:creationId id="{57DA047A-CC29-7645-6636-B244AD078FE4}"/>
                </a:ext>
              </a:extLst>
            </p:cNvPr>
            <p:cNvSpPr txBox="1"/>
            <p:nvPr/>
          </p:nvSpPr>
          <p:spPr>
            <a:xfrm>
              <a:off x="7199752" y="315603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6" name="TextBox 89">
              <a:extLst>
                <a:ext uri="{FF2B5EF4-FFF2-40B4-BE49-F238E27FC236}">
                  <ns2:creationId id="{7EF46465-4B3F-6809-D6D4-CA1B1069EA98}"/>
                </a:ext>
              </a:extLst>
            </p:cNvPr>
            <p:cNvSpPr txBox="1"/>
            <p:nvPr/>
          </p:nvSpPr>
          <p:spPr>
            <a:xfrm>
              <a:off x="8380629" y="315603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8" name="TextBox 89">
              <a:extLst>
                <a:ext uri="{FF2B5EF4-FFF2-40B4-BE49-F238E27FC236}">
                  <ns2:creationId id="{B395EE32-E24C-D095-D592-90EA3A9AC6B3}"/>
                </a:ext>
              </a:extLst>
            </p:cNvPr>
            <p:cNvSpPr txBox="1"/>
            <p:nvPr/>
          </p:nvSpPr>
          <p:spPr>
            <a:xfrm>
              <a:off x="9156433" y="315603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0" name="TextBox 89">
              <a:extLst>
                <a:ext uri="{FF2B5EF4-FFF2-40B4-BE49-F238E27FC236}">
                  <ns2:creationId id="{07B93037-2102-7E0B-DE38-25756EE34F1A}"/>
                </a:ext>
              </a:extLst>
            </p:cNvPr>
            <p:cNvSpPr txBox="1"/>
            <p:nvPr/>
          </p:nvSpPr>
          <p:spPr>
            <a:xfrm>
              <a:off x="10034285" y="315603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2" name="TextBox 89">
              <a:extLst>
                <a:ext uri="{FF2B5EF4-FFF2-40B4-BE49-F238E27FC236}">
                  <ns2:creationId id="{6EDC8DD7-8652-60BD-F746-C7659DA599E0}"/>
                </a:ext>
              </a:extLst>
            </p:cNvPr>
            <p:cNvSpPr txBox="1"/>
            <p:nvPr/>
          </p:nvSpPr>
          <p:spPr>
            <a:xfrm>
              <a:off x="11009375" y="315603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C00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424" name="TextBox 89">
              <a:extLst>
                <a:ext uri="{FF2B5EF4-FFF2-40B4-BE49-F238E27FC236}">
                  <ns2:creationId id="{2A3193B3-9BCB-9F3B-DB38-E6B5E9E778CF}"/>
                </a:ext>
              </a:extLst>
            </p:cNvPr>
            <p:cNvSpPr txBox="1"/>
            <p:nvPr/>
          </p:nvSpPr>
          <p:spPr>
            <a:xfrm>
              <a:off x="7199752" y="262982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6" name="TextBox 89">
              <a:extLst>
                <a:ext uri="{FF2B5EF4-FFF2-40B4-BE49-F238E27FC236}">
                  <ns2:creationId id="{F4AE93A6-1E30-6E91-EF32-96ED41E42E38}"/>
                </a:ext>
              </a:extLst>
            </p:cNvPr>
            <p:cNvSpPr txBox="1"/>
            <p:nvPr/>
          </p:nvSpPr>
          <p:spPr>
            <a:xfrm>
              <a:off x="8380629" y="262982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8" name="TextBox 89">
              <a:extLst>
                <a:ext uri="{FF2B5EF4-FFF2-40B4-BE49-F238E27FC236}">
                  <ns2:creationId id="{2B04C344-5C57-8EA2-7615-F8AEF1B6C987}"/>
                </a:ext>
              </a:extLst>
            </p:cNvPr>
            <p:cNvSpPr txBox="1"/>
            <p:nvPr/>
          </p:nvSpPr>
          <p:spPr>
            <a:xfrm>
              <a:off x="9156433" y="262982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0" name="TextBox 89">
              <a:extLst>
                <a:ext uri="{FF2B5EF4-FFF2-40B4-BE49-F238E27FC236}">
                  <ns2:creationId id="{604A209F-EE5B-BDB7-3408-DA925668F84E}"/>
                </a:ext>
              </a:extLst>
            </p:cNvPr>
            <p:cNvSpPr txBox="1"/>
            <p:nvPr/>
          </p:nvSpPr>
          <p:spPr>
            <a:xfrm>
              <a:off x="10034285" y="262982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2" name="TextBox 89">
              <a:extLst>
                <a:ext uri="{FF2B5EF4-FFF2-40B4-BE49-F238E27FC236}">
                  <ns2:creationId id="{D3088205-5951-440D-68D6-D7DBD8003277}"/>
                </a:ext>
              </a:extLst>
            </p:cNvPr>
            <p:cNvSpPr txBox="1"/>
            <p:nvPr/>
          </p:nvSpPr>
          <p:spPr>
            <a:xfrm>
              <a:off x="11009375" y="262982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33" name="TextBox 89">
              <a:extLst>
                <a:ext uri="{FF2B5EF4-FFF2-40B4-BE49-F238E27FC236}">
                  <ns2:creationId id="{7F800928-572C-BC54-E9C5-759E3ACEF96D}"/>
                </a:ext>
              </a:extLst>
            </p:cNvPr>
            <p:cNvSpPr txBox="1"/>
            <p:nvPr/>
          </p:nvSpPr>
          <p:spPr>
            <a:xfrm>
              <a:off x="7199752" y="2892928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4" name="TextBox 89">
              <a:extLst>
                <a:ext uri="{FF2B5EF4-FFF2-40B4-BE49-F238E27FC236}">
                  <ns2:creationId id="{19205167-73B4-D2E7-7759-F68371D17BAE}"/>
                </a:ext>
              </a:extLst>
            </p:cNvPr>
            <p:cNvSpPr txBox="1"/>
            <p:nvPr/>
          </p:nvSpPr>
          <p:spPr>
            <a:xfrm>
              <a:off x="8380629" y="289292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5" name="TextBox 89">
              <a:extLst>
                <a:ext uri="{FF2B5EF4-FFF2-40B4-BE49-F238E27FC236}">
                  <ns2:creationId id="{45860E28-72C7-8E2F-B14D-E43427FB3611}"/>
                </a:ext>
              </a:extLst>
            </p:cNvPr>
            <p:cNvSpPr txBox="1"/>
            <p:nvPr/>
          </p:nvSpPr>
          <p:spPr>
            <a:xfrm>
              <a:off x="9156433" y="289292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6" name="TextBox 89">
              <a:extLst>
                <a:ext uri="{FF2B5EF4-FFF2-40B4-BE49-F238E27FC236}">
                  <ns2:creationId id="{50A46F2F-CB49-7A31-6225-42CD3ED72A30}"/>
                </a:ext>
              </a:extLst>
            </p:cNvPr>
            <p:cNvSpPr txBox="1"/>
            <p:nvPr/>
          </p:nvSpPr>
          <p:spPr>
            <a:xfrm>
              <a:off x="10034285" y="289292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7" name="TextBox 89">
              <a:extLst>
                <a:ext uri="{FF2B5EF4-FFF2-40B4-BE49-F238E27FC236}">
                  <ns2:creationId id="{198C7FA0-4DE0-39AF-487A-2B95E21DB8DB}"/>
                </a:ext>
              </a:extLst>
            </p:cNvPr>
            <p:cNvSpPr txBox="1"/>
            <p:nvPr/>
          </p:nvSpPr>
          <p:spPr>
            <a:xfrm>
              <a:off x="11009375" y="2892928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9607D59E-1A88-C2FC-9442-7D5B0942F889}"/>
                </a:ext>
              </a:extLst>
            </p:cNvPr>
            <p:cNvGrpSpPr/>
            <p:nvPr/>
          </p:nvGrpSpPr>
          <p:grpSpPr>
            <a:xfrm>
              <a:off x="7199752" y="2875670"/>
              <a:ext cx="4657285" cy="1844025"/>
              <a:chOff x="7199752" y="2875670"/>
              <a:chExt cx="4657285" cy="1844025"/>
            </a:xfrm>
          </p:grpSpPr>
          <p:cxnSp>
            <p:nvCxnSpPr>
              <p:cNvPr id="449" name="直線コネクタ 448">
                <a:extLst>
                  <a:ext uri="{FF2B5EF4-FFF2-40B4-BE49-F238E27FC236}">
                    <ns2:creationId id="{06F780C4-E006-3E9E-550E-C954D1B55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71835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30E2D5D4-8919-4D28-E62D-139C3B3A75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71854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5EF161F0-204F-2338-46BD-7EAEAC296F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67406" y="4717386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A4761E19-9127-085A-CACD-C73ADE33FD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71854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ns2:creationId id="{109576C9-B2C6-386C-A108-7B1DD2871E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71854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ns2:creationId id="{39FF2C7E-2B67-5075-B20D-741DC027B7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45537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ns2:creationId id="{CBBF3D27-E202-A944-2101-B34B8F65C4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45543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EC44C2E2-D296-0527-7B29-13C365CF6CD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454284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4" name="直線コネクタ 543">
                <a:extLst>
                  <a:ext uri="{FF2B5EF4-FFF2-40B4-BE49-F238E27FC236}">
                    <ns2:creationId id="{6447E35D-F623-EE60-DD96-F267B6B87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45543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5" name="直線コネクタ 544">
                <a:extLst>
                  <a:ext uri="{FF2B5EF4-FFF2-40B4-BE49-F238E27FC236}">
                    <ns2:creationId id="{3ADB59CA-3660-799C-9C9D-E6EC3CE68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45543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E794E010-57BD-FE4F-3FB2-89A7ABB2103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192275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87856A09-3308-9C5B-46DE-93DC47441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19233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" name="直線コネクタ 552">
                <a:extLst>
                  <a:ext uri="{FF2B5EF4-FFF2-40B4-BE49-F238E27FC236}">
                    <ns2:creationId id="{86118ADF-C9A0-0281-D945-4541F84AC1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19118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直線コネクタ 553">
                <a:extLst>
                  <a:ext uri="{FF2B5EF4-FFF2-40B4-BE49-F238E27FC236}">
                    <ns2:creationId id="{F5AE145F-5F31-F7B5-CEB1-25A80057AF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19233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直線コネクタ 554">
                <a:extLst>
                  <a:ext uri="{FF2B5EF4-FFF2-40B4-BE49-F238E27FC236}">
                    <ns2:creationId id="{1024603C-8D3B-CEE8-8E82-A4AB98BABD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19233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コネクタ 555">
                <a:extLst>
                  <a:ext uri="{FF2B5EF4-FFF2-40B4-BE49-F238E27FC236}">
                    <ns2:creationId id="{980333EC-9DCE-9484-8114-C226A65E65B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92917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直線コネクタ 556">
                <a:extLst>
                  <a:ext uri="{FF2B5EF4-FFF2-40B4-BE49-F238E27FC236}">
                    <ns2:creationId id="{8974CC31-6490-4F07-099F-0C50CA39B5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929234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直線コネクタ 557">
                <a:extLst>
                  <a:ext uri="{FF2B5EF4-FFF2-40B4-BE49-F238E27FC236}">
                    <ns2:creationId id="{1DC4861C-E100-76E0-7452-916B0EFE07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92808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9" name="直線コネクタ 558">
                <a:extLst>
                  <a:ext uri="{FF2B5EF4-FFF2-40B4-BE49-F238E27FC236}">
                    <ns2:creationId id="{FE2EF306-8CAA-03D7-B040-E9F761EE12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929234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直線コネクタ 559">
                <a:extLst>
                  <a:ext uri="{FF2B5EF4-FFF2-40B4-BE49-F238E27FC236}">
                    <ns2:creationId id="{70327E40-A9DA-585D-9E2D-17A03E7A9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929234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直線コネクタ 560">
                <a:extLst>
                  <a:ext uri="{FF2B5EF4-FFF2-40B4-BE49-F238E27FC236}">
                    <ns2:creationId id="{EF4C75C4-9785-A552-345C-DD3591C06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666069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2" name="直線コネクタ 561">
                <a:extLst>
                  <a:ext uri="{FF2B5EF4-FFF2-40B4-BE49-F238E27FC236}">
                    <ns2:creationId id="{11E4BB88-05C7-8F98-B689-EB7A6C0C8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66613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直線コネクタ 562">
                <a:extLst>
                  <a:ext uri="{FF2B5EF4-FFF2-40B4-BE49-F238E27FC236}">
                    <ns2:creationId id="{534DA083-DB8F-EEE3-8CA9-1169822CF9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664977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4" name="直線コネクタ 563">
                <a:extLst>
                  <a:ext uri="{FF2B5EF4-FFF2-40B4-BE49-F238E27FC236}">
                    <ns2:creationId id="{C8473602-C561-E005-9794-C5D8AFD3C8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66613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直線コネクタ 564">
                <a:extLst>
                  <a:ext uri="{FF2B5EF4-FFF2-40B4-BE49-F238E27FC236}">
                    <ns2:creationId id="{95418629-8E45-2F82-8CE5-8FAA61CAE4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66613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直線コネクタ 565">
                <a:extLst>
                  <a:ext uri="{FF2B5EF4-FFF2-40B4-BE49-F238E27FC236}">
                    <ns2:creationId id="{2AA2B767-CF42-79E3-EF9B-065D1BC7E94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40296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直線コネクタ 566">
                <a:extLst>
                  <a:ext uri="{FF2B5EF4-FFF2-40B4-BE49-F238E27FC236}">
                    <ns2:creationId id="{3F103069-5F34-0C44-75A1-78D12F964E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02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直線コネクタ 567">
                <a:extLst>
                  <a:ext uri="{FF2B5EF4-FFF2-40B4-BE49-F238E27FC236}">
                    <ns2:creationId id="{8B4DFF16-7279-718C-BBC6-B2F30174A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1875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直線コネクタ 568">
                <a:extLst>
                  <a:ext uri="{FF2B5EF4-FFF2-40B4-BE49-F238E27FC236}">
                    <ns2:creationId id="{3A68F7F5-12A3-F617-E440-FC5A3360E3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02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直線コネクタ 569">
                <a:extLst>
                  <a:ext uri="{FF2B5EF4-FFF2-40B4-BE49-F238E27FC236}">
                    <ns2:creationId id="{5C82B37F-1EA5-BFDE-C5B3-A83439463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02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" name="直線コネクタ 570">
                <a:extLst>
                  <a:ext uri="{FF2B5EF4-FFF2-40B4-BE49-F238E27FC236}">
                    <ns2:creationId id="{2587B829-344D-8539-910E-4F81958AB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58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" name="直線コネクタ 571">
                <a:extLst>
                  <a:ext uri="{FF2B5EF4-FFF2-40B4-BE49-F238E27FC236}">
                    <ns2:creationId id="{EE2D881D-76C7-609D-2DC3-DCD70B10EB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2433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3" name="直線コネクタ 572">
                <a:extLst>
                  <a:ext uri="{FF2B5EF4-FFF2-40B4-BE49-F238E27FC236}">
                    <ns2:creationId id="{52A8EAE9-4E01-098E-A66D-ABCD8D4CF7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58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直線コネクタ 573">
                <a:extLst>
                  <a:ext uri="{FF2B5EF4-FFF2-40B4-BE49-F238E27FC236}">
                    <ns2:creationId id="{1EAD9384-5D4D-DE48-D44D-645EA14C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58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5" name="直線コネクタ 574">
                <a:extLst>
                  <a:ext uri="{FF2B5EF4-FFF2-40B4-BE49-F238E27FC236}">
                    <ns2:creationId id="{BEC009CC-16A3-C283-BE89-6E7482E881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13986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7CBE8DA3-CA3F-44CC-1E96-D8585A1BEE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139926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04B341D1-69A1-2541-3E8D-84AC8E8E81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13877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5A590CAD-5809-41E2-2EDE-5FB044A8B8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139926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9" name="直線コネクタ 578">
                <a:extLst>
                  <a:ext uri="{FF2B5EF4-FFF2-40B4-BE49-F238E27FC236}">
                    <ns2:creationId id="{161D8D84-206C-6AA6-AC8A-3CDB28E89D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139926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7C70F4D9-E5DD-5759-27CF-CCA12F2C3D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287676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1" name="直線コネクタ 580">
                <a:extLst>
                  <a:ext uri="{FF2B5EF4-FFF2-40B4-BE49-F238E27FC236}">
                    <ns2:creationId id="{E6B766E0-D722-CDC5-926E-02630A46A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2876825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DB6F08CE-16D0-81FF-A7A8-6828ACEFA5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287567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2A13C8CB-A639-F740-54AC-19C0E6029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2876825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E1979D9F-9DF4-4962-F02F-2D19D93C03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2876825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7" name="グループ化 46">
            <a:extLst>
              <a:ext uri="{FF2B5EF4-FFF2-40B4-BE49-F238E27FC236}">
                <ns2:creationId id="{94CD7762-F439-6F00-14E7-9BAE38B30F7B}"/>
              </a:ext>
            </a:extLst>
          </p:cNvPr>
          <p:cNvGrpSpPr/>
          <p:nvPr/>
        </p:nvGrpSpPr>
        <p:grpSpPr>
          <a:xfrm>
            <a:off x="6221414" y="5480485"/>
            <a:ext cx="5635624" cy="714577"/>
            <a:chOff x="6221414" y="5480485"/>
            <a:chExt cx="5635624" cy="714577"/>
          </a:xfrm>
        </p:grpSpPr>
        <p:sp>
          <p:nvSpPr>
            <p:cNvPr id="585" name="正方形/長方形 584">
              <a:extLst>
                <a:ext uri="{FF2B5EF4-FFF2-40B4-BE49-F238E27FC236}">
                  <ns2:creationId id="{2234958D-8CBC-A83C-9A12-FAF621E9C4E5}"/>
                </a:ext>
              </a:extLst>
            </p:cNvPr>
            <p:cNvSpPr/>
            <p:nvPr/>
          </p:nvSpPr>
          <p:spPr>
            <a:xfrm>
              <a:off x="6221414" y="5480485"/>
              <a:ext cx="5635624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・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6" name="正方形/長方形 585">
              <a:extLst>
                <a:ext uri="{FF2B5EF4-FFF2-40B4-BE49-F238E27FC236}">
                  <ns2:creationId id="{43724DEA-A098-2C83-7A92-FA7324A8E7B3}"/>
                </a:ext>
              </a:extLst>
            </p:cNvPr>
            <p:cNvSpPr/>
            <p:nvPr/>
          </p:nvSpPr>
          <p:spPr>
            <a:xfrm>
              <a:off x="6468747" y="5876725"/>
              <a:ext cx="2163510" cy="3183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9" name="二等辺三角形 598">
              <a:extLst>
                <a:ext uri="{FF2B5EF4-FFF2-40B4-BE49-F238E27FC236}">
                  <ns2:creationId id="{E6A8234D-6E53-2193-D341-6DD89FAC7F59}"/>
                </a:ext>
              </a:extLst>
            </p:cNvPr>
            <p:cNvSpPr/>
            <p:nvPr/>
          </p:nvSpPr>
          <p:spPr>
            <a:xfrm rot="5400000">
              <a:off x="6185686" y="5949216"/>
              <a:ext cx="318336" cy="173355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5BAB4F2B-093E-7B89-FD64-C0A766A9C3D7}"/>
              </a:ext>
            </a:extLst>
          </p:cNvPr>
          <p:cNvGrpSpPr/>
          <p:nvPr/>
        </p:nvGrpSpPr>
        <p:grpSpPr>
          <a:xfrm>
            <a:off x="334960" y="3428999"/>
            <a:ext cx="5649735" cy="2090855"/>
            <a:chOff x="334960" y="3381142"/>
            <a:chExt cx="5649735" cy="2395407"/>
          </a:xfrm>
        </p:grpSpPr>
        <p:sp>
          <p:nvSpPr>
            <p:cNvPr id="14" name="正方形/長方形 13">
              <a:extLst>
                <a:ext uri="{FF2B5EF4-FFF2-40B4-BE49-F238E27FC236}">
                  <ns2:creationId id="{DD43E46B-408B-6E8F-3C21-2443B3C452E5}"/>
                </a:ext>
              </a:extLst>
            </p:cNvPr>
            <p:cNvSpPr/>
            <p:nvPr/>
          </p:nvSpPr>
          <p:spPr>
            <a:xfrm>
              <a:off x="2247938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E27F204B-04D6-C087-47B7-71F2672E25ED}"/>
                </a:ext>
              </a:extLst>
            </p:cNvPr>
            <p:cNvSpPr/>
            <p:nvPr/>
          </p:nvSpPr>
          <p:spPr>
            <a:xfrm>
              <a:off x="2247938" y="3772984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9FE23053-9198-C811-EAB9-33DFECA9AF99}"/>
                </a:ext>
              </a:extLst>
            </p:cNvPr>
            <p:cNvSpPr/>
            <p:nvPr/>
          </p:nvSpPr>
          <p:spPr>
            <a:xfrm>
              <a:off x="2247938" y="4188437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A95EDC-4C00-1382-003C-7CC0ECBBD4BA}"/>
                </a:ext>
              </a:extLst>
            </p:cNvPr>
            <p:cNvSpPr/>
            <p:nvPr/>
          </p:nvSpPr>
          <p:spPr>
            <a:xfrm>
              <a:off x="2247938" y="4603890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FC7EE961-2B8E-217F-26F1-56208D92D701}"/>
                </a:ext>
              </a:extLst>
            </p:cNvPr>
            <p:cNvSpPr/>
            <p:nvPr/>
          </p:nvSpPr>
          <p:spPr>
            <a:xfrm>
              <a:off x="2247938" y="5019343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DFD51E14-358C-0C55-ACCD-D1C69C430BF4}"/>
                </a:ext>
              </a:extLst>
            </p:cNvPr>
            <p:cNvSpPr/>
            <p:nvPr/>
          </p:nvSpPr>
          <p:spPr>
            <a:xfrm>
              <a:off x="334961" y="3772984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7F4C905-AF56-6014-8425-22D331F2DC2F}"/>
                </a:ext>
              </a:extLst>
            </p:cNvPr>
            <p:cNvSpPr/>
            <p:nvPr/>
          </p:nvSpPr>
          <p:spPr>
            <a:xfrm>
              <a:off x="334960" y="4188437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DA59926-A7D9-51DA-5C6E-6A7D030ED65C}"/>
                </a:ext>
              </a:extLst>
            </p:cNvPr>
            <p:cNvSpPr/>
            <p:nvPr/>
          </p:nvSpPr>
          <p:spPr>
            <a:xfrm>
              <a:off x="334960" y="4603890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791B2F52-238C-5481-2850-A2B560F86A6F}"/>
                </a:ext>
              </a:extLst>
            </p:cNvPr>
            <p:cNvSpPr/>
            <p:nvPr/>
          </p:nvSpPr>
          <p:spPr>
            <a:xfrm>
              <a:off x="334960" y="5019343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9B6CA247-F85C-A1D4-0A75-732D0DB7F3EB}"/>
                </a:ext>
              </a:extLst>
            </p:cNvPr>
            <p:cNvSpPr/>
            <p:nvPr/>
          </p:nvSpPr>
          <p:spPr>
            <a:xfrm>
              <a:off x="4158080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D207D68E-0BD0-9ED1-0B56-A53CDBE02388}"/>
                </a:ext>
              </a:extLst>
            </p:cNvPr>
            <p:cNvSpPr/>
            <p:nvPr/>
          </p:nvSpPr>
          <p:spPr>
            <a:xfrm>
              <a:off x="4158080" y="3772984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B57FF426-E3A5-CBEA-66A6-02D341E6F2DF}"/>
                </a:ext>
              </a:extLst>
            </p:cNvPr>
            <p:cNvSpPr/>
            <p:nvPr/>
          </p:nvSpPr>
          <p:spPr>
            <a:xfrm>
              <a:off x="4158079" y="4188437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6EA306F0-205C-B46A-1B1E-6C8EB7029095}"/>
                </a:ext>
              </a:extLst>
            </p:cNvPr>
            <p:cNvSpPr/>
            <p:nvPr/>
          </p:nvSpPr>
          <p:spPr>
            <a:xfrm>
              <a:off x="4158079" y="4603890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490A4603-F402-A886-EBA7-1559EEDDDD8D}"/>
                </a:ext>
              </a:extLst>
            </p:cNvPr>
            <p:cNvSpPr/>
            <p:nvPr/>
          </p:nvSpPr>
          <p:spPr>
            <a:xfrm>
              <a:off x="4158079" y="5019343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5E3F0B2-D4BB-F5C2-FD4C-07068ADE1A11}"/>
                </a:ext>
              </a:extLst>
            </p:cNvPr>
            <p:cNvSpPr/>
            <p:nvPr/>
          </p:nvSpPr>
          <p:spPr>
            <a:xfrm>
              <a:off x="2247938" y="5434795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0740206-FB0E-29A6-64B0-A36223DB2258}"/>
                </a:ext>
              </a:extLst>
            </p:cNvPr>
            <p:cNvSpPr/>
            <p:nvPr/>
          </p:nvSpPr>
          <p:spPr>
            <a:xfrm>
              <a:off x="334960" y="5434795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1657E71-19C7-D86F-6CF5-AE9A898D1B62}"/>
                </a:ext>
              </a:extLst>
            </p:cNvPr>
            <p:cNvSpPr/>
            <p:nvPr/>
          </p:nvSpPr>
          <p:spPr>
            <a:xfrm>
              <a:off x="4158079" y="5434795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7" name="正方形/長方形 586">
              <a:extLst>
                <a:ext uri="{FF2B5EF4-FFF2-40B4-BE49-F238E27FC236}">
                  <ns2:creationId id="{CAFF01B4-3053-9389-77F6-63B3F8E05146}"/>
                </a:ext>
              </a:extLst>
            </p:cNvPr>
            <p:cNvSpPr/>
            <p:nvPr/>
          </p:nvSpPr>
          <p:spPr>
            <a:xfrm>
              <a:off x="2247938" y="3772984"/>
              <a:ext cx="3735341" cy="341754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3" name="直線コネクタ 612">
              <a:extLst>
                <a:ext uri="{FF2B5EF4-FFF2-40B4-BE49-F238E27FC236}">
                  <ns2:creationId id="{7FF1CC56-B660-85D8-B06F-5D8D4328CFE7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ns2:creationId id="{D27CEDF5-F381-E9AC-67D6-C85C3212567C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ns2:creationId id="{72D3CAF9-5C1A-707D-22FA-8F0861F9791F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ns2:creationId id="{F799A591-9A0B-F268-F9A4-884D3EE0B0A1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ns2:creationId id="{8C9A9C2A-DB7B-2D42-A05B-BE69A26C23A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3CC0F558-48E6-D7C8-E101-84BDF2E07E3F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2BA864DC-04FF-3D51-3B0F-0D403D54BD70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31EF7F84-4686-79FA-AC51-5CA825112EF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35148551"/>
      </p:ext>
    </p:extLst>
  </p:cSld>
  <p:clrMapOvr>
    <a:masterClrMapping/>
  </p:clrMapOvr>
</p:sld>
</file>

<file path=ppt/slides/slide4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177FE3F1-F8FA-5C12-E630-265F6FF5AA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C4DDD1E-1B6D-6E4E-FCBC-5DEE02E3A4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FC16B10-94AD-8B38-F5B9-064966AA2E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0197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9" name="グループ化 78">
            <a:extLst>
              <a:ext uri="{FF2B5EF4-FFF2-40B4-BE49-F238E27FC236}">
                <ns2:creationId id="{D9056D99-078A-9D8A-E12C-A4E01DC4F78E}"/>
              </a:ext>
            </a:extLst>
          </p:cNvPr>
          <p:cNvGrpSpPr/>
          <p:nvPr/>
        </p:nvGrpSpPr>
        <p:grpSpPr>
          <a:xfrm>
            <a:off x="336909" y="1718530"/>
            <a:ext cx="5760001" cy="4589546"/>
            <a:chOff x="336909" y="1718530"/>
            <a:chExt cx="5760001" cy="4589546"/>
          </a:xfrm>
        </p:grpSpPr>
        <p:sp>
          <p:nvSpPr>
            <p:cNvPr id="63" name="テキスト ボックス 62">
              <a:extLst>
                <a:ext uri="{FF2B5EF4-FFF2-40B4-BE49-F238E27FC236}">
                  <ns2:creationId id="{4070501B-596A-82BD-6FED-ABCAFF970C69}"/>
                </a:ext>
              </a:extLst>
            </p:cNvPr>
            <p:cNvSpPr txBox="1"/>
            <p:nvPr/>
          </p:nvSpPr>
          <p:spPr>
            <a:xfrm>
              <a:off x="336910" y="1718530"/>
              <a:ext cx="5760000" cy="360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0000"/>
              </a:srgbClr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>
                  <a:solidFill>
                    <a:schemeClr val="bg1"/>
                  </a:solidFill>
                </a:rPr>
                <a:t>XX</a:t>
              </a:r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A5CBE578-3E5F-971E-68A1-0B9A6EC77EE1}"/>
                </a:ext>
              </a:extLst>
            </p:cNvPr>
            <p:cNvSpPr/>
            <p:nvPr/>
          </p:nvSpPr>
          <p:spPr>
            <a:xfrm>
              <a:off x="336909" y="2078528"/>
              <a:ext cx="568109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DX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lang="en-US" altLang="ja-JP" sz="1400">
                <a:solidFill>
                  <a:srgbClr val="008000"/>
                </a:solidFill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A2E9DB10-35ED-A54D-2D53-11C6927E0DFA}"/>
                </a:ext>
              </a:extLst>
            </p:cNvPr>
            <p:cNvSpPr/>
            <p:nvPr/>
          </p:nvSpPr>
          <p:spPr>
            <a:xfrm>
              <a:off x="336910" y="2659199"/>
              <a:ext cx="2772000" cy="100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34CA0D91-DDAC-8FB4-9464-DE68CDFF3835}"/>
                </a:ext>
              </a:extLst>
            </p:cNvPr>
            <p:cNvSpPr/>
            <p:nvPr/>
          </p:nvSpPr>
          <p:spPr>
            <a:xfrm>
              <a:off x="3498006" y="2659199"/>
              <a:ext cx="2520000" cy="118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en-US" altLang="ja-JP" sz="11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C25F1974-6745-053E-A8CC-E0EF13BE72D3}"/>
                </a:ext>
              </a:extLst>
            </p:cNvPr>
            <p:cNvSpPr/>
            <p:nvPr/>
          </p:nvSpPr>
          <p:spPr>
            <a:xfrm>
              <a:off x="3498006" y="3997638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de-DE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44D30F57-9B72-6A58-E19F-1060AC0529E3}"/>
                </a:ext>
              </a:extLst>
            </p:cNvPr>
            <p:cNvSpPr/>
            <p:nvPr/>
          </p:nvSpPr>
          <p:spPr>
            <a:xfrm>
              <a:off x="3498006" y="5228076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prstClr val="black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>
                <a:solidFill>
                  <a:prstClr val="black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919D018D-B72A-8CC7-009B-02ED965AE99D}"/>
                </a:ext>
              </a:extLst>
            </p:cNvPr>
            <p:cNvGrpSpPr/>
            <p:nvPr/>
          </p:nvGrpSpPr>
          <p:grpSpPr>
            <a:xfrm>
              <a:off x="336910" y="4730084"/>
              <a:ext cx="2772000" cy="1573385"/>
              <a:chOff x="336910" y="4735340"/>
              <a:chExt cx="2772000" cy="1573385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F2C50624-5C55-8696-EA93-82418D513884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D928F510-7D5B-32FF-F23F-6347E6B547B1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180A3886-C3B8-E906-A965-9F42A0EAF510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602D6A1-B943-82A8-F932-0D314AA104A2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F43AAFB0-1415-A3B8-BCCC-F5DD7418328C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05EF73E-3690-BF09-532A-0D6E571E566D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0" name="グループ化 59">
              <a:extLst>
                <a:ext uri="{FF2B5EF4-FFF2-40B4-BE49-F238E27FC236}">
                  <ns2:creationId id="{55F13798-418F-93A7-CB71-16C53AD2BDE7}"/>
                </a:ext>
              </a:extLst>
            </p:cNvPr>
            <p:cNvGrpSpPr/>
            <p:nvPr/>
          </p:nvGrpSpPr>
          <p:grpSpPr>
            <a:xfrm>
              <a:off x="1614910" y="3697269"/>
              <a:ext cx="216000" cy="1008000"/>
              <a:chOff x="1614910" y="3697269"/>
              <a:chExt cx="216000" cy="1008000"/>
            </a:xfrm>
          </p:grpSpPr>
          <p:sp>
            <p:nvSpPr>
              <p:cNvPr id="12" name="六角形 11">
                <a:extLst>
                  <a:ext uri="{FF2B5EF4-FFF2-40B4-BE49-F238E27FC236}">
                    <ns2:creationId id="{682A9E56-BE96-0434-7178-EC8027B6334F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1B6BF25-71EE-0010-65B7-B17B0D9FE9A7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8" name="コネクタ: カギ線 27">
              <a:extLst>
                <a:ext uri="{FF2B5EF4-FFF2-40B4-BE49-F238E27FC236}">
                  <ns2:creationId id="{A5D162B3-E269-CA9B-B9AA-81D001F89756}"/>
                </a:ext>
              </a:extLst>
            </p:cNvPr>
            <p:cNvCxnSpPr>
              <a:cxnSpLocks/>
              <a:stCxn id="26" idx="3"/>
              <a:endCxn id="17" idx="1"/>
            </p:cNvCxnSpPr>
            <p:nvPr/>
          </p:nvCxnSpPr>
          <p:spPr>
            <a:xfrm>
              <a:off x="1830910" y="4201269"/>
              <a:ext cx="1667096" cy="1566807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DA859C1F-03F2-606C-0ADD-CD6A0A7E584E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 flipV="1">
              <a:off x="1830910" y="3253199"/>
              <a:ext cx="1667096" cy="955007"/>
            </a:xfrm>
            <a:prstGeom prst="bentConnector3">
              <a:avLst>
                <a:gd name="adj1" fmla="val 87052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18B31F92-8227-D9DD-0073-1EDF83B53209}"/>
                </a:ext>
              </a:extLst>
            </p:cNvPr>
            <p:cNvCxnSpPr>
              <a:cxnSpLocks/>
              <a:stCxn id="26" idx="3"/>
              <a:endCxn id="16" idx="1"/>
            </p:cNvCxnSpPr>
            <p:nvPr/>
          </p:nvCxnSpPr>
          <p:spPr>
            <a:xfrm>
              <a:off x="1830910" y="4201269"/>
              <a:ext cx="1667096" cy="336369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グループ化 79">
            <a:extLst>
              <a:ext uri="{FF2B5EF4-FFF2-40B4-BE49-F238E27FC236}">
                <ns2:creationId id="{AC854722-AF4B-88A1-9D58-46F5E4A4CEFB}"/>
              </a:ext>
            </a:extLst>
          </p:cNvPr>
          <p:cNvGrpSpPr/>
          <p:nvPr/>
        </p:nvGrpSpPr>
        <p:grpSpPr>
          <a:xfrm>
            <a:off x="6097963" y="1718530"/>
            <a:ext cx="5760000" cy="4589545"/>
            <a:chOff x="6097963" y="1718530"/>
            <a:chExt cx="5760000" cy="4589545"/>
          </a:xfrm>
        </p:grpSpPr>
        <p:sp>
          <p:nvSpPr>
            <p:cNvPr id="38" name="正方形/長方形 37">
              <a:extLst>
                <a:ext uri="{FF2B5EF4-FFF2-40B4-BE49-F238E27FC236}">
                  <ns2:creationId id="{11875DF5-9125-2947-207D-021FC778E288}"/>
                </a:ext>
              </a:extLst>
            </p:cNvPr>
            <p:cNvSpPr/>
            <p:nvPr/>
          </p:nvSpPr>
          <p:spPr>
            <a:xfrm>
              <a:off x="6173996" y="265919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2C6F05CA-00AD-E1C3-5462-3CCEFDAE71E1}"/>
                </a:ext>
              </a:extLst>
            </p:cNvPr>
            <p:cNvSpPr txBox="1"/>
            <p:nvPr/>
          </p:nvSpPr>
          <p:spPr>
            <a:xfrm>
              <a:off x="6097963" y="1718530"/>
              <a:ext cx="5760000" cy="360000"/>
            </a:xfrm>
            <a:prstGeom prst="chevron">
              <a:avLst>
                <a:gd name="adj" fmla="val 23315"/>
              </a:avLst>
            </a:prstGeom>
            <a:solidFill>
              <a:srgbClr val="008000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0AFBCA50-004D-42D5-EA1B-2296346D351D}"/>
                </a:ext>
              </a:extLst>
            </p:cNvPr>
            <p:cNvSpPr/>
            <p:nvPr/>
          </p:nvSpPr>
          <p:spPr>
            <a:xfrm>
              <a:off x="9387923" y="2659199"/>
              <a:ext cx="2340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0456185D-B478-4115-8F4D-B72495E5BEF6}"/>
                </a:ext>
              </a:extLst>
            </p:cNvPr>
            <p:cNvSpPr/>
            <p:nvPr/>
          </p:nvSpPr>
          <p:spPr>
            <a:xfrm>
              <a:off x="9387923" y="3997637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8A8DBFE-9DB5-83DB-EDC6-6D02EA48718B}"/>
                </a:ext>
              </a:extLst>
            </p:cNvPr>
            <p:cNvSpPr/>
            <p:nvPr/>
          </p:nvSpPr>
          <p:spPr>
            <a:xfrm>
              <a:off x="9387924" y="5228075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546B4EBD-DF22-01DB-F42C-9A5A6BC3039E}"/>
                </a:ext>
              </a:extLst>
            </p:cNvPr>
            <p:cNvCxnSpPr>
              <a:cxnSpLocks/>
              <a:stCxn id="65" idx="3"/>
              <a:endCxn id="50" idx="1"/>
            </p:cNvCxnSpPr>
            <p:nvPr/>
          </p:nvCxnSpPr>
          <p:spPr>
            <a:xfrm flipV="1">
              <a:off x="7667996" y="3253199"/>
              <a:ext cx="1719927" cy="948070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コネクタ: カギ線 55">
              <a:extLst>
                <a:ext uri="{FF2B5EF4-FFF2-40B4-BE49-F238E27FC236}">
                  <ns2:creationId id="{F99BFC74-6FAE-A37F-70B6-08BDB8658F70}"/>
                </a:ext>
              </a:extLst>
            </p:cNvPr>
            <p:cNvCxnSpPr>
              <a:cxnSpLocks/>
              <a:stCxn id="65" idx="3"/>
              <a:endCxn id="51" idx="1"/>
            </p:cNvCxnSpPr>
            <p:nvPr/>
          </p:nvCxnSpPr>
          <p:spPr>
            <a:xfrm>
              <a:off x="7667996" y="4201269"/>
              <a:ext cx="1719927" cy="336368"/>
            </a:xfrm>
            <a:prstGeom prst="bentConnector3">
              <a:avLst>
                <a:gd name="adj1" fmla="val 8481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48008641-CEE0-6502-4C36-A27B5DCF6EB5}"/>
                </a:ext>
              </a:extLst>
            </p:cNvPr>
            <p:cNvCxnSpPr>
              <a:cxnSpLocks/>
              <a:stCxn id="65" idx="3"/>
              <a:endCxn id="52" idx="1"/>
            </p:cNvCxnSpPr>
            <p:nvPr/>
          </p:nvCxnSpPr>
          <p:spPr>
            <a:xfrm>
              <a:off x="7667996" y="4201269"/>
              <a:ext cx="1719928" cy="1566806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A95BA873-385E-D80A-6190-D375D67045C5}"/>
                </a:ext>
              </a:extLst>
            </p:cNvPr>
            <p:cNvSpPr/>
            <p:nvPr/>
          </p:nvSpPr>
          <p:spPr>
            <a:xfrm>
              <a:off x="6173995" y="2078529"/>
              <a:ext cx="568396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60FF79AD-B335-917A-44A8-2181DBC92447}"/>
                </a:ext>
              </a:extLst>
            </p:cNvPr>
            <p:cNvGrpSpPr/>
            <p:nvPr/>
          </p:nvGrpSpPr>
          <p:grpSpPr>
            <a:xfrm>
              <a:off x="6173994" y="4730084"/>
              <a:ext cx="2772000" cy="1573385"/>
              <a:chOff x="336910" y="4735340"/>
              <a:chExt cx="2772000" cy="157338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6E396F31-E033-D7D6-9FF1-36E73BF3EC91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92A20D4-48D1-8117-2DF7-2D9999070092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A1362E8A-6AA6-02DC-6150-FB688037784F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060AEFD-95D5-ACF9-2270-BA5210F4CCDF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3BEDC2BD-3204-7D90-0CCA-FF855E8F3D7F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B06E0E56-4861-F296-931A-70EA7B0890CA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65E23966-A3F8-5D4C-6CFA-C5CF93DCB725}"/>
                </a:ext>
              </a:extLst>
            </p:cNvPr>
            <p:cNvGrpSpPr/>
            <p:nvPr/>
          </p:nvGrpSpPr>
          <p:grpSpPr>
            <a:xfrm>
              <a:off x="7451996" y="3697269"/>
              <a:ext cx="216000" cy="1008000"/>
              <a:chOff x="1614910" y="3697269"/>
              <a:chExt cx="216000" cy="1008000"/>
            </a:xfrm>
          </p:grpSpPr>
          <p:sp>
            <p:nvSpPr>
              <p:cNvPr id="64" name="六角形 63">
                <a:extLst>
                  <a:ext uri="{FF2B5EF4-FFF2-40B4-BE49-F238E27FC236}">
                    <ns2:creationId id="{E0179688-5198-C873-C0FD-922D893D81C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EB0AE4D-A4CA-ABD6-70A0-31A0F1574BD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598332658"/>
      </p:ext>
    </p:extLst>
  </p:cSld>
  <p:clrMapOvr>
    <a:masterClrMapping/>
  </p:clrMapOvr>
</p:sld>
</file>

<file path=ppt/slides/slide4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6ECE625-98A7-2DC3-865E-74DD67EB6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01470BF-EA6E-D793-A578-9463A82AD7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" name="テキスト ボックス 17">
            <a:extLst>
              <a:ext uri="{FF2B5EF4-FFF2-40B4-BE49-F238E27FC236}">
                <ns2:creationId id="{9E1DA9C3-1B56-0E17-8E58-537F0C51557B}"/>
              </a:ext>
            </a:extLst>
          </p:cNvPr>
          <p:cNvSpPr txBox="1"/>
          <p:nvPr/>
        </p:nvSpPr>
        <p:spPr>
          <a:xfrm>
            <a:off x="334963" y="1762086"/>
            <a:ext cx="3168000" cy="2448000"/>
          </a:xfrm>
          <a:prstGeom prst="roundRect">
            <a:avLst>
              <a:gd name="adj" fmla="val 3676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DX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F1E1716E-DF14-19B7-B928-785DDA97B62C}"/>
              </a:ext>
            </a:extLst>
          </p:cNvPr>
          <p:cNvSpPr/>
          <p:nvPr/>
        </p:nvSpPr>
        <p:spPr>
          <a:xfrm>
            <a:off x="334963" y="4337711"/>
            <a:ext cx="3168000" cy="1980000"/>
          </a:xfrm>
          <a:prstGeom prst="roundRect">
            <a:avLst>
              <a:gd name="adj" fmla="val 4545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lang="en-US" altLang="ja-JP" sz="1600" b="1">
                <a:solidFill>
                  <a:srgbClr val="008000"/>
                </a:solidFill>
                <a:latin typeface="+mn-ea"/>
              </a:rPr>
              <a:t>(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」</a:t>
            </a:r>
            <a:b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lang="ja-JP" altLang="en-US" sz="1400">
                <a:solidFill>
                  <a:prstClr val="black"/>
                </a:solidFill>
                <a:latin typeface="+mn-ea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60" name="グループ化 159">
            <a:extLst>
              <a:ext uri="{FF2B5EF4-FFF2-40B4-BE49-F238E27FC236}">
                <ns2:creationId id="{BF53F75A-1E76-766D-69AF-3633C004F9C5}"/>
              </a:ext>
            </a:extLst>
          </p:cNvPr>
          <p:cNvGrpSpPr/>
          <p:nvPr/>
        </p:nvGrpSpPr>
        <p:grpSpPr>
          <a:xfrm>
            <a:off x="6758247" y="4337710"/>
            <a:ext cx="5098789" cy="2330898"/>
            <a:chOff x="6758247" y="4337710"/>
            <a:chExt cx="5098789" cy="2330898"/>
          </a:xfrm>
        </p:grpSpPr>
        <p:graphicFrame>
          <p:nvGraphicFramePr>
            <p:cNvPr id="38" name="グラフ 37">
              <a:extLst>
                <a:ext uri="{FF2B5EF4-FFF2-40B4-BE49-F238E27FC236}">
                  <ns2:creationId id="{0DF64472-AFC3-6F8F-96D8-0AC99019C58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758247" y="4625709"/>
            <a:ext cx="4336536" cy="2042899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9" name="四角形: 角を丸くする 38">
              <a:extLst>
                <a:ext uri="{FF2B5EF4-FFF2-40B4-BE49-F238E27FC236}">
                  <ns2:creationId id="{04C3C9A5-B8C0-DD9A-CF71-4305BB28265A}"/>
                </a:ext>
              </a:extLst>
            </p:cNvPr>
            <p:cNvSpPr/>
            <p:nvPr/>
          </p:nvSpPr>
          <p:spPr>
            <a:xfrm>
              <a:off x="8394733" y="4779688"/>
              <a:ext cx="648000" cy="194400"/>
            </a:xfrm>
            <a:prstGeom prst="roundRect">
              <a:avLst/>
            </a:prstGeom>
            <a:noFill/>
            <a:ln w="3810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2296" tIns="41148" rIns="82296" bIns="4114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endParaRPr>
            </a:p>
          </p:txBody>
        </p:sp>
        <p:sp>
          <p:nvSpPr>
            <p:cNvPr id="103" name="フリーフォーム: 図形 102">
              <a:extLst>
                <a:ext uri="{FF2B5EF4-FFF2-40B4-BE49-F238E27FC236}">
                  <ns2:creationId id="{83BB759B-3FBD-8749-C6E7-54C24C93B8DC}"/>
                </a:ext>
              </a:extLst>
            </p:cNvPr>
            <p:cNvSpPr/>
            <p:nvPr/>
          </p:nvSpPr>
          <p:spPr>
            <a:xfrm>
              <a:off x="9098414" y="4726692"/>
              <a:ext cx="2159468" cy="486000"/>
            </a:xfrm>
            <a:custGeom>
              <a:avLst/>
              <a:gdLst>
                <a:gd name="connsiteX0" fmla="*/ 466153 w 2159468"/>
                <a:gd name="connsiteY0" fmla="*/ 0 h 486000"/>
                <a:gd name="connsiteX1" fmla="*/ 2069466 w 2159468"/>
                <a:gd name="connsiteY1" fmla="*/ 0 h 486000"/>
                <a:gd name="connsiteX2" fmla="*/ 2159468 w 2159468"/>
                <a:gd name="connsiteY2" fmla="*/ 90002 h 486000"/>
                <a:gd name="connsiteX3" fmla="*/ 2159468 w 2159468"/>
                <a:gd name="connsiteY3" fmla="*/ 395998 h 486000"/>
                <a:gd name="connsiteX4" fmla="*/ 2069466 w 2159468"/>
                <a:gd name="connsiteY4" fmla="*/ 486000 h 486000"/>
                <a:gd name="connsiteX5" fmla="*/ 466153 w 2159468"/>
                <a:gd name="connsiteY5" fmla="*/ 486000 h 486000"/>
                <a:gd name="connsiteX6" fmla="*/ 376151 w 2159468"/>
                <a:gd name="connsiteY6" fmla="*/ 395998 h 486000"/>
                <a:gd name="connsiteX7" fmla="*/ 376151 w 2159468"/>
                <a:gd name="connsiteY7" fmla="*/ 367175 h 486000"/>
                <a:gd name="connsiteX8" fmla="*/ 0 w 2159468"/>
                <a:gd name="connsiteY8" fmla="*/ 208228 h 486000"/>
                <a:gd name="connsiteX9" fmla="*/ 376151 w 2159468"/>
                <a:gd name="connsiteY9" fmla="*/ 204095 h 486000"/>
                <a:gd name="connsiteX10" fmla="*/ 376151 w 2159468"/>
                <a:gd name="connsiteY10" fmla="*/ 90002 h 486000"/>
                <a:gd name="connsiteX11" fmla="*/ 466153 w 2159468"/>
                <a:gd name="connsiteY11" fmla="*/ 0 h 48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9468" h="486000">
                  <a:moveTo>
                    <a:pt x="466153" y="0"/>
                  </a:moveTo>
                  <a:lnTo>
                    <a:pt x="2069466" y="0"/>
                  </a:lnTo>
                  <a:cubicBezTo>
                    <a:pt x="2119173" y="0"/>
                    <a:pt x="2159468" y="40295"/>
                    <a:pt x="2159468" y="90002"/>
                  </a:cubicBezTo>
                  <a:lnTo>
                    <a:pt x="2159468" y="395998"/>
                  </a:lnTo>
                  <a:cubicBezTo>
                    <a:pt x="2159468" y="445705"/>
                    <a:pt x="2119173" y="486000"/>
                    <a:pt x="2069466" y="486000"/>
                  </a:cubicBezTo>
                  <a:lnTo>
                    <a:pt x="466153" y="486000"/>
                  </a:lnTo>
                  <a:cubicBezTo>
                    <a:pt x="416446" y="486000"/>
                    <a:pt x="376151" y="445705"/>
                    <a:pt x="376151" y="395998"/>
                  </a:cubicBezTo>
                  <a:lnTo>
                    <a:pt x="376151" y="367175"/>
                  </a:lnTo>
                  <a:lnTo>
                    <a:pt x="0" y="208228"/>
                  </a:lnTo>
                  <a:lnTo>
                    <a:pt x="376151" y="204095"/>
                  </a:lnTo>
                  <a:lnTo>
                    <a:pt x="376151" y="90002"/>
                  </a:lnTo>
                  <a:cubicBezTo>
                    <a:pt x="376151" y="40295"/>
                    <a:pt x="416446" y="0"/>
                    <a:pt x="466153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648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フリーフォーム: 図形 65">
              <a:extLst>
                <a:ext uri="{FF2B5EF4-FFF2-40B4-BE49-F238E27FC236}">
                  <ns2:creationId id="{A6223BC8-175D-A943-99FC-B68E8AA38F58}"/>
                </a:ext>
              </a:extLst>
            </p:cNvPr>
            <p:cNvSpPr/>
            <p:nvPr/>
          </p:nvSpPr>
          <p:spPr>
            <a:xfrm>
              <a:off x="9922372" y="5995458"/>
              <a:ext cx="1490879" cy="324000"/>
            </a:xfrm>
            <a:custGeom>
              <a:avLst/>
              <a:gdLst>
                <a:gd name="connsiteX0" fmla="*/ 288532 w 1656532"/>
                <a:gd name="connsiteY0" fmla="*/ 0 h 360000"/>
                <a:gd name="connsiteX1" fmla="*/ 1584532 w 1656532"/>
                <a:gd name="connsiteY1" fmla="*/ 0 h 360000"/>
                <a:gd name="connsiteX2" fmla="*/ 1656532 w 1656532"/>
                <a:gd name="connsiteY2" fmla="*/ 72000 h 360000"/>
                <a:gd name="connsiteX3" fmla="*/ 1656532 w 1656532"/>
                <a:gd name="connsiteY3" fmla="*/ 288000 h 360000"/>
                <a:gd name="connsiteX4" fmla="*/ 1584532 w 1656532"/>
                <a:gd name="connsiteY4" fmla="*/ 360000 h 360000"/>
                <a:gd name="connsiteX5" fmla="*/ 288532 w 1656532"/>
                <a:gd name="connsiteY5" fmla="*/ 360000 h 360000"/>
                <a:gd name="connsiteX6" fmla="*/ 216532 w 1656532"/>
                <a:gd name="connsiteY6" fmla="*/ 288000 h 360000"/>
                <a:gd name="connsiteX7" fmla="*/ 216532 w 1656532"/>
                <a:gd name="connsiteY7" fmla="*/ 241855 h 360000"/>
                <a:gd name="connsiteX8" fmla="*/ 0 w 1656532"/>
                <a:gd name="connsiteY8" fmla="*/ 180001 h 360000"/>
                <a:gd name="connsiteX9" fmla="*/ 216532 w 1656532"/>
                <a:gd name="connsiteY9" fmla="*/ 118147 h 360000"/>
                <a:gd name="connsiteX10" fmla="*/ 216532 w 1656532"/>
                <a:gd name="connsiteY10" fmla="*/ 72000 h 360000"/>
                <a:gd name="connsiteX11" fmla="*/ 288532 w 1656532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6532" h="360000">
                  <a:moveTo>
                    <a:pt x="288532" y="0"/>
                  </a:moveTo>
                  <a:lnTo>
                    <a:pt x="1584532" y="0"/>
                  </a:lnTo>
                  <a:cubicBezTo>
                    <a:pt x="1624297" y="0"/>
                    <a:pt x="1656532" y="32235"/>
                    <a:pt x="1656532" y="72000"/>
                  </a:cubicBezTo>
                  <a:lnTo>
                    <a:pt x="1656532" y="288000"/>
                  </a:lnTo>
                  <a:cubicBezTo>
                    <a:pt x="1656532" y="327765"/>
                    <a:pt x="1624297" y="360000"/>
                    <a:pt x="1584532" y="360000"/>
                  </a:cubicBezTo>
                  <a:lnTo>
                    <a:pt x="288532" y="360000"/>
                  </a:lnTo>
                  <a:cubicBezTo>
                    <a:pt x="248767" y="360000"/>
                    <a:pt x="216532" y="327765"/>
                    <a:pt x="216532" y="288000"/>
                  </a:cubicBezTo>
                  <a:lnTo>
                    <a:pt x="216532" y="241855"/>
                  </a:lnTo>
                  <a:lnTo>
                    <a:pt x="0" y="180001"/>
                  </a:lnTo>
                  <a:lnTo>
                    <a:pt x="216532" y="118147"/>
                  </a:lnTo>
                  <a:lnTo>
                    <a:pt x="216532" y="72000"/>
                  </a:lnTo>
                  <a:cubicBezTo>
                    <a:pt x="216532" y="32235"/>
                    <a:pt x="248767" y="0"/>
                    <a:pt x="288532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24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4" name="フリーフォーム: 図形 63">
              <a:extLst>
                <a:ext uri="{FF2B5EF4-FFF2-40B4-BE49-F238E27FC236}">
                  <ns2:creationId id="{81272A0B-706D-6426-ACB7-A14BAB6128D2}"/>
                </a:ext>
              </a:extLst>
            </p:cNvPr>
            <p:cNvSpPr/>
            <p:nvPr/>
          </p:nvSpPr>
          <p:spPr>
            <a:xfrm>
              <a:off x="10228597" y="5442075"/>
              <a:ext cx="1396444" cy="324000"/>
            </a:xfrm>
            <a:custGeom>
              <a:avLst/>
              <a:gdLst>
                <a:gd name="connsiteX0" fmla="*/ 255604 w 1551604"/>
                <a:gd name="connsiteY0" fmla="*/ 0 h 360000"/>
                <a:gd name="connsiteX1" fmla="*/ 1479604 w 1551604"/>
                <a:gd name="connsiteY1" fmla="*/ 0 h 360000"/>
                <a:gd name="connsiteX2" fmla="*/ 1551604 w 1551604"/>
                <a:gd name="connsiteY2" fmla="*/ 72000 h 360000"/>
                <a:gd name="connsiteX3" fmla="*/ 1551604 w 1551604"/>
                <a:gd name="connsiteY3" fmla="*/ 288000 h 360000"/>
                <a:gd name="connsiteX4" fmla="*/ 1479604 w 1551604"/>
                <a:gd name="connsiteY4" fmla="*/ 360000 h 360000"/>
                <a:gd name="connsiteX5" fmla="*/ 255604 w 1551604"/>
                <a:gd name="connsiteY5" fmla="*/ 360000 h 360000"/>
                <a:gd name="connsiteX6" fmla="*/ 183604 w 1551604"/>
                <a:gd name="connsiteY6" fmla="*/ 288000 h 360000"/>
                <a:gd name="connsiteX7" fmla="*/ 183604 w 1551604"/>
                <a:gd name="connsiteY7" fmla="*/ 235887 h 360000"/>
                <a:gd name="connsiteX8" fmla="*/ 0 w 1551604"/>
                <a:gd name="connsiteY8" fmla="*/ 71862 h 360000"/>
                <a:gd name="connsiteX9" fmla="*/ 183604 w 1551604"/>
                <a:gd name="connsiteY9" fmla="*/ 108642 h 360000"/>
                <a:gd name="connsiteX10" fmla="*/ 183604 w 1551604"/>
                <a:gd name="connsiteY10" fmla="*/ 72000 h 360000"/>
                <a:gd name="connsiteX11" fmla="*/ 255604 w 1551604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51604" h="360000">
                  <a:moveTo>
                    <a:pt x="255604" y="0"/>
                  </a:moveTo>
                  <a:lnTo>
                    <a:pt x="1479604" y="0"/>
                  </a:lnTo>
                  <a:cubicBezTo>
                    <a:pt x="1519369" y="0"/>
                    <a:pt x="1551604" y="32235"/>
                    <a:pt x="1551604" y="72000"/>
                  </a:cubicBezTo>
                  <a:lnTo>
                    <a:pt x="1551604" y="288000"/>
                  </a:lnTo>
                  <a:cubicBezTo>
                    <a:pt x="1551604" y="327765"/>
                    <a:pt x="1519369" y="360000"/>
                    <a:pt x="1479604" y="360000"/>
                  </a:cubicBezTo>
                  <a:lnTo>
                    <a:pt x="255604" y="360000"/>
                  </a:lnTo>
                  <a:cubicBezTo>
                    <a:pt x="215839" y="360000"/>
                    <a:pt x="183604" y="327765"/>
                    <a:pt x="183604" y="288000"/>
                  </a:cubicBezTo>
                  <a:lnTo>
                    <a:pt x="183604" y="235887"/>
                  </a:lnTo>
                  <a:lnTo>
                    <a:pt x="0" y="71862"/>
                  </a:lnTo>
                  <a:lnTo>
                    <a:pt x="183604" y="108642"/>
                  </a:lnTo>
                  <a:lnTo>
                    <a:pt x="183604" y="72000"/>
                  </a:lnTo>
                  <a:cubicBezTo>
                    <a:pt x="183604" y="32235"/>
                    <a:pt x="215839" y="0"/>
                    <a:pt x="255604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754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9254381-62DE-BB40-BB66-3B73CE04BAEC}"/>
                </a:ext>
              </a:extLst>
            </p:cNvPr>
            <p:cNvSpPr txBox="1"/>
            <p:nvPr/>
          </p:nvSpPr>
          <p:spPr>
            <a:xfrm>
              <a:off x="7378271" y="4750889"/>
              <a:ext cx="1044000" cy="252000"/>
            </a:xfrm>
            <a:prstGeom prst="rect">
              <a:avLst/>
            </a:prstGeom>
            <a:noFill/>
          </p:spPr>
          <p:txBody>
            <a:bodyPr wrap="square" lIns="82296" tIns="41148" rIns="82296" bIns="41148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F08D5C4F-074E-A1AD-67BB-86FA7043B78E}"/>
                </a:ext>
              </a:extLst>
            </p:cNvPr>
            <p:cNvGrpSpPr/>
            <p:nvPr/>
          </p:nvGrpSpPr>
          <p:grpSpPr>
            <a:xfrm>
              <a:off x="6817036" y="4337710"/>
              <a:ext cx="5040000" cy="288000"/>
              <a:chOff x="371475" y="1160463"/>
              <a:chExt cx="5635625" cy="828675"/>
            </a:xfrm>
          </p:grpSpPr>
          <p:sp>
            <p:nvSpPr>
              <p:cNvPr id="25" name="テキスト ボックス 10">
                <a:extLst>
                  <a:ext uri="{FF2B5EF4-FFF2-40B4-BE49-F238E27FC236}">
                    <ns2:creationId id="{BC843ECC-F467-6346-993E-0ECBBDA875D4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6" name="直線コネクタ 11">
                <a:extLst>
                  <a:ext uri="{FF2B5EF4-FFF2-40B4-BE49-F238E27FC236}">
                    <ns2:creationId id="{0625DD68-E415-59A0-9906-B22DA55C96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グループ化 26">
            <a:extLst>
              <a:ext uri="{FF2B5EF4-FFF2-40B4-BE49-F238E27FC236}">
                <ns2:creationId id="{BF0434C3-732B-21F1-D61B-DA9F4926DFBE}"/>
              </a:ext>
            </a:extLst>
          </p:cNvPr>
          <p:cNvGrpSpPr/>
          <p:nvPr/>
        </p:nvGrpSpPr>
        <p:grpSpPr>
          <a:xfrm>
            <a:off x="3705577" y="4337710"/>
            <a:ext cx="2821386" cy="288000"/>
            <a:chOff x="371475" y="1160463"/>
            <a:chExt cx="5635625" cy="828675"/>
          </a:xfrm>
        </p:grpSpPr>
        <p:sp>
          <p:nvSpPr>
            <p:cNvPr id="28" name="テキスト ボックス 10">
              <a:extLst>
                <a:ext uri="{FF2B5EF4-FFF2-40B4-BE49-F238E27FC236}">
                  <ns2:creationId id="{AE9C8FEA-E1D6-2E55-FB4C-A0289BB6BACD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直線コネクタ 11">
              <a:extLst>
                <a:ext uri="{FF2B5EF4-FFF2-40B4-BE49-F238E27FC236}">
                  <ns2:creationId id="{224B5B16-82CF-72AE-6881-C452264F736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" name="コネクタ: カギ線 58">
            <a:extLst>
              <a:ext uri="{FF2B5EF4-FFF2-40B4-BE49-F238E27FC236}">
                <ns2:creationId id="{1EDA6BBC-BF87-45DD-00A9-7B944A3D320A}"/>
              </a:ext>
            </a:extLst>
          </p:cNvPr>
          <p:cNvCxnSpPr>
            <a:cxnSpLocks/>
            <a:stCxn id="19" idx="3"/>
            <a:endCxn id="25" idx="1"/>
          </p:cNvCxnSpPr>
          <p:nvPr/>
        </p:nvCxnSpPr>
        <p:spPr>
          <a:xfrm flipV="1">
            <a:off x="6346963" y="4481710"/>
            <a:ext cx="470073" cy="342001"/>
          </a:xfrm>
          <a:prstGeom prst="bentConnector3">
            <a:avLst/>
          </a:prstGeom>
          <a:ln w="9525">
            <a:solidFill>
              <a:schemeClr val="tx1"/>
            </a:solidFill>
            <a:headEnd type="oval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乗算記号 66">
            <a:extLst>
              <a:ext uri="{FF2B5EF4-FFF2-40B4-BE49-F238E27FC236}">
                <ns2:creationId id="{448AD933-CF42-AC1C-81D7-793357BDDAE1}"/>
              </a:ext>
            </a:extLst>
          </p:cNvPr>
          <p:cNvSpPr/>
          <p:nvPr/>
        </p:nvSpPr>
        <p:spPr>
          <a:xfrm>
            <a:off x="7769999" y="2626086"/>
            <a:ext cx="720000" cy="720000"/>
          </a:xfrm>
          <a:prstGeom prst="mathMultiply">
            <a:avLst>
              <a:gd name="adj1" fmla="val 16019"/>
            </a:avLst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4" name="直線コネクタ 93">
            <a:extLst>
              <a:ext uri="{FF2B5EF4-FFF2-40B4-BE49-F238E27FC236}">
                <ns2:creationId id="{F74C0061-C465-9B08-457A-F14D94A476C4}"/>
              </a:ext>
            </a:extLst>
          </p:cNvPr>
          <p:cNvCxnSpPr>
            <a:cxnSpLocks/>
          </p:cNvCxnSpPr>
          <p:nvPr/>
        </p:nvCxnSpPr>
        <p:spPr>
          <a:xfrm>
            <a:off x="3574963" y="4273898"/>
            <a:ext cx="828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8" name="グループ化 157">
            <a:extLst>
              <a:ext uri="{FF2B5EF4-FFF2-40B4-BE49-F238E27FC236}">
                <ns2:creationId id="{D315ACA8-F971-1F8A-8A89-9C3ECEE9BA43}"/>
              </a:ext>
            </a:extLst>
          </p:cNvPr>
          <p:cNvGrpSpPr/>
          <p:nvPr/>
        </p:nvGrpSpPr>
        <p:grpSpPr>
          <a:xfrm>
            <a:off x="3705577" y="1762085"/>
            <a:ext cx="3996000" cy="2478601"/>
            <a:chOff x="3705577" y="1762085"/>
            <a:chExt cx="3996000" cy="2478601"/>
          </a:xfrm>
        </p:grpSpPr>
        <p:grpSp>
          <p:nvGrpSpPr>
            <p:cNvPr id="21" name="グループ化 20">
              <a:extLst>
                <a:ext uri="{FF2B5EF4-FFF2-40B4-BE49-F238E27FC236}">
                  <ns2:creationId id="{C6361496-30EC-E161-3339-C8470950AB56}"/>
                </a:ext>
              </a:extLst>
            </p:cNvPr>
            <p:cNvGrpSpPr/>
            <p:nvPr/>
          </p:nvGrpSpPr>
          <p:grpSpPr>
            <a:xfrm>
              <a:off x="3705577" y="1762085"/>
              <a:ext cx="3996000" cy="288000"/>
              <a:chOff x="371475" y="1160463"/>
              <a:chExt cx="5635625" cy="828675"/>
            </a:xfrm>
          </p:grpSpPr>
          <p:sp>
            <p:nvSpPr>
              <p:cNvPr id="22" name="テキスト ボックス 10">
                <a:extLst>
                  <a:ext uri="{FF2B5EF4-FFF2-40B4-BE49-F238E27FC236}">
                    <ns2:creationId id="{A14693DA-63DE-16BC-D0FB-E606E36D807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3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3" name="直線コネクタ 11">
                <a:extLst>
                  <a:ext uri="{FF2B5EF4-FFF2-40B4-BE49-F238E27FC236}">
                    <ns2:creationId id="{792B3BA3-D620-6E9E-399C-BAA659DB5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9C940B1D-5CE4-53EB-F86A-68117FCA3424}"/>
                </a:ext>
              </a:extLst>
            </p:cNvPr>
            <p:cNvGrpSpPr>
              <a:grpSpLocks/>
            </p:cNvGrpSpPr>
            <p:nvPr/>
          </p:nvGrpSpPr>
          <p:grpSpPr>
            <a:xfrm>
              <a:off x="5346919" y="2169980"/>
              <a:ext cx="2296042" cy="2070706"/>
              <a:chOff x="5005755" y="2162213"/>
              <a:chExt cx="2087311" cy="1882460"/>
            </a:xfrm>
          </p:grpSpPr>
          <p:cxnSp>
            <p:nvCxnSpPr>
              <p:cNvPr id="83" name="直線コネクタ 82">
                <a:extLst>
                  <a:ext uri="{FF2B5EF4-FFF2-40B4-BE49-F238E27FC236}">
                    <ns2:creationId id="{9FF67DC9-18C5-C749-41E9-BC7073B737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0240" y="2563033"/>
                <a:ext cx="606848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4CEAD8D-D659-F2B8-EC43-1ED4B79C85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83391" y="2563033"/>
                <a:ext cx="606849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4FE2E260-091B-5039-1D30-83D5EF01A3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3391" y="3609324"/>
                <a:ext cx="121369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Oval 5">
                <a:extLst>
                  <a:ext uri="{FF2B5EF4-FFF2-40B4-BE49-F238E27FC236}">
                    <ns2:creationId id="{7DDE9059-01A3-76E4-6D6F-A5D880A72DC2}"/>
                  </a:ext>
                </a:extLst>
              </p:cNvPr>
              <p:cNvSpPr/>
              <p:nvPr/>
            </p:nvSpPr>
            <p:spPr>
              <a:xfrm>
                <a:off x="5699010" y="2162213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0" rtlCol="0" anchor="b"/>
              <a:lstStyle/>
              <a:p>
                <a:pPr algn="ctr">
                  <a:defRPr/>
                </a:pPr>
                <a:endParaRPr kumimoji="0" lang="en-US" altLang="ja-JP" sz="600" b="1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Oval 7">
                <a:extLst>
                  <a:ext uri="{FF2B5EF4-FFF2-40B4-BE49-F238E27FC236}">
                    <ns2:creationId id="{E508FA3C-251E-099F-97E8-2B75EC817A76}"/>
                  </a:ext>
                </a:extLst>
              </p:cNvPr>
              <p:cNvSpPr/>
              <p:nvPr/>
            </p:nvSpPr>
            <p:spPr>
              <a:xfrm>
                <a:off x="5026630" y="3161037"/>
                <a:ext cx="883636" cy="883636"/>
              </a:xfrm>
              <a:prstGeom prst="ellipse">
                <a:avLst/>
              </a:prstGeom>
              <a:solidFill>
                <a:srgbClr val="7FBF7F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7525" tIns="23763" rIns="47525" bIns="71289" rtlCol="0" anchor="b"/>
              <a:lstStyle/>
              <a:p>
                <a:pPr algn="ctr">
                  <a:defRPr/>
                </a:pPr>
                <a:endParaRPr kumimoji="0" lang="en-US" altLang="ko-KR" sz="661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81" name="Oval 8">
                <a:extLst>
                  <a:ext uri="{FF2B5EF4-FFF2-40B4-BE49-F238E27FC236}">
                    <ns2:creationId id="{CBE4FE86-9F3F-A305-60DE-1F5671780F30}"/>
                  </a:ext>
                </a:extLst>
              </p:cNvPr>
              <p:cNvSpPr/>
              <p:nvPr/>
            </p:nvSpPr>
            <p:spPr>
              <a:xfrm>
                <a:off x="6310606" y="3211625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36000" rtlCol="0" anchor="b"/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CC1C2F7-EA63-22FC-AE85-EB3EBA1BAA1E}"/>
                  </a:ext>
                </a:extLst>
              </p:cNvPr>
              <p:cNvSpPr/>
              <p:nvPr/>
            </p:nvSpPr>
            <p:spPr>
              <a:xfrm>
                <a:off x="5699010" y="2563033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" tIns="39600" rIns="3960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08F25BE-F816-C688-4CE9-9E6A48C606E9}"/>
                  </a:ext>
                </a:extLst>
              </p:cNvPr>
              <p:cNvSpPr/>
              <p:nvPr/>
            </p:nvSpPr>
            <p:spPr>
              <a:xfrm>
                <a:off x="6310606" y="3614200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3C757F26-C48B-89CD-1210-7048D834C748}"/>
                  </a:ext>
                </a:extLst>
              </p:cNvPr>
              <p:cNvSpPr/>
              <p:nvPr/>
            </p:nvSpPr>
            <p:spPr>
              <a:xfrm>
                <a:off x="5049938" y="3614200"/>
                <a:ext cx="82800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34109A6-4DFF-64FE-9C1F-222181DD66CF}"/>
                  </a:ext>
                </a:extLst>
              </p:cNvPr>
              <p:cNvSpPr/>
              <p:nvPr/>
            </p:nvSpPr>
            <p:spPr>
              <a:xfrm>
                <a:off x="5005755" y="3774823"/>
                <a:ext cx="916364" cy="16363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CC7423E4-4113-AA31-C6AD-2E9AA7A70794}"/>
                </a:ext>
              </a:extLst>
            </p:cNvPr>
            <p:cNvGrpSpPr/>
            <p:nvPr/>
          </p:nvGrpSpPr>
          <p:grpSpPr>
            <a:xfrm>
              <a:off x="3705577" y="2700878"/>
              <a:ext cx="1229581" cy="1509208"/>
              <a:chOff x="3646962" y="2700878"/>
              <a:chExt cx="1229581" cy="1509208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2F2CF6FD-12A4-6F41-CAE6-BFB4FA3D3AF0}"/>
                  </a:ext>
                </a:extLst>
              </p:cNvPr>
              <p:cNvSpPr/>
              <p:nvPr/>
            </p:nvSpPr>
            <p:spPr>
              <a:xfrm>
                <a:off x="3646962" y="2700878"/>
                <a:ext cx="1229580" cy="1509208"/>
              </a:xfrm>
              <a:prstGeom prst="roundRect">
                <a:avLst>
                  <a:gd name="adj" fmla="val 732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7351E5B8-84A7-AB40-46D4-322D4B24012C}"/>
                  </a:ext>
                </a:extLst>
              </p:cNvPr>
              <p:cNvSpPr/>
              <p:nvPr/>
            </p:nvSpPr>
            <p:spPr>
              <a:xfrm>
                <a:off x="3811754" y="2993491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3B4ED123-2187-4185-0CEE-3DFE7A77D77E}"/>
                  </a:ext>
                </a:extLst>
              </p:cNvPr>
              <p:cNvSpPr/>
              <p:nvPr/>
            </p:nvSpPr>
            <p:spPr>
              <a:xfrm>
                <a:off x="3811754" y="3567539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66B4CD66-EE7D-F5BF-BE6B-6FD855F79E9E}"/>
                  </a:ext>
                </a:extLst>
              </p:cNvPr>
              <p:cNvSpPr/>
              <p:nvPr/>
            </p:nvSpPr>
            <p:spPr>
              <a:xfrm>
                <a:off x="3646963" y="3953071"/>
                <a:ext cx="122958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乗算記号 108">
                <a:extLst>
                  <a:ext uri="{FF2B5EF4-FFF2-40B4-BE49-F238E27FC236}">
                    <ns2:creationId id="{50D091D8-7FE3-F444-027A-625D8215990E}"/>
                  </a:ext>
                </a:extLst>
              </p:cNvPr>
              <p:cNvSpPr/>
              <p:nvPr/>
            </p:nvSpPr>
            <p:spPr>
              <a:xfrm>
                <a:off x="4135754" y="3353491"/>
                <a:ext cx="252000" cy="216000"/>
              </a:xfrm>
              <a:prstGeom prst="mathMultiply">
                <a:avLst>
                  <a:gd name="adj1" fmla="val 1361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11" name="直線矢印コネクタ 110">
              <a:extLst>
                <a:ext uri="{FF2B5EF4-FFF2-40B4-BE49-F238E27FC236}">
                  <ns2:creationId id="{E48F8A68-B551-BADC-18A5-54D2E60B0A82}"/>
                </a:ext>
              </a:extLst>
            </p:cNvPr>
            <p:cNvCxnSpPr>
              <a:cxnSpLocks/>
              <a:endCxn id="80" idx="2"/>
            </p:cNvCxnSpPr>
            <p:nvPr/>
          </p:nvCxnSpPr>
          <p:spPr>
            <a:xfrm flipV="1">
              <a:off x="4942721" y="3754686"/>
              <a:ext cx="427160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1" name="グループ化 120">
              <a:extLst>
                <a:ext uri="{FF2B5EF4-FFF2-40B4-BE49-F238E27FC236}">
                  <ns2:creationId id="{66BC72B4-D80B-9340-2E2F-D205ED53C837}"/>
                </a:ext>
              </a:extLst>
            </p:cNvPr>
            <p:cNvGrpSpPr/>
            <p:nvPr/>
          </p:nvGrpSpPr>
          <p:grpSpPr>
            <a:xfrm>
              <a:off x="5561272" y="3448039"/>
              <a:ext cx="576000" cy="288001"/>
              <a:chOff x="5527583" y="3354684"/>
              <a:chExt cx="576000" cy="288001"/>
            </a:xfrm>
            <a:solidFill>
              <a:srgbClr val="008000"/>
            </a:solidFill>
          </p:grpSpPr>
          <p:pic>
            <p:nvPicPr>
              <p:cNvPr id="118" name="グラフィックス 117" descr="オフィス ワーカー (女性) 単色塗りつぶし">
                <a:extLst>
                  <a:ext uri="{FF2B5EF4-FFF2-40B4-BE49-F238E27FC236}">
                    <ns2:creationId id="{42EF89DA-698F-6EF5-C9E6-4AF4727DA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0" name="グラフィックス 119" descr="オフィス ワーカー (男性) 単色塗りつぶし">
                <a:extLst>
                  <a:ext uri="{FF2B5EF4-FFF2-40B4-BE49-F238E27FC236}">
                    <ns2:creationId id="{3C35E513-E091-D406-6F0D-BD38582A78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2" name="グループ化 121">
              <a:extLst>
                <a:ext uri="{FF2B5EF4-FFF2-40B4-BE49-F238E27FC236}">
                  <ns2:creationId id="{0E58F1EA-FAC8-CE46-DB53-D421D2B3F9C1}"/>
                </a:ext>
              </a:extLst>
            </p:cNvPr>
            <p:cNvGrpSpPr/>
            <p:nvPr/>
          </p:nvGrpSpPr>
          <p:grpSpPr>
            <a:xfrm>
              <a:off x="6927801" y="3448804"/>
              <a:ext cx="576000" cy="288001"/>
              <a:chOff x="5527583" y="3354684"/>
              <a:chExt cx="576000" cy="288001"/>
            </a:xfrm>
          </p:grpSpPr>
          <p:pic>
            <p:nvPicPr>
              <p:cNvPr id="123" name="グラフィックス 122" descr="オフィス ワーカー (女性) 単色塗りつぶし">
                <a:extLst>
                  <a:ext uri="{FF2B5EF4-FFF2-40B4-BE49-F238E27FC236}">
                    <ns2:creationId id="{22547BD1-EA8B-A627-E104-263CE35C65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4" name="グラフィックス 123" descr="オフィス ワーカー (男性) 単色塗りつぶし">
                <a:extLst>
                  <a:ext uri="{FF2B5EF4-FFF2-40B4-BE49-F238E27FC236}">
                    <ns2:creationId id="{F34C0DAB-9F61-96F7-9964-78DFA7887C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5" name="グループ化 124">
              <a:extLst>
                <a:ext uri="{FF2B5EF4-FFF2-40B4-BE49-F238E27FC236}">
                  <ns2:creationId id="{A1F4A6FA-93B0-CFC0-3A2E-49AACC3E8150}"/>
                </a:ext>
              </a:extLst>
            </p:cNvPr>
            <p:cNvGrpSpPr/>
            <p:nvPr/>
          </p:nvGrpSpPr>
          <p:grpSpPr>
            <a:xfrm>
              <a:off x="6251852" y="2295563"/>
              <a:ext cx="576000" cy="288001"/>
              <a:chOff x="5527583" y="3354684"/>
              <a:chExt cx="576000" cy="288001"/>
            </a:xfrm>
          </p:grpSpPr>
          <p:pic>
            <p:nvPicPr>
              <p:cNvPr id="126" name="グラフィックス 125" descr="オフィス ワーカー (女性) 単色塗りつぶし">
                <a:extLst>
                  <a:ext uri="{FF2B5EF4-FFF2-40B4-BE49-F238E27FC236}">
                    <ns2:creationId id="{732F00CE-DD0B-EB3F-5687-60C6E9F955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7" name="グラフィックス 126" descr="オフィス ワーカー (男性) 単色塗りつぶし">
                <a:extLst>
                  <a:ext uri="{FF2B5EF4-FFF2-40B4-BE49-F238E27FC236}">
                    <ns2:creationId id="{476EA73C-B9B5-CED4-05DA-1063012F6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F3B0024D-1728-D044-2ED8-291492F03B7B}"/>
              </a:ext>
            </a:extLst>
          </p:cNvPr>
          <p:cNvGrpSpPr/>
          <p:nvPr/>
        </p:nvGrpSpPr>
        <p:grpSpPr>
          <a:xfrm>
            <a:off x="8617036" y="1762085"/>
            <a:ext cx="3240000" cy="2448001"/>
            <a:chOff x="8617036" y="1762085"/>
            <a:chExt cx="3240000" cy="2448001"/>
          </a:xfrm>
        </p:grpSpPr>
        <p:grpSp>
          <p:nvGrpSpPr>
            <p:cNvPr id="30" name="グループ化 29">
              <a:extLst>
                <a:ext uri="{FF2B5EF4-FFF2-40B4-BE49-F238E27FC236}">
                  <ns2:creationId id="{50E33071-05F1-CC6A-C092-CC349795DF5D}"/>
                </a:ext>
              </a:extLst>
            </p:cNvPr>
            <p:cNvGrpSpPr/>
            <p:nvPr/>
          </p:nvGrpSpPr>
          <p:grpSpPr>
            <a:xfrm>
              <a:off x="8617036" y="1762085"/>
              <a:ext cx="3240000" cy="288000"/>
              <a:chOff x="371475" y="1160463"/>
              <a:chExt cx="5635625" cy="828675"/>
            </a:xfrm>
          </p:grpSpPr>
          <p:sp>
            <p:nvSpPr>
              <p:cNvPr id="31" name="テキスト ボックス 10">
                <a:extLst>
                  <a:ext uri="{FF2B5EF4-FFF2-40B4-BE49-F238E27FC236}">
                    <ns2:creationId id="{BD3D8AD1-9054-5D47-C343-DC9237DB076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6" name="直線コネクタ 11">
                <a:extLst>
                  <a:ext uri="{FF2B5EF4-FFF2-40B4-BE49-F238E27FC236}">
                    <ns2:creationId id="{330D7E81-358A-3F1A-0BBE-B59C4861AF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正方形/長方形 67">
              <a:extLst>
                <a:ext uri="{FF2B5EF4-FFF2-40B4-BE49-F238E27FC236}">
                  <ns2:creationId id="{4BC449D9-DB39-0950-F791-40E11B5434C3}"/>
                </a:ext>
              </a:extLst>
            </p:cNvPr>
            <p:cNvSpPr/>
            <p:nvPr/>
          </p:nvSpPr>
          <p:spPr>
            <a:xfrm>
              <a:off x="8617036" y="2050085"/>
              <a:ext cx="3240000" cy="2447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spcBef>
                  <a:spcPts val="1000"/>
                </a:spcBef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1" name="円: 塗りつぶしなし 70">
              <a:extLst>
                <a:ext uri="{FF2B5EF4-FFF2-40B4-BE49-F238E27FC236}">
                  <ns2:creationId id="{18B56641-5824-9D46-1C62-F8C43DE8A35B}"/>
                </a:ext>
              </a:extLst>
            </p:cNvPr>
            <p:cNvSpPr/>
            <p:nvPr/>
          </p:nvSpPr>
          <p:spPr>
            <a:xfrm>
              <a:off x="9488673" y="2573007"/>
              <a:ext cx="1500281" cy="1501807"/>
            </a:xfrm>
            <a:prstGeom prst="donut">
              <a:avLst>
                <a:gd name="adj" fmla="val 448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1485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8B327247-2F27-2772-40D8-593BDC0109E5}"/>
                </a:ext>
              </a:extLst>
            </p:cNvPr>
            <p:cNvSpPr/>
            <p:nvPr/>
          </p:nvSpPr>
          <p:spPr>
            <a:xfrm>
              <a:off x="9252293" y="2870096"/>
              <a:ext cx="565785" cy="565784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フローチャート: 結合子 27">
              <a:extLst>
                <a:ext uri="{FF2B5EF4-FFF2-40B4-BE49-F238E27FC236}">
                  <ns2:creationId id="{224E0228-64D8-196E-0141-286BD51D0E18}"/>
                </a:ext>
              </a:extLst>
            </p:cNvPr>
            <p:cNvSpPr/>
            <p:nvPr/>
          </p:nvSpPr>
          <p:spPr>
            <a:xfrm>
              <a:off x="9939770" y="2339534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フローチャート: 結合子 35">
              <a:extLst>
                <a:ext uri="{FF2B5EF4-FFF2-40B4-BE49-F238E27FC236}">
                  <ns2:creationId id="{50814A01-7875-7309-66E5-DC796E053BA4}"/>
                </a:ext>
              </a:extLst>
            </p:cNvPr>
            <p:cNvSpPr/>
            <p:nvPr/>
          </p:nvSpPr>
          <p:spPr>
            <a:xfrm>
              <a:off x="10365803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フローチャート: 結合子 35">
              <a:extLst>
                <a:ext uri="{FF2B5EF4-FFF2-40B4-BE49-F238E27FC236}">
                  <ns2:creationId id="{A35DA6ED-6CB1-2FDF-3F3F-FF05A948CA0C}"/>
                </a:ext>
              </a:extLst>
            </p:cNvPr>
            <p:cNvSpPr/>
            <p:nvPr/>
          </p:nvSpPr>
          <p:spPr>
            <a:xfrm>
              <a:off x="9570858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6" name="フローチャート: 結合子 27">
              <a:extLst>
                <a:ext uri="{FF2B5EF4-FFF2-40B4-BE49-F238E27FC236}">
                  <ns2:creationId id="{8453C139-7664-A03D-92BA-8BC594350C2D}"/>
                </a:ext>
              </a:extLst>
            </p:cNvPr>
            <p:cNvSpPr/>
            <p:nvPr/>
          </p:nvSpPr>
          <p:spPr>
            <a:xfrm>
              <a:off x="10655994" y="2900570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E2D0774-D81A-8B43-9ED1-B3456330EA20}"/>
                </a:ext>
              </a:extLst>
            </p:cNvPr>
            <p:cNvSpPr/>
            <p:nvPr/>
          </p:nvSpPr>
          <p:spPr>
            <a:xfrm>
              <a:off x="9583751" y="3936956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7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119E27D-2AA9-4A11-5BF6-D2D4174348E1}"/>
                </a:ext>
              </a:extLst>
            </p:cNvPr>
            <p:cNvSpPr/>
            <p:nvPr/>
          </p:nvSpPr>
          <p:spPr>
            <a:xfrm>
              <a:off x="9989416" y="263863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49CE83E7-D256-D948-632C-055F4A8F3B50}"/>
                </a:ext>
              </a:extLst>
            </p:cNvPr>
            <p:cNvSpPr/>
            <p:nvPr/>
          </p:nvSpPr>
          <p:spPr>
            <a:xfrm>
              <a:off x="10708752" y="317090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999E4CE-FBDB-B4AF-DFA0-B02087DFBF02}"/>
                </a:ext>
              </a:extLst>
            </p:cNvPr>
            <p:cNvSpPr/>
            <p:nvPr/>
          </p:nvSpPr>
          <p:spPr>
            <a:xfrm>
              <a:off x="9300294" y="316861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5ADCEC42-314F-2FD1-45DC-E5781310374A}"/>
                </a:ext>
              </a:extLst>
            </p:cNvPr>
            <p:cNvSpPr/>
            <p:nvPr/>
          </p:nvSpPr>
          <p:spPr>
            <a:xfrm>
              <a:off x="9612190" y="383261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6" name="グラフィックス 135" descr="イラストレーター 単色塗りつぶし">
              <a:extLst>
                <a:ext uri="{FF2B5EF4-FFF2-40B4-BE49-F238E27FC236}">
                  <ns2:creationId id="{96016DDA-2622-C39D-9B89-3C0B6165AB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9409185" y="2900984"/>
              <a:ext cx="252000" cy="252000"/>
            </a:xfrm>
            <a:prstGeom prst="rect">
              <a:avLst/>
            </a:prstGeom>
          </p:spPr>
        </p:pic>
        <p:pic>
          <p:nvPicPr>
            <p:cNvPr id="138" name="グラフィックス 137" descr="オフィス ワーカー (男性) 単色塗りつぶし">
              <a:extLst>
                <a:ext uri="{FF2B5EF4-FFF2-40B4-BE49-F238E27FC236}">
                  <ns2:creationId id="{752D2D4A-9C1B-9B28-380E-02BBD33D27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10096663" y="2372105"/>
              <a:ext cx="252000" cy="252000"/>
            </a:xfrm>
            <a:prstGeom prst="rect">
              <a:avLst/>
            </a:prstGeom>
          </p:spPr>
        </p:pic>
        <p:pic>
          <p:nvPicPr>
            <p:cNvPr id="140" name="グラフィックス 139" descr="プログラマー男性 単色塗りつぶし">
              <a:extLst>
                <a:ext uri="{FF2B5EF4-FFF2-40B4-BE49-F238E27FC236}">
                  <ns2:creationId id="{79AA62C6-78B0-3239-D86C-DF2C1C2991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9727750" y="3644300"/>
              <a:ext cx="252000" cy="252000"/>
            </a:xfrm>
            <a:prstGeom prst="rect">
              <a:avLst/>
            </a:prstGeom>
          </p:spPr>
        </p:pic>
        <p:pic>
          <p:nvPicPr>
            <p:cNvPr id="144" name="グラフィックス 143" descr="チェックマークの付いた盾 単色塗りつぶし">
              <a:extLst>
                <a:ext uri="{FF2B5EF4-FFF2-40B4-BE49-F238E27FC236}">
                  <ns2:creationId id="{45635D5C-9C04-808E-ABC7-D7F35B094C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0522696" y="3658345"/>
              <a:ext cx="252000" cy="252000"/>
            </a:xfrm>
            <a:prstGeom prst="rect">
              <a:avLst/>
            </a:prstGeom>
          </p:spPr>
        </p:pic>
        <p:pic>
          <p:nvPicPr>
            <p:cNvPr id="146" name="グラフィックス 145" descr="人工知能 単色塗りつぶし">
              <a:extLst>
                <a:ext uri="{FF2B5EF4-FFF2-40B4-BE49-F238E27FC236}">
                  <ns2:creationId id="{875E9B7A-5F62-DA36-B22F-38D94EFB71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0812886" y="2913933"/>
              <a:ext cx="252000" cy="252000"/>
            </a:xfrm>
            <a:prstGeom prst="rect">
              <a:avLst/>
            </a:prstGeom>
          </p:spPr>
        </p:pic>
      </p:grpSp>
      <p:grpSp>
        <p:nvGrpSpPr>
          <p:cNvPr id="157" name="グループ化 156">
            <a:extLst>
              <a:ext uri="{FF2B5EF4-FFF2-40B4-BE49-F238E27FC236}">
                <ns2:creationId id="{28FE5588-78F6-95B8-E1AD-B01924FCE732}"/>
              </a:ext>
            </a:extLst>
          </p:cNvPr>
          <p:cNvGrpSpPr/>
          <p:nvPr/>
        </p:nvGrpSpPr>
        <p:grpSpPr>
          <a:xfrm>
            <a:off x="3885577" y="4679712"/>
            <a:ext cx="2461386" cy="1642531"/>
            <a:chOff x="3705577" y="4679712"/>
            <a:chExt cx="2461386" cy="1642531"/>
          </a:xfrm>
        </p:grpSpPr>
        <p:sp>
          <p:nvSpPr>
            <p:cNvPr id="19" name="正方形/長方形 18">
              <a:extLst>
                <a:ext uri="{FF2B5EF4-FFF2-40B4-BE49-F238E27FC236}">
                  <ns2:creationId id="{FBE27BA6-8C91-4477-0BA7-01C76461A960}"/>
                </a:ext>
              </a:extLst>
            </p:cNvPr>
            <p:cNvSpPr/>
            <p:nvPr/>
          </p:nvSpPr>
          <p:spPr>
            <a:xfrm>
              <a:off x="4186963" y="4697711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C9BE4C01-B34D-B134-5068-26356E979C7E}"/>
                </a:ext>
              </a:extLst>
            </p:cNvPr>
            <p:cNvSpPr/>
            <p:nvPr/>
          </p:nvSpPr>
          <p:spPr>
            <a:xfrm>
              <a:off x="3705577" y="4697711"/>
              <a:ext cx="396000" cy="1620000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B6470C1-4BDE-75AF-84A4-EF78F1BE6920}"/>
                </a:ext>
              </a:extLst>
            </p:cNvPr>
            <p:cNvSpPr/>
            <p:nvPr/>
          </p:nvSpPr>
          <p:spPr>
            <a:xfrm>
              <a:off x="4186963" y="5036345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23FFB605-B151-200E-368B-5B97400D58EC}"/>
                </a:ext>
              </a:extLst>
            </p:cNvPr>
            <p:cNvSpPr/>
            <p:nvPr/>
          </p:nvSpPr>
          <p:spPr>
            <a:xfrm>
              <a:off x="4186963" y="5374979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7C9A5CEB-3593-A364-5885-04106D54E799}"/>
                </a:ext>
              </a:extLst>
            </p:cNvPr>
            <p:cNvSpPr/>
            <p:nvPr/>
          </p:nvSpPr>
          <p:spPr>
            <a:xfrm>
              <a:off x="4186963" y="571361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3AC71140-E1DA-D206-0F04-A056EB224E8B}"/>
                </a:ext>
              </a:extLst>
            </p:cNvPr>
            <p:cNvSpPr/>
            <p:nvPr/>
          </p:nvSpPr>
          <p:spPr>
            <a:xfrm>
              <a:off x="4186963" y="605224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ADB6D5F0-974F-A4D4-C65D-5C68E41933A8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4993028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0A16349-CFB0-035C-E217-48213FB9079C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331662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2CBFB32A-F071-33B0-60DC-860763739B31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670296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937D3057-570D-50D8-0353-5F35E8BBBE54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6008930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イラストレーター 単色塗りつぶし">
              <a:extLst>
                <a:ext uri="{FF2B5EF4-FFF2-40B4-BE49-F238E27FC236}">
                  <ns2:creationId id="{EE6F8164-D911-8176-5D69-7CC01074C7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4186963" y="5018345"/>
              <a:ext cx="288000" cy="288000"/>
            </a:xfrm>
            <a:prstGeom prst="rect">
              <a:avLst/>
            </a:prstGeom>
          </p:spPr>
        </p:pic>
        <p:pic>
          <p:nvPicPr>
            <p:cNvPr id="150" name="グラフィックス 149" descr="チェックマークの付いた盾 単色塗りつぶし">
              <a:extLst>
                <a:ext uri="{FF2B5EF4-FFF2-40B4-BE49-F238E27FC236}">
                  <ns2:creationId id="{75461C59-7910-7FC0-0B70-857E69212E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4186963" y="6034243"/>
              <a:ext cx="288000" cy="288000"/>
            </a:xfrm>
            <a:prstGeom prst="rect">
              <a:avLst/>
            </a:prstGeom>
          </p:spPr>
        </p:pic>
        <p:pic>
          <p:nvPicPr>
            <p:cNvPr id="152" name="グラフィックス 151" descr="オフィス ワーカー (男性) 単色塗りつぶし">
              <a:extLst>
                <a:ext uri="{FF2B5EF4-FFF2-40B4-BE49-F238E27FC236}">
                  <ns2:creationId id="{8AEA3271-25C8-22CB-1B63-8E0A06FF8C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4186963" y="4679712"/>
              <a:ext cx="288000" cy="288000"/>
            </a:xfrm>
            <a:prstGeom prst="rect">
              <a:avLst/>
            </a:prstGeom>
          </p:spPr>
        </p:pic>
        <p:pic>
          <p:nvPicPr>
            <p:cNvPr id="154" name="グラフィックス 153" descr="プログラマー男性 単色塗りつぶし">
              <a:extLst>
                <a:ext uri="{FF2B5EF4-FFF2-40B4-BE49-F238E27FC236}">
                  <ns2:creationId id="{ED771EEF-E083-30C8-0AF3-CD9E9B1DDA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5"/>
                </a:ext>
              </a:extLst>
            </a:blip>
            <a:stretch>
              <a:fillRect/>
            </a:stretch>
          </p:blipFill>
          <p:spPr>
            <a:xfrm>
              <a:off x="4186963" y="5695612"/>
              <a:ext cx="288000" cy="288000"/>
            </a:xfrm>
            <a:prstGeom prst="rect">
              <a:avLst/>
            </a:prstGeom>
          </p:spPr>
        </p:pic>
        <p:pic>
          <p:nvPicPr>
            <p:cNvPr id="156" name="グラフィックス 155" descr="人工知能 単色塗りつぶし">
              <a:extLst>
                <a:ext uri="{FF2B5EF4-FFF2-40B4-BE49-F238E27FC236}">
                  <ns2:creationId id="{40802C4B-A3FF-4CF7-E8B4-707A7F9580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6"/>
                </a:ext>
              </a:extLst>
            </a:blip>
            <a:stretch>
              <a:fillRect/>
            </a:stretch>
          </p:blipFill>
          <p:spPr>
            <a:xfrm>
              <a:off x="4186963" y="535697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テキスト プレースホルダー 2">
            <a:extLst>
              <a:ext uri="{FF2B5EF4-FFF2-40B4-BE49-F238E27FC236}">
                <ns2:creationId id="{18D21419-6124-2FD3-028C-AF47BC2BBF70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71019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</a:p>
        </p:txBody>
      </p:sp>
    </p:spTree>
    <p:extLst>
      <p:ext uri="{BB962C8B-B14F-4D97-AF65-F5344CB8AC3E}">
        <ns6:creationId val="2176262894"/>
      </p:ext>
    </p:extLst>
  </p:cSld>
  <p:clrMapOvr>
    <a:masterClrMapping/>
  </p:clrMapOvr>
</p:sld>
</file>

<file path=ppt/slides/slide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F3C4E12-98F0-9625-D43D-5EB749F46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0CCCB5-C5E0-65E1-227D-1BA44C67E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331FDE8-632B-4FF6-B6C9-5BDCF4536EB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67" name="グループ化 66">
            <a:extLst>
              <a:ext uri="{FF2B5EF4-FFF2-40B4-BE49-F238E27FC236}">
                <ns2:creationId id="{2242EBC9-2368-EE76-7A19-18AEE20C070D}"/>
              </a:ext>
            </a:extLst>
          </p:cNvPr>
          <p:cNvGrpSpPr/>
          <p:nvPr/>
        </p:nvGrpSpPr>
        <p:grpSpPr>
          <a:xfrm>
            <a:off x="337395" y="1627262"/>
            <a:ext cx="5472001" cy="4681463"/>
            <a:chOff x="337395" y="1627262"/>
            <a:chExt cx="5472001" cy="4681463"/>
          </a:xfrm>
        </p:grpSpPr>
        <p:grpSp>
          <p:nvGrpSpPr>
            <p:cNvPr id="45" name="グループ化 44">
              <a:extLst>
                <a:ext uri="{FF2B5EF4-FFF2-40B4-BE49-F238E27FC236}">
                  <ns2:creationId id="{97DAA7B4-F8FF-78E1-80D6-C1E6711EC79C}"/>
                </a:ext>
              </a:extLst>
            </p:cNvPr>
            <p:cNvGrpSpPr/>
            <p:nvPr/>
          </p:nvGrpSpPr>
          <p:grpSpPr>
            <a:xfrm>
              <a:off x="337396" y="1627262"/>
              <a:ext cx="5472000" cy="369332"/>
              <a:chOff x="337396" y="1627262"/>
              <a:chExt cx="5580000" cy="36933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36CD8E77-95CA-91AB-BD5A-64459D0C92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397" y="1987262"/>
                <a:ext cx="557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テキスト ボックス 10">
                <a:extLst>
                  <a:ext uri="{FF2B5EF4-FFF2-40B4-BE49-F238E27FC236}">
                    <ns2:creationId id="{52B23A34-F514-6C85-DEF2-2D329ADAE0BA}"/>
                  </a:ext>
                </a:extLst>
              </p:cNvPr>
              <p:cNvSpPr txBox="1"/>
              <p:nvPr/>
            </p:nvSpPr>
            <p:spPr>
              <a:xfrm>
                <a:off x="337396" y="1627262"/>
                <a:ext cx="558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sp>
          <p:nvSpPr>
            <p:cNvPr id="21" name="正方形/長方形 20">
              <a:extLst>
                <a:ext uri="{FF2B5EF4-FFF2-40B4-BE49-F238E27FC236}">
                  <ns2:creationId id="{329260FF-6206-9601-7954-D4AFDA1C9CA2}"/>
                </a:ext>
              </a:extLst>
            </p:cNvPr>
            <p:cNvSpPr/>
            <p:nvPr/>
          </p:nvSpPr>
          <p:spPr>
            <a:xfrm>
              <a:off x="337397" y="265984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62189-8D7D-47B9-ADE7-08D3A97A3A90}"/>
                </a:ext>
              </a:extLst>
            </p:cNvPr>
            <p:cNvSpPr/>
            <p:nvPr/>
          </p:nvSpPr>
          <p:spPr>
            <a:xfrm>
              <a:off x="3577396" y="2659849"/>
              <a:ext cx="2232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68F6DBBB-C285-2011-12E0-C2681782114C}"/>
                </a:ext>
              </a:extLst>
            </p:cNvPr>
            <p:cNvSpPr/>
            <p:nvPr/>
          </p:nvSpPr>
          <p:spPr>
            <a:xfrm>
              <a:off x="3577396" y="3998287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E9522535-959B-4F73-5293-DA11334D7FE4}"/>
                </a:ext>
              </a:extLst>
            </p:cNvPr>
            <p:cNvSpPr/>
            <p:nvPr/>
          </p:nvSpPr>
          <p:spPr>
            <a:xfrm>
              <a:off x="3577396" y="5228725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6" name="コネクタ: カギ線 25">
              <a:extLst>
                <a:ext uri="{FF2B5EF4-FFF2-40B4-BE49-F238E27FC236}">
                  <ns2:creationId id="{63E7CDFD-14C5-27E8-1EA3-BAC4DB802F49}"/>
                </a:ext>
              </a:extLst>
            </p:cNvPr>
            <p:cNvCxnSpPr>
              <a:cxnSpLocks/>
              <a:stCxn id="33" idx="3"/>
              <a:endCxn id="23" idx="1"/>
            </p:cNvCxnSpPr>
            <p:nvPr/>
          </p:nvCxnSpPr>
          <p:spPr>
            <a:xfrm flipV="1">
              <a:off x="1831397" y="3253849"/>
              <a:ext cx="1745999" cy="948070"/>
            </a:xfrm>
            <a:prstGeom prst="bentConnector3">
              <a:avLst>
                <a:gd name="adj1" fmla="val 87678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FB2F510F-C4E6-09E0-BBDD-1973E76D3073}"/>
                </a:ext>
              </a:extLst>
            </p:cNvPr>
            <p:cNvCxnSpPr>
              <a:cxnSpLocks/>
              <a:stCxn id="33" idx="3"/>
              <a:endCxn id="24" idx="1"/>
            </p:cNvCxnSpPr>
            <p:nvPr/>
          </p:nvCxnSpPr>
          <p:spPr>
            <a:xfrm>
              <a:off x="1831397" y="4201919"/>
              <a:ext cx="1745999" cy="336368"/>
            </a:xfrm>
            <a:prstGeom prst="bentConnector3">
              <a:avLst>
                <a:gd name="adj1" fmla="val 87533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CB2B135A-34C5-271A-BC15-C22EC1C43B56}"/>
                </a:ext>
              </a:extLst>
            </p:cNvPr>
            <p:cNvCxnSpPr>
              <a:cxnSpLocks/>
              <a:stCxn id="33" idx="3"/>
              <a:endCxn id="25" idx="1"/>
            </p:cNvCxnSpPr>
            <p:nvPr/>
          </p:nvCxnSpPr>
          <p:spPr>
            <a:xfrm>
              <a:off x="1831397" y="4201919"/>
              <a:ext cx="1745999" cy="1566806"/>
            </a:xfrm>
            <a:prstGeom prst="bentConnector3">
              <a:avLst>
                <a:gd name="adj1" fmla="val 8782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ns2:creationId id="{F96A2918-F98F-D305-6947-C512B01C9334}"/>
                </a:ext>
              </a:extLst>
            </p:cNvPr>
            <p:cNvSpPr/>
            <p:nvPr/>
          </p:nvSpPr>
          <p:spPr>
            <a:xfrm>
              <a:off x="337396" y="2079179"/>
              <a:ext cx="5472000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C050E576-0961-95FA-5C6F-E73DAD5B8F52}"/>
                </a:ext>
              </a:extLst>
            </p:cNvPr>
            <p:cNvGrpSpPr/>
            <p:nvPr/>
          </p:nvGrpSpPr>
          <p:grpSpPr>
            <a:xfrm>
              <a:off x="337395" y="4730734"/>
              <a:ext cx="2772000" cy="1573385"/>
              <a:chOff x="336910" y="4735340"/>
              <a:chExt cx="2772000" cy="1573385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3CB2B8D3-2E91-6C62-8D08-1C3E73FB9166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2BB3D49-A4FA-5119-2F65-11A5AEB37E34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787C7465-7F6C-995B-5FA6-E367860FCF32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E5F72716-DE7B-C577-51D9-04830C710EE9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84B5C28-82E5-4FA7-0D8C-8FD92D1DA989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8311309D-9DFC-6BAE-988E-4210D753F240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B5A99A1-5EF5-939A-1640-CC6DD06466C5}"/>
                </a:ext>
              </a:extLst>
            </p:cNvPr>
            <p:cNvGrpSpPr/>
            <p:nvPr/>
          </p:nvGrpSpPr>
          <p:grpSpPr>
            <a:xfrm>
              <a:off x="1615397" y="3697919"/>
              <a:ext cx="216000" cy="1008000"/>
              <a:chOff x="1614910" y="3697269"/>
              <a:chExt cx="216000" cy="1008000"/>
            </a:xfrm>
          </p:grpSpPr>
          <p:sp>
            <p:nvSpPr>
              <p:cNvPr id="32" name="六角形 31">
                <a:extLst>
                  <a:ext uri="{FF2B5EF4-FFF2-40B4-BE49-F238E27FC236}">
                    <ns2:creationId id="{D161C8CE-81A0-6F42-F9D7-93CFA1A2FA7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2B29E731-DEA1-792F-984A-EB8130F86A2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63" name="グラフィックス 62" descr="左矢印付きの円 枠線">
              <a:extLst>
                <a:ext uri="{FF2B5EF4-FFF2-40B4-BE49-F238E27FC236}">
                  <ns2:creationId id="{802AF2A8-33EF-483B-DD1C-BD58EB34D6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06537" y="1631928"/>
              <a:ext cx="360000" cy="36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DB7E4D5A-7CA1-32B7-0BD7-5FAEAB8AE8AF}"/>
              </a:ext>
            </a:extLst>
          </p:cNvPr>
          <p:cNvGrpSpPr/>
          <p:nvPr/>
        </p:nvGrpSpPr>
        <p:grpSpPr>
          <a:xfrm>
            <a:off x="6091765" y="1627262"/>
            <a:ext cx="5760000" cy="4681464"/>
            <a:chOff x="6091765" y="1627262"/>
            <a:chExt cx="5760000" cy="4681464"/>
          </a:xfrm>
        </p:grpSpPr>
        <p:sp>
          <p:nvSpPr>
            <p:cNvPr id="111" name="正方形/長方形 110">
              <a:extLst>
                <a:ext uri="{FF2B5EF4-FFF2-40B4-BE49-F238E27FC236}">
                  <ns2:creationId id="{5A6642E4-AC86-B2E7-4FC3-8427D3C5D347}"/>
                </a:ext>
              </a:extLst>
            </p:cNvPr>
            <p:cNvSpPr/>
            <p:nvPr/>
          </p:nvSpPr>
          <p:spPr>
            <a:xfrm>
              <a:off x="7855765" y="378585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F0AE3988-DD35-BA1D-74F5-88C5959C8FA3}"/>
                </a:ext>
              </a:extLst>
            </p:cNvPr>
            <p:cNvSpPr/>
            <p:nvPr/>
          </p:nvSpPr>
          <p:spPr>
            <a:xfrm>
              <a:off x="7855765" y="4597290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BAD0EBF9-3903-33E8-C9E3-50CBD53CBEEC}"/>
                </a:ext>
              </a:extLst>
            </p:cNvPr>
            <p:cNvSpPr/>
            <p:nvPr/>
          </p:nvSpPr>
          <p:spPr>
            <a:xfrm>
              <a:off x="7855765" y="2116226"/>
              <a:ext cx="3996000" cy="9347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34CAC0E1-C59B-F91A-DA44-3EE28219D970}"/>
                </a:ext>
              </a:extLst>
            </p:cNvPr>
            <p:cNvSpPr/>
            <p:nvPr/>
          </p:nvSpPr>
          <p:spPr>
            <a:xfrm>
              <a:off x="7855765" y="3096902"/>
              <a:ext cx="3996000" cy="643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DX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974100B-67D1-0A43-1723-0C7263D01C07}"/>
                </a:ext>
              </a:extLst>
            </p:cNvPr>
            <p:cNvSpPr/>
            <p:nvPr/>
          </p:nvSpPr>
          <p:spPr>
            <a:xfrm>
              <a:off x="7855765" y="540872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矢印: 山形 115">
              <a:extLst>
                <a:ext uri="{FF2B5EF4-FFF2-40B4-BE49-F238E27FC236}">
                  <ns2:creationId id="{A3478DE0-F93B-9758-3F4A-43A1A2195553}"/>
                </a:ext>
              </a:extLst>
            </p:cNvPr>
            <p:cNvSpPr/>
            <p:nvPr/>
          </p:nvSpPr>
          <p:spPr>
            <a:xfrm rot="5400000">
              <a:off x="6874130" y="2948352"/>
              <a:ext cx="756000" cy="1080000"/>
            </a:xfrm>
            <a:prstGeom prst="chevron">
              <a:avLst>
                <a:gd name="adj" fmla="val 18085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矢印: 山形 117">
              <a:extLst>
                <a:ext uri="{FF2B5EF4-FFF2-40B4-BE49-F238E27FC236}">
                  <ns2:creationId id="{7833C7E4-76B1-D6F5-C5ED-F450703EC2D2}"/>
                </a:ext>
              </a:extLst>
            </p:cNvPr>
            <p:cNvSpPr/>
            <p:nvPr/>
          </p:nvSpPr>
          <p:spPr>
            <a:xfrm rot="5400000">
              <a:off x="6802130" y="369047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tIns="36000" bIns="3600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9" name="矢印: 山形 118">
              <a:extLst>
                <a:ext uri="{FF2B5EF4-FFF2-40B4-BE49-F238E27FC236}">
                  <ns2:creationId id="{B8ECDD8D-20E5-41EB-EABD-1E68BB1EA865}"/>
                </a:ext>
              </a:extLst>
            </p:cNvPr>
            <p:cNvSpPr/>
            <p:nvPr/>
          </p:nvSpPr>
          <p:spPr>
            <a:xfrm rot="5400000">
              <a:off x="6802132" y="4504600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F8C4AD15-56BD-6211-6B39-5B3FB735E09B}"/>
                </a:ext>
              </a:extLst>
            </p:cNvPr>
            <p:cNvSpPr/>
            <p:nvPr/>
          </p:nvSpPr>
          <p:spPr>
            <a:xfrm>
              <a:off x="6091765" y="3110350"/>
              <a:ext cx="468000" cy="3198375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C4A9CE0F-2512-F387-B1B3-D48710EF3B8E}"/>
                </a:ext>
              </a:extLst>
            </p:cNvPr>
            <p:cNvSpPr/>
            <p:nvPr/>
          </p:nvSpPr>
          <p:spPr>
            <a:xfrm>
              <a:off x="6091765" y="2116226"/>
              <a:ext cx="468000" cy="934754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b="1" spc="-3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1" i="0" u="none" strike="noStrike" kern="1200" cap="none" spc="-30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8" name="矢印: 五方向 127">
              <a:extLst>
                <a:ext uri="{FF2B5EF4-FFF2-40B4-BE49-F238E27FC236}">
                  <ns2:creationId id="{CDC2DE43-A424-DCD9-C720-2DD3699CA3BF}"/>
                </a:ext>
              </a:extLst>
            </p:cNvPr>
            <p:cNvSpPr/>
            <p:nvPr/>
          </p:nvSpPr>
          <p:spPr>
            <a:xfrm rot="5400000">
              <a:off x="6712130" y="2116228"/>
              <a:ext cx="1080000" cy="1080000"/>
            </a:xfrm>
            <a:prstGeom prst="homePlate">
              <a:avLst>
                <a:gd name="adj" fmla="val 12011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prstClr val="white"/>
                </a:solidFill>
                <a:latin typeface="+mn-ea"/>
              </a:endParaRPr>
            </a:p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AF798FC-493F-9D56-A90B-CC6C4B8413D9}"/>
                </a:ext>
              </a:extLst>
            </p:cNvPr>
            <p:cNvGrpSpPr/>
            <p:nvPr/>
          </p:nvGrpSpPr>
          <p:grpSpPr>
            <a:xfrm>
              <a:off x="6091765" y="1627262"/>
              <a:ext cx="5760000" cy="369332"/>
              <a:chOff x="6091765" y="1627262"/>
              <a:chExt cx="5760000" cy="369332"/>
            </a:xfrm>
          </p:grpSpPr>
          <p:sp>
            <p:nvSpPr>
              <p:cNvPr id="134" name="テキスト ボックス 133">
                <a:extLst>
                  <a:ext uri="{FF2B5EF4-FFF2-40B4-BE49-F238E27FC236}">
                    <ns2:creationId id="{84361CBE-4CC2-2B9E-9EBC-19FBA98596FE}"/>
                  </a:ext>
                </a:extLst>
              </p:cNvPr>
              <p:cNvSpPr txBox="1"/>
              <p:nvPr/>
            </p:nvSpPr>
            <p:spPr>
              <a:xfrm>
                <a:off x="6091765" y="1627262"/>
                <a:ext cx="576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cxnSp>
            <p:nvCxnSpPr>
              <p:cNvPr id="135" name="直線コネクタ 134">
                <a:extLst>
                  <a:ext uri="{FF2B5EF4-FFF2-40B4-BE49-F238E27FC236}">
                    <ns2:creationId id="{3F8478A8-0574-6A76-10D6-90967534C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1765" y="1987262"/>
                <a:ext cx="57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矢印: 山形 136">
              <a:extLst>
                <a:ext uri="{FF2B5EF4-FFF2-40B4-BE49-F238E27FC236}">
                  <ns2:creationId id="{6D93B7C6-12A4-30EE-92FE-29A679687B7F}"/>
                </a:ext>
              </a:extLst>
            </p:cNvPr>
            <p:cNvSpPr/>
            <p:nvPr/>
          </p:nvSpPr>
          <p:spPr>
            <a:xfrm rot="5400000">
              <a:off x="6802132" y="531872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楕円 125">
              <a:extLst>
                <a:ext uri="{FF2B5EF4-FFF2-40B4-BE49-F238E27FC236}">
                  <ns2:creationId id="{4E8F8C78-E1CF-CFBF-C913-D09F354276BA}"/>
                </a:ext>
              </a:extLst>
            </p:cNvPr>
            <p:cNvSpPr/>
            <p:nvPr/>
          </p:nvSpPr>
          <p:spPr>
            <a:xfrm>
              <a:off x="6595915" y="2116226"/>
              <a:ext cx="180000" cy="180000"/>
            </a:xfrm>
            <a:prstGeom prst="ellipse">
              <a:avLst/>
            </a:prstGeom>
            <a:solidFill>
              <a:srgbClr val="66B366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7" name="楕円 46">
              <a:extLst>
                <a:ext uri="{FF2B5EF4-FFF2-40B4-BE49-F238E27FC236}">
                  <ns2:creationId id="{2C7E103B-D314-AC5A-F4BB-A781EAB12522}"/>
                </a:ext>
              </a:extLst>
            </p:cNvPr>
            <p:cNvSpPr/>
            <p:nvPr/>
          </p:nvSpPr>
          <p:spPr>
            <a:xfrm>
              <a:off x="6595915" y="3110350"/>
              <a:ext cx="180000" cy="180000"/>
            </a:xfrm>
            <a:prstGeom prst="ellipse">
              <a:avLst/>
            </a:prstGeom>
            <a:solidFill>
              <a:srgbClr val="4CA64C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楕円 47">
              <a:extLst>
                <a:ext uri="{FF2B5EF4-FFF2-40B4-BE49-F238E27FC236}">
                  <ns2:creationId id="{507BB528-9ECE-5AEE-7717-B0DC8FB9D63E}"/>
                </a:ext>
              </a:extLst>
            </p:cNvPr>
            <p:cNvSpPr/>
            <p:nvPr/>
          </p:nvSpPr>
          <p:spPr>
            <a:xfrm>
              <a:off x="6595915" y="3780474"/>
              <a:ext cx="180000" cy="180000"/>
            </a:xfrm>
            <a:prstGeom prst="ellipse">
              <a:avLst/>
            </a:prstGeom>
            <a:solidFill>
              <a:srgbClr val="339933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9" name="楕円 48">
              <a:extLst>
                <a:ext uri="{FF2B5EF4-FFF2-40B4-BE49-F238E27FC236}">
                  <ns2:creationId id="{D0249AA4-A25D-E4C3-75C9-D17761232E1F}"/>
                </a:ext>
              </a:extLst>
            </p:cNvPr>
            <p:cNvSpPr/>
            <p:nvPr/>
          </p:nvSpPr>
          <p:spPr>
            <a:xfrm>
              <a:off x="6595915" y="4594598"/>
              <a:ext cx="180000" cy="180000"/>
            </a:xfrm>
            <a:prstGeom prst="ellipse">
              <a:avLst/>
            </a:prstGeom>
            <a:solidFill>
              <a:srgbClr val="198C19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0" name="楕円 49">
              <a:extLst>
                <a:ext uri="{FF2B5EF4-FFF2-40B4-BE49-F238E27FC236}">
                  <ns2:creationId id="{FE242A92-7059-01C3-4EE1-FF5C132CEBA3}"/>
                </a:ext>
              </a:extLst>
            </p:cNvPr>
            <p:cNvSpPr/>
            <p:nvPr/>
          </p:nvSpPr>
          <p:spPr>
            <a:xfrm>
              <a:off x="6595915" y="5408725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52" name="直線コネクタ 51">
              <a:extLst>
                <a:ext uri="{FF2B5EF4-FFF2-40B4-BE49-F238E27FC236}">
                  <ns2:creationId id="{5A0F2E57-5427-1883-0760-1E9B8EB06432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073941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85478513-26EF-EF56-0741-1C86E8D06D71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76289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7BC89FC-6476-5737-2112-0A6F8273DF6A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4574329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483BDD8A-85DA-4FBA-ED02-06E462D5BAD4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538576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" name="グラフィックス 64" descr="ワークフロー 枠線">
              <a:extLst>
                <a:ext uri="{FF2B5EF4-FFF2-40B4-BE49-F238E27FC236}">
                  <ns2:creationId id="{FF5759F6-22C2-5B99-4226-137B793C38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40968" y="1631928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92881524"/>
      </p:ext>
    </p:extLst>
  </p:cSld>
  <p:clrMapOvr>
    <a:masterClrMapping/>
  </p:clrMapOvr>
</p:sld>
</file>

<file path=ppt/slides/slide5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 err="1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24" name="グループ化 23"/>
          <p:cNvGrpSpPr/>
          <p:nvPr/>
        </p:nvGrpSpPr>
        <p:grpSpPr>
          <a:xfrm>
            <a:off x="404616" y="2105632"/>
            <a:ext cx="2385561" cy="2143076"/>
            <a:chOff x="9477280" y="1982421"/>
            <a:chExt cx="2385561" cy="2143076"/>
          </a:xfrm>
        </p:grpSpPr>
        <p:sp>
          <p:nvSpPr>
            <p:cNvPr id="4" name="正方形/長方形 3">
              <a:extLst>
                <a:ext uri="{FF2B5EF4-FFF2-40B4-BE49-F238E27FC236}">
                  <ns2:creationId id="{9DBB3764-07A9-7919-C28E-9DE26F35B5C6}"/>
                </a:ext>
              </a:extLst>
            </p:cNvPr>
            <p:cNvSpPr/>
            <p:nvPr/>
          </p:nvSpPr>
          <p:spPr>
            <a:xfrm>
              <a:off x="9994206" y="2012293"/>
              <a:ext cx="1800000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" name="グラフィックス 156" descr="熱望 単色塗りつぶし">
              <a:extLst>
                <a:ext uri="{FF2B5EF4-FFF2-40B4-BE49-F238E27FC236}">
                  <ns2:creationId id="{A1FC94D4-8599-AF81-8467-69BFB6D36D79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727923" y="1982421"/>
              <a:ext cx="252000" cy="252000"/>
            </a:xfrm>
            <a:prstGeom prst="rect">
              <a:avLst/>
            </a:prstGeom>
          </p:spPr>
        </p:pic>
        <p:grpSp>
          <p:nvGrpSpPr>
            <p:cNvPr id="6" name="グループ化 5">
              <a:extLst>
                <a:ext uri="{FF2B5EF4-FFF2-40B4-BE49-F238E27FC236}">
                  <ns2:creationId id="{92F01706-3430-41E7-F0F1-75C3122C3C03}"/>
                </a:ext>
              </a:extLst>
            </p:cNvPr>
            <p:cNvGrpSpPr/>
            <p:nvPr/>
          </p:nvGrpSpPr>
          <p:grpSpPr>
            <a:xfrm>
              <a:off x="9477280" y="2340140"/>
              <a:ext cx="2379758" cy="1380186"/>
              <a:chOff x="9477280" y="2340140"/>
              <a:chExt cx="2379758" cy="1380186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F0135281-1D5D-385A-2700-9CD2A933A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2750149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直線コネクタ 7">
                <a:extLst>
                  <a:ext uri="{FF2B5EF4-FFF2-40B4-BE49-F238E27FC236}">
                    <ns2:creationId id="{AE470685-0F3E-F217-8C14-ADD5B457F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3369338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フローチャート: 組合せ 8">
                <a:extLst>
                  <a:ext uri="{FF2B5EF4-FFF2-40B4-BE49-F238E27FC236}">
                    <ns2:creationId id="{8C75DD2D-737F-0B58-5FC8-EA44BEE43AEE}"/>
                  </a:ext>
                </a:extLst>
              </p:cNvPr>
              <p:cNvSpPr/>
              <p:nvPr/>
            </p:nvSpPr>
            <p:spPr>
              <a:xfrm>
                <a:off x="10112240" y="2340140"/>
                <a:ext cx="1732480" cy="1380186"/>
              </a:xfrm>
              <a:prstGeom prst="flowChartMerge">
                <a:avLst/>
              </a:prstGeom>
              <a:solidFill>
                <a:srgbClr val="CCE6CC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108000" rtlCol="0" anchor="t"/>
              <a:lstStyle/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0" name="グラフィックス 157" descr="アイデアが浮かんだ人 単色塗りつぶし">
                <a:extLst>
                  <a:ext uri="{FF2B5EF4-FFF2-40B4-BE49-F238E27FC236}">
                    <ns2:creationId id="{CC6C8CA5-660B-36B7-D7E4-3C4620E5FA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10343544" y="2458949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1" name="正方形/長方形 10">
                <a:extLst>
                  <a:ext uri="{FF2B5EF4-FFF2-40B4-BE49-F238E27FC236}">
                    <ns2:creationId id="{802B3F58-E989-AFB1-0D2B-C9216BD15B05}"/>
                  </a:ext>
                </a:extLst>
              </p:cNvPr>
              <p:cNvSpPr/>
              <p:nvPr/>
            </p:nvSpPr>
            <p:spPr>
              <a:xfrm>
                <a:off x="9477280" y="2496943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7F3003BA-505A-DFEB-6B6E-56F35C147E3D}"/>
                  </a:ext>
                </a:extLst>
              </p:cNvPr>
              <p:cNvSpPr/>
              <p:nvPr/>
            </p:nvSpPr>
            <p:spPr>
              <a:xfrm>
                <a:off x="9477280" y="2984647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54BAAF1-FBF9-47F2-C3AA-2815AFE8C7DA}"/>
                  </a:ext>
                </a:extLst>
              </p:cNvPr>
              <p:cNvSpPr/>
              <p:nvPr/>
            </p:nvSpPr>
            <p:spPr>
              <a:xfrm>
                <a:off x="9477280" y="3428804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ns2:creationId id="{59EDA1C5-EDD7-22D1-4122-2914E61ED51E}"/>
                  </a:ext>
                </a:extLst>
              </p:cNvPr>
              <p:cNvGrpSpPr/>
              <p:nvPr/>
            </p:nvGrpSpPr>
            <p:grpSpPr>
              <a:xfrm>
                <a:off x="11083993" y="2820450"/>
                <a:ext cx="746062" cy="475696"/>
                <a:chOff x="11083993" y="2834098"/>
                <a:chExt cx="746062" cy="475696"/>
              </a:xfrm>
            </p:grpSpPr>
            <p:sp>
              <p:nvSpPr>
                <p:cNvPr id="18" name="四角形: 角を丸くする 117">
                  <a:extLst>
                    <a:ext uri="{FF2B5EF4-FFF2-40B4-BE49-F238E27FC236}">
                      <ns2:creationId id="{D24F7645-16DD-4A52-40C7-A7F289343C10}"/>
                    </a:ext>
                  </a:extLst>
                </p:cNvPr>
                <p:cNvSpPr/>
                <p:nvPr/>
              </p:nvSpPr>
              <p:spPr>
                <a:xfrm>
                  <a:off x="11083993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58" descr="棒グラフ (上昇) 単色塗りつぶし">
                  <a:extLst>
                    <a:ext uri="{FF2B5EF4-FFF2-40B4-BE49-F238E27FC236}">
                      <ns2:creationId id="{CFB1EF1C-9B14-98FF-D1EA-6D4FA28D5D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349024" y="2872757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グループ化 14">
                <a:extLst>
                  <a:ext uri="{FF2B5EF4-FFF2-40B4-BE49-F238E27FC236}">
                    <ns2:creationId id="{8A9E0E9F-F363-ECB5-044B-8B144CB33599}"/>
                  </a:ext>
                </a:extLst>
              </p:cNvPr>
              <p:cNvGrpSpPr/>
              <p:nvPr/>
            </p:nvGrpSpPr>
            <p:grpSpPr>
              <a:xfrm>
                <a:off x="10101639" y="2820450"/>
                <a:ext cx="746062" cy="475696"/>
                <a:chOff x="10101639" y="2834098"/>
                <a:chExt cx="746062" cy="475696"/>
              </a:xfrm>
            </p:grpSpPr>
            <p:sp>
              <p:nvSpPr>
                <p:cNvPr id="16" name="四角形: 角を丸くする 116">
                  <a:extLst>
                    <a:ext uri="{FF2B5EF4-FFF2-40B4-BE49-F238E27FC236}">
                      <ns2:creationId id="{1541F153-8EC4-3279-F91E-43C2BC5B9C76}"/>
                    </a:ext>
                  </a:extLst>
                </p:cNvPr>
                <p:cNvSpPr/>
                <p:nvPr/>
              </p:nvSpPr>
              <p:spPr>
                <a:xfrm>
                  <a:off x="10101639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×</a:t>
                  </a:r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7" name="グラフィックス 159" descr="手のひらと植物 単色塗りつぶし">
                  <a:extLst>
                    <a:ext uri="{FF2B5EF4-FFF2-40B4-BE49-F238E27FC236}">
                      <ns2:creationId id="{7F91D4EB-C557-0C18-DB81-4D4F267946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10366670" y="2872757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0" name="グループ化 19">
              <a:extLst>
                <a:ext uri="{FF2B5EF4-FFF2-40B4-BE49-F238E27FC236}">
                  <ns2:creationId id="{8BE6397E-6DCA-E1D4-FA84-C05A76651038}"/>
                </a:ext>
              </a:extLst>
            </p:cNvPr>
            <p:cNvGrpSpPr/>
            <p:nvPr/>
          </p:nvGrpSpPr>
          <p:grpSpPr>
            <a:xfrm>
              <a:off x="9590679" y="3727844"/>
              <a:ext cx="2272162" cy="397653"/>
              <a:chOff x="9292862" y="3744674"/>
              <a:chExt cx="2272162" cy="39765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3B228796-784B-2329-B2BE-F402A878421D}"/>
                  </a:ext>
                </a:extLst>
              </p:cNvPr>
              <p:cNvSpPr/>
              <p:nvPr/>
            </p:nvSpPr>
            <p:spPr>
              <a:xfrm>
                <a:off x="9292862" y="3744674"/>
                <a:ext cx="634904" cy="39765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16000" rIns="0" bIns="36000" rtlCol="0" anchor="ctr"/>
              <a:lstStyle/>
              <a:p>
                <a:pPr algn="ctr"/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5ACA3FC2-E20C-CF35-EB91-87FA713D9AAF}"/>
                  </a:ext>
                </a:extLst>
              </p:cNvPr>
              <p:cNvSpPr/>
              <p:nvPr/>
            </p:nvSpPr>
            <p:spPr>
              <a:xfrm>
                <a:off x="9927765" y="3744674"/>
                <a:ext cx="1637259" cy="397653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" name="グラフィックス 160" descr="建築 単色塗りつぶし">
                <a:extLst>
                  <a:ext uri="{FF2B5EF4-FFF2-40B4-BE49-F238E27FC236}">
                    <ns2:creationId id="{13926AD3-9693-2AF5-0C0F-D99E8FDA43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9502315" y="3757636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25" name="グループ化 24">
            <a:extLst>
              <a:ext uri="{FF2B5EF4-FFF2-40B4-BE49-F238E27FC236}">
                <ns2:creationId id="{70B97BF4-8C35-0FB8-C02C-04BA01E3C13D}"/>
              </a:ext>
            </a:extLst>
          </p:cNvPr>
          <p:cNvGrpSpPr/>
          <p:nvPr/>
        </p:nvGrpSpPr>
        <p:grpSpPr>
          <a:xfrm>
            <a:off x="3190627" y="2244608"/>
            <a:ext cx="2574968" cy="2098276"/>
            <a:chOff x="334962" y="1922663"/>
            <a:chExt cx="2574968" cy="2098276"/>
          </a:xfrm>
        </p:grpSpPr>
        <p:grpSp>
          <p:nvGrpSpPr>
            <p:cNvPr id="26" name="グループ化 25">
              <a:extLst>
                <a:ext uri="{FF2B5EF4-FFF2-40B4-BE49-F238E27FC236}">
                  <ns2:creationId id="{D553C2A3-9D9C-C631-719C-716F930B8BF6}"/>
                </a:ext>
              </a:extLst>
            </p:cNvPr>
            <p:cNvGrpSpPr/>
            <p:nvPr/>
          </p:nvGrpSpPr>
          <p:grpSpPr>
            <a:xfrm>
              <a:off x="866446" y="2407188"/>
              <a:ext cx="1512000" cy="1512000"/>
              <a:chOff x="866446" y="2407188"/>
              <a:chExt cx="1512000" cy="1512000"/>
            </a:xfrm>
          </p:grpSpPr>
          <p:sp>
            <p:nvSpPr>
              <p:cNvPr id="36" name="楕円 16">
                <a:extLst>
                  <a:ext uri="{FF2B5EF4-FFF2-40B4-BE49-F238E27FC236}">
                    <ns2:creationId id="{F1B77DE1-A2E6-60CD-0731-04309C104F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66446" y="2407188"/>
                <a:ext cx="1512000" cy="1512000"/>
              </a:xfrm>
              <a:prstGeom prst="ellipse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576000" rIns="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7" name="グラフィックス 139" descr="棒グラフ (上昇) 単色塗りつぶし">
                <a:extLst>
                  <a:ext uri="{FF2B5EF4-FFF2-40B4-BE49-F238E27FC236}">
                    <ns2:creationId id="{884F0C74-C707-4819-BB4B-12E3F32304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406446" y="2853286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27" name="グループ化 26">
              <a:extLst>
                <a:ext uri="{FF2B5EF4-FFF2-40B4-BE49-F238E27FC236}">
                  <ns2:creationId id="{89CE887F-6F6E-62DD-0500-10495E65049C}"/>
                </a:ext>
              </a:extLst>
            </p:cNvPr>
            <p:cNvGrpSpPr/>
            <p:nvPr/>
          </p:nvGrpSpPr>
          <p:grpSpPr>
            <a:xfrm>
              <a:off x="1165246" y="1922663"/>
              <a:ext cx="914400" cy="914400"/>
              <a:chOff x="1165246" y="1922663"/>
              <a:chExt cx="914400" cy="914400"/>
            </a:xfrm>
          </p:grpSpPr>
          <p:sp>
            <p:nvSpPr>
              <p:cNvPr id="34" name="楕円 5">
                <a:extLst>
                  <a:ext uri="{FF2B5EF4-FFF2-40B4-BE49-F238E27FC236}">
                    <ns2:creationId id="{407A1CEA-58C7-2836-616F-8D62C804EA67}"/>
                  </a:ext>
                </a:extLst>
              </p:cNvPr>
              <p:cNvSpPr/>
              <p:nvPr/>
            </p:nvSpPr>
            <p:spPr>
              <a:xfrm>
                <a:off x="1165246" y="1922663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" name="グラフィックス 133" descr="事業の成長 単色塗りつぶし">
                <a:extLst>
                  <a:ext uri="{FF2B5EF4-FFF2-40B4-BE49-F238E27FC236}">
                    <ns2:creationId id="{B79C5E36-1B78-8214-C0A7-78A3FA83F9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442446" y="2008761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32" name="楕円 11">
              <a:extLst>
                <a:ext uri="{FF2B5EF4-FFF2-40B4-BE49-F238E27FC236}">
                  <ns2:creationId id="{4B2F6107-9E75-1139-5C94-22A05B293164}"/>
                </a:ext>
              </a:extLst>
            </p:cNvPr>
            <p:cNvSpPr/>
            <p:nvPr/>
          </p:nvSpPr>
          <p:spPr>
            <a:xfrm>
              <a:off x="1995530" y="3106539"/>
              <a:ext cx="914400" cy="914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288000" rIns="0" bIns="36000" rtlCol="0" anchor="ctr"/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9" name="グループ化 28">
              <a:extLst>
                <a:ext uri="{FF2B5EF4-FFF2-40B4-BE49-F238E27FC236}">
                  <ns2:creationId id="{83A512D8-3653-CD40-874D-390530668A2F}"/>
                </a:ext>
              </a:extLst>
            </p:cNvPr>
            <p:cNvGrpSpPr/>
            <p:nvPr/>
          </p:nvGrpSpPr>
          <p:grpSpPr>
            <a:xfrm>
              <a:off x="334962" y="3106539"/>
              <a:ext cx="2305140" cy="914400"/>
              <a:chOff x="334962" y="3106539"/>
              <a:chExt cx="2305140" cy="914400"/>
            </a:xfrm>
          </p:grpSpPr>
          <p:sp>
            <p:nvSpPr>
              <p:cNvPr id="30" name="楕円 6">
                <a:extLst>
                  <a:ext uri="{FF2B5EF4-FFF2-40B4-BE49-F238E27FC236}">
                    <ns2:creationId id="{9ABBEEDD-520A-4080-C93B-03B6BD313730}"/>
                  </a:ext>
                </a:extLst>
              </p:cNvPr>
              <p:cNvSpPr/>
              <p:nvPr/>
            </p:nvSpPr>
            <p:spPr>
              <a:xfrm>
                <a:off x="334962" y="3106539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137" descr="建物 単色塗りつぶし">
                <a:extLst>
                  <a:ext uri="{FF2B5EF4-FFF2-40B4-BE49-F238E27FC236}">
                    <ns2:creationId id="{A6F471A1-7CAC-1EDE-2E0B-D32E5BDD8D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8"/>
                  </a:ext>
                </a:extLst>
              </a:blip>
              <a:srcRect/>
              <a:stretch/>
            </p:blipFill>
            <p:spPr>
              <a:xfrm>
                <a:off x="2280102" y="315691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4" name="グループ化 53"/>
          <p:cNvGrpSpPr/>
          <p:nvPr/>
        </p:nvGrpSpPr>
        <p:grpSpPr>
          <a:xfrm>
            <a:off x="6074632" y="2096194"/>
            <a:ext cx="5782406" cy="1978099"/>
            <a:chOff x="3449820" y="2064580"/>
            <a:chExt cx="5976516" cy="1474072"/>
          </a:xfrm>
        </p:grpSpPr>
        <p:sp>
          <p:nvSpPr>
            <p:cNvPr id="38" name="矢印: 五方向 80">
              <a:extLst>
                <a:ext uri="{FF2B5EF4-FFF2-40B4-BE49-F238E27FC236}">
                  <ns2:creationId id="{6E555404-32B9-0127-A74A-27FF5E4209F1}"/>
                </a:ext>
              </a:extLst>
            </p:cNvPr>
            <p:cNvSpPr/>
            <p:nvPr/>
          </p:nvSpPr>
          <p:spPr>
            <a:xfrm>
              <a:off x="3449820" y="2064580"/>
              <a:ext cx="5922831" cy="212277"/>
            </a:xfrm>
            <a:prstGeom prst="homePlate">
              <a:avLst/>
            </a:prstGeom>
            <a:gradFill>
              <a:gsLst>
                <a:gs pos="0">
                  <a:srgbClr val="E5F2E5"/>
                </a:gs>
                <a:gs pos="43000">
                  <a:srgbClr val="99CC99"/>
                </a:gs>
                <a:gs pos="71000">
                  <a:srgbClr val="66B366"/>
                </a:gs>
                <a:gs pos="100000">
                  <a:srgbClr val="008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AC82D322-1818-61BC-23B8-967B9FC0456E}"/>
                </a:ext>
              </a:extLst>
            </p:cNvPr>
            <p:cNvGrpSpPr/>
            <p:nvPr/>
          </p:nvGrpSpPr>
          <p:grpSpPr>
            <a:xfrm>
              <a:off x="3591106" y="2605250"/>
              <a:ext cx="1700275" cy="933402"/>
              <a:chOff x="3591106" y="2457203"/>
              <a:chExt cx="1700275" cy="933402"/>
            </a:xfrm>
          </p:grpSpPr>
          <p:sp>
            <p:nvSpPr>
              <p:cNvPr id="40" name="四角形: 角を丸くする 77">
                <a:extLst>
                  <a:ext uri="{FF2B5EF4-FFF2-40B4-BE49-F238E27FC236}">
                    <ns2:creationId id="{D5DE5286-310E-3535-5B15-8B51EE89E20B}"/>
                  </a:ext>
                </a:extLst>
              </p:cNvPr>
              <p:cNvSpPr/>
              <p:nvPr/>
            </p:nvSpPr>
            <p:spPr>
              <a:xfrm>
                <a:off x="3591106" y="2457203"/>
                <a:ext cx="1700275" cy="228848"/>
              </a:xfrm>
              <a:prstGeom prst="roundRect">
                <a:avLst/>
              </a:prstGeom>
              <a:solidFill>
                <a:srgbClr val="DAEDD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8913B1C4-BB48-E1ED-2415-53DECBB13783}"/>
                  </a:ext>
                </a:extLst>
              </p:cNvPr>
              <p:cNvSpPr/>
              <p:nvPr/>
            </p:nvSpPr>
            <p:spPr>
              <a:xfrm>
                <a:off x="3591107" y="2686050"/>
                <a:ext cx="1668079" cy="7045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3D06D848-7D1D-5B23-1676-493D44F15863}"/>
                </a:ext>
              </a:extLst>
            </p:cNvPr>
            <p:cNvGrpSpPr/>
            <p:nvPr/>
          </p:nvGrpSpPr>
          <p:grpSpPr>
            <a:xfrm>
              <a:off x="5568016" y="2475463"/>
              <a:ext cx="1764000" cy="739038"/>
              <a:chOff x="5798402" y="2327416"/>
              <a:chExt cx="1764000" cy="739038"/>
            </a:xfrm>
          </p:grpSpPr>
          <p:sp>
            <p:nvSpPr>
              <p:cNvPr id="43" name="四角形: 角を丸くする 78">
                <a:extLst>
                  <a:ext uri="{FF2B5EF4-FFF2-40B4-BE49-F238E27FC236}">
                    <ns2:creationId id="{734C6CF4-9AFF-279D-76AE-5DE5CEFC9B6E}"/>
                  </a:ext>
                </a:extLst>
              </p:cNvPr>
              <p:cNvSpPr/>
              <p:nvPr/>
            </p:nvSpPr>
            <p:spPr>
              <a:xfrm>
                <a:off x="5798403" y="2327416"/>
                <a:ext cx="1700275" cy="228848"/>
              </a:xfrm>
              <a:prstGeom prst="roundRect">
                <a:avLst/>
              </a:prstGeom>
              <a:solidFill>
                <a:srgbClr val="92C99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2E7EE36-4311-EF6E-255F-DF376BB51B6A}"/>
                  </a:ext>
                </a:extLst>
              </p:cNvPr>
              <p:cNvSpPr/>
              <p:nvPr/>
            </p:nvSpPr>
            <p:spPr>
              <a:xfrm>
                <a:off x="5798402" y="2556263"/>
                <a:ext cx="1764000" cy="51019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ns2:creationId id="{5695041D-081A-BE44-9082-F6F1D2A5C788}"/>
                </a:ext>
              </a:extLst>
            </p:cNvPr>
            <p:cNvGrpSpPr/>
            <p:nvPr/>
          </p:nvGrpSpPr>
          <p:grpSpPr>
            <a:xfrm>
              <a:off x="7608651" y="2345676"/>
              <a:ext cx="1764000" cy="595897"/>
              <a:chOff x="8005700" y="2197629"/>
              <a:chExt cx="1764000" cy="595897"/>
            </a:xfrm>
          </p:grpSpPr>
          <p:sp>
            <p:nvSpPr>
              <p:cNvPr id="46" name="四角形: 角を丸くする 79">
                <a:extLst>
                  <a:ext uri="{FF2B5EF4-FFF2-40B4-BE49-F238E27FC236}">
                    <ns2:creationId id="{31CB4F76-0862-4A17-3C6A-0CDAEEEA62F0}"/>
                  </a:ext>
                </a:extLst>
              </p:cNvPr>
              <p:cNvSpPr/>
              <p:nvPr/>
            </p:nvSpPr>
            <p:spPr>
              <a:xfrm>
                <a:off x="8005700" y="2197629"/>
                <a:ext cx="1700275" cy="228848"/>
              </a:xfrm>
              <a:prstGeom prst="roundRect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1B0EC92-31B9-7A31-67AD-E34C98A1F571}"/>
                  </a:ext>
                </a:extLst>
              </p:cNvPr>
              <p:cNvSpPr/>
              <p:nvPr/>
            </p:nvSpPr>
            <p:spPr>
              <a:xfrm>
                <a:off x="8005700" y="2426478"/>
                <a:ext cx="1764000" cy="36704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48" name="直線コネクタ 47">
              <a:extLst>
                <a:ext uri="{FF2B5EF4-FFF2-40B4-BE49-F238E27FC236}">
                  <ns2:creationId id="{EF66E6F5-30C0-6789-D3FA-168F1B341A01}"/>
                </a:ext>
              </a:extLst>
            </p:cNvPr>
            <p:cNvCxnSpPr>
              <a:cxnSpLocks/>
            </p:cNvCxnSpPr>
            <p:nvPr/>
          </p:nvCxnSpPr>
          <p:spPr>
            <a:xfrm>
              <a:off x="3517522" y="3043713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E6288515-E860-0AA0-F76B-DB051741B000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00" y="3042375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101">
              <a:extLst>
                <a:ext uri="{FF2B5EF4-FFF2-40B4-BE49-F238E27FC236}">
                  <ns2:creationId id="{E1CBBA88-C6BA-C799-EE3B-E7FD6D8ED83F}"/>
                </a:ext>
              </a:extLst>
            </p:cNvPr>
            <p:cNvCxnSpPr>
              <a:cxnSpLocks/>
              <a:stCxn id="40" idx="3"/>
              <a:endCxn id="43" idx="1"/>
            </p:cNvCxnSpPr>
            <p:nvPr/>
          </p:nvCxnSpPr>
          <p:spPr>
            <a:xfrm flipV="1">
              <a:off x="5291381" y="2589887"/>
              <a:ext cx="276636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104">
              <a:extLst>
                <a:ext uri="{FF2B5EF4-FFF2-40B4-BE49-F238E27FC236}">
                  <ns2:creationId id="{509F001D-EFCC-7697-BA11-6B7AC745FBEA}"/>
                </a:ext>
              </a:extLst>
            </p:cNvPr>
            <p:cNvCxnSpPr>
              <a:cxnSpLocks/>
              <a:stCxn id="43" idx="3"/>
              <a:endCxn id="46" idx="1"/>
            </p:cNvCxnSpPr>
            <p:nvPr/>
          </p:nvCxnSpPr>
          <p:spPr>
            <a:xfrm flipV="1">
              <a:off x="7268292" y="2460100"/>
              <a:ext cx="340359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C541C79-6596-9F41-0C17-1CD8E7E7BBB9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>
              <a:off x="3449820" y="2715670"/>
              <a:ext cx="141286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970D3B7D-D27F-D1BD-B3EE-4EB27274AF58}"/>
                </a:ext>
              </a:extLst>
            </p:cNvPr>
            <p:cNvCxnSpPr>
              <a:cxnSpLocks/>
              <a:stCxn id="46" idx="3"/>
            </p:cNvCxnSpPr>
            <p:nvPr/>
          </p:nvCxnSpPr>
          <p:spPr>
            <a:xfrm flipV="1">
              <a:off x="9308926" y="2448970"/>
              <a:ext cx="117410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6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18" idx="3"/>
            <a:endCxn id="37" idx="1"/>
          </p:cNvCxnSpPr>
          <p:nvPr/>
        </p:nvCxnSpPr>
        <p:spPr>
          <a:xfrm>
            <a:off x="2757391" y="3181509"/>
            <a:ext cx="1504720" cy="209722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32" idx="6"/>
          </p:cNvCxnSpPr>
          <p:nvPr/>
        </p:nvCxnSpPr>
        <p:spPr>
          <a:xfrm flipV="1">
            <a:off x="5765595" y="3544629"/>
            <a:ext cx="374540" cy="341055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正方形/長方形 105"/>
          <p:cNvSpPr/>
          <p:nvPr/>
        </p:nvSpPr>
        <p:spPr>
          <a:xfrm>
            <a:off x="4384739" y="5290555"/>
            <a:ext cx="1525535" cy="9403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3200"/>
          </a:p>
        </p:txBody>
      </p:sp>
      <p:sp>
        <p:nvSpPr>
          <p:cNvPr id="107" name="正方形/長方形 106">
            <a:extLst>
              <a:ext uri="{FF2B5EF4-FFF2-40B4-BE49-F238E27FC236}">
                <ns2:creationId id="{1281CCE7-918C-FB1E-66DF-DC6F9EFC0C24}"/>
              </a:ext>
            </a:extLst>
          </p:cNvPr>
          <p:cNvSpPr/>
          <p:nvPr/>
        </p:nvSpPr>
        <p:spPr>
          <a:xfrm>
            <a:off x="353360" y="4718116"/>
            <a:ext cx="3222694" cy="65335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ns2:creationId id="{1CB6383B-DD17-DD90-B5F1-8315AFB987AC}"/>
              </a:ext>
            </a:extLst>
          </p:cNvPr>
          <p:cNvSpPr/>
          <p:nvPr/>
        </p:nvSpPr>
        <p:spPr>
          <a:xfrm>
            <a:off x="353360" y="5437522"/>
            <a:ext cx="3222694" cy="89585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ns2:creationId id="{1659DCC9-2D0D-2237-DF36-95F8A240A168}"/>
              </a:ext>
            </a:extLst>
          </p:cNvPr>
          <p:cNvSpPr/>
          <p:nvPr/>
        </p:nvSpPr>
        <p:spPr>
          <a:xfrm>
            <a:off x="3600456" y="4731364"/>
            <a:ext cx="5160923" cy="6334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026EDA0B-CCE7-8A1D-A524-8AD873601E54}"/>
              </a:ext>
            </a:extLst>
          </p:cNvPr>
          <p:cNvSpPr/>
          <p:nvPr/>
        </p:nvSpPr>
        <p:spPr>
          <a:xfrm>
            <a:off x="3600457" y="5233664"/>
            <a:ext cx="4758846" cy="10997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(=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Bef>
                <a:spcPts val="300"/>
              </a:spcBef>
              <a:buClr>
                <a:srgbClr val="008000"/>
              </a:buClr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ns2:creationId id="{4ECE9A84-E843-D89E-F582-27E153112FD9}"/>
              </a:ext>
            </a:extLst>
          </p:cNvPr>
          <p:cNvGrpSpPr/>
          <p:nvPr/>
        </p:nvGrpSpPr>
        <p:grpSpPr>
          <a:xfrm>
            <a:off x="411724" y="4447465"/>
            <a:ext cx="3562084" cy="252000"/>
            <a:chOff x="464006" y="4208811"/>
            <a:chExt cx="3562084" cy="252000"/>
          </a:xfrm>
        </p:grpSpPr>
        <p:sp>
          <p:nvSpPr>
            <p:cNvPr id="114" name="正方形/長方形 113">
              <a:extLst>
                <a:ext uri="{FF2B5EF4-FFF2-40B4-BE49-F238E27FC236}">
                  <ns2:creationId id="{151B164D-6EFC-EB82-D3C2-55A0843387ED}"/>
                </a:ext>
              </a:extLst>
            </p:cNvPr>
            <p:cNvSpPr/>
            <p:nvPr/>
          </p:nvSpPr>
          <p:spPr>
            <a:xfrm>
              <a:off x="688921" y="4240499"/>
              <a:ext cx="3337169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47" descr="ブロックチェーン 単色塗りつぶし">
              <a:extLst>
                <a:ext uri="{FF2B5EF4-FFF2-40B4-BE49-F238E27FC236}">
                  <ns2:creationId id="{6A657C48-4AB4-DD2C-72E0-0255CF42C45C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4006" y="4208811"/>
              <a:ext cx="252000" cy="252000"/>
            </a:xfrm>
            <a:prstGeom prst="rect">
              <a:avLst/>
            </a:prstGeom>
          </p:spPr>
        </p:pic>
      </p:grpSp>
      <p:pic>
        <p:nvPicPr>
          <p:cNvPr id="112" name="グラフィックス 151" descr="電球と歯車 単色塗りつぶし">
            <a:extLst>
              <a:ext uri="{FF2B5EF4-FFF2-40B4-BE49-F238E27FC236}">
                <ns2:creationId id="{A33DC9A8-718A-4546-43BA-2511B1D6AB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802707" y="4764907"/>
            <a:ext cx="324000" cy="324000"/>
          </a:xfrm>
          <a:prstGeom prst="rect">
            <a:avLst/>
          </a:prstGeom>
        </p:spPr>
      </p:pic>
      <p:pic>
        <p:nvPicPr>
          <p:cNvPr id="113" name="グラフィックス 153" descr="筋骨たくましい腕 単色塗りつぶし">
            <a:extLst>
              <a:ext uri="{FF2B5EF4-FFF2-40B4-BE49-F238E27FC236}">
                <ns2:creationId id="{77D6EBDC-A644-B7BE-46D6-99A2DBABC45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1"/>
              </a:ext>
            </a:extLst>
          </a:blip>
          <a:srcRect/>
          <a:stretch/>
        </p:blipFill>
        <p:spPr>
          <a:xfrm>
            <a:off x="1794345" y="5553455"/>
            <a:ext cx="324000" cy="324000"/>
          </a:xfrm>
          <a:prstGeom prst="rect">
            <a:avLst/>
          </a:prstGeom>
        </p:spPr>
      </p:pic>
      <p:cxnSp>
        <p:nvCxnSpPr>
          <p:cNvPr id="122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41" idx="3"/>
            <a:endCxn id="114" idx="3"/>
          </p:cNvCxnSpPr>
          <p:nvPr/>
        </p:nvCxnSpPr>
        <p:spPr>
          <a:xfrm flipH="1">
            <a:off x="3973808" y="3601562"/>
            <a:ext cx="3851424" cy="973719"/>
          </a:xfrm>
          <a:prstGeom prst="bentConnector3">
            <a:avLst>
              <a:gd name="adj1" fmla="val -5935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9" name="グラフィックス 136" descr="的中 単色塗りつぶし">
            <a:extLst>
              <a:ext uri="{FF2B5EF4-FFF2-40B4-BE49-F238E27FC236}">
                <ns2:creationId id="{49A10FAC-AD81-B4DB-1447-1EFFBAC0D688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3240456" y="3504017"/>
            <a:ext cx="360000" cy="360000"/>
          </a:xfrm>
          <a:prstGeom prst="rect">
            <a:avLst/>
          </a:prstGeom>
        </p:spPr>
      </p:pic>
      <p:sp>
        <p:nvSpPr>
          <p:cNvPr id="67" name="正方形/長方形 66"/>
          <p:cNvSpPr/>
          <p:nvPr/>
        </p:nvSpPr>
        <p:spPr>
          <a:xfrm>
            <a:off x="8383706" y="5311258"/>
            <a:ext cx="323720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49263" indent="-228600">
              <a:spcBef>
                <a:spcPts val="300"/>
              </a:spcBef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68" name="二等辺三角形 67"/>
          <p:cNvSpPr/>
          <p:nvPr/>
        </p:nvSpPr>
        <p:spPr>
          <a:xfrm rot="5400000">
            <a:off x="7927522" y="5612583"/>
            <a:ext cx="810639" cy="296282"/>
          </a:xfrm>
          <a:prstGeom prst="triangle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右中かっこ 71"/>
          <p:cNvSpPr/>
          <p:nvPr/>
        </p:nvSpPr>
        <p:spPr>
          <a:xfrm>
            <a:off x="8638164" y="4852161"/>
            <a:ext cx="129702" cy="296349"/>
          </a:xfrm>
          <a:prstGeom prst="rightBrace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テキスト ボックス 72"/>
          <p:cNvSpPr txBox="1"/>
          <p:nvPr/>
        </p:nvSpPr>
        <p:spPr>
          <a:xfrm>
            <a:off x="8878111" y="4852161"/>
            <a:ext cx="26718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b="1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39186701"/>
      </p:ext>
    </p:extLst>
  </p:cSld>
  <p:clrMapOvr>
    <a:masterClrMapping/>
  </p:clrMapOvr>
</p:sld>
</file>

<file path=ppt/slides/slide51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35201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kumimoji="1" lang="ja-JP" altLang="en-US" sz="1800" dirty="0"/>
              <a:t>XX</a:t>
            </a:r>
          </a:p>
        </p:txBody>
      </p:sp>
      <p:sp>
        <p:nvSpPr>
          <p:cNvPr id="8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2979961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6" name="直線コネクタ 1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6" idx="3"/>
            <a:endCxn id="8" idx="1"/>
          </p:cNvCxnSpPr>
          <p:nvPr/>
        </p:nvCxnSpPr>
        <p:spPr>
          <a:xfrm>
            <a:off x="2365127" y="2378787"/>
            <a:ext cx="217040" cy="87575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11" idx="3"/>
            <a:endCxn id="8" idx="1"/>
          </p:cNvCxnSpPr>
          <p:nvPr/>
        </p:nvCxnSpPr>
        <p:spPr>
          <a:xfrm>
            <a:off x="2365127" y="2891309"/>
            <a:ext cx="217040" cy="363236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線コネクタ 17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9" idx="3"/>
            <a:endCxn id="8" idx="1"/>
          </p:cNvCxnSpPr>
          <p:nvPr/>
        </p:nvCxnSpPr>
        <p:spPr>
          <a:xfrm flipV="1">
            <a:off x="2356525" y="3254545"/>
            <a:ext cx="225642" cy="14928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54" idx="3"/>
            <a:endCxn id="8" idx="1"/>
          </p:cNvCxnSpPr>
          <p:nvPr/>
        </p:nvCxnSpPr>
        <p:spPr>
          <a:xfrm flipV="1">
            <a:off x="2352578" y="3254545"/>
            <a:ext cx="229589" cy="66180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5113803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83" name="直線コネクタ 8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79" idx="3"/>
            <a:endCxn id="80" idx="1"/>
          </p:cNvCxnSpPr>
          <p:nvPr/>
        </p:nvCxnSpPr>
        <p:spPr>
          <a:xfrm>
            <a:off x="2365127" y="4578390"/>
            <a:ext cx="217040" cy="809997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82" idx="3"/>
            <a:endCxn id="80" idx="1"/>
          </p:cNvCxnSpPr>
          <p:nvPr/>
        </p:nvCxnSpPr>
        <p:spPr>
          <a:xfrm>
            <a:off x="2365127" y="5090913"/>
            <a:ext cx="217040" cy="297474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1" idx="3"/>
            <a:endCxn id="80" idx="1"/>
          </p:cNvCxnSpPr>
          <p:nvPr/>
        </p:nvCxnSpPr>
        <p:spPr>
          <a:xfrm flipV="1">
            <a:off x="2356525" y="5388387"/>
            <a:ext cx="225642" cy="21504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グループ化 137"/>
          <p:cNvGrpSpPr/>
          <p:nvPr/>
        </p:nvGrpSpPr>
        <p:grpSpPr>
          <a:xfrm>
            <a:off x="330604" y="2185108"/>
            <a:ext cx="2034523" cy="4124529"/>
            <a:chOff x="330604" y="2185108"/>
            <a:chExt cx="2534297" cy="4124529"/>
          </a:xfrm>
        </p:grpSpPr>
        <p:sp>
          <p:nvSpPr>
            <p:cNvPr id="6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2185108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3210154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2697630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3722675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4384711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5409757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4897234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5922279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87" name="直線コネクタ 86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6" idx="3"/>
            <a:endCxn id="80" idx="1"/>
          </p:cNvCxnSpPr>
          <p:nvPr/>
        </p:nvCxnSpPr>
        <p:spPr>
          <a:xfrm flipV="1">
            <a:off x="2352578" y="5388387"/>
            <a:ext cx="229589" cy="727571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3764384" y="4110033"/>
            <a:ext cx="1227600" cy="549168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63" name="直線コネクタ 6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" idx="3"/>
            <a:endCxn id="62" idx="1"/>
          </p:cNvCxnSpPr>
          <p:nvPr/>
        </p:nvCxnSpPr>
        <p:spPr>
          <a:xfrm>
            <a:off x="3488987" y="3254545"/>
            <a:ext cx="275397" cy="1130072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0" idx="3"/>
            <a:endCxn id="62" idx="1"/>
          </p:cNvCxnSpPr>
          <p:nvPr/>
        </p:nvCxnSpPr>
        <p:spPr>
          <a:xfrm flipV="1">
            <a:off x="3488987" y="4384617"/>
            <a:ext cx="275397" cy="1003770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テキスト ボックス 73">
            <a:extLst>
              <a:ext uri="{FF2B5EF4-FFF2-40B4-BE49-F238E27FC236}">
                <ns2:creationId id="{3BD4EB6A-49A3-0187-4422-356958A8235D}"/>
              </a:ext>
            </a:extLst>
          </p:cNvPr>
          <p:cNvSpPr txBox="1"/>
          <p:nvPr/>
        </p:nvSpPr>
        <p:spPr>
          <a:xfrm>
            <a:off x="344903" y="1643053"/>
            <a:ext cx="2007676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5" name="直線コネクタ 74">
            <a:extLst>
              <a:ext uri="{FF2B5EF4-FFF2-40B4-BE49-F238E27FC236}">
                <ns2:creationId id="{BEE97778-85D1-A677-5E62-033F30C7D74F}"/>
              </a:ext>
            </a:extLst>
          </p:cNvPr>
          <p:cNvCxnSpPr>
            <a:cxnSpLocks/>
          </p:cNvCxnSpPr>
          <p:nvPr/>
        </p:nvCxnSpPr>
        <p:spPr>
          <a:xfrm>
            <a:off x="344902" y="2003053"/>
            <a:ext cx="2007676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6" name="グラフィックス 36" descr="コンパス 枠線">
            <a:extLst>
              <a:ext uri="{FF2B5EF4-FFF2-40B4-BE49-F238E27FC236}">
                <ns2:creationId id="{F77C306D-D68E-F4BC-C08C-6A208A83511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344902" y="1643053"/>
            <a:ext cx="360000" cy="360000"/>
          </a:xfrm>
          <a:prstGeom prst="rect">
            <a:avLst/>
          </a:prstGeom>
        </p:spPr>
      </p:pic>
      <p:sp>
        <p:nvSpPr>
          <p:cNvPr id="78" name="テキスト ボックス 77">
            <a:extLst>
              <a:ext uri="{FF2B5EF4-FFF2-40B4-BE49-F238E27FC236}">
                <ns2:creationId id="{7ED35E21-4CC6-9FA2-788B-F5BC1083C186}"/>
              </a:ext>
            </a:extLst>
          </p:cNvPr>
          <p:cNvSpPr txBox="1"/>
          <p:nvPr/>
        </p:nvSpPr>
        <p:spPr>
          <a:xfrm>
            <a:off x="7927218" y="1643053"/>
            <a:ext cx="3281313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8" name="直線コネクタ 87">
            <a:extLst>
              <a:ext uri="{FF2B5EF4-FFF2-40B4-BE49-F238E27FC236}">
                <ns2:creationId id="{080C7B0F-28DC-57A4-ABAE-1C19B45E8334}"/>
              </a:ext>
            </a:extLst>
          </p:cNvPr>
          <p:cNvCxnSpPr>
            <a:cxnSpLocks/>
          </p:cNvCxnSpPr>
          <p:nvPr/>
        </p:nvCxnSpPr>
        <p:spPr>
          <a:xfrm>
            <a:off x="7927219" y="2003053"/>
            <a:ext cx="3281313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9" name="グラフィックス 37" descr="電球と鉛筆 枠線">
            <a:extLst>
              <a:ext uri="{FF2B5EF4-FFF2-40B4-BE49-F238E27FC236}">
                <ns2:creationId id="{AF6FE9BB-2319-5C02-DA2A-7BEB72AC9B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927219" y="1643053"/>
            <a:ext cx="360000" cy="360000"/>
          </a:xfrm>
          <a:prstGeom prst="rect">
            <a:avLst/>
          </a:prstGeom>
        </p:spPr>
      </p:pic>
      <p:grpSp>
        <p:nvGrpSpPr>
          <p:cNvPr id="90" name="グループ化 89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5301917" y="1643053"/>
            <a:ext cx="2402389" cy="360000"/>
            <a:chOff x="6547357" y="1643053"/>
            <a:chExt cx="2520000" cy="360000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2" name="直線コネクタ 91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3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171" name="グループ化 170"/>
          <p:cNvGrpSpPr/>
          <p:nvPr/>
        </p:nvGrpSpPr>
        <p:grpSpPr>
          <a:xfrm>
            <a:off x="2638444" y="1643053"/>
            <a:ext cx="2355088" cy="360000"/>
            <a:chOff x="2638444" y="1643053"/>
            <a:chExt cx="2813454" cy="360000"/>
          </a:xfrm>
        </p:grpSpPr>
        <p:sp>
          <p:nvSpPr>
            <p:cNvPr id="95" name="テキスト ボックス 94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2871356" y="1643053"/>
              <a:ext cx="2580542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6" name="直線コネクタ 95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2638444" y="2003053"/>
              <a:ext cx="2813453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7" name="グラフィックス 39" descr="リサーチ 枠線">
            <a:extLst>
              <a:ext uri="{FF2B5EF4-FFF2-40B4-BE49-F238E27FC236}">
                <ns2:creationId id="{5990821E-4F0E-4B36-A251-2E31DBB189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2638444" y="1643053"/>
            <a:ext cx="360000" cy="360000"/>
          </a:xfrm>
          <a:prstGeom prst="rect">
            <a:avLst/>
          </a:prstGeom>
        </p:spPr>
      </p:pic>
      <p:sp>
        <p:nvSpPr>
          <p:cNvPr id="98" name="正方形/長方形 97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5681795" y="2072381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98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5681795" y="4334276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1" name="グループ化 12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5301917" y="4334276"/>
            <a:ext cx="360000" cy="1980000"/>
            <a:chOff x="6547357" y="4334276"/>
            <a:chExt cx="360000" cy="1980000"/>
          </a:xfrm>
        </p:grpSpPr>
        <p:sp>
          <p:nvSpPr>
            <p:cNvPr id="122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3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24" name="グループ化 123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5301917" y="2072381"/>
            <a:ext cx="369939" cy="1980000"/>
            <a:chOff x="6547357" y="2072381"/>
            <a:chExt cx="369939" cy="1980000"/>
          </a:xfrm>
        </p:grpSpPr>
        <p:sp>
          <p:nvSpPr>
            <p:cNvPr id="125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6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grpSp>
        <p:nvGrpSpPr>
          <p:cNvPr id="160" name="グループ化 159"/>
          <p:cNvGrpSpPr/>
          <p:nvPr/>
        </p:nvGrpSpPr>
        <p:grpSpPr>
          <a:xfrm>
            <a:off x="7909064" y="2145871"/>
            <a:ext cx="3905557" cy="3710187"/>
            <a:chOff x="8557570" y="2151893"/>
            <a:chExt cx="3309402" cy="4014174"/>
          </a:xfrm>
        </p:grpSpPr>
        <p:grpSp>
          <p:nvGrpSpPr>
            <p:cNvPr id="153" name="グループ化 152"/>
            <p:cNvGrpSpPr/>
            <p:nvPr/>
          </p:nvGrpSpPr>
          <p:grpSpPr>
            <a:xfrm>
              <a:off x="9406201" y="2151893"/>
              <a:ext cx="360002" cy="2976792"/>
              <a:chOff x="9406201" y="2169325"/>
              <a:chExt cx="360002" cy="3629435"/>
            </a:xfrm>
          </p:grpSpPr>
          <p:sp>
            <p:nvSpPr>
              <p:cNvPr id="101" name="ホームベース 51">
                <a:extLst>
                  <a:ext uri="{FF2B5EF4-FFF2-40B4-BE49-F238E27FC236}">
                    <ns2:creationId id="{57F1E4FC-1BD5-D6E5-7206-A3F8D1F498A4}"/>
                  </a:ext>
                </a:extLst>
              </p:cNvPr>
              <p:cNvSpPr/>
              <p:nvPr/>
            </p:nvSpPr>
            <p:spPr>
              <a:xfrm rot="5400000">
                <a:off x="9036060" y="2539466"/>
                <a:ext cx="1100282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4" name="山形 52">
                <a:extLst>
                  <a:ext uri="{FF2B5EF4-FFF2-40B4-BE49-F238E27FC236}">
                    <ns2:creationId id="{8025CCD9-DF5E-469D-676B-BEF870B70D31}"/>
                  </a:ext>
                </a:extLst>
              </p:cNvPr>
              <p:cNvSpPr/>
              <p:nvPr/>
            </p:nvSpPr>
            <p:spPr>
              <a:xfrm rot="5400000">
                <a:off x="8968586" y="3707225"/>
                <a:ext cx="1235231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山形 52">
                <a:extLst>
                  <a:ext uri="{FF2B5EF4-FFF2-40B4-BE49-F238E27FC236}">
                    <ns2:creationId id="{06AA7836-D1CB-E020-DAA2-C32353AB7E01}"/>
                  </a:ext>
                </a:extLst>
              </p:cNvPr>
              <p:cNvSpPr/>
              <p:nvPr/>
            </p:nvSpPr>
            <p:spPr>
              <a:xfrm rot="5400000">
                <a:off x="8939245" y="4971802"/>
                <a:ext cx="1293916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2" name="グループ化 151"/>
            <p:cNvGrpSpPr/>
            <p:nvPr/>
          </p:nvGrpSpPr>
          <p:grpSpPr>
            <a:xfrm>
              <a:off x="9776140" y="2151893"/>
              <a:ext cx="2090832" cy="3891380"/>
              <a:chOff x="9776140" y="1998095"/>
              <a:chExt cx="2090832" cy="4940755"/>
            </a:xfrm>
          </p:grpSpPr>
          <p:sp>
            <p:nvSpPr>
              <p:cNvPr id="110" name="正方形/長方形 109">
                <a:extLst>
                  <a:ext uri="{FF2B5EF4-FFF2-40B4-BE49-F238E27FC236}">
                    <ns2:creationId id="{2450A990-9077-BA7A-FF76-6AB6E9ADF7E6}"/>
                  </a:ext>
                </a:extLst>
              </p:cNvPr>
              <p:cNvSpPr/>
              <p:nvPr/>
            </p:nvSpPr>
            <p:spPr>
              <a:xfrm>
                <a:off x="9776140" y="1998095"/>
                <a:ext cx="2080898" cy="1138567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42E7910D-2F9F-012B-26D8-3E4CF9405219}"/>
                  </a:ext>
                </a:extLst>
              </p:cNvPr>
              <p:cNvSpPr/>
              <p:nvPr/>
            </p:nvSpPr>
            <p:spPr>
              <a:xfrm>
                <a:off x="9776140" y="3143881"/>
                <a:ext cx="2080898" cy="1286316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76140" y="4474741"/>
                <a:ext cx="2080898" cy="114115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86074" y="5557155"/>
                <a:ext cx="2080898" cy="138169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14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212016" y="2929667"/>
              <a:ext cx="1915546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639167" y="4418061"/>
              <a:ext cx="1061247" cy="360000"/>
            </a:xfrm>
            <a:prstGeom prst="chevron">
              <a:avLst>
                <a:gd name="adj" fmla="val 1809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6730484" y="3978981"/>
              <a:ext cx="401417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58" name="山形 52">
            <a:extLst>
              <a:ext uri="{FF2B5EF4-FFF2-40B4-BE49-F238E27FC236}">
                <ns2:creationId id="{B274FC5A-AC68-186B-AD9B-5F79113CC3B3}"/>
              </a:ext>
            </a:extLst>
          </p:cNvPr>
          <p:cNvSpPr/>
          <p:nvPr/>
        </p:nvSpPr>
        <p:spPr>
          <a:xfrm rot="5400000">
            <a:off x="7774799" y="5939489"/>
            <a:ext cx="683317" cy="434913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288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2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8836016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8836016" y="292628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4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8843993" y="38446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66" name="カギ線コネクタ 165"/>
          <p:cNvCxnSpPr>
            <a:stCxn id="62" idx="3"/>
            <a:endCxn id="125" idx="1"/>
          </p:cNvCxnSpPr>
          <p:nvPr/>
        </p:nvCxnSpPr>
        <p:spPr>
          <a:xfrm flipV="1">
            <a:off x="4991984" y="3062381"/>
            <a:ext cx="309933" cy="1322236"/>
          </a:xfrm>
          <a:prstGeom prst="bentConnector3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カギ線コネクタ 166"/>
          <p:cNvCxnSpPr>
            <a:stCxn id="62" idx="3"/>
            <a:endCxn id="122" idx="1"/>
          </p:cNvCxnSpPr>
          <p:nvPr/>
        </p:nvCxnSpPr>
        <p:spPr>
          <a:xfrm>
            <a:off x="4991984" y="4384617"/>
            <a:ext cx="309933" cy="939659"/>
          </a:xfrm>
          <a:prstGeom prst="bentConnector3">
            <a:avLst>
              <a:gd name="adj1" fmla="val 50000"/>
            </a:avLst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92" y="4658137"/>
            <a:ext cx="485897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7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125712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8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589365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……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1795434"/>
      </p:ext>
    </p:extLst>
  </p:cSld>
  <p:clrMapOvr>
    <a:masterClrMapping/>
  </p:clrMapOvr>
</p:sld>
</file>

<file path=ppt/slides/slide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rmAutofit/>
          </a:bodyPr>
          <a:lstStyle/>
          <a:p>
            <a:r>
              <a:rPr kumimoji="1" lang="ja-JP" altLang="en-US" sz="1800" dirty="0"/>
              <a:t>XX</a:t>
            </a:r>
            <a:r>
              <a:rPr lang="ja-JP" altLang="en-US" sz="1800" dirty="0"/>
              <a:t>XX</a:t>
            </a:r>
            <a:r>
              <a:rPr kumimoji="1" lang="ja-JP" altLang="en-US" sz="1800" dirty="0"/>
              <a:t>XX</a:t>
            </a:r>
            <a:endParaRPr kumimoji="1" lang="en-US" altLang="ja-JP" sz="1800" dirty="0"/>
          </a:p>
        </p:txBody>
      </p:sp>
      <p:sp>
        <p:nvSpPr>
          <p:cNvPr id="5" name="テキスト ボックス 4">
            <a:extLst>
              <a:ext uri="{FF2B5EF4-FFF2-40B4-BE49-F238E27FC236}">
                <ns2:creationId id="{000EA8DC-1997-F327-18E2-C4628734D218}"/>
              </a:ext>
            </a:extLst>
          </p:cNvPr>
          <p:cNvSpPr txBox="1"/>
          <p:nvPr/>
        </p:nvSpPr>
        <p:spPr>
          <a:xfrm>
            <a:off x="344901" y="2246346"/>
            <a:ext cx="11512137" cy="365768"/>
          </a:xfrm>
          <a:prstGeom prst="rect">
            <a:avLst/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R="0" lvl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192926AA-9A3F-40EB-E72B-6C42D42C6D3D}"/>
              </a:ext>
            </a:extLst>
          </p:cNvPr>
          <p:cNvGrpSpPr/>
          <p:nvPr/>
        </p:nvGrpSpPr>
        <p:grpSpPr>
          <a:xfrm>
            <a:off x="500814" y="4818994"/>
            <a:ext cx="2673787" cy="292614"/>
            <a:chOff x="420474" y="3205984"/>
            <a:chExt cx="1296000" cy="144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27E1ADCB-2C2B-8F2B-A7D0-D2ACC870788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グループ化 46">
              <a:extLst>
                <a:ext uri="{FF2B5EF4-FFF2-40B4-BE49-F238E27FC236}">
                  <ns2:creationId id="{14561936-0AC4-2E5E-9875-065A09CD4BC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8" name="円/楕円 32">
                <a:extLst>
                  <a:ext uri="{FF2B5EF4-FFF2-40B4-BE49-F238E27FC236}">
                    <ns2:creationId id="{1BF8C42A-8C11-1BBB-5FDA-951105CF8A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15" descr="キャレットを下へ 枠線">
                <a:extLst>
                  <a:ext uri="{FF2B5EF4-FFF2-40B4-BE49-F238E27FC236}">
                    <ns2:creationId id="{01B03AFB-9E9F-FB6E-C5D2-14DA4217E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7" name="四角形: 角を丸くする 16">
            <a:extLst>
              <a:ext uri="{FF2B5EF4-FFF2-40B4-BE49-F238E27FC236}">
                <ns2:creationId id="{05A4F564-50A6-F7F0-A238-C003FB753CEB}"/>
              </a:ext>
            </a:extLst>
          </p:cNvPr>
          <p:cNvSpPr/>
          <p:nvPr/>
        </p:nvSpPr>
        <p:spPr>
          <a:xfrm>
            <a:off x="344901" y="1919514"/>
            <a:ext cx="11512137" cy="4389211"/>
          </a:xfrm>
          <a:prstGeom prst="roundRect">
            <a:avLst>
              <a:gd name="adj" fmla="val 2500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406AAB0B-BD58-3A42-2B54-CB7F2ED69C94}"/>
              </a:ext>
            </a:extLst>
          </p:cNvPr>
          <p:cNvSpPr txBox="1"/>
          <p:nvPr/>
        </p:nvSpPr>
        <p:spPr>
          <a:xfrm>
            <a:off x="1552755" y="1643053"/>
            <a:ext cx="7421766" cy="585228"/>
          </a:xfrm>
          <a:prstGeom prst="rect">
            <a:avLst/>
          </a:prstGeom>
          <a:solidFill>
            <a:schemeClr val="bg1"/>
          </a:solidFill>
        </p:spPr>
        <p:txBody>
          <a:bodyPr wrap="square" lIns="324000" tIns="36000" rIns="36000" bIns="36000" rtlCol="0" anchor="ctr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9" name="グラフィックス 27" descr="プラグ 枠線">
            <a:extLst>
              <a:ext uri="{FF2B5EF4-FFF2-40B4-BE49-F238E27FC236}">
                <ns2:creationId id="{74269197-EE21-4F4A-B9F3-BCF835F829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 rot="5400000">
            <a:off x="1638241" y="1638580"/>
            <a:ext cx="585228" cy="594175"/>
          </a:xfrm>
          <a:prstGeom prst="rect">
            <a:avLst/>
          </a:prstGeom>
        </p:spPr>
      </p:pic>
      <p:sp>
        <p:nvSpPr>
          <p:cNvPr id="10" name="ホームベース 51">
            <a:extLst>
              <a:ext uri="{FF2B5EF4-FFF2-40B4-BE49-F238E27FC236}">
                <ns2:creationId id="{CDF18676-00CE-F95C-C424-9DA2236433D4}"/>
              </a:ext>
            </a:extLst>
          </p:cNvPr>
          <p:cNvSpPr/>
          <p:nvPr/>
        </p:nvSpPr>
        <p:spPr>
          <a:xfrm>
            <a:off x="500814" y="3263115"/>
            <a:ext cx="2748059" cy="365768"/>
          </a:xfrm>
          <a:prstGeom prst="homePlate">
            <a:avLst>
              <a:gd name="adj" fmla="val 18206"/>
            </a:avLst>
          </a:prstGeom>
          <a:solidFill>
            <a:schemeClr val="bg1">
              <a:lumMod val="50000"/>
              <a:alpha val="5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山形 52">
            <a:extLst>
              <a:ext uri="{FF2B5EF4-FFF2-40B4-BE49-F238E27FC236}">
                <ns2:creationId id="{C66F5D70-1775-E636-6300-61BF3C876F00}"/>
              </a:ext>
            </a:extLst>
          </p:cNvPr>
          <p:cNvSpPr/>
          <p:nvPr/>
        </p:nvSpPr>
        <p:spPr>
          <a:xfrm>
            <a:off x="3325383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山形 53">
            <a:extLst>
              <a:ext uri="{FF2B5EF4-FFF2-40B4-BE49-F238E27FC236}">
                <ns2:creationId id="{81D047FA-E22B-28B0-A25D-FD580967D999}"/>
              </a:ext>
            </a:extLst>
          </p:cNvPr>
          <p:cNvSpPr/>
          <p:nvPr/>
        </p:nvSpPr>
        <p:spPr>
          <a:xfrm>
            <a:off x="6149952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山形 53">
            <a:extLst>
              <a:ext uri="{FF2B5EF4-FFF2-40B4-BE49-F238E27FC236}">
                <ns2:creationId id="{00FD17CF-C6D7-C70A-EB01-4B4C4B3C7DBB}"/>
              </a:ext>
            </a:extLst>
          </p:cNvPr>
          <p:cNvSpPr/>
          <p:nvPr/>
        </p:nvSpPr>
        <p:spPr>
          <a:xfrm>
            <a:off x="8974521" y="3263115"/>
            <a:ext cx="2748059" cy="365768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462D32E8-4AFB-0A14-3EF4-36E272D41456}"/>
              </a:ext>
            </a:extLst>
          </p:cNvPr>
          <p:cNvSpPr/>
          <p:nvPr/>
        </p:nvSpPr>
        <p:spPr>
          <a:xfrm>
            <a:off x="500814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895E9AB-C00C-2E24-282B-DF46088D285F}"/>
              </a:ext>
            </a:extLst>
          </p:cNvPr>
          <p:cNvSpPr/>
          <p:nvPr/>
        </p:nvSpPr>
        <p:spPr>
          <a:xfrm>
            <a:off x="3325383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2124D4FA-9953-DDEA-1E44-B64378443C08}"/>
              </a:ext>
            </a:extLst>
          </p:cNvPr>
          <p:cNvSpPr/>
          <p:nvPr/>
        </p:nvSpPr>
        <p:spPr>
          <a:xfrm>
            <a:off x="6383985" y="3681972"/>
            <a:ext cx="2380891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252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719CB3D-3B10-E078-18D3-85B7EFF17E6B}"/>
              </a:ext>
            </a:extLst>
          </p:cNvPr>
          <p:cNvSpPr/>
          <p:nvPr/>
        </p:nvSpPr>
        <p:spPr>
          <a:xfrm>
            <a:off x="8974521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background">
            <a:extLst>
              <a:ext uri="{FF2B5EF4-FFF2-40B4-BE49-F238E27FC236}">
                <ns2:creationId id="{495FD08E-4292-3517-758D-1ED8DA70AAF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652028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background">
            <a:extLst>
              <a:ext uri="{FF2B5EF4-FFF2-40B4-BE49-F238E27FC236}">
                <ns2:creationId id="{D58B91F9-A324-30B7-3AC6-225CC55EC7C9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476597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background">
            <a:extLst>
              <a:ext uri="{FF2B5EF4-FFF2-40B4-BE49-F238E27FC236}">
                <ns2:creationId id="{D82663B7-8A0C-9BF9-3B27-8F708FED12A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0125734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background">
            <a:extLst>
              <a:ext uri="{FF2B5EF4-FFF2-40B4-BE49-F238E27FC236}">
                <ns2:creationId id="{1A27C352-AF12-312B-9EB4-0E6C32A799DD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149952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background">
            <a:extLst>
              <a:ext uri="{FF2B5EF4-FFF2-40B4-BE49-F238E27FC236}">
                <ns2:creationId id="{06000C4F-6E66-0DE8-E961-6EC5EBADA8BC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6149952" y="4100700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207A15B-3447-A871-DE36-90AB49DB9A3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149952" y="4538417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9C4D29A-A810-B102-62F7-5E6F52876218}"/>
              </a:ext>
            </a:extLst>
          </p:cNvPr>
          <p:cNvSpPr/>
          <p:nvPr/>
        </p:nvSpPr>
        <p:spPr>
          <a:xfrm>
            <a:off x="500814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34998C28-BD8C-C14C-EFCF-15EC83F9B2E4}"/>
              </a:ext>
            </a:extLst>
          </p:cNvPr>
          <p:cNvSpPr/>
          <p:nvPr/>
        </p:nvSpPr>
        <p:spPr>
          <a:xfrm>
            <a:off x="3325383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B9FA296C-AB92-E828-4482-15FB53A0C7D8}"/>
              </a:ext>
            </a:extLst>
          </p:cNvPr>
          <p:cNvSpPr/>
          <p:nvPr/>
        </p:nvSpPr>
        <p:spPr>
          <a:xfrm>
            <a:off x="6149952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01E534C6-3A45-6D53-199E-9E0A0E24B9F7}"/>
              </a:ext>
            </a:extLst>
          </p:cNvPr>
          <p:cNvGrpSpPr/>
          <p:nvPr/>
        </p:nvGrpSpPr>
        <p:grpSpPr>
          <a:xfrm>
            <a:off x="3325383" y="4818994"/>
            <a:ext cx="2673787" cy="292614"/>
            <a:chOff x="420474" y="3205984"/>
            <a:chExt cx="1296000" cy="144000"/>
          </a:xfrm>
        </p:grpSpPr>
        <p:cxnSp>
          <p:nvCxnSpPr>
            <p:cNvPr id="42" name="直線コネクタ 41">
              <a:extLst>
                <a:ext uri="{FF2B5EF4-FFF2-40B4-BE49-F238E27FC236}">
                  <ns2:creationId id="{302DD4C6-1A38-9D3E-79DB-D7B9E1502D9A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" name="グループ化 42">
              <a:extLst>
                <a:ext uri="{FF2B5EF4-FFF2-40B4-BE49-F238E27FC236}">
                  <ns2:creationId id="{2967E692-DBCB-15CF-4400-AD451D992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4" name="円/楕円 43">
                <a:extLst>
                  <a:ext uri="{FF2B5EF4-FFF2-40B4-BE49-F238E27FC236}">
                    <ns2:creationId id="{A5CA85DA-4BCA-BB3C-0573-50D565BA8D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35" descr="キャレットを下へ 枠線">
                <a:extLst>
                  <a:ext uri="{FF2B5EF4-FFF2-40B4-BE49-F238E27FC236}">
                    <ns2:creationId id="{618A1571-6E20-3FFD-40DF-1BE57AEF7E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D1071F3-8748-F135-32CE-DA763EE40A6D}"/>
              </a:ext>
            </a:extLst>
          </p:cNvPr>
          <p:cNvGrpSpPr/>
          <p:nvPr/>
        </p:nvGrpSpPr>
        <p:grpSpPr>
          <a:xfrm>
            <a:off x="6149952" y="4818994"/>
            <a:ext cx="2673787" cy="292614"/>
            <a:chOff x="420474" y="3205984"/>
            <a:chExt cx="1296000" cy="144000"/>
          </a:xfrm>
        </p:grpSpPr>
        <p:cxnSp>
          <p:nvCxnSpPr>
            <p:cNvPr id="38" name="直線コネクタ 37">
              <a:extLst>
                <a:ext uri="{FF2B5EF4-FFF2-40B4-BE49-F238E27FC236}">
                  <ns2:creationId id="{1246D4C8-F0B6-8FDF-08B5-8EE918B5B70F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7230987D-D33B-B12E-CCF4-9E8BB67DC8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0" name="円/楕円 32">
                <a:extLst>
                  <a:ext uri="{FF2B5EF4-FFF2-40B4-BE49-F238E27FC236}">
                    <ns2:creationId id="{A4D137B8-C192-C023-1878-1E5BEE9A9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1" name="グラフィックス 53" descr="キャレットを下へ 枠線">
                <a:extLst>
                  <a:ext uri="{FF2B5EF4-FFF2-40B4-BE49-F238E27FC236}">
                    <ns2:creationId id="{EFEEC41A-B477-F551-DDDD-D889CE4DB9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9" name="グループ化 28">
            <a:extLst>
              <a:ext uri="{FF2B5EF4-FFF2-40B4-BE49-F238E27FC236}">
                <ns2:creationId id="{8B53D85A-2C62-BADD-0AB7-80EE918B10C0}"/>
              </a:ext>
            </a:extLst>
          </p:cNvPr>
          <p:cNvGrpSpPr/>
          <p:nvPr/>
        </p:nvGrpSpPr>
        <p:grpSpPr>
          <a:xfrm>
            <a:off x="8974521" y="4818994"/>
            <a:ext cx="2673787" cy="292614"/>
            <a:chOff x="420474" y="3205984"/>
            <a:chExt cx="1296000" cy="144000"/>
          </a:xfrm>
        </p:grpSpPr>
        <p:cxnSp>
          <p:nvCxnSpPr>
            <p:cNvPr id="34" name="直線コネクタ 33">
              <a:extLst>
                <a:ext uri="{FF2B5EF4-FFF2-40B4-BE49-F238E27FC236}">
                  <ns2:creationId id="{D12A9011-65BB-819D-339A-A5041C06646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グループ化 34">
              <a:extLst>
                <a:ext uri="{FF2B5EF4-FFF2-40B4-BE49-F238E27FC236}">
                  <ns2:creationId id="{3FEE06E3-581C-F51E-9F60-94247AA39DB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36" name="円/楕円 32">
                <a:extLst>
                  <a:ext uri="{FF2B5EF4-FFF2-40B4-BE49-F238E27FC236}">
                    <ns2:creationId id="{4BB16558-2FAB-945E-7A43-5C62F350F7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257" descr="キャレットを下へ 枠線">
                <a:extLst>
                  <a:ext uri="{FF2B5EF4-FFF2-40B4-BE49-F238E27FC236}">
                    <ns2:creationId id="{845AC444-E665-7F30-A2C3-F79000719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30" name="正方形/長方形 29">
            <a:extLst>
              <a:ext uri="{FF2B5EF4-FFF2-40B4-BE49-F238E27FC236}">
                <ns2:creationId id="{EE75EA95-2FC0-9FA7-0B7B-B3E13183D9B8}"/>
              </a:ext>
            </a:extLst>
          </p:cNvPr>
          <p:cNvSpPr/>
          <p:nvPr/>
        </p:nvSpPr>
        <p:spPr>
          <a:xfrm>
            <a:off x="8974521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ns2:creationId id="{B8226B30-E765-D439-C51B-90AF86FD04A7}"/>
              </a:ext>
            </a:extLst>
          </p:cNvPr>
          <p:cNvGrpSpPr/>
          <p:nvPr/>
        </p:nvGrpSpPr>
        <p:grpSpPr>
          <a:xfrm>
            <a:off x="601147" y="2388247"/>
            <a:ext cx="10999700" cy="725821"/>
            <a:chOff x="469106" y="2009775"/>
            <a:chExt cx="5331619" cy="357188"/>
          </a:xfrm>
        </p:grpSpPr>
        <p:cxnSp>
          <p:nvCxnSpPr>
            <p:cNvPr id="32" name="直線コネクタ 31">
              <a:extLst>
                <a:ext uri="{FF2B5EF4-FFF2-40B4-BE49-F238E27FC236}">
                  <ns2:creationId id="{113525C6-1041-A4F6-6051-611940E737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9106" y="2345635"/>
              <a:ext cx="1320453" cy="0"/>
            </a:xfrm>
            <a:prstGeom prst="line">
              <a:avLst/>
            </a:prstGeom>
            <a:ln w="9525">
              <a:solidFill>
                <a:schemeClr val="accent6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フリーフォーム: 図形 270">
              <a:extLst>
                <a:ext uri="{FF2B5EF4-FFF2-40B4-BE49-F238E27FC236}">
                  <ns2:creationId id="{79393758-7CEB-6609-C16E-C801C4A677FC}"/>
                </a:ext>
              </a:extLst>
            </p:cNvPr>
            <p:cNvSpPr/>
            <p:nvPr/>
          </p:nvSpPr>
          <p:spPr>
            <a:xfrm>
              <a:off x="1795463" y="2009775"/>
              <a:ext cx="4005262" cy="357188"/>
            </a:xfrm>
            <a:custGeom>
              <a:avLst/>
              <a:gdLst>
                <a:gd name="connsiteX0" fmla="*/ 0 w 4005262"/>
                <a:gd name="connsiteY0" fmla="*/ 338137 h 361950"/>
                <a:gd name="connsiteX1" fmla="*/ 280987 w 4005262"/>
                <a:gd name="connsiteY1" fmla="*/ 19050 h 361950"/>
                <a:gd name="connsiteX2" fmla="*/ 357187 w 4005262"/>
                <a:gd name="connsiteY2" fmla="*/ 0 h 361950"/>
                <a:gd name="connsiteX3" fmla="*/ 404812 w 4005262"/>
                <a:gd name="connsiteY3" fmla="*/ 61912 h 361950"/>
                <a:gd name="connsiteX4" fmla="*/ 457200 w 4005262"/>
                <a:gd name="connsiteY4" fmla="*/ 114300 h 361950"/>
                <a:gd name="connsiteX5" fmla="*/ 590550 w 4005262"/>
                <a:gd name="connsiteY5" fmla="*/ 142875 h 361950"/>
                <a:gd name="connsiteX6" fmla="*/ 1066800 w 4005262"/>
                <a:gd name="connsiteY6" fmla="*/ 176212 h 361950"/>
                <a:gd name="connsiteX7" fmla="*/ 1714500 w 4005262"/>
                <a:gd name="connsiteY7" fmla="*/ 228600 h 361950"/>
                <a:gd name="connsiteX8" fmla="*/ 2624137 w 4005262"/>
                <a:gd name="connsiteY8" fmla="*/ 266700 h 361950"/>
                <a:gd name="connsiteX9" fmla="*/ 2914650 w 4005262"/>
                <a:gd name="connsiteY9" fmla="*/ 300037 h 361950"/>
                <a:gd name="connsiteX10" fmla="*/ 3152775 w 4005262"/>
                <a:gd name="connsiteY10" fmla="*/ 342900 h 361950"/>
                <a:gd name="connsiteX11" fmla="*/ 3557587 w 4005262"/>
                <a:gd name="connsiteY11" fmla="*/ 357187 h 361950"/>
                <a:gd name="connsiteX12" fmla="*/ 4005262 w 4005262"/>
                <a:gd name="connsiteY12" fmla="*/ 361950 h 361950"/>
                <a:gd name="connsiteX0" fmla="*/ 0 w 4005262"/>
                <a:gd name="connsiteY0" fmla="*/ 352425 h 376238"/>
                <a:gd name="connsiteX1" fmla="*/ 280987 w 4005262"/>
                <a:gd name="connsiteY1" fmla="*/ 33338 h 376238"/>
                <a:gd name="connsiteX2" fmla="*/ 347662 w 4005262"/>
                <a:gd name="connsiteY2" fmla="*/ 0 h 376238"/>
                <a:gd name="connsiteX3" fmla="*/ 404812 w 4005262"/>
                <a:gd name="connsiteY3" fmla="*/ 76200 h 376238"/>
                <a:gd name="connsiteX4" fmla="*/ 457200 w 4005262"/>
                <a:gd name="connsiteY4" fmla="*/ 128588 h 376238"/>
                <a:gd name="connsiteX5" fmla="*/ 590550 w 4005262"/>
                <a:gd name="connsiteY5" fmla="*/ 157163 h 376238"/>
                <a:gd name="connsiteX6" fmla="*/ 1066800 w 4005262"/>
                <a:gd name="connsiteY6" fmla="*/ 190500 h 376238"/>
                <a:gd name="connsiteX7" fmla="*/ 1714500 w 4005262"/>
                <a:gd name="connsiteY7" fmla="*/ 242888 h 376238"/>
                <a:gd name="connsiteX8" fmla="*/ 2624137 w 4005262"/>
                <a:gd name="connsiteY8" fmla="*/ 280988 h 376238"/>
                <a:gd name="connsiteX9" fmla="*/ 2914650 w 4005262"/>
                <a:gd name="connsiteY9" fmla="*/ 314325 h 376238"/>
                <a:gd name="connsiteX10" fmla="*/ 3152775 w 4005262"/>
                <a:gd name="connsiteY10" fmla="*/ 357188 h 376238"/>
                <a:gd name="connsiteX11" fmla="*/ 3557587 w 4005262"/>
                <a:gd name="connsiteY11" fmla="*/ 371475 h 376238"/>
                <a:gd name="connsiteX12" fmla="*/ 4005262 w 4005262"/>
                <a:gd name="connsiteY12" fmla="*/ 376238 h 376238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47649 w 4005262"/>
                <a:gd name="connsiteY1" fmla="*/ 595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57200 w 4005262"/>
                <a:gd name="connsiteY3" fmla="*/ 107157 h 354807"/>
                <a:gd name="connsiteX4" fmla="*/ 590550 w 4005262"/>
                <a:gd name="connsiteY4" fmla="*/ 135732 h 354807"/>
                <a:gd name="connsiteX5" fmla="*/ 1066800 w 4005262"/>
                <a:gd name="connsiteY5" fmla="*/ 169069 h 354807"/>
                <a:gd name="connsiteX6" fmla="*/ 1714500 w 4005262"/>
                <a:gd name="connsiteY6" fmla="*/ 221457 h 354807"/>
                <a:gd name="connsiteX7" fmla="*/ 2624137 w 4005262"/>
                <a:gd name="connsiteY7" fmla="*/ 259557 h 354807"/>
                <a:gd name="connsiteX8" fmla="*/ 2914650 w 4005262"/>
                <a:gd name="connsiteY8" fmla="*/ 292894 h 354807"/>
                <a:gd name="connsiteX9" fmla="*/ 3152775 w 4005262"/>
                <a:gd name="connsiteY9" fmla="*/ 335757 h 354807"/>
                <a:gd name="connsiteX10" fmla="*/ 3557587 w 4005262"/>
                <a:gd name="connsiteY10" fmla="*/ 350044 h 354807"/>
                <a:gd name="connsiteX11" fmla="*/ 4005262 w 4005262"/>
                <a:gd name="connsiteY11" fmla="*/ 354807 h 354807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38124 w 4005262"/>
                <a:gd name="connsiteY1" fmla="*/ 66675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05262" h="357188">
                  <a:moveTo>
                    <a:pt x="0" y="333375"/>
                  </a:moveTo>
                  <a:lnTo>
                    <a:pt x="238124" y="66675"/>
                  </a:lnTo>
                  <a:cubicBezTo>
                    <a:pt x="257968" y="47625"/>
                    <a:pt x="273049" y="11906"/>
                    <a:pt x="338137" y="0"/>
                  </a:cubicBezTo>
                  <a:cubicBezTo>
                    <a:pt x="401637" y="14288"/>
                    <a:pt x="417909" y="86916"/>
                    <a:pt x="457200" y="109538"/>
                  </a:cubicBezTo>
                  <a:cubicBezTo>
                    <a:pt x="523081" y="138113"/>
                    <a:pt x="608012" y="142876"/>
                    <a:pt x="652462" y="152401"/>
                  </a:cubicBezTo>
                  <a:lnTo>
                    <a:pt x="1066800" y="171450"/>
                  </a:lnTo>
                  <a:lnTo>
                    <a:pt x="1714500" y="223838"/>
                  </a:lnTo>
                  <a:lnTo>
                    <a:pt x="2624137" y="261938"/>
                  </a:lnTo>
                  <a:lnTo>
                    <a:pt x="2914650" y="295275"/>
                  </a:lnTo>
                  <a:lnTo>
                    <a:pt x="3152775" y="338138"/>
                  </a:lnTo>
                  <a:lnTo>
                    <a:pt x="3557587" y="352425"/>
                  </a:lnTo>
                  <a:lnTo>
                    <a:pt x="4005262" y="357188"/>
                  </a:lnTo>
                </a:path>
              </a:pathLst>
            </a:custGeom>
            <a:noFill/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00129575"/>
      </p:ext>
    </p:extLst>
  </p:cSld>
  <p:clrMapOvr>
    <a:masterClrMapping/>
  </p:clrMapOvr>
</p:sld>
</file>

<file path=ppt/slides/slide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drawing/2018/sketchyshapes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728007-2161-9827-CD5A-6E602253A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8F05A-86DC-56C3-BB17-180A6667B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498" name="グループ化 497">
            <a:extLst>
              <a:ext uri="{FF2B5EF4-FFF2-40B4-BE49-F238E27FC236}">
                <ns2:creationId id="{2486E23B-DF10-DC34-F510-E550CCD26974}"/>
              </a:ext>
            </a:extLst>
          </p:cNvPr>
          <p:cNvGrpSpPr/>
          <p:nvPr/>
        </p:nvGrpSpPr>
        <p:grpSpPr>
          <a:xfrm>
            <a:off x="3425210" y="1605375"/>
            <a:ext cx="5581737" cy="2296051"/>
            <a:chOff x="6277038" y="1643053"/>
            <a:chExt cx="5581737" cy="2296051"/>
          </a:xfrm>
        </p:grpSpPr>
        <p:sp>
          <p:nvSpPr>
            <p:cNvPr id="275" name="四角形: 角を丸くする 274">
              <a:extLst>
                <a:ext uri="{FF2B5EF4-FFF2-40B4-BE49-F238E27FC236}">
                  <ns2:creationId id="{64A6921C-B921-066B-37F8-F9329E501F58}"/>
                </a:ext>
              </a:extLst>
            </p:cNvPr>
            <p:cNvSpPr/>
            <p:nvPr/>
          </p:nvSpPr>
          <p:spPr>
            <a:xfrm>
              <a:off x="6277038" y="1779104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FCF682-0090-AE3F-F35B-7E83A081E5FE}"/>
                </a:ext>
              </a:extLst>
            </p:cNvPr>
            <p:cNvSpPr txBox="1"/>
            <p:nvPr/>
          </p:nvSpPr>
          <p:spPr>
            <a:xfrm>
              <a:off x="6446001" y="1643053"/>
              <a:ext cx="288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9" name="テキスト ボックス 278">
              <a:extLst>
                <a:ext uri="{FF2B5EF4-FFF2-40B4-BE49-F238E27FC236}">
                  <ns2:creationId id="{C2D6E5C7-976D-B1A4-94CB-A346E1CCA44A}"/>
                </a:ext>
              </a:extLst>
            </p:cNvPr>
            <p:cNvSpPr txBox="1"/>
            <p:nvPr/>
          </p:nvSpPr>
          <p:spPr>
            <a:xfrm>
              <a:off x="6277038" y="1939943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4" name="グラフィックス 283" descr="統計 枠線">
              <a:extLst>
                <a:ext uri="{FF2B5EF4-FFF2-40B4-BE49-F238E27FC236}">
                  <ns2:creationId id="{5D622AC7-928E-ECB1-3584-9854F9E75A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46001" y="1643053"/>
              <a:ext cx="288000" cy="288000"/>
            </a:xfrm>
            <a:prstGeom prst="rect">
              <a:avLst/>
            </a:prstGeom>
          </p:spPr>
        </p:pic>
        <p:grpSp>
          <p:nvGrpSpPr>
            <p:cNvPr id="293" name="グループ化 292">
              <a:extLst>
                <a:ext uri="{FF2B5EF4-FFF2-40B4-BE49-F238E27FC236}">
                  <ns2:creationId id="{78D35090-6A03-85E2-6648-5CA15FB39E99}"/>
                </a:ext>
              </a:extLst>
            </p:cNvPr>
            <p:cNvGrpSpPr/>
            <p:nvPr/>
          </p:nvGrpSpPr>
          <p:grpSpPr>
            <a:xfrm>
              <a:off x="6355487" y="2475071"/>
              <a:ext cx="942975" cy="871515"/>
              <a:chOff x="6355487" y="2475071"/>
              <a:chExt cx="942975" cy="871515"/>
            </a:xfrm>
          </p:grpSpPr>
          <p:pic>
            <p:nvPicPr>
              <p:cNvPr id="286" name="図 285">
                <a:extLst>
                  <a:ext uri="{FF2B5EF4-FFF2-40B4-BE49-F238E27FC236}">
                    <ns2:creationId id="{DFFF3C14-9214-6546-4006-D3BEB0623D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355487" y="2655071"/>
                <a:ext cx="942975" cy="691515"/>
              </a:xfrm>
              <a:prstGeom prst="rect">
                <a:avLst/>
              </a:prstGeom>
            </p:spPr>
          </p:pic>
          <p:sp>
            <p:nvSpPr>
              <p:cNvPr id="71" name="正方形/長方形 70">
                <a:extLst>
                  <a:ext uri="{FF2B5EF4-FFF2-40B4-BE49-F238E27FC236}">
                    <ns2:creationId id="{A568942C-F377-2CB7-F80B-412E860FCE7A}"/>
                  </a:ext>
                </a:extLst>
              </p:cNvPr>
              <p:cNvSpPr/>
              <p:nvPr/>
            </p:nvSpPr>
            <p:spPr>
              <a:xfrm>
                <a:off x="6355487" y="2475071"/>
                <a:ext cx="942975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2" name="グループ化 291">
              <a:extLst>
                <a:ext uri="{FF2B5EF4-FFF2-40B4-BE49-F238E27FC236}">
                  <ns2:creationId id="{E04B4E7A-94EF-E96C-AB2B-B2B0143061C8}"/>
                </a:ext>
              </a:extLst>
            </p:cNvPr>
            <p:cNvGrpSpPr/>
            <p:nvPr/>
          </p:nvGrpSpPr>
          <p:grpSpPr>
            <a:xfrm>
              <a:off x="7827183" y="2129882"/>
              <a:ext cx="737235" cy="525780"/>
              <a:chOff x="7827183" y="2129882"/>
              <a:chExt cx="737235" cy="525780"/>
            </a:xfrm>
          </p:grpSpPr>
          <p:pic>
            <p:nvPicPr>
              <p:cNvPr id="64" name="図 63">
                <a:extLst>
                  <a:ext uri="{FF2B5EF4-FFF2-40B4-BE49-F238E27FC236}">
                    <ns2:creationId id="{ED7CF840-EC99-4BF5-1B72-87918448DE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827183" y="2129882"/>
                <a:ext cx="737235" cy="525780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820ADC28-6110-33E7-6787-84B62750B8E7}"/>
                  </a:ext>
                </a:extLst>
              </p:cNvPr>
              <p:cNvSpPr/>
              <p:nvPr/>
            </p:nvSpPr>
            <p:spPr>
              <a:xfrm>
                <a:off x="7827183" y="2129882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0" name="グループ化 289">
              <a:extLst>
                <a:ext uri="{FF2B5EF4-FFF2-40B4-BE49-F238E27FC236}">
                  <ns2:creationId id="{305FDBFB-48F3-429C-49C5-F4983F6D3BB3}"/>
                </a:ext>
              </a:extLst>
            </p:cNvPr>
            <p:cNvGrpSpPr/>
            <p:nvPr/>
          </p:nvGrpSpPr>
          <p:grpSpPr>
            <a:xfrm>
              <a:off x="7827183" y="2732224"/>
              <a:ext cx="737235" cy="537210"/>
              <a:chOff x="7827183" y="2732224"/>
              <a:chExt cx="737235" cy="537210"/>
            </a:xfrm>
          </p:grpSpPr>
          <p:pic>
            <p:nvPicPr>
              <p:cNvPr id="66" name="図 65">
                <a:extLst>
                  <a:ext uri="{FF2B5EF4-FFF2-40B4-BE49-F238E27FC236}">
                    <ns2:creationId id="{FE9733D0-7D5F-0615-DD6E-0EB193FCA6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827183" y="2732224"/>
                <a:ext cx="737235" cy="537210"/>
              </a:xfrm>
              <a:prstGeom prst="rect">
                <a:avLst/>
              </a:prstGeom>
            </p:spPr>
          </p:pic>
          <p:sp>
            <p:nvSpPr>
              <p:cNvPr id="73" name="正方形/長方形 72">
                <a:extLst>
                  <a:ext uri="{FF2B5EF4-FFF2-40B4-BE49-F238E27FC236}">
                    <ns2:creationId id="{05702F9E-7C81-616F-8588-81437FDB67EE}"/>
                  </a:ext>
                </a:extLst>
              </p:cNvPr>
              <p:cNvSpPr/>
              <p:nvPr/>
            </p:nvSpPr>
            <p:spPr>
              <a:xfrm>
                <a:off x="7827183" y="2732224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1FCF5695-8821-CB63-9125-384C15DF907D}"/>
                </a:ext>
              </a:extLst>
            </p:cNvPr>
            <p:cNvGrpSpPr/>
            <p:nvPr/>
          </p:nvGrpSpPr>
          <p:grpSpPr>
            <a:xfrm>
              <a:off x="7827183" y="3345997"/>
              <a:ext cx="731520" cy="531495"/>
              <a:chOff x="7827183" y="3345997"/>
              <a:chExt cx="731520" cy="531495"/>
            </a:xfrm>
          </p:grpSpPr>
          <p:pic>
            <p:nvPicPr>
              <p:cNvPr id="68" name="図 67">
                <a:extLst>
                  <a:ext uri="{FF2B5EF4-FFF2-40B4-BE49-F238E27FC236}">
                    <ns2:creationId id="{2E17B4E9-F295-14F9-B52C-CEAAD7E3B3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827183" y="3345997"/>
                <a:ext cx="731520" cy="531495"/>
              </a:xfrm>
              <a:prstGeom prst="rect">
                <a:avLst/>
              </a:prstGeom>
            </p:spPr>
          </p:pic>
          <p:sp>
            <p:nvSpPr>
              <p:cNvPr id="74" name="正方形/長方形 73">
                <a:extLst>
                  <a:ext uri="{FF2B5EF4-FFF2-40B4-BE49-F238E27FC236}">
                    <ns2:creationId id="{28242CA0-75F0-A384-286D-2DFFB224170F}"/>
                  </a:ext>
                </a:extLst>
              </p:cNvPr>
              <p:cNvSpPr/>
              <p:nvPr/>
            </p:nvSpPr>
            <p:spPr>
              <a:xfrm>
                <a:off x="7827183" y="3345997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" name="コネクタ: カギ線 75">
              <a:extLst>
                <a:ext uri="{FF2B5EF4-FFF2-40B4-BE49-F238E27FC236}">
                  <ns2:creationId id="{2941E120-412D-F8F8-9989-6D12428C50B5}"/>
                </a:ext>
              </a:extLst>
            </p:cNvPr>
            <p:cNvCxnSpPr>
              <a:stCxn id="286" idx="3"/>
              <a:endCxn id="64" idx="1"/>
            </p:cNvCxnSpPr>
            <p:nvPr/>
          </p:nvCxnSpPr>
          <p:spPr>
            <a:xfrm flipV="1">
              <a:off x="7298462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8FA16F4C-2A2C-B0EC-DF27-D24A5D2D0B9E}"/>
                </a:ext>
              </a:extLst>
            </p:cNvPr>
            <p:cNvCxnSpPr>
              <a:cxnSpLocks/>
              <a:stCxn id="286" idx="3"/>
              <a:endCxn id="68" idx="1"/>
            </p:cNvCxnSpPr>
            <p:nvPr/>
          </p:nvCxnSpPr>
          <p:spPr>
            <a:xfrm>
              <a:off x="7298462" y="3000829"/>
              <a:ext cx="528721" cy="610916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グループ化 293">
              <a:extLst>
                <a:ext uri="{FF2B5EF4-FFF2-40B4-BE49-F238E27FC236}">
                  <ns2:creationId id="{1C6F0592-1F7F-097A-1170-B68B93B037B9}"/>
                </a:ext>
              </a:extLst>
            </p:cNvPr>
            <p:cNvGrpSpPr/>
            <p:nvPr/>
          </p:nvGrpSpPr>
          <p:grpSpPr>
            <a:xfrm>
              <a:off x="10701861" y="2431216"/>
              <a:ext cx="1156914" cy="889653"/>
              <a:chOff x="10701861" y="2431216"/>
              <a:chExt cx="1156914" cy="889653"/>
            </a:xfrm>
          </p:grpSpPr>
          <p:pic>
            <p:nvPicPr>
              <p:cNvPr id="70" name="図 69">
                <a:extLst>
                  <a:ext uri="{FF2B5EF4-FFF2-40B4-BE49-F238E27FC236}">
                    <ns2:creationId id="{CF6A29A0-BFDB-5B60-0124-5A8A10D36C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701861" y="2680789"/>
                <a:ext cx="1097280" cy="640080"/>
              </a:xfrm>
              <a:prstGeom prst="rect">
                <a:avLst/>
              </a:prstGeom>
            </p:spPr>
          </p:pic>
          <p:sp>
            <p:nvSpPr>
              <p:cNvPr id="80" name="正方形/長方形 79">
                <a:extLst>
                  <a:ext uri="{FF2B5EF4-FFF2-40B4-BE49-F238E27FC236}">
                    <ns2:creationId id="{43BF7040-0A5C-4A81-8B5E-DCFFE8FADD9D}"/>
                  </a:ext>
                </a:extLst>
              </p:cNvPr>
              <p:cNvSpPr/>
              <p:nvPr/>
            </p:nvSpPr>
            <p:spPr>
              <a:xfrm>
                <a:off x="11318775" y="2431216"/>
                <a:ext cx="540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直線矢印コネクタ 81">
                <a:extLst>
                  <a:ext uri="{FF2B5EF4-FFF2-40B4-BE49-F238E27FC236}">
                    <ns2:creationId id="{338A665A-DF02-6713-7F34-CF14A385BA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17982" y="2611215"/>
                <a:ext cx="0" cy="14400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4" name="直線矢印コネクタ 83">
              <a:extLst>
                <a:ext uri="{FF2B5EF4-FFF2-40B4-BE49-F238E27FC236}">
                  <ns2:creationId id="{0F1C759D-D899-8A87-7BA3-3231BAC685B7}"/>
                </a:ext>
              </a:extLst>
            </p:cNvPr>
            <p:cNvCxnSpPr>
              <a:stCxn id="286" idx="3"/>
              <a:endCxn id="66" idx="1"/>
            </p:cNvCxnSpPr>
            <p:nvPr/>
          </p:nvCxnSpPr>
          <p:spPr>
            <a:xfrm>
              <a:off x="7298462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矢印コネクタ 89">
              <a:extLst>
                <a:ext uri="{FF2B5EF4-FFF2-40B4-BE49-F238E27FC236}">
                  <ns2:creationId id="{1EA47007-D681-7F1C-9BF3-39113A493643}"/>
                </a:ext>
              </a:extLst>
            </p:cNvPr>
            <p:cNvCxnSpPr>
              <a:cxnSpLocks/>
              <a:stCxn id="66" idx="3"/>
              <a:endCxn id="134" idx="1"/>
            </p:cNvCxnSpPr>
            <p:nvPr/>
          </p:nvCxnSpPr>
          <p:spPr>
            <a:xfrm>
              <a:off x="8564418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コネクタ: カギ線 145">
              <a:extLst>
                <a:ext uri="{FF2B5EF4-FFF2-40B4-BE49-F238E27FC236}">
                  <ns2:creationId id="{3E99F4A1-0DB8-14F2-ECA4-C063F31FD6B2}"/>
                </a:ext>
              </a:extLst>
            </p:cNvPr>
            <p:cNvCxnSpPr>
              <a:cxnSpLocks/>
              <a:stCxn id="66" idx="3"/>
              <a:endCxn id="92" idx="1"/>
            </p:cNvCxnSpPr>
            <p:nvPr/>
          </p:nvCxnSpPr>
          <p:spPr>
            <a:xfrm flipV="1">
              <a:off x="8564418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コネクタ: カギ線 148">
              <a:extLst>
                <a:ext uri="{FF2B5EF4-FFF2-40B4-BE49-F238E27FC236}">
                  <ns2:creationId id="{9FAB1E5E-546E-90FC-DA3E-27372922A77E}"/>
                </a:ext>
              </a:extLst>
            </p:cNvPr>
            <p:cNvCxnSpPr>
              <a:cxnSpLocks/>
              <a:stCxn id="66" idx="3"/>
              <a:endCxn id="142" idx="1"/>
            </p:cNvCxnSpPr>
            <p:nvPr/>
          </p:nvCxnSpPr>
          <p:spPr>
            <a:xfrm>
              <a:off x="8564418" y="3000829"/>
              <a:ext cx="528721" cy="610915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矢印コネクタ 151">
              <a:extLst>
                <a:ext uri="{FF2B5EF4-FFF2-40B4-BE49-F238E27FC236}">
                  <ns2:creationId id="{DE4101B0-C5DF-9E49-A9BA-DB5BCE42784E}"/>
                </a:ext>
              </a:extLst>
            </p:cNvPr>
            <p:cNvCxnSpPr>
              <a:cxnSpLocks/>
              <a:stCxn id="134" idx="3"/>
              <a:endCxn id="70" idx="1"/>
            </p:cNvCxnSpPr>
            <p:nvPr/>
          </p:nvCxnSpPr>
          <p:spPr>
            <a:xfrm>
              <a:off x="10173139" y="3000829"/>
              <a:ext cx="52872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コネクタ: カギ線 154">
              <a:extLst>
                <a:ext uri="{FF2B5EF4-FFF2-40B4-BE49-F238E27FC236}">
                  <ns2:creationId id="{96CA42F6-4568-8B93-D921-2CD0C5985DB3}"/>
                </a:ext>
              </a:extLst>
            </p:cNvPr>
            <p:cNvCxnSpPr>
              <a:cxnSpLocks/>
              <a:stCxn id="92" idx="3"/>
              <a:endCxn id="70" idx="1"/>
            </p:cNvCxnSpPr>
            <p:nvPr/>
          </p:nvCxnSpPr>
          <p:spPr>
            <a:xfrm>
              <a:off x="10173139" y="2392772"/>
              <a:ext cx="528722" cy="60805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コネクタ: カギ線 157">
              <a:extLst>
                <a:ext uri="{FF2B5EF4-FFF2-40B4-BE49-F238E27FC236}">
                  <ns2:creationId id="{D41B5348-F740-3862-788C-F1EF7D6C8637}"/>
                </a:ext>
              </a:extLst>
            </p:cNvPr>
            <p:cNvCxnSpPr>
              <a:cxnSpLocks/>
              <a:stCxn id="142" idx="3"/>
              <a:endCxn id="70" idx="1"/>
            </p:cNvCxnSpPr>
            <p:nvPr/>
          </p:nvCxnSpPr>
          <p:spPr>
            <a:xfrm flipV="1">
              <a:off x="10173139" y="3000829"/>
              <a:ext cx="528722" cy="6109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9" name="グループ化 298">
              <a:extLst>
                <a:ext uri="{FF2B5EF4-FFF2-40B4-BE49-F238E27FC236}">
                  <ns2:creationId id="{142746D3-F29F-1474-EB03-39584F46BC83}"/>
                </a:ext>
              </a:extLst>
            </p:cNvPr>
            <p:cNvGrpSpPr/>
            <p:nvPr/>
          </p:nvGrpSpPr>
          <p:grpSpPr>
            <a:xfrm>
              <a:off x="9093139" y="2802829"/>
              <a:ext cx="1080000" cy="396000"/>
              <a:chOff x="9093139" y="2802829"/>
              <a:chExt cx="1080000" cy="396000"/>
            </a:xfrm>
          </p:grpSpPr>
          <p:sp>
            <p:nvSpPr>
              <p:cNvPr id="134" name="四角形: 角を丸くする 133">
                <a:extLst>
                  <a:ext uri="{FF2B5EF4-FFF2-40B4-BE49-F238E27FC236}">
                    <ns2:creationId id="{DBBA2897-0475-2CA9-B406-28B672976278}"/>
                  </a:ext>
                </a:extLst>
              </p:cNvPr>
              <p:cNvSpPr/>
              <p:nvPr/>
            </p:nvSpPr>
            <p:spPr>
              <a:xfrm>
                <a:off x="9093139" y="2802829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5" name="グラフィックス 294" descr="月毎カレンダー 単色塗りつぶし">
                <a:extLst>
                  <a:ext uri="{FF2B5EF4-FFF2-40B4-BE49-F238E27FC236}">
                    <ns2:creationId id="{B85F0941-1E92-BAD7-C7ED-9346CCE7DE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093139" y="28208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98" name="グループ化 297">
              <a:extLst>
                <a:ext uri="{FF2B5EF4-FFF2-40B4-BE49-F238E27FC236}">
                  <ns2:creationId id="{58E53E9E-CB24-960E-13FA-D2D0546BCD9A}"/>
                </a:ext>
              </a:extLst>
            </p:cNvPr>
            <p:cNvGrpSpPr/>
            <p:nvPr/>
          </p:nvGrpSpPr>
          <p:grpSpPr>
            <a:xfrm>
              <a:off x="9093139" y="3413744"/>
              <a:ext cx="1080000" cy="396000"/>
              <a:chOff x="9093139" y="3413744"/>
              <a:chExt cx="1080000" cy="396000"/>
            </a:xfrm>
          </p:grpSpPr>
          <p:sp>
            <p:nvSpPr>
              <p:cNvPr id="142" name="四角形: 角を丸くする 141">
                <a:extLst>
                  <a:ext uri="{FF2B5EF4-FFF2-40B4-BE49-F238E27FC236}">
                    <ns2:creationId id="{7823600C-7045-BC75-4667-E089341AB4FE}"/>
                  </a:ext>
                </a:extLst>
              </p:cNvPr>
              <p:cNvSpPr/>
              <p:nvPr/>
            </p:nvSpPr>
            <p:spPr>
              <a:xfrm>
                <a:off x="9093139" y="3413744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7" name="グラフィックス 296" descr="受信箱: バツ 単色塗りつぶし">
                <a:extLst>
                  <a:ext uri="{FF2B5EF4-FFF2-40B4-BE49-F238E27FC236}">
                    <ns2:creationId id="{8DC6357C-8EB2-D52A-B5C5-F241E3C53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093139" y="34317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01" name="グループ化 300">
              <a:extLst>
                <a:ext uri="{FF2B5EF4-FFF2-40B4-BE49-F238E27FC236}">
                  <ns2:creationId id="{515EE19B-EB5E-E476-C5A1-F17E83C179E1}"/>
                </a:ext>
              </a:extLst>
            </p:cNvPr>
            <p:cNvGrpSpPr/>
            <p:nvPr/>
          </p:nvGrpSpPr>
          <p:grpSpPr>
            <a:xfrm>
              <a:off x="9093139" y="2194772"/>
              <a:ext cx="1080000" cy="396000"/>
              <a:chOff x="9093139" y="2194772"/>
              <a:chExt cx="1080000" cy="396000"/>
            </a:xfrm>
          </p:grpSpPr>
          <p:sp>
            <p:nvSpPr>
              <p:cNvPr id="92" name="四角形: 角を丸くする 91">
                <a:extLst>
                  <a:ext uri="{FF2B5EF4-FFF2-40B4-BE49-F238E27FC236}">
                    <ns2:creationId id="{C26C8BC4-0A2A-246C-F231-298262583D34}"/>
                  </a:ext>
                </a:extLst>
              </p:cNvPr>
              <p:cNvSpPr/>
              <p:nvPr/>
            </p:nvSpPr>
            <p:spPr>
              <a:xfrm>
                <a:off x="9093139" y="2194772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00" name="グラフィックス 299" descr="将来 単色塗りつぶし">
                <a:extLst>
                  <a:ext uri="{FF2B5EF4-FFF2-40B4-BE49-F238E27FC236}">
                    <ns2:creationId id="{3F9EA157-2091-E81E-BF0B-A2B9CDB333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9093139" y="2212772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00" name="グループ化 499">
            <a:extLst>
              <a:ext uri="{FF2B5EF4-FFF2-40B4-BE49-F238E27FC236}">
                <ns2:creationId id="{BEF6F1FB-43A9-8628-D1FD-690C292A3898}"/>
              </a:ext>
            </a:extLst>
          </p:cNvPr>
          <p:cNvGrpSpPr/>
          <p:nvPr/>
        </p:nvGrpSpPr>
        <p:grpSpPr>
          <a:xfrm>
            <a:off x="336761" y="3997238"/>
            <a:ext cx="5580000" cy="2298245"/>
            <a:chOff x="344902" y="4010676"/>
            <a:chExt cx="5580000" cy="2298245"/>
          </a:xfrm>
        </p:grpSpPr>
        <p:sp>
          <p:nvSpPr>
            <p:cNvPr id="302" name="四角形: 角を丸くする 301">
              <a:extLst>
                <a:ext uri="{FF2B5EF4-FFF2-40B4-BE49-F238E27FC236}">
                  <ns2:creationId id="{3BEF859F-FA39-9B54-0E4B-544518CD1FFE}"/>
                </a:ext>
              </a:extLst>
            </p:cNvPr>
            <p:cNvSpPr/>
            <p:nvPr/>
          </p:nvSpPr>
          <p:spPr>
            <a:xfrm>
              <a:off x="344902" y="4148921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F4B05CF9-9348-741A-DCD1-49A6A5E562E5}"/>
                </a:ext>
              </a:extLst>
            </p:cNvPr>
            <p:cNvSpPr txBox="1"/>
            <p:nvPr/>
          </p:nvSpPr>
          <p:spPr>
            <a:xfrm>
              <a:off x="513865" y="4010676"/>
              <a:ext cx="324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C6A45D9A-BF87-7743-6109-77A01E20B861}"/>
                </a:ext>
              </a:extLst>
            </p:cNvPr>
            <p:cNvSpPr txBox="1"/>
            <p:nvPr/>
          </p:nvSpPr>
          <p:spPr>
            <a:xfrm>
              <a:off x="344902" y="4308615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6" name="グラフィックス 305" descr="散布図 枠線">
              <a:extLst>
                <a:ext uri="{FF2B5EF4-FFF2-40B4-BE49-F238E27FC236}">
                  <ns2:creationId id="{6BB16877-9003-0AAF-1DEF-2F3725C61A66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13865" y="4010676"/>
              <a:ext cx="288000" cy="288000"/>
            </a:xfrm>
            <a:prstGeom prst="rect">
              <a:avLst/>
            </a:prstGeom>
          </p:spPr>
        </p:pic>
        <p:sp>
          <p:nvSpPr>
            <p:cNvPr id="307" name="ホームベース 51">
              <a:extLst>
                <a:ext uri="{FF2B5EF4-FFF2-40B4-BE49-F238E27FC236}">
                  <ns2:creationId id="{F5B8F132-EAC5-93E8-BFD6-C1C18C291373}"/>
                </a:ext>
              </a:extLst>
            </p:cNvPr>
            <p:cNvSpPr/>
            <p:nvPr/>
          </p:nvSpPr>
          <p:spPr>
            <a:xfrm rot="5400000">
              <a:off x="619438" y="4462554"/>
              <a:ext cx="468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8" name="山形 52">
              <a:extLst>
                <a:ext uri="{FF2B5EF4-FFF2-40B4-BE49-F238E27FC236}">
                  <ns2:creationId id="{079DEA0F-7FFE-0CC5-4463-43A31DCED8F9}"/>
                </a:ext>
              </a:extLst>
            </p:cNvPr>
            <p:cNvSpPr/>
            <p:nvPr/>
          </p:nvSpPr>
          <p:spPr>
            <a:xfrm rot="5400000">
              <a:off x="619438" y="4897927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山形 52">
              <a:extLst>
                <a:ext uri="{FF2B5EF4-FFF2-40B4-BE49-F238E27FC236}">
                  <ns2:creationId id="{68EA2A36-4853-B901-BD94-3261A24554E4}"/>
                </a:ext>
              </a:extLst>
            </p:cNvPr>
            <p:cNvSpPr/>
            <p:nvPr/>
          </p:nvSpPr>
          <p:spPr>
            <a:xfrm rot="5400000">
              <a:off x="619439" y="5333300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0" name="山形 52">
              <a:extLst>
                <a:ext uri="{FF2B5EF4-FFF2-40B4-BE49-F238E27FC236}">
                  <ns2:creationId id="{4C56B5A2-56B7-EC0C-375A-45F0DAE8A8DA}"/>
                </a:ext>
              </a:extLst>
            </p:cNvPr>
            <p:cNvSpPr/>
            <p:nvPr/>
          </p:nvSpPr>
          <p:spPr>
            <a:xfrm rot="5400000">
              <a:off x="619438" y="5768674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11" name="コネクタ: カギ線 310">
              <a:extLst>
                <a:ext uri="{FF2B5EF4-FFF2-40B4-BE49-F238E27FC236}">
                  <ns2:creationId id="{2BBE2770-99A3-758F-35AB-FF1581CBDD3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83439" y="5610655"/>
              <a:ext cx="1" cy="435374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コネクタ: カギ線 313">
              <a:extLst>
                <a:ext uri="{FF2B5EF4-FFF2-40B4-BE49-F238E27FC236}">
                  <ns2:creationId id="{64F8D952-F901-F574-80D9-B599E6405DB9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4630318"/>
              <a:ext cx="1" cy="871008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コネクタ: カギ線 316">
              <a:extLst>
                <a:ext uri="{FF2B5EF4-FFF2-40B4-BE49-F238E27FC236}">
                  <ns2:creationId id="{D514921E-7095-E534-E872-88A056F3A9D7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5065954"/>
              <a:ext cx="1" cy="435373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正方形/長方形 323">
              <a:extLst>
                <a:ext uri="{FF2B5EF4-FFF2-40B4-BE49-F238E27FC236}">
                  <ns2:creationId id="{7AC4D153-02AB-BC39-89C5-11CC83B1AB71}"/>
                </a:ext>
              </a:extLst>
            </p:cNvPr>
            <p:cNvSpPr/>
            <p:nvPr/>
          </p:nvSpPr>
          <p:spPr>
            <a:xfrm>
              <a:off x="3871539" y="4643156"/>
              <a:ext cx="720000" cy="18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6" name="図 325">
              <a:extLst>
                <a:ext uri="{FF2B5EF4-FFF2-40B4-BE49-F238E27FC236}">
                  <ns2:creationId id="{1EF57EDD-1F00-B1CE-FF7E-89EB4F86FF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871539" y="4823156"/>
              <a:ext cx="1988820" cy="811530"/>
            </a:xfrm>
            <a:prstGeom prst="rect">
              <a:avLst/>
            </a:prstGeom>
          </p:spPr>
        </p:pic>
        <p:grpSp>
          <p:nvGrpSpPr>
            <p:cNvPr id="435" name="グループ化 434">
              <a:extLst>
                <a:ext uri="{FF2B5EF4-FFF2-40B4-BE49-F238E27FC236}">
                  <ns2:creationId id="{F8729035-B671-C139-C715-281CE2EB7167}"/>
                </a:ext>
              </a:extLst>
            </p:cNvPr>
            <p:cNvGrpSpPr/>
            <p:nvPr/>
          </p:nvGrpSpPr>
          <p:grpSpPr>
            <a:xfrm>
              <a:off x="1180364" y="4660554"/>
              <a:ext cx="2621602" cy="1450120"/>
              <a:chOff x="1180364" y="4660554"/>
              <a:chExt cx="2621602" cy="1450120"/>
            </a:xfrm>
          </p:grpSpPr>
          <p:sp>
            <p:nvSpPr>
              <p:cNvPr id="330" name="正方形/長方形 329">
                <a:extLst>
                  <a:ext uri="{FF2B5EF4-FFF2-40B4-BE49-F238E27FC236}">
                    <ns2:creationId id="{9D91FEC8-53B9-C2F7-4B25-D33C266FD8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4660554"/>
                <a:ext cx="108000" cy="144000"/>
              </a:xfrm>
              <a:prstGeom prst="rect">
                <a:avLst/>
              </a:prstGeom>
              <a:solidFill>
                <a:srgbClr val="008000">
                  <a:alpha val="5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1" name="正方形/長方形 330">
                <a:extLst>
                  <a:ext uri="{FF2B5EF4-FFF2-40B4-BE49-F238E27FC236}">
                    <ns2:creationId id="{8CCB1019-E80F-A805-65A5-BE0412E22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1437B27A-DF80-1CE9-8783-4BD1038E83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正方形/長方形 332">
                <a:extLst>
                  <a:ext uri="{FF2B5EF4-FFF2-40B4-BE49-F238E27FC236}">
                    <ns2:creationId id="{9ED476F7-1662-BA1F-3165-09934ABB35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4" name="正方形/長方形 333">
                <a:extLst>
                  <a:ext uri="{FF2B5EF4-FFF2-40B4-BE49-F238E27FC236}">
                    <ns2:creationId id="{BED2D592-EB97-9772-C8C4-04A01CB7ED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444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5" name="正方形/長方形 334">
                <a:extLst>
                  <a:ext uri="{FF2B5EF4-FFF2-40B4-BE49-F238E27FC236}">
                    <ns2:creationId id="{1902462E-D080-E43A-D11F-04877112C7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正方形/長方形 335">
                <a:extLst>
                  <a:ext uri="{FF2B5EF4-FFF2-40B4-BE49-F238E27FC236}">
                    <ns2:creationId id="{C895716E-C831-6D11-050B-EFFA92D839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31724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E8913577-D9F6-36A1-EF5E-B5F688FE2B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72307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8" name="正方形/長方形 337">
                <a:extLst>
                  <a:ext uri="{FF2B5EF4-FFF2-40B4-BE49-F238E27FC236}">
                    <ns2:creationId id="{DB5EEEA5-ED54-6469-D71F-157ABD97A6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0" name="正方形/長方形 339">
                <a:extLst>
                  <a:ext uri="{FF2B5EF4-FFF2-40B4-BE49-F238E27FC236}">
                    <ns2:creationId id="{2CE8CC6C-5B45-73CE-23C6-476E9B8594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18229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43EB506E-4F9E-435D-B3E4-BAD0025F3C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8867A096-6718-D479-0B6A-500F7CE8B2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9357F06F-C14B-AA88-72CA-49A0EFB60F8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366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B93A769F-8878-4697-E9BB-B1EC10AFC7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71F85855-ED8A-99C9-27D3-31EFE2CA7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8521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6ED1EC91-B123-7574-A362-22125FE6AD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1551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8" name="正方形/長方形 347">
                <a:extLst>
                  <a:ext uri="{FF2B5EF4-FFF2-40B4-BE49-F238E27FC236}">
                    <ns2:creationId id="{9FAD0DEE-764B-302E-8DC8-4BB92A875F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8036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1" name="正方形/長方形 350">
                <a:extLst>
                  <a:ext uri="{FF2B5EF4-FFF2-40B4-BE49-F238E27FC236}">
                    <ns2:creationId id="{FD83215B-BC4C-9D70-AB50-2806E7E6A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5065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2FBDF4FE-F64F-1A93-1E92-1847022CF1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5802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正方形/長方形 352">
                <a:extLst>
                  <a:ext uri="{FF2B5EF4-FFF2-40B4-BE49-F238E27FC236}">
                    <ns2:creationId id="{13E751C6-F1C5-B866-7A84-5383748FB0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0948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BC024760-57AC-8CA4-14A9-35A4CB4F86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609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A0C4966E-D1AC-E32A-F42B-738A78C783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9124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EC3AF187-B272-4DB4-1910-A4B751296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9396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7" name="正方形/長方形 356">
                <a:extLst>
                  <a:ext uri="{FF2B5EF4-FFF2-40B4-BE49-F238E27FC236}">
                    <ns2:creationId id="{A0B4980C-558F-82E7-DC8A-D50E6BC8C7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2638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8" name="正方形/長方形 357">
                <a:extLst>
                  <a:ext uri="{FF2B5EF4-FFF2-40B4-BE49-F238E27FC236}">
                    <ns2:creationId id="{531E7FB2-A225-84D0-968F-3D3FEBBAAE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4793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0" name="コネクタ: カギ線 359">
                <a:extLst>
                  <a:ext uri="{FF2B5EF4-FFF2-40B4-BE49-F238E27FC236}">
                    <ns2:creationId id="{147FD4C4-1B83-99F5-A966-D0BA9C7DB2A4}"/>
                  </a:ext>
                </a:extLst>
              </p:cNvPr>
              <p:cNvCxnSpPr>
                <a:stCxn id="336" idx="2"/>
                <a:endCxn id="342" idx="0"/>
              </p:cNvCxnSpPr>
              <p:nvPr/>
            </p:nvCxnSpPr>
            <p:spPr>
              <a:xfrm rot="16200000" flipH="1">
                <a:off x="1433394" y="5662984"/>
                <a:ext cx="356019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コネクタ: カギ線 360">
                <a:extLst>
                  <a:ext uri="{FF2B5EF4-FFF2-40B4-BE49-F238E27FC236}">
                    <ns2:creationId id="{7C7D6E62-7AD3-3087-32FF-D21EAB703BDB}"/>
                  </a:ext>
                </a:extLst>
              </p:cNvPr>
              <p:cNvCxnSpPr>
                <a:cxnSpLocks/>
                <a:stCxn id="334" idx="2"/>
                <a:endCxn id="340" idx="0"/>
              </p:cNvCxnSpPr>
              <p:nvPr/>
            </p:nvCxnSpPr>
            <p:spPr>
              <a:xfrm rot="16200000" flipH="1">
                <a:off x="1852327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コネクタ: カギ線 363">
                <a:extLst>
                  <a:ext uri="{FF2B5EF4-FFF2-40B4-BE49-F238E27FC236}">
                    <ns2:creationId id="{0E772DD9-00BA-75C4-8D38-B12A1558844A}"/>
                  </a:ext>
                </a:extLst>
              </p:cNvPr>
              <p:cNvCxnSpPr>
                <a:cxnSpLocks/>
                <a:stCxn id="334" idx="2"/>
                <a:endCxn id="351" idx="0"/>
              </p:cNvCxnSpPr>
              <p:nvPr/>
            </p:nvCxnSpPr>
            <p:spPr>
              <a:xfrm rot="5400000">
                <a:off x="1768541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コネクタ: カギ線 366">
                <a:extLst>
                  <a:ext uri="{FF2B5EF4-FFF2-40B4-BE49-F238E27FC236}">
                    <ns2:creationId id="{A9C6DBE6-CDF5-2A01-908C-D28D9CA60875}"/>
                  </a:ext>
                </a:extLst>
              </p:cNvPr>
              <p:cNvCxnSpPr>
                <a:cxnSpLocks/>
                <a:stCxn id="336" idx="2"/>
                <a:endCxn id="348" idx="0"/>
              </p:cNvCxnSpPr>
              <p:nvPr/>
            </p:nvCxnSpPr>
            <p:spPr>
              <a:xfrm rot="5400000">
                <a:off x="1182035" y="5662984"/>
                <a:ext cx="356019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コネクタ: カギ線 369">
                <a:extLst>
                  <a:ext uri="{FF2B5EF4-FFF2-40B4-BE49-F238E27FC236}">
                    <ns2:creationId id="{F8D22411-DDF4-22FB-2C8E-F0CB2F2B30B0}"/>
                  </a:ext>
                </a:extLst>
              </p:cNvPr>
              <p:cNvCxnSpPr>
                <a:cxnSpLocks/>
                <a:stCxn id="336" idx="2"/>
                <a:endCxn id="358" idx="0"/>
              </p:cNvCxnSpPr>
              <p:nvPr/>
            </p:nvCxnSpPr>
            <p:spPr>
              <a:xfrm rot="5400000">
                <a:off x="1265822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コネクタ: カギ線 372">
                <a:extLst>
                  <a:ext uri="{FF2B5EF4-FFF2-40B4-BE49-F238E27FC236}">
                    <ns2:creationId id="{CCBC938A-0C32-B0A2-D68A-1D821800415C}"/>
                  </a:ext>
                </a:extLst>
              </p:cNvPr>
              <p:cNvCxnSpPr>
                <a:cxnSpLocks/>
                <a:stCxn id="336" idx="2"/>
                <a:endCxn id="346" idx="0"/>
              </p:cNvCxnSpPr>
              <p:nvPr/>
            </p:nvCxnSpPr>
            <p:spPr>
              <a:xfrm rot="16200000" flipH="1">
                <a:off x="1349608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コネクタ: カギ線 376">
                <a:extLst>
                  <a:ext uri="{FF2B5EF4-FFF2-40B4-BE49-F238E27FC236}">
                    <ns2:creationId id="{89265460-8F25-82BE-9E55-CF1397F472F8}"/>
                  </a:ext>
                </a:extLst>
              </p:cNvPr>
              <p:cNvCxnSpPr>
                <a:cxnSpLocks/>
                <a:stCxn id="335" idx="2"/>
                <a:endCxn id="352" idx="0"/>
              </p:cNvCxnSpPr>
              <p:nvPr/>
            </p:nvCxnSpPr>
            <p:spPr>
              <a:xfrm rot="5400000">
                <a:off x="2145580" y="5704878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コネクタ: カギ線 379">
                <a:extLst>
                  <a:ext uri="{FF2B5EF4-FFF2-40B4-BE49-F238E27FC236}">
                    <ns2:creationId id="{5CCB532F-79B9-3C35-FCAF-A84540D99EAF}"/>
                  </a:ext>
                </a:extLst>
              </p:cNvPr>
              <p:cNvCxnSpPr>
                <a:cxnSpLocks/>
                <a:stCxn id="335" idx="2"/>
                <a:endCxn id="353" idx="0"/>
              </p:cNvCxnSpPr>
              <p:nvPr/>
            </p:nvCxnSpPr>
            <p:spPr>
              <a:xfrm rot="16200000" flipH="1">
                <a:off x="2313152" y="5704877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11C160BE-BFAE-9395-CA60-F00A13C7C79E}"/>
                  </a:ext>
                </a:extLst>
              </p:cNvPr>
              <p:cNvCxnSpPr>
                <a:stCxn id="335" idx="2"/>
                <a:endCxn id="341" idx="0"/>
              </p:cNvCxnSpPr>
              <p:nvPr/>
            </p:nvCxnSpPr>
            <p:spPr>
              <a:xfrm>
                <a:off x="2407375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4BCF2125-3625-DD11-1942-FF23029F4E84}"/>
                  </a:ext>
                </a:extLst>
              </p:cNvPr>
              <p:cNvCxnSpPr>
                <a:cxnSpLocks/>
                <a:stCxn id="338" idx="2"/>
                <a:endCxn id="344" idx="0"/>
              </p:cNvCxnSpPr>
              <p:nvPr/>
            </p:nvCxnSpPr>
            <p:spPr>
              <a:xfrm>
                <a:off x="3412813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コネクタ: カギ線 387">
                <a:extLst>
                  <a:ext uri="{FF2B5EF4-FFF2-40B4-BE49-F238E27FC236}">
                    <ns2:creationId id="{1AB60A9E-0681-CA0A-E75C-E7F237193322}"/>
                  </a:ext>
                </a:extLst>
              </p:cNvPr>
              <p:cNvCxnSpPr>
                <a:cxnSpLocks/>
                <a:stCxn id="338" idx="2"/>
                <a:endCxn id="356" idx="0"/>
              </p:cNvCxnSpPr>
              <p:nvPr/>
            </p:nvCxnSpPr>
            <p:spPr>
              <a:xfrm rot="16200000" flipH="1">
                <a:off x="3402380" y="5621087"/>
                <a:ext cx="356019" cy="33515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コネクタ: カギ線 391">
                <a:extLst>
                  <a:ext uri="{FF2B5EF4-FFF2-40B4-BE49-F238E27FC236}">
                    <ns2:creationId id="{25F76820-DBBC-1EBE-3418-5990CA730E4C}"/>
                  </a:ext>
                </a:extLst>
              </p:cNvPr>
              <p:cNvCxnSpPr>
                <a:cxnSpLocks/>
                <a:stCxn id="338" idx="2"/>
                <a:endCxn id="357" idx="0"/>
              </p:cNvCxnSpPr>
              <p:nvPr/>
            </p:nvCxnSpPr>
            <p:spPr>
              <a:xfrm rot="16200000" flipH="1">
                <a:off x="3318590" y="5704877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E3316631-F3E6-70DA-2C0C-1A82E778E6C4}"/>
                  </a:ext>
                </a:extLst>
              </p:cNvPr>
              <p:cNvCxnSpPr>
                <a:cxnSpLocks/>
                <a:stCxn id="338" idx="2"/>
                <a:endCxn id="355" idx="0"/>
              </p:cNvCxnSpPr>
              <p:nvPr/>
            </p:nvCxnSpPr>
            <p:spPr>
              <a:xfrm rot="5400000">
                <a:off x="3151018" y="5704878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コネクタ: カギ線 398">
                <a:extLst>
                  <a:ext uri="{FF2B5EF4-FFF2-40B4-BE49-F238E27FC236}">
                    <ns2:creationId id="{252CFFA7-45D6-8853-077F-EB576BB41F9B}"/>
                  </a:ext>
                </a:extLst>
              </p:cNvPr>
              <p:cNvCxnSpPr>
                <a:cxnSpLocks/>
                <a:stCxn id="338" idx="2"/>
                <a:endCxn id="343" idx="0"/>
              </p:cNvCxnSpPr>
              <p:nvPr/>
            </p:nvCxnSpPr>
            <p:spPr>
              <a:xfrm rot="5400000">
                <a:off x="3067231" y="5621091"/>
                <a:ext cx="356019" cy="33514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859C81B7-B687-3320-C9D6-404C0D169A8C}"/>
                  </a:ext>
                </a:extLst>
              </p:cNvPr>
              <p:cNvCxnSpPr>
                <a:cxnSpLocks/>
                <a:stCxn id="337" idx="2"/>
                <a:endCxn id="345" idx="0"/>
              </p:cNvCxnSpPr>
              <p:nvPr/>
            </p:nvCxnSpPr>
            <p:spPr>
              <a:xfrm rot="5400000">
                <a:off x="2606405" y="5746771"/>
                <a:ext cx="356019" cy="837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コネクタ: カギ線 404">
                <a:extLst>
                  <a:ext uri="{FF2B5EF4-FFF2-40B4-BE49-F238E27FC236}">
                    <ns2:creationId id="{AC726D85-70D0-54F9-B2CD-0E3AFB2DB193}"/>
                  </a:ext>
                </a:extLst>
              </p:cNvPr>
              <p:cNvCxnSpPr>
                <a:cxnSpLocks/>
                <a:stCxn id="337" idx="2"/>
                <a:endCxn id="354" idx="0"/>
              </p:cNvCxnSpPr>
              <p:nvPr/>
            </p:nvCxnSpPr>
            <p:spPr>
              <a:xfrm rot="16200000" flipH="1">
                <a:off x="2690191" y="5746770"/>
                <a:ext cx="356019" cy="837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ns2:creationId id="{EF2C2FA2-89DD-F837-1E9F-9AAB8F85E701}"/>
                  </a:ext>
                </a:extLst>
              </p:cNvPr>
              <p:cNvCxnSpPr>
                <a:cxnSpLocks/>
                <a:stCxn id="332" idx="2"/>
                <a:endCxn id="338" idx="0"/>
              </p:cNvCxnSpPr>
              <p:nvPr/>
            </p:nvCxnSpPr>
            <p:spPr>
              <a:xfrm>
                <a:off x="3412813" y="5239927"/>
                <a:ext cx="0" cy="226728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コネクタ: カギ線 410">
                <a:extLst>
                  <a:ext uri="{FF2B5EF4-FFF2-40B4-BE49-F238E27FC236}">
                    <ns2:creationId id="{761FD90D-B5C5-8ED4-3B30-4DD50D7D512C}"/>
                  </a:ext>
                </a:extLst>
              </p:cNvPr>
              <p:cNvCxnSpPr>
                <a:cxnSpLocks/>
                <a:stCxn id="333" idx="2"/>
                <a:endCxn id="334" idx="0"/>
              </p:cNvCxnSpPr>
              <p:nvPr/>
            </p:nvCxnSpPr>
            <p:spPr>
              <a:xfrm rot="16200000" flipH="1">
                <a:off x="1749399" y="5227611"/>
                <a:ext cx="226728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コネクタ: カギ線 414">
                <a:extLst>
                  <a:ext uri="{FF2B5EF4-FFF2-40B4-BE49-F238E27FC236}">
                    <ns2:creationId id="{E650413C-E7BC-48A6-2FA3-AB9213515535}"/>
                  </a:ext>
                </a:extLst>
              </p:cNvPr>
              <p:cNvCxnSpPr>
                <a:cxnSpLocks/>
                <a:stCxn id="333" idx="2"/>
                <a:endCxn id="336" idx="0"/>
              </p:cNvCxnSpPr>
              <p:nvPr/>
            </p:nvCxnSpPr>
            <p:spPr>
              <a:xfrm rot="5400000">
                <a:off x="1498040" y="5227612"/>
                <a:ext cx="226728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コネクタ: カギ線 417">
                <a:extLst>
                  <a:ext uri="{FF2B5EF4-FFF2-40B4-BE49-F238E27FC236}">
                    <ns2:creationId id="{40F2B007-83F6-51A3-6E1D-40427F940E15}"/>
                  </a:ext>
                </a:extLst>
              </p:cNvPr>
              <p:cNvCxnSpPr>
                <a:cxnSpLocks/>
                <a:stCxn id="331" idx="2"/>
                <a:endCxn id="335" idx="0"/>
              </p:cNvCxnSpPr>
              <p:nvPr/>
            </p:nvCxnSpPr>
            <p:spPr>
              <a:xfrm rot="5400000">
                <a:off x="2398744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コネクタ: カギ線 421">
                <a:extLst>
                  <a:ext uri="{FF2B5EF4-FFF2-40B4-BE49-F238E27FC236}">
                    <ns2:creationId id="{0C83358E-CDAB-B600-2834-3AB822AD2A2E}"/>
                  </a:ext>
                </a:extLst>
              </p:cNvPr>
              <p:cNvCxnSpPr>
                <a:cxnSpLocks/>
                <a:stCxn id="331" idx="2"/>
                <a:endCxn id="337" idx="0"/>
              </p:cNvCxnSpPr>
              <p:nvPr/>
            </p:nvCxnSpPr>
            <p:spPr>
              <a:xfrm rot="16200000" flipH="1">
                <a:off x="2608210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57A52BF0-40F8-ED87-3AF2-01134A1E7E62}"/>
                  </a:ext>
                </a:extLst>
              </p:cNvPr>
              <p:cNvCxnSpPr>
                <a:cxnSpLocks/>
                <a:stCxn id="330" idx="2"/>
                <a:endCxn id="331" idx="0"/>
              </p:cNvCxnSpPr>
              <p:nvPr/>
            </p:nvCxnSpPr>
            <p:spPr>
              <a:xfrm>
                <a:off x="2616841" y="4804554"/>
                <a:ext cx="0" cy="291373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コネクタ: カギ線 427">
                <a:extLst>
                  <a:ext uri="{FF2B5EF4-FFF2-40B4-BE49-F238E27FC236}">
                    <ns2:creationId id="{9C14221D-DF41-E6B8-2578-3FD0372B76B2}"/>
                  </a:ext>
                </a:extLst>
              </p:cNvPr>
              <p:cNvCxnSpPr>
                <a:cxnSpLocks/>
                <a:stCxn id="330" idx="2"/>
                <a:endCxn id="332" idx="0"/>
              </p:cNvCxnSpPr>
              <p:nvPr/>
            </p:nvCxnSpPr>
            <p:spPr>
              <a:xfrm rot="16200000" flipH="1">
                <a:off x="2869141" y="4552254"/>
                <a:ext cx="291373" cy="7959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コネクタ: カギ線 431">
                <a:extLst>
                  <a:ext uri="{FF2B5EF4-FFF2-40B4-BE49-F238E27FC236}">
                    <ns2:creationId id="{F7833E9B-0193-315D-DF2E-12EA34FF0D39}"/>
                  </a:ext>
                </a:extLst>
              </p:cNvPr>
              <p:cNvCxnSpPr>
                <a:cxnSpLocks/>
                <a:stCxn id="330" idx="2"/>
                <a:endCxn id="333" idx="0"/>
              </p:cNvCxnSpPr>
              <p:nvPr/>
            </p:nvCxnSpPr>
            <p:spPr>
              <a:xfrm rot="5400000">
                <a:off x="2031276" y="4510361"/>
                <a:ext cx="291373" cy="879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7" name="Group 216">
            <a:extLst>
              <a:ext uri="{FF2B5EF4-FFF2-40B4-BE49-F238E27FC236}">
                <ns2:creationId id="{058B356B-45E3-6F30-DFC1-2EE57CB0DF6A}"/>
              </a:ext>
            </a:extLst>
          </p:cNvPr>
          <p:cNvGrpSpPr/>
          <p:nvPr/>
        </p:nvGrpSpPr>
        <p:grpSpPr>
          <a:xfrm>
            <a:off x="6277038" y="4010676"/>
            <a:ext cx="5580000" cy="2301626"/>
            <a:chOff x="6277038" y="4010676"/>
            <a:chExt cx="5580000" cy="2301626"/>
          </a:xfrm>
        </p:grpSpPr>
        <p:grpSp>
          <p:nvGrpSpPr>
            <p:cNvPr id="527" name="グループ化 526">
              <a:extLst>
                <a:ext uri="{FF2B5EF4-FFF2-40B4-BE49-F238E27FC236}">
                  <ns2:creationId id="{15B017EC-CD8B-E082-9FAA-72D8A7A9E553}"/>
                </a:ext>
              </a:extLst>
            </p:cNvPr>
            <p:cNvGrpSpPr/>
            <p:nvPr/>
          </p:nvGrpSpPr>
          <p:grpSpPr>
            <a:xfrm>
              <a:off x="9855555" y="5537461"/>
              <a:ext cx="1799999" cy="539999"/>
              <a:chOff x="9959005" y="5448019"/>
              <a:chExt cx="1616868" cy="633456"/>
            </a:xfrm>
          </p:grpSpPr>
          <p:sp>
            <p:nvSpPr>
              <p:cNvPr id="514" name="フリーフォーム: 図形 513">
                <a:extLst>
                  <a:ext uri="{FF2B5EF4-FFF2-40B4-BE49-F238E27FC236}">
                    <ns2:creationId id="{86E1C4AE-67E8-B50A-08AA-48A32F10FD12}"/>
                  </a:ext>
                </a:extLst>
              </p:cNvPr>
              <p:cNvSpPr/>
              <p:nvPr/>
            </p:nvSpPr>
            <p:spPr>
              <a:xfrm>
                <a:off x="9985201" y="5557100"/>
                <a:ext cx="1459706" cy="393406"/>
              </a:xfrm>
              <a:custGeom>
                <a:avLst/>
                <a:gdLst>
                  <a:gd name="connsiteX0" fmla="*/ 0 w 1459706"/>
                  <a:gd name="connsiteY0" fmla="*/ 241006 h 393406"/>
                  <a:gd name="connsiteX1" fmla="*/ 114300 w 1459706"/>
                  <a:gd name="connsiteY1" fmla="*/ 200525 h 393406"/>
                  <a:gd name="connsiteX2" fmla="*/ 188119 w 1459706"/>
                  <a:gd name="connsiteY2" fmla="*/ 148137 h 393406"/>
                  <a:gd name="connsiteX3" fmla="*/ 252413 w 1459706"/>
                  <a:gd name="connsiteY3" fmla="*/ 55268 h 393406"/>
                  <a:gd name="connsiteX4" fmla="*/ 297656 w 1459706"/>
                  <a:gd name="connsiteY4" fmla="*/ 2881 h 393406"/>
                  <a:gd name="connsiteX5" fmla="*/ 381000 w 1459706"/>
                  <a:gd name="connsiteY5" fmla="*/ 14787 h 393406"/>
                  <a:gd name="connsiteX6" fmla="*/ 454819 w 1459706"/>
                  <a:gd name="connsiteY6" fmla="*/ 81462 h 393406"/>
                  <a:gd name="connsiteX7" fmla="*/ 614363 w 1459706"/>
                  <a:gd name="connsiteY7" fmla="*/ 276725 h 393406"/>
                  <a:gd name="connsiteX8" fmla="*/ 666750 w 1459706"/>
                  <a:gd name="connsiteY8" fmla="*/ 331493 h 393406"/>
                  <a:gd name="connsiteX9" fmla="*/ 704850 w 1459706"/>
                  <a:gd name="connsiteY9" fmla="*/ 350543 h 393406"/>
                  <a:gd name="connsiteX10" fmla="*/ 781050 w 1459706"/>
                  <a:gd name="connsiteY10" fmla="*/ 312443 h 393406"/>
                  <a:gd name="connsiteX11" fmla="*/ 876300 w 1459706"/>
                  <a:gd name="connsiteY11" fmla="*/ 236243 h 393406"/>
                  <a:gd name="connsiteX12" fmla="*/ 921544 w 1459706"/>
                  <a:gd name="connsiteY12" fmla="*/ 195762 h 393406"/>
                  <a:gd name="connsiteX13" fmla="*/ 964406 w 1459706"/>
                  <a:gd name="connsiteY13" fmla="*/ 205287 h 393406"/>
                  <a:gd name="connsiteX14" fmla="*/ 1009650 w 1459706"/>
                  <a:gd name="connsiteY14" fmla="*/ 245768 h 393406"/>
                  <a:gd name="connsiteX15" fmla="*/ 1069181 w 1459706"/>
                  <a:gd name="connsiteY15" fmla="*/ 317206 h 393406"/>
                  <a:gd name="connsiteX16" fmla="*/ 1157288 w 1459706"/>
                  <a:gd name="connsiteY16" fmla="*/ 362450 h 393406"/>
                  <a:gd name="connsiteX17" fmla="*/ 1459706 w 1459706"/>
                  <a:gd name="connsiteY17" fmla="*/ 393406 h 393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59706" h="393406">
                    <a:moveTo>
                      <a:pt x="0" y="241006"/>
                    </a:moveTo>
                    <a:cubicBezTo>
                      <a:pt x="41473" y="228504"/>
                      <a:pt x="82947" y="216003"/>
                      <a:pt x="114300" y="200525"/>
                    </a:cubicBezTo>
                    <a:cubicBezTo>
                      <a:pt x="145653" y="185047"/>
                      <a:pt x="165100" y="172347"/>
                      <a:pt x="188119" y="148137"/>
                    </a:cubicBezTo>
                    <a:cubicBezTo>
                      <a:pt x="211138" y="123927"/>
                      <a:pt x="234157" y="79477"/>
                      <a:pt x="252413" y="55268"/>
                    </a:cubicBezTo>
                    <a:cubicBezTo>
                      <a:pt x="270669" y="31059"/>
                      <a:pt x="276225" y="9628"/>
                      <a:pt x="297656" y="2881"/>
                    </a:cubicBezTo>
                    <a:cubicBezTo>
                      <a:pt x="319087" y="-3866"/>
                      <a:pt x="354806" y="1690"/>
                      <a:pt x="381000" y="14787"/>
                    </a:cubicBezTo>
                    <a:cubicBezTo>
                      <a:pt x="407194" y="27884"/>
                      <a:pt x="415925" y="37806"/>
                      <a:pt x="454819" y="81462"/>
                    </a:cubicBezTo>
                    <a:cubicBezTo>
                      <a:pt x="493713" y="125118"/>
                      <a:pt x="579041" y="235053"/>
                      <a:pt x="614363" y="276725"/>
                    </a:cubicBezTo>
                    <a:cubicBezTo>
                      <a:pt x="649685" y="318397"/>
                      <a:pt x="651669" y="319190"/>
                      <a:pt x="666750" y="331493"/>
                    </a:cubicBezTo>
                    <a:cubicBezTo>
                      <a:pt x="681831" y="343796"/>
                      <a:pt x="685800" y="353718"/>
                      <a:pt x="704850" y="350543"/>
                    </a:cubicBezTo>
                    <a:cubicBezTo>
                      <a:pt x="723900" y="347368"/>
                      <a:pt x="752475" y="331493"/>
                      <a:pt x="781050" y="312443"/>
                    </a:cubicBezTo>
                    <a:cubicBezTo>
                      <a:pt x="809625" y="293393"/>
                      <a:pt x="852884" y="255690"/>
                      <a:pt x="876300" y="236243"/>
                    </a:cubicBezTo>
                    <a:cubicBezTo>
                      <a:pt x="899716" y="216796"/>
                      <a:pt x="906860" y="200921"/>
                      <a:pt x="921544" y="195762"/>
                    </a:cubicBezTo>
                    <a:cubicBezTo>
                      <a:pt x="936228" y="190603"/>
                      <a:pt x="949722" y="196953"/>
                      <a:pt x="964406" y="205287"/>
                    </a:cubicBezTo>
                    <a:cubicBezTo>
                      <a:pt x="979090" y="213621"/>
                      <a:pt x="992188" y="227115"/>
                      <a:pt x="1009650" y="245768"/>
                    </a:cubicBezTo>
                    <a:cubicBezTo>
                      <a:pt x="1027112" y="264421"/>
                      <a:pt x="1044575" y="297759"/>
                      <a:pt x="1069181" y="317206"/>
                    </a:cubicBezTo>
                    <a:cubicBezTo>
                      <a:pt x="1093787" y="336653"/>
                      <a:pt x="1092201" y="349750"/>
                      <a:pt x="1157288" y="362450"/>
                    </a:cubicBezTo>
                    <a:cubicBezTo>
                      <a:pt x="1222375" y="375150"/>
                      <a:pt x="1341040" y="384278"/>
                      <a:pt x="1459706" y="393406"/>
                    </a:cubicBezTo>
                  </a:path>
                </a:pathLst>
              </a:custGeom>
              <a:noFill/>
              <a:ln w="9525">
                <a:solidFill>
                  <a:schemeClr val="accent6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フリーフォーム: 図形 514">
                <a:extLst>
                  <a:ext uri="{FF2B5EF4-FFF2-40B4-BE49-F238E27FC236}">
                    <ns2:creationId id="{A2A50BDC-2A5C-5D67-8E7D-CD43FC9C1437}"/>
                  </a:ext>
                </a:extLst>
              </p:cNvPr>
              <p:cNvSpPr/>
              <p:nvPr/>
            </p:nvSpPr>
            <p:spPr>
              <a:xfrm>
                <a:off x="10018539" y="5552837"/>
                <a:ext cx="1426368" cy="395288"/>
              </a:xfrm>
              <a:custGeom>
                <a:avLst/>
                <a:gdLst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6368" h="395288">
                    <a:moveTo>
                      <a:pt x="0" y="211931"/>
                    </a:moveTo>
                    <a:lnTo>
                      <a:pt x="95250" y="138113"/>
                    </a:lnTo>
                    <a:lnTo>
                      <a:pt x="185737" y="42863"/>
                    </a:lnTo>
                    <a:lnTo>
                      <a:pt x="259556" y="0"/>
                    </a:lnTo>
                    <a:lnTo>
                      <a:pt x="326231" y="0"/>
                    </a:lnTo>
                    <a:lnTo>
                      <a:pt x="392906" y="42863"/>
                    </a:lnTo>
                    <a:lnTo>
                      <a:pt x="454818" y="114300"/>
                    </a:lnTo>
                    <a:lnTo>
                      <a:pt x="552450" y="230981"/>
                    </a:lnTo>
                    <a:cubicBezTo>
                      <a:pt x="592931" y="263525"/>
                      <a:pt x="614362" y="279400"/>
                      <a:pt x="673893" y="285750"/>
                    </a:cubicBezTo>
                    <a:cubicBezTo>
                      <a:pt x="745330" y="277813"/>
                      <a:pt x="769143" y="269875"/>
                      <a:pt x="816768" y="261938"/>
                    </a:cubicBezTo>
                    <a:lnTo>
                      <a:pt x="919162" y="252413"/>
                    </a:lnTo>
                    <a:lnTo>
                      <a:pt x="1021556" y="314325"/>
                    </a:lnTo>
                    <a:lnTo>
                      <a:pt x="1078706" y="352425"/>
                    </a:lnTo>
                    <a:lnTo>
                      <a:pt x="1214437" y="366713"/>
                    </a:lnTo>
                    <a:lnTo>
                      <a:pt x="1262062" y="366713"/>
                    </a:lnTo>
                    <a:lnTo>
                      <a:pt x="1357312" y="395288"/>
                    </a:lnTo>
                    <a:lnTo>
                      <a:pt x="1426368" y="395288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16" name="直線矢印コネクタ 515">
                <a:extLst>
                  <a:ext uri="{FF2B5EF4-FFF2-40B4-BE49-F238E27FC236}">
                    <ns2:creationId id="{7B3A1734-737B-DF5E-BEFB-C4A41AAABBB7}"/>
                  </a:ext>
                </a:extLst>
              </p:cNvPr>
              <p:cNvCxnSpPr/>
              <p:nvPr/>
            </p:nvCxnSpPr>
            <p:spPr>
              <a:xfrm flipV="1">
                <a:off x="9959007" y="5448019"/>
                <a:ext cx="0" cy="576828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矢印コネクタ 516">
                <a:extLst>
                  <a:ext uri="{FF2B5EF4-FFF2-40B4-BE49-F238E27FC236}">
                    <ns2:creationId id="{21C7743A-59A6-39DD-4141-0A1082D893F4}"/>
                  </a:ext>
                </a:extLst>
              </p:cNvPr>
              <p:cNvCxnSpPr/>
              <p:nvPr/>
            </p:nvCxnSpPr>
            <p:spPr>
              <a:xfrm>
                <a:off x="9959005" y="6024325"/>
                <a:ext cx="1616868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ns2:creationId id="{A813577B-EF6B-CA51-E553-8C61C118922E}"/>
                  </a:ext>
                </a:extLst>
              </p:cNvPr>
              <p:cNvCxnSpPr/>
              <p:nvPr/>
            </p:nvCxnSpPr>
            <p:spPr>
              <a:xfrm>
                <a:off x="10457321" y="5448019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9" name="フリーフォーム: 図形 518">
                <a:extLst>
                  <a:ext uri="{FF2B5EF4-FFF2-40B4-BE49-F238E27FC236}">
                    <ns2:creationId id="{76267641-DD9F-2C31-DED1-D4A4A1E9FA75}"/>
                  </a:ext>
                </a:extLst>
              </p:cNvPr>
              <p:cNvSpPr/>
              <p:nvPr/>
            </p:nvSpPr>
            <p:spPr>
              <a:xfrm>
                <a:off x="9987582" y="5631418"/>
                <a:ext cx="1450182" cy="366713"/>
              </a:xfrm>
              <a:custGeom>
                <a:avLst/>
                <a:gdLst>
                  <a:gd name="connsiteX0" fmla="*/ 0 w 1450182"/>
                  <a:gd name="connsiteY0" fmla="*/ 342900 h 366713"/>
                  <a:gd name="connsiteX1" fmla="*/ 126207 w 1450182"/>
                  <a:gd name="connsiteY1" fmla="*/ 290513 h 366713"/>
                  <a:gd name="connsiteX2" fmla="*/ 250032 w 1450182"/>
                  <a:gd name="connsiteY2" fmla="*/ 157163 h 366713"/>
                  <a:gd name="connsiteX3" fmla="*/ 326232 w 1450182"/>
                  <a:gd name="connsiteY3" fmla="*/ 40482 h 366713"/>
                  <a:gd name="connsiteX4" fmla="*/ 402432 w 1450182"/>
                  <a:gd name="connsiteY4" fmla="*/ 0 h 366713"/>
                  <a:gd name="connsiteX5" fmla="*/ 473869 w 1450182"/>
                  <a:gd name="connsiteY5" fmla="*/ 11907 h 366713"/>
                  <a:gd name="connsiteX6" fmla="*/ 552450 w 1450182"/>
                  <a:gd name="connsiteY6" fmla="*/ 54769 h 366713"/>
                  <a:gd name="connsiteX7" fmla="*/ 673894 w 1450182"/>
                  <a:gd name="connsiteY7" fmla="*/ 142875 h 366713"/>
                  <a:gd name="connsiteX8" fmla="*/ 745332 w 1450182"/>
                  <a:gd name="connsiteY8" fmla="*/ 169069 h 366713"/>
                  <a:gd name="connsiteX9" fmla="*/ 842963 w 1450182"/>
                  <a:gd name="connsiteY9" fmla="*/ 178594 h 366713"/>
                  <a:gd name="connsiteX10" fmla="*/ 912019 w 1450182"/>
                  <a:gd name="connsiteY10" fmla="*/ 195263 h 366713"/>
                  <a:gd name="connsiteX11" fmla="*/ 966788 w 1450182"/>
                  <a:gd name="connsiteY11" fmla="*/ 219075 h 366713"/>
                  <a:gd name="connsiteX12" fmla="*/ 1035844 w 1450182"/>
                  <a:gd name="connsiteY12" fmla="*/ 311944 h 366713"/>
                  <a:gd name="connsiteX13" fmla="*/ 1081088 w 1450182"/>
                  <a:gd name="connsiteY13" fmla="*/ 350044 h 366713"/>
                  <a:gd name="connsiteX14" fmla="*/ 1231107 w 1450182"/>
                  <a:gd name="connsiteY14" fmla="*/ 366713 h 366713"/>
                  <a:gd name="connsiteX15" fmla="*/ 1385888 w 1450182"/>
                  <a:gd name="connsiteY15" fmla="*/ 366713 h 366713"/>
                  <a:gd name="connsiteX16" fmla="*/ 1450182 w 1450182"/>
                  <a:gd name="connsiteY16" fmla="*/ 366713 h 3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50182" h="366713">
                    <a:moveTo>
                      <a:pt x="0" y="342900"/>
                    </a:moveTo>
                    <a:lnTo>
                      <a:pt x="126207" y="290513"/>
                    </a:lnTo>
                    <a:lnTo>
                      <a:pt x="250032" y="157163"/>
                    </a:lnTo>
                    <a:lnTo>
                      <a:pt x="326232" y="40482"/>
                    </a:lnTo>
                    <a:lnTo>
                      <a:pt x="402432" y="0"/>
                    </a:lnTo>
                    <a:lnTo>
                      <a:pt x="473869" y="11907"/>
                    </a:lnTo>
                    <a:lnTo>
                      <a:pt x="552450" y="54769"/>
                    </a:lnTo>
                    <a:lnTo>
                      <a:pt x="673894" y="142875"/>
                    </a:lnTo>
                    <a:lnTo>
                      <a:pt x="745332" y="169069"/>
                    </a:lnTo>
                    <a:lnTo>
                      <a:pt x="842963" y="178594"/>
                    </a:lnTo>
                    <a:lnTo>
                      <a:pt x="912019" y="195263"/>
                    </a:lnTo>
                    <a:lnTo>
                      <a:pt x="966788" y="219075"/>
                    </a:lnTo>
                    <a:lnTo>
                      <a:pt x="1035844" y="311944"/>
                    </a:lnTo>
                    <a:lnTo>
                      <a:pt x="1081088" y="350044"/>
                    </a:lnTo>
                    <a:lnTo>
                      <a:pt x="1231107" y="366713"/>
                    </a:lnTo>
                    <a:lnTo>
                      <a:pt x="1385888" y="366713"/>
                    </a:lnTo>
                    <a:lnTo>
                      <a:pt x="1450182" y="366713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  <a:prstDash val="sysDot"/>
                <a:extLst>
                  <a:ext uri="{C807C97D-BFC1-408E-A445-0C87EB9F89A2}">
                    <ns6:lineSketchStyleProps sd="1219033472">
                      <a:custGeom>
                        <a:avLst/>
                        <a:gdLst>
                          <a:gd name="connsiteX0" fmla="*/ 0 w 1450182"/>
                          <a:gd name="connsiteY0" fmla="*/ 342900 h 366713"/>
                          <a:gd name="connsiteX1" fmla="*/ 126207 w 1450182"/>
                          <a:gd name="connsiteY1" fmla="*/ 290513 h 366713"/>
                          <a:gd name="connsiteX2" fmla="*/ 250032 w 1450182"/>
                          <a:gd name="connsiteY2" fmla="*/ 157163 h 366713"/>
                          <a:gd name="connsiteX3" fmla="*/ 326232 w 1450182"/>
                          <a:gd name="connsiteY3" fmla="*/ 40482 h 366713"/>
                          <a:gd name="connsiteX4" fmla="*/ 402432 w 1450182"/>
                          <a:gd name="connsiteY4" fmla="*/ 0 h 366713"/>
                          <a:gd name="connsiteX5" fmla="*/ 473869 w 1450182"/>
                          <a:gd name="connsiteY5" fmla="*/ 11907 h 366713"/>
                          <a:gd name="connsiteX6" fmla="*/ 552450 w 1450182"/>
                          <a:gd name="connsiteY6" fmla="*/ 54769 h 366713"/>
                          <a:gd name="connsiteX7" fmla="*/ 673894 w 1450182"/>
                          <a:gd name="connsiteY7" fmla="*/ 142875 h 366713"/>
                          <a:gd name="connsiteX8" fmla="*/ 745332 w 1450182"/>
                          <a:gd name="connsiteY8" fmla="*/ 169069 h 366713"/>
                          <a:gd name="connsiteX9" fmla="*/ 842963 w 1450182"/>
                          <a:gd name="connsiteY9" fmla="*/ 178594 h 366713"/>
                          <a:gd name="connsiteX10" fmla="*/ 912019 w 1450182"/>
                          <a:gd name="connsiteY10" fmla="*/ 195263 h 366713"/>
                          <a:gd name="connsiteX11" fmla="*/ 966788 w 1450182"/>
                          <a:gd name="connsiteY11" fmla="*/ 219075 h 366713"/>
                          <a:gd name="connsiteX12" fmla="*/ 1035844 w 1450182"/>
                          <a:gd name="connsiteY12" fmla="*/ 311944 h 366713"/>
                          <a:gd name="connsiteX13" fmla="*/ 1081088 w 1450182"/>
                          <a:gd name="connsiteY13" fmla="*/ 350044 h 366713"/>
                          <a:gd name="connsiteX14" fmla="*/ 1231107 w 1450182"/>
                          <a:gd name="connsiteY14" fmla="*/ 366713 h 366713"/>
                          <a:gd name="connsiteX15" fmla="*/ 1385888 w 1450182"/>
                          <a:gd name="connsiteY15" fmla="*/ 366713 h 366713"/>
                          <a:gd name="connsiteX16" fmla="*/ 1450182 w 1450182"/>
                          <a:gd name="connsiteY16" fmla="*/ 366713 h 366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450182" h="366713" extrusionOk="0">
                            <a:moveTo>
                              <a:pt x="0" y="342900"/>
                            </a:moveTo>
                            <a:cubicBezTo>
                              <a:pt x="35610" y="318191"/>
                              <a:pt x="81465" y="322621"/>
                              <a:pt x="126207" y="290513"/>
                            </a:cubicBezTo>
                            <a:cubicBezTo>
                              <a:pt x="183663" y="227422"/>
                              <a:pt x="224333" y="197050"/>
                              <a:pt x="250032" y="157163"/>
                            </a:cubicBezTo>
                            <a:cubicBezTo>
                              <a:pt x="264900" y="118226"/>
                              <a:pt x="306947" y="76946"/>
                              <a:pt x="326232" y="40482"/>
                            </a:cubicBezTo>
                            <a:cubicBezTo>
                              <a:pt x="350406" y="24797"/>
                              <a:pt x="370664" y="20972"/>
                              <a:pt x="402432" y="0"/>
                            </a:cubicBezTo>
                            <a:cubicBezTo>
                              <a:pt x="427048" y="-4411"/>
                              <a:pt x="457779" y="16536"/>
                              <a:pt x="473869" y="11907"/>
                            </a:cubicBezTo>
                            <a:cubicBezTo>
                              <a:pt x="510908" y="31422"/>
                              <a:pt x="533933" y="45247"/>
                              <a:pt x="552450" y="54769"/>
                            </a:cubicBezTo>
                            <a:cubicBezTo>
                              <a:pt x="610548" y="93208"/>
                              <a:pt x="614631" y="114440"/>
                              <a:pt x="673894" y="142875"/>
                            </a:cubicBezTo>
                            <a:cubicBezTo>
                              <a:pt x="706264" y="154229"/>
                              <a:pt x="708223" y="161013"/>
                              <a:pt x="745332" y="169069"/>
                            </a:cubicBezTo>
                            <a:cubicBezTo>
                              <a:pt x="775409" y="167688"/>
                              <a:pt x="796268" y="181773"/>
                              <a:pt x="842963" y="178594"/>
                            </a:cubicBezTo>
                            <a:cubicBezTo>
                              <a:pt x="879115" y="179451"/>
                              <a:pt x="878055" y="192414"/>
                              <a:pt x="912019" y="195263"/>
                            </a:cubicBezTo>
                            <a:cubicBezTo>
                              <a:pt x="935123" y="199255"/>
                              <a:pt x="952817" y="220815"/>
                              <a:pt x="966788" y="219075"/>
                            </a:cubicBezTo>
                            <a:cubicBezTo>
                              <a:pt x="1000801" y="246873"/>
                              <a:pt x="995724" y="280440"/>
                              <a:pt x="1035844" y="311944"/>
                            </a:cubicBezTo>
                            <a:cubicBezTo>
                              <a:pt x="1053615" y="317701"/>
                              <a:pt x="1061960" y="341557"/>
                              <a:pt x="1081088" y="350044"/>
                            </a:cubicBezTo>
                            <a:cubicBezTo>
                              <a:pt x="1134311" y="353592"/>
                              <a:pt x="1168891" y="370280"/>
                              <a:pt x="1231107" y="366713"/>
                            </a:cubicBezTo>
                            <a:cubicBezTo>
                              <a:pt x="1265972" y="363449"/>
                              <a:pt x="1333094" y="371358"/>
                              <a:pt x="1385888" y="366713"/>
                            </a:cubicBezTo>
                            <a:cubicBezTo>
                              <a:pt x="1400836" y="359399"/>
                              <a:pt x="1432557" y="371904"/>
                              <a:pt x="1450182" y="366713"/>
                            </a:cubicBezTo>
                          </a:path>
                        </a:pathLst>
                      </a:custGeom>
                      <ns6:type>
                        <ns6:lineSketchNone/>
                      </ns6:type>
                    </ns6:lineSketchStyleProps>
                  </a:ext>
                </a:extLst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フリーフォーム: 図形 519">
                <a:extLst>
                  <a:ext uri="{FF2B5EF4-FFF2-40B4-BE49-F238E27FC236}">
                    <ns2:creationId id="{3E02AEC0-AB0F-F4C2-D02A-EB1CD95941D4}"/>
                  </a:ext>
                </a:extLst>
              </p:cNvPr>
              <p:cNvSpPr/>
              <p:nvPr/>
            </p:nvSpPr>
            <p:spPr>
              <a:xfrm>
                <a:off x="10025682" y="5471875"/>
                <a:ext cx="1412082" cy="504825"/>
              </a:xfrm>
              <a:custGeom>
                <a:avLst/>
                <a:gdLst>
                  <a:gd name="connsiteX0" fmla="*/ 0 w 1412082"/>
                  <a:gd name="connsiteY0" fmla="*/ 461962 h 504825"/>
                  <a:gd name="connsiteX1" fmla="*/ 188119 w 1412082"/>
                  <a:gd name="connsiteY1" fmla="*/ 80962 h 504825"/>
                  <a:gd name="connsiteX2" fmla="*/ 245269 w 1412082"/>
                  <a:gd name="connsiteY2" fmla="*/ 14287 h 504825"/>
                  <a:gd name="connsiteX3" fmla="*/ 302419 w 1412082"/>
                  <a:gd name="connsiteY3" fmla="*/ 0 h 504825"/>
                  <a:gd name="connsiteX4" fmla="*/ 357188 w 1412082"/>
                  <a:gd name="connsiteY4" fmla="*/ 23812 h 504825"/>
                  <a:gd name="connsiteX5" fmla="*/ 423863 w 1412082"/>
                  <a:gd name="connsiteY5" fmla="*/ 109537 h 504825"/>
                  <a:gd name="connsiteX6" fmla="*/ 516732 w 1412082"/>
                  <a:gd name="connsiteY6" fmla="*/ 250031 h 504825"/>
                  <a:gd name="connsiteX7" fmla="*/ 640557 w 1412082"/>
                  <a:gd name="connsiteY7" fmla="*/ 373856 h 504825"/>
                  <a:gd name="connsiteX8" fmla="*/ 707232 w 1412082"/>
                  <a:gd name="connsiteY8" fmla="*/ 385762 h 504825"/>
                  <a:gd name="connsiteX9" fmla="*/ 769144 w 1412082"/>
                  <a:gd name="connsiteY9" fmla="*/ 364331 h 504825"/>
                  <a:gd name="connsiteX10" fmla="*/ 862013 w 1412082"/>
                  <a:gd name="connsiteY10" fmla="*/ 316706 h 504825"/>
                  <a:gd name="connsiteX11" fmla="*/ 912019 w 1412082"/>
                  <a:gd name="connsiteY11" fmla="*/ 316706 h 504825"/>
                  <a:gd name="connsiteX12" fmla="*/ 1050132 w 1412082"/>
                  <a:gd name="connsiteY12" fmla="*/ 359568 h 504825"/>
                  <a:gd name="connsiteX13" fmla="*/ 1200150 w 1412082"/>
                  <a:gd name="connsiteY13" fmla="*/ 421481 h 504825"/>
                  <a:gd name="connsiteX14" fmla="*/ 1412082 w 1412082"/>
                  <a:gd name="connsiteY14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12082" h="504825">
                    <a:moveTo>
                      <a:pt x="0" y="461962"/>
                    </a:moveTo>
                    <a:lnTo>
                      <a:pt x="188119" y="80962"/>
                    </a:lnTo>
                    <a:lnTo>
                      <a:pt x="245269" y="14287"/>
                    </a:lnTo>
                    <a:lnTo>
                      <a:pt x="302419" y="0"/>
                    </a:lnTo>
                    <a:lnTo>
                      <a:pt x="357188" y="23812"/>
                    </a:lnTo>
                    <a:lnTo>
                      <a:pt x="423863" y="109537"/>
                    </a:lnTo>
                    <a:lnTo>
                      <a:pt x="516732" y="250031"/>
                    </a:lnTo>
                    <a:lnTo>
                      <a:pt x="640557" y="373856"/>
                    </a:lnTo>
                    <a:lnTo>
                      <a:pt x="707232" y="385762"/>
                    </a:lnTo>
                    <a:lnTo>
                      <a:pt x="769144" y="364331"/>
                    </a:lnTo>
                    <a:lnTo>
                      <a:pt x="862013" y="316706"/>
                    </a:lnTo>
                    <a:lnTo>
                      <a:pt x="912019" y="316706"/>
                    </a:lnTo>
                    <a:lnTo>
                      <a:pt x="1050132" y="359568"/>
                    </a:lnTo>
                    <a:lnTo>
                      <a:pt x="1200150" y="421481"/>
                    </a:lnTo>
                    <a:lnTo>
                      <a:pt x="1412082" y="504825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フリーフォーム: 図形 520">
                <a:extLst>
                  <a:ext uri="{FF2B5EF4-FFF2-40B4-BE49-F238E27FC236}">
                    <ns2:creationId id="{B09F6462-B037-89FB-B58E-D10D30933C68}"/>
                  </a:ext>
                </a:extLst>
              </p:cNvPr>
              <p:cNvSpPr/>
              <p:nvPr/>
            </p:nvSpPr>
            <p:spPr>
              <a:xfrm>
                <a:off x="9999489" y="5557600"/>
                <a:ext cx="1440656" cy="419100"/>
              </a:xfrm>
              <a:custGeom>
                <a:avLst/>
                <a:gdLst>
                  <a:gd name="connsiteX0" fmla="*/ 0 w 1440656"/>
                  <a:gd name="connsiteY0" fmla="*/ 359568 h 419100"/>
                  <a:gd name="connsiteX1" fmla="*/ 78581 w 1440656"/>
                  <a:gd name="connsiteY1" fmla="*/ 185737 h 419100"/>
                  <a:gd name="connsiteX2" fmla="*/ 116681 w 1440656"/>
                  <a:gd name="connsiteY2" fmla="*/ 52387 h 419100"/>
                  <a:gd name="connsiteX3" fmla="*/ 164306 w 1440656"/>
                  <a:gd name="connsiteY3" fmla="*/ 0 h 419100"/>
                  <a:gd name="connsiteX4" fmla="*/ 228600 w 1440656"/>
                  <a:gd name="connsiteY4" fmla="*/ 2381 h 419100"/>
                  <a:gd name="connsiteX5" fmla="*/ 300037 w 1440656"/>
                  <a:gd name="connsiteY5" fmla="*/ 54768 h 419100"/>
                  <a:gd name="connsiteX6" fmla="*/ 411956 w 1440656"/>
                  <a:gd name="connsiteY6" fmla="*/ 159543 h 419100"/>
                  <a:gd name="connsiteX7" fmla="*/ 521493 w 1440656"/>
                  <a:gd name="connsiteY7" fmla="*/ 271462 h 419100"/>
                  <a:gd name="connsiteX8" fmla="*/ 609600 w 1440656"/>
                  <a:gd name="connsiteY8" fmla="*/ 316706 h 419100"/>
                  <a:gd name="connsiteX9" fmla="*/ 807243 w 1440656"/>
                  <a:gd name="connsiteY9" fmla="*/ 309562 h 419100"/>
                  <a:gd name="connsiteX10" fmla="*/ 890587 w 1440656"/>
                  <a:gd name="connsiteY10" fmla="*/ 304800 h 419100"/>
                  <a:gd name="connsiteX11" fmla="*/ 990600 w 1440656"/>
                  <a:gd name="connsiteY11" fmla="*/ 347662 h 419100"/>
                  <a:gd name="connsiteX12" fmla="*/ 1069181 w 1440656"/>
                  <a:gd name="connsiteY12" fmla="*/ 366712 h 419100"/>
                  <a:gd name="connsiteX13" fmla="*/ 1181100 w 1440656"/>
                  <a:gd name="connsiteY13" fmla="*/ 383381 h 419100"/>
                  <a:gd name="connsiteX14" fmla="*/ 1440656 w 1440656"/>
                  <a:gd name="connsiteY14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0656" h="419100">
                    <a:moveTo>
                      <a:pt x="0" y="359568"/>
                    </a:moveTo>
                    <a:lnTo>
                      <a:pt x="78581" y="185737"/>
                    </a:lnTo>
                    <a:lnTo>
                      <a:pt x="116681" y="52387"/>
                    </a:lnTo>
                    <a:lnTo>
                      <a:pt x="164306" y="0"/>
                    </a:lnTo>
                    <a:lnTo>
                      <a:pt x="228600" y="2381"/>
                    </a:lnTo>
                    <a:lnTo>
                      <a:pt x="300037" y="54768"/>
                    </a:lnTo>
                    <a:lnTo>
                      <a:pt x="411956" y="159543"/>
                    </a:lnTo>
                    <a:lnTo>
                      <a:pt x="521493" y="271462"/>
                    </a:lnTo>
                    <a:lnTo>
                      <a:pt x="609600" y="316706"/>
                    </a:lnTo>
                    <a:lnTo>
                      <a:pt x="807243" y="309562"/>
                    </a:lnTo>
                    <a:lnTo>
                      <a:pt x="890587" y="304800"/>
                    </a:lnTo>
                    <a:lnTo>
                      <a:pt x="990600" y="347662"/>
                    </a:lnTo>
                    <a:lnTo>
                      <a:pt x="1069181" y="366712"/>
                    </a:lnTo>
                    <a:lnTo>
                      <a:pt x="1181100" y="383381"/>
                    </a:lnTo>
                    <a:lnTo>
                      <a:pt x="1440656" y="419100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40000"/>
                    <a:lumOff val="6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フリーフォーム: 図形 521">
                <a:extLst>
                  <a:ext uri="{FF2B5EF4-FFF2-40B4-BE49-F238E27FC236}">
                    <ns2:creationId id="{3D10EC3A-9647-6AE4-E268-50851E78F8CD}"/>
                  </a:ext>
                </a:extLst>
              </p:cNvPr>
              <p:cNvSpPr/>
              <p:nvPr/>
            </p:nvSpPr>
            <p:spPr>
              <a:xfrm>
                <a:off x="9992345" y="5531405"/>
                <a:ext cx="1431131" cy="383381"/>
              </a:xfrm>
              <a:custGeom>
                <a:avLst/>
                <a:gdLst>
                  <a:gd name="connsiteX0" fmla="*/ 0 w 1431131"/>
                  <a:gd name="connsiteY0" fmla="*/ 135731 h 373856"/>
                  <a:gd name="connsiteX1" fmla="*/ 0 w 1431131"/>
                  <a:gd name="connsiteY1" fmla="*/ 135731 h 373856"/>
                  <a:gd name="connsiteX2" fmla="*/ 166687 w 1431131"/>
                  <a:gd name="connsiteY2" fmla="*/ 85725 h 373856"/>
                  <a:gd name="connsiteX3" fmla="*/ 288131 w 1431131"/>
                  <a:gd name="connsiteY3" fmla="*/ 0 h 373856"/>
                  <a:gd name="connsiteX4" fmla="*/ 409575 w 1431131"/>
                  <a:gd name="connsiteY4" fmla="*/ 19050 h 373856"/>
                  <a:gd name="connsiteX5" fmla="*/ 538162 w 1431131"/>
                  <a:gd name="connsiteY5" fmla="*/ 119062 h 373856"/>
                  <a:gd name="connsiteX6" fmla="*/ 623887 w 1431131"/>
                  <a:gd name="connsiteY6" fmla="*/ 197644 h 373856"/>
                  <a:gd name="connsiteX7" fmla="*/ 697706 w 1431131"/>
                  <a:gd name="connsiteY7" fmla="*/ 252412 h 373856"/>
                  <a:gd name="connsiteX8" fmla="*/ 826294 w 1431131"/>
                  <a:gd name="connsiteY8" fmla="*/ 250031 h 373856"/>
                  <a:gd name="connsiteX9" fmla="*/ 916781 w 1431131"/>
                  <a:gd name="connsiteY9" fmla="*/ 238125 h 373856"/>
                  <a:gd name="connsiteX10" fmla="*/ 1000125 w 1431131"/>
                  <a:gd name="connsiteY10" fmla="*/ 276225 h 373856"/>
                  <a:gd name="connsiteX11" fmla="*/ 1100137 w 1431131"/>
                  <a:gd name="connsiteY11" fmla="*/ 338137 h 373856"/>
                  <a:gd name="connsiteX12" fmla="*/ 1178719 w 1431131"/>
                  <a:gd name="connsiteY12" fmla="*/ 371475 h 373856"/>
                  <a:gd name="connsiteX13" fmla="*/ 1431131 w 1431131"/>
                  <a:gd name="connsiteY13" fmla="*/ 373856 h 373856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31131" h="383381">
                    <a:moveTo>
                      <a:pt x="0" y="145256"/>
                    </a:moveTo>
                    <a:lnTo>
                      <a:pt x="0" y="145256"/>
                    </a:lnTo>
                    <a:lnTo>
                      <a:pt x="166687" y="95250"/>
                    </a:lnTo>
                    <a:cubicBezTo>
                      <a:pt x="210343" y="63500"/>
                      <a:pt x="230187" y="36512"/>
                      <a:pt x="297656" y="0"/>
                    </a:cubicBezTo>
                    <a:cubicBezTo>
                      <a:pt x="354012" y="4763"/>
                      <a:pt x="372269" y="19050"/>
                      <a:pt x="409575" y="28575"/>
                    </a:cubicBezTo>
                    <a:lnTo>
                      <a:pt x="538162" y="128587"/>
                    </a:lnTo>
                    <a:lnTo>
                      <a:pt x="623887" y="207169"/>
                    </a:lnTo>
                    <a:lnTo>
                      <a:pt x="697706" y="261937"/>
                    </a:lnTo>
                    <a:lnTo>
                      <a:pt x="826294" y="259556"/>
                    </a:lnTo>
                    <a:lnTo>
                      <a:pt x="916781" y="247650"/>
                    </a:lnTo>
                    <a:lnTo>
                      <a:pt x="1000125" y="285750"/>
                    </a:lnTo>
                    <a:lnTo>
                      <a:pt x="1100137" y="347662"/>
                    </a:lnTo>
                    <a:lnTo>
                      <a:pt x="1178719" y="381000"/>
                    </a:lnTo>
                    <a:lnTo>
                      <a:pt x="1431131" y="383381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フリーフォーム: 図形 522">
                <a:extLst>
                  <a:ext uri="{FF2B5EF4-FFF2-40B4-BE49-F238E27FC236}">
                    <ns2:creationId id="{74EAD0FE-C679-9FFD-6E90-C4ABEC85FD8B}"/>
                  </a:ext>
                </a:extLst>
              </p:cNvPr>
              <p:cNvSpPr/>
              <p:nvPr/>
            </p:nvSpPr>
            <p:spPr>
              <a:xfrm>
                <a:off x="10473357" y="5671900"/>
                <a:ext cx="962025" cy="278606"/>
              </a:xfrm>
              <a:custGeom>
                <a:avLst/>
                <a:gdLst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2025" h="278606">
                    <a:moveTo>
                      <a:pt x="0" y="0"/>
                    </a:moveTo>
                    <a:lnTo>
                      <a:pt x="130969" y="138112"/>
                    </a:lnTo>
                    <a:cubicBezTo>
                      <a:pt x="171451" y="157956"/>
                      <a:pt x="202406" y="163512"/>
                      <a:pt x="238125" y="161925"/>
                    </a:cubicBezTo>
                    <a:cubicBezTo>
                      <a:pt x="272257" y="157956"/>
                      <a:pt x="292100" y="153987"/>
                      <a:pt x="319088" y="150018"/>
                    </a:cubicBezTo>
                    <a:lnTo>
                      <a:pt x="416719" y="130968"/>
                    </a:lnTo>
                    <a:cubicBezTo>
                      <a:pt x="436563" y="133349"/>
                      <a:pt x="454024" y="128587"/>
                      <a:pt x="476250" y="138112"/>
                    </a:cubicBezTo>
                    <a:cubicBezTo>
                      <a:pt x="511175" y="161925"/>
                      <a:pt x="527050" y="171449"/>
                      <a:pt x="552450" y="188118"/>
                    </a:cubicBezTo>
                    <a:lnTo>
                      <a:pt x="631032" y="235743"/>
                    </a:lnTo>
                    <a:lnTo>
                      <a:pt x="719138" y="250031"/>
                    </a:lnTo>
                    <a:lnTo>
                      <a:pt x="778669" y="247650"/>
                    </a:lnTo>
                    <a:lnTo>
                      <a:pt x="842963" y="264318"/>
                    </a:lnTo>
                    <a:lnTo>
                      <a:pt x="912019" y="273843"/>
                    </a:lnTo>
                    <a:lnTo>
                      <a:pt x="962025" y="278606"/>
                    </a:lnTo>
                  </a:path>
                </a:pathLst>
              </a:cu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40" name="グループ化 539">
              <a:extLst>
                <a:ext uri="{FF2B5EF4-FFF2-40B4-BE49-F238E27FC236}">
                  <ns2:creationId id="{0F9BFEB9-A083-F48B-1BA0-47AA36297CC4}"/>
                </a:ext>
              </a:extLst>
            </p:cNvPr>
            <p:cNvGrpSpPr/>
            <p:nvPr/>
          </p:nvGrpSpPr>
          <p:grpSpPr>
            <a:xfrm>
              <a:off x="9855557" y="4753914"/>
              <a:ext cx="1698268" cy="540001"/>
              <a:chOff x="8955881" y="-514393"/>
              <a:chExt cx="1698268" cy="633456"/>
            </a:xfrm>
          </p:grpSpPr>
          <p:cxnSp>
            <p:nvCxnSpPr>
              <p:cNvPr id="541" name="直線矢印コネクタ 540">
                <a:extLst>
                  <a:ext uri="{FF2B5EF4-FFF2-40B4-BE49-F238E27FC236}">
                    <ns2:creationId id="{9A2186A1-A291-B55F-2C0E-5EF943641280}"/>
                  </a:ext>
                </a:extLst>
              </p:cNvPr>
              <p:cNvCxnSpPr/>
              <p:nvPr/>
            </p:nvCxnSpPr>
            <p:spPr>
              <a:xfrm flipV="1">
                <a:off x="8955881" y="-514393"/>
                <a:ext cx="0" cy="576827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矢印コネクタ 541">
                <a:extLst>
                  <a:ext uri="{FF2B5EF4-FFF2-40B4-BE49-F238E27FC236}">
                    <ns2:creationId id="{754CC049-E18E-CCBC-A336-276323DE4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55882" y="61912"/>
                <a:ext cx="16982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B4087FA5-22F4-7EE0-B320-2B0861C754D8}"/>
                  </a:ext>
                </a:extLst>
              </p:cNvPr>
              <p:cNvCxnSpPr/>
              <p:nvPr/>
            </p:nvCxnSpPr>
            <p:spPr>
              <a:xfrm>
                <a:off x="9503469" y="-514393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4" name="フリーフォーム: 図形 543">
                <a:extLst>
                  <a:ext uri="{FF2B5EF4-FFF2-40B4-BE49-F238E27FC236}">
                    <ns2:creationId id="{E89B9C33-B4A9-B1A1-28AE-AB1A2F86F92D}"/>
                  </a:ext>
                </a:extLst>
              </p:cNvPr>
              <p:cNvSpPr/>
              <p:nvPr/>
            </p:nvSpPr>
            <p:spPr>
              <a:xfrm>
                <a:off x="8986838" y="-204788"/>
                <a:ext cx="1528762" cy="190500"/>
              </a:xfrm>
              <a:custGeom>
                <a:avLst/>
                <a:gdLst>
                  <a:gd name="connsiteX0" fmla="*/ 0 w 1528762"/>
                  <a:gd name="connsiteY0" fmla="*/ 0 h 190500"/>
                  <a:gd name="connsiteX1" fmla="*/ 59531 w 1528762"/>
                  <a:gd name="connsiteY1" fmla="*/ 85725 h 190500"/>
                  <a:gd name="connsiteX2" fmla="*/ 133350 w 1528762"/>
                  <a:gd name="connsiteY2" fmla="*/ 147638 h 190500"/>
                  <a:gd name="connsiteX3" fmla="*/ 204787 w 1528762"/>
                  <a:gd name="connsiteY3" fmla="*/ 173832 h 190500"/>
                  <a:gd name="connsiteX4" fmla="*/ 264318 w 1528762"/>
                  <a:gd name="connsiteY4" fmla="*/ 152400 h 190500"/>
                  <a:gd name="connsiteX5" fmla="*/ 373856 w 1528762"/>
                  <a:gd name="connsiteY5" fmla="*/ 52388 h 190500"/>
                  <a:gd name="connsiteX6" fmla="*/ 419100 w 1528762"/>
                  <a:gd name="connsiteY6" fmla="*/ 26194 h 190500"/>
                  <a:gd name="connsiteX7" fmla="*/ 459581 w 1528762"/>
                  <a:gd name="connsiteY7" fmla="*/ 50007 h 190500"/>
                  <a:gd name="connsiteX8" fmla="*/ 497681 w 1528762"/>
                  <a:gd name="connsiteY8" fmla="*/ 102394 h 190500"/>
                  <a:gd name="connsiteX9" fmla="*/ 531018 w 1528762"/>
                  <a:gd name="connsiteY9" fmla="*/ 154782 h 190500"/>
                  <a:gd name="connsiteX10" fmla="*/ 581025 w 1528762"/>
                  <a:gd name="connsiteY10" fmla="*/ 142875 h 190500"/>
                  <a:gd name="connsiteX11" fmla="*/ 664368 w 1528762"/>
                  <a:gd name="connsiteY11" fmla="*/ 61913 h 190500"/>
                  <a:gd name="connsiteX12" fmla="*/ 723900 w 1528762"/>
                  <a:gd name="connsiteY12" fmla="*/ 38100 h 190500"/>
                  <a:gd name="connsiteX13" fmla="*/ 781050 w 1528762"/>
                  <a:gd name="connsiteY13" fmla="*/ 83344 h 190500"/>
                  <a:gd name="connsiteX14" fmla="*/ 833437 w 1528762"/>
                  <a:gd name="connsiteY14" fmla="*/ 150019 h 190500"/>
                  <a:gd name="connsiteX15" fmla="*/ 895350 w 1528762"/>
                  <a:gd name="connsiteY15" fmla="*/ 190500 h 190500"/>
                  <a:gd name="connsiteX16" fmla="*/ 1007268 w 1528762"/>
                  <a:gd name="connsiteY16" fmla="*/ 159544 h 190500"/>
                  <a:gd name="connsiteX17" fmla="*/ 1073943 w 1528762"/>
                  <a:gd name="connsiteY17" fmla="*/ 114300 h 190500"/>
                  <a:gd name="connsiteX18" fmla="*/ 1150143 w 1528762"/>
                  <a:gd name="connsiteY18" fmla="*/ 66675 h 190500"/>
                  <a:gd name="connsiteX19" fmla="*/ 1209675 w 1528762"/>
                  <a:gd name="connsiteY19" fmla="*/ 59532 h 190500"/>
                  <a:gd name="connsiteX20" fmla="*/ 1276350 w 1528762"/>
                  <a:gd name="connsiteY20" fmla="*/ 104775 h 190500"/>
                  <a:gd name="connsiteX21" fmla="*/ 1354931 w 1528762"/>
                  <a:gd name="connsiteY21" fmla="*/ 154782 h 190500"/>
                  <a:gd name="connsiteX22" fmla="*/ 1402556 w 1528762"/>
                  <a:gd name="connsiteY22" fmla="*/ 154782 h 190500"/>
                  <a:gd name="connsiteX23" fmla="*/ 1469231 w 1528762"/>
                  <a:gd name="connsiteY23" fmla="*/ 121444 h 190500"/>
                  <a:gd name="connsiteX24" fmla="*/ 1528762 w 1528762"/>
                  <a:gd name="connsiteY24" fmla="*/ 100013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28762" h="190500">
                    <a:moveTo>
                      <a:pt x="0" y="0"/>
                    </a:moveTo>
                    <a:lnTo>
                      <a:pt x="59531" y="85725"/>
                    </a:lnTo>
                    <a:lnTo>
                      <a:pt x="133350" y="147638"/>
                    </a:lnTo>
                    <a:lnTo>
                      <a:pt x="204787" y="173832"/>
                    </a:lnTo>
                    <a:lnTo>
                      <a:pt x="264318" y="152400"/>
                    </a:lnTo>
                    <a:lnTo>
                      <a:pt x="373856" y="52388"/>
                    </a:lnTo>
                    <a:lnTo>
                      <a:pt x="419100" y="26194"/>
                    </a:lnTo>
                    <a:lnTo>
                      <a:pt x="459581" y="50007"/>
                    </a:lnTo>
                    <a:lnTo>
                      <a:pt x="497681" y="102394"/>
                    </a:lnTo>
                    <a:lnTo>
                      <a:pt x="531018" y="154782"/>
                    </a:lnTo>
                    <a:lnTo>
                      <a:pt x="581025" y="142875"/>
                    </a:lnTo>
                    <a:lnTo>
                      <a:pt x="664368" y="61913"/>
                    </a:lnTo>
                    <a:lnTo>
                      <a:pt x="723900" y="38100"/>
                    </a:lnTo>
                    <a:lnTo>
                      <a:pt x="781050" y="83344"/>
                    </a:lnTo>
                    <a:lnTo>
                      <a:pt x="833437" y="150019"/>
                    </a:lnTo>
                    <a:lnTo>
                      <a:pt x="895350" y="190500"/>
                    </a:lnTo>
                    <a:lnTo>
                      <a:pt x="1007268" y="159544"/>
                    </a:lnTo>
                    <a:lnTo>
                      <a:pt x="1073943" y="114300"/>
                    </a:lnTo>
                    <a:lnTo>
                      <a:pt x="1150143" y="66675"/>
                    </a:lnTo>
                    <a:lnTo>
                      <a:pt x="1209675" y="59532"/>
                    </a:lnTo>
                    <a:lnTo>
                      <a:pt x="1276350" y="104775"/>
                    </a:lnTo>
                    <a:lnTo>
                      <a:pt x="1354931" y="154782"/>
                    </a:lnTo>
                    <a:lnTo>
                      <a:pt x="1402556" y="154782"/>
                    </a:lnTo>
                    <a:lnTo>
                      <a:pt x="1469231" y="121444"/>
                    </a:lnTo>
                    <a:lnTo>
                      <a:pt x="1528762" y="100013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フリーフォーム: 図形 544">
                <a:extLst>
                  <a:ext uri="{FF2B5EF4-FFF2-40B4-BE49-F238E27FC236}">
                    <ns2:creationId id="{1F4B0DD4-3982-7CEA-00A6-E741049C8E20}"/>
                  </a:ext>
                </a:extLst>
              </p:cNvPr>
              <p:cNvSpPr/>
              <p:nvPr/>
            </p:nvSpPr>
            <p:spPr>
              <a:xfrm>
                <a:off x="8998744" y="-490538"/>
                <a:ext cx="1483519" cy="440532"/>
              </a:xfrm>
              <a:custGeom>
                <a:avLst/>
                <a:gdLst>
                  <a:gd name="connsiteX0" fmla="*/ 0 w 1483519"/>
                  <a:gd name="connsiteY0" fmla="*/ 200025 h 440532"/>
                  <a:gd name="connsiteX1" fmla="*/ 142875 w 1483519"/>
                  <a:gd name="connsiteY1" fmla="*/ 157163 h 440532"/>
                  <a:gd name="connsiteX2" fmla="*/ 204787 w 1483519"/>
                  <a:gd name="connsiteY2" fmla="*/ 114300 h 440532"/>
                  <a:gd name="connsiteX3" fmla="*/ 238125 w 1483519"/>
                  <a:gd name="connsiteY3" fmla="*/ 50007 h 440532"/>
                  <a:gd name="connsiteX4" fmla="*/ 307181 w 1483519"/>
                  <a:gd name="connsiteY4" fmla="*/ 7144 h 440532"/>
                  <a:gd name="connsiteX5" fmla="*/ 385762 w 1483519"/>
                  <a:gd name="connsiteY5" fmla="*/ 0 h 440532"/>
                  <a:gd name="connsiteX6" fmla="*/ 440531 w 1483519"/>
                  <a:gd name="connsiteY6" fmla="*/ 59532 h 440532"/>
                  <a:gd name="connsiteX7" fmla="*/ 492919 w 1483519"/>
                  <a:gd name="connsiteY7" fmla="*/ 142875 h 440532"/>
                  <a:gd name="connsiteX8" fmla="*/ 678656 w 1483519"/>
                  <a:gd name="connsiteY8" fmla="*/ 290513 h 440532"/>
                  <a:gd name="connsiteX9" fmla="*/ 733425 w 1483519"/>
                  <a:gd name="connsiteY9" fmla="*/ 311944 h 440532"/>
                  <a:gd name="connsiteX10" fmla="*/ 828675 w 1483519"/>
                  <a:gd name="connsiteY10" fmla="*/ 302419 h 440532"/>
                  <a:gd name="connsiteX11" fmla="*/ 926306 w 1483519"/>
                  <a:gd name="connsiteY11" fmla="*/ 292894 h 440532"/>
                  <a:gd name="connsiteX12" fmla="*/ 1009650 w 1483519"/>
                  <a:gd name="connsiteY12" fmla="*/ 311944 h 440532"/>
                  <a:gd name="connsiteX13" fmla="*/ 1102519 w 1483519"/>
                  <a:gd name="connsiteY13" fmla="*/ 345282 h 440532"/>
                  <a:gd name="connsiteX14" fmla="*/ 1259681 w 1483519"/>
                  <a:gd name="connsiteY14" fmla="*/ 407194 h 440532"/>
                  <a:gd name="connsiteX15" fmla="*/ 1383506 w 1483519"/>
                  <a:gd name="connsiteY15" fmla="*/ 440532 h 440532"/>
                  <a:gd name="connsiteX16" fmla="*/ 1483519 w 1483519"/>
                  <a:gd name="connsiteY16" fmla="*/ 440532 h 44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83519" h="440532">
                    <a:moveTo>
                      <a:pt x="0" y="200025"/>
                    </a:moveTo>
                    <a:lnTo>
                      <a:pt x="142875" y="157163"/>
                    </a:lnTo>
                    <a:lnTo>
                      <a:pt x="204787" y="114300"/>
                    </a:lnTo>
                    <a:lnTo>
                      <a:pt x="238125" y="50007"/>
                    </a:lnTo>
                    <a:lnTo>
                      <a:pt x="307181" y="7144"/>
                    </a:lnTo>
                    <a:lnTo>
                      <a:pt x="385762" y="0"/>
                    </a:lnTo>
                    <a:lnTo>
                      <a:pt x="440531" y="59532"/>
                    </a:lnTo>
                    <a:lnTo>
                      <a:pt x="492919" y="142875"/>
                    </a:lnTo>
                    <a:lnTo>
                      <a:pt x="678656" y="290513"/>
                    </a:lnTo>
                    <a:lnTo>
                      <a:pt x="733425" y="311944"/>
                    </a:lnTo>
                    <a:lnTo>
                      <a:pt x="828675" y="302419"/>
                    </a:lnTo>
                    <a:lnTo>
                      <a:pt x="926306" y="292894"/>
                    </a:lnTo>
                    <a:lnTo>
                      <a:pt x="1009650" y="311944"/>
                    </a:lnTo>
                    <a:lnTo>
                      <a:pt x="1102519" y="345282"/>
                    </a:lnTo>
                    <a:lnTo>
                      <a:pt x="1259681" y="407194"/>
                    </a:lnTo>
                    <a:lnTo>
                      <a:pt x="1383506" y="440532"/>
                    </a:lnTo>
                    <a:lnTo>
                      <a:pt x="1483519" y="44053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フリーフォーム: 図形 545">
                <a:extLst>
                  <a:ext uri="{FF2B5EF4-FFF2-40B4-BE49-F238E27FC236}">
                    <ns2:creationId id="{A65762F9-985D-7BDA-D860-641375054B68}"/>
                  </a:ext>
                </a:extLst>
              </p:cNvPr>
              <p:cNvSpPr/>
              <p:nvPr/>
            </p:nvSpPr>
            <p:spPr>
              <a:xfrm>
                <a:off x="8984456" y="-333375"/>
                <a:ext cx="1519238" cy="342900"/>
              </a:xfrm>
              <a:custGeom>
                <a:avLst/>
                <a:gdLst>
                  <a:gd name="connsiteX0" fmla="*/ 0 w 1519238"/>
                  <a:gd name="connsiteY0" fmla="*/ 335756 h 342900"/>
                  <a:gd name="connsiteX1" fmla="*/ 123825 w 1519238"/>
                  <a:gd name="connsiteY1" fmla="*/ 295275 h 342900"/>
                  <a:gd name="connsiteX2" fmla="*/ 209550 w 1519238"/>
                  <a:gd name="connsiteY2" fmla="*/ 216694 h 342900"/>
                  <a:gd name="connsiteX3" fmla="*/ 328613 w 1519238"/>
                  <a:gd name="connsiteY3" fmla="*/ 69056 h 342900"/>
                  <a:gd name="connsiteX4" fmla="*/ 404813 w 1519238"/>
                  <a:gd name="connsiteY4" fmla="*/ 0 h 342900"/>
                  <a:gd name="connsiteX5" fmla="*/ 483394 w 1519238"/>
                  <a:gd name="connsiteY5" fmla="*/ 11906 h 342900"/>
                  <a:gd name="connsiteX6" fmla="*/ 557213 w 1519238"/>
                  <a:gd name="connsiteY6" fmla="*/ 107156 h 342900"/>
                  <a:gd name="connsiteX7" fmla="*/ 640557 w 1519238"/>
                  <a:gd name="connsiteY7" fmla="*/ 204787 h 342900"/>
                  <a:gd name="connsiteX8" fmla="*/ 716757 w 1519238"/>
                  <a:gd name="connsiteY8" fmla="*/ 259556 h 342900"/>
                  <a:gd name="connsiteX9" fmla="*/ 773907 w 1519238"/>
                  <a:gd name="connsiteY9" fmla="*/ 264319 h 342900"/>
                  <a:gd name="connsiteX10" fmla="*/ 854869 w 1519238"/>
                  <a:gd name="connsiteY10" fmla="*/ 202406 h 342900"/>
                  <a:gd name="connsiteX11" fmla="*/ 914400 w 1519238"/>
                  <a:gd name="connsiteY11" fmla="*/ 157162 h 342900"/>
                  <a:gd name="connsiteX12" fmla="*/ 973932 w 1519238"/>
                  <a:gd name="connsiteY12" fmla="*/ 123825 h 342900"/>
                  <a:gd name="connsiteX13" fmla="*/ 1045369 w 1519238"/>
                  <a:gd name="connsiteY13" fmla="*/ 154781 h 342900"/>
                  <a:gd name="connsiteX14" fmla="*/ 1135857 w 1519238"/>
                  <a:gd name="connsiteY14" fmla="*/ 252412 h 342900"/>
                  <a:gd name="connsiteX15" fmla="*/ 1276350 w 1519238"/>
                  <a:gd name="connsiteY15" fmla="*/ 307181 h 342900"/>
                  <a:gd name="connsiteX16" fmla="*/ 1473994 w 1519238"/>
                  <a:gd name="connsiteY16" fmla="*/ 333375 h 342900"/>
                  <a:gd name="connsiteX17" fmla="*/ 1519238 w 1519238"/>
                  <a:gd name="connsiteY17" fmla="*/ 342900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19238" h="342900">
                    <a:moveTo>
                      <a:pt x="0" y="335756"/>
                    </a:moveTo>
                    <a:lnTo>
                      <a:pt x="123825" y="295275"/>
                    </a:lnTo>
                    <a:lnTo>
                      <a:pt x="209550" y="216694"/>
                    </a:lnTo>
                    <a:lnTo>
                      <a:pt x="328613" y="69056"/>
                    </a:lnTo>
                    <a:lnTo>
                      <a:pt x="404813" y="0"/>
                    </a:lnTo>
                    <a:lnTo>
                      <a:pt x="483394" y="11906"/>
                    </a:lnTo>
                    <a:lnTo>
                      <a:pt x="557213" y="107156"/>
                    </a:lnTo>
                    <a:lnTo>
                      <a:pt x="640557" y="204787"/>
                    </a:lnTo>
                    <a:lnTo>
                      <a:pt x="716757" y="259556"/>
                    </a:lnTo>
                    <a:lnTo>
                      <a:pt x="773907" y="264319"/>
                    </a:lnTo>
                    <a:lnTo>
                      <a:pt x="854869" y="202406"/>
                    </a:lnTo>
                    <a:lnTo>
                      <a:pt x="914400" y="157162"/>
                    </a:lnTo>
                    <a:lnTo>
                      <a:pt x="973932" y="123825"/>
                    </a:lnTo>
                    <a:lnTo>
                      <a:pt x="1045369" y="154781"/>
                    </a:lnTo>
                    <a:lnTo>
                      <a:pt x="1135857" y="252412"/>
                    </a:lnTo>
                    <a:lnTo>
                      <a:pt x="1276350" y="307181"/>
                    </a:lnTo>
                    <a:lnTo>
                      <a:pt x="1473994" y="333375"/>
                    </a:lnTo>
                    <a:lnTo>
                      <a:pt x="1519238" y="34290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フリーフォーム: 図形 546">
                <a:extLst>
                  <a:ext uri="{FF2B5EF4-FFF2-40B4-BE49-F238E27FC236}">
                    <ns2:creationId id="{4968A100-830E-7410-3F27-73D9B805AF65}"/>
                  </a:ext>
                </a:extLst>
              </p:cNvPr>
              <p:cNvSpPr/>
              <p:nvPr/>
            </p:nvSpPr>
            <p:spPr>
              <a:xfrm>
                <a:off x="8993981" y="-409575"/>
                <a:ext cx="1512094" cy="397669"/>
              </a:xfrm>
              <a:custGeom>
                <a:avLst/>
                <a:gdLst>
                  <a:gd name="connsiteX0" fmla="*/ 0 w 1512094"/>
                  <a:gd name="connsiteY0" fmla="*/ 364331 h 397669"/>
                  <a:gd name="connsiteX1" fmla="*/ 92869 w 1512094"/>
                  <a:gd name="connsiteY1" fmla="*/ 114300 h 397669"/>
                  <a:gd name="connsiteX2" fmla="*/ 126207 w 1512094"/>
                  <a:gd name="connsiteY2" fmla="*/ 26194 h 397669"/>
                  <a:gd name="connsiteX3" fmla="*/ 195263 w 1512094"/>
                  <a:gd name="connsiteY3" fmla="*/ 0 h 397669"/>
                  <a:gd name="connsiteX4" fmla="*/ 309563 w 1512094"/>
                  <a:gd name="connsiteY4" fmla="*/ 54769 h 397669"/>
                  <a:gd name="connsiteX5" fmla="*/ 409575 w 1512094"/>
                  <a:gd name="connsiteY5" fmla="*/ 150019 h 397669"/>
                  <a:gd name="connsiteX6" fmla="*/ 511969 w 1512094"/>
                  <a:gd name="connsiteY6" fmla="*/ 257175 h 397669"/>
                  <a:gd name="connsiteX7" fmla="*/ 626269 w 1512094"/>
                  <a:gd name="connsiteY7" fmla="*/ 323850 h 397669"/>
                  <a:gd name="connsiteX8" fmla="*/ 771525 w 1512094"/>
                  <a:gd name="connsiteY8" fmla="*/ 321469 h 397669"/>
                  <a:gd name="connsiteX9" fmla="*/ 892969 w 1512094"/>
                  <a:gd name="connsiteY9" fmla="*/ 311944 h 397669"/>
                  <a:gd name="connsiteX10" fmla="*/ 1002507 w 1512094"/>
                  <a:gd name="connsiteY10" fmla="*/ 340519 h 397669"/>
                  <a:gd name="connsiteX11" fmla="*/ 1109663 w 1512094"/>
                  <a:gd name="connsiteY11" fmla="*/ 373856 h 397669"/>
                  <a:gd name="connsiteX12" fmla="*/ 1297782 w 1512094"/>
                  <a:gd name="connsiteY12" fmla="*/ 397669 h 397669"/>
                  <a:gd name="connsiteX13" fmla="*/ 1438275 w 1512094"/>
                  <a:gd name="connsiteY13" fmla="*/ 392906 h 397669"/>
                  <a:gd name="connsiteX14" fmla="*/ 1512094 w 1512094"/>
                  <a:gd name="connsiteY14" fmla="*/ 388144 h 39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12094" h="397669">
                    <a:moveTo>
                      <a:pt x="0" y="364331"/>
                    </a:moveTo>
                    <a:lnTo>
                      <a:pt x="92869" y="114300"/>
                    </a:lnTo>
                    <a:lnTo>
                      <a:pt x="126207" y="26194"/>
                    </a:lnTo>
                    <a:lnTo>
                      <a:pt x="195263" y="0"/>
                    </a:lnTo>
                    <a:lnTo>
                      <a:pt x="309563" y="54769"/>
                    </a:lnTo>
                    <a:lnTo>
                      <a:pt x="409575" y="150019"/>
                    </a:lnTo>
                    <a:lnTo>
                      <a:pt x="511969" y="257175"/>
                    </a:lnTo>
                    <a:lnTo>
                      <a:pt x="626269" y="323850"/>
                    </a:lnTo>
                    <a:lnTo>
                      <a:pt x="771525" y="321469"/>
                    </a:lnTo>
                    <a:lnTo>
                      <a:pt x="892969" y="311944"/>
                    </a:lnTo>
                    <a:lnTo>
                      <a:pt x="1002507" y="340519"/>
                    </a:lnTo>
                    <a:lnTo>
                      <a:pt x="1109663" y="373856"/>
                    </a:lnTo>
                    <a:lnTo>
                      <a:pt x="1297782" y="397669"/>
                    </a:lnTo>
                    <a:lnTo>
                      <a:pt x="1438275" y="392906"/>
                    </a:lnTo>
                    <a:lnTo>
                      <a:pt x="1512094" y="388144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フリーフォーム: 図形 547">
                <a:extLst>
                  <a:ext uri="{FF2B5EF4-FFF2-40B4-BE49-F238E27FC236}">
                    <ns2:creationId id="{7B1A6037-055C-500B-2F9D-9A48F4103005}"/>
                  </a:ext>
                </a:extLst>
              </p:cNvPr>
              <p:cNvSpPr/>
              <p:nvPr/>
            </p:nvSpPr>
            <p:spPr>
              <a:xfrm>
                <a:off x="9029700" y="-419100"/>
                <a:ext cx="1473994" cy="404812"/>
              </a:xfrm>
              <a:custGeom>
                <a:avLst/>
                <a:gdLst>
                  <a:gd name="connsiteX0" fmla="*/ 0 w 1473994"/>
                  <a:gd name="connsiteY0" fmla="*/ 376237 h 404812"/>
                  <a:gd name="connsiteX1" fmla="*/ 97631 w 1473994"/>
                  <a:gd name="connsiteY1" fmla="*/ 159544 h 404812"/>
                  <a:gd name="connsiteX2" fmla="*/ 235744 w 1473994"/>
                  <a:gd name="connsiteY2" fmla="*/ 0 h 404812"/>
                  <a:gd name="connsiteX3" fmla="*/ 395288 w 1473994"/>
                  <a:gd name="connsiteY3" fmla="*/ 9525 h 404812"/>
                  <a:gd name="connsiteX4" fmla="*/ 571500 w 1473994"/>
                  <a:gd name="connsiteY4" fmla="*/ 207169 h 404812"/>
                  <a:gd name="connsiteX5" fmla="*/ 681038 w 1473994"/>
                  <a:gd name="connsiteY5" fmla="*/ 297656 h 404812"/>
                  <a:gd name="connsiteX6" fmla="*/ 807244 w 1473994"/>
                  <a:gd name="connsiteY6" fmla="*/ 280987 h 404812"/>
                  <a:gd name="connsiteX7" fmla="*/ 954881 w 1473994"/>
                  <a:gd name="connsiteY7" fmla="*/ 238125 h 404812"/>
                  <a:gd name="connsiteX8" fmla="*/ 1104900 w 1473994"/>
                  <a:gd name="connsiteY8" fmla="*/ 319087 h 404812"/>
                  <a:gd name="connsiteX9" fmla="*/ 1262063 w 1473994"/>
                  <a:gd name="connsiteY9" fmla="*/ 359569 h 404812"/>
                  <a:gd name="connsiteX10" fmla="*/ 1357313 w 1473994"/>
                  <a:gd name="connsiteY10" fmla="*/ 392906 h 404812"/>
                  <a:gd name="connsiteX11" fmla="*/ 1473994 w 1473994"/>
                  <a:gd name="connsiteY11" fmla="*/ 404812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73994" h="404812">
                    <a:moveTo>
                      <a:pt x="0" y="376237"/>
                    </a:moveTo>
                    <a:lnTo>
                      <a:pt x="97631" y="159544"/>
                    </a:lnTo>
                    <a:lnTo>
                      <a:pt x="235744" y="0"/>
                    </a:lnTo>
                    <a:lnTo>
                      <a:pt x="395288" y="9525"/>
                    </a:lnTo>
                    <a:lnTo>
                      <a:pt x="571500" y="207169"/>
                    </a:lnTo>
                    <a:lnTo>
                      <a:pt x="681038" y="297656"/>
                    </a:lnTo>
                    <a:lnTo>
                      <a:pt x="807244" y="280987"/>
                    </a:lnTo>
                    <a:lnTo>
                      <a:pt x="954881" y="238125"/>
                    </a:lnTo>
                    <a:lnTo>
                      <a:pt x="1104900" y="319087"/>
                    </a:lnTo>
                    <a:lnTo>
                      <a:pt x="1262063" y="359569"/>
                    </a:lnTo>
                    <a:lnTo>
                      <a:pt x="1357313" y="392906"/>
                    </a:lnTo>
                    <a:lnTo>
                      <a:pt x="1473994" y="40481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フリーフォーム: 図形 548">
                <a:extLst>
                  <a:ext uri="{FF2B5EF4-FFF2-40B4-BE49-F238E27FC236}">
                    <ns2:creationId id="{2A25CA03-6335-940A-3609-79DE739742D7}"/>
                  </a:ext>
                </a:extLst>
              </p:cNvPr>
              <p:cNvSpPr/>
              <p:nvPr/>
            </p:nvSpPr>
            <p:spPr>
              <a:xfrm>
                <a:off x="8986838" y="-419100"/>
                <a:ext cx="1509712" cy="457200"/>
              </a:xfrm>
              <a:custGeom>
                <a:avLst/>
                <a:gdLst>
                  <a:gd name="connsiteX0" fmla="*/ 0 w 1509712"/>
                  <a:gd name="connsiteY0" fmla="*/ 250031 h 457200"/>
                  <a:gd name="connsiteX1" fmla="*/ 135731 w 1509712"/>
                  <a:gd name="connsiteY1" fmla="*/ 195262 h 457200"/>
                  <a:gd name="connsiteX2" fmla="*/ 242887 w 1509712"/>
                  <a:gd name="connsiteY2" fmla="*/ 71437 h 457200"/>
                  <a:gd name="connsiteX3" fmla="*/ 347662 w 1509712"/>
                  <a:gd name="connsiteY3" fmla="*/ 0 h 457200"/>
                  <a:gd name="connsiteX4" fmla="*/ 466725 w 1509712"/>
                  <a:gd name="connsiteY4" fmla="*/ 90487 h 457200"/>
                  <a:gd name="connsiteX5" fmla="*/ 671512 w 1509712"/>
                  <a:gd name="connsiteY5" fmla="*/ 271462 h 457200"/>
                  <a:gd name="connsiteX6" fmla="*/ 776287 w 1509712"/>
                  <a:gd name="connsiteY6" fmla="*/ 304800 h 457200"/>
                  <a:gd name="connsiteX7" fmla="*/ 945356 w 1509712"/>
                  <a:gd name="connsiteY7" fmla="*/ 271462 h 457200"/>
                  <a:gd name="connsiteX8" fmla="*/ 1031081 w 1509712"/>
                  <a:gd name="connsiteY8" fmla="*/ 330994 h 457200"/>
                  <a:gd name="connsiteX9" fmla="*/ 1126331 w 1509712"/>
                  <a:gd name="connsiteY9" fmla="*/ 435769 h 457200"/>
                  <a:gd name="connsiteX10" fmla="*/ 1343025 w 1509712"/>
                  <a:gd name="connsiteY10" fmla="*/ 457200 h 457200"/>
                  <a:gd name="connsiteX11" fmla="*/ 1466850 w 1509712"/>
                  <a:gd name="connsiteY11" fmla="*/ 452438 h 457200"/>
                  <a:gd name="connsiteX12" fmla="*/ 1509712 w 1509712"/>
                  <a:gd name="connsiteY12" fmla="*/ 450056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9712" h="457200">
                    <a:moveTo>
                      <a:pt x="0" y="250031"/>
                    </a:moveTo>
                    <a:lnTo>
                      <a:pt x="135731" y="195262"/>
                    </a:lnTo>
                    <a:lnTo>
                      <a:pt x="242887" y="71437"/>
                    </a:lnTo>
                    <a:lnTo>
                      <a:pt x="347662" y="0"/>
                    </a:lnTo>
                    <a:lnTo>
                      <a:pt x="466725" y="90487"/>
                    </a:lnTo>
                    <a:lnTo>
                      <a:pt x="671512" y="271462"/>
                    </a:lnTo>
                    <a:lnTo>
                      <a:pt x="776287" y="304800"/>
                    </a:lnTo>
                    <a:lnTo>
                      <a:pt x="945356" y="271462"/>
                    </a:lnTo>
                    <a:lnTo>
                      <a:pt x="1031081" y="330994"/>
                    </a:lnTo>
                    <a:lnTo>
                      <a:pt x="1126331" y="435769"/>
                    </a:lnTo>
                    <a:lnTo>
                      <a:pt x="1343025" y="457200"/>
                    </a:lnTo>
                    <a:lnTo>
                      <a:pt x="1466850" y="452438"/>
                    </a:lnTo>
                    <a:lnTo>
                      <a:pt x="1509712" y="450056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フリーフォーム: 図形 549">
                <a:extLst>
                  <a:ext uri="{FF2B5EF4-FFF2-40B4-BE49-F238E27FC236}">
                    <ns2:creationId id="{4D2439EF-D8B3-84EE-7D8E-0218BD67C593}"/>
                  </a:ext>
                </a:extLst>
              </p:cNvPr>
              <p:cNvSpPr/>
              <p:nvPr/>
            </p:nvSpPr>
            <p:spPr>
              <a:xfrm>
                <a:off x="9020175" y="-228600"/>
                <a:ext cx="1488281" cy="209550"/>
              </a:xfrm>
              <a:custGeom>
                <a:avLst/>
                <a:gdLst>
                  <a:gd name="connsiteX0" fmla="*/ 0 w 1488281"/>
                  <a:gd name="connsiteY0" fmla="*/ 0 h 209550"/>
                  <a:gd name="connsiteX1" fmla="*/ 126206 w 1488281"/>
                  <a:gd name="connsiteY1" fmla="*/ 92869 h 209550"/>
                  <a:gd name="connsiteX2" fmla="*/ 300038 w 1488281"/>
                  <a:gd name="connsiteY2" fmla="*/ 142875 h 209550"/>
                  <a:gd name="connsiteX3" fmla="*/ 457200 w 1488281"/>
                  <a:gd name="connsiteY3" fmla="*/ 178594 h 209550"/>
                  <a:gd name="connsiteX4" fmla="*/ 709613 w 1488281"/>
                  <a:gd name="connsiteY4" fmla="*/ 188119 h 209550"/>
                  <a:gd name="connsiteX5" fmla="*/ 850106 w 1488281"/>
                  <a:gd name="connsiteY5" fmla="*/ 140494 h 209550"/>
                  <a:gd name="connsiteX6" fmla="*/ 997744 w 1488281"/>
                  <a:gd name="connsiteY6" fmla="*/ 95250 h 209550"/>
                  <a:gd name="connsiteX7" fmla="*/ 1145381 w 1488281"/>
                  <a:gd name="connsiteY7" fmla="*/ 150019 h 209550"/>
                  <a:gd name="connsiteX8" fmla="*/ 1307306 w 1488281"/>
                  <a:gd name="connsiteY8" fmla="*/ 202406 h 209550"/>
                  <a:gd name="connsiteX9" fmla="*/ 1488281 w 1488281"/>
                  <a:gd name="connsiteY9" fmla="*/ 2095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88281" h="209550">
                    <a:moveTo>
                      <a:pt x="0" y="0"/>
                    </a:moveTo>
                    <a:lnTo>
                      <a:pt x="126206" y="92869"/>
                    </a:lnTo>
                    <a:lnTo>
                      <a:pt x="300038" y="142875"/>
                    </a:lnTo>
                    <a:lnTo>
                      <a:pt x="457200" y="178594"/>
                    </a:lnTo>
                    <a:lnTo>
                      <a:pt x="709613" y="188119"/>
                    </a:lnTo>
                    <a:lnTo>
                      <a:pt x="850106" y="140494"/>
                    </a:lnTo>
                    <a:lnTo>
                      <a:pt x="997744" y="95250"/>
                    </a:lnTo>
                    <a:lnTo>
                      <a:pt x="1145381" y="150019"/>
                    </a:lnTo>
                    <a:lnTo>
                      <a:pt x="1307306" y="202406"/>
                    </a:lnTo>
                    <a:lnTo>
                      <a:pt x="1488281" y="20955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フリーフォーム: 図形 550">
                <a:extLst>
                  <a:ext uri="{FF2B5EF4-FFF2-40B4-BE49-F238E27FC236}">
                    <ns2:creationId id="{F9CC37DB-AFCD-5982-E551-C3426572B2E3}"/>
                  </a:ext>
                </a:extLst>
              </p:cNvPr>
              <p:cNvSpPr/>
              <p:nvPr/>
            </p:nvSpPr>
            <p:spPr>
              <a:xfrm>
                <a:off x="9024938" y="-433388"/>
                <a:ext cx="464343" cy="233364"/>
              </a:xfrm>
              <a:custGeom>
                <a:avLst/>
                <a:gdLst>
                  <a:gd name="connsiteX0" fmla="*/ 0 w 464343"/>
                  <a:gd name="connsiteY0" fmla="*/ 233363 h 233363"/>
                  <a:gd name="connsiteX1" fmla="*/ 102393 w 464343"/>
                  <a:gd name="connsiteY1" fmla="*/ 152400 h 233363"/>
                  <a:gd name="connsiteX2" fmla="*/ 178593 w 464343"/>
                  <a:gd name="connsiteY2" fmla="*/ 47625 h 233363"/>
                  <a:gd name="connsiteX3" fmla="*/ 259556 w 464343"/>
                  <a:gd name="connsiteY3" fmla="*/ 0 h 233363"/>
                  <a:gd name="connsiteX4" fmla="*/ 342900 w 464343"/>
                  <a:gd name="connsiteY4" fmla="*/ 4763 h 233363"/>
                  <a:gd name="connsiteX5" fmla="*/ 423862 w 464343"/>
                  <a:gd name="connsiteY5" fmla="*/ 71438 h 233363"/>
                  <a:gd name="connsiteX6" fmla="*/ 464343 w 464343"/>
                  <a:gd name="connsiteY6" fmla="*/ 119063 h 2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343" h="233363">
                    <a:moveTo>
                      <a:pt x="0" y="233363"/>
                    </a:moveTo>
                    <a:lnTo>
                      <a:pt x="102393" y="152400"/>
                    </a:lnTo>
                    <a:lnTo>
                      <a:pt x="178593" y="47625"/>
                    </a:lnTo>
                    <a:lnTo>
                      <a:pt x="259556" y="0"/>
                    </a:lnTo>
                    <a:lnTo>
                      <a:pt x="342900" y="4763"/>
                    </a:lnTo>
                    <a:lnTo>
                      <a:pt x="423862" y="71438"/>
                    </a:lnTo>
                    <a:lnTo>
                      <a:pt x="464343" y="119063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37" name="四角形: 角を丸くする 436">
              <a:extLst>
                <a:ext uri="{FF2B5EF4-FFF2-40B4-BE49-F238E27FC236}">
                  <ns2:creationId id="{58607CE6-9EA2-B412-AE6C-24B1D88B281B}"/>
                </a:ext>
              </a:extLst>
            </p:cNvPr>
            <p:cNvSpPr/>
            <p:nvPr/>
          </p:nvSpPr>
          <p:spPr>
            <a:xfrm>
              <a:off x="6277038" y="4147380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8" name="テキスト ボックス 437">
              <a:extLst>
                <a:ext uri="{FF2B5EF4-FFF2-40B4-BE49-F238E27FC236}">
                  <ns2:creationId id="{DA562112-6DC0-23A7-4388-B0D960E692AE}"/>
                </a:ext>
              </a:extLst>
            </p:cNvPr>
            <p:cNvSpPr txBox="1"/>
            <p:nvPr/>
          </p:nvSpPr>
          <p:spPr>
            <a:xfrm>
              <a:off x="6277038" y="4308219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6F988340-BD94-CE3E-206C-C4B0543C4284}"/>
                </a:ext>
              </a:extLst>
            </p:cNvPr>
            <p:cNvSpPr txBox="1"/>
            <p:nvPr/>
          </p:nvSpPr>
          <p:spPr>
            <a:xfrm>
              <a:off x="6446001" y="4010676"/>
              <a:ext cx="270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4" name="グラフィックス 443" descr="周期的グラフ 枠線">
              <a:extLst>
                <a:ext uri="{FF2B5EF4-FFF2-40B4-BE49-F238E27FC236}">
                  <ns2:creationId id="{48434BC1-05DD-04A2-0A63-7CA9BA3AEBB0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446001" y="4010676"/>
              <a:ext cx="288000" cy="288000"/>
            </a:xfrm>
            <a:prstGeom prst="rect">
              <a:avLst/>
            </a:prstGeom>
          </p:spPr>
        </p:pic>
        <p:grpSp>
          <p:nvGrpSpPr>
            <p:cNvPr id="497" name="グループ化 496">
              <a:extLst>
                <a:ext uri="{FF2B5EF4-FFF2-40B4-BE49-F238E27FC236}">
                  <ns2:creationId id="{A87E1041-7294-3DC4-813C-741BB6A1A316}"/>
                </a:ext>
              </a:extLst>
            </p:cNvPr>
            <p:cNvGrpSpPr/>
            <p:nvPr/>
          </p:nvGrpSpPr>
          <p:grpSpPr>
            <a:xfrm>
              <a:off x="6346611" y="4498158"/>
              <a:ext cx="3240000" cy="216000"/>
              <a:chOff x="6346611" y="4498158"/>
              <a:chExt cx="3240000" cy="216000"/>
            </a:xfrm>
          </p:grpSpPr>
          <p:sp>
            <p:nvSpPr>
              <p:cNvPr id="439" name="テキスト ボックス 438">
                <a:extLst>
                  <a:ext uri="{FF2B5EF4-FFF2-40B4-BE49-F238E27FC236}">
                    <ns2:creationId id="{ACF1890B-82C2-469D-C03B-16762439A7EA}"/>
                  </a:ext>
                </a:extLst>
              </p:cNvPr>
              <p:cNvSpPr txBox="1"/>
              <p:nvPr/>
            </p:nvSpPr>
            <p:spPr>
              <a:xfrm>
                <a:off x="6346611" y="4498158"/>
                <a:ext cx="3240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1" name="直線コネクタ 440">
                <a:extLst>
                  <a:ext uri="{FF2B5EF4-FFF2-40B4-BE49-F238E27FC236}">
                    <ns2:creationId id="{B254E891-FA6B-987D-E34C-C37A67B29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46611" y="4714158"/>
                <a:ext cx="32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5" name="グラフィックス 444" descr="履歴 単色塗りつぶし">
                <a:extLst>
                  <a:ext uri="{FF2B5EF4-FFF2-40B4-BE49-F238E27FC236}">
                    <ns2:creationId id="{054A5239-5EB7-74D5-FD6F-175CC7D63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6611" y="4498158"/>
                <a:ext cx="216000" cy="216000"/>
              </a:xfrm>
              <a:prstGeom prst="rect">
                <a:avLst/>
              </a:prstGeom>
            </p:spPr>
          </p:pic>
        </p:grpSp>
        <p:grpSp>
          <p:nvGrpSpPr>
            <p:cNvPr id="496" name="グループ化 495">
              <a:extLst>
                <a:ext uri="{FF2B5EF4-FFF2-40B4-BE49-F238E27FC236}">
                  <ns2:creationId id="{352CEA2B-BD42-CFC0-0455-6D97E112730A}"/>
                </a:ext>
              </a:extLst>
            </p:cNvPr>
            <p:cNvGrpSpPr/>
            <p:nvPr/>
          </p:nvGrpSpPr>
          <p:grpSpPr>
            <a:xfrm>
              <a:off x="9711555" y="4498158"/>
              <a:ext cx="2088000" cy="216000"/>
              <a:chOff x="9711555" y="4498158"/>
              <a:chExt cx="2088000" cy="216000"/>
            </a:xfrm>
          </p:grpSpPr>
          <p:sp>
            <p:nvSpPr>
              <p:cNvPr id="440" name="テキスト ボックス 439">
                <a:extLst>
                  <a:ext uri="{FF2B5EF4-FFF2-40B4-BE49-F238E27FC236}">
                    <ns2:creationId id="{14AB73AF-5277-C425-C0AD-E151AF20841F}"/>
                  </a:ext>
                </a:extLst>
              </p:cNvPr>
              <p:cNvSpPr txBox="1"/>
              <p:nvPr/>
            </p:nvSpPr>
            <p:spPr>
              <a:xfrm>
                <a:off x="9711555" y="4498158"/>
                <a:ext cx="2088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2" name="直線コネクタ 441">
                <a:extLst>
                  <a:ext uri="{FF2B5EF4-FFF2-40B4-BE49-F238E27FC236}">
                    <ns2:creationId id="{537446DC-7E73-43BD-62C9-561F368776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11555" y="4714158"/>
                <a:ext cx="20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7" name="グラフィックス 446" descr="目覚まし時計 単色塗りつぶし">
                <a:extLst>
                  <a:ext uri="{FF2B5EF4-FFF2-40B4-BE49-F238E27FC236}">
                    <ns2:creationId id="{A8A32FC7-812F-51AB-3976-1107178C3D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9711555" y="4498158"/>
                <a:ext cx="216000" cy="216000"/>
              </a:xfrm>
              <a:prstGeom prst="rect">
                <a:avLst/>
              </a:prstGeom>
            </p:spPr>
          </p:pic>
        </p:grpSp>
        <p:pic>
          <p:nvPicPr>
            <p:cNvPr id="449" name="図 448">
              <a:extLst>
                <a:ext uri="{FF2B5EF4-FFF2-40B4-BE49-F238E27FC236}">
                  <ns2:creationId id="{BA78A0B6-7C79-263E-1EE7-60DFF39E9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6352157" y="5108112"/>
              <a:ext cx="794385" cy="560070"/>
            </a:xfrm>
            <a:prstGeom prst="rect">
              <a:avLst/>
            </a:prstGeom>
          </p:spPr>
        </p:pic>
        <p:sp>
          <p:nvSpPr>
            <p:cNvPr id="450" name="三角形 60">
              <a:extLst>
                <a:ext uri="{FF2B5EF4-FFF2-40B4-BE49-F238E27FC236}">
                  <ns2:creationId id="{27BBE8B1-C36E-E473-16ED-7FD248386912}"/>
                </a:ext>
              </a:extLst>
            </p:cNvPr>
            <p:cNvSpPr/>
            <p:nvPr/>
          </p:nvSpPr>
          <p:spPr>
            <a:xfrm rot="5400000">
              <a:off x="8621933" y="5334148"/>
              <a:ext cx="432000" cy="108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四角形: 角を丸くする 454">
              <a:extLst>
                <a:ext uri="{FF2B5EF4-FFF2-40B4-BE49-F238E27FC236}">
                  <ns2:creationId id="{A9DAFBAA-A69C-90D4-01D0-D45C5222A191}"/>
                </a:ext>
              </a:extLst>
            </p:cNvPr>
            <p:cNvSpPr/>
            <p:nvPr/>
          </p:nvSpPr>
          <p:spPr>
            <a:xfrm>
              <a:off x="7397594" y="4784045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4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7" name="四角形: 角を丸くする 456">
              <a:extLst>
                <a:ext uri="{FF2B5EF4-FFF2-40B4-BE49-F238E27FC236}">
                  <ns2:creationId id="{F0711DB3-E31C-C681-815B-009FCE7F60B7}"/>
                </a:ext>
              </a:extLst>
            </p:cNvPr>
            <p:cNvSpPr/>
            <p:nvPr/>
          </p:nvSpPr>
          <p:spPr>
            <a:xfrm>
              <a:off x="7397594" y="5032096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8" name="四角形: 角を丸くする 457">
              <a:extLst>
                <a:ext uri="{FF2B5EF4-FFF2-40B4-BE49-F238E27FC236}">
                  <ns2:creationId id="{725FADD2-003D-DF8A-D2BB-2B38B069FE74}"/>
                </a:ext>
              </a:extLst>
            </p:cNvPr>
            <p:cNvSpPr/>
            <p:nvPr/>
          </p:nvSpPr>
          <p:spPr>
            <a:xfrm>
              <a:off x="7397594" y="5280147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9" name="四角形: 角を丸くする 458">
              <a:extLst>
                <a:ext uri="{FF2B5EF4-FFF2-40B4-BE49-F238E27FC236}">
                  <ns2:creationId id="{D39AE7AE-C0DE-9667-71B6-5CDA3E10FE68}"/>
                </a:ext>
              </a:extLst>
            </p:cNvPr>
            <p:cNvSpPr/>
            <p:nvPr/>
          </p:nvSpPr>
          <p:spPr>
            <a:xfrm>
              <a:off x="7397594" y="5528198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8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0" name="四角形: 角を丸くする 459">
              <a:extLst>
                <a:ext uri="{FF2B5EF4-FFF2-40B4-BE49-F238E27FC236}">
                  <ns2:creationId id="{3387266A-98B9-BCF1-4578-86656B55E4A7}"/>
                </a:ext>
              </a:extLst>
            </p:cNvPr>
            <p:cNvSpPr/>
            <p:nvPr/>
          </p:nvSpPr>
          <p:spPr>
            <a:xfrm>
              <a:off x="7397594" y="5776249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1" name="正方形/長方形 460">
              <a:extLst>
                <a:ext uri="{FF2B5EF4-FFF2-40B4-BE49-F238E27FC236}">
                  <ns2:creationId id="{1B5553B0-0875-E45F-6E8E-E9FFEF9BD7CF}"/>
                </a:ext>
              </a:extLst>
            </p:cNvPr>
            <p:cNvSpPr/>
            <p:nvPr/>
          </p:nvSpPr>
          <p:spPr>
            <a:xfrm>
              <a:off x="7397594" y="6024302"/>
              <a:ext cx="54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2" name="コネクタ: カギ線 461">
              <a:extLst>
                <a:ext uri="{FF2B5EF4-FFF2-40B4-BE49-F238E27FC236}">
                  <ns2:creationId id="{4CDD0948-1ED6-F1CC-5550-425DC6BA7A8B}"/>
                </a:ext>
              </a:extLst>
            </p:cNvPr>
            <p:cNvCxnSpPr>
              <a:cxnSpLocks/>
              <a:stCxn id="449" idx="3"/>
              <a:endCxn id="455" idx="1"/>
            </p:cNvCxnSpPr>
            <p:nvPr/>
          </p:nvCxnSpPr>
          <p:spPr>
            <a:xfrm flipV="1">
              <a:off x="7146542" y="4892045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コネクタ: カギ線 465">
              <a:extLst>
                <a:ext uri="{FF2B5EF4-FFF2-40B4-BE49-F238E27FC236}">
                  <ns2:creationId id="{B277A200-2A1A-1C63-097C-E53BFBD4F961}"/>
                </a:ext>
              </a:extLst>
            </p:cNvPr>
            <p:cNvCxnSpPr>
              <a:cxnSpLocks/>
              <a:stCxn id="449" idx="3"/>
              <a:endCxn id="457" idx="1"/>
            </p:cNvCxnSpPr>
            <p:nvPr/>
          </p:nvCxnSpPr>
          <p:spPr>
            <a:xfrm flipV="1">
              <a:off x="7146542" y="5140096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コネクタ: カギ線 468">
              <a:extLst>
                <a:ext uri="{FF2B5EF4-FFF2-40B4-BE49-F238E27FC236}">
                  <ns2:creationId id="{CB8D7F4B-FF00-9032-F6F1-02E88219F3A1}"/>
                </a:ext>
              </a:extLst>
            </p:cNvPr>
            <p:cNvCxnSpPr>
              <a:cxnSpLocks/>
              <a:stCxn id="449" idx="3"/>
              <a:endCxn id="459" idx="1"/>
            </p:cNvCxnSpPr>
            <p:nvPr/>
          </p:nvCxnSpPr>
          <p:spPr>
            <a:xfrm>
              <a:off x="7146542" y="5388147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コネクタ: カギ線 471">
              <a:extLst>
                <a:ext uri="{FF2B5EF4-FFF2-40B4-BE49-F238E27FC236}">
                  <ns2:creationId id="{3E130FC2-2D1F-356D-DE29-C614F0F9D0E5}"/>
                </a:ext>
              </a:extLst>
            </p:cNvPr>
            <p:cNvCxnSpPr>
              <a:cxnSpLocks/>
              <a:stCxn id="449" idx="3"/>
              <a:endCxn id="460" idx="1"/>
            </p:cNvCxnSpPr>
            <p:nvPr/>
          </p:nvCxnSpPr>
          <p:spPr>
            <a:xfrm>
              <a:off x="7146542" y="5388147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矢印コネクタ 475">
              <a:extLst>
                <a:ext uri="{FF2B5EF4-FFF2-40B4-BE49-F238E27FC236}">
                  <ns2:creationId id="{112347CC-88AF-F90C-7017-6D56C7A41D90}"/>
                </a:ext>
              </a:extLst>
            </p:cNvPr>
            <p:cNvCxnSpPr>
              <a:stCxn id="449" idx="3"/>
              <a:endCxn id="458" idx="1"/>
            </p:cNvCxnSpPr>
            <p:nvPr/>
          </p:nvCxnSpPr>
          <p:spPr>
            <a:xfrm>
              <a:off x="7146542" y="5388147"/>
              <a:ext cx="25105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正方形/長方形 476">
              <a:extLst>
                <a:ext uri="{FF2B5EF4-FFF2-40B4-BE49-F238E27FC236}">
                  <ns2:creationId id="{07024BD7-DE22-218E-4271-3EAB7D49A3B9}"/>
                </a:ext>
              </a:extLst>
            </p:cNvPr>
            <p:cNvSpPr/>
            <p:nvPr/>
          </p:nvSpPr>
          <p:spPr>
            <a:xfrm>
              <a:off x="8089256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テキスト ボックス 478">
              <a:extLst>
                <a:ext uri="{FF2B5EF4-FFF2-40B4-BE49-F238E27FC236}">
                  <ns2:creationId id="{7B045002-7C14-A8B1-26B4-B34BB5DC4090}"/>
                </a:ext>
              </a:extLst>
            </p:cNvPr>
            <p:cNvSpPr txBox="1"/>
            <p:nvPr/>
          </p:nvSpPr>
          <p:spPr>
            <a:xfrm>
              <a:off x="7937595" y="4784045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18D59692-26CF-8725-C9F8-25D355010B28}"/>
                </a:ext>
              </a:extLst>
            </p:cNvPr>
            <p:cNvSpPr/>
            <p:nvPr/>
          </p:nvSpPr>
          <p:spPr>
            <a:xfrm>
              <a:off x="6299350" y="5668182"/>
              <a:ext cx="900000" cy="36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1" name="テキスト ボックス 480">
              <a:extLst>
                <a:ext uri="{FF2B5EF4-FFF2-40B4-BE49-F238E27FC236}">
                  <ns2:creationId id="{30FE5D48-44EE-E80E-C4AC-1D9297E74F11}"/>
                </a:ext>
              </a:extLst>
            </p:cNvPr>
            <p:cNvSpPr txBox="1"/>
            <p:nvPr/>
          </p:nvSpPr>
          <p:spPr>
            <a:xfrm>
              <a:off x="7937595" y="5032096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2" name="テキスト ボックス 481">
              <a:extLst>
                <a:ext uri="{FF2B5EF4-FFF2-40B4-BE49-F238E27FC236}">
                  <ns2:creationId id="{FEDB135D-A898-C427-ED42-B614E2F5C050}"/>
                </a:ext>
              </a:extLst>
            </p:cNvPr>
            <p:cNvSpPr txBox="1"/>
            <p:nvPr/>
          </p:nvSpPr>
          <p:spPr>
            <a:xfrm>
              <a:off x="7937595" y="5280147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3" name="テキスト ボックス 482">
              <a:extLst>
                <a:ext uri="{FF2B5EF4-FFF2-40B4-BE49-F238E27FC236}">
                  <ns2:creationId id="{05B8A2A0-08C4-EAA0-5DD3-421E74CB3637}"/>
                </a:ext>
              </a:extLst>
            </p:cNvPr>
            <p:cNvSpPr txBox="1"/>
            <p:nvPr/>
          </p:nvSpPr>
          <p:spPr>
            <a:xfrm>
              <a:off x="7937595" y="5528198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4" name="テキスト ボックス 483">
              <a:extLst>
                <a:ext uri="{FF2B5EF4-FFF2-40B4-BE49-F238E27FC236}">
                  <ns2:creationId id="{EA11AC17-2D93-AA23-46F9-21FAD1B302F5}"/>
                </a:ext>
              </a:extLst>
            </p:cNvPr>
            <p:cNvSpPr txBox="1"/>
            <p:nvPr/>
          </p:nvSpPr>
          <p:spPr>
            <a:xfrm>
              <a:off x="7937595" y="5776249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6232A673-B552-F3CE-C741-24507B7126A2}"/>
                </a:ext>
              </a:extLst>
            </p:cNvPr>
            <p:cNvSpPr/>
            <p:nvPr/>
          </p:nvSpPr>
          <p:spPr>
            <a:xfrm>
              <a:off x="8866611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フリーフォーム: 図形 487">
              <a:extLst>
                <a:ext uri="{FF2B5EF4-FFF2-40B4-BE49-F238E27FC236}">
                  <ns2:creationId id="{062DCCAA-5AE5-9AA5-DFEF-9AD24C443DF5}"/>
                </a:ext>
              </a:extLst>
            </p:cNvPr>
            <p:cNvSpPr/>
            <p:nvPr/>
          </p:nvSpPr>
          <p:spPr>
            <a:xfrm>
              <a:off x="8307534" y="5546198"/>
              <a:ext cx="360000" cy="180000"/>
            </a:xfrm>
            <a:custGeom>
              <a:avLst/>
              <a:gdLst>
                <a:gd name="connsiteX0" fmla="*/ 0 w 295275"/>
                <a:gd name="connsiteY0" fmla="*/ 64293 h 209550"/>
                <a:gd name="connsiteX1" fmla="*/ 64294 w 295275"/>
                <a:gd name="connsiteY1" fmla="*/ 4762 h 209550"/>
                <a:gd name="connsiteX2" fmla="*/ 90488 w 295275"/>
                <a:gd name="connsiteY2" fmla="*/ 0 h 209550"/>
                <a:gd name="connsiteX3" fmla="*/ 116682 w 295275"/>
                <a:gd name="connsiteY3" fmla="*/ 30956 h 209550"/>
                <a:gd name="connsiteX4" fmla="*/ 171450 w 295275"/>
                <a:gd name="connsiteY4" fmla="*/ 152400 h 209550"/>
                <a:gd name="connsiteX5" fmla="*/ 197644 w 295275"/>
                <a:gd name="connsiteY5" fmla="*/ 195262 h 209550"/>
                <a:gd name="connsiteX6" fmla="*/ 216694 w 295275"/>
                <a:gd name="connsiteY6" fmla="*/ 209550 h 209550"/>
                <a:gd name="connsiteX7" fmla="*/ 247650 w 295275"/>
                <a:gd name="connsiteY7" fmla="*/ 192881 h 209550"/>
                <a:gd name="connsiteX8" fmla="*/ 295275 w 295275"/>
                <a:gd name="connsiteY8" fmla="*/ 15954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9550">
                  <a:moveTo>
                    <a:pt x="0" y="64293"/>
                  </a:moveTo>
                  <a:lnTo>
                    <a:pt x="64294" y="4762"/>
                  </a:lnTo>
                  <a:lnTo>
                    <a:pt x="90488" y="0"/>
                  </a:lnTo>
                  <a:lnTo>
                    <a:pt x="116682" y="30956"/>
                  </a:lnTo>
                  <a:lnTo>
                    <a:pt x="171450" y="152400"/>
                  </a:lnTo>
                  <a:lnTo>
                    <a:pt x="197644" y="195262"/>
                  </a:lnTo>
                  <a:lnTo>
                    <a:pt x="216694" y="209550"/>
                  </a:lnTo>
                  <a:lnTo>
                    <a:pt x="247650" y="192881"/>
                  </a:lnTo>
                  <a:lnTo>
                    <a:pt x="295275" y="159543"/>
                  </a:lnTo>
                </a:path>
              </a:pathLst>
            </a:custGeom>
            <a:noFill/>
            <a:ln w="9525">
              <a:solidFill>
                <a:srgbClr val="008000">
                  <a:alpha val="8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9" name="フリーフォーム: 図形 488">
              <a:extLst>
                <a:ext uri="{FF2B5EF4-FFF2-40B4-BE49-F238E27FC236}">
                  <ns2:creationId id="{55940AF4-FB1F-33C6-6086-D7AEB24871EC}"/>
                </a:ext>
              </a:extLst>
            </p:cNvPr>
            <p:cNvSpPr/>
            <p:nvPr/>
          </p:nvSpPr>
          <p:spPr>
            <a:xfrm>
              <a:off x="8307534" y="4802748"/>
              <a:ext cx="360000" cy="178593"/>
            </a:xfrm>
            <a:custGeom>
              <a:avLst/>
              <a:gdLst>
                <a:gd name="connsiteX0" fmla="*/ 0 w 297656"/>
                <a:gd name="connsiteY0" fmla="*/ 178594 h 190500"/>
                <a:gd name="connsiteX1" fmla="*/ 45244 w 297656"/>
                <a:gd name="connsiteY1" fmla="*/ 30956 h 190500"/>
                <a:gd name="connsiteX2" fmla="*/ 66675 w 297656"/>
                <a:gd name="connsiteY2" fmla="*/ 0 h 190500"/>
                <a:gd name="connsiteX3" fmla="*/ 88106 w 297656"/>
                <a:gd name="connsiteY3" fmla="*/ 30956 h 190500"/>
                <a:gd name="connsiteX4" fmla="*/ 130969 w 297656"/>
                <a:gd name="connsiteY4" fmla="*/ 130969 h 190500"/>
                <a:gd name="connsiteX5" fmla="*/ 147638 w 297656"/>
                <a:gd name="connsiteY5" fmla="*/ 150019 h 190500"/>
                <a:gd name="connsiteX6" fmla="*/ 176213 w 297656"/>
                <a:gd name="connsiteY6" fmla="*/ 135731 h 190500"/>
                <a:gd name="connsiteX7" fmla="*/ 202406 w 297656"/>
                <a:gd name="connsiteY7" fmla="*/ 121444 h 190500"/>
                <a:gd name="connsiteX8" fmla="*/ 238125 w 297656"/>
                <a:gd name="connsiteY8" fmla="*/ 150019 h 190500"/>
                <a:gd name="connsiteX9" fmla="*/ 297656 w 297656"/>
                <a:gd name="connsiteY9" fmla="*/ 190500 h 190500"/>
                <a:gd name="connsiteX0" fmla="*/ 0 w 297656"/>
                <a:gd name="connsiteY0" fmla="*/ 214312 h 226218"/>
                <a:gd name="connsiteX1" fmla="*/ 45244 w 297656"/>
                <a:gd name="connsiteY1" fmla="*/ 66674 h 226218"/>
                <a:gd name="connsiteX2" fmla="*/ 64294 w 297656"/>
                <a:gd name="connsiteY2" fmla="*/ 0 h 226218"/>
                <a:gd name="connsiteX3" fmla="*/ 88106 w 297656"/>
                <a:gd name="connsiteY3" fmla="*/ 66674 h 226218"/>
                <a:gd name="connsiteX4" fmla="*/ 130969 w 297656"/>
                <a:gd name="connsiteY4" fmla="*/ 166687 h 226218"/>
                <a:gd name="connsiteX5" fmla="*/ 147638 w 297656"/>
                <a:gd name="connsiteY5" fmla="*/ 185737 h 226218"/>
                <a:gd name="connsiteX6" fmla="*/ 176213 w 297656"/>
                <a:gd name="connsiteY6" fmla="*/ 171449 h 226218"/>
                <a:gd name="connsiteX7" fmla="*/ 202406 w 297656"/>
                <a:gd name="connsiteY7" fmla="*/ 157162 h 226218"/>
                <a:gd name="connsiteX8" fmla="*/ 238125 w 297656"/>
                <a:gd name="connsiteY8" fmla="*/ 185737 h 226218"/>
                <a:gd name="connsiteX9" fmla="*/ 297656 w 297656"/>
                <a:gd name="connsiteY9" fmla="*/ 226218 h 226218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477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4788 w 297656"/>
                <a:gd name="connsiteY7" fmla="*/ 10953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97656 w 297656"/>
                <a:gd name="connsiteY7" fmla="*/ 4762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715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56" h="178593">
                  <a:moveTo>
                    <a:pt x="0" y="166687"/>
                  </a:moveTo>
                  <a:lnTo>
                    <a:pt x="45244" y="19049"/>
                  </a:lnTo>
                  <a:lnTo>
                    <a:pt x="69057" y="0"/>
                  </a:lnTo>
                  <a:lnTo>
                    <a:pt x="88106" y="19049"/>
                  </a:lnTo>
                  <a:lnTo>
                    <a:pt x="130969" y="119062"/>
                  </a:lnTo>
                  <a:lnTo>
                    <a:pt x="147638" y="138112"/>
                  </a:lnTo>
                  <a:lnTo>
                    <a:pt x="176213" y="123824"/>
                  </a:lnTo>
                  <a:lnTo>
                    <a:pt x="207168" y="107156"/>
                  </a:lnTo>
                  <a:lnTo>
                    <a:pt x="238125" y="138112"/>
                  </a:lnTo>
                  <a:lnTo>
                    <a:pt x="297656" y="178593"/>
                  </a:lnTo>
                </a:path>
              </a:pathLst>
            </a:custGeom>
            <a:noFill/>
            <a:ln w="9525">
              <a:solidFill>
                <a:srgbClr val="008000">
                  <a:alpha val="40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0" name="フリーフォーム: 図形 489">
              <a:extLst>
                <a:ext uri="{FF2B5EF4-FFF2-40B4-BE49-F238E27FC236}">
                  <ns2:creationId id="{A1C622B7-0F9B-AD21-09E8-338E6D8545A4}"/>
                </a:ext>
              </a:extLst>
            </p:cNvPr>
            <p:cNvSpPr/>
            <p:nvPr/>
          </p:nvSpPr>
          <p:spPr>
            <a:xfrm>
              <a:off x="8307534" y="5050096"/>
              <a:ext cx="360000" cy="180000"/>
            </a:xfrm>
            <a:custGeom>
              <a:avLst/>
              <a:gdLst>
                <a:gd name="connsiteX0" fmla="*/ 0 w 297657"/>
                <a:gd name="connsiteY0" fmla="*/ 135731 h 188119"/>
                <a:gd name="connsiteX1" fmla="*/ 80963 w 297657"/>
                <a:gd name="connsiteY1" fmla="*/ 26194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35731 h 188119"/>
                <a:gd name="connsiteX1" fmla="*/ 73820 w 297657"/>
                <a:gd name="connsiteY1" fmla="*/ 40481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52400 h 204788"/>
                <a:gd name="connsiteX1" fmla="*/ 73820 w 297657"/>
                <a:gd name="connsiteY1" fmla="*/ 57150 h 204788"/>
                <a:gd name="connsiteX2" fmla="*/ 142876 w 297657"/>
                <a:gd name="connsiteY2" fmla="*/ 0 h 204788"/>
                <a:gd name="connsiteX3" fmla="*/ 164307 w 297657"/>
                <a:gd name="connsiteY3" fmla="*/ 35719 h 204788"/>
                <a:gd name="connsiteX4" fmla="*/ 192882 w 297657"/>
                <a:gd name="connsiteY4" fmla="*/ 114300 h 204788"/>
                <a:gd name="connsiteX5" fmla="*/ 221457 w 297657"/>
                <a:gd name="connsiteY5" fmla="*/ 185738 h 204788"/>
                <a:gd name="connsiteX6" fmla="*/ 252413 w 297657"/>
                <a:gd name="connsiteY6" fmla="*/ 204788 h 204788"/>
                <a:gd name="connsiteX7" fmla="*/ 297657 w 297657"/>
                <a:gd name="connsiteY7" fmla="*/ 195263 h 204788"/>
                <a:gd name="connsiteX0" fmla="*/ 0 w 297657"/>
                <a:gd name="connsiteY0" fmla="*/ 147638 h 200026"/>
                <a:gd name="connsiteX1" fmla="*/ 73820 w 297657"/>
                <a:gd name="connsiteY1" fmla="*/ 52388 h 200026"/>
                <a:gd name="connsiteX2" fmla="*/ 133351 w 297657"/>
                <a:gd name="connsiteY2" fmla="*/ 0 h 200026"/>
                <a:gd name="connsiteX3" fmla="*/ 164307 w 297657"/>
                <a:gd name="connsiteY3" fmla="*/ 30957 h 200026"/>
                <a:gd name="connsiteX4" fmla="*/ 192882 w 297657"/>
                <a:gd name="connsiteY4" fmla="*/ 109538 h 200026"/>
                <a:gd name="connsiteX5" fmla="*/ 221457 w 297657"/>
                <a:gd name="connsiteY5" fmla="*/ 180976 h 200026"/>
                <a:gd name="connsiteX6" fmla="*/ 252413 w 297657"/>
                <a:gd name="connsiteY6" fmla="*/ 200026 h 200026"/>
                <a:gd name="connsiteX7" fmla="*/ 297657 w 297657"/>
                <a:gd name="connsiteY7" fmla="*/ 190501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657" h="200026">
                  <a:moveTo>
                    <a:pt x="0" y="147638"/>
                  </a:moveTo>
                  <a:lnTo>
                    <a:pt x="73820" y="52388"/>
                  </a:lnTo>
                  <a:cubicBezTo>
                    <a:pt x="92870" y="35719"/>
                    <a:pt x="102395" y="9525"/>
                    <a:pt x="133351" y="0"/>
                  </a:cubicBezTo>
                  <a:lnTo>
                    <a:pt x="164307" y="30957"/>
                  </a:lnTo>
                  <a:lnTo>
                    <a:pt x="192882" y="109538"/>
                  </a:lnTo>
                  <a:lnTo>
                    <a:pt x="221457" y="180976"/>
                  </a:lnTo>
                  <a:lnTo>
                    <a:pt x="252413" y="200026"/>
                  </a:lnTo>
                  <a:lnTo>
                    <a:pt x="297657" y="190501"/>
                  </a:lnTo>
                </a:path>
              </a:pathLst>
            </a:custGeom>
            <a:noFill/>
            <a:ln w="9525">
              <a:solidFill>
                <a:srgbClr val="008000">
                  <a:alpha val="5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フリーフォーム: 図形 490">
              <a:extLst>
                <a:ext uri="{FF2B5EF4-FFF2-40B4-BE49-F238E27FC236}">
                  <ns2:creationId id="{156E239A-361C-5097-FCE0-CD37914ABE7F}"/>
                </a:ext>
              </a:extLst>
            </p:cNvPr>
            <p:cNvSpPr/>
            <p:nvPr/>
          </p:nvSpPr>
          <p:spPr>
            <a:xfrm>
              <a:off x="8307534" y="5298147"/>
              <a:ext cx="360000" cy="180000"/>
            </a:xfrm>
            <a:custGeom>
              <a:avLst/>
              <a:gdLst>
                <a:gd name="connsiteX0" fmla="*/ 0 w 290512"/>
                <a:gd name="connsiteY0" fmla="*/ 228600 h 228600"/>
                <a:gd name="connsiteX1" fmla="*/ 52387 w 290512"/>
                <a:gd name="connsiteY1" fmla="*/ 185738 h 228600"/>
                <a:gd name="connsiteX2" fmla="*/ 66675 w 290512"/>
                <a:gd name="connsiteY2" fmla="*/ 28575 h 228600"/>
                <a:gd name="connsiteX3" fmla="*/ 85725 w 290512"/>
                <a:gd name="connsiteY3" fmla="*/ 0 h 228600"/>
                <a:gd name="connsiteX4" fmla="*/ 107156 w 290512"/>
                <a:gd name="connsiteY4" fmla="*/ 0 h 228600"/>
                <a:gd name="connsiteX5" fmla="*/ 116681 w 290512"/>
                <a:gd name="connsiteY5" fmla="*/ 38100 h 228600"/>
                <a:gd name="connsiteX6" fmla="*/ 145256 w 290512"/>
                <a:gd name="connsiteY6" fmla="*/ 114300 h 228600"/>
                <a:gd name="connsiteX7" fmla="*/ 171450 w 290512"/>
                <a:gd name="connsiteY7" fmla="*/ 145256 h 228600"/>
                <a:gd name="connsiteX8" fmla="*/ 235744 w 290512"/>
                <a:gd name="connsiteY8" fmla="*/ 176213 h 228600"/>
                <a:gd name="connsiteX9" fmla="*/ 290512 w 290512"/>
                <a:gd name="connsiteY9" fmla="*/ 195263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512" h="228600">
                  <a:moveTo>
                    <a:pt x="0" y="228600"/>
                  </a:moveTo>
                  <a:lnTo>
                    <a:pt x="52387" y="185738"/>
                  </a:lnTo>
                  <a:lnTo>
                    <a:pt x="66675" y="28575"/>
                  </a:lnTo>
                  <a:lnTo>
                    <a:pt x="85725" y="0"/>
                  </a:lnTo>
                  <a:lnTo>
                    <a:pt x="107156" y="0"/>
                  </a:lnTo>
                  <a:lnTo>
                    <a:pt x="116681" y="38100"/>
                  </a:lnTo>
                  <a:lnTo>
                    <a:pt x="145256" y="114300"/>
                  </a:lnTo>
                  <a:lnTo>
                    <a:pt x="171450" y="145256"/>
                  </a:lnTo>
                  <a:lnTo>
                    <a:pt x="235744" y="176213"/>
                  </a:lnTo>
                  <a:lnTo>
                    <a:pt x="290512" y="195263"/>
                  </a:lnTo>
                </a:path>
              </a:pathLst>
            </a:custGeom>
            <a:noFill/>
            <a:ln w="9525">
              <a:solidFill>
                <a:srgbClr val="008000">
                  <a:alpha val="70000"/>
                </a:srgbClr>
              </a:solidFill>
              <a:prstDash val="sysDot"/>
              <a:extLst>
                <a:ext uri="{C807C97D-BFC1-408E-A445-0C87EB9F89A2}">
                  <ns6:lineSketchStyleProps sd="1219033472">
                    <a:custGeom>
                      <a:avLst/>
                      <a:gdLst>
                        <a:gd name="connsiteX0" fmla="*/ 0 w 290512"/>
                        <a:gd name="connsiteY0" fmla="*/ 228600 h 228600"/>
                        <a:gd name="connsiteX1" fmla="*/ 52387 w 290512"/>
                        <a:gd name="connsiteY1" fmla="*/ 185738 h 228600"/>
                        <a:gd name="connsiteX2" fmla="*/ 66675 w 290512"/>
                        <a:gd name="connsiteY2" fmla="*/ 28575 h 228600"/>
                        <a:gd name="connsiteX3" fmla="*/ 85725 w 290512"/>
                        <a:gd name="connsiteY3" fmla="*/ 0 h 228600"/>
                        <a:gd name="connsiteX4" fmla="*/ 107156 w 290512"/>
                        <a:gd name="connsiteY4" fmla="*/ 0 h 228600"/>
                        <a:gd name="connsiteX5" fmla="*/ 116681 w 290512"/>
                        <a:gd name="connsiteY5" fmla="*/ 38100 h 228600"/>
                        <a:gd name="connsiteX6" fmla="*/ 145256 w 290512"/>
                        <a:gd name="connsiteY6" fmla="*/ 114300 h 228600"/>
                        <a:gd name="connsiteX7" fmla="*/ 171450 w 290512"/>
                        <a:gd name="connsiteY7" fmla="*/ 145256 h 228600"/>
                        <a:gd name="connsiteX8" fmla="*/ 235744 w 290512"/>
                        <a:gd name="connsiteY8" fmla="*/ 176213 h 228600"/>
                        <a:gd name="connsiteX9" fmla="*/ 290512 w 290512"/>
                        <a:gd name="connsiteY9" fmla="*/ 195263 h 228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0512" h="228600" extrusionOk="0">
                          <a:moveTo>
                            <a:pt x="0" y="228600"/>
                          </a:moveTo>
                          <a:cubicBezTo>
                            <a:pt x="8488" y="220599"/>
                            <a:pt x="39695" y="203101"/>
                            <a:pt x="52387" y="185738"/>
                          </a:cubicBezTo>
                          <a:cubicBezTo>
                            <a:pt x="55731" y="157756"/>
                            <a:pt x="64623" y="83323"/>
                            <a:pt x="66675" y="28575"/>
                          </a:cubicBezTo>
                          <a:cubicBezTo>
                            <a:pt x="75240" y="18546"/>
                            <a:pt x="77739" y="12378"/>
                            <a:pt x="85725" y="0"/>
                          </a:cubicBezTo>
                          <a:cubicBezTo>
                            <a:pt x="95025" y="-1470"/>
                            <a:pt x="98497" y="277"/>
                            <a:pt x="107156" y="0"/>
                          </a:cubicBezTo>
                          <a:cubicBezTo>
                            <a:pt x="111268" y="16494"/>
                            <a:pt x="117620" y="31636"/>
                            <a:pt x="116681" y="38100"/>
                          </a:cubicBezTo>
                          <a:cubicBezTo>
                            <a:pt x="129004" y="65775"/>
                            <a:pt x="140890" y="85616"/>
                            <a:pt x="145256" y="114300"/>
                          </a:cubicBezTo>
                          <a:cubicBezTo>
                            <a:pt x="158064" y="125548"/>
                            <a:pt x="164568" y="132473"/>
                            <a:pt x="171450" y="145256"/>
                          </a:cubicBezTo>
                          <a:cubicBezTo>
                            <a:pt x="189485" y="148606"/>
                            <a:pt x="210371" y="166609"/>
                            <a:pt x="235744" y="176213"/>
                          </a:cubicBezTo>
                          <a:cubicBezTo>
                            <a:pt x="252412" y="181327"/>
                            <a:pt x="270426" y="186113"/>
                            <a:pt x="290512" y="195263"/>
                          </a:cubicBezTo>
                        </a:path>
                      </a:pathLst>
                    </a:custGeom>
                    <ns6:type>
                      <ns6:lineSketchNone/>
                    </ns6:type>
                  </ns6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2" name="フリーフォーム: 図形 491">
              <a:extLst>
                <a:ext uri="{FF2B5EF4-FFF2-40B4-BE49-F238E27FC236}">
                  <ns2:creationId id="{89194D77-E2B6-851B-706A-2FFF5B886D05}"/>
                </a:ext>
              </a:extLst>
            </p:cNvPr>
            <p:cNvSpPr/>
            <p:nvPr/>
          </p:nvSpPr>
          <p:spPr>
            <a:xfrm>
              <a:off x="8307534" y="5794249"/>
              <a:ext cx="360000" cy="180000"/>
            </a:xfrm>
            <a:custGeom>
              <a:avLst/>
              <a:gdLst>
                <a:gd name="connsiteX0" fmla="*/ 0 w 288131"/>
                <a:gd name="connsiteY0" fmla="*/ 216693 h 250031"/>
                <a:gd name="connsiteX1" fmla="*/ 23813 w 288131"/>
                <a:gd name="connsiteY1" fmla="*/ 30956 h 250031"/>
                <a:gd name="connsiteX2" fmla="*/ 42863 w 288131"/>
                <a:gd name="connsiteY2" fmla="*/ 0 h 250031"/>
                <a:gd name="connsiteX3" fmla="*/ 59531 w 288131"/>
                <a:gd name="connsiteY3" fmla="*/ 23812 h 250031"/>
                <a:gd name="connsiteX4" fmla="*/ 73819 w 288131"/>
                <a:gd name="connsiteY4" fmla="*/ 59531 h 250031"/>
                <a:gd name="connsiteX5" fmla="*/ 111919 w 288131"/>
                <a:gd name="connsiteY5" fmla="*/ 147637 h 250031"/>
                <a:gd name="connsiteX6" fmla="*/ 180975 w 288131"/>
                <a:gd name="connsiteY6" fmla="*/ 216693 h 250031"/>
                <a:gd name="connsiteX7" fmla="*/ 240506 w 288131"/>
                <a:gd name="connsiteY7" fmla="*/ 245268 h 250031"/>
                <a:gd name="connsiteX8" fmla="*/ 288131 w 288131"/>
                <a:gd name="connsiteY8" fmla="*/ 250031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131" h="250031">
                  <a:moveTo>
                    <a:pt x="0" y="216693"/>
                  </a:moveTo>
                  <a:lnTo>
                    <a:pt x="23813" y="30956"/>
                  </a:lnTo>
                  <a:lnTo>
                    <a:pt x="42863" y="0"/>
                  </a:lnTo>
                  <a:lnTo>
                    <a:pt x="59531" y="23812"/>
                  </a:lnTo>
                  <a:lnTo>
                    <a:pt x="73819" y="59531"/>
                  </a:lnTo>
                  <a:lnTo>
                    <a:pt x="111919" y="147637"/>
                  </a:lnTo>
                  <a:lnTo>
                    <a:pt x="180975" y="216693"/>
                  </a:lnTo>
                  <a:lnTo>
                    <a:pt x="240506" y="245268"/>
                  </a:lnTo>
                  <a:lnTo>
                    <a:pt x="288131" y="250031"/>
                  </a:lnTo>
                </a:path>
              </a:pathLst>
            </a:custGeom>
            <a:noFill/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94" name="グループ化 493">
              <a:extLst>
                <a:ext uri="{FF2B5EF4-FFF2-40B4-BE49-F238E27FC236}">
                  <ns2:creationId id="{72196BD8-8899-E447-90B9-BCA675086FD2}"/>
                </a:ext>
              </a:extLst>
            </p:cNvPr>
            <p:cNvGrpSpPr/>
            <p:nvPr/>
          </p:nvGrpSpPr>
          <p:grpSpPr>
            <a:xfrm>
              <a:off x="8992611" y="5017159"/>
              <a:ext cx="468000" cy="741976"/>
              <a:chOff x="8992611" y="4782906"/>
              <a:chExt cx="468000" cy="741976"/>
            </a:xfrm>
          </p:grpSpPr>
          <p:grpSp>
            <p:nvGrpSpPr>
              <p:cNvPr id="478" name="グループ化 477">
                <a:extLst>
                  <a:ext uri="{FF2B5EF4-FFF2-40B4-BE49-F238E27FC236}">
                    <ns2:creationId id="{ECA7194E-C004-638C-3813-00F930718907}"/>
                  </a:ext>
                </a:extLst>
              </p:cNvPr>
              <p:cNvGrpSpPr/>
              <p:nvPr/>
            </p:nvGrpSpPr>
            <p:grpSpPr>
              <a:xfrm>
                <a:off x="8992611" y="4782906"/>
                <a:ext cx="468000" cy="432000"/>
                <a:chOff x="9118611" y="4782906"/>
                <a:chExt cx="468000" cy="432000"/>
              </a:xfrm>
            </p:grpSpPr>
            <p:sp>
              <p:nvSpPr>
                <p:cNvPr id="451" name="テキスト ボックス 450">
                  <a:extLst>
                    <a:ext uri="{FF2B5EF4-FFF2-40B4-BE49-F238E27FC236}">
                      <ns2:creationId id="{41E3FE75-6C9C-C901-E668-78044FBCD85E}"/>
                    </a:ext>
                  </a:extLst>
                </p:cNvPr>
                <p:cNvSpPr txBox="1"/>
                <p:nvPr/>
              </p:nvSpPr>
              <p:spPr>
                <a:xfrm>
                  <a:off x="9118611" y="4998906"/>
                  <a:ext cx="468000" cy="216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2" name="グラフィックス 451" descr="新規 単色塗りつぶし">
                  <a:extLst>
                    <a:ext uri="{FF2B5EF4-FFF2-40B4-BE49-F238E27FC236}">
                      <ns2:creationId id="{2231FC15-FD31-607B-50DA-95D1794636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44611" y="4782906"/>
                  <a:ext cx="216000" cy="216000"/>
                </a:xfrm>
                <a:prstGeom prst="rect">
                  <a:avLst/>
                </a:prstGeom>
              </p:spPr>
            </p:pic>
          </p:grpSp>
          <p:sp>
            <p:nvSpPr>
              <p:cNvPr id="493" name="フリーフォーム: 図形 492">
                <a:extLst>
                  <a:ext uri="{FF2B5EF4-FFF2-40B4-BE49-F238E27FC236}">
                    <ns2:creationId id="{ACF95418-4BC9-4C7F-2A6D-6A009C8AD340}"/>
                  </a:ext>
                </a:extLst>
              </p:cNvPr>
              <p:cNvSpPr/>
              <p:nvPr/>
            </p:nvSpPr>
            <p:spPr>
              <a:xfrm>
                <a:off x="9053970" y="5224845"/>
                <a:ext cx="345281" cy="300037"/>
              </a:xfrm>
              <a:custGeom>
                <a:avLst/>
                <a:gdLst>
                  <a:gd name="connsiteX0" fmla="*/ 0 w 345281"/>
                  <a:gd name="connsiteY0" fmla="*/ 280987 h 295275"/>
                  <a:gd name="connsiteX1" fmla="*/ 76200 w 345281"/>
                  <a:gd name="connsiteY1" fmla="*/ 35719 h 295275"/>
                  <a:gd name="connsiteX2" fmla="*/ 102394 w 345281"/>
                  <a:gd name="connsiteY2" fmla="*/ 0 h 295275"/>
                  <a:gd name="connsiteX3" fmla="*/ 135731 w 345281"/>
                  <a:gd name="connsiteY3" fmla="*/ 28575 h 295275"/>
                  <a:gd name="connsiteX4" fmla="*/ 164306 w 345281"/>
                  <a:gd name="connsiteY4" fmla="*/ 104775 h 295275"/>
                  <a:gd name="connsiteX5" fmla="*/ 185737 w 345281"/>
                  <a:gd name="connsiteY5" fmla="*/ 188119 h 295275"/>
                  <a:gd name="connsiteX6" fmla="*/ 257175 w 345281"/>
                  <a:gd name="connsiteY6" fmla="*/ 259556 h 295275"/>
                  <a:gd name="connsiteX7" fmla="*/ 345281 w 345281"/>
                  <a:gd name="connsiteY7" fmla="*/ 295275 h 295275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21445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14302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19065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92881 w 345281"/>
                  <a:gd name="connsiteY5" fmla="*/ 197644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281" h="300037">
                    <a:moveTo>
                      <a:pt x="0" y="285749"/>
                    </a:moveTo>
                    <a:lnTo>
                      <a:pt x="76200" y="40481"/>
                    </a:lnTo>
                    <a:cubicBezTo>
                      <a:pt x="90488" y="25400"/>
                      <a:pt x="83347" y="7937"/>
                      <a:pt x="109540" y="0"/>
                    </a:cubicBezTo>
                    <a:lnTo>
                      <a:pt x="135731" y="33337"/>
                    </a:lnTo>
                    <a:lnTo>
                      <a:pt x="164306" y="109537"/>
                    </a:lnTo>
                    <a:cubicBezTo>
                      <a:pt x="171450" y="137318"/>
                      <a:pt x="180974" y="160338"/>
                      <a:pt x="192881" y="197644"/>
                    </a:cubicBezTo>
                    <a:cubicBezTo>
                      <a:pt x="223837" y="230981"/>
                      <a:pt x="233362" y="240506"/>
                      <a:pt x="257175" y="264318"/>
                    </a:cubicBezTo>
                    <a:lnTo>
                      <a:pt x="345281" y="300037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矢印: 左右 524">
              <a:extLst>
                <a:ext uri="{FF2B5EF4-FFF2-40B4-BE49-F238E27FC236}">
                  <ns2:creationId id="{2DE3319D-B310-DF90-39E3-10FE0B2213BD}"/>
                </a:ext>
              </a:extLst>
            </p:cNvPr>
            <p:cNvSpPr/>
            <p:nvPr/>
          </p:nvSpPr>
          <p:spPr>
            <a:xfrm>
              <a:off x="9871353" y="6039095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矢印: 左右 525">
              <a:extLst>
                <a:ext uri="{FF2B5EF4-FFF2-40B4-BE49-F238E27FC236}">
                  <ns2:creationId id="{63133BAB-F478-9FDF-B7FE-F6363AC171F3}"/>
                </a:ext>
              </a:extLst>
            </p:cNvPr>
            <p:cNvSpPr/>
            <p:nvPr/>
          </p:nvSpPr>
          <p:spPr>
            <a:xfrm>
              <a:off x="10411352" y="6039095"/>
              <a:ext cx="1098401" cy="252000"/>
            </a:xfrm>
            <a:prstGeom prst="left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8" name="テキスト ボックス 527">
              <a:extLst>
                <a:ext uri="{FF2B5EF4-FFF2-40B4-BE49-F238E27FC236}">
                  <ns2:creationId id="{8E5D7356-2DA9-FF86-490F-96D17E85EB67}"/>
                </a:ext>
              </a:extLst>
            </p:cNvPr>
            <p:cNvSpPr txBox="1"/>
            <p:nvPr/>
          </p:nvSpPr>
          <p:spPr>
            <a:xfrm>
              <a:off x="10485555" y="5562402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5" name="テキスト ボックス 494">
              <a:extLst>
                <a:ext uri="{FF2B5EF4-FFF2-40B4-BE49-F238E27FC236}">
                  <ns2:creationId id="{0F2CCD57-D97A-5489-FD40-1A22E94021C4}"/>
                </a:ext>
              </a:extLst>
            </p:cNvPr>
            <p:cNvSpPr txBox="1"/>
            <p:nvPr/>
          </p:nvSpPr>
          <p:spPr>
            <a:xfrm>
              <a:off x="10485555" y="5274402"/>
              <a:ext cx="468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三角形 60">
              <a:extLst>
                <a:ext uri="{FF2B5EF4-FFF2-40B4-BE49-F238E27FC236}">
                  <ns2:creationId id="{0DD42EA5-45A0-F98B-283F-2AC1FC0982DA}"/>
                </a:ext>
              </a:extLst>
            </p:cNvPr>
            <p:cNvSpPr/>
            <p:nvPr/>
          </p:nvSpPr>
          <p:spPr>
            <a:xfrm rot="10800000">
              <a:off x="10593555" y="5490404"/>
              <a:ext cx="252000" cy="72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矢印: 左右 551">
              <a:extLst>
                <a:ext uri="{FF2B5EF4-FFF2-40B4-BE49-F238E27FC236}">
                  <ns2:creationId id="{C4DDCBCF-22E1-3454-CE04-9B26ECB0CC4A}"/>
                </a:ext>
              </a:extLst>
            </p:cNvPr>
            <p:cNvSpPr/>
            <p:nvPr/>
          </p:nvSpPr>
          <p:spPr>
            <a:xfrm>
              <a:off x="9871353" y="5256402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3" name="テキスト ボックス 552">
              <a:extLst>
                <a:ext uri="{FF2B5EF4-FFF2-40B4-BE49-F238E27FC236}">
                  <ns2:creationId id="{65152EEB-D48A-233E-B040-7A5EA691E41D}"/>
                </a:ext>
              </a:extLst>
            </p:cNvPr>
            <p:cNvSpPr txBox="1"/>
            <p:nvPr/>
          </p:nvSpPr>
          <p:spPr>
            <a:xfrm>
              <a:off x="10538393" y="4777140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7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745912" cy="427038"/>
          </a:xfrm>
        </p:spPr>
        <p:txBody>
          <a:bodyPr>
            <a:normAutofit/>
          </a:bodyPr>
          <a:lstStyle/>
          <a:p>
            <a:r>
              <a:rPr lang="ja-JP" altLang="en-US" sz="1800" dirty="0"/>
              <a:t>XX</a:t>
            </a:r>
            <a:endParaRPr kumimoji="1" lang="ja-JP" altLang="en-US" sz="1800" dirty="0"/>
          </a:p>
        </p:txBody>
      </p:sp>
    </p:spTree>
    <p:extLst>
      <p:ext uri="{BB962C8B-B14F-4D97-AF65-F5344CB8AC3E}">
        <ns7:creationId val="4102330210"/>
      </p:ext>
    </p:extLst>
  </p:cSld>
  <p:clrMapOvr>
    <a:masterClrMapping/>
  </p:clrMapOvr>
</p:sld>
</file>

<file path=ppt/slides/slide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EB919D5-E1BE-6D45-32E7-0CEEF66130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グループ化 231">
            <a:extLst>
              <a:ext uri="{FF2B5EF4-FFF2-40B4-BE49-F238E27FC236}">
                <ns2:creationId id="{4DD8A78E-B69C-0729-C3C2-23D8B5211346}"/>
              </a:ext>
            </a:extLst>
          </p:cNvPr>
          <p:cNvGrpSpPr/>
          <p:nvPr/>
        </p:nvGrpSpPr>
        <p:grpSpPr>
          <a:xfrm>
            <a:off x="3132387" y="2168725"/>
            <a:ext cx="360000" cy="4140000"/>
            <a:chOff x="3132388" y="561389"/>
            <a:chExt cx="360000" cy="4140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4AD8A08A-2DA4-D36F-8CED-6240F86222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12388" y="561389"/>
              <a:ext cx="0" cy="414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グループ化 227">
              <a:extLst>
                <a:ext uri="{FF2B5EF4-FFF2-40B4-BE49-F238E27FC236}">
                  <ns2:creationId id="{439D48AC-EAD8-B154-ED89-9FCE950E6B1E}"/>
                </a:ext>
              </a:extLst>
            </p:cNvPr>
            <p:cNvGrpSpPr/>
            <p:nvPr/>
          </p:nvGrpSpPr>
          <p:grpSpPr>
            <a:xfrm>
              <a:off x="3132388" y="2451389"/>
              <a:ext cx="360000" cy="360000"/>
              <a:chOff x="4480175" y="4549865"/>
              <a:chExt cx="360000" cy="360000"/>
            </a:xfrm>
          </p:grpSpPr>
          <p:sp>
            <p:nvSpPr>
              <p:cNvPr id="229" name="円/楕円 126">
                <a:extLst>
                  <a:ext uri="{FF2B5EF4-FFF2-40B4-BE49-F238E27FC236}">
                    <ns2:creationId id="{54707860-FA7D-A42D-06E0-A264B9D57A2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0175" y="4549865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0" name="グラフィックス 229" descr="キャレットを下へ 枠線">
                <a:extLst>
                  <a:ext uri="{FF2B5EF4-FFF2-40B4-BE49-F238E27FC236}">
                    <ns2:creationId id="{04A5C6B4-8AE5-30D5-86EA-DBBE32FBE0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sp>
        <p:nvSpPr>
          <p:cNvPr id="233" name="正方形/長方形 232">
            <a:extLst>
              <a:ext uri="{FF2B5EF4-FFF2-40B4-BE49-F238E27FC236}">
                <ns2:creationId id="{3A57C90B-F9C5-EB2A-1258-92CBEA672938}"/>
              </a:ext>
            </a:extLst>
          </p:cNvPr>
          <p:cNvSpPr/>
          <p:nvPr/>
        </p:nvSpPr>
        <p:spPr>
          <a:xfrm>
            <a:off x="724779" y="2072381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B4BBBA7A-0E6E-640F-CD63-794065C3274A}"/>
              </a:ext>
            </a:extLst>
          </p:cNvPr>
          <p:cNvSpPr/>
          <p:nvPr/>
        </p:nvSpPr>
        <p:spPr>
          <a:xfrm>
            <a:off x="724779" y="4334276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D4A1AEDA-1088-5799-BF84-62FC14A1A063}"/>
              </a:ext>
            </a:extLst>
          </p:cNvPr>
          <p:cNvSpPr/>
          <p:nvPr/>
        </p:nvSpPr>
        <p:spPr>
          <a:xfrm>
            <a:off x="3759871" y="5414276"/>
            <a:ext cx="2520000" cy="90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" name="グループ化 40">
            <a:extLst>
              <a:ext uri="{FF2B5EF4-FFF2-40B4-BE49-F238E27FC236}">
                <ns2:creationId id="{8F18E4DC-CE26-FA0E-905D-2623A1A585D9}"/>
              </a:ext>
            </a:extLst>
          </p:cNvPr>
          <p:cNvGrpSpPr/>
          <p:nvPr/>
        </p:nvGrpSpPr>
        <p:grpSpPr>
          <a:xfrm>
            <a:off x="344902" y="1643053"/>
            <a:ext cx="2520000" cy="360000"/>
            <a:chOff x="344902" y="1643053"/>
            <a:chExt cx="2520000" cy="360000"/>
          </a:xfrm>
        </p:grpSpPr>
        <p:sp>
          <p:nvSpPr>
            <p:cNvPr id="7" name="テキスト ボックス 6">
              <a:extLst>
                <a:ext uri="{FF2B5EF4-FFF2-40B4-BE49-F238E27FC236}">
                  <ns2:creationId id="{3BD4EB6A-49A3-0187-4422-356958A8235D}"/>
                </a:ext>
              </a:extLst>
            </p:cNvPr>
            <p:cNvSpPr txBox="1"/>
            <p:nvPr/>
          </p:nvSpPr>
          <p:spPr>
            <a:xfrm>
              <a:off x="34490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" name="直線コネクタ 12">
              <a:extLst>
                <a:ext uri="{FF2B5EF4-FFF2-40B4-BE49-F238E27FC236}">
                  <ns2:creationId id="{BEE97778-85D1-A677-5E62-033F30C7D74F}"/>
                </a:ext>
              </a:extLst>
            </p:cNvPr>
            <p:cNvCxnSpPr>
              <a:cxnSpLocks/>
            </p:cNvCxnSpPr>
            <p:nvPr/>
          </p:nvCxnSpPr>
          <p:spPr>
            <a:xfrm>
              <a:off x="34490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7" name="グラフィックス 36" descr="コンパス 枠線">
              <a:extLst>
                <a:ext uri="{FF2B5EF4-FFF2-40B4-BE49-F238E27FC236}">
                  <ns2:creationId id="{F77C306D-D68E-F4BC-C08C-6A208A835114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4490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6" name="グループ化 45">
            <a:extLst>
              <a:ext uri="{FF2B5EF4-FFF2-40B4-BE49-F238E27FC236}">
                <ns2:creationId id="{20DDFB23-0AF1-77E5-93DA-9A5D8F3B7F8E}"/>
              </a:ext>
            </a:extLst>
          </p:cNvPr>
          <p:cNvGrpSpPr/>
          <p:nvPr/>
        </p:nvGrpSpPr>
        <p:grpSpPr>
          <a:xfrm>
            <a:off x="9334844" y="1643053"/>
            <a:ext cx="2520000" cy="360000"/>
            <a:chOff x="9334844" y="1643053"/>
            <a:chExt cx="2520000" cy="360000"/>
          </a:xfrm>
        </p:grpSpPr>
        <p:sp>
          <p:nvSpPr>
            <p:cNvPr id="25" name="テキスト ボックス 24">
              <a:extLst>
                <a:ext uri="{FF2B5EF4-FFF2-40B4-BE49-F238E27FC236}">
                  <ns2:creationId id="{7ED35E21-4CC6-9FA2-788B-F5BC1083C186}"/>
                </a:ext>
              </a:extLst>
            </p:cNvPr>
            <p:cNvSpPr txBox="1"/>
            <p:nvPr/>
          </p:nvSpPr>
          <p:spPr>
            <a:xfrm>
              <a:off x="9334844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080C7B0F-28DC-57A4-ABAE-1C19B45E8334}"/>
                </a:ext>
              </a:extLst>
            </p:cNvPr>
            <p:cNvCxnSpPr>
              <a:cxnSpLocks/>
            </p:cNvCxnSpPr>
            <p:nvPr/>
          </p:nvCxnSpPr>
          <p:spPr>
            <a:xfrm>
              <a:off x="9334844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" name="グラフィックス 37" descr="電球と鉛筆 枠線">
              <a:extLst>
                <a:ext uri="{FF2B5EF4-FFF2-40B4-BE49-F238E27FC236}">
                  <ns2:creationId id="{AF6FE9BB-2319-5C02-DA2A-7BEB72AC9B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334844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6547357" y="1643053"/>
            <a:ext cx="2520000" cy="360000"/>
            <a:chOff x="6547357" y="1643053"/>
            <a:chExt cx="2520000" cy="360000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9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458A335C-8CBD-B267-F708-142EC2CEE724}"/>
              </a:ext>
            </a:extLst>
          </p:cNvPr>
          <p:cNvGrpSpPr/>
          <p:nvPr/>
        </p:nvGrpSpPr>
        <p:grpSpPr>
          <a:xfrm>
            <a:off x="3759872" y="1643053"/>
            <a:ext cx="2520000" cy="360000"/>
            <a:chOff x="3759872" y="1643053"/>
            <a:chExt cx="2520000" cy="360000"/>
          </a:xfrm>
        </p:grpSpPr>
        <p:sp>
          <p:nvSpPr>
            <p:cNvPr id="21" name="テキスト ボックス 20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375987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375987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リサーチ 枠線">
              <a:extLst>
                <a:ext uri="{FF2B5EF4-FFF2-40B4-BE49-F238E27FC236}">
                  <ns2:creationId id="{5990821E-4F0E-4B36-A251-2E31DBB189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5987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50" name="グループ化 49">
            <a:extLst>
              <a:ext uri="{FF2B5EF4-FFF2-40B4-BE49-F238E27FC236}">
                <ns2:creationId id="{C61B7702-56ED-5A85-E6F7-E508F7492E4D}"/>
              </a:ext>
            </a:extLst>
          </p:cNvPr>
          <p:cNvGrpSpPr/>
          <p:nvPr/>
        </p:nvGrpSpPr>
        <p:grpSpPr>
          <a:xfrm>
            <a:off x="344902" y="2072381"/>
            <a:ext cx="360000" cy="1980000"/>
            <a:chOff x="344902" y="2072381"/>
            <a:chExt cx="360000" cy="1980000"/>
          </a:xfrm>
        </p:grpSpPr>
        <p:sp>
          <p:nvSpPr>
            <p:cNvPr id="234" name="四角形: 角を丸くする 233">
              <a:extLst>
                <a:ext uri="{FF2B5EF4-FFF2-40B4-BE49-F238E27FC236}">
                  <ns2:creationId id="{DF47BEE0-FACD-7D7B-31A2-771E3DE4ED93}"/>
                </a:ext>
              </a:extLst>
            </p:cNvPr>
            <p:cNvSpPr/>
            <p:nvPr/>
          </p:nvSpPr>
          <p:spPr>
            <a:xfrm>
              <a:off x="344902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7" name="グラフィックス 46" descr="不良在庫 単色塗りつぶし">
              <a:extLst>
                <a:ext uri="{FF2B5EF4-FFF2-40B4-BE49-F238E27FC236}">
                  <ns2:creationId id="{043C9526-A7BB-74A5-34CC-78B80B4785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4902" y="253451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31746291-F57C-3540-B8CA-8A2AE3153750}"/>
              </a:ext>
            </a:extLst>
          </p:cNvPr>
          <p:cNvGrpSpPr/>
          <p:nvPr/>
        </p:nvGrpSpPr>
        <p:grpSpPr>
          <a:xfrm>
            <a:off x="344902" y="4334276"/>
            <a:ext cx="360000" cy="1980000"/>
            <a:chOff x="344902" y="4334276"/>
            <a:chExt cx="360000" cy="1980000"/>
          </a:xfrm>
        </p:grpSpPr>
        <p:sp>
          <p:nvSpPr>
            <p:cNvPr id="235" name="四角形: 角を丸くする 234">
              <a:extLst>
                <a:ext uri="{FF2B5EF4-FFF2-40B4-BE49-F238E27FC236}">
                  <ns2:creationId id="{FDBA0472-1E64-6042-0D1E-4BC684E03A7A}"/>
                </a:ext>
              </a:extLst>
            </p:cNvPr>
            <p:cNvSpPr/>
            <p:nvPr/>
          </p:nvSpPr>
          <p:spPr>
            <a:xfrm>
              <a:off x="344902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8" name="グラフィックス 47" descr="開いた荷箱 単色塗りつぶし">
              <a:extLst>
                <a:ext uri="{FF2B5EF4-FFF2-40B4-BE49-F238E27FC236}">
                  <ns2:creationId id="{8BA9E724-98F4-FC49-3E38-6B0B673D87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44902" y="4856042"/>
              <a:ext cx="360000" cy="360000"/>
            </a:xfrm>
            <a:prstGeom prst="rect">
              <a:avLst/>
            </a:prstGeom>
          </p:spPr>
        </p:pic>
      </p:grpSp>
      <p:sp>
        <p:nvSpPr>
          <p:cNvPr id="57" name="正方形/長方形 56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6927235" y="2072381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正方形/長方形 57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6927235" y="4334276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3" name="ホームベース 51">
            <a:extLst>
              <a:ext uri="{FF2B5EF4-FFF2-40B4-BE49-F238E27FC236}">
                <ns2:creationId id="{57F1E4FC-1BD5-D6E5-7206-A3F8D1F498A4}"/>
              </a:ext>
            </a:extLst>
          </p:cNvPr>
          <p:cNvSpPr/>
          <p:nvPr/>
        </p:nvSpPr>
        <p:spPr>
          <a:xfrm rot="5400000">
            <a:off x="9265257" y="2608076"/>
            <a:ext cx="1332000" cy="360000"/>
          </a:xfrm>
          <a:prstGeom prst="homePlate">
            <a:avLst>
              <a:gd name="adj" fmla="val 18206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9711501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山形 52">
            <a:extLst>
              <a:ext uri="{FF2B5EF4-FFF2-40B4-BE49-F238E27FC236}">
                <ns2:creationId id="{8025CCD9-DF5E-469D-676B-BEF870B70D31}"/>
              </a:ext>
            </a:extLst>
          </p:cNvPr>
          <p:cNvSpPr/>
          <p:nvPr/>
        </p:nvSpPr>
        <p:spPr>
          <a:xfrm rot="5400000">
            <a:off x="9265257" y="4035906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6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9711500" y="350021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9265258" y="5463737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9711501" y="49280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2450A990-9077-BA7A-FF76-6AB6E9ADF7E6}"/>
              </a:ext>
            </a:extLst>
          </p:cNvPr>
          <p:cNvSpPr/>
          <p:nvPr/>
        </p:nvSpPr>
        <p:spPr>
          <a:xfrm>
            <a:off x="10121196" y="2072382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42E7910D-2F9F-012B-26D8-3E4CF9405219}"/>
              </a:ext>
            </a:extLst>
          </p:cNvPr>
          <p:cNvSpPr/>
          <p:nvPr/>
        </p:nvSpPr>
        <p:spPr>
          <a:xfrm>
            <a:off x="10121196" y="3500210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ns2:creationId id="{EAEEB66A-C049-1F5D-5385-08A9010D7AA2}"/>
              </a:ext>
            </a:extLst>
          </p:cNvPr>
          <p:cNvSpPr/>
          <p:nvPr/>
        </p:nvSpPr>
        <p:spPr>
          <a:xfrm>
            <a:off x="10121196" y="4928041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×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D8D0422F-9A7F-133F-7D71-FE60C0E73416}"/>
              </a:ext>
            </a:extLst>
          </p:cNvPr>
          <p:cNvGrpSpPr/>
          <p:nvPr/>
        </p:nvGrpSpPr>
        <p:grpSpPr>
          <a:xfrm>
            <a:off x="9334843" y="2151892"/>
            <a:ext cx="360002" cy="2744923"/>
            <a:chOff x="9334843" y="2151892"/>
            <a:chExt cx="360002" cy="2744923"/>
          </a:xfrm>
        </p:grpSpPr>
        <p:sp>
          <p:nvSpPr>
            <p:cNvPr id="88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142384" y="3344354"/>
              <a:ext cx="274492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B2D13B94-7483-025C-1BCF-9E33F99043BB}"/>
                </a:ext>
              </a:extLst>
            </p:cNvPr>
            <p:cNvSpPr/>
            <p:nvPr/>
          </p:nvSpPr>
          <p:spPr>
            <a:xfrm rot="16200000">
              <a:off x="9041876" y="2798564"/>
              <a:ext cx="108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3" name="グラフィックス 132" descr="日毎カレンダー 単色塗りつぶし">
              <a:extLst>
                <a:ext uri="{FF2B5EF4-FFF2-40B4-BE49-F238E27FC236}">
                  <ns2:creationId id="{C1B06883-00BA-A707-0CAD-6240B1DA72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9334843" y="2151892"/>
              <a:ext cx="216000" cy="216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70BC635F-80BC-D23A-6AA3-08C2C9226FA5}"/>
              </a:ext>
            </a:extLst>
          </p:cNvPr>
          <p:cNvGrpSpPr/>
          <p:nvPr/>
        </p:nvGrpSpPr>
        <p:grpSpPr>
          <a:xfrm>
            <a:off x="9334843" y="4977737"/>
            <a:ext cx="360003" cy="1332000"/>
            <a:chOff x="9334843" y="4977737"/>
            <a:chExt cx="360003" cy="1332000"/>
          </a:xfrm>
        </p:grpSpPr>
        <p:sp>
          <p:nvSpPr>
            <p:cNvPr id="89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848846" y="5463737"/>
              <a:ext cx="1332000" cy="36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39FB501C-5910-CBD0-D052-945FF5507D54}"/>
                </a:ext>
              </a:extLst>
            </p:cNvPr>
            <p:cNvSpPr/>
            <p:nvPr/>
          </p:nvSpPr>
          <p:spPr>
            <a:xfrm rot="-5400000">
              <a:off x="8951875" y="5589737"/>
              <a:ext cx="126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優良在庫 単色塗りつぶし">
              <a:extLst>
                <a:ext uri="{FF2B5EF4-FFF2-40B4-BE49-F238E27FC236}">
                  <ns2:creationId id="{BD0CA3D9-655B-E946-DA1D-0F5658CAC7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9334843" y="5057249"/>
              <a:ext cx="216000" cy="21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6547357" y="4334276"/>
            <a:ext cx="360000" cy="1980000"/>
            <a:chOff x="6547357" y="4334276"/>
            <a:chExt cx="360000" cy="1980000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8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6547357" y="2072381"/>
            <a:ext cx="369939" cy="1980000"/>
            <a:chOff x="6547357" y="2072381"/>
            <a:chExt cx="369939" cy="1980000"/>
          </a:xfrm>
        </p:grpSpPr>
        <p:sp>
          <p:nvSpPr>
            <p:cNvPr id="52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9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pic>
        <p:nvPicPr>
          <p:cNvPr id="143" name="図 142" descr="棚に陳列されている本&#10;&#10;自動的に生成された説明">
            <a:extLst>
              <a:ext uri="{FF2B5EF4-FFF2-40B4-BE49-F238E27FC236}">
                <ns2:creationId id="{24F47F4F-8203-173C-2ABC-2E9196CA6189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ns5:imgProps>
                  <ns5:imgLayer r:embed="rId18">
                    <ns5:imgEffect>
                      <ns5:saturation sat="33000"/>
                    </ns5:imgEffect>
                  </ns5:imgLayer>
                </ns5:imgProps>
              </a:ext>
              <a:ext uri="{28A0092B-C50C-407E-A947-70E740481C1C}">
                <ns5:useLocalDpi val="0"/>
              </a:ext>
            </a:extLst>
          </a:blip>
          <a:srcRect l="25010" r="25010"/>
          <a:stretch/>
        </p:blipFill>
        <p:spPr>
          <a:xfrm>
            <a:off x="3885872" y="2221466"/>
            <a:ext cx="2268000" cy="3024000"/>
          </a:xfrm>
          <a:prstGeom prst="roundRect">
            <a:avLst>
              <a:gd name="adj" fmla="val 2381"/>
            </a:avLst>
          </a:prstGeom>
          <a:ln w="38100">
            <a:gradFill>
              <a:gsLst>
                <a:gs pos="0">
                  <a:schemeClr val="bg1"/>
                </a:gs>
                <a:gs pos="74000">
                  <a:srgbClr val="008000"/>
                </a:gs>
                <a:gs pos="83000">
                  <a:srgbClr val="008000"/>
                </a:gs>
                <a:gs pos="100000">
                  <a:srgbClr val="008000"/>
                </a:gs>
              </a:gsLst>
              <a:lin ang="2700000" scaled="0"/>
            </a:gradFill>
          </a:ln>
        </p:spPr>
      </p:pic>
      <p:cxnSp>
        <p:nvCxnSpPr>
          <p:cNvPr id="150" name="コネクタ: カギ線 149">
            <a:extLst>
              <a:ext uri="{FF2B5EF4-FFF2-40B4-BE49-F238E27FC236}">
                <ns2:creationId id="{3C92E597-DADA-FE5F-5390-37ECBB4636D3}"/>
              </a:ext>
            </a:extLst>
          </p:cNvPr>
          <p:cNvCxnSpPr>
            <a:stCxn id="58" idx="3"/>
            <a:endCxn id="25" idx="1"/>
          </p:cNvCxnSpPr>
          <p:nvPr/>
        </p:nvCxnSpPr>
        <p:spPr>
          <a:xfrm flipV="1">
            <a:off x="9067358" y="1823053"/>
            <a:ext cx="267486" cy="3501223"/>
          </a:xfrm>
          <a:prstGeom prst="bentConnector3">
            <a:avLst/>
          </a:prstGeom>
          <a:ln w="9525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21753365-8318-6596-A50D-8F41AF926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1495827738"/>
      </p:ext>
    </p:extLst>
  </p:cSld>
  <p:clrMapOvr>
    <a:masterClrMapping/>
  </p:clrMapOvr>
</p:sld>
</file>

<file path=ppt/slides/slide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D32DBF-4EA6-26C2-7647-06E6EA5A3E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BI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6B46842-0C0E-C250-17A8-BEF4D48403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31709" cy="427038"/>
          </a:xfrm>
        </p:spPr>
        <p:txBody>
          <a:bodyPr/>
          <a:lstStyle/>
          <a:p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ns2:creationId id="{52BB020D-6357-6DBA-07E1-3B85A427399C}"/>
              </a:ext>
            </a:extLst>
          </p:cNvPr>
          <p:cNvGrpSpPr/>
          <p:nvPr/>
        </p:nvGrpSpPr>
        <p:grpSpPr>
          <a:xfrm>
            <a:off x="334963" y="5320509"/>
            <a:ext cx="11522075" cy="324000"/>
            <a:chOff x="334963" y="5320509"/>
            <a:chExt cx="11522075" cy="324000"/>
          </a:xfrm>
        </p:grpSpPr>
        <p:cxnSp>
          <p:nvCxnSpPr>
            <p:cNvPr id="26" name="直線コネクタ 25">
              <a:extLst>
                <a:ext uri="{FF2B5EF4-FFF2-40B4-BE49-F238E27FC236}">
                  <ns2:creationId id="{B8F061E7-9FF5-4BC8-BB9D-F3A7F0FED83C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500509"/>
              <a:ext cx="1152207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円/楕円 26">
              <a:extLst>
                <a:ext uri="{FF2B5EF4-FFF2-40B4-BE49-F238E27FC236}">
                  <ns2:creationId id="{94AEFF38-B3C0-285E-7E6D-D270120F8F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001" y="5320509"/>
              <a:ext cx="324000" cy="324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8" name="グラフィックス 27" descr="キャレットを下へ 枠線">
              <a:extLst>
                <a:ext uri="{FF2B5EF4-FFF2-40B4-BE49-F238E27FC236}">
                  <ns2:creationId id="{6909E8F7-A16B-7D30-9044-B849CBBE10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934001" y="5320509"/>
              <a:ext cx="324000" cy="324000"/>
            </a:xfrm>
            <a:prstGeom prst="rect">
              <a:avLst/>
            </a:prstGeom>
          </p:spPr>
        </p:pic>
      </p:grpSp>
      <p:grpSp>
        <p:nvGrpSpPr>
          <p:cNvPr id="1007" name="グループ化 1006">
            <a:extLst>
              <a:ext uri="{FF2B5EF4-FFF2-40B4-BE49-F238E27FC236}">
                <ns2:creationId id="{49519CF3-9467-AA18-5A1F-AA8B845C899B}"/>
              </a:ext>
            </a:extLst>
          </p:cNvPr>
          <p:cNvGrpSpPr/>
          <p:nvPr/>
        </p:nvGrpSpPr>
        <p:grpSpPr>
          <a:xfrm>
            <a:off x="4852291" y="285055"/>
            <a:ext cx="5852541" cy="518317"/>
            <a:chOff x="4617519" y="203585"/>
            <a:chExt cx="5852541" cy="518317"/>
          </a:xfrm>
        </p:grpSpPr>
        <p:sp>
          <p:nvSpPr>
            <p:cNvPr id="501" name="正方形/長方形 500">
              <a:extLst>
                <a:ext uri="{FF2B5EF4-FFF2-40B4-BE49-F238E27FC236}">
                  <ns2:creationId id="{8A8207F6-DEC0-50BD-F192-CC03237496A7}"/>
                </a:ext>
              </a:extLst>
            </p:cNvPr>
            <p:cNvSpPr/>
            <p:nvPr/>
          </p:nvSpPr>
          <p:spPr>
            <a:xfrm>
              <a:off x="4617519" y="203585"/>
              <a:ext cx="5734981" cy="518317"/>
            </a:xfrm>
            <a:prstGeom prst="rect">
              <a:avLst/>
            </a:prstGeom>
            <a:noFill/>
            <a:ln w="9525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02" name="直線コネクタ 501">
              <a:extLst>
                <a:ext uri="{FF2B5EF4-FFF2-40B4-BE49-F238E27FC236}">
                  <ns2:creationId id="{03EA39D5-A4E7-0E55-44A7-F03BFFC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5137353" y="362744"/>
              <a:ext cx="0" cy="200000"/>
            </a:xfrm>
            <a:prstGeom prst="line">
              <a:avLst/>
            </a:prstGeom>
            <a:ln w="38100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正方形/長方形 502">
              <a:extLst>
                <a:ext uri="{FF2B5EF4-FFF2-40B4-BE49-F238E27FC236}">
                  <ns2:creationId id="{C8950CBD-D7F8-996B-F220-AEE6EB6F91DA}"/>
                </a:ext>
              </a:extLst>
            </p:cNvPr>
            <p:cNvSpPr/>
            <p:nvPr/>
          </p:nvSpPr>
          <p:spPr>
            <a:xfrm>
              <a:off x="5255231" y="203586"/>
              <a:ext cx="5214829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TextBox 26">
              <a:extLst>
                <a:ext uri="{FF2B5EF4-FFF2-40B4-BE49-F238E27FC236}">
                  <ns2:creationId id="{64F0C458-CC2B-A8EF-843D-4FF1EE4F9098}"/>
                </a:ext>
              </a:extLst>
            </p:cNvPr>
            <p:cNvSpPr txBox="1"/>
            <p:nvPr/>
          </p:nvSpPr>
          <p:spPr>
            <a:xfrm>
              <a:off x="5231966" y="318743"/>
              <a:ext cx="432000" cy="288000"/>
            </a:xfrm>
            <a:prstGeom prst="rect">
              <a:avLst/>
            </a:prstGeom>
            <a:solidFill>
              <a:srgbClr val="4A9A43"/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02" name="グラフィックス 239" descr="笑顔 (塗りつぶし) 単色塗りつぶし">
              <a:extLst>
                <a:ext uri="{FF2B5EF4-FFF2-40B4-BE49-F238E27FC236}">
                  <ns2:creationId id="{89AD8F42-AA54-7355-C86E-77B38ADD8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03966" y="318743"/>
              <a:ext cx="288000" cy="288000"/>
            </a:xfrm>
            <a:prstGeom prst="rect">
              <a:avLst/>
            </a:prstGeom>
          </p:spPr>
        </p:pic>
        <p:sp>
          <p:nvSpPr>
            <p:cNvPr id="508" name="TextBox 26">
              <a:extLst>
                <a:ext uri="{FF2B5EF4-FFF2-40B4-BE49-F238E27FC236}">
                  <ns2:creationId id="{D85FF290-35CE-BE4F-2E54-5C4FCCDA56EA}"/>
                </a:ext>
              </a:extLst>
            </p:cNvPr>
            <p:cNvSpPr txBox="1"/>
            <p:nvPr/>
          </p:nvSpPr>
          <p:spPr>
            <a:xfrm>
              <a:off x="5663765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1" name="TextBox 26">
              <a:extLst>
                <a:ext uri="{FF2B5EF4-FFF2-40B4-BE49-F238E27FC236}">
                  <ns2:creationId id="{A12745FD-B508-114C-674D-EAE89FB888BF}"/>
                </a:ext>
              </a:extLst>
            </p:cNvPr>
            <p:cNvSpPr txBox="1"/>
            <p:nvPr/>
          </p:nvSpPr>
          <p:spPr>
            <a:xfrm>
              <a:off x="6540382" y="318743"/>
              <a:ext cx="432000" cy="288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12" name="グラフィックス 239" descr="バッジ: フォロー解除 単色塗りつぶし">
              <a:extLst>
                <a:ext uri="{FF2B5EF4-FFF2-40B4-BE49-F238E27FC236}">
                  <ns2:creationId id="{DDB73D73-61D7-4162-4B35-F4F6B4168F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612382" y="318743"/>
              <a:ext cx="288000" cy="288000"/>
            </a:xfrm>
            <a:prstGeom prst="rect">
              <a:avLst/>
            </a:prstGeom>
          </p:spPr>
        </p:pic>
        <p:sp>
          <p:nvSpPr>
            <p:cNvPr id="513" name="TextBox 26">
              <a:extLst>
                <a:ext uri="{FF2B5EF4-FFF2-40B4-BE49-F238E27FC236}">
                  <ns2:creationId id="{8F12CB4A-6F52-C157-CEBB-15A116108006}"/>
                </a:ext>
              </a:extLst>
            </p:cNvPr>
            <p:cNvSpPr txBox="1"/>
            <p:nvPr/>
          </p:nvSpPr>
          <p:spPr>
            <a:xfrm>
              <a:off x="6972181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9" name="TextBox 26">
              <a:extLst>
                <a:ext uri="{FF2B5EF4-FFF2-40B4-BE49-F238E27FC236}">
                  <ns2:creationId id="{8865D849-0D9E-D517-236F-D8667922C83B}"/>
                </a:ext>
              </a:extLst>
            </p:cNvPr>
            <p:cNvSpPr txBox="1"/>
            <p:nvPr/>
          </p:nvSpPr>
          <p:spPr>
            <a:xfrm>
              <a:off x="9157213" y="318743"/>
              <a:ext cx="432000" cy="288000"/>
            </a:xfrm>
            <a:prstGeom prst="rect">
              <a:avLst/>
            </a:prstGeom>
            <a:solidFill>
              <a:srgbClr val="9A9A9A">
                <a:alpha val="40378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20" name="グラフィックス 239" descr="速度計: 低速 単色塗りつぶし">
              <a:extLst>
                <a:ext uri="{FF2B5EF4-FFF2-40B4-BE49-F238E27FC236}">
                  <ns2:creationId id="{7CE9EE38-34D8-328D-6B56-25D53D1369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229213" y="318743"/>
              <a:ext cx="288000" cy="288000"/>
            </a:xfrm>
            <a:prstGeom prst="rect">
              <a:avLst/>
            </a:prstGeom>
          </p:spPr>
        </p:pic>
        <p:sp>
          <p:nvSpPr>
            <p:cNvPr id="521" name="TextBox 26">
              <a:extLst>
                <a:ext uri="{FF2B5EF4-FFF2-40B4-BE49-F238E27FC236}">
                  <ns2:creationId id="{038025D8-7D2E-336C-7791-05A499EC40D7}"/>
                </a:ext>
              </a:extLst>
            </p:cNvPr>
            <p:cNvSpPr txBox="1"/>
            <p:nvPr/>
          </p:nvSpPr>
          <p:spPr>
            <a:xfrm>
              <a:off x="9589012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7" name="TextBox 26">
              <a:extLst>
                <a:ext uri="{FF2B5EF4-FFF2-40B4-BE49-F238E27FC236}">
                  <ns2:creationId id="{6404084E-573F-B3BF-ABEA-4406FD51D286}"/>
                </a:ext>
              </a:extLst>
            </p:cNvPr>
            <p:cNvSpPr txBox="1"/>
            <p:nvPr/>
          </p:nvSpPr>
          <p:spPr>
            <a:xfrm>
              <a:off x="8280597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541" name="グループ化 540">
              <a:extLst>
                <a:ext uri="{FF2B5EF4-FFF2-40B4-BE49-F238E27FC236}">
                  <ns2:creationId id="{DDB9936D-9857-9298-F487-47F3466B9FAE}"/>
                </a:ext>
              </a:extLst>
            </p:cNvPr>
            <p:cNvGrpSpPr/>
            <p:nvPr/>
          </p:nvGrpSpPr>
          <p:grpSpPr>
            <a:xfrm>
              <a:off x="7842416" y="318743"/>
              <a:ext cx="432000" cy="300102"/>
              <a:chOff x="8936334" y="-488802"/>
              <a:chExt cx="432000" cy="300102"/>
            </a:xfrm>
          </p:grpSpPr>
          <p:sp>
            <p:nvSpPr>
              <p:cNvPr id="539" name="TextBox 26">
                <a:extLst>
                  <a:ext uri="{FF2B5EF4-FFF2-40B4-BE49-F238E27FC236}">
                    <ns2:creationId id="{70D5F9D1-DF4E-AE4A-6D49-224F1FA6782C}"/>
                  </a:ext>
                </a:extLst>
              </p:cNvPr>
              <p:cNvSpPr txBox="1"/>
              <p:nvPr/>
            </p:nvSpPr>
            <p:spPr>
              <a:xfrm>
                <a:off x="8936334" y="-476700"/>
                <a:ext cx="432000" cy="288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</p:spPr>
            <p:txBody>
              <a:bodyPr wrap="square" lIns="0" tIns="36000" rIns="0" bIns="0" rtlCol="0" anchor="ctr" anchorCtr="0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540" name="グラフィックス 239" descr="分岐路 単色塗りつぶし">
                <a:extLst>
                  <a:ext uri="{FF2B5EF4-FFF2-40B4-BE49-F238E27FC236}">
                    <ns2:creationId id="{46D64EFF-C2D1-5410-D804-C4378AB5F3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006535" y="-488802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6" name="グループ化 5">
            <a:extLst>
              <a:ext uri="{FF2B5EF4-FFF2-40B4-BE49-F238E27FC236}">
                <ns2:creationId id="{278630D9-3485-CE5B-D82D-DEC752471660}"/>
              </a:ext>
            </a:extLst>
          </p:cNvPr>
          <p:cNvGrpSpPr/>
          <p:nvPr/>
        </p:nvGrpSpPr>
        <p:grpSpPr>
          <a:xfrm>
            <a:off x="3959692" y="1626972"/>
            <a:ext cx="7897346" cy="3657603"/>
            <a:chOff x="3959692" y="1626972"/>
            <a:chExt cx="7897346" cy="3657603"/>
          </a:xfrm>
        </p:grpSpPr>
        <p:sp>
          <p:nvSpPr>
            <p:cNvPr id="33" name="正方形/長方形 32">
              <a:extLst>
                <a:ext uri="{FF2B5EF4-FFF2-40B4-BE49-F238E27FC236}">
                  <ns2:creationId id="{D4AF42A0-F7CD-504C-EE99-4BBB69F2A0C8}"/>
                </a:ext>
              </a:extLst>
            </p:cNvPr>
            <p:cNvSpPr/>
            <p:nvPr/>
          </p:nvSpPr>
          <p:spPr>
            <a:xfrm>
              <a:off x="3959692" y="1626972"/>
              <a:ext cx="7897344" cy="427033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4" name="直線コネクタ 33">
              <a:extLst>
                <a:ext uri="{FF2B5EF4-FFF2-40B4-BE49-F238E27FC236}">
                  <ns2:creationId id="{18A210E3-66BA-665F-D103-BBB19840DAF9}"/>
                </a:ext>
              </a:extLst>
            </p:cNvPr>
            <p:cNvCxnSpPr>
              <a:cxnSpLocks/>
            </p:cNvCxnSpPr>
            <p:nvPr/>
          </p:nvCxnSpPr>
          <p:spPr>
            <a:xfrm>
              <a:off x="4479526" y="1740489"/>
              <a:ext cx="0" cy="200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正方形/長方形 34">
              <a:extLst>
                <a:ext uri="{FF2B5EF4-FFF2-40B4-BE49-F238E27FC236}">
                  <ns2:creationId id="{61FA954A-8696-ED9B-413E-364A1C422527}"/>
                </a:ext>
              </a:extLst>
            </p:cNvPr>
            <p:cNvSpPr/>
            <p:nvPr/>
          </p:nvSpPr>
          <p:spPr>
            <a:xfrm>
              <a:off x="4597404" y="1626973"/>
              <a:ext cx="7259632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169A45E-9E1F-751F-214C-5593DAA000AD}"/>
                </a:ext>
              </a:extLst>
            </p:cNvPr>
            <p:cNvSpPr/>
            <p:nvPr/>
          </p:nvSpPr>
          <p:spPr>
            <a:xfrm>
              <a:off x="10407866" y="1626972"/>
              <a:ext cx="1449170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7" name="グラフィックス 36" descr="クリップボード 単色塗りつぶし">
              <a:extLst>
                <a:ext uri="{FF2B5EF4-FFF2-40B4-BE49-F238E27FC236}">
                  <ns2:creationId id="{14D41D4C-0D43-E124-9368-5283C96FD1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617519" y="1709657"/>
              <a:ext cx="252000" cy="252000"/>
            </a:xfrm>
            <a:prstGeom prst="rect">
              <a:avLst/>
            </a:prstGeom>
          </p:spPr>
        </p:pic>
        <p:grpSp>
          <p:nvGrpSpPr>
            <p:cNvPr id="1009" name="グループ化 1008">
              <a:extLst>
                <a:ext uri="{FF2B5EF4-FFF2-40B4-BE49-F238E27FC236}">
                  <ns2:creationId id="{68593240-A664-CC89-8559-B324810145A4}"/>
                </a:ext>
              </a:extLst>
            </p:cNvPr>
            <p:cNvGrpSpPr/>
            <p:nvPr/>
          </p:nvGrpSpPr>
          <p:grpSpPr>
            <a:xfrm>
              <a:off x="3959692" y="2130900"/>
              <a:ext cx="7897346" cy="3108218"/>
              <a:chOff x="3959692" y="2130900"/>
              <a:chExt cx="7897346" cy="3108218"/>
            </a:xfrm>
          </p:grpSpPr>
          <p:grpSp>
            <p:nvGrpSpPr>
              <p:cNvPr id="984" name="グループ化 983">
                <a:extLst>
                  <a:ext uri="{FF2B5EF4-FFF2-40B4-BE49-F238E27FC236}">
                    <ns2:creationId id="{0A38E34D-F1BE-2133-D019-8452960CDFA9}"/>
                  </a:ext>
                </a:extLst>
              </p:cNvPr>
              <p:cNvGrpSpPr/>
              <p:nvPr/>
            </p:nvGrpSpPr>
            <p:grpSpPr>
              <a:xfrm>
                <a:off x="3959692" y="2463430"/>
                <a:ext cx="890302" cy="264020"/>
                <a:chOff x="3959692" y="2463430"/>
                <a:chExt cx="890302" cy="264020"/>
              </a:xfrm>
            </p:grpSpPr>
            <p:sp>
              <p:nvSpPr>
                <p:cNvPr id="38" name="TextBox 4">
                  <a:extLst>
                    <a:ext uri="{FF2B5EF4-FFF2-40B4-BE49-F238E27FC236}">
                      <ns2:creationId id="{F9CAAF05-A329-CB88-0769-0640B772E88C}"/>
                    </a:ext>
                  </a:extLst>
                </p:cNvPr>
                <p:cNvSpPr txBox="1"/>
                <p:nvPr/>
              </p:nvSpPr>
              <p:spPr>
                <a:xfrm>
                  <a:off x="3959692" y="246343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12">
                  <a:extLst>
                    <a:ext uri="{FF2B5EF4-FFF2-40B4-BE49-F238E27FC236}">
                      <ns2:creationId id="{3817A95A-F1FF-6D58-A8F6-F425E46925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463431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5" name="グループ化 984">
                <a:extLst>
                  <a:ext uri="{FF2B5EF4-FFF2-40B4-BE49-F238E27FC236}">
                    <ns2:creationId id="{50D085E6-5557-D73E-9FED-BEF0A6CBF28B}"/>
                  </a:ext>
                </a:extLst>
              </p:cNvPr>
              <p:cNvGrpSpPr/>
              <p:nvPr/>
            </p:nvGrpSpPr>
            <p:grpSpPr>
              <a:xfrm>
                <a:off x="3959692" y="2818815"/>
                <a:ext cx="890302" cy="264019"/>
                <a:chOff x="3959692" y="2818815"/>
                <a:chExt cx="890302" cy="264019"/>
              </a:xfrm>
            </p:grpSpPr>
            <p:sp>
              <p:nvSpPr>
                <p:cNvPr id="39" name="TextBox 5">
                  <a:extLst>
                    <a:ext uri="{FF2B5EF4-FFF2-40B4-BE49-F238E27FC236}">
                      <ns2:creationId id="{5E4C0592-785F-8CD3-AA47-4C7CA3064864}"/>
                    </a:ext>
                  </a:extLst>
                </p:cNvPr>
                <p:cNvSpPr txBox="1"/>
                <p:nvPr/>
              </p:nvSpPr>
              <p:spPr>
                <a:xfrm>
                  <a:off x="3959692" y="2818815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5" name="Straight Connector 21">
                  <a:extLst>
                    <a:ext uri="{FF2B5EF4-FFF2-40B4-BE49-F238E27FC236}">
                      <ns2:creationId id="{9347C90D-73DF-F9AD-1ED5-4CB86FE92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818815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6" name="グループ化 985">
                <a:extLst>
                  <a:ext uri="{FF2B5EF4-FFF2-40B4-BE49-F238E27FC236}">
                    <ns2:creationId id="{822739BB-1E65-F2D1-8D21-6D23CC54E998}"/>
                  </a:ext>
                </a:extLst>
              </p:cNvPr>
              <p:cNvGrpSpPr/>
              <p:nvPr/>
            </p:nvGrpSpPr>
            <p:grpSpPr>
              <a:xfrm>
                <a:off x="3959692" y="3174200"/>
                <a:ext cx="890302" cy="264019"/>
                <a:chOff x="3959692" y="3174200"/>
                <a:chExt cx="890302" cy="264019"/>
              </a:xfrm>
            </p:grpSpPr>
            <p:sp>
              <p:nvSpPr>
                <p:cNvPr id="40" name="TextBox 6">
                  <a:extLst>
                    <a:ext uri="{FF2B5EF4-FFF2-40B4-BE49-F238E27FC236}">
                      <ns2:creationId id="{ECCF3F4D-03B7-FFA1-D54E-243F1ADCDDF3}"/>
                    </a:ext>
                  </a:extLst>
                </p:cNvPr>
                <p:cNvSpPr txBox="1"/>
                <p:nvPr/>
              </p:nvSpPr>
              <p:spPr>
                <a:xfrm>
                  <a:off x="3959692" y="317420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6" name="Straight Connector 22">
                  <a:extLst>
                    <a:ext uri="{FF2B5EF4-FFF2-40B4-BE49-F238E27FC236}">
                      <ns2:creationId id="{BF819DBE-0B02-3E92-C092-1D2AF6FE7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174200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D30A0981-F505-2D65-76EB-D164330CA781}"/>
                  </a:ext>
                </a:extLst>
              </p:cNvPr>
              <p:cNvGrpSpPr/>
              <p:nvPr/>
            </p:nvGrpSpPr>
            <p:grpSpPr>
              <a:xfrm>
                <a:off x="3959692" y="3884968"/>
                <a:ext cx="890302" cy="264019"/>
                <a:chOff x="3959692" y="3884968"/>
                <a:chExt cx="890302" cy="264019"/>
              </a:xfrm>
            </p:grpSpPr>
            <p:sp>
              <p:nvSpPr>
                <p:cNvPr id="41" name="TextBox 7">
                  <a:extLst>
                    <a:ext uri="{FF2B5EF4-FFF2-40B4-BE49-F238E27FC236}">
                      <ns2:creationId id="{64E27C88-A213-6DDA-C676-E1F54C2F51AB}"/>
                    </a:ext>
                  </a:extLst>
                </p:cNvPr>
                <p:cNvSpPr txBox="1"/>
                <p:nvPr/>
              </p:nvSpPr>
              <p:spPr>
                <a:xfrm>
                  <a:off x="3959692" y="3884968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EBITDA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7" name="Straight Connector 23">
                  <a:extLst>
                    <a:ext uri="{FF2B5EF4-FFF2-40B4-BE49-F238E27FC236}">
                      <ns2:creationId id="{31267E8C-5A1E-AC97-FC56-D00D608791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88496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38DE3FAD-DE03-1729-BC78-27C93AC1F887}"/>
                  </a:ext>
                </a:extLst>
              </p:cNvPr>
              <p:cNvGrpSpPr/>
              <p:nvPr/>
            </p:nvGrpSpPr>
            <p:grpSpPr>
              <a:xfrm>
                <a:off x="3959692" y="3529584"/>
                <a:ext cx="890302" cy="264019"/>
                <a:chOff x="3959692" y="3529584"/>
                <a:chExt cx="890302" cy="264019"/>
              </a:xfrm>
            </p:grpSpPr>
            <p:sp>
              <p:nvSpPr>
                <p:cNvPr id="42" name="TextBox 8">
                  <a:extLst>
                    <a:ext uri="{FF2B5EF4-FFF2-40B4-BE49-F238E27FC236}">
                      <ns2:creationId id="{156E3593-6BFB-8A5E-6933-EB9356851400}"/>
                    </a:ext>
                  </a:extLst>
                </p:cNvPr>
                <p:cNvSpPr txBox="1"/>
                <p:nvPr/>
              </p:nvSpPr>
              <p:spPr>
                <a:xfrm>
                  <a:off x="3959692" y="3529584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8" name="Straight Connector 24">
                  <a:extLst>
                    <a:ext uri="{FF2B5EF4-FFF2-40B4-BE49-F238E27FC236}">
                      <ns2:creationId id="{EB8C681C-5FB3-BFA4-48DF-90D7AAF1B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529584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91AAB6B5-2705-5763-4A57-7313AC319DE5}"/>
                  </a:ext>
                </a:extLst>
              </p:cNvPr>
              <p:cNvGrpSpPr/>
              <p:nvPr/>
            </p:nvGrpSpPr>
            <p:grpSpPr>
              <a:xfrm>
                <a:off x="3959692" y="4240352"/>
                <a:ext cx="890302" cy="264020"/>
                <a:chOff x="3959692" y="4240352"/>
                <a:chExt cx="890302" cy="264020"/>
              </a:xfrm>
            </p:grpSpPr>
            <p:sp>
              <p:nvSpPr>
                <p:cNvPr id="43" name="TextBox 10">
                  <a:extLst>
                    <a:ext uri="{FF2B5EF4-FFF2-40B4-BE49-F238E27FC236}">
                      <ns2:creationId id="{C7457BE0-8194-2876-4EA0-F52D85CD0649}"/>
                    </a:ext>
                  </a:extLst>
                </p:cNvPr>
                <p:cNvSpPr txBox="1"/>
                <p:nvPr/>
              </p:nvSpPr>
              <p:spPr>
                <a:xfrm>
                  <a:off x="3959692" y="4240353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9" name="Straight Connector 25">
                  <a:extLst>
                    <a:ext uri="{FF2B5EF4-FFF2-40B4-BE49-F238E27FC236}">
                      <ns2:creationId id="{9C51B370-7635-41BE-8597-ED1B6DFAEC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240352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25154927-8672-5510-9058-4A8F7B43AF3E}"/>
                  </a:ext>
                </a:extLst>
              </p:cNvPr>
              <p:cNvGrpSpPr/>
              <p:nvPr/>
            </p:nvGrpSpPr>
            <p:grpSpPr>
              <a:xfrm>
                <a:off x="3959692" y="4595737"/>
                <a:ext cx="890302" cy="264019"/>
                <a:chOff x="3959692" y="4595737"/>
                <a:chExt cx="890302" cy="264019"/>
              </a:xfrm>
            </p:grpSpPr>
            <p:sp>
              <p:nvSpPr>
                <p:cNvPr id="128" name="TextBox 8">
                  <a:extLst>
                    <a:ext uri="{FF2B5EF4-FFF2-40B4-BE49-F238E27FC236}">
                      <ns2:creationId id="{54F01E81-B371-49E7-0F85-1E6CE200A1F0}"/>
                    </a:ext>
                  </a:extLst>
                </p:cNvPr>
                <p:cNvSpPr txBox="1"/>
                <p:nvPr/>
              </p:nvSpPr>
              <p:spPr>
                <a:xfrm>
                  <a:off x="3959692" y="4595737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0" name="Straight Connector 24">
                  <a:extLst>
                    <a:ext uri="{FF2B5EF4-FFF2-40B4-BE49-F238E27FC236}">
                      <ns2:creationId id="{B2A17FB0-6933-F658-5EE0-1D649A292F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595737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278AB375-0D0D-5164-A104-6165FB7665FF}"/>
                  </a:ext>
                </a:extLst>
              </p:cNvPr>
              <p:cNvGrpSpPr/>
              <p:nvPr/>
            </p:nvGrpSpPr>
            <p:grpSpPr>
              <a:xfrm>
                <a:off x="3959692" y="4951118"/>
                <a:ext cx="890302" cy="264020"/>
                <a:chOff x="3959692" y="4951118"/>
                <a:chExt cx="890302" cy="264020"/>
              </a:xfrm>
            </p:grpSpPr>
            <p:sp>
              <p:nvSpPr>
                <p:cNvPr id="129" name="TextBox 10">
                  <a:extLst>
                    <a:ext uri="{FF2B5EF4-FFF2-40B4-BE49-F238E27FC236}">
                      <ns2:creationId id="{2D897CD3-8BA9-6462-9D28-5DB7036B18A5}"/>
                    </a:ext>
                  </a:extLst>
                </p:cNvPr>
                <p:cNvSpPr txBox="1"/>
                <p:nvPr/>
              </p:nvSpPr>
              <p:spPr>
                <a:xfrm>
                  <a:off x="3959692" y="4951119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1" name="Straight Connector 25">
                  <a:extLst>
                    <a:ext uri="{FF2B5EF4-FFF2-40B4-BE49-F238E27FC236}">
                      <ns2:creationId id="{C676599A-F102-5C15-DDAF-AFCEAC4C6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95111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6" name="Rounded Rectangle 95">
                <a:extLst>
                  <a:ext uri="{FF2B5EF4-FFF2-40B4-BE49-F238E27FC236}">
                    <ns2:creationId id="{D8B66179-009B-6F1A-F7E9-E0715D1AB04C}"/>
                  </a:ext>
                </a:extLst>
              </p:cNvPr>
              <p:cNvSpPr/>
              <p:nvPr/>
            </p:nvSpPr>
            <p:spPr>
              <a:xfrm>
                <a:off x="4980000" y="2130900"/>
                <a:ext cx="1116000" cy="28660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Rounded Rectangle 104">
                <a:extLst>
                  <a:ext uri="{FF2B5EF4-FFF2-40B4-BE49-F238E27FC236}">
                    <ns2:creationId id="{7F73A026-F1B5-79A8-F83C-64EFB3631D7B}"/>
                  </a:ext>
                </a:extLst>
              </p:cNvPr>
              <p:cNvSpPr/>
              <p:nvPr/>
            </p:nvSpPr>
            <p:spPr>
              <a:xfrm>
                <a:off x="613220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Rounded Rectangle 107">
                <a:extLst>
                  <a:ext uri="{FF2B5EF4-FFF2-40B4-BE49-F238E27FC236}">
                    <ns2:creationId id="{0F32506A-9F08-FD24-4692-CB45738BE50F}"/>
                  </a:ext>
                </a:extLst>
              </p:cNvPr>
              <p:cNvSpPr/>
              <p:nvPr/>
            </p:nvSpPr>
            <p:spPr>
              <a:xfrm>
                <a:off x="7284416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Rounded Rectangle 110">
                <a:extLst>
                  <a:ext uri="{FF2B5EF4-FFF2-40B4-BE49-F238E27FC236}">
                    <ns2:creationId id="{3670E5B1-965D-61AB-EA3B-B0F48078964D}"/>
                  </a:ext>
                </a:extLst>
              </p:cNvPr>
              <p:cNvSpPr/>
              <p:nvPr/>
            </p:nvSpPr>
            <p:spPr>
              <a:xfrm>
                <a:off x="8436624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Rounded Rectangle 113">
                <a:extLst>
                  <a:ext uri="{FF2B5EF4-FFF2-40B4-BE49-F238E27FC236}">
                    <ns2:creationId id="{EB0A3991-DB55-3E61-FB25-7171BEFD809D}"/>
                  </a:ext>
                </a:extLst>
              </p:cNvPr>
              <p:cNvSpPr/>
              <p:nvPr/>
            </p:nvSpPr>
            <p:spPr>
              <a:xfrm>
                <a:off x="9588832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) 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Rounded Rectangle 116">
                <a:extLst>
                  <a:ext uri="{FF2B5EF4-FFF2-40B4-BE49-F238E27FC236}">
                    <ns2:creationId id="{C61CA922-D588-CEEB-BCA1-1618BA32A9C3}"/>
                  </a:ext>
                </a:extLst>
              </p:cNvPr>
              <p:cNvSpPr/>
              <p:nvPr/>
            </p:nvSpPr>
            <p:spPr>
              <a:xfrm>
                <a:off x="1074103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403" name="グラフィックス 239" descr="笑顔 (塗りつぶし) 単色塗りつぶし">
                <a:extLst>
                  <a:ext uri="{FF2B5EF4-FFF2-40B4-BE49-F238E27FC236}">
                    <ns2:creationId id="{9A24BDB2-7DFB-068A-FDD9-CC9416828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95111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4" name="グラフィックス 239" descr="笑顔 (塗りつぶし) 単色塗りつぶし">
                <a:extLst>
                  <a:ext uri="{FF2B5EF4-FFF2-40B4-BE49-F238E27FC236}">
                    <ns2:creationId id="{6A60FE50-1BC5-64A7-8970-886A756DB5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59573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8" name="グラフィックス 239" descr="笑顔 (塗りつぶし) 単色塗りつぶし">
                <a:extLst>
                  <a:ext uri="{FF2B5EF4-FFF2-40B4-BE49-F238E27FC236}">
                    <ns2:creationId id="{7A0E7978-D1A0-F61D-E50C-3611AEDF7A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2403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9" name="グラフィックス 239" descr="笑顔 (塗りつぶし) 単色塗りつぶし">
                <a:extLst>
                  <a:ext uri="{FF2B5EF4-FFF2-40B4-BE49-F238E27FC236}">
                    <ns2:creationId id="{E6C60C96-8126-35C0-B604-91130CDE70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88496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0" name="グラフィックス 239" descr="笑顔 (塗りつぶし) 単色塗りつぶし">
                <a:extLst>
                  <a:ext uri="{FF2B5EF4-FFF2-40B4-BE49-F238E27FC236}">
                    <ns2:creationId id="{CBB64BFC-AC2D-D9D9-4C79-060EA80E1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52958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1" name="グラフィックス 239" descr="笑顔 (塗りつぶし) 単色塗りつぶし">
                <a:extLst>
                  <a:ext uri="{FF2B5EF4-FFF2-40B4-BE49-F238E27FC236}">
                    <ns2:creationId id="{4614CB46-86DE-BCF9-D802-A209837809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17420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4" name="グラフィックス 239" descr="笑顔 (塗りつぶし) 単色塗りつぶし">
                <a:extLst>
                  <a:ext uri="{FF2B5EF4-FFF2-40B4-BE49-F238E27FC236}">
                    <ns2:creationId id="{3849BF1A-5A72-9F23-740E-0489541B72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2818815"/>
                <a:ext cx="288000" cy="288000"/>
              </a:xfrm>
              <a:prstGeom prst="rect">
                <a:avLst/>
              </a:prstGeom>
            </p:spPr>
          </p:pic>
          <p:grpSp>
            <p:nvGrpSpPr>
              <p:cNvPr id="921" name="グループ化 920">
                <a:extLst>
                  <a:ext uri="{FF2B5EF4-FFF2-40B4-BE49-F238E27FC236}">
                    <ns2:creationId id="{4FB0B021-F900-7E3F-7C3A-7F8D534FD6E5}"/>
                  </a:ext>
                </a:extLst>
              </p:cNvPr>
              <p:cNvGrpSpPr/>
              <p:nvPr/>
            </p:nvGrpSpPr>
            <p:grpSpPr>
              <a:xfrm>
                <a:off x="10741038" y="2463430"/>
                <a:ext cx="1116000" cy="288000"/>
                <a:chOff x="10745800" y="2451043"/>
                <a:chExt cx="1116000" cy="288000"/>
              </a:xfrm>
            </p:grpSpPr>
            <p:sp>
              <p:nvSpPr>
                <p:cNvPr id="415" name="TextBox 26">
                  <a:extLst>
                    <a:ext uri="{FF2B5EF4-FFF2-40B4-BE49-F238E27FC236}">
                      <ns2:creationId id="{64BE9614-14FE-84B4-658A-7E154A9D26C7}"/>
                    </a:ext>
                  </a:extLst>
                </p:cNvPr>
                <p:cNvSpPr txBox="1"/>
                <p:nvPr/>
              </p:nvSpPr>
              <p:spPr>
                <a:xfrm>
                  <a:off x="10745800" y="246314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3" name="グラフィックス 239" descr="分岐路 単色塗りつぶし">
                  <a:extLst>
                    <a:ext uri="{FF2B5EF4-FFF2-40B4-BE49-F238E27FC236}">
                      <ns2:creationId id="{41588E21-E913-9F34-D0C9-2ED9959340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45104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1" name="グループ化 1000">
                <a:extLst>
                  <a:ext uri="{FF2B5EF4-FFF2-40B4-BE49-F238E27FC236}">
                    <ns2:creationId id="{3B4CE750-2004-E2CC-A479-C9D26D0816F0}"/>
                  </a:ext>
                </a:extLst>
              </p:cNvPr>
              <p:cNvGrpSpPr/>
              <p:nvPr/>
            </p:nvGrpSpPr>
            <p:grpSpPr>
              <a:xfrm>
                <a:off x="10741038" y="4951118"/>
                <a:ext cx="1116000" cy="288000"/>
                <a:chOff x="10745800" y="4924500"/>
                <a:chExt cx="1116000" cy="288000"/>
              </a:xfrm>
            </p:grpSpPr>
            <p:sp>
              <p:nvSpPr>
                <p:cNvPr id="422" name="TextBox 89">
                  <a:extLst>
                    <a:ext uri="{FF2B5EF4-FFF2-40B4-BE49-F238E27FC236}">
                      <ns2:creationId id="{6FBEEEE4-68F8-A813-D1C1-BF6602A75771}"/>
                    </a:ext>
                  </a:extLst>
                </p:cNvPr>
                <p:cNvSpPr txBox="1"/>
                <p:nvPr/>
              </p:nvSpPr>
              <p:spPr>
                <a:xfrm>
                  <a:off x="1074580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4" name="グラフィックス 239" descr="速度計: 低速 単色塗りつぶし">
                  <a:extLst>
                    <a:ext uri="{FF2B5EF4-FFF2-40B4-BE49-F238E27FC236}">
                      <ns2:creationId id="{C6B0D0A8-C11A-48B0-7DD3-412D70967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115980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2" name="グループ化 1001">
                <a:extLst>
                  <a:ext uri="{FF2B5EF4-FFF2-40B4-BE49-F238E27FC236}">
                    <ns2:creationId id="{7FB92596-C466-CF03-E512-F0317AFAA0D6}"/>
                  </a:ext>
                </a:extLst>
              </p:cNvPr>
              <p:cNvGrpSpPr/>
              <p:nvPr/>
            </p:nvGrpSpPr>
            <p:grpSpPr>
              <a:xfrm>
                <a:off x="10741038" y="3174200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417" name="TextBox 71">
                  <a:extLst>
                    <a:ext uri="{FF2B5EF4-FFF2-40B4-BE49-F238E27FC236}">
                      <ns2:creationId id="{E8127B4E-BB83-ACBC-4F92-65CE5BE4159E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9" name="グラフィックス 239" descr="分岐路 単色塗りつぶし">
                  <a:extLst>
                    <a:ext uri="{FF2B5EF4-FFF2-40B4-BE49-F238E27FC236}">
                      <ns2:creationId id="{F6356CC6-5085-A2B2-0F03-99CAC8922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2" name="グループ化 921">
                <a:extLst>
                  <a:ext uri="{FF2B5EF4-FFF2-40B4-BE49-F238E27FC236}">
                    <ns2:creationId id="{FBEC1346-996A-8DF7-04E2-82EF00126B6D}"/>
                  </a:ext>
                </a:extLst>
              </p:cNvPr>
              <p:cNvGrpSpPr/>
              <p:nvPr/>
            </p:nvGrpSpPr>
            <p:grpSpPr>
              <a:xfrm>
                <a:off x="10741038" y="2818815"/>
                <a:ext cx="1116000" cy="288000"/>
                <a:chOff x="10745800" y="2804394"/>
                <a:chExt cx="1116000" cy="288000"/>
              </a:xfrm>
            </p:grpSpPr>
            <p:sp>
              <p:nvSpPr>
                <p:cNvPr id="416" name="TextBox 65">
                  <a:extLst>
                    <a:ext uri="{FF2B5EF4-FFF2-40B4-BE49-F238E27FC236}">
                      <ns2:creationId id="{03C55EAA-E9A7-D2DE-0861-698B14998AE6}"/>
                    </a:ext>
                  </a:extLst>
                </p:cNvPr>
                <p:cNvSpPr txBox="1"/>
                <p:nvPr/>
              </p:nvSpPr>
              <p:spPr>
                <a:xfrm>
                  <a:off x="10745800" y="281822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30" name="グラフィックス 239" descr="分岐路 単色塗りつぶし">
                  <a:extLst>
                    <a:ext uri="{FF2B5EF4-FFF2-40B4-BE49-F238E27FC236}">
                      <ns2:creationId id="{7593251A-E3D4-73D8-3DCA-6BA0CC563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80439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36" name="グループ化 935">
                <a:extLst>
                  <a:ext uri="{FF2B5EF4-FFF2-40B4-BE49-F238E27FC236}">
                    <ns2:creationId id="{68025A59-DA93-0B63-E49B-89DDEF5E4ACE}"/>
                  </a:ext>
                </a:extLst>
              </p:cNvPr>
              <p:cNvGrpSpPr/>
              <p:nvPr/>
            </p:nvGrpSpPr>
            <p:grpSpPr>
              <a:xfrm>
                <a:off x="9588832" y="495111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441" name="TextBox 89">
                  <a:extLst>
                    <a:ext uri="{FF2B5EF4-FFF2-40B4-BE49-F238E27FC236}">
                      <ns2:creationId id="{22731F0E-8E63-2937-B23F-F6FB5B9C91E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43" name="グラフィックス 239" descr="速度計: 低速 単色塗りつぶし">
                  <a:extLst>
                    <a:ext uri="{FF2B5EF4-FFF2-40B4-BE49-F238E27FC236}">
                      <ns2:creationId id="{3BCB1A20-912D-29E6-F80E-E8C657E3B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8" name="グループ化 957">
                <a:extLst>
                  <a:ext uri="{FF2B5EF4-FFF2-40B4-BE49-F238E27FC236}">
                    <ns2:creationId id="{ED92B4AE-8544-F5C5-45C7-ECC37CD6500C}"/>
                  </a:ext>
                </a:extLst>
              </p:cNvPr>
              <p:cNvGrpSpPr/>
              <p:nvPr/>
            </p:nvGrpSpPr>
            <p:grpSpPr>
              <a:xfrm>
                <a:off x="8436624" y="4951118"/>
                <a:ext cx="1116000" cy="288000"/>
                <a:chOff x="8439480" y="4936603"/>
                <a:chExt cx="1116000" cy="288000"/>
              </a:xfrm>
            </p:grpSpPr>
            <p:sp>
              <p:nvSpPr>
                <p:cNvPr id="458" name="TextBox 89">
                  <a:extLst>
                    <a:ext uri="{FF2B5EF4-FFF2-40B4-BE49-F238E27FC236}">
                      <ns2:creationId id="{BD337716-B54D-5153-7D5F-DCF3152E66EA}"/>
                    </a:ext>
                  </a:extLst>
                </p:cNvPr>
                <p:cNvSpPr txBox="1"/>
                <p:nvPr/>
              </p:nvSpPr>
              <p:spPr>
                <a:xfrm>
                  <a:off x="843948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60" name="グラフィックス 239" descr="笑顔 (塗りつぶし) 単色塗りつぶし">
                  <a:extLst>
                    <a:ext uri="{FF2B5EF4-FFF2-40B4-BE49-F238E27FC236}">
                      <ns2:creationId id="{70AB4920-8BD3-60D3-CF6B-FF328E5C41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885348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9" name="グループ化 958">
                <a:extLst>
                  <a:ext uri="{FF2B5EF4-FFF2-40B4-BE49-F238E27FC236}">
                    <ns2:creationId id="{9E14AA55-07F4-E1F3-FD35-CC1CF5C5AA48}"/>
                  </a:ext>
                </a:extLst>
              </p:cNvPr>
              <p:cNvGrpSpPr/>
              <p:nvPr/>
            </p:nvGrpSpPr>
            <p:grpSpPr>
              <a:xfrm>
                <a:off x="7284416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475" name="TextBox 89">
                  <a:extLst>
                    <a:ext uri="{FF2B5EF4-FFF2-40B4-BE49-F238E27FC236}">
                      <ns2:creationId id="{26898A5F-9154-2F27-A58E-73DD4E9B5C13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77" name="グラフィックス 239" descr="笑顔 (塗りつぶし) 単色塗りつぶし">
                  <a:extLst>
                    <a:ext uri="{FF2B5EF4-FFF2-40B4-BE49-F238E27FC236}">
                      <ns2:creationId id="{69E10DD3-554B-7F7E-EF7C-154F6EA01A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75" name="グループ化 674">
                <a:extLst>
                  <a:ext uri="{FF2B5EF4-FFF2-40B4-BE49-F238E27FC236}">
                    <ns2:creationId id="{9C2AAC9A-6951-4A1A-8E13-7FAAB855C55F}"/>
                  </a:ext>
                </a:extLst>
              </p:cNvPr>
              <p:cNvGrpSpPr/>
              <p:nvPr/>
            </p:nvGrpSpPr>
            <p:grpSpPr>
              <a:xfrm>
                <a:off x="8436624" y="246343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67" name="グループ化 666">
                  <a:extLst>
                    <a:ext uri="{FF2B5EF4-FFF2-40B4-BE49-F238E27FC236}">
                      <ns2:creationId id="{22CBC9EC-687B-2F43-10D4-130413005C5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557" name="TextBox 26">
                    <a:extLst>
                      <a:ext uri="{FF2B5EF4-FFF2-40B4-BE49-F238E27FC236}">
                        <ns2:creationId id="{4268720C-0A52-2CFB-C354-B389227354A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58" name="グラフィックス 239" descr="分岐路 単色塗りつぶし">
                    <a:extLst>
                      <a:ext uri="{FF2B5EF4-FFF2-40B4-BE49-F238E27FC236}">
                        <ns2:creationId id="{5CCB6BFA-669A-8E06-5420-E0B884361B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8" name="グループ化 667">
                  <a:extLst>
                    <a:ext uri="{FF2B5EF4-FFF2-40B4-BE49-F238E27FC236}">
                      <ns2:creationId id="{FD6F4213-082F-EE00-A202-96C2DD11D8D0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560" name="TextBox 26">
                    <a:extLst>
                      <a:ext uri="{FF2B5EF4-FFF2-40B4-BE49-F238E27FC236}">
                        <ns2:creationId id="{05087684-69DA-790F-C44C-15C97CE1322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61" name="グラフィックス 239" descr="笑顔 (塗りつぶし) 単色塗りつぶし">
                    <a:extLst>
                      <a:ext uri="{FF2B5EF4-FFF2-40B4-BE49-F238E27FC236}">
                        <ns2:creationId id="{F1BEE910-F339-3096-11DB-84E2E62C53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77" name="グループ化 676">
                <a:extLst>
                  <a:ext uri="{FF2B5EF4-FFF2-40B4-BE49-F238E27FC236}">
                    <ns2:creationId id="{D2590F95-3B3A-41D0-A20E-325A8682FBBA}"/>
                  </a:ext>
                </a:extLst>
              </p:cNvPr>
              <p:cNvGrpSpPr/>
              <p:nvPr/>
            </p:nvGrpSpPr>
            <p:grpSpPr>
              <a:xfrm>
                <a:off x="8436624" y="2818815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78" name="グループ化 677">
                  <a:extLst>
                    <a:ext uri="{FF2B5EF4-FFF2-40B4-BE49-F238E27FC236}">
                      <ns2:creationId id="{B2174C96-A629-9588-CC20-9F7F9DC4CCD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2" name="TextBox 26">
                    <a:extLst>
                      <a:ext uri="{FF2B5EF4-FFF2-40B4-BE49-F238E27FC236}">
                        <ns2:creationId id="{4FA65B3A-0B00-443E-4D56-7EBA662F7FD1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3" name="グラフィックス 239" descr="分岐路 単色塗りつぶし">
                    <a:extLst>
                      <a:ext uri="{FF2B5EF4-FFF2-40B4-BE49-F238E27FC236}">
                        <ns2:creationId id="{392D3A9E-E004-5777-AE0F-2ED2E124A1D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79" name="グループ化 678">
                  <a:extLst>
                    <a:ext uri="{FF2B5EF4-FFF2-40B4-BE49-F238E27FC236}">
                      <ns2:creationId id="{BB302A87-BDA2-7CE0-57FC-C84A6F9F708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0" name="TextBox 26">
                    <a:extLst>
                      <a:ext uri="{FF2B5EF4-FFF2-40B4-BE49-F238E27FC236}">
                        <ns2:creationId id="{57B60186-4180-4B29-146E-2A2235E6E4C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1" name="グラフィックス 239" descr="笑顔 (塗りつぶし) 単色塗りつぶし">
                    <a:extLst>
                      <a:ext uri="{FF2B5EF4-FFF2-40B4-BE49-F238E27FC236}">
                        <ns2:creationId id="{D7E689E5-0981-E1AB-464E-014BE421A2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84" name="グループ化 683">
                <a:extLst>
                  <a:ext uri="{FF2B5EF4-FFF2-40B4-BE49-F238E27FC236}">
                    <ns2:creationId id="{A029433C-265A-D6F5-1F2C-0B94A3507AF0}"/>
                  </a:ext>
                </a:extLst>
              </p:cNvPr>
              <p:cNvGrpSpPr/>
              <p:nvPr/>
            </p:nvGrpSpPr>
            <p:grpSpPr>
              <a:xfrm>
                <a:off x="8436624" y="317420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85" name="グループ化 684">
                  <a:extLst>
                    <a:ext uri="{FF2B5EF4-FFF2-40B4-BE49-F238E27FC236}">
                      <ns2:creationId id="{ABBADB10-A24A-A042-0E2E-32B9E674725A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9" name="TextBox 26">
                    <a:extLst>
                      <a:ext uri="{FF2B5EF4-FFF2-40B4-BE49-F238E27FC236}">
                        <ns2:creationId id="{17DDED01-57B7-7223-684D-ECB229B90CC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0" name="グラフィックス 239" descr="分岐路 単色塗りつぶし">
                    <a:extLst>
                      <a:ext uri="{FF2B5EF4-FFF2-40B4-BE49-F238E27FC236}">
                        <ns2:creationId id="{D175F1FF-5EC6-0F93-347F-5A403DE8320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86" name="グループ化 685">
                  <a:extLst>
                    <a:ext uri="{FF2B5EF4-FFF2-40B4-BE49-F238E27FC236}">
                      <ns2:creationId id="{3D38ABB1-3B62-C6C9-9D30-1620E3E94B2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7" name="TextBox 26">
                    <a:extLst>
                      <a:ext uri="{FF2B5EF4-FFF2-40B4-BE49-F238E27FC236}">
                        <ns2:creationId id="{F6C2AABF-334B-218C-6340-80D603C221B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8" name="グラフィックス 239" descr="笑顔 (塗りつぶし) 単色塗りつぶし">
                    <a:extLst>
                      <a:ext uri="{FF2B5EF4-FFF2-40B4-BE49-F238E27FC236}">
                        <ns2:creationId id="{0AA64EA7-FEE9-F8E2-27AF-1D0588E4FE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1" name="グループ化 690">
                <a:extLst>
                  <a:ext uri="{FF2B5EF4-FFF2-40B4-BE49-F238E27FC236}">
                    <ns2:creationId id="{7E94BD34-63E1-B520-6EF9-EBADD9EF0CDA}"/>
                  </a:ext>
                </a:extLst>
              </p:cNvPr>
              <p:cNvGrpSpPr/>
              <p:nvPr/>
            </p:nvGrpSpPr>
            <p:grpSpPr>
              <a:xfrm>
                <a:off x="8436624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2" name="グループ化 691">
                  <a:extLst>
                    <a:ext uri="{FF2B5EF4-FFF2-40B4-BE49-F238E27FC236}">
                      <ns2:creationId id="{CEC475B5-277D-8901-08D2-E8EB33A48B50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96" name="TextBox 26">
                    <a:extLst>
                      <a:ext uri="{FF2B5EF4-FFF2-40B4-BE49-F238E27FC236}">
                        <ns2:creationId id="{947FFCD9-1415-7090-2AEE-2E9223C0429D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7" name="グラフィックス 239" descr="分岐路 単色塗りつぶし">
                    <a:extLst>
                      <a:ext uri="{FF2B5EF4-FFF2-40B4-BE49-F238E27FC236}">
                        <ns2:creationId id="{3CC21878-9A9D-0D22-844A-6F2B9F58E1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93" name="グループ化 692">
                  <a:extLst>
                    <a:ext uri="{FF2B5EF4-FFF2-40B4-BE49-F238E27FC236}">
                      <ns2:creationId id="{FD0F6E8C-125E-1E5C-8A77-842F50F7C2F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94" name="TextBox 26">
                    <a:extLst>
                      <a:ext uri="{FF2B5EF4-FFF2-40B4-BE49-F238E27FC236}">
                        <ns2:creationId id="{70AAEA6B-694C-7760-B0C2-688833D0EC50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5" name="グラフィックス 239" descr="笑顔 (塗りつぶし) 単色塗りつぶし">
                    <a:extLst>
                      <a:ext uri="{FF2B5EF4-FFF2-40B4-BE49-F238E27FC236}">
                        <ns2:creationId id="{AC75B281-16B9-A828-B74F-4A79AB071E4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8" name="グループ化 697">
                <a:extLst>
                  <a:ext uri="{FF2B5EF4-FFF2-40B4-BE49-F238E27FC236}">
                    <ns2:creationId id="{15CC5B46-640F-8D3C-BBE5-E22B00A969CA}"/>
                  </a:ext>
                </a:extLst>
              </p:cNvPr>
              <p:cNvGrpSpPr/>
              <p:nvPr/>
            </p:nvGrpSpPr>
            <p:grpSpPr>
              <a:xfrm>
                <a:off x="8436624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9" name="グループ化 698">
                  <a:extLst>
                    <a:ext uri="{FF2B5EF4-FFF2-40B4-BE49-F238E27FC236}">
                      <ns2:creationId id="{65539AD6-CA42-D340-4843-35BE0507A7DC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03" name="TextBox 26">
                    <a:extLst>
                      <a:ext uri="{FF2B5EF4-FFF2-40B4-BE49-F238E27FC236}">
                        <ns2:creationId id="{BB1B576A-39F5-BEC7-FE42-514AACDC42C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4" name="グラフィックス 239" descr="分岐路 単色塗りつぶし">
                    <a:extLst>
                      <a:ext uri="{FF2B5EF4-FFF2-40B4-BE49-F238E27FC236}">
                        <ns2:creationId id="{3E43DE8A-F3DF-E5C9-8333-54384F670EB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0" name="グループ化 699">
                  <a:extLst>
                    <a:ext uri="{FF2B5EF4-FFF2-40B4-BE49-F238E27FC236}">
                      <ns2:creationId id="{62C4010C-E66D-B835-2B9B-F7F7B1EC5081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1" name="TextBox 26">
                    <a:extLst>
                      <a:ext uri="{FF2B5EF4-FFF2-40B4-BE49-F238E27FC236}">
                        <ns2:creationId id="{1DC72D30-17B9-AA51-EAF4-CEB85980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2" name="グラフィックス 239" descr="笑顔 (塗りつぶし) 単色塗りつぶし">
                    <a:extLst>
                      <a:ext uri="{FF2B5EF4-FFF2-40B4-BE49-F238E27FC236}">
                        <ns2:creationId id="{F7A4EB32-9205-3CB4-C1BC-6BAAB213D11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05" name="グループ化 704">
                <a:extLst>
                  <a:ext uri="{FF2B5EF4-FFF2-40B4-BE49-F238E27FC236}">
                    <ns2:creationId id="{7685F8BE-69A6-A24C-2DAE-477CAD47BDEE}"/>
                  </a:ext>
                </a:extLst>
              </p:cNvPr>
              <p:cNvGrpSpPr/>
              <p:nvPr/>
            </p:nvGrpSpPr>
            <p:grpSpPr>
              <a:xfrm>
                <a:off x="8436624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06" name="グループ化 705">
                  <a:extLst>
                    <a:ext uri="{FF2B5EF4-FFF2-40B4-BE49-F238E27FC236}">
                      <ns2:creationId id="{6A747644-5A64-63C0-F142-FDF532F07B85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0" name="TextBox 26">
                    <a:extLst>
                      <a:ext uri="{FF2B5EF4-FFF2-40B4-BE49-F238E27FC236}">
                        <ns2:creationId id="{BCCAC96E-CF9F-3A9F-C2E2-46196BBDD38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1" name="グラフィックス 239" descr="分岐路 単色塗りつぶし">
                    <a:extLst>
                      <a:ext uri="{FF2B5EF4-FFF2-40B4-BE49-F238E27FC236}">
                        <ns2:creationId id="{3600BEBB-5B33-198C-1386-69BEC9E0FD1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7" name="グループ化 706">
                  <a:extLst>
                    <a:ext uri="{FF2B5EF4-FFF2-40B4-BE49-F238E27FC236}">
                      <ns2:creationId id="{96088C0F-3211-0B43-409E-9A9C3CAADC1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8" name="TextBox 26">
                    <a:extLst>
                      <a:ext uri="{FF2B5EF4-FFF2-40B4-BE49-F238E27FC236}">
                        <ns2:creationId id="{6AB029EE-A59C-9B9E-DB46-C3014E9C821A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9" name="グラフィックス 239" descr="笑顔 (塗りつぶし) 単色塗りつぶし">
                    <a:extLst>
                      <a:ext uri="{FF2B5EF4-FFF2-40B4-BE49-F238E27FC236}">
                        <ns2:creationId id="{9832C12D-DF60-A441-AC6E-23ECE94F84F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12" name="グループ化 711">
                <a:extLst>
                  <a:ext uri="{FF2B5EF4-FFF2-40B4-BE49-F238E27FC236}">
                    <ns2:creationId id="{25A3474E-BCB4-5987-3273-3A6ACC8D5453}"/>
                  </a:ext>
                </a:extLst>
              </p:cNvPr>
              <p:cNvGrpSpPr/>
              <p:nvPr/>
            </p:nvGrpSpPr>
            <p:grpSpPr>
              <a:xfrm>
                <a:off x="8436624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13" name="グループ化 712">
                  <a:extLst>
                    <a:ext uri="{FF2B5EF4-FFF2-40B4-BE49-F238E27FC236}">
                      <ns2:creationId id="{52C63678-0AF2-76C3-7FD0-6565B145369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7" name="TextBox 26">
                    <a:extLst>
                      <a:ext uri="{FF2B5EF4-FFF2-40B4-BE49-F238E27FC236}">
                        <ns2:creationId id="{5B6A2B90-7E86-B799-E2FE-9FAF02FB164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8" name="グラフィックス 239" descr="分岐路 単色塗りつぶし">
                    <a:extLst>
                      <a:ext uri="{FF2B5EF4-FFF2-40B4-BE49-F238E27FC236}">
                        <ns2:creationId id="{507F5E76-8D79-C37C-1FEA-360F489A26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14" name="グループ化 713">
                  <a:extLst>
                    <a:ext uri="{FF2B5EF4-FFF2-40B4-BE49-F238E27FC236}">
                      <ns2:creationId id="{BFE02D31-EDCD-4DF6-BC5A-8FD6C7B878A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15" name="TextBox 26">
                    <a:extLst>
                      <a:ext uri="{FF2B5EF4-FFF2-40B4-BE49-F238E27FC236}">
                        <ns2:creationId id="{E148C3AB-4B49-74C5-473F-26F3842AC30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6" name="グラフィックス 239" descr="笑顔 (塗りつぶし) 単色塗りつぶし">
                    <a:extLst>
                      <a:ext uri="{FF2B5EF4-FFF2-40B4-BE49-F238E27FC236}">
                        <ns2:creationId id="{FAE61757-5014-CE86-5D68-F67FD963BC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26" name="グループ化 825">
                <a:extLst>
                  <a:ext uri="{FF2B5EF4-FFF2-40B4-BE49-F238E27FC236}">
                    <ns2:creationId id="{87D8E698-C9E5-B3D0-5279-FEA0FD496B46}"/>
                  </a:ext>
                </a:extLst>
              </p:cNvPr>
              <p:cNvGrpSpPr/>
              <p:nvPr/>
            </p:nvGrpSpPr>
            <p:grpSpPr>
              <a:xfrm>
                <a:off x="6132208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720" name="グループ化 719">
                  <a:extLst>
                    <a:ext uri="{FF2B5EF4-FFF2-40B4-BE49-F238E27FC236}">
                      <ns2:creationId id="{0818FDD6-2E82-ADF7-80A5-BD25C8D93C22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721" name="TextBox 26">
                    <a:extLst>
                      <a:ext uri="{FF2B5EF4-FFF2-40B4-BE49-F238E27FC236}">
                        <ns2:creationId id="{9AE5783D-3AC1-1967-454A-FA1A0F98C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2" name="グラフィックス 239" descr="バッジ: フォロー解除 単色塗りつぶし">
                    <a:extLst>
                      <a:ext uri="{FF2B5EF4-FFF2-40B4-BE49-F238E27FC236}">
                        <ns2:creationId id="{9A423EB9-B76F-1389-2BC0-F294D114D9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23" name="グループ化 722">
                  <a:extLst>
                    <a:ext uri="{FF2B5EF4-FFF2-40B4-BE49-F238E27FC236}">
                      <ns2:creationId id="{368B390D-C15D-FC81-4F06-A87F14D9EA58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24" name="TextBox 26">
                    <a:extLst>
                      <a:ext uri="{FF2B5EF4-FFF2-40B4-BE49-F238E27FC236}">
                        <ns2:creationId id="{E18A7550-BDBC-85F7-9872-9DFC3643AD7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5" name="グラフィックス 239" descr="分岐路 単色塗りつぶし">
                    <a:extLst>
                      <a:ext uri="{FF2B5EF4-FFF2-40B4-BE49-F238E27FC236}">
                        <ns2:creationId id="{A2BD01BC-6960-369A-C122-5E403387908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84" name="グループ化 783">
                <a:extLst>
                  <a:ext uri="{FF2B5EF4-FFF2-40B4-BE49-F238E27FC236}">
                    <ns2:creationId id="{E0EB2603-3AE2-8F5A-6855-3675C75DBFF8}"/>
                  </a:ext>
                </a:extLst>
              </p:cNvPr>
              <p:cNvGrpSpPr/>
              <p:nvPr/>
            </p:nvGrpSpPr>
            <p:grpSpPr>
              <a:xfrm>
                <a:off x="7284416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85" name="グループ化 784">
                  <a:extLst>
                    <a:ext uri="{FF2B5EF4-FFF2-40B4-BE49-F238E27FC236}">
                      <ns2:creationId id="{88CA2710-B334-54C8-3454-93C87F0D8E3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89" name="TextBox 26">
                    <a:extLst>
                      <a:ext uri="{FF2B5EF4-FFF2-40B4-BE49-F238E27FC236}">
                        <ns2:creationId id="{2241E2F2-2075-C420-7C9E-88F00BB1F1D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0" name="グラフィックス 239" descr="分岐路 単色塗りつぶし">
                    <a:extLst>
                      <a:ext uri="{FF2B5EF4-FFF2-40B4-BE49-F238E27FC236}">
                        <ns2:creationId id="{2EB009C4-529E-6E39-6F3E-80BAE501451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86" name="グループ化 785">
                  <a:extLst>
                    <a:ext uri="{FF2B5EF4-FFF2-40B4-BE49-F238E27FC236}">
                      <ns2:creationId id="{FE1BC99E-6C56-29D9-3918-A4C0939ACFE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87" name="TextBox 26">
                    <a:extLst>
                      <a:ext uri="{FF2B5EF4-FFF2-40B4-BE49-F238E27FC236}">
                        <ns2:creationId id="{A46482FE-D7B2-85C6-63D9-6A3EEF23E56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88" name="グラフィックス 239" descr="笑顔 (塗りつぶし) 単色塗りつぶし">
                    <a:extLst>
                      <a:ext uri="{FF2B5EF4-FFF2-40B4-BE49-F238E27FC236}">
                        <ns2:creationId id="{E13774B4-CD7B-0D7F-C022-3EFA62A41A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1" name="グループ化 790">
                <a:extLst>
                  <a:ext uri="{FF2B5EF4-FFF2-40B4-BE49-F238E27FC236}">
                    <ns2:creationId id="{2D66F94F-7E66-C3EA-1C08-BF5963549C1A}"/>
                  </a:ext>
                </a:extLst>
              </p:cNvPr>
              <p:cNvGrpSpPr/>
              <p:nvPr/>
            </p:nvGrpSpPr>
            <p:grpSpPr>
              <a:xfrm>
                <a:off x="7284416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2" name="グループ化 791">
                  <a:extLst>
                    <a:ext uri="{FF2B5EF4-FFF2-40B4-BE49-F238E27FC236}">
                      <ns2:creationId id="{DF41D878-52E4-DCE3-23C3-6BFBBC04FEE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96" name="TextBox 26">
                    <a:extLst>
                      <a:ext uri="{FF2B5EF4-FFF2-40B4-BE49-F238E27FC236}">
                        <ns2:creationId id="{6E200438-AEDB-40C1-4A11-68A435C2B45C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7" name="グラフィックス 239" descr="分岐路 単色塗りつぶし">
                    <a:extLst>
                      <a:ext uri="{FF2B5EF4-FFF2-40B4-BE49-F238E27FC236}">
                        <ns2:creationId id="{AA940B00-A59D-30A0-9883-5C796A9A535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93" name="グループ化 792">
                  <a:extLst>
                    <a:ext uri="{FF2B5EF4-FFF2-40B4-BE49-F238E27FC236}">
                      <ns2:creationId id="{F14DCABA-93F3-5348-7C5B-BB99CE1A256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94" name="TextBox 26">
                    <a:extLst>
                      <a:ext uri="{FF2B5EF4-FFF2-40B4-BE49-F238E27FC236}">
                        <ns2:creationId id="{1C133F1C-7C5F-D454-CD46-1EE70CBDF297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5" name="グラフィックス 239" descr="笑顔 (塗りつぶし) 単色塗りつぶし">
                    <a:extLst>
                      <a:ext uri="{FF2B5EF4-FFF2-40B4-BE49-F238E27FC236}">
                        <ns2:creationId id="{8804E460-9338-D5C6-E771-279A1336FDB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8" name="グループ化 797">
                <a:extLst>
                  <a:ext uri="{FF2B5EF4-FFF2-40B4-BE49-F238E27FC236}">
                    <ns2:creationId id="{C69B3FD4-C121-E7BC-47BA-BC75E50D1051}"/>
                  </a:ext>
                </a:extLst>
              </p:cNvPr>
              <p:cNvGrpSpPr/>
              <p:nvPr/>
            </p:nvGrpSpPr>
            <p:grpSpPr>
              <a:xfrm>
                <a:off x="7284416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9" name="グループ化 798">
                  <a:extLst>
                    <a:ext uri="{FF2B5EF4-FFF2-40B4-BE49-F238E27FC236}">
                      <ns2:creationId id="{CEC72336-D798-A6A9-C6D8-FB57F4323EC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03" name="TextBox 26">
                    <a:extLst>
                      <a:ext uri="{FF2B5EF4-FFF2-40B4-BE49-F238E27FC236}">
                        <ns2:creationId id="{DA21B434-5C3A-C975-9CBC-ED59AC7AFE7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4" name="グラフィックス 239" descr="分岐路 単色塗りつぶし">
                    <a:extLst>
                      <a:ext uri="{FF2B5EF4-FFF2-40B4-BE49-F238E27FC236}">
                        <ns2:creationId id="{DCB9C556-667A-A78D-39A4-5CEB6EDC0F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E1BBB93C-D4D9-86C7-840D-72D31FDDE5E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1" name="TextBox 26">
                    <a:extLst>
                      <a:ext uri="{FF2B5EF4-FFF2-40B4-BE49-F238E27FC236}">
                        <ns2:creationId id="{B430B68E-0FDB-9CF6-F080-1FBB8705FEF9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2" name="グラフィックス 239" descr="笑顔 (塗りつぶし) 単色塗りつぶし">
                    <a:extLst>
                      <a:ext uri="{FF2B5EF4-FFF2-40B4-BE49-F238E27FC236}">
                        <ns2:creationId id="{1F8C62F5-0AC3-593F-AEFB-576018FE4D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05" name="グループ化 804">
                <a:extLst>
                  <a:ext uri="{FF2B5EF4-FFF2-40B4-BE49-F238E27FC236}">
                    <ns2:creationId id="{F8A00B43-2391-AC33-CF27-B92E69FFAA6B}"/>
                  </a:ext>
                </a:extLst>
              </p:cNvPr>
              <p:cNvGrpSpPr/>
              <p:nvPr/>
            </p:nvGrpSpPr>
            <p:grpSpPr>
              <a:xfrm>
                <a:off x="6132208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06" name="グループ化 805">
                  <a:extLst>
                    <a:ext uri="{FF2B5EF4-FFF2-40B4-BE49-F238E27FC236}">
                      <ns2:creationId id="{0DD7A6A4-8F4E-4FAF-A16D-FD4E5DE24D6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0" name="TextBox 26">
                    <a:extLst>
                      <a:ext uri="{FF2B5EF4-FFF2-40B4-BE49-F238E27FC236}">
                        <ns2:creationId id="{90F0C114-F809-1285-DE05-D6C2171E1C0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1" name="グラフィックス 239" descr="分岐路 単色塗りつぶし">
                    <a:extLst>
                      <a:ext uri="{FF2B5EF4-FFF2-40B4-BE49-F238E27FC236}">
                        <ns2:creationId id="{276EC260-7D73-7F38-ED1C-B444B0AFC3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7" name="グループ化 806">
                  <a:extLst>
                    <a:ext uri="{FF2B5EF4-FFF2-40B4-BE49-F238E27FC236}">
                      <ns2:creationId id="{F5620F5A-0AA8-6A80-1CE0-BA1160060C7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8" name="TextBox 26">
                    <a:extLst>
                      <a:ext uri="{FF2B5EF4-FFF2-40B4-BE49-F238E27FC236}">
                        <ns2:creationId id="{9C2BD471-47B0-D573-D4C8-7474E6CFF09D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9" name="グラフィックス 239" descr="笑顔 (塗りつぶし) 単色塗りつぶし">
                    <a:extLst>
                      <a:ext uri="{FF2B5EF4-FFF2-40B4-BE49-F238E27FC236}">
                        <ns2:creationId id="{2CBD525F-6D8D-C548-8B8D-C938FA087A7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2" name="グループ化 811">
                <a:extLst>
                  <a:ext uri="{FF2B5EF4-FFF2-40B4-BE49-F238E27FC236}">
                    <ns2:creationId id="{0A3519BD-C93D-4862-59A1-4372820A3F9E}"/>
                  </a:ext>
                </a:extLst>
              </p:cNvPr>
              <p:cNvGrpSpPr/>
              <p:nvPr/>
            </p:nvGrpSpPr>
            <p:grpSpPr>
              <a:xfrm>
                <a:off x="613220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13" name="グループ化 812">
                  <a:extLst>
                    <a:ext uri="{FF2B5EF4-FFF2-40B4-BE49-F238E27FC236}">
                      <ns2:creationId id="{D53C15E0-4680-ED4A-947B-E1C51A19689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7" name="TextBox 26">
                    <a:extLst>
                      <a:ext uri="{FF2B5EF4-FFF2-40B4-BE49-F238E27FC236}">
                        <ns2:creationId id="{704FC3AA-C54F-329E-0AFE-9A1C11FABC3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8" name="グラフィックス 239" descr="分岐路 単色塗りつぶし">
                    <a:extLst>
                      <a:ext uri="{FF2B5EF4-FFF2-40B4-BE49-F238E27FC236}">
                        <ns2:creationId id="{74DAB748-964C-08DC-7C8E-BBFAD3FD10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378B3FB4-A7FA-DEAA-7FD5-D791E539897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15" name="TextBox 26">
                    <a:extLst>
                      <a:ext uri="{FF2B5EF4-FFF2-40B4-BE49-F238E27FC236}">
                        <ns2:creationId id="{F29AF48E-5EEF-BD80-2FC9-D9CEA635F66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6" name="グラフィックス 239" descr="笑顔 (塗りつぶし) 単色塗りつぶし">
                    <a:extLst>
                      <a:ext uri="{FF2B5EF4-FFF2-40B4-BE49-F238E27FC236}">
                        <ns2:creationId id="{3E4CB72A-495F-BC3D-B7E9-E5EABF95D02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9" name="グループ化 818">
                <a:extLst>
                  <a:ext uri="{FF2B5EF4-FFF2-40B4-BE49-F238E27FC236}">
                    <ns2:creationId id="{14699703-F135-C549-CD4E-F86A499A3DE7}"/>
                  </a:ext>
                </a:extLst>
              </p:cNvPr>
              <p:cNvGrpSpPr/>
              <p:nvPr/>
            </p:nvGrpSpPr>
            <p:grpSpPr>
              <a:xfrm>
                <a:off x="613220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20" name="グループ化 819">
                  <a:extLst>
                    <a:ext uri="{FF2B5EF4-FFF2-40B4-BE49-F238E27FC236}">
                      <ns2:creationId id="{F4104029-9569-F038-A752-61406700D3E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24" name="TextBox 26">
                    <a:extLst>
                      <a:ext uri="{FF2B5EF4-FFF2-40B4-BE49-F238E27FC236}">
                        <ns2:creationId id="{BF5F7374-9D7B-169A-3AE4-31EF7B3D69E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5" name="グラフィックス 239" descr="分岐路 単色塗りつぶし">
                    <a:extLst>
                      <a:ext uri="{FF2B5EF4-FFF2-40B4-BE49-F238E27FC236}">
                        <ns2:creationId id="{3E4A9427-E984-1243-A02E-AF2BCCC1B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21" name="グループ化 820">
                  <a:extLst>
                    <a:ext uri="{FF2B5EF4-FFF2-40B4-BE49-F238E27FC236}">
                      <ns2:creationId id="{D13CB35D-EF8B-F4EA-34F4-61EEC994311B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22" name="TextBox 26">
                    <a:extLst>
                      <a:ext uri="{FF2B5EF4-FFF2-40B4-BE49-F238E27FC236}">
                        <ns2:creationId id="{5D7F149A-24BC-BD50-6248-5EFB81669C4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3" name="グラフィックス 239" descr="笑顔 (塗りつぶし) 単色塗りつぶし">
                    <a:extLst>
                      <a:ext uri="{FF2B5EF4-FFF2-40B4-BE49-F238E27FC236}">
                        <ns2:creationId id="{254E51CC-64FB-FAE2-E9B7-FAA6A60106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34" name="グループ化 833">
                <a:extLst>
                  <a:ext uri="{FF2B5EF4-FFF2-40B4-BE49-F238E27FC236}">
                    <ns2:creationId id="{2DE46D81-62E4-0DA5-9E9A-8B570336921F}"/>
                  </a:ext>
                </a:extLst>
              </p:cNvPr>
              <p:cNvGrpSpPr/>
              <p:nvPr/>
            </p:nvGrpSpPr>
            <p:grpSpPr>
              <a:xfrm>
                <a:off x="7284416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35" name="グループ化 834">
                  <a:extLst>
                    <a:ext uri="{FF2B5EF4-FFF2-40B4-BE49-F238E27FC236}">
                      <ns2:creationId id="{3C1D0D39-E72B-9867-DB2D-A98781200900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39" name="TextBox 26">
                    <a:extLst>
                      <a:ext uri="{FF2B5EF4-FFF2-40B4-BE49-F238E27FC236}">
                        <ns2:creationId id="{C95201FF-D5E4-8255-FECE-AC106BFB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0" name="グラフィックス 239" descr="バッジ: フォロー解除 単色塗りつぶし">
                    <a:extLst>
                      <a:ext uri="{FF2B5EF4-FFF2-40B4-BE49-F238E27FC236}">
                        <ns2:creationId id="{2CDEE2E5-B55F-BFE0-BC50-1D992378DFF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6" name="グループ化 835">
                  <a:extLst>
                    <a:ext uri="{FF2B5EF4-FFF2-40B4-BE49-F238E27FC236}">
                      <ns2:creationId id="{91CB01FE-A411-3F85-9A04-DACC526F8719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37" name="TextBox 26">
                    <a:extLst>
                      <a:ext uri="{FF2B5EF4-FFF2-40B4-BE49-F238E27FC236}">
                        <ns2:creationId id="{76FEDFB3-9FA8-CCE6-A6CB-5A3FD4F6802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38" name="グラフィックス 239" descr="分岐路 単色塗りつぶし">
                    <a:extLst>
                      <a:ext uri="{FF2B5EF4-FFF2-40B4-BE49-F238E27FC236}">
                        <ns2:creationId id="{389292DE-5105-773C-A87F-F1390EAE77F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1" name="グループ化 840">
                <a:extLst>
                  <a:ext uri="{FF2B5EF4-FFF2-40B4-BE49-F238E27FC236}">
                    <ns2:creationId id="{171B0738-86ED-8E7A-D20C-37605CC5D1E4}"/>
                  </a:ext>
                </a:extLst>
              </p:cNvPr>
              <p:cNvGrpSpPr/>
              <p:nvPr/>
            </p:nvGrpSpPr>
            <p:grpSpPr>
              <a:xfrm>
                <a:off x="6132208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2" name="グループ化 841">
                  <a:extLst>
                    <a:ext uri="{FF2B5EF4-FFF2-40B4-BE49-F238E27FC236}">
                      <ns2:creationId id="{1482EF84-8740-22CB-004E-EB79B6F905BE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46" name="TextBox 26">
                    <a:extLst>
                      <a:ext uri="{FF2B5EF4-FFF2-40B4-BE49-F238E27FC236}">
                        <ns2:creationId id="{6FD53DF8-88D1-60FD-0784-4560EAF45F76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7" name="グラフィックス 239" descr="バッジ: フォロー解除 単色塗りつぶし">
                    <a:extLst>
                      <a:ext uri="{FF2B5EF4-FFF2-40B4-BE49-F238E27FC236}">
                        <ns2:creationId id="{CFB8A81F-829E-8208-8250-22E40FD8CC6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43" name="グループ化 842">
                  <a:extLst>
                    <a:ext uri="{FF2B5EF4-FFF2-40B4-BE49-F238E27FC236}">
                      <ns2:creationId id="{1FA5890B-BFF6-1EDF-1929-1C5D02A1727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44" name="TextBox 26">
                    <a:extLst>
                      <a:ext uri="{FF2B5EF4-FFF2-40B4-BE49-F238E27FC236}">
                        <ns2:creationId id="{BB5DF688-821F-8853-F8A1-075C5AE7AB8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5" name="グラフィックス 239" descr="分岐路 単色塗りつぶし">
                    <a:extLst>
                      <a:ext uri="{FF2B5EF4-FFF2-40B4-BE49-F238E27FC236}">
                        <ns2:creationId id="{53F327B2-DA98-0F8D-BFB0-10373605DF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8" name="グループ化 847">
                <a:extLst>
                  <a:ext uri="{FF2B5EF4-FFF2-40B4-BE49-F238E27FC236}">
                    <ns2:creationId id="{563A6848-4407-E3D2-CC3B-F9AF4C246A5B}"/>
                  </a:ext>
                </a:extLst>
              </p:cNvPr>
              <p:cNvGrpSpPr/>
              <p:nvPr/>
            </p:nvGrpSpPr>
            <p:grpSpPr>
              <a:xfrm>
                <a:off x="7284416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9" name="グループ化 848">
                  <a:extLst>
                    <a:ext uri="{FF2B5EF4-FFF2-40B4-BE49-F238E27FC236}">
                      <ns2:creationId id="{744FB7A8-5F70-4EFB-454F-99AEC2E4614A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53" name="TextBox 26">
                    <a:extLst>
                      <a:ext uri="{FF2B5EF4-FFF2-40B4-BE49-F238E27FC236}">
                        <ns2:creationId id="{5C4428D3-3BC4-C404-8A1B-0DACB4D663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4" name="グラフィックス 239" descr="バッジ: フォロー解除 単色塗りつぶし">
                    <a:extLst>
                      <a:ext uri="{FF2B5EF4-FFF2-40B4-BE49-F238E27FC236}">
                        <ns2:creationId id="{9FDD3D94-28C4-9FCF-9FE4-C4E24BC491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0" name="グループ化 849">
                  <a:extLst>
                    <a:ext uri="{FF2B5EF4-FFF2-40B4-BE49-F238E27FC236}">
                      <ns2:creationId id="{814FAB48-1C6F-F7C3-C6DB-47A288BA03A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1" name="TextBox 26">
                    <a:extLst>
                      <a:ext uri="{FF2B5EF4-FFF2-40B4-BE49-F238E27FC236}">
                        <ns2:creationId id="{C10FFFFE-B735-FECE-BE36-EB00447EDA2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2" name="グラフィックス 239" descr="分岐路 単色塗りつぶし">
                    <a:extLst>
                      <a:ext uri="{FF2B5EF4-FFF2-40B4-BE49-F238E27FC236}">
                        <ns2:creationId id="{DC1480DB-52E5-A2F9-2BAB-291CBA74AF4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55" name="グループ化 854">
                <a:extLst>
                  <a:ext uri="{FF2B5EF4-FFF2-40B4-BE49-F238E27FC236}">
                    <ns2:creationId id="{6A8A0ED2-96BC-61FB-5D3F-8C567611208D}"/>
                  </a:ext>
                </a:extLst>
              </p:cNvPr>
              <p:cNvGrpSpPr/>
              <p:nvPr/>
            </p:nvGrpSpPr>
            <p:grpSpPr>
              <a:xfrm>
                <a:off x="6132208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56" name="グループ化 855">
                  <a:extLst>
                    <a:ext uri="{FF2B5EF4-FFF2-40B4-BE49-F238E27FC236}">
                      <ns2:creationId id="{BF304277-3D8D-4182-2827-22861DE8D3EC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0" name="TextBox 26">
                    <a:extLst>
                      <a:ext uri="{FF2B5EF4-FFF2-40B4-BE49-F238E27FC236}">
                        <ns2:creationId id="{8CB1F34B-4BB5-D9B8-DE76-00897965C1DA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1" name="グラフィックス 239" descr="バッジ: フォロー解除 単色塗りつぶし">
                    <a:extLst>
                      <a:ext uri="{FF2B5EF4-FFF2-40B4-BE49-F238E27FC236}">
                        <ns2:creationId id="{14BAEABC-9608-082B-FA55-288A947A6B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7" name="グループ化 856">
                  <a:extLst>
                    <a:ext uri="{FF2B5EF4-FFF2-40B4-BE49-F238E27FC236}">
                      <ns2:creationId id="{7A902390-273E-974E-171B-DE999D255184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8" name="TextBox 26">
                    <a:extLst>
                      <a:ext uri="{FF2B5EF4-FFF2-40B4-BE49-F238E27FC236}">
                        <ns2:creationId id="{E90EF728-F8FA-64B2-6200-00726905D1A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9" name="グラフィックス 239" descr="分岐路 単色塗りつぶし">
                    <a:extLst>
                      <a:ext uri="{FF2B5EF4-FFF2-40B4-BE49-F238E27FC236}">
                        <ns2:creationId id="{0945E111-68F7-FAE7-7E39-A7646E49A7E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2" name="グループ化 861">
                <a:extLst>
                  <a:ext uri="{FF2B5EF4-FFF2-40B4-BE49-F238E27FC236}">
                    <ns2:creationId id="{1CCFE1C6-6362-964D-79F4-BACEF20839F1}"/>
                  </a:ext>
                </a:extLst>
              </p:cNvPr>
              <p:cNvGrpSpPr/>
              <p:nvPr/>
            </p:nvGrpSpPr>
            <p:grpSpPr>
              <a:xfrm>
                <a:off x="7284416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63" name="グループ化 862">
                  <a:extLst>
                    <a:ext uri="{FF2B5EF4-FFF2-40B4-BE49-F238E27FC236}">
                      <ns2:creationId id="{DA74467D-7B43-E73B-77A9-C07215E51F7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7" name="TextBox 26">
                    <a:extLst>
                      <a:ext uri="{FF2B5EF4-FFF2-40B4-BE49-F238E27FC236}">
                        <ns2:creationId id="{AAC37632-04B7-1B8C-A252-A4F6FE74D8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8" name="グラフィックス 239" descr="バッジ: フォロー解除 単色塗りつぶし">
                    <a:extLst>
                      <a:ext uri="{FF2B5EF4-FFF2-40B4-BE49-F238E27FC236}">
                        <ns2:creationId id="{AA6E5202-3C3B-8B92-3CF5-1EC480E756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64" name="グループ化 863">
                  <a:extLst>
                    <a:ext uri="{FF2B5EF4-FFF2-40B4-BE49-F238E27FC236}">
                      <ns2:creationId id="{207B90ED-6E12-28CE-801E-DABCCD3697B3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65" name="TextBox 26">
                    <a:extLst>
                      <a:ext uri="{FF2B5EF4-FFF2-40B4-BE49-F238E27FC236}">
                        <ns2:creationId id="{7F06E392-A21C-3347-87C6-97EE5AD6F17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6" name="グラフィックス 239" descr="分岐路 単色塗りつぶし">
                    <a:extLst>
                      <a:ext uri="{FF2B5EF4-FFF2-40B4-BE49-F238E27FC236}">
                        <ns2:creationId id="{DB2E593D-43E1-E9FE-2289-18E695BEC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9" name="グループ化 868">
                <a:extLst>
                  <a:ext uri="{FF2B5EF4-FFF2-40B4-BE49-F238E27FC236}">
                    <ns2:creationId id="{1B88C98A-128D-1B39-D799-B348AA4D54B6}"/>
                  </a:ext>
                </a:extLst>
              </p:cNvPr>
              <p:cNvGrpSpPr/>
              <p:nvPr/>
            </p:nvGrpSpPr>
            <p:grpSpPr>
              <a:xfrm>
                <a:off x="6132208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0" name="グループ化 869">
                  <a:extLst>
                    <a:ext uri="{FF2B5EF4-FFF2-40B4-BE49-F238E27FC236}">
                      <ns2:creationId id="{C462C504-2602-C3BD-B059-0B0C2C6B8EA3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74" name="TextBox 26">
                    <a:extLst>
                      <a:ext uri="{FF2B5EF4-FFF2-40B4-BE49-F238E27FC236}">
                        <ns2:creationId id="{5545FA67-F1DE-AA4F-501B-6C0B4E2140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5" name="グラフィックス 239" descr="バッジ: フォロー解除 単色塗りつぶし">
                    <a:extLst>
                      <a:ext uri="{FF2B5EF4-FFF2-40B4-BE49-F238E27FC236}">
                        <ns2:creationId id="{D2F2FEC5-7ADF-688B-A694-BD546D8C4B4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1" name="グループ化 870">
                  <a:extLst>
                    <a:ext uri="{FF2B5EF4-FFF2-40B4-BE49-F238E27FC236}">
                      <ns2:creationId id="{09E1D331-1320-6FBB-D785-17132D835C8F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2" name="TextBox 26">
                    <a:extLst>
                      <a:ext uri="{FF2B5EF4-FFF2-40B4-BE49-F238E27FC236}">
                        <ns2:creationId id="{41BF7935-98A7-6F86-190B-5F8346836AB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3" name="グラフィックス 239" descr="分岐路 単色塗りつぶし">
                    <a:extLst>
                      <a:ext uri="{FF2B5EF4-FFF2-40B4-BE49-F238E27FC236}">
                        <ns2:creationId id="{E6BC2814-02B4-DA58-13C3-BB0DC3256BE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76" name="グループ化 875">
                <a:extLst>
                  <a:ext uri="{FF2B5EF4-FFF2-40B4-BE49-F238E27FC236}">
                    <ns2:creationId id="{F02895E8-CBAA-D10C-7C29-F950EE6FB6B3}"/>
                  </a:ext>
                </a:extLst>
              </p:cNvPr>
              <p:cNvGrpSpPr/>
              <p:nvPr/>
            </p:nvGrpSpPr>
            <p:grpSpPr>
              <a:xfrm>
                <a:off x="7284416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7" name="グループ化 876">
                  <a:extLst>
                    <a:ext uri="{FF2B5EF4-FFF2-40B4-BE49-F238E27FC236}">
                      <ns2:creationId id="{3E4C6E27-3FF2-728F-85AB-243E041704A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81" name="TextBox 26">
                    <a:extLst>
                      <a:ext uri="{FF2B5EF4-FFF2-40B4-BE49-F238E27FC236}">
                        <ns2:creationId id="{2E63F33B-594F-5DEB-B138-FD3DD20720B2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2" name="グラフィックス 239" descr="バッジ: フォロー解除 単色塗りつぶし">
                    <a:extLst>
                      <a:ext uri="{FF2B5EF4-FFF2-40B4-BE49-F238E27FC236}">
                        <ns2:creationId id="{6A84C89C-847D-AEA4-46B4-C1B8455CAB5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8" name="グループ化 877">
                  <a:extLst>
                    <a:ext uri="{FF2B5EF4-FFF2-40B4-BE49-F238E27FC236}">
                      <ns2:creationId id="{DC914AEF-E0EB-FBA5-DEC1-86A4DEE375A1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9" name="TextBox 26">
                    <a:extLst>
                      <a:ext uri="{FF2B5EF4-FFF2-40B4-BE49-F238E27FC236}">
                        <ns2:creationId id="{34BD4932-733F-9946-BC06-C7D8677F2E7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0" name="グラフィックス 239" descr="分岐路 単色塗りつぶし">
                    <a:extLst>
                      <a:ext uri="{FF2B5EF4-FFF2-40B4-BE49-F238E27FC236}">
                        <ns2:creationId id="{DE2B3808-6267-05DE-4774-9A11A4C5ED3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83" name="グループ化 882">
                <a:extLst>
                  <a:ext uri="{FF2B5EF4-FFF2-40B4-BE49-F238E27FC236}">
                    <ns2:creationId id="{EAE1F84E-7750-FDE8-7886-1CC1C3839EDF}"/>
                  </a:ext>
                </a:extLst>
              </p:cNvPr>
              <p:cNvGrpSpPr/>
              <p:nvPr/>
            </p:nvGrpSpPr>
            <p:grpSpPr>
              <a:xfrm>
                <a:off x="10741038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84" name="グループ化 883">
                  <a:extLst>
                    <a:ext uri="{FF2B5EF4-FFF2-40B4-BE49-F238E27FC236}">
                      <ns2:creationId id="{BA40BB56-CF6B-BDAD-0A3F-E7D512704FEF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88" name="TextBox 26">
                    <a:extLst>
                      <a:ext uri="{FF2B5EF4-FFF2-40B4-BE49-F238E27FC236}">
                        <ns2:creationId id="{B639F340-683B-321D-B16B-C380B333E4C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9" name="グラフィックス 239" descr="分岐路 単色塗りつぶし">
                    <a:extLst>
                      <a:ext uri="{FF2B5EF4-FFF2-40B4-BE49-F238E27FC236}">
                        <ns2:creationId id="{C64A9014-01FB-4CA4-0BFE-54B2E6893E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85" name="グループ化 884">
                  <a:extLst>
                    <a:ext uri="{FF2B5EF4-FFF2-40B4-BE49-F238E27FC236}">
                      <ns2:creationId id="{648BA551-EB43-4063-35F5-FD494BEF4E5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86" name="TextBox 26">
                    <a:extLst>
                      <a:ext uri="{FF2B5EF4-FFF2-40B4-BE49-F238E27FC236}">
                        <ns2:creationId id="{0834527B-75C3-CA23-5A89-63DEB58DD27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7" name="グラフィックス 239" descr="笑顔 (塗りつぶし) 単色塗りつぶし">
                    <a:extLst>
                      <a:ext uri="{FF2B5EF4-FFF2-40B4-BE49-F238E27FC236}">
                        <ns2:creationId id="{459E76B4-1A72-A2B2-20A4-0015AE814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0" name="グループ化 889">
                <a:extLst>
                  <a:ext uri="{FF2B5EF4-FFF2-40B4-BE49-F238E27FC236}">
                    <ns2:creationId id="{125ED388-A655-73DD-707F-B685BE9C9570}"/>
                  </a:ext>
                </a:extLst>
              </p:cNvPr>
              <p:cNvGrpSpPr/>
              <p:nvPr/>
            </p:nvGrpSpPr>
            <p:grpSpPr>
              <a:xfrm>
                <a:off x="1074103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1" name="グループ化 890">
                  <a:extLst>
                    <a:ext uri="{FF2B5EF4-FFF2-40B4-BE49-F238E27FC236}">
                      <ns2:creationId id="{2A9A7B4C-DC41-1BF0-C4EC-981B2E889C5D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95" name="TextBox 26">
                    <a:extLst>
                      <a:ext uri="{FF2B5EF4-FFF2-40B4-BE49-F238E27FC236}">
                        <ns2:creationId id="{EB98DEC0-DAFE-104C-4324-876A3FD3C09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6" name="グラフィックス 239" descr="分岐路 単色塗りつぶし">
                    <a:extLst>
                      <a:ext uri="{FF2B5EF4-FFF2-40B4-BE49-F238E27FC236}">
                        <ns2:creationId id="{FD1768CA-4FFA-E64D-4A95-4F3386C47E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2" name="グループ化 891">
                  <a:extLst>
                    <a:ext uri="{FF2B5EF4-FFF2-40B4-BE49-F238E27FC236}">
                      <ns2:creationId id="{0358F2F0-C905-3242-F292-0A14389364BC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93" name="TextBox 26">
                    <a:extLst>
                      <a:ext uri="{FF2B5EF4-FFF2-40B4-BE49-F238E27FC236}">
                        <ns2:creationId id="{80C78DDF-563E-2ADF-90A8-7D7EB3836003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4" name="グラフィックス 239" descr="笑顔 (塗りつぶし) 単色塗りつぶし">
                    <a:extLst>
                      <a:ext uri="{FF2B5EF4-FFF2-40B4-BE49-F238E27FC236}">
                        <ns2:creationId id="{AE3E4DE0-3F8B-48D3-1221-C108CDFD40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7" name="グループ化 896">
                <a:extLst>
                  <a:ext uri="{FF2B5EF4-FFF2-40B4-BE49-F238E27FC236}">
                    <ns2:creationId id="{982DE6F7-A9D2-DCFB-2173-7F3E049EF02F}"/>
                  </a:ext>
                </a:extLst>
              </p:cNvPr>
              <p:cNvGrpSpPr/>
              <p:nvPr/>
            </p:nvGrpSpPr>
            <p:grpSpPr>
              <a:xfrm>
                <a:off x="1074103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8" name="グループ化 897">
                  <a:extLst>
                    <a:ext uri="{FF2B5EF4-FFF2-40B4-BE49-F238E27FC236}">
                      <ns2:creationId id="{1E81EEDE-18F4-F488-673D-F0230842C4B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2" name="TextBox 26">
                    <a:extLst>
                      <a:ext uri="{FF2B5EF4-FFF2-40B4-BE49-F238E27FC236}">
                        <ns2:creationId id="{718BB468-24B9-E1A5-9DF6-E761031E24F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3" name="グラフィックス 239" descr="分岐路 単色塗りつぶし">
                    <a:extLst>
                      <a:ext uri="{FF2B5EF4-FFF2-40B4-BE49-F238E27FC236}">
                        <ns2:creationId id="{AA4CE10A-6428-7150-BE6F-9C33DD23768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9" name="グループ化 898">
                  <a:extLst>
                    <a:ext uri="{FF2B5EF4-FFF2-40B4-BE49-F238E27FC236}">
                      <ns2:creationId id="{E4B18214-0B52-3B23-7FBA-9FA253A872B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0" name="TextBox 26">
                    <a:extLst>
                      <a:ext uri="{FF2B5EF4-FFF2-40B4-BE49-F238E27FC236}">
                        <ns2:creationId id="{F01053D3-C4E3-DBCF-7C80-E4215AEE35A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1" name="グラフィックス 239" descr="笑顔 (塗りつぶし) 単色塗りつぶし">
                    <a:extLst>
                      <a:ext uri="{FF2B5EF4-FFF2-40B4-BE49-F238E27FC236}">
                        <ns2:creationId id="{46349165-B615-E0B7-2548-6C19C33541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04" name="グループ化 903">
                <a:extLst>
                  <a:ext uri="{FF2B5EF4-FFF2-40B4-BE49-F238E27FC236}">
                    <ns2:creationId id="{5999668E-4FAB-D1A2-DC32-3BA3C1DC5BCC}"/>
                  </a:ext>
                </a:extLst>
              </p:cNvPr>
              <p:cNvGrpSpPr/>
              <p:nvPr/>
            </p:nvGrpSpPr>
            <p:grpSpPr>
              <a:xfrm>
                <a:off x="6132208" y="495111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905" name="グループ化 904">
                  <a:extLst>
                    <a:ext uri="{FF2B5EF4-FFF2-40B4-BE49-F238E27FC236}">
                      <ns2:creationId id="{FEE34970-B475-D912-10C6-44D224562CA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9" name="TextBox 26">
                    <a:extLst>
                      <a:ext uri="{FF2B5EF4-FFF2-40B4-BE49-F238E27FC236}">
                        <ns2:creationId id="{2E7DEF01-0053-AE90-463C-0C044C25633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10" name="グラフィックス 239" descr="分岐路 単色塗りつぶし">
                    <a:extLst>
                      <a:ext uri="{FF2B5EF4-FFF2-40B4-BE49-F238E27FC236}">
                        <ns2:creationId id="{5E914627-EE47-FDC2-3595-75AE020FA3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06" name="グループ化 905">
                  <a:extLst>
                    <a:ext uri="{FF2B5EF4-FFF2-40B4-BE49-F238E27FC236}">
                      <ns2:creationId id="{B502EBFB-AFD8-620D-B744-E7B8A82EC62A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7" name="TextBox 26">
                    <a:extLst>
                      <a:ext uri="{FF2B5EF4-FFF2-40B4-BE49-F238E27FC236}">
                        <ns2:creationId id="{8DE62112-06C3-8F6A-69F8-506B41FFA7B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8" name="グラフィックス 239" descr="笑顔 (塗りつぶし) 単色塗りつぶし">
                    <a:extLst>
                      <a:ext uri="{FF2B5EF4-FFF2-40B4-BE49-F238E27FC236}">
                        <ns2:creationId id="{2B21C9B7-A5A8-251B-7D84-B14F085AF2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37" name="グループ化 936">
                <a:extLst>
                  <a:ext uri="{FF2B5EF4-FFF2-40B4-BE49-F238E27FC236}">
                    <ns2:creationId id="{24B17E4D-3EEA-FE6B-E92B-C1CD8039680D}"/>
                  </a:ext>
                </a:extLst>
              </p:cNvPr>
              <p:cNvGrpSpPr/>
              <p:nvPr/>
            </p:nvGrpSpPr>
            <p:grpSpPr>
              <a:xfrm>
                <a:off x="9588832" y="4595737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38" name="TextBox 89">
                  <a:extLst>
                    <a:ext uri="{FF2B5EF4-FFF2-40B4-BE49-F238E27FC236}">
                      <ns2:creationId id="{67FA57D5-35A5-8827-09B3-27F8F8ADAF9A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39" name="グラフィックス 239" descr="速度計: 低速 単色塗りつぶし">
                  <a:extLst>
                    <a:ext uri="{FF2B5EF4-FFF2-40B4-BE49-F238E27FC236}">
                      <ns2:creationId id="{BC0A704D-3A3A-A326-87B4-3CA86169A0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0" name="グループ化 939">
                <a:extLst>
                  <a:ext uri="{FF2B5EF4-FFF2-40B4-BE49-F238E27FC236}">
                    <ns2:creationId id="{433AC721-1ED2-5A24-2F27-3D1ACD52440D}"/>
                  </a:ext>
                </a:extLst>
              </p:cNvPr>
              <p:cNvGrpSpPr/>
              <p:nvPr/>
            </p:nvGrpSpPr>
            <p:grpSpPr>
              <a:xfrm>
                <a:off x="9588832" y="4240352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1" name="TextBox 89">
                  <a:extLst>
                    <a:ext uri="{FF2B5EF4-FFF2-40B4-BE49-F238E27FC236}">
                      <ns2:creationId id="{30A0D3A8-7BE3-0C83-8943-E3EABD80C3BF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2" name="グラフィックス 239" descr="速度計: 低速 単色塗りつぶし">
                  <a:extLst>
                    <a:ext uri="{FF2B5EF4-FFF2-40B4-BE49-F238E27FC236}">
                      <ns2:creationId id="{94FDA54C-F03E-745D-D3E6-C4AB1EDC26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3" name="グループ化 942">
                <a:extLst>
                  <a:ext uri="{FF2B5EF4-FFF2-40B4-BE49-F238E27FC236}">
                    <ns2:creationId id="{0B82EA62-EE6E-E725-D707-3D7615499B26}"/>
                  </a:ext>
                </a:extLst>
              </p:cNvPr>
              <p:cNvGrpSpPr/>
              <p:nvPr/>
            </p:nvGrpSpPr>
            <p:grpSpPr>
              <a:xfrm>
                <a:off x="9588832" y="388496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4" name="TextBox 89">
                  <a:extLst>
                    <a:ext uri="{FF2B5EF4-FFF2-40B4-BE49-F238E27FC236}">
                      <ns2:creationId id="{1183C4E0-7C55-862F-D938-4C22327FE990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5" name="グラフィックス 239" descr="速度計: 低速 単色塗りつぶし">
                  <a:extLst>
                    <a:ext uri="{FF2B5EF4-FFF2-40B4-BE49-F238E27FC236}">
                      <ns2:creationId id="{C8648EEC-FFE3-88BA-D0B0-081B45ED5B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グループ化 945">
                <a:extLst>
                  <a:ext uri="{FF2B5EF4-FFF2-40B4-BE49-F238E27FC236}">
                    <ns2:creationId id="{A84D8301-DBE7-42C2-673A-7F950AC6C4BC}"/>
                  </a:ext>
                </a:extLst>
              </p:cNvPr>
              <p:cNvGrpSpPr/>
              <p:nvPr/>
            </p:nvGrpSpPr>
            <p:grpSpPr>
              <a:xfrm>
                <a:off x="9588832" y="3529584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7" name="TextBox 89">
                  <a:extLst>
                    <a:ext uri="{FF2B5EF4-FFF2-40B4-BE49-F238E27FC236}">
                      <ns2:creationId id="{A42CAD55-124A-19CB-5C26-51EE6A3699C1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8" name="グラフィックス 239" descr="速度計: 低速 単色塗りつぶし">
                  <a:extLst>
                    <a:ext uri="{FF2B5EF4-FFF2-40B4-BE49-F238E27FC236}">
                      <ns2:creationId id="{01A2608A-DDC7-BCD2-6D50-FC8E7FA02A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9" name="グループ化 948">
                <a:extLst>
                  <a:ext uri="{FF2B5EF4-FFF2-40B4-BE49-F238E27FC236}">
                    <ns2:creationId id="{12C123E7-0448-2E04-B3EE-76DA14324645}"/>
                  </a:ext>
                </a:extLst>
              </p:cNvPr>
              <p:cNvGrpSpPr/>
              <p:nvPr/>
            </p:nvGrpSpPr>
            <p:grpSpPr>
              <a:xfrm>
                <a:off x="9588832" y="317420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0" name="TextBox 89">
                  <a:extLst>
                    <a:ext uri="{FF2B5EF4-FFF2-40B4-BE49-F238E27FC236}">
                      <ns2:creationId id="{025C41F0-09D7-808C-B0E9-FA2B263B6066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1" name="グラフィックス 239" descr="速度計: 低速 単色塗りつぶし">
                  <a:extLst>
                    <a:ext uri="{FF2B5EF4-FFF2-40B4-BE49-F238E27FC236}">
                      <ns2:creationId id="{B63CC924-F51A-9A4B-D3E1-CF381E12BA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2" name="グループ化 951">
                <a:extLst>
                  <a:ext uri="{FF2B5EF4-FFF2-40B4-BE49-F238E27FC236}">
                    <ns2:creationId id="{59BE7B0A-289D-0266-16B5-9B8D163171E3}"/>
                  </a:ext>
                </a:extLst>
              </p:cNvPr>
              <p:cNvGrpSpPr/>
              <p:nvPr/>
            </p:nvGrpSpPr>
            <p:grpSpPr>
              <a:xfrm>
                <a:off x="9588832" y="2818815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3" name="TextBox 89">
                  <a:extLst>
                    <a:ext uri="{FF2B5EF4-FFF2-40B4-BE49-F238E27FC236}">
                      <ns2:creationId id="{A2FC6A43-DCEB-1F45-CCA1-C034BD831DB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4" name="グラフィックス 239" descr="速度計: 低速 単色塗りつぶし">
                  <a:extLst>
                    <a:ext uri="{FF2B5EF4-FFF2-40B4-BE49-F238E27FC236}">
                      <ns2:creationId id="{29F4949C-41A3-2C29-36DE-3F6ED17006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5" name="グループ化 954">
                <a:extLst>
                  <a:ext uri="{FF2B5EF4-FFF2-40B4-BE49-F238E27FC236}">
                    <ns2:creationId id="{FE303A91-9CF6-A423-ED47-0C6E83C9A6DB}"/>
                  </a:ext>
                </a:extLst>
              </p:cNvPr>
              <p:cNvGrpSpPr/>
              <p:nvPr/>
            </p:nvGrpSpPr>
            <p:grpSpPr>
              <a:xfrm>
                <a:off x="9588832" y="246343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6" name="TextBox 89">
                  <a:extLst>
                    <a:ext uri="{FF2B5EF4-FFF2-40B4-BE49-F238E27FC236}">
                      <ns2:creationId id="{EC69D888-230F-B2BB-F56E-20FC89651B6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7" name="グラフィックス 239" descr="速度計: 低速 単色塗りつぶし">
                  <a:extLst>
                    <a:ext uri="{FF2B5EF4-FFF2-40B4-BE49-F238E27FC236}">
                      <ns2:creationId id="{6533233B-D11E-1727-4EA6-091C1F3431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0" name="グループ化 959">
                <a:extLst>
                  <a:ext uri="{FF2B5EF4-FFF2-40B4-BE49-F238E27FC236}">
                    <ns2:creationId id="{7A533DE9-845A-49F5-6D83-EF4A084E3301}"/>
                  </a:ext>
                </a:extLst>
              </p:cNvPr>
              <p:cNvGrpSpPr/>
              <p:nvPr/>
            </p:nvGrpSpPr>
            <p:grpSpPr>
              <a:xfrm>
                <a:off x="4980000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1" name="TextBox 89">
                  <a:extLst>
                    <a:ext uri="{FF2B5EF4-FFF2-40B4-BE49-F238E27FC236}">
                      <ns2:creationId id="{41D9C54C-25E1-8726-E946-BB69091C5F6E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2" name="グラフィックス 239" descr="笑顔 (塗りつぶし) 単色塗りつぶし">
                  <a:extLst>
                    <a:ext uri="{FF2B5EF4-FFF2-40B4-BE49-F238E27FC236}">
                      <ns2:creationId id="{E8744EBD-6ADC-FCDD-9DF7-F9A6C5D71F1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3" name="グループ化 962">
                <a:extLst>
                  <a:ext uri="{FF2B5EF4-FFF2-40B4-BE49-F238E27FC236}">
                    <ns2:creationId id="{891B7215-0D7A-7E0B-1719-EA3A630B9976}"/>
                  </a:ext>
                </a:extLst>
              </p:cNvPr>
              <p:cNvGrpSpPr/>
              <p:nvPr/>
            </p:nvGrpSpPr>
            <p:grpSpPr>
              <a:xfrm>
                <a:off x="4980000" y="4595737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4" name="TextBox 89">
                  <a:extLst>
                    <a:ext uri="{FF2B5EF4-FFF2-40B4-BE49-F238E27FC236}">
                      <ns2:creationId id="{A4C8C530-F669-2E9F-897C-1DD47E9BD10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5" name="グラフィックス 239" descr="笑顔 (塗りつぶし) 単色塗りつぶし">
                  <a:extLst>
                    <a:ext uri="{FF2B5EF4-FFF2-40B4-BE49-F238E27FC236}">
                      <ns2:creationId id="{BDFC81BC-14C1-161A-4D7F-62D4EDAABA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6" name="グループ化 965">
                <a:extLst>
                  <a:ext uri="{FF2B5EF4-FFF2-40B4-BE49-F238E27FC236}">
                    <ns2:creationId id="{59B29511-7EF4-D1F3-C63D-10F1F6A5E444}"/>
                  </a:ext>
                </a:extLst>
              </p:cNvPr>
              <p:cNvGrpSpPr/>
              <p:nvPr/>
            </p:nvGrpSpPr>
            <p:grpSpPr>
              <a:xfrm>
                <a:off x="4980000" y="4240352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7" name="TextBox 89">
                  <a:extLst>
                    <a:ext uri="{FF2B5EF4-FFF2-40B4-BE49-F238E27FC236}">
                      <ns2:creationId id="{ABC0BBA6-7A20-294B-BDAB-4B41F20A0A54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8" name="グラフィックス 239" descr="笑顔 (塗りつぶし) 単色塗りつぶし">
                  <a:extLst>
                    <a:ext uri="{FF2B5EF4-FFF2-40B4-BE49-F238E27FC236}">
                      <ns2:creationId id="{E0B657FD-0D4C-E252-1CB4-103E7AB90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9" name="グループ化 968">
                <a:extLst>
                  <a:ext uri="{FF2B5EF4-FFF2-40B4-BE49-F238E27FC236}">
                    <ns2:creationId id="{9BE286DE-2078-2410-E751-4D774BE163E5}"/>
                  </a:ext>
                </a:extLst>
              </p:cNvPr>
              <p:cNvGrpSpPr/>
              <p:nvPr/>
            </p:nvGrpSpPr>
            <p:grpSpPr>
              <a:xfrm>
                <a:off x="4980000" y="388496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0" name="TextBox 89">
                  <a:extLst>
                    <a:ext uri="{FF2B5EF4-FFF2-40B4-BE49-F238E27FC236}">
                      <ns2:creationId id="{BA42322E-368C-C72A-4050-C618B4359EC5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1" name="グラフィックス 239" descr="笑顔 (塗りつぶし) 単色塗りつぶし">
                  <a:extLst>
                    <a:ext uri="{FF2B5EF4-FFF2-40B4-BE49-F238E27FC236}">
                      <ns2:creationId id="{F74642D8-E214-5E36-BF39-B96BFA8D7FB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2" name="グループ化 971">
                <a:extLst>
                  <a:ext uri="{FF2B5EF4-FFF2-40B4-BE49-F238E27FC236}">
                    <ns2:creationId id="{D2D3CEB3-13A7-5293-2A31-F7FA8959514B}"/>
                  </a:ext>
                </a:extLst>
              </p:cNvPr>
              <p:cNvGrpSpPr/>
              <p:nvPr/>
            </p:nvGrpSpPr>
            <p:grpSpPr>
              <a:xfrm>
                <a:off x="4980000" y="3529584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3" name="TextBox 89">
                  <a:extLst>
                    <a:ext uri="{FF2B5EF4-FFF2-40B4-BE49-F238E27FC236}">
                      <ns2:creationId id="{663987E3-C10E-7484-6B21-1EFE51D53947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4" name="グラフィックス 239" descr="笑顔 (塗りつぶし) 単色塗りつぶし">
                  <a:extLst>
                    <a:ext uri="{FF2B5EF4-FFF2-40B4-BE49-F238E27FC236}">
                      <ns2:creationId id="{F4DE1D71-8430-BBA9-27BB-8A3BF1A32C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5" name="グループ化 974">
                <a:extLst>
                  <a:ext uri="{FF2B5EF4-FFF2-40B4-BE49-F238E27FC236}">
                    <ns2:creationId id="{ED35B3C4-27A6-EFB1-4B46-91D06D0FBD73}"/>
                  </a:ext>
                </a:extLst>
              </p:cNvPr>
              <p:cNvGrpSpPr/>
              <p:nvPr/>
            </p:nvGrpSpPr>
            <p:grpSpPr>
              <a:xfrm>
                <a:off x="4980000" y="317420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6" name="TextBox 89">
                  <a:extLst>
                    <a:ext uri="{FF2B5EF4-FFF2-40B4-BE49-F238E27FC236}">
                      <ns2:creationId id="{819EA59E-922A-5281-1ED4-9F6DDDD5F49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7" name="グラフィックス 239" descr="笑顔 (塗りつぶし) 単色塗りつぶし">
                  <a:extLst>
                    <a:ext uri="{FF2B5EF4-FFF2-40B4-BE49-F238E27FC236}">
                      <ns2:creationId id="{529A9E54-06FB-E7FD-950E-C1E4BA5A8F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8" name="グループ化 977">
                <a:extLst>
                  <a:ext uri="{FF2B5EF4-FFF2-40B4-BE49-F238E27FC236}">
                    <ns2:creationId id="{B810CC77-46A7-A9E1-0FBC-E0FB6743022E}"/>
                  </a:ext>
                </a:extLst>
              </p:cNvPr>
              <p:cNvGrpSpPr/>
              <p:nvPr/>
            </p:nvGrpSpPr>
            <p:grpSpPr>
              <a:xfrm>
                <a:off x="4980000" y="2818815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9" name="TextBox 89">
                  <a:extLst>
                    <a:ext uri="{FF2B5EF4-FFF2-40B4-BE49-F238E27FC236}">
                      <ns2:creationId id="{EE17B325-6619-5527-15FC-64F94C2F45C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0" name="グラフィックス 239" descr="笑顔 (塗りつぶし) 単色塗りつぶし">
                  <a:extLst>
                    <a:ext uri="{FF2B5EF4-FFF2-40B4-BE49-F238E27FC236}">
                      <ns2:creationId id="{A50C6C8C-DE76-B7DE-EF8A-CE139CDC47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81" name="グループ化 980">
                <a:extLst>
                  <a:ext uri="{FF2B5EF4-FFF2-40B4-BE49-F238E27FC236}">
                    <ns2:creationId id="{5C88AA18-BC67-AE8C-2586-53C0DB0AE915}"/>
                  </a:ext>
                </a:extLst>
              </p:cNvPr>
              <p:cNvGrpSpPr/>
              <p:nvPr/>
            </p:nvGrpSpPr>
            <p:grpSpPr>
              <a:xfrm>
                <a:off x="4980000" y="246343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82" name="TextBox 89">
                  <a:extLst>
                    <a:ext uri="{FF2B5EF4-FFF2-40B4-BE49-F238E27FC236}">
                      <ns2:creationId id="{FC59B105-87FA-B00C-FFFF-2D5FCEFB510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3" name="グラフィックス 239" descr="笑顔 (塗りつぶし) 単色塗りつぶし">
                  <a:extLst>
                    <a:ext uri="{FF2B5EF4-FFF2-40B4-BE49-F238E27FC236}">
                      <ns2:creationId id="{EC658DFD-A7C6-5D40-9FD8-453FF73828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3" name="グループ化 1002">
                <a:extLst>
                  <a:ext uri="{FF2B5EF4-FFF2-40B4-BE49-F238E27FC236}">
                    <ns2:creationId id="{2F46E1AF-218D-5C56-D9DD-C389B66A3042}"/>
                  </a:ext>
                </a:extLst>
              </p:cNvPr>
              <p:cNvGrpSpPr/>
              <p:nvPr/>
            </p:nvGrpSpPr>
            <p:grpSpPr>
              <a:xfrm>
                <a:off x="10741038" y="3884968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1004" name="TextBox 71">
                  <a:extLst>
                    <a:ext uri="{FF2B5EF4-FFF2-40B4-BE49-F238E27FC236}">
                      <ns2:creationId id="{C79BD6E5-FEEB-5C08-9722-ADE5C6505CEC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005" name="グラフィックス 239" descr="分岐路 単色塗りつぶし">
                  <a:extLst>
                    <a:ext uri="{FF2B5EF4-FFF2-40B4-BE49-F238E27FC236}">
                      <ns2:creationId id="{459B51AD-7071-F83E-28E7-BDBD1BCBCA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008" name="角丸四角形 1007">
              <a:extLst>
                <a:ext uri="{FF2B5EF4-FFF2-40B4-BE49-F238E27FC236}">
                  <ns2:creationId id="{6825CFD2-5C6A-4FED-62B7-45030CEAB74E}"/>
                </a:ext>
              </a:extLst>
            </p:cNvPr>
            <p:cNvSpPr/>
            <p:nvPr/>
          </p:nvSpPr>
          <p:spPr>
            <a:xfrm>
              <a:off x="6145085" y="2567851"/>
              <a:ext cx="2234727" cy="1277930"/>
            </a:xfrm>
            <a:prstGeom prst="roundRect">
              <a:avLst>
                <a:gd name="adj" fmla="val 5634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0" name="角丸四角形 1009">
              <a:extLst>
                <a:ext uri="{FF2B5EF4-FFF2-40B4-BE49-F238E27FC236}">
                  <ns2:creationId id="{F94B8424-2F43-115A-A189-4D6FAEFA809B}"/>
                </a:ext>
              </a:extLst>
            </p:cNvPr>
            <p:cNvSpPr/>
            <p:nvPr/>
          </p:nvSpPr>
          <p:spPr>
            <a:xfrm>
              <a:off x="6087935" y="2453550"/>
              <a:ext cx="3469189" cy="2468051"/>
            </a:xfrm>
            <a:prstGeom prst="roundRect">
              <a:avLst>
                <a:gd name="adj" fmla="val 2917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1" name="角丸四角形 1010">
              <a:extLst>
                <a:ext uri="{FF2B5EF4-FFF2-40B4-BE49-F238E27FC236}">
                  <ns2:creationId id="{B7C219F3-A8E3-90B1-33E2-19EEA0B92938}"/>
                </a:ext>
              </a:extLst>
            </p:cNvPr>
            <p:cNvSpPr/>
            <p:nvPr/>
          </p:nvSpPr>
          <p:spPr>
            <a:xfrm>
              <a:off x="10704832" y="2453550"/>
              <a:ext cx="1146843" cy="2831025"/>
            </a:xfrm>
            <a:prstGeom prst="roundRect">
              <a:avLst>
                <a:gd name="adj" fmla="val 6278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D8FD9B91-8751-74D5-7586-531F235AD2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72448" y="2531757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E99B0C12-C133-E538-7A3F-B89366E38B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2530" y="2419405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5" name="正方形/長方形 1014">
              <a:extLst>
                <a:ext uri="{FF2B5EF4-FFF2-40B4-BE49-F238E27FC236}">
                  <ns2:creationId id="{6D03FEFD-4A9C-E1FA-2F20-6D708CED4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45378" y="2432841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ns2:creationId id="{BAF68610-4FDB-C7A7-7EA6-E7B518354B8F}"/>
              </a:ext>
            </a:extLst>
          </p:cNvPr>
          <p:cNvGrpSpPr/>
          <p:nvPr/>
        </p:nvGrpSpPr>
        <p:grpSpPr>
          <a:xfrm>
            <a:off x="334963" y="5740401"/>
            <a:ext cx="11531709" cy="573878"/>
            <a:chOff x="334963" y="5740401"/>
            <a:chExt cx="11531709" cy="573878"/>
          </a:xfrm>
        </p:grpSpPr>
        <p:sp>
          <p:nvSpPr>
            <p:cNvPr id="381" name="正方形/長方形 380">
              <a:extLst>
                <a:ext uri="{FF2B5EF4-FFF2-40B4-BE49-F238E27FC236}">
                  <ns2:creationId id="{29ECFE21-0C17-3A92-EB8E-3D1387662B53}"/>
                </a:ext>
              </a:extLst>
            </p:cNvPr>
            <p:cNvSpPr/>
            <p:nvPr/>
          </p:nvSpPr>
          <p:spPr>
            <a:xfrm>
              <a:off x="334963" y="5745479"/>
              <a:ext cx="922337" cy="568800"/>
            </a:xfrm>
            <a:prstGeom prst="rect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F1166C00-F99C-AE2C-3B87-D8A84362DF8B}"/>
                </a:ext>
              </a:extLst>
            </p:cNvPr>
            <p:cNvGrpSpPr/>
            <p:nvPr/>
          </p:nvGrpSpPr>
          <p:grpSpPr>
            <a:xfrm>
              <a:off x="1354077" y="5740401"/>
              <a:ext cx="10512595" cy="568324"/>
              <a:chOff x="1354077" y="5740401"/>
              <a:chExt cx="10512595" cy="568324"/>
            </a:xfrm>
          </p:grpSpPr>
          <p:sp>
            <p:nvSpPr>
              <p:cNvPr id="384" name="角丸四角形 383">
                <a:extLst>
                  <a:ext uri="{FF2B5EF4-FFF2-40B4-BE49-F238E27FC236}">
                    <ns2:creationId id="{4F726281-AE3E-BC02-2D21-CD4A42DCE322}"/>
                  </a:ext>
                </a:extLst>
              </p:cNvPr>
              <p:cNvSpPr/>
              <p:nvPr/>
            </p:nvSpPr>
            <p:spPr>
              <a:xfrm>
                <a:off x="1354077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4" name="角丸四角形 393">
                <a:extLst>
                  <a:ext uri="{FF2B5EF4-FFF2-40B4-BE49-F238E27FC236}">
                    <ns2:creationId id="{AF2D74EA-F343-19E1-6229-F3EACD956589}"/>
                  </a:ext>
                </a:extLst>
              </p:cNvPr>
              <p:cNvSpPr/>
              <p:nvPr/>
            </p:nvSpPr>
            <p:spPr>
              <a:xfrm>
                <a:off x="4890534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5" name="正方形/長方形 394">
                <a:extLst>
                  <a:ext uri="{FF2B5EF4-FFF2-40B4-BE49-F238E27FC236}">
                    <ns2:creationId id="{36BF68E0-F01D-EC52-E355-69524A8CF8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053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97" name="角丸四角形 396">
                <a:extLst>
                  <a:ext uri="{FF2B5EF4-FFF2-40B4-BE49-F238E27FC236}">
                    <ns2:creationId id="{08E0DC62-B3A6-500D-B2F8-64694929D955}"/>
                  </a:ext>
                </a:extLst>
              </p:cNvPr>
              <p:cNvSpPr/>
              <p:nvPr/>
            </p:nvSpPr>
            <p:spPr>
              <a:xfrm>
                <a:off x="8426992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6E31ABD-B97E-231C-BE91-191A53105C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26992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99" name="グラフィックス 239" descr="バッジ: フォロー解除 単色塗りつぶし">
                <a:extLst>
                  <a:ext uri="{FF2B5EF4-FFF2-40B4-BE49-F238E27FC236}">
                    <ns2:creationId id="{29F262A7-6F00-60C9-3664-0979DD7C3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7993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0" name="グラフィックス 239" descr="分岐路 単色塗りつぶし">
                <a:extLst>
                  <a:ext uri="{FF2B5EF4-FFF2-40B4-BE49-F238E27FC236}">
                    <ns2:creationId id="{A0740447-C439-A326-0330-1C8EFE776D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53172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1" name="グラフィックス 239" descr="速度計: 低速 単色塗りつぶし">
                <a:extLst>
                  <a:ext uri="{FF2B5EF4-FFF2-40B4-BE49-F238E27FC236}">
                    <ns2:creationId id="{86FE8C72-65BC-DCDB-DFC1-C0DB28203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809731" y="5808563"/>
                <a:ext cx="432000" cy="432000"/>
              </a:xfrm>
              <a:prstGeom prst="rect">
                <a:avLst/>
              </a:prstGeom>
            </p:spPr>
          </p:pic>
          <p:sp>
            <p:nvSpPr>
              <p:cNvPr id="1012" name="正方形/長方形 1011">
                <a:extLst>
                  <a:ext uri="{FF2B5EF4-FFF2-40B4-BE49-F238E27FC236}">
                    <ns2:creationId id="{27BE5DEF-04DE-2AAF-13CA-38E6775915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015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pic>
          <p:nvPicPr>
            <p:cNvPr id="380" name="Graphic 187" descr="悲しそうな顔 (塗りつぶし) 単色塗りつぶし">
              <a:extLst>
                <a:ext uri="{FF2B5EF4-FFF2-40B4-BE49-F238E27FC236}">
                  <ns2:creationId id="{36A734BE-2E0E-FFAE-10F8-EEAAD66F68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16132" y="5745479"/>
              <a:ext cx="359999" cy="359999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6D44A661-C25B-1686-F368-6B0D4D73E962}"/>
              </a:ext>
            </a:extLst>
          </p:cNvPr>
          <p:cNvGrpSpPr/>
          <p:nvPr/>
        </p:nvGrpSpPr>
        <p:grpSpPr>
          <a:xfrm>
            <a:off x="334963" y="1628535"/>
            <a:ext cx="3494720" cy="3600690"/>
            <a:chOff x="334963" y="1628535"/>
            <a:chExt cx="3494720" cy="3600690"/>
          </a:xfrm>
        </p:grpSpPr>
        <p:sp>
          <p:nvSpPr>
            <p:cNvPr id="357" name="正方形/長方形 356">
              <a:extLst>
                <a:ext uri="{FF2B5EF4-FFF2-40B4-BE49-F238E27FC236}">
                  <ns2:creationId id="{EEEC78A3-65F8-0EAE-15C1-B0B64616FCE8}"/>
                </a:ext>
              </a:extLst>
            </p:cNvPr>
            <p:cNvSpPr/>
            <p:nvPr/>
          </p:nvSpPr>
          <p:spPr>
            <a:xfrm>
              <a:off x="417972" y="2141701"/>
              <a:ext cx="429821" cy="102550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>
              <a:solidFill>
                <a:srgbClr val="8DBE8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612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solidFill>
                  <a:srgbClr val="41414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257C2702-98E9-4484-420F-BE4B75C05FA6}"/>
                </a:ext>
              </a:extLst>
            </p:cNvPr>
            <p:cNvSpPr/>
            <p:nvPr/>
          </p:nvSpPr>
          <p:spPr>
            <a:xfrm>
              <a:off x="417972" y="3257461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BF59ED82-7003-09C2-3604-9D683483E400}"/>
                </a:ext>
              </a:extLst>
            </p:cNvPr>
            <p:cNvSpPr/>
            <p:nvPr/>
          </p:nvSpPr>
          <p:spPr>
            <a:xfrm>
              <a:off x="417972" y="39170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</a:p>
          </p:txBody>
        </p:sp>
        <p:sp>
          <p:nvSpPr>
            <p:cNvPr id="370" name="正方形/長方形 369">
              <a:extLst>
                <a:ext uri="{FF2B5EF4-FFF2-40B4-BE49-F238E27FC236}">
                  <ns2:creationId id="{F44D8DB7-AD67-144D-2695-CDE100963B38}"/>
                </a:ext>
              </a:extLst>
            </p:cNvPr>
            <p:cNvSpPr/>
            <p:nvPr/>
          </p:nvSpPr>
          <p:spPr>
            <a:xfrm>
              <a:off x="417972" y="45705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Text Placeholder 7">
              <a:extLst>
                <a:ext uri="{FF2B5EF4-FFF2-40B4-BE49-F238E27FC236}">
                  <ns2:creationId id="{C61B3565-3C4D-75E7-E4EF-1F7573629878}"/>
                </a:ext>
              </a:extLst>
            </p:cNvPr>
            <p:cNvSpPr txBox="1">
              <a:spLocks/>
            </p:cNvSpPr>
            <p:nvPr>
              <p:custDataLst>
                <p:tags r:id="rId1"/>
              </p:custDataLst>
            </p:nvPr>
          </p:nvSpPr>
          <p:spPr>
            <a:xfrm>
              <a:off x="334963" y="2042535"/>
              <a:ext cx="3494720" cy="318669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8600" lvl="2" indent="0">
                <a:buNone/>
              </a:pPr>
              <a:endParaRPr lang="ja-JP" altLang="en-US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" name="Rechteck 19">
              <a:extLst>
                <a:ext uri="{FF2B5EF4-FFF2-40B4-BE49-F238E27FC236}">
                  <ns2:creationId id="{71751985-6141-B961-C588-30B48EE22AD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334963" y="1628775"/>
              <a:ext cx="3494720" cy="41376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612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en" altLang="ja-JP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BI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1" name="グラフィックス 30" descr="地球 単色塗りつぶし">
              <a:extLst>
                <a:ext uri="{FF2B5EF4-FFF2-40B4-BE49-F238E27FC236}">
                  <ns2:creationId id="{A66DD5B3-6CCE-B14B-C4E2-2419E5308B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95793" y="1691655"/>
              <a:ext cx="288000" cy="288000"/>
            </a:xfrm>
            <a:prstGeom prst="rect">
              <a:avLst/>
            </a:prstGeom>
          </p:spPr>
        </p:pic>
        <p:pic>
          <p:nvPicPr>
            <p:cNvPr id="359" name="Graphic 187" descr="需要と供給 単色塗りつぶし">
              <a:extLst>
                <a:ext uri="{FF2B5EF4-FFF2-40B4-BE49-F238E27FC236}">
                  <ns2:creationId id="{14A3C94B-60C7-CFA4-B35D-6CC16E7F04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452883" y="3293173"/>
              <a:ext cx="359999" cy="359999"/>
            </a:xfrm>
            <a:prstGeom prst="rect">
              <a:avLst/>
            </a:prstGeom>
          </p:spPr>
        </p:pic>
        <p:sp>
          <p:nvSpPr>
            <p:cNvPr id="361" name="正方形/長方形 360">
              <a:extLst>
                <a:ext uri="{FF2B5EF4-FFF2-40B4-BE49-F238E27FC236}">
                  <ns2:creationId id="{4EB398F1-A575-0A79-84EA-02771E8CD88D}"/>
                </a:ext>
              </a:extLst>
            </p:cNvPr>
            <p:cNvSpPr/>
            <p:nvPr/>
          </p:nvSpPr>
          <p:spPr>
            <a:xfrm>
              <a:off x="847792" y="3257460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56" name="Graphic 187" descr="都市 単色塗りつぶし">
              <a:extLst>
                <a:ext uri="{FF2B5EF4-FFF2-40B4-BE49-F238E27FC236}">
                  <ns2:creationId id="{7056BD90-975F-FE4C-02C3-30D5FBBEAB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452883" y="2386286"/>
              <a:ext cx="359999" cy="359999"/>
            </a:xfrm>
            <a:prstGeom prst="rect">
              <a:avLst/>
            </a:prstGeom>
          </p:spPr>
        </p:pic>
        <p:sp>
          <p:nvSpPr>
            <p:cNvPr id="358" name="正方形/長方形 357">
              <a:extLst>
                <a:ext uri="{FF2B5EF4-FFF2-40B4-BE49-F238E27FC236}">
                  <ns2:creationId id="{2CFC815C-89D7-2919-AED8-FC9B04F70579}"/>
                </a:ext>
              </a:extLst>
            </p:cNvPr>
            <p:cNvSpPr/>
            <p:nvPr/>
          </p:nvSpPr>
          <p:spPr>
            <a:xfrm>
              <a:off x="847792" y="2141700"/>
              <a:ext cx="2822507" cy="1025505"/>
            </a:xfrm>
            <a:prstGeom prst="rect">
              <a:avLst/>
            </a:prstGeom>
            <a:noFill/>
            <a:ln w="9525" cap="flat" cmpd="sng" algn="ctr">
              <a:solidFill>
                <a:srgbClr val="8DBE88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9600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1"/>
                </a:buClr>
              </a:pPr>
              <a:endPara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C600309-2201-BF5C-EBB3-D8001E6A7C8A}"/>
                </a:ext>
              </a:extLst>
            </p:cNvPr>
            <p:cNvSpPr/>
            <p:nvPr/>
          </p:nvSpPr>
          <p:spPr>
            <a:xfrm>
              <a:off x="919626" y="2209033"/>
              <a:ext cx="394619" cy="210375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EB9B8947-F26B-607D-662C-794D01E64716}"/>
                </a:ext>
              </a:extLst>
            </p:cNvPr>
            <p:cNvSpPr/>
            <p:nvPr/>
          </p:nvSpPr>
          <p:spPr>
            <a:xfrm>
              <a:off x="919626" y="2463032"/>
              <a:ext cx="394619" cy="61898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C743C02D-4812-A423-CA0D-D1F50D341855}"/>
                </a:ext>
              </a:extLst>
            </p:cNvPr>
            <p:cNvSpPr/>
            <p:nvPr/>
          </p:nvSpPr>
          <p:spPr>
            <a:xfrm>
              <a:off x="1359892" y="2209033"/>
              <a:ext cx="2319740" cy="210375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、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317F0517-C2CB-6BFC-A8A2-B70A8C4C119B}"/>
                </a:ext>
              </a:extLst>
            </p:cNvPr>
            <p:cNvSpPr/>
            <p:nvPr/>
          </p:nvSpPr>
          <p:spPr>
            <a:xfrm>
              <a:off x="1359892" y="2463032"/>
              <a:ext cx="2310408" cy="61898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6" name="Graphic 187" descr="的中 単色塗りつぶし">
              <a:extLst>
                <a:ext uri="{FF2B5EF4-FFF2-40B4-BE49-F238E27FC236}">
                  <ns2:creationId id="{6600A0DB-D133-21F7-AED4-885550DE08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452883" y="3946672"/>
              <a:ext cx="359999" cy="359999"/>
            </a:xfrm>
            <a:prstGeom prst="rect">
              <a:avLst/>
            </a:prstGeom>
          </p:spPr>
        </p:pic>
        <p:pic>
          <p:nvPicPr>
            <p:cNvPr id="369" name="Graphic 187" descr="日毎カレンダー 単色塗りつぶし">
              <a:extLst>
                <a:ext uri="{FF2B5EF4-FFF2-40B4-BE49-F238E27FC236}">
                  <ns2:creationId id="{195F3C1F-01D2-7052-52F4-47AD1067D0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452883" y="4600172"/>
              <a:ext cx="359999" cy="359999"/>
            </a:xfrm>
            <a:prstGeom prst="rect">
              <a:avLst/>
            </a:prstGeom>
          </p:spPr>
        </p:pic>
        <p:sp>
          <p:nvSpPr>
            <p:cNvPr id="378" name="正方形/長方形 377">
              <a:extLst>
                <a:ext uri="{FF2B5EF4-FFF2-40B4-BE49-F238E27FC236}">
                  <ns2:creationId id="{C8B15F48-C4E2-55B3-0E22-094A8A94C31B}"/>
                </a:ext>
              </a:extLst>
            </p:cNvPr>
            <p:cNvSpPr/>
            <p:nvPr/>
          </p:nvSpPr>
          <p:spPr>
            <a:xfrm>
              <a:off x="847792" y="391667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正方形/長方形 378">
              <a:extLst>
                <a:ext uri="{FF2B5EF4-FFF2-40B4-BE49-F238E27FC236}">
                  <ns2:creationId id="{84B1A5A3-D738-F8A0-B798-D27A5A49D5C7}"/>
                </a:ext>
              </a:extLst>
            </p:cNvPr>
            <p:cNvSpPr/>
            <p:nvPr/>
          </p:nvSpPr>
          <p:spPr>
            <a:xfrm>
              <a:off x="847792" y="456880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382" name="直線コネクタ 381">
              <a:extLst>
                <a:ext uri="{FF2B5EF4-FFF2-40B4-BE49-F238E27FC236}">
                  <ns2:creationId id="{284BF7E0-2340-1C42-5855-B104B9923184}"/>
                </a:ext>
              </a:extLst>
            </p:cNvPr>
            <p:cNvCxnSpPr>
              <a:cxnSpLocks/>
            </p:cNvCxnSpPr>
            <p:nvPr/>
          </p:nvCxnSpPr>
          <p:spPr>
            <a:xfrm>
              <a:off x="1437876" y="2726940"/>
              <a:ext cx="0" cy="270260"/>
            </a:xfrm>
            <a:prstGeom prst="line">
              <a:avLst/>
            </a:prstGeom>
            <a:solidFill>
              <a:srgbClr val="008000"/>
            </a:solidFill>
            <a:ln w="38100" cap="flat" cmpd="sng" algn="ctr">
              <a:solidFill>
                <a:srgbClr val="8DBE88">
                  <a:alpha val="5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33B843B-53A5-6086-DC4E-394EBF79506A}"/>
                </a:ext>
              </a:extLst>
            </p:cNvPr>
            <p:cNvSpPr/>
            <p:nvPr/>
          </p:nvSpPr>
          <p:spPr>
            <a:xfrm>
              <a:off x="2389683" y="1628535"/>
              <a:ext cx="1440000" cy="41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08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PH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PH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788484729"/>
      </p:ext>
    </p:extLst>
  </p:cSld>
  <p:clrMapOvr>
    <a:masterClrMapping/>
  </p:clrMapOvr>
</p:sld>
</file>

<file path=ppt/slides/slide5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BB39476-BC9D-A577-20F4-D655ADB9F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ns2:creationId id="{0B248F1D-EAC9-704E-0105-D8A52BBDEFA3}"/>
              </a:ext>
            </a:extLst>
          </p:cNvPr>
          <p:cNvSpPr/>
          <p:nvPr/>
        </p:nvSpPr>
        <p:spPr>
          <a:xfrm>
            <a:off x="334962" y="0"/>
            <a:ext cx="11522076" cy="91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2400" dirty="0">
                <a:solidFill>
                  <a:schemeClr val="tx1"/>
                </a:solidFill>
              </a:rPr>
              <a:t>XX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r>
              <a:rPr lang="en-US" altLang="ja-JP" sz="2400" dirty="0">
                <a:solidFill>
                  <a:schemeClr val="tx1"/>
                </a:solidFill>
              </a:rPr>
              <a:t>) 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endParaRPr lang="en-US" sz="2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" name="Rectangle 9">
            <a:extLst>
              <a:ext uri="{FF2B5EF4-FFF2-40B4-BE49-F238E27FC236}">
                <ns2:creationId id="{AD27DE0E-68A2-95A8-DBB6-3332AEF25982}"/>
              </a:ext>
            </a:extLst>
          </p:cNvPr>
          <p:cNvSpPr/>
          <p:nvPr/>
        </p:nvSpPr>
        <p:spPr>
          <a:xfrm>
            <a:off x="8115030" y="5117044"/>
            <a:ext cx="3738693" cy="119327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 </a:t>
            </a: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ns2:creationId id="{2E459019-7850-C244-5884-F92440083797}"/>
              </a:ext>
            </a:extLst>
          </p:cNvPr>
          <p:cNvSpPr/>
          <p:nvPr/>
        </p:nvSpPr>
        <p:spPr>
          <a:xfrm>
            <a:off x="345474" y="1647874"/>
            <a:ext cx="3832500" cy="10724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Rectangle 13">
            <a:extLst>
              <a:ext uri="{FF2B5EF4-FFF2-40B4-BE49-F238E27FC236}">
                <ns2:creationId id="{34B1AE76-0BB8-84A2-C3E9-D9EA2372BB99}"/>
              </a:ext>
            </a:extLst>
          </p:cNvPr>
          <p:cNvSpPr/>
          <p:nvPr/>
        </p:nvSpPr>
        <p:spPr>
          <a:xfrm>
            <a:off x="345473" y="4933399"/>
            <a:ext cx="3459177" cy="137532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ns2:creationId id="{F8200C50-4B96-5756-43D9-AC4D5E79B7BB}"/>
              </a:ext>
            </a:extLst>
          </p:cNvPr>
          <p:cNvGrpSpPr/>
          <p:nvPr/>
        </p:nvGrpSpPr>
        <p:grpSpPr>
          <a:xfrm>
            <a:off x="4073654" y="1985268"/>
            <a:ext cx="4044691" cy="4170441"/>
            <a:chOff x="4073654" y="1985268"/>
            <a:chExt cx="4044691" cy="4170441"/>
          </a:xfrm>
        </p:grpSpPr>
        <p:sp>
          <p:nvSpPr>
            <p:cNvPr id="4" name="Hexagon 3">
              <a:extLst>
                <a:ext uri="{FF2B5EF4-FFF2-40B4-BE49-F238E27FC236}">
                  <ns2:creationId id="{295CE01A-EAE4-DD93-EFA5-9DF8E4329199}"/>
                </a:ext>
              </a:extLst>
            </p:cNvPr>
            <p:cNvSpPr/>
            <p:nvPr/>
          </p:nvSpPr>
          <p:spPr>
            <a:xfrm>
              <a:off x="5421885" y="1985268"/>
              <a:ext cx="1348230" cy="1162267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Hexagon 4">
              <a:extLst>
                <a:ext uri="{FF2B5EF4-FFF2-40B4-BE49-F238E27FC236}">
                  <ns2:creationId id="{19FB5739-BF52-A157-A411-8B81A5B92871}"/>
                </a:ext>
              </a:extLst>
            </p:cNvPr>
            <p:cNvSpPr/>
            <p:nvPr/>
          </p:nvSpPr>
          <p:spPr>
            <a:xfrm>
              <a:off x="5421884" y="4993441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Hexagon 5">
              <a:extLst>
                <a:ext uri="{FF2B5EF4-FFF2-40B4-BE49-F238E27FC236}">
                  <ns2:creationId id="{00AAE7F1-B8F7-14E7-5726-63232D025A15}"/>
                </a:ext>
              </a:extLst>
            </p:cNvPr>
            <p:cNvSpPr/>
            <p:nvPr/>
          </p:nvSpPr>
          <p:spPr>
            <a:xfrm>
              <a:off x="4073654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Hexagon 6">
              <a:extLst>
                <a:ext uri="{FF2B5EF4-FFF2-40B4-BE49-F238E27FC236}">
                  <ns2:creationId id="{8FE52059-BA80-0B34-7791-4742276A97B7}"/>
                </a:ext>
              </a:extLst>
            </p:cNvPr>
            <p:cNvSpPr/>
            <p:nvPr/>
          </p:nvSpPr>
          <p:spPr>
            <a:xfrm>
              <a:off x="6770115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Hexagon 7">
              <a:extLst>
                <a:ext uri="{FF2B5EF4-FFF2-40B4-BE49-F238E27FC236}">
                  <ns2:creationId id="{A488D8C3-C79D-1E72-C19D-90186166DEFC}"/>
                </a:ext>
              </a:extLst>
            </p:cNvPr>
            <p:cNvSpPr/>
            <p:nvPr/>
          </p:nvSpPr>
          <p:spPr>
            <a:xfrm>
              <a:off x="4073654" y="4200642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ns2:creationId id="{8EA5523D-679B-E867-A29D-71B0967CC7AA}"/>
                </a:ext>
              </a:extLst>
            </p:cNvPr>
            <p:cNvSpPr/>
            <p:nvPr/>
          </p:nvSpPr>
          <p:spPr>
            <a:xfrm>
              <a:off x="6770115" y="4203123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" name="Graphic 15" descr="Circles with arrows with solid fill">
              <a:extLst>
                <a:ext uri="{FF2B5EF4-FFF2-40B4-BE49-F238E27FC236}">
                  <ns2:creationId id="{35F560D6-7B69-5A1C-0E01-DA0FCCFAD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734562" y="2360257"/>
              <a:ext cx="731520" cy="731520"/>
            </a:xfrm>
            <a:prstGeom prst="rect">
              <a:avLst/>
            </a:prstGeom>
          </p:spPr>
        </p:pic>
        <p:pic>
          <p:nvPicPr>
            <p:cNvPr id="25" name="Graphic 24" descr="Comment Fire with solid fill">
              <a:extLst>
                <a:ext uri="{FF2B5EF4-FFF2-40B4-BE49-F238E27FC236}">
                  <ns2:creationId id="{7AD50F59-04C2-BE7B-A37D-B80514A1E4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078470" y="3276693"/>
              <a:ext cx="731520" cy="731520"/>
            </a:xfrm>
            <a:prstGeom prst="rect">
              <a:avLst/>
            </a:prstGeom>
          </p:spPr>
        </p:pic>
        <p:pic>
          <p:nvPicPr>
            <p:cNvPr id="26" name="Graphic 25" descr="Blueprint with solid fill">
              <a:extLst>
                <a:ext uri="{FF2B5EF4-FFF2-40B4-BE49-F238E27FC236}">
                  <ns2:creationId id="{742302E2-9E65-BF56-EE9C-4AFBA28BBB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382009" y="3254588"/>
              <a:ext cx="731520" cy="731520"/>
            </a:xfrm>
            <a:prstGeom prst="rect">
              <a:avLst/>
            </a:prstGeom>
          </p:spPr>
        </p:pic>
        <p:pic>
          <p:nvPicPr>
            <p:cNvPr id="28" name="Graphic 27" descr="Venn diagram with solid fill">
              <a:extLst>
                <a:ext uri="{FF2B5EF4-FFF2-40B4-BE49-F238E27FC236}">
                  <ns2:creationId id="{97E1C13E-1750-A965-B239-CD7CBD893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78470" y="4592039"/>
              <a:ext cx="731520" cy="731520"/>
            </a:xfrm>
            <a:prstGeom prst="rect">
              <a:avLst/>
            </a:prstGeom>
          </p:spPr>
        </p:pic>
        <p:pic>
          <p:nvPicPr>
            <p:cNvPr id="29" name="Graphic 28" descr="Scales of justice with solid fill">
              <a:extLst>
                <a:ext uri="{FF2B5EF4-FFF2-40B4-BE49-F238E27FC236}">
                  <ns2:creationId id="{72317D08-9A17-35A4-2CB8-83D6172F8F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382009" y="4573143"/>
              <a:ext cx="731520" cy="731520"/>
            </a:xfrm>
            <a:prstGeom prst="rect">
              <a:avLst/>
            </a:prstGeom>
          </p:spPr>
        </p:pic>
        <p:pic>
          <p:nvPicPr>
            <p:cNvPr id="30" name="Graphic 29" descr="Siren with solid fill">
              <a:extLst>
                <a:ext uri="{FF2B5EF4-FFF2-40B4-BE49-F238E27FC236}">
                  <ns2:creationId id="{29D65AF5-C524-5152-63DF-CDFC1EF524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730239" y="5362910"/>
              <a:ext cx="731520" cy="73152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0830A533-2675-3F43-C47A-A9F94F0340D3}"/>
              </a:ext>
            </a:extLst>
          </p:cNvPr>
          <p:cNvGrpSpPr/>
          <p:nvPr/>
        </p:nvGrpSpPr>
        <p:grpSpPr>
          <a:xfrm>
            <a:off x="6872526" y="1630692"/>
            <a:ext cx="4984512" cy="1191680"/>
            <a:chOff x="6872526" y="1630692"/>
            <a:chExt cx="4984512" cy="1191680"/>
          </a:xfrm>
        </p:grpSpPr>
        <p:sp>
          <p:nvSpPr>
            <p:cNvPr id="2" name="Rectangle 1">
              <a:extLst>
                <a:ext uri="{FF2B5EF4-FFF2-40B4-BE49-F238E27FC236}">
                  <ns2:creationId id="{EE241039-4583-19F5-F526-7729A6AFF5AA}"/>
                </a:ext>
              </a:extLst>
            </p:cNvPr>
            <p:cNvSpPr/>
            <p:nvPr/>
          </p:nvSpPr>
          <p:spPr>
            <a:xfrm>
              <a:off x="6936767" y="1647875"/>
              <a:ext cx="4920271" cy="10669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EF0D8C9A-84B7-AEE1-3BCE-EA5BC872FA51}"/>
                </a:ext>
              </a:extLst>
            </p:cNvPr>
            <p:cNvCxnSpPr>
              <a:cxnSpLocks/>
            </p:cNvCxnSpPr>
            <p:nvPr/>
          </p:nvCxnSpPr>
          <p:spPr>
            <a:xfrm>
              <a:off x="6872526" y="1630692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" name="直線コネクタ 19">
            <a:extLst>
              <a:ext uri="{FF2B5EF4-FFF2-40B4-BE49-F238E27FC236}">
                <ns2:creationId id="{ACD3851F-CC23-3E18-2C54-67231AEB058F}"/>
              </a:ext>
            </a:extLst>
          </p:cNvPr>
          <p:cNvCxnSpPr>
            <a:cxnSpLocks/>
          </p:cNvCxnSpPr>
          <p:nvPr/>
        </p:nvCxnSpPr>
        <p:spPr>
          <a:xfrm>
            <a:off x="4177974" y="1628775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グループ化 59">
            <a:extLst>
              <a:ext uri="{FF2B5EF4-FFF2-40B4-BE49-F238E27FC236}">
                <ns2:creationId id="{EC5F2DFB-31BE-2FFE-9F5F-792754B55AFD}"/>
              </a:ext>
            </a:extLst>
          </p:cNvPr>
          <p:cNvGrpSpPr/>
          <p:nvPr/>
        </p:nvGrpSpPr>
        <p:grpSpPr>
          <a:xfrm>
            <a:off x="334963" y="3167172"/>
            <a:ext cx="3317318" cy="1319389"/>
            <a:chOff x="334963" y="3254588"/>
            <a:chExt cx="3317318" cy="1319389"/>
          </a:xfrm>
        </p:grpSpPr>
        <p:sp>
          <p:nvSpPr>
            <p:cNvPr id="13" name="Rectangle 12">
              <a:extLst>
                <a:ext uri="{FF2B5EF4-FFF2-40B4-BE49-F238E27FC236}">
                  <ns2:creationId id="{5D18A4EF-1A38-9E4B-76DD-D11617979E09}"/>
                </a:ext>
              </a:extLst>
            </p:cNvPr>
            <p:cNvSpPr/>
            <p:nvPr/>
          </p:nvSpPr>
          <p:spPr>
            <a:xfrm>
              <a:off x="334963" y="3254588"/>
              <a:ext cx="3312364" cy="13193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9A4553E0-1674-EB45-4FE5-4086C000D649}"/>
                </a:ext>
              </a:extLst>
            </p:cNvPr>
            <p:cNvCxnSpPr>
              <a:cxnSpLocks/>
            </p:cNvCxnSpPr>
            <p:nvPr/>
          </p:nvCxnSpPr>
          <p:spPr>
            <a:xfrm>
              <a:off x="3652281" y="3306050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直線コネクタ 21">
            <a:extLst>
              <a:ext uri="{FF2B5EF4-FFF2-40B4-BE49-F238E27FC236}">
                <ns2:creationId id="{C4EB8492-F447-1C06-28C6-A323258194DC}"/>
              </a:ext>
            </a:extLst>
          </p:cNvPr>
          <p:cNvCxnSpPr>
            <a:cxnSpLocks/>
          </p:cNvCxnSpPr>
          <p:nvPr/>
        </p:nvCxnSpPr>
        <p:spPr>
          <a:xfrm>
            <a:off x="3851403" y="4933399"/>
            <a:ext cx="0" cy="1375325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グループ化 57">
            <a:extLst>
              <a:ext uri="{FF2B5EF4-FFF2-40B4-BE49-F238E27FC236}">
                <ns2:creationId id="{A2A8357B-2C6F-8148-F7CF-74DE3BCCA903}"/>
              </a:ext>
            </a:extLst>
          </p:cNvPr>
          <p:cNvGrpSpPr/>
          <p:nvPr/>
        </p:nvGrpSpPr>
        <p:grpSpPr>
          <a:xfrm>
            <a:off x="8300476" y="3047776"/>
            <a:ext cx="3556561" cy="1843864"/>
            <a:chOff x="8300476" y="2839554"/>
            <a:chExt cx="3556561" cy="1843864"/>
          </a:xfrm>
        </p:grpSpPr>
        <p:sp>
          <p:nvSpPr>
            <p:cNvPr id="3" name="Rectangle 2">
              <a:extLst>
                <a:ext uri="{FF2B5EF4-FFF2-40B4-BE49-F238E27FC236}">
                  <ns2:creationId id="{EA1BF19C-0ADA-612F-5007-C374BB0ADE9B}"/>
                </a:ext>
              </a:extLst>
            </p:cNvPr>
            <p:cNvSpPr/>
            <p:nvPr/>
          </p:nvSpPr>
          <p:spPr>
            <a:xfrm>
              <a:off x="8344020" y="2839554"/>
              <a:ext cx="3513017" cy="18438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02053BC9-F1A8-C70D-369D-89F424E36196}"/>
                </a:ext>
              </a:extLst>
            </p:cNvPr>
            <p:cNvCxnSpPr>
              <a:cxnSpLocks/>
            </p:cNvCxnSpPr>
            <p:nvPr/>
          </p:nvCxnSpPr>
          <p:spPr>
            <a:xfrm>
              <a:off x="8300476" y="2889250"/>
              <a:ext cx="0" cy="1794168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" name="直線コネクタ 30">
            <a:extLst>
              <a:ext uri="{FF2B5EF4-FFF2-40B4-BE49-F238E27FC236}">
                <ns2:creationId id="{78AD9A38-E2B7-1B32-1B57-F81B0F978EC8}"/>
              </a:ext>
            </a:extLst>
          </p:cNvPr>
          <p:cNvCxnSpPr>
            <a:cxnSpLocks/>
          </p:cNvCxnSpPr>
          <p:nvPr/>
        </p:nvCxnSpPr>
        <p:spPr>
          <a:xfrm>
            <a:off x="8068276" y="5134282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>
            <a:extLst>
              <a:ext uri="{FF2B5EF4-FFF2-40B4-BE49-F238E27FC236}">
                <ns2:creationId id="{DED22FBC-8E2E-9976-3B84-3C9AB6A15280}"/>
              </a:ext>
            </a:extLst>
          </p:cNvPr>
          <p:cNvCxnSpPr>
            <a:stCxn id="4" idx="0"/>
          </p:cNvCxnSpPr>
          <p:nvPr/>
        </p:nvCxnSpPr>
        <p:spPr>
          <a:xfrm flipV="1">
            <a:off x="6770115" y="2558374"/>
            <a:ext cx="10241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コネクタ 33">
            <a:extLst>
              <a:ext uri="{FF2B5EF4-FFF2-40B4-BE49-F238E27FC236}">
                <ns2:creationId id="{6152D123-1AD4-318B-DD76-BB689D429561}"/>
              </a:ext>
            </a:extLst>
          </p:cNvPr>
          <p:cNvCxnSpPr>
            <a:cxnSpLocks/>
            <a:stCxn id="7" idx="0"/>
          </p:cNvCxnSpPr>
          <p:nvPr/>
        </p:nvCxnSpPr>
        <p:spPr>
          <a:xfrm flipV="1">
            <a:off x="8118345" y="3467100"/>
            <a:ext cx="180000" cy="210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A1379079-42AA-4192-0750-03BECDB8C36F}"/>
              </a:ext>
            </a:extLst>
          </p:cNvPr>
          <p:cNvCxnSpPr>
            <a:cxnSpLocks/>
            <a:endCxn id="5" idx="3"/>
          </p:cNvCxnSpPr>
          <p:nvPr/>
        </p:nvCxnSpPr>
        <p:spPr>
          <a:xfrm>
            <a:off x="3851403" y="5574575"/>
            <a:ext cx="157048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カギ線コネクタ 40">
            <a:extLst>
              <a:ext uri="{FF2B5EF4-FFF2-40B4-BE49-F238E27FC236}">
                <ns2:creationId id="{F04E8447-312E-B570-19FB-6F4163399DF0}"/>
              </a:ext>
            </a:extLst>
          </p:cNvPr>
          <p:cNvCxnSpPr>
            <a:cxnSpLocks/>
          </p:cNvCxnSpPr>
          <p:nvPr/>
        </p:nvCxnSpPr>
        <p:spPr>
          <a:xfrm>
            <a:off x="7428322" y="5362910"/>
            <a:ext cx="639954" cy="266365"/>
          </a:xfrm>
          <a:prstGeom prst="bentConnector3">
            <a:avLst>
              <a:gd name="adj1" fmla="val 139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カギ線コネクタ 46">
            <a:extLst>
              <a:ext uri="{FF2B5EF4-FFF2-40B4-BE49-F238E27FC236}">
                <ns2:creationId id="{A2C7B7EB-4A86-86D6-3032-E7EEC718EB80}"/>
              </a:ext>
            </a:extLst>
          </p:cNvPr>
          <p:cNvCxnSpPr>
            <a:cxnSpLocks/>
            <a:stCxn id="13" idx="3"/>
            <a:endCxn id="8" idx="3"/>
          </p:cNvCxnSpPr>
          <p:nvPr/>
        </p:nvCxnSpPr>
        <p:spPr>
          <a:xfrm>
            <a:off x="3647327" y="3826867"/>
            <a:ext cx="426327" cy="95490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カギ線コネクタ 50">
            <a:extLst>
              <a:ext uri="{FF2B5EF4-FFF2-40B4-BE49-F238E27FC236}">
                <ns2:creationId id="{C18DF53C-54BC-EA74-54E7-458E1CA7A2E8}"/>
              </a:ext>
            </a:extLst>
          </p:cNvPr>
          <p:cNvCxnSpPr>
            <a:cxnSpLocks/>
            <a:stCxn id="11" idx="3"/>
          </p:cNvCxnSpPr>
          <p:nvPr/>
        </p:nvCxnSpPr>
        <p:spPr>
          <a:xfrm>
            <a:off x="4177974" y="2184105"/>
            <a:ext cx="589969" cy="731520"/>
          </a:xfrm>
          <a:prstGeom prst="bentConnector2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21772021"/>
      </p:ext>
    </p:extLst>
  </p:cSld>
  <p:clrMapOvr>
    <a:masterClrMapping/>
  </p:clrMapOvr>
</p:sld>
</file>

<file path=ppt/slides/slide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テキスト ボックス 51">
            <a:extLst>
              <a:ext uri="{FF2B5EF4-FFF2-40B4-BE49-F238E27FC236}">
                <ns2:creationId id="{FE0EBFD4-EA83-FD20-5F17-EC7C53E73A95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ns2:creationId id="{893AAAA9-1894-9FDA-059C-7BF543806AFF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960B68F7-69C7-DFBA-E6D8-7A326853BB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6C351D-43C6-9E9D-9718-7DDA46F044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B6A0E62D-8B95-67F4-C8DE-1AD2BB6037ED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9DB93B5C-B397-662A-12E3-BCA125603486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83C93FC-F11E-3BB8-013A-3E55BE8E435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F807D4B9-6A0A-9C5A-6323-D3F7B6DB6915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ns2:creationId id="{93077AA1-0780-84BD-B03F-C4D78CE7CCD5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02B4B80D-3E49-60EB-A2DF-B892FE7BCF49}"/>
              </a:ext>
            </a:extLst>
          </p:cNvPr>
          <p:cNvSpPr/>
          <p:nvPr/>
        </p:nvSpPr>
        <p:spPr>
          <a:xfrm>
            <a:off x="338105" y="5084861"/>
            <a:ext cx="364795" cy="122385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1" name="グラフィックス 10" descr="評価 単色塗りつぶし">
            <a:extLst>
              <a:ext uri="{FF2B5EF4-FFF2-40B4-BE49-F238E27FC236}">
                <ns2:creationId id="{BF735AE4-2DA7-5ABD-01F6-02ADDD73A1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2"/>
            <a:ext cx="252000" cy="264477"/>
          </a:xfrm>
          <a:prstGeom prst="rect">
            <a:avLst/>
          </a:prstGeom>
        </p:spPr>
      </p:pic>
      <p:pic>
        <p:nvPicPr>
          <p:cNvPr id="12" name="グラフィックス 11" descr="クリップボード: チェックマーク 単色塗りつぶし">
            <a:extLst>
              <a:ext uri="{FF2B5EF4-FFF2-40B4-BE49-F238E27FC236}">
                <ns2:creationId id="{C2AB8D6D-16F4-4092-0508-4F06DD9701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7" name="正方形/長方形 16">
            <a:extLst>
              <a:ext uri="{FF2B5EF4-FFF2-40B4-BE49-F238E27FC236}">
                <ns2:creationId id="{320FAFC3-CBB3-0CAD-FA66-B00FF0B0D2DA}"/>
              </a:ext>
            </a:extLst>
          </p:cNvPr>
          <p:cNvSpPr/>
          <p:nvPr/>
        </p:nvSpPr>
        <p:spPr>
          <a:xfrm>
            <a:off x="805339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3D259DB4-607C-C216-332D-FB1DBD7ACC0A}"/>
              </a:ext>
            </a:extLst>
          </p:cNvPr>
          <p:cNvSpPr/>
          <p:nvPr/>
        </p:nvSpPr>
        <p:spPr>
          <a:xfrm>
            <a:off x="805339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4C14FE89-E294-BB91-DDD9-D295E5E0D6A6}"/>
              </a:ext>
            </a:extLst>
          </p:cNvPr>
          <p:cNvSpPr/>
          <p:nvPr/>
        </p:nvSpPr>
        <p:spPr>
          <a:xfrm>
            <a:off x="805339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7AC1F477-C957-ED3E-3A99-689600DC966F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003CF33-E9DE-CBD4-B758-1B5853993181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3E533E9F-94D4-382E-0B6D-91364357DDCB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3" name="直線コネクタ 22">
            <a:extLst>
              <a:ext uri="{FF2B5EF4-FFF2-40B4-BE49-F238E27FC236}">
                <ns2:creationId id="{09EE04DC-E8EE-0230-D5B7-F26428D12E30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01718BA1-2097-3A05-490C-8F8E7B87D600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ns2:creationId id="{F7136C1B-FB27-E3A1-BBB8-459A87B6ED20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四角形: 角を丸くする 25">
            <a:extLst>
              <a:ext uri="{FF2B5EF4-FFF2-40B4-BE49-F238E27FC236}">
                <ns2:creationId id="{27004597-0CF6-5078-0688-D379B142252B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536AF61C-E0F5-1097-8FCF-78E9E69CBEF7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6F6AD8C5-A26A-24A9-4701-3D19B4DB63AA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E48B10A3-847D-A307-56EB-82A068747B47}"/>
              </a:ext>
            </a:extLst>
          </p:cNvPr>
          <p:cNvSpPr/>
          <p:nvPr/>
        </p:nvSpPr>
        <p:spPr>
          <a:xfrm>
            <a:off x="419068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35E2CBAE-5DC0-9258-7145-B7D36510FB65}"/>
              </a:ext>
            </a:extLst>
          </p:cNvPr>
          <p:cNvSpPr/>
          <p:nvPr/>
        </p:nvSpPr>
        <p:spPr>
          <a:xfrm>
            <a:off x="419068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8EC94DDD-9D72-41AD-FF96-8ED87F8DF66B}"/>
              </a:ext>
            </a:extLst>
          </p:cNvPr>
          <p:cNvSpPr/>
          <p:nvPr/>
        </p:nvSpPr>
        <p:spPr>
          <a:xfrm>
            <a:off x="419068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48FC3222-AF82-C501-A909-06D1560C9B50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F6AAADF5-8BE5-C2BB-C4B8-253B7142877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34">
            <a:extLst>
              <a:ext uri="{FF2B5EF4-FFF2-40B4-BE49-F238E27FC236}">
                <ns2:creationId id="{29F02129-1AAA-3DAE-D3AB-46012D499E4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6" name="直線コネクタ 35">
            <a:extLst>
              <a:ext uri="{FF2B5EF4-FFF2-40B4-BE49-F238E27FC236}">
                <ns2:creationId id="{ECD520B3-076C-1223-F1AC-C6015A76A15D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9998257F-B876-87C4-4D0D-52E02B633C1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正方形/長方形 37">
            <a:extLst>
              <a:ext uri="{FF2B5EF4-FFF2-40B4-BE49-F238E27FC236}">
                <ns2:creationId id="{EE4C8EA3-D28C-2AD5-85DF-2C31D00C183D}"/>
              </a:ext>
            </a:extLst>
          </p:cNvPr>
          <p:cNvSpPr/>
          <p:nvPr/>
        </p:nvSpPr>
        <p:spPr>
          <a:xfrm>
            <a:off x="834171" y="2730271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C15FD18D-B91D-40C4-D498-B01B8A8F2ECB}"/>
              </a:ext>
            </a:extLst>
          </p:cNvPr>
          <p:cNvSpPr/>
          <p:nvPr/>
        </p:nvSpPr>
        <p:spPr>
          <a:xfrm>
            <a:off x="834171" y="4191984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AF09F8A-1083-8034-E457-1CD48B3CA610}"/>
              </a:ext>
            </a:extLst>
          </p:cNvPr>
          <p:cNvSpPr/>
          <p:nvPr/>
        </p:nvSpPr>
        <p:spPr>
          <a:xfrm>
            <a:off x="834171" y="3467937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四角形: 角を丸くする 41">
            <a:extLst>
              <a:ext uri="{FF2B5EF4-FFF2-40B4-BE49-F238E27FC236}">
                <ns2:creationId id="{F3F48683-CE9A-386A-48FD-D5FFFDF0C0D0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四角形: 角を丸くする 42">
            <a:extLst>
              <a:ext uri="{FF2B5EF4-FFF2-40B4-BE49-F238E27FC236}">
                <ns2:creationId id="{7EE46D56-3A73-B136-EB3E-3D337571D133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BF0ACB2C-DD9F-D5F9-AF00-2DE3C8EE6B73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A29D2305-75B5-D736-4F79-45C3B6F0BB70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63BAA4E-7E37-39F6-E612-EC65F3AC7C40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3640539B-8DCC-D44E-D282-F5E7FED485B8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50" name="Oval 301">
            <a:extLst>
              <a:ext uri="{FF2B5EF4-FFF2-40B4-BE49-F238E27FC236}">
                <ns2:creationId id="{4413A259-9B70-7B9B-B351-501AE244142A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2188673505"/>
      </p:ext>
    </p:extLst>
  </p:cSld>
  <p:clrMapOvr>
    <a:masterClrMapping/>
  </p:clrMapOvr>
</p:sld>
</file>

<file path=ppt/slides/slide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テキスト ボックス 94">
            <a:extLst>
              <a:ext uri="{FF2B5EF4-FFF2-40B4-BE49-F238E27FC236}">
                <ns2:creationId id="{764B5BD9-37BC-FF93-7AA3-DB58BF9CE0BA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ns2:creationId id="{6318C38E-EC60-E339-53CB-A237AA62ED2B}"/>
              </a:ext>
            </a:extLst>
          </p:cNvPr>
          <p:cNvSpPr txBox="1"/>
          <p:nvPr/>
        </p:nvSpPr>
        <p:spPr>
          <a:xfrm>
            <a:off x="5264238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ns2:creationId id="{7822A9DB-6A1B-0259-7EF1-B101545F0A0D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3ABC031A-A8ED-39C5-C8B9-6CA12B36B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742EA24-E671-7DED-1DD2-D405279759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A78330DC-C0C1-BFAD-3ED8-5A205797C61C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AD3FDCBD-3A5E-976F-4488-E8B332F07239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80CB20D2-8DF2-38A9-7D37-04EDCB1B09C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BF5BF446-C814-2C49-09F5-287FA69369D3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E31ADFC1-B25C-7B32-A31A-B894639369F2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CE4AE67B-DCB5-0ED9-72C9-2D89C4E99107}"/>
              </a:ext>
            </a:extLst>
          </p:cNvPr>
          <p:cNvSpPr/>
          <p:nvPr/>
        </p:nvSpPr>
        <p:spPr>
          <a:xfrm>
            <a:off x="338105" y="5084862"/>
            <a:ext cx="364795" cy="1223852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48" name="グラフィックス 47" descr="評価 単色塗りつぶし">
            <a:extLst>
              <a:ext uri="{FF2B5EF4-FFF2-40B4-BE49-F238E27FC236}">
                <ns2:creationId id="{D6ADD1C2-2583-CB9B-0A2B-75D2D54EB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0"/>
            <a:ext cx="252000" cy="264477"/>
          </a:xfrm>
          <a:prstGeom prst="rect">
            <a:avLst/>
          </a:prstGeom>
        </p:spPr>
      </p:pic>
      <p:pic>
        <p:nvPicPr>
          <p:cNvPr id="49" name="グラフィックス 48" descr="クリップボード: チェックマーク 単色塗りつぶし">
            <a:extLst>
              <a:ext uri="{FF2B5EF4-FFF2-40B4-BE49-F238E27FC236}">
                <ns2:creationId id="{4D8F2570-3909-4A94-19A9-E8E8306EA6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5" name="正方形/長方形 14">
            <a:extLst>
              <a:ext uri="{FF2B5EF4-FFF2-40B4-BE49-F238E27FC236}">
                <ns2:creationId id="{A6EF9492-BFF9-4215-21C4-1CBCAD8FA956}"/>
              </a:ext>
            </a:extLst>
          </p:cNvPr>
          <p:cNvSpPr/>
          <p:nvPr/>
        </p:nvSpPr>
        <p:spPr>
          <a:xfrm>
            <a:off x="805339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0257F929-1907-1170-3396-4DFBF1F30204}"/>
              </a:ext>
            </a:extLst>
          </p:cNvPr>
          <p:cNvSpPr/>
          <p:nvPr/>
        </p:nvSpPr>
        <p:spPr>
          <a:xfrm>
            <a:off x="805339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908144CB-FF92-C57C-3FF6-967C40F0640E}"/>
              </a:ext>
            </a:extLst>
          </p:cNvPr>
          <p:cNvSpPr/>
          <p:nvPr/>
        </p:nvSpPr>
        <p:spPr>
          <a:xfrm>
            <a:off x="805339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9BEBB1F7-FDDA-92B3-F135-38DEDD07FEF1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0F3BB88-6027-5590-FE84-DA9CCA45577C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B46D9993-6701-B5BB-28DF-C0472A438CFD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2" name="直線コネクタ 21">
            <a:extLst>
              <a:ext uri="{FF2B5EF4-FFF2-40B4-BE49-F238E27FC236}">
                <ns2:creationId id="{7D52A968-5BE6-CDEC-2629-99F9DAB98628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>
            <a:extLst>
              <a:ext uri="{FF2B5EF4-FFF2-40B4-BE49-F238E27FC236}">
                <ns2:creationId id="{6E039110-1AD8-2E93-8D9D-E337CD303168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C9EB31BF-A6B0-66B6-1E77-E173F2A9AB7C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四角形: 角を丸くする 34">
            <a:extLst>
              <a:ext uri="{FF2B5EF4-FFF2-40B4-BE49-F238E27FC236}">
                <ns2:creationId id="{3407A8E9-0E82-8C11-6FB0-DAB30B39DA4F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ns2:creationId id="{8C2AC20C-2038-A4F9-A292-C2ABDB4D5C4A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19781778-5A96-2122-5096-7D1C90B5F0F8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1B38B717-A527-B3C1-3F5A-E64E46784FAE}"/>
              </a:ext>
            </a:extLst>
          </p:cNvPr>
          <p:cNvSpPr/>
          <p:nvPr/>
        </p:nvSpPr>
        <p:spPr>
          <a:xfrm>
            <a:off x="419068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7C175483-BE2F-8048-5CE4-661EA2DC0B4E}"/>
              </a:ext>
            </a:extLst>
          </p:cNvPr>
          <p:cNvSpPr/>
          <p:nvPr/>
        </p:nvSpPr>
        <p:spPr>
          <a:xfrm>
            <a:off x="419068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ETL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BF9F146-8696-1F8B-C78B-B82889AA6ACC}"/>
              </a:ext>
            </a:extLst>
          </p:cNvPr>
          <p:cNvSpPr/>
          <p:nvPr/>
        </p:nvSpPr>
        <p:spPr>
          <a:xfrm>
            <a:off x="419068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018163D8-12A2-F19A-6731-7755C1785D75}"/>
              </a:ext>
            </a:extLst>
          </p:cNvPr>
          <p:cNvCxnSpPr>
            <a:cxnSpLocks/>
          </p:cNvCxnSpPr>
          <p:nvPr/>
        </p:nvCxnSpPr>
        <p:spPr>
          <a:xfrm>
            <a:off x="419068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四角形: 角を丸くする 55">
            <a:extLst>
              <a:ext uri="{FF2B5EF4-FFF2-40B4-BE49-F238E27FC236}">
                <ns2:creationId id="{9F08166E-931B-8EAF-859D-D23CC3459E0B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AAD6F65-EBBF-4EB9-8D62-AE9ABF12736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GCP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C953872-F1BA-3880-E069-94252090439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CBFC6BBC-AFF6-F4B3-25CD-8593177C9997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>
            <a:extLst>
              <a:ext uri="{FF2B5EF4-FFF2-40B4-BE49-F238E27FC236}">
                <ns2:creationId id="{DD7F9DD4-9395-7AA3-D361-27727ED356D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正方形/長方形 73">
            <a:extLst>
              <a:ext uri="{FF2B5EF4-FFF2-40B4-BE49-F238E27FC236}">
                <ns2:creationId id="{6DD768E9-00B1-9A7F-49B0-B7B2932479C6}"/>
              </a:ext>
            </a:extLst>
          </p:cNvPr>
          <p:cNvSpPr/>
          <p:nvPr/>
        </p:nvSpPr>
        <p:spPr>
          <a:xfrm>
            <a:off x="834171" y="2762545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43E8638-F0EC-0494-03EA-7C6725295A7A}"/>
              </a:ext>
            </a:extLst>
          </p:cNvPr>
          <p:cNvSpPr/>
          <p:nvPr/>
        </p:nvSpPr>
        <p:spPr>
          <a:xfrm>
            <a:off x="834171" y="4245775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91C2025-5655-47F3-5F00-AF2F683C091B}"/>
              </a:ext>
            </a:extLst>
          </p:cNvPr>
          <p:cNvSpPr/>
          <p:nvPr/>
        </p:nvSpPr>
        <p:spPr>
          <a:xfrm>
            <a:off x="834171" y="3500212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77" name="直線コネクタ 76">
            <a:extLst>
              <a:ext uri="{FF2B5EF4-FFF2-40B4-BE49-F238E27FC236}">
                <ns2:creationId id="{26AE3782-A201-BD06-FE92-B9E567C9BD70}"/>
              </a:ext>
            </a:extLst>
          </p:cNvPr>
          <p:cNvCxnSpPr>
            <a:cxnSpLocks/>
          </p:cNvCxnSpPr>
          <p:nvPr/>
        </p:nvCxnSpPr>
        <p:spPr>
          <a:xfrm>
            <a:off x="834169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四角形: 角を丸くする 77">
            <a:extLst>
              <a:ext uri="{FF2B5EF4-FFF2-40B4-BE49-F238E27FC236}">
                <ns2:creationId id="{07E4D1A9-B5E5-974D-D0E6-699CC395CDF5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四角形: 角を丸くする 78">
            <a:extLst>
              <a:ext uri="{FF2B5EF4-FFF2-40B4-BE49-F238E27FC236}">
                <ns2:creationId id="{1706284C-BB82-4E0A-8485-E54651A0AC2F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四角形: 角を丸くする 79">
            <a:extLst>
              <a:ext uri="{FF2B5EF4-FFF2-40B4-BE49-F238E27FC236}">
                <ns2:creationId id="{D7844DE1-940D-D798-40FA-C043729C7B48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2" name="直線コネクタ 91">
            <a:extLst>
              <a:ext uri="{FF2B5EF4-FFF2-40B4-BE49-F238E27FC236}">
                <ns2:creationId id="{BA0389C3-0DBD-A41A-9768-1EFAE14708AA}"/>
              </a:ext>
            </a:extLst>
          </p:cNvPr>
          <p:cNvCxnSpPr>
            <a:cxnSpLocks/>
          </p:cNvCxnSpPr>
          <p:nvPr/>
        </p:nvCxnSpPr>
        <p:spPr>
          <a:xfrm>
            <a:off x="584379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四角形: 角を丸くする 98">
            <a:extLst>
              <a:ext uri="{FF2B5EF4-FFF2-40B4-BE49-F238E27FC236}">
                <ns2:creationId id="{1ACAA286-EF1B-6C75-92B3-15C427D9934D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0" name="四角形: 角を丸くする 99">
            <a:extLst>
              <a:ext uri="{FF2B5EF4-FFF2-40B4-BE49-F238E27FC236}">
                <ns2:creationId id="{F605E722-C806-4E52-9A1B-094CEABF85BF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ns2:creationId id="{2A22A72F-59B9-A604-BFF4-3A0E79F06217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</p:spTree>
    <p:extLst>
      <p:ext uri="{BB962C8B-B14F-4D97-AF65-F5344CB8AC3E}">
        <ns5:creationId val="3355135571"/>
      </p:ext>
    </p:extLst>
  </p:cSld>
  <p:clrMapOvr>
    <a:masterClrMapping/>
  </p:clrMapOvr>
</p:sld>
</file>

<file path=ppt/slides/slide5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2F6A9A-FED4-EE6D-B933-784811B4A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0D94EC-48EB-D4E0-A973-69416DC44D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9E0B60CF-8774-87B2-8690-E7AF8002BAC0}"/>
              </a:ext>
            </a:extLst>
          </p:cNvPr>
          <p:cNvGrpSpPr/>
          <p:nvPr/>
        </p:nvGrpSpPr>
        <p:grpSpPr>
          <a:xfrm>
            <a:off x="5989735" y="1648926"/>
            <a:ext cx="5860452" cy="4669686"/>
            <a:chOff x="5989735" y="1648926"/>
            <a:chExt cx="5860452" cy="4669686"/>
          </a:xfrm>
        </p:grpSpPr>
        <p:sp>
          <p:nvSpPr>
            <p:cNvPr id="69" name="Rechteck 19">
              <a:extLst>
                <a:ext uri="{FF2B5EF4-FFF2-40B4-BE49-F238E27FC236}">
                  <ns2:creationId id="{59973D66-471B-012C-B296-C2799EF574D9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auto">
            <a:xfrm>
              <a:off x="6234091" y="164892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088C8EF7-2639-5C8A-315F-7A5BB98D8DBC}"/>
                </a:ext>
              </a:extLst>
            </p:cNvPr>
            <p:cNvSpPr/>
            <p:nvPr/>
          </p:nvSpPr>
          <p:spPr>
            <a:xfrm>
              <a:off x="6289237" y="2018649"/>
              <a:ext cx="678491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ABBA4BA3-2423-FA53-3C1C-7859086C4DEE}"/>
                </a:ext>
              </a:extLst>
            </p:cNvPr>
            <p:cNvSpPr/>
            <p:nvPr/>
          </p:nvSpPr>
          <p:spPr>
            <a:xfrm>
              <a:off x="6289237" y="2412785"/>
              <a:ext cx="678491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AU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67BBDBD1-68EE-FBB2-F778-4181D54DAB60}"/>
                </a:ext>
              </a:extLst>
            </p:cNvPr>
            <p:cNvSpPr/>
            <p:nvPr/>
          </p:nvSpPr>
          <p:spPr>
            <a:xfrm>
              <a:off x="6289237" y="3274921"/>
              <a:ext cx="678491" cy="54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Rechteck 19">
              <a:extLst>
                <a:ext uri="{FF2B5EF4-FFF2-40B4-BE49-F238E27FC236}">
                  <ns2:creationId id="{F8A0ECE8-F015-0C8F-BAD9-5AF604BC95C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auto">
            <a:xfrm>
              <a:off x="6270187" y="3848769"/>
              <a:ext cx="5580000" cy="28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8" name="グラフィックス 77" descr="質問 単色塗りつぶし">
              <a:extLst>
                <a:ext uri="{FF2B5EF4-FFF2-40B4-BE49-F238E27FC236}">
                  <ns2:creationId id="{C18A38C5-F532-902B-77BA-5FE1D813B7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9"/>
                </a:ext>
              </a:extLst>
            </a:blip>
            <a:stretch>
              <a:fillRect/>
            </a:stretch>
          </p:blipFill>
          <p:spPr>
            <a:xfrm>
              <a:off x="7377920" y="1657046"/>
              <a:ext cx="288000" cy="288000"/>
            </a:xfrm>
            <a:prstGeom prst="rect">
              <a:avLst/>
            </a:prstGeom>
          </p:spPr>
        </p:pic>
        <p:pic>
          <p:nvPicPr>
            <p:cNvPr id="80" name="グラフィックス 79" descr="プレイブック 単色塗りつぶし">
              <a:extLst>
                <a:ext uri="{FF2B5EF4-FFF2-40B4-BE49-F238E27FC236}">
                  <ns2:creationId id="{A3AE6338-AFE0-3BC4-19E3-C1CCFA07E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0"/>
                </a:ext>
              </a:extLst>
            </a:blip>
            <a:stretch>
              <a:fillRect/>
            </a:stretch>
          </p:blipFill>
          <p:spPr>
            <a:xfrm>
              <a:off x="6299077" y="3848769"/>
              <a:ext cx="288000" cy="288000"/>
            </a:xfrm>
            <a:prstGeom prst="rect">
              <a:avLst/>
            </a:prstGeom>
          </p:spPr>
        </p:pic>
        <p:sp>
          <p:nvSpPr>
            <p:cNvPr id="81" name="ホームベース 64">
              <a:extLst>
                <a:ext uri="{FF2B5EF4-FFF2-40B4-BE49-F238E27FC236}">
                  <ns2:creationId id="{378F0B64-3D6A-F705-CC8F-4BD943D8F561}"/>
                </a:ext>
              </a:extLst>
            </p:cNvPr>
            <p:cNvSpPr/>
            <p:nvPr/>
          </p:nvSpPr>
          <p:spPr>
            <a:xfrm>
              <a:off x="6289237" y="4191233"/>
              <a:ext cx="1440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山形 65">
              <a:extLst>
                <a:ext uri="{FF2B5EF4-FFF2-40B4-BE49-F238E27FC236}">
                  <ns2:creationId id="{55CE4583-F4A6-1035-01E2-64BBDA2FEECC}"/>
                </a:ext>
              </a:extLst>
            </p:cNvPr>
            <p:cNvSpPr/>
            <p:nvPr/>
          </p:nvSpPr>
          <p:spPr>
            <a:xfrm>
              <a:off x="7655798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山形 66">
              <a:extLst>
                <a:ext uri="{FF2B5EF4-FFF2-40B4-BE49-F238E27FC236}">
                  <ns2:creationId id="{38BD6020-D6FC-DE4B-32C6-B7C634073485}"/>
                </a:ext>
              </a:extLst>
            </p:cNvPr>
            <p:cNvSpPr/>
            <p:nvPr/>
          </p:nvSpPr>
          <p:spPr>
            <a:xfrm>
              <a:off x="9022359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4" name="山形 66">
              <a:extLst>
                <a:ext uri="{FF2B5EF4-FFF2-40B4-BE49-F238E27FC236}">
                  <ns2:creationId id="{820709EF-0116-DC96-8444-3CED8182A39F}"/>
                </a:ext>
              </a:extLst>
            </p:cNvPr>
            <p:cNvSpPr/>
            <p:nvPr/>
          </p:nvSpPr>
          <p:spPr>
            <a:xfrm>
              <a:off x="10388921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59099159-5D78-8252-75B4-1A6906C040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8923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33B1C593-B36A-4F4C-3202-4047630F4F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179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18B4F01F-D10B-557E-24C3-841FA3E8ECCD}"/>
                </a:ext>
              </a:extLst>
            </p:cNvPr>
            <p:cNvCxnSpPr>
              <a:stCxn id="69" idx="1"/>
              <a:endCxn id="46" idx="3"/>
            </p:cNvCxnSpPr>
            <p:nvPr/>
          </p:nvCxnSpPr>
          <p:spPr>
            <a:xfrm rot="10800000" flipV="1">
              <a:off x="5989735" y="1792926"/>
              <a:ext cx="244357" cy="19329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echteck 19">
              <a:extLst>
                <a:ext uri="{FF2B5EF4-FFF2-40B4-BE49-F238E27FC236}">
                  <ns2:creationId id="{3024CA7E-011A-C564-838A-7CA2E95090C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auto">
            <a:xfrm>
              <a:off x="628923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URL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0" name="Rechteck 19">
              <a:extLst>
                <a:ext uri="{FF2B5EF4-FFF2-40B4-BE49-F238E27FC236}">
                  <ns2:creationId id="{82459EF7-7899-6B16-C169-480BF4DEE2D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auto">
            <a:xfrm>
              <a:off x="628923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1" name="Rechteck 19">
              <a:extLst>
                <a:ext uri="{FF2B5EF4-FFF2-40B4-BE49-F238E27FC236}">
                  <ns2:creationId id="{BDCEF0A2-7CA4-2CDB-8173-9E88E87484C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 bwMode="auto">
            <a:xfrm>
              <a:off x="769179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D227E99-7569-23CE-1A03-A38DBD2D2ACF}"/>
                </a:ext>
              </a:extLst>
            </p:cNvPr>
            <p:cNvSpPr/>
            <p:nvPr/>
          </p:nvSpPr>
          <p:spPr>
            <a:xfrm>
              <a:off x="6234092" y="1657046"/>
              <a:ext cx="5616000" cy="46615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5" name="グループ化 94">
              <a:extLst>
                <a:ext uri="{FF2B5EF4-FFF2-40B4-BE49-F238E27FC236}">
                  <ns2:creationId id="{C344328A-E1E0-95B6-4ECD-E67229BE5A83}"/>
                </a:ext>
              </a:extLst>
            </p:cNvPr>
            <p:cNvGrpSpPr/>
            <p:nvPr/>
          </p:nvGrpSpPr>
          <p:grpSpPr>
            <a:xfrm>
              <a:off x="6967729" y="2018649"/>
              <a:ext cx="4880000" cy="1796272"/>
              <a:chOff x="7170187" y="2018649"/>
              <a:chExt cx="4677541" cy="1796272"/>
            </a:xfrm>
          </p:grpSpPr>
          <p:sp>
            <p:nvSpPr>
              <p:cNvPr id="73" name="Rechteck 19">
                <a:extLst>
                  <a:ext uri="{FF2B5EF4-FFF2-40B4-BE49-F238E27FC236}">
                    <ns2:creationId id="{8C1475F0-A671-33F6-88E8-7F74D14FEFB7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 bwMode="auto">
              <a:xfrm>
                <a:off x="7203727" y="2018649"/>
                <a:ext cx="4644000" cy="36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eaLnBrk="0" hangingPunct="0">
                  <a:spcAft>
                    <a:spcPct val="0"/>
                  </a:spcAft>
                  <a:buClr>
                    <a:srgbClr val="008000"/>
                  </a:buClr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 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4" name="Rechteck 19">
                <a:extLst>
                  <a:ext uri="{FF2B5EF4-FFF2-40B4-BE49-F238E27FC236}">
                    <ns2:creationId id="{BAD8F346-A2D4-9CC5-DACA-49FD3EE7D87B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 bwMode="auto">
              <a:xfrm>
                <a:off x="7203727" y="2412785"/>
                <a:ext cx="4644000" cy="828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/ 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5" name="Rechteck 19">
                <a:extLst>
                  <a:ext uri="{FF2B5EF4-FFF2-40B4-BE49-F238E27FC236}">
                    <ns2:creationId id="{B44578C5-EFA8-E27D-99A2-20D64B3B7BFD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 bwMode="auto">
              <a:xfrm>
                <a:off x="7203728" y="3274921"/>
                <a:ext cx="4644000" cy="54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 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</a:t>
                </a:r>
                <a:r>
                  <a:rPr lang="ja-JP" altLang="en-US" sz="1000" dirty="0">
                    <a:latin typeface="+mn-ea"/>
                  </a:rPr>
                  <a:t> </a:t>
                </a:r>
                <a:endParaRPr lang="en-AU" altLang="ja-JP" sz="1000" dirty="0">
                  <a:latin typeface="+mn-ea"/>
                </a:endParaRPr>
              </a:p>
              <a:p>
                <a:pPr marL="360363" indent="-179388" eaLnBrk="0" hangingPunct="0">
                  <a:spcAft>
                    <a:spcPct val="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 err="1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98F5E19A-31E8-EF82-9643-C98E50B68CAA}"/>
                  </a:ext>
                </a:extLst>
              </p:cNvPr>
              <p:cNvCxnSpPr/>
              <p:nvPr/>
            </p:nvCxnSpPr>
            <p:spPr>
              <a:xfrm flipV="1">
                <a:off x="7175152" y="2393790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2272928F-3F07-1CD0-B4E0-5FE660CFEEC1}"/>
                  </a:ext>
                </a:extLst>
              </p:cNvPr>
              <p:cNvCxnSpPr/>
              <p:nvPr/>
            </p:nvCxnSpPr>
            <p:spPr>
              <a:xfrm flipV="1">
                <a:off x="7170187" y="3253948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Rechteck 19">
              <a:extLst>
                <a:ext uri="{FF2B5EF4-FFF2-40B4-BE49-F238E27FC236}">
                  <ns2:creationId id="{201E1435-98CE-183D-EF37-93EEC70A122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 bwMode="auto">
            <a:xfrm>
              <a:off x="769179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98" name="グラフィックス 97" descr="新型コロナウイルス感染症 単色塗りつぶし">
              <a:extLst>
                <a:ext uri="{FF2B5EF4-FFF2-40B4-BE49-F238E27FC236}">
                  <ns2:creationId id="{771A4570-C89C-D003-B8FF-A6A7CAD9C1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80" y="4742439"/>
              <a:ext cx="288000" cy="288000"/>
            </a:xfrm>
            <a:prstGeom prst="rect">
              <a:avLst/>
            </a:prstGeom>
          </p:spPr>
        </p:pic>
        <p:pic>
          <p:nvPicPr>
            <p:cNvPr id="100" name="グラフィックス 99" descr="プログラマー男性 単色塗りつぶし">
              <a:extLst>
                <a:ext uri="{FF2B5EF4-FFF2-40B4-BE49-F238E27FC236}">
                  <ns2:creationId id="{AC4947BD-CE7B-614F-145B-00DBCBA1D0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6829238" y="5599511"/>
              <a:ext cx="288000" cy="288000"/>
            </a:xfrm>
            <a:prstGeom prst="rect">
              <a:avLst/>
            </a:prstGeom>
          </p:spPr>
        </p:pic>
        <p:pic>
          <p:nvPicPr>
            <p:cNvPr id="102" name="グラフィックス 101" descr="封筒を開く 単色塗りつぶし">
              <a:extLst>
                <a:ext uri="{FF2B5EF4-FFF2-40B4-BE49-F238E27FC236}">
                  <ns2:creationId id="{9F7F36CF-847A-3DE2-D3A1-C2D2EAFA4B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3"/>
                </a:ext>
              </a:extLst>
            </a:blip>
            <a:stretch>
              <a:fillRect/>
            </a:stretch>
          </p:blipFill>
          <p:spPr>
            <a:xfrm>
              <a:off x="6829237" y="4742439"/>
              <a:ext cx="288000" cy="288000"/>
            </a:xfrm>
            <a:prstGeom prst="rect">
              <a:avLst/>
            </a:prstGeom>
          </p:spPr>
        </p:pic>
        <p:sp>
          <p:nvSpPr>
            <p:cNvPr id="103" name="Rechteck 19">
              <a:extLst>
                <a:ext uri="{FF2B5EF4-FFF2-40B4-BE49-F238E27FC236}">
                  <ns2:creationId id="{15D5C76D-05C8-1899-A3DC-4FB30D3665C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auto">
            <a:xfrm>
              <a:off x="905835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04" name="Rechteck 19">
              <a:extLst>
                <a:ext uri="{FF2B5EF4-FFF2-40B4-BE49-F238E27FC236}">
                  <ns2:creationId id="{EA933C8E-B870-C525-550D-4E435F018F51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auto">
            <a:xfrm>
              <a:off x="905835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06" name="グラフィックス 105" descr="ノート PC 単色塗りつぶし">
              <a:extLst>
                <a:ext uri="{FF2B5EF4-FFF2-40B4-BE49-F238E27FC236}">
                  <ns2:creationId id="{1677F6C2-E79B-8A11-0BF6-B8E9B33EF6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4"/>
                </a:ext>
              </a:extLst>
            </a:blip>
            <a:stretch>
              <a:fillRect/>
            </a:stretch>
          </p:blipFill>
          <p:spPr>
            <a:xfrm>
              <a:off x="8071333" y="5599511"/>
              <a:ext cx="288000" cy="288000"/>
            </a:xfrm>
            <a:prstGeom prst="rect">
              <a:avLst/>
            </a:prstGeom>
          </p:spPr>
        </p:pic>
        <p:pic>
          <p:nvPicPr>
            <p:cNvPr id="107" name="グラフィックス 106" descr="新型コロナウイルス感染症 単色塗りつぶし">
              <a:extLst>
                <a:ext uri="{FF2B5EF4-FFF2-40B4-BE49-F238E27FC236}">
                  <ns2:creationId id="{EE7A35FD-1D93-BF90-13A6-527EEC90C9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4742439"/>
              <a:ext cx="288000" cy="288000"/>
            </a:xfrm>
            <a:prstGeom prst="rect">
              <a:avLst/>
            </a:prstGeom>
          </p:spPr>
        </p:pic>
        <p:pic>
          <p:nvPicPr>
            <p:cNvPr id="108" name="グラフィックス 107" descr="プログラマー男性 単色塗りつぶし">
              <a:extLst>
                <a:ext uri="{FF2B5EF4-FFF2-40B4-BE49-F238E27FC236}">
                  <ns2:creationId id="{E0E25628-1A5B-8BF2-7CA9-94D6CDEE2C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9429855" y="5599511"/>
              <a:ext cx="288000" cy="288000"/>
            </a:xfrm>
            <a:prstGeom prst="rect">
              <a:avLst/>
            </a:prstGeom>
          </p:spPr>
        </p:pic>
        <p:pic>
          <p:nvPicPr>
            <p:cNvPr id="109" name="グラフィックス 108" descr="新型コロナウイルス感染症 単色塗りつぶし">
              <a:extLst>
                <a:ext uri="{FF2B5EF4-FFF2-40B4-BE49-F238E27FC236}">
                  <ns2:creationId id="{B97E2AE4-CA78-337F-8E43-9FD912A1C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5627134"/>
              <a:ext cx="288000" cy="288000"/>
            </a:xfrm>
            <a:prstGeom prst="rect">
              <a:avLst/>
            </a:prstGeom>
          </p:spPr>
        </p:pic>
        <p:pic>
          <p:nvPicPr>
            <p:cNvPr id="111" name="グラフィックス 110" descr="モノのインターネット 単色塗りつぶし">
              <a:extLst>
                <a:ext uri="{FF2B5EF4-FFF2-40B4-BE49-F238E27FC236}">
                  <ns2:creationId id="{4C74FCA8-A510-75F0-A769-4B5487D47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5"/>
                </a:ext>
              </a:extLst>
            </a:blip>
            <a:stretch>
              <a:fillRect/>
            </a:stretch>
          </p:blipFill>
          <p:spPr>
            <a:xfrm>
              <a:off x="8071333" y="4742439"/>
              <a:ext cx="288000" cy="288000"/>
            </a:xfrm>
            <a:prstGeom prst="rect">
              <a:avLst/>
            </a:prstGeom>
          </p:spPr>
        </p:pic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0278F595-23B9-95A6-33C4-6E48AFC1AA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6"/>
                </a:ext>
              </a:extLst>
            </a:blip>
            <a:stretch>
              <a:fillRect/>
            </a:stretch>
          </p:blipFill>
          <p:spPr>
            <a:xfrm>
              <a:off x="9429855" y="4742439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新型コロナウイルス感染症 単色塗りつぶし">
              <a:extLst>
                <a:ext uri="{FF2B5EF4-FFF2-40B4-BE49-F238E27FC236}">
                  <ns2:creationId id="{A0506276-C6F8-3CFC-BAB7-52D8B678C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79" y="5599511"/>
              <a:ext cx="288000" cy="288000"/>
            </a:xfrm>
            <a:prstGeom prst="rect">
              <a:avLst/>
            </a:prstGeom>
          </p:spPr>
        </p:pic>
        <p:sp>
          <p:nvSpPr>
            <p:cNvPr id="116" name="矢印: 下 115">
              <a:extLst>
                <a:ext uri="{FF2B5EF4-FFF2-40B4-BE49-F238E27FC236}">
                  <ns2:creationId id="{1CE5D444-35FC-751F-9086-6576427B8178}"/>
                </a:ext>
              </a:extLst>
            </p:cNvPr>
            <p:cNvSpPr/>
            <p:nvPr/>
          </p:nvSpPr>
          <p:spPr>
            <a:xfrm rot="10800000">
              <a:off x="9562359" y="5374846"/>
              <a:ext cx="360000" cy="252000"/>
            </a:xfrm>
            <a:prstGeom prst="downArrow">
              <a:avLst/>
            </a:prstGeom>
            <a:solidFill>
              <a:srgbClr val="FF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Rechteck 19">
              <a:extLst>
                <a:ext uri="{FF2B5EF4-FFF2-40B4-BE49-F238E27FC236}">
                  <ns2:creationId id="{2CCC1427-B2AE-00DA-9012-49B49CB534F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auto">
            <a:xfrm>
              <a:off x="1042491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18" name="Rechteck 19">
              <a:extLst>
                <a:ext uri="{FF2B5EF4-FFF2-40B4-BE49-F238E27FC236}">
                  <ns2:creationId id="{CE4D86DB-5768-CB3B-DDD2-ECABF9CF8064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auto">
            <a:xfrm>
              <a:off x="1042491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20" name="グラフィックス 119" descr="ロック 単色塗りつぶし">
              <a:extLst>
                <a:ext uri="{FF2B5EF4-FFF2-40B4-BE49-F238E27FC236}">
                  <ns2:creationId id="{10F32309-455A-14B7-6A8D-725530032C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84857" y="5627134"/>
              <a:ext cx="288000" cy="288000"/>
            </a:xfrm>
            <a:prstGeom prst="rect">
              <a:avLst/>
            </a:prstGeom>
          </p:spPr>
        </p:pic>
        <p:pic>
          <p:nvPicPr>
            <p:cNvPr id="122" name="グラフィックス 121" descr="データベース 単色塗りつぶし">
              <a:extLst>
                <a:ext uri="{FF2B5EF4-FFF2-40B4-BE49-F238E27FC236}">
                  <ns2:creationId id="{E6C3D7F0-06FC-4A99-9B3F-3E2C9E11A2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8"/>
                </a:ext>
              </a:extLst>
            </a:blip>
            <a:stretch>
              <a:fillRect/>
            </a:stretch>
          </p:blipFill>
          <p:spPr>
            <a:xfrm>
              <a:off x="10820921" y="5627134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プログラマー男性 単色塗りつぶし">
              <a:extLst>
                <a:ext uri="{FF2B5EF4-FFF2-40B4-BE49-F238E27FC236}">
                  <ns2:creationId id="{759A4AAA-4C84-A126-07C3-798E64A562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10829733" y="4742439"/>
              <a:ext cx="288000" cy="288000"/>
            </a:xfrm>
            <a:prstGeom prst="rect">
              <a:avLst/>
            </a:prstGeom>
          </p:spPr>
        </p:pic>
        <p:pic>
          <p:nvPicPr>
            <p:cNvPr id="124" name="グラフィックス 123" descr="ロック 単色塗りつぶし">
              <a:extLst>
                <a:ext uri="{FF2B5EF4-FFF2-40B4-BE49-F238E27FC236}">
                  <ns2:creationId id="{D845CDA2-ACC9-3AC4-D0D4-C41DBEA833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96889" y="474243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Rechteck 19">
            <a:extLst>
              <a:ext uri="{FF2B5EF4-FFF2-40B4-BE49-F238E27FC236}">
                <ns2:creationId id="{B64453C8-EAD3-937C-31F6-9C8B1BE272F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7734" y="2014172"/>
            <a:ext cx="1368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" name="Rectangle 2">
            <a:extLst>
              <a:ext uri="{FF2B5EF4-FFF2-40B4-BE49-F238E27FC236}">
                <ns2:creationId id="{62CAC243-680B-8E74-6445-ABCE8EB04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734" y="1640205"/>
            <a:ext cx="5652000" cy="288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ja-JP" sz="1600" dirty="0">
                <a:latin typeface="+mn-ea"/>
              </a:rPr>
              <a:t>XX</a:t>
            </a:r>
          </a:p>
        </p:txBody>
      </p:sp>
      <p:pic>
        <p:nvPicPr>
          <p:cNvPr id="8" name="グラフィックス 7" descr="新型コロナウイルス感染症 枠線">
            <a:extLst>
              <a:ext uri="{FF2B5EF4-FFF2-40B4-BE49-F238E27FC236}">
                <ns2:creationId id="{C6D4D2FF-F085-68CC-29D7-14D18A15BC9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9"/>
              </a:ext>
            </a:extLst>
          </a:blip>
          <a:stretch>
            <a:fillRect/>
          </a:stretch>
        </p:blipFill>
        <p:spPr>
          <a:xfrm>
            <a:off x="1498690" y="1640205"/>
            <a:ext cx="288000" cy="288000"/>
          </a:xfrm>
          <a:prstGeom prst="rect">
            <a:avLst/>
          </a:prstGeom>
        </p:spPr>
      </p:pic>
      <p:cxnSp>
        <p:nvCxnSpPr>
          <p:cNvPr id="10" name="直線コネクタ 9">
            <a:extLst>
              <a:ext uri="{FF2B5EF4-FFF2-40B4-BE49-F238E27FC236}">
                <ns2:creationId id="{61545D7E-5CA9-2F97-BD49-2DC3FEBE9476}"/>
              </a:ext>
            </a:extLst>
          </p:cNvPr>
          <p:cNvCxnSpPr/>
          <p:nvPr/>
        </p:nvCxnSpPr>
        <p:spPr>
          <a:xfrm>
            <a:off x="337734" y="1941743"/>
            <a:ext cx="5652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hteck 19">
            <a:extLst>
              <a:ext uri="{FF2B5EF4-FFF2-40B4-BE49-F238E27FC236}">
                <ns2:creationId id="{C0643C03-54F6-37DB-A126-723EAC21481E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1723734" y="2014172"/>
            <a:ext cx="2376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2" name="Rechteck 19">
            <a:extLst>
              <a:ext uri="{FF2B5EF4-FFF2-40B4-BE49-F238E27FC236}">
                <ns2:creationId id="{B918A5BD-74BB-21FD-4464-758C587EBF4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4117734" y="2014172"/>
            <a:ext cx="1872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C07699BE-A160-5776-6644-A91AF69A0CC7}"/>
              </a:ext>
            </a:extLst>
          </p:cNvPr>
          <p:cNvSpPr/>
          <p:nvPr/>
        </p:nvSpPr>
        <p:spPr>
          <a:xfrm>
            <a:off x="445734" y="23505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9336CAC6-0710-92D3-A415-7304C951AAF8}"/>
              </a:ext>
            </a:extLst>
          </p:cNvPr>
          <p:cNvSpPr/>
          <p:nvPr/>
        </p:nvSpPr>
        <p:spPr>
          <a:xfrm>
            <a:off x="445734" y="27489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AFCC52D1-5F9E-D759-B418-ABD9FA323E46}"/>
              </a:ext>
            </a:extLst>
          </p:cNvPr>
          <p:cNvSpPr/>
          <p:nvPr/>
        </p:nvSpPr>
        <p:spPr>
          <a:xfrm>
            <a:off x="445734" y="394430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A1BEBE1F-3A5C-61DA-A3FB-86D3DFB38488}"/>
              </a:ext>
            </a:extLst>
          </p:cNvPr>
          <p:cNvSpPr/>
          <p:nvPr/>
        </p:nvSpPr>
        <p:spPr>
          <a:xfrm>
            <a:off x="445734" y="47411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50" dirty="0">
                <a:solidFill>
                  <a:schemeClr val="tx1"/>
                </a:solidFill>
                <a:latin typeface="+mn-ea"/>
              </a:rPr>
            </a:br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8D3A655-3F11-819C-79B9-9D5C4833074B}"/>
              </a:ext>
            </a:extLst>
          </p:cNvPr>
          <p:cNvSpPr/>
          <p:nvPr/>
        </p:nvSpPr>
        <p:spPr>
          <a:xfrm>
            <a:off x="445734" y="51396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F40BDC34-59DB-6D5F-283C-CA5E84CCD680}"/>
              </a:ext>
            </a:extLst>
          </p:cNvPr>
          <p:cNvSpPr/>
          <p:nvPr/>
        </p:nvSpPr>
        <p:spPr>
          <a:xfrm>
            <a:off x="445734" y="553806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0" rIns="0" bIns="0" rtlCol="0" anchor="ctr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B93B4C35-E583-ACA6-C093-B31DB8FFAEE1}"/>
              </a:ext>
            </a:extLst>
          </p:cNvPr>
          <p:cNvSpPr/>
          <p:nvPr/>
        </p:nvSpPr>
        <p:spPr>
          <a:xfrm>
            <a:off x="445734" y="5936503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13D99487-3C69-A8EC-C45D-7972948A541A}"/>
              </a:ext>
            </a:extLst>
          </p:cNvPr>
          <p:cNvSpPr/>
          <p:nvPr/>
        </p:nvSpPr>
        <p:spPr>
          <a:xfrm>
            <a:off x="445734" y="31474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8784BBA3-7137-43B3-AE36-85CAA293DAC6}"/>
              </a:ext>
            </a:extLst>
          </p:cNvPr>
          <p:cNvSpPr/>
          <p:nvPr/>
        </p:nvSpPr>
        <p:spPr>
          <a:xfrm>
            <a:off x="445734" y="3545866"/>
            <a:ext cx="1260000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D2A1C707-9AAD-1895-E96C-E2E3AA762311}"/>
              </a:ext>
            </a:extLst>
          </p:cNvPr>
          <p:cNvSpPr/>
          <p:nvPr/>
        </p:nvSpPr>
        <p:spPr>
          <a:xfrm>
            <a:off x="445734" y="43427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A6BE289-B448-D9E5-10B6-2E77E7AA3FBA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37734" y="227372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4" name="background">
            <a:extLst>
              <a:ext uri="{FF2B5EF4-FFF2-40B4-BE49-F238E27FC236}">
                <ns2:creationId id="{D58CCB32-AF46-6418-1833-511358CB9FFD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37734" y="2717948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background">
            <a:extLst>
              <a:ext uri="{FF2B5EF4-FFF2-40B4-BE49-F238E27FC236}">
                <ns2:creationId id="{1EDF9F08-AF44-9B70-6B38-DA198BA2C257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337734" y="309299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background">
            <a:extLst>
              <a:ext uri="{FF2B5EF4-FFF2-40B4-BE49-F238E27FC236}">
                <ns2:creationId id="{5E29343B-9195-B58C-067E-BC4A7BEBD0D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337734" y="348708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background">
            <a:extLst>
              <a:ext uri="{FF2B5EF4-FFF2-40B4-BE49-F238E27FC236}">
                <ns2:creationId id="{09E561E3-2C61-D2FB-FEFA-574593DE0B83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337734" y="3890705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background">
            <a:extLst>
              <a:ext uri="{FF2B5EF4-FFF2-40B4-BE49-F238E27FC236}">
                <ns2:creationId id="{0EEBEEF5-70B9-27B6-8A90-C7583B72343D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337734" y="4294324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background">
            <a:extLst>
              <a:ext uri="{FF2B5EF4-FFF2-40B4-BE49-F238E27FC236}">
                <ns2:creationId id="{F3739894-1F0F-AC7F-A03C-EC9AD35E98E7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337734" y="4697943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0" name="background">
            <a:extLst>
              <a:ext uri="{FF2B5EF4-FFF2-40B4-BE49-F238E27FC236}">
                <ns2:creationId id="{7B1748D8-EED1-8542-807F-19F30EB1D310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337734" y="5072987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background">
            <a:extLst>
              <a:ext uri="{FF2B5EF4-FFF2-40B4-BE49-F238E27FC236}">
                <ns2:creationId id="{745A4311-CD5C-A359-7518-D9A546297FC2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337734" y="545755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background">
            <a:extLst>
              <a:ext uri="{FF2B5EF4-FFF2-40B4-BE49-F238E27FC236}">
                <ns2:creationId id="{31103806-9084-97EC-4D6B-022F8002C07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337734" y="5870700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79" name="グループ化 78">
            <a:extLst>
              <a:ext uri="{FF2B5EF4-FFF2-40B4-BE49-F238E27FC236}">
                <ns2:creationId id="{746A14B0-510F-59AF-01C9-0175A50D6B2E}"/>
              </a:ext>
            </a:extLst>
          </p:cNvPr>
          <p:cNvGrpSpPr/>
          <p:nvPr/>
        </p:nvGrpSpPr>
        <p:grpSpPr>
          <a:xfrm>
            <a:off x="1723734" y="2350546"/>
            <a:ext cx="2376000" cy="3945957"/>
            <a:chOff x="1723734" y="2350546"/>
            <a:chExt cx="2376000" cy="3945957"/>
          </a:xfrm>
        </p:grpSpPr>
        <p:sp>
          <p:nvSpPr>
            <p:cNvPr id="33" name="Rechteck 19">
              <a:extLst>
                <a:ext uri="{FF2B5EF4-FFF2-40B4-BE49-F238E27FC236}">
                  <ns2:creationId id="{C18C81C8-38DC-2923-474F-B2C1D1E0849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 bwMode="auto">
            <a:xfrm>
              <a:off x="1723734" y="23505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4" name="Rechteck 19">
              <a:extLst>
                <a:ext uri="{FF2B5EF4-FFF2-40B4-BE49-F238E27FC236}">
                  <ns2:creationId id="{A660C018-506C-A8A1-8956-C59C490D67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 bwMode="auto">
            <a:xfrm>
              <a:off x="1723734" y="27489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5" name="Rechteck 19">
              <a:extLst>
                <a:ext uri="{FF2B5EF4-FFF2-40B4-BE49-F238E27FC236}">
                  <ns2:creationId id="{BFD80918-0A75-21FF-4123-7568FA6BE60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auto">
            <a:xfrm>
              <a:off x="1723734" y="31474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6" name="Rechteck 19">
              <a:extLst>
                <a:ext uri="{FF2B5EF4-FFF2-40B4-BE49-F238E27FC236}">
                  <ns2:creationId id="{6E8623F4-3865-12D0-A942-817A837F62B4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auto">
            <a:xfrm>
              <a:off x="1723734" y="35458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hteck 19">
              <a:extLst>
                <a:ext uri="{FF2B5EF4-FFF2-40B4-BE49-F238E27FC236}">
                  <ns2:creationId id="{DF6A9C74-F8E1-C99A-9A0F-4BA79211D15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auto">
            <a:xfrm>
              <a:off x="1723734" y="394430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8" name="Rechteck 19">
              <a:extLst>
                <a:ext uri="{FF2B5EF4-FFF2-40B4-BE49-F238E27FC236}">
                  <ns2:creationId id="{203259C0-A37E-CF6D-FFB4-FF537E576CD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auto">
            <a:xfrm>
              <a:off x="1723734" y="43427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9" name="Rechteck 19">
              <a:extLst>
                <a:ext uri="{FF2B5EF4-FFF2-40B4-BE49-F238E27FC236}">
                  <ns2:creationId id="{F6B44A20-617C-259C-9C5C-01BC5D0BBF4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auto">
            <a:xfrm>
              <a:off x="1723734" y="47411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zh-TW" altLang="en-US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en-US" altLang="ja-JP" sz="1000" dirty="0" err="1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0" name="Rechteck 19">
              <a:extLst>
                <a:ext uri="{FF2B5EF4-FFF2-40B4-BE49-F238E27FC236}">
                  <ns2:creationId id="{18D9DA89-4F12-9BF2-8CA6-397A4CFA38C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 bwMode="auto">
            <a:xfrm>
              <a:off x="1723734" y="51396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1" name="Rechteck 19">
              <a:extLst>
                <a:ext uri="{FF2B5EF4-FFF2-40B4-BE49-F238E27FC236}">
                  <ns2:creationId id="{1DBCF4A5-9051-8AC3-6CBB-1F644F9E0E1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 bwMode="auto">
            <a:xfrm>
              <a:off x="1723734" y="55380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2" name="Rechteck 19">
              <a:extLst>
                <a:ext uri="{FF2B5EF4-FFF2-40B4-BE49-F238E27FC236}">
                  <ns2:creationId id="{5E6D137E-25EF-A05E-1064-DBCD853C5EE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auto">
            <a:xfrm>
              <a:off x="1723734" y="5936503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93E675B2-5E73-112D-867B-AE9BB43E610F}"/>
                </a:ext>
              </a:extLst>
            </p:cNvPr>
            <p:cNvCxnSpPr/>
            <p:nvPr/>
          </p:nvCxnSpPr>
          <p:spPr>
            <a:xfrm flipV="1">
              <a:off x="1741734" y="27297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B59528AD-8679-2311-0FC4-402250680E99}"/>
                </a:ext>
              </a:extLst>
            </p:cNvPr>
            <p:cNvCxnSpPr/>
            <p:nvPr/>
          </p:nvCxnSpPr>
          <p:spPr>
            <a:xfrm flipV="1">
              <a:off x="1741734" y="31282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F34AF84C-C53D-0951-43C3-6DD474331286}"/>
                </a:ext>
              </a:extLst>
            </p:cNvPr>
            <p:cNvCxnSpPr/>
            <p:nvPr/>
          </p:nvCxnSpPr>
          <p:spPr>
            <a:xfrm flipV="1">
              <a:off x="1741734" y="35266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A815009B-ACB2-DDA9-6B31-018478D7E4CD}"/>
                </a:ext>
              </a:extLst>
            </p:cNvPr>
            <p:cNvCxnSpPr/>
            <p:nvPr/>
          </p:nvCxnSpPr>
          <p:spPr>
            <a:xfrm flipV="1">
              <a:off x="1741734" y="39250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84B5361-E2A7-54E8-5A47-596BFBD90606}"/>
                </a:ext>
              </a:extLst>
            </p:cNvPr>
            <p:cNvCxnSpPr/>
            <p:nvPr/>
          </p:nvCxnSpPr>
          <p:spPr>
            <a:xfrm flipV="1">
              <a:off x="1741734" y="432352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707E1196-6C4B-1AB9-F800-A45D1E7DF838}"/>
                </a:ext>
              </a:extLst>
            </p:cNvPr>
            <p:cNvCxnSpPr/>
            <p:nvPr/>
          </p:nvCxnSpPr>
          <p:spPr>
            <a:xfrm flipV="1">
              <a:off x="1741734" y="47219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69BC9AB-BC3D-0CFA-46E7-EA392DEB76CC}"/>
                </a:ext>
              </a:extLst>
            </p:cNvPr>
            <p:cNvCxnSpPr/>
            <p:nvPr/>
          </p:nvCxnSpPr>
          <p:spPr>
            <a:xfrm flipV="1">
              <a:off x="1741734" y="51204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D938CD0E-32F2-41AE-2CF1-6D15DFA11D97}"/>
                </a:ext>
              </a:extLst>
            </p:cNvPr>
            <p:cNvCxnSpPr/>
            <p:nvPr/>
          </p:nvCxnSpPr>
          <p:spPr>
            <a:xfrm flipV="1">
              <a:off x="1741734" y="55188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9694A697-F4FC-D243-157E-56D8443783EE}"/>
                </a:ext>
              </a:extLst>
            </p:cNvPr>
            <p:cNvCxnSpPr/>
            <p:nvPr/>
          </p:nvCxnSpPr>
          <p:spPr>
            <a:xfrm flipV="1">
              <a:off x="1741734" y="59172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グループ化 86">
            <a:extLst>
              <a:ext uri="{FF2B5EF4-FFF2-40B4-BE49-F238E27FC236}">
                <ns2:creationId id="{AB436B09-6E0B-7010-0225-DD04E46C1980}"/>
              </a:ext>
            </a:extLst>
          </p:cNvPr>
          <p:cNvGrpSpPr/>
          <p:nvPr/>
        </p:nvGrpSpPr>
        <p:grpSpPr>
          <a:xfrm>
            <a:off x="4117734" y="2350546"/>
            <a:ext cx="1872000" cy="3945957"/>
            <a:chOff x="4117734" y="2350546"/>
            <a:chExt cx="1872000" cy="3945957"/>
          </a:xfrm>
        </p:grpSpPr>
        <p:sp>
          <p:nvSpPr>
            <p:cNvPr id="43" name="Rechteck 19">
              <a:extLst>
                <a:ext uri="{FF2B5EF4-FFF2-40B4-BE49-F238E27FC236}">
                  <ns2:creationId id="{B3AA091D-A88D-2226-03E9-FE5CAC2745C0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4117734" y="23505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4" name="Rechteck 19">
              <a:extLst>
                <a:ext uri="{FF2B5EF4-FFF2-40B4-BE49-F238E27FC236}">
                  <ns2:creationId id="{79F43A38-956D-D1CF-AEF6-E00584A0A52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 bwMode="auto">
            <a:xfrm>
              <a:off x="4117734" y="27489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5" name="Rechteck 19">
              <a:extLst>
                <a:ext uri="{FF2B5EF4-FFF2-40B4-BE49-F238E27FC236}">
                  <ns2:creationId id="{CB8B7BC8-4A4E-CBEB-15C8-D79391E7BA4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4117734" y="31474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6" name="Rechteck 19">
              <a:extLst>
                <a:ext uri="{FF2B5EF4-FFF2-40B4-BE49-F238E27FC236}">
                  <ns2:creationId id="{A589B8B0-F7AD-FC74-803F-A78C753C94B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 bwMode="auto">
            <a:xfrm>
              <a:off x="4117734" y="35458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Rechteck 19">
              <a:extLst>
                <a:ext uri="{FF2B5EF4-FFF2-40B4-BE49-F238E27FC236}">
                  <ns2:creationId id="{BAA16607-0B56-BB65-2714-57E48ED0522E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 bwMode="auto">
            <a:xfrm>
              <a:off x="4117734" y="394430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48" name="Rechteck 19">
              <a:extLst>
                <a:ext uri="{FF2B5EF4-FFF2-40B4-BE49-F238E27FC236}">
                  <ns2:creationId id="{AC15125C-972C-E012-FB8C-416E9F5CA94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 bwMode="auto">
            <a:xfrm>
              <a:off x="4117734" y="43427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1" name="Rechteck 19">
              <a:extLst>
                <a:ext uri="{FF2B5EF4-FFF2-40B4-BE49-F238E27FC236}">
                  <ns2:creationId id="{83F6F9C3-E6A7-3761-FBF1-0C4096AF7259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 bwMode="auto">
            <a:xfrm>
              <a:off x="4117734" y="47411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2" name="Rechteck 19">
              <a:extLst>
                <a:ext uri="{FF2B5EF4-FFF2-40B4-BE49-F238E27FC236}">
                  <ns2:creationId id="{14ABB209-1D90-7ECD-371E-35D9033B93E9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 bwMode="auto">
            <a:xfrm>
              <a:off x="4117734" y="51396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53" name="Rechteck 19">
              <a:extLst>
                <a:ext uri="{FF2B5EF4-FFF2-40B4-BE49-F238E27FC236}">
                  <ns2:creationId id="{FC5988F2-EC24-DBC0-D274-DB8388D3497A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 bwMode="auto">
            <a:xfrm>
              <a:off x="4117734" y="55380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4" name="Rechteck 19">
              <a:extLst>
                <a:ext uri="{FF2B5EF4-FFF2-40B4-BE49-F238E27FC236}">
                  <ns2:creationId id="{7BCDF330-FBD0-851A-95C8-8BDCEE9D082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auto">
            <a:xfrm>
              <a:off x="4117734" y="5936503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CF7D2B5E-40C8-7D26-E740-8CFAB1DBFD46}"/>
                </a:ext>
              </a:extLst>
            </p:cNvPr>
            <p:cNvCxnSpPr/>
            <p:nvPr/>
          </p:nvCxnSpPr>
          <p:spPr>
            <a:xfrm flipV="1">
              <a:off x="4117735" y="27297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1DD61C5B-0709-B4A3-8DFA-FBA2559480DE}"/>
                </a:ext>
              </a:extLst>
            </p:cNvPr>
            <p:cNvCxnSpPr/>
            <p:nvPr/>
          </p:nvCxnSpPr>
          <p:spPr>
            <a:xfrm flipV="1">
              <a:off x="4117735" y="31282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7F99CC-79BC-F46A-8D1E-C04BB705E331}"/>
                </a:ext>
              </a:extLst>
            </p:cNvPr>
            <p:cNvCxnSpPr/>
            <p:nvPr/>
          </p:nvCxnSpPr>
          <p:spPr>
            <a:xfrm flipV="1">
              <a:off x="4117735" y="35266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64D342C-E6CC-BA8B-0292-4BC222512B4A}"/>
                </a:ext>
              </a:extLst>
            </p:cNvPr>
            <p:cNvCxnSpPr/>
            <p:nvPr/>
          </p:nvCxnSpPr>
          <p:spPr>
            <a:xfrm flipV="1">
              <a:off x="4117735" y="39250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120CCDAC-0962-116F-6056-76E4B54285F8}"/>
                </a:ext>
              </a:extLst>
            </p:cNvPr>
            <p:cNvCxnSpPr/>
            <p:nvPr/>
          </p:nvCxnSpPr>
          <p:spPr>
            <a:xfrm flipV="1">
              <a:off x="4117735" y="432352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8099B14C-7F35-05A8-7366-F049F93500F9}"/>
                </a:ext>
              </a:extLst>
            </p:cNvPr>
            <p:cNvCxnSpPr/>
            <p:nvPr/>
          </p:nvCxnSpPr>
          <p:spPr>
            <a:xfrm flipV="1">
              <a:off x="4117735" y="47219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48DE126A-F8E7-83D9-452C-D1FA83359DBC}"/>
                </a:ext>
              </a:extLst>
            </p:cNvPr>
            <p:cNvCxnSpPr/>
            <p:nvPr/>
          </p:nvCxnSpPr>
          <p:spPr>
            <a:xfrm flipV="1">
              <a:off x="4117735" y="51204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C61403B1-8F2F-CD06-AA5D-A6945B055F56}"/>
                </a:ext>
              </a:extLst>
            </p:cNvPr>
            <p:cNvCxnSpPr/>
            <p:nvPr/>
          </p:nvCxnSpPr>
          <p:spPr>
            <a:xfrm flipV="1">
              <a:off x="4117735" y="55188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ns2:creationId id="{63F08659-F207-49A2-B54E-455239E48345}"/>
                </a:ext>
              </a:extLst>
            </p:cNvPr>
            <p:cNvCxnSpPr/>
            <p:nvPr/>
          </p:nvCxnSpPr>
          <p:spPr>
            <a:xfrm flipV="1">
              <a:off x="4117735" y="59172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213636932"/>
      </p:ext>
    </p:extLst>
  </p:cSld>
  <p:clrMapOvr>
    <a:masterClrMapping/>
  </p:clrMapOvr>
</p:sld>
</file>

<file path=ppt/slides/slide6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17FF2B-4B35-CD0C-8177-46002DB689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8A28ED-E7EE-C211-24C7-6A9A9FDC02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endParaRPr lang="en-AU" sz="1800" dirty="0"/>
          </a:p>
        </p:txBody>
      </p:sp>
      <p:sp>
        <p:nvSpPr>
          <p:cNvPr id="38" name="正方形/長方形 37">
            <a:extLst>
              <a:ext uri="{FF2B5EF4-FFF2-40B4-BE49-F238E27FC236}">
                <ns2:creationId id="{E001D499-C7D9-31FA-FAD5-5C21AA1D6DD7}"/>
              </a:ext>
            </a:extLst>
          </p:cNvPr>
          <p:cNvSpPr/>
          <p:nvPr/>
        </p:nvSpPr>
        <p:spPr>
          <a:xfrm>
            <a:off x="4249271" y="1639921"/>
            <a:ext cx="7621163" cy="4661566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AU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直線コネクタ 39">
            <a:extLst>
              <a:ext uri="{FF2B5EF4-FFF2-40B4-BE49-F238E27FC236}">
                <ns2:creationId id="{794DECA1-E47F-A142-E5E0-B6F3AE00EC08}"/>
              </a:ext>
            </a:extLst>
          </p:cNvPr>
          <p:cNvCxnSpPr>
            <a:cxnSpLocks/>
            <a:stCxn id="19" idx="3"/>
          </p:cNvCxnSpPr>
          <p:nvPr/>
        </p:nvCxnSpPr>
        <p:spPr>
          <a:xfrm>
            <a:off x="4089187" y="2198320"/>
            <a:ext cx="555384" cy="0"/>
          </a:xfrm>
          <a:prstGeom prst="line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22F055D0-550C-37B9-3BB7-3941B3B747EB}"/>
              </a:ext>
            </a:extLst>
          </p:cNvPr>
          <p:cNvGrpSpPr/>
          <p:nvPr/>
        </p:nvGrpSpPr>
        <p:grpSpPr>
          <a:xfrm>
            <a:off x="4412548" y="4648472"/>
            <a:ext cx="7385648" cy="1599707"/>
            <a:chOff x="4824252" y="4648472"/>
            <a:chExt cx="6973943" cy="1599707"/>
          </a:xfrm>
        </p:grpSpPr>
        <p:sp>
          <p:nvSpPr>
            <p:cNvPr id="7" name="正方形/長方形 6">
              <a:extLst>
                <a:ext uri="{FF2B5EF4-FFF2-40B4-BE49-F238E27FC236}">
                  <ns2:creationId id="{7D0797CE-BA10-402D-8393-AF18044AF62C}"/>
                </a:ext>
              </a:extLst>
            </p:cNvPr>
            <p:cNvSpPr/>
            <p:nvPr/>
          </p:nvSpPr>
          <p:spPr>
            <a:xfrm>
              <a:off x="4824252" y="4648472"/>
              <a:ext cx="900000" cy="158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144000" rIns="0" bIns="0" rtlCol="0" anchor="ctr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警告 単色塗りつぶし">
              <a:extLst>
                <a:ext uri="{FF2B5EF4-FFF2-40B4-BE49-F238E27FC236}">
                  <ns2:creationId id="{CC2CEFB1-3CDA-9F28-B579-2C201435CC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5040252" y="4841331"/>
              <a:ext cx="468000" cy="468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0D1BBDB8-22B4-0D2B-76C6-6F39780CD4E0}"/>
                </a:ext>
              </a:extLst>
            </p:cNvPr>
            <p:cNvSpPr/>
            <p:nvPr/>
          </p:nvSpPr>
          <p:spPr>
            <a:xfrm>
              <a:off x="5803819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FB2804B8-9563-78AC-4965-4645499455EA}"/>
                </a:ext>
              </a:extLst>
            </p:cNvPr>
            <p:cNvSpPr/>
            <p:nvPr/>
          </p:nvSpPr>
          <p:spPr>
            <a:xfrm>
              <a:off x="7811007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52885FEC-6D1E-1E15-F0A0-951F6910FA70}"/>
                </a:ext>
              </a:extLst>
            </p:cNvPr>
            <p:cNvSpPr/>
            <p:nvPr/>
          </p:nvSpPr>
          <p:spPr>
            <a:xfrm>
              <a:off x="9818195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Rectangle 2">
              <a:extLst>
                <a:ext uri="{FF2B5EF4-FFF2-40B4-BE49-F238E27FC236}">
                  <ns2:creationId id="{621D29ED-C4E3-3686-49B8-3C56DD245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3819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50" name="Rectangle 2">
              <a:extLst>
                <a:ext uri="{FF2B5EF4-FFF2-40B4-BE49-F238E27FC236}">
                  <ns2:creationId id="{D1E97F5E-F053-978E-2303-A632817F1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1007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7" name="Rectangle 2">
              <a:extLst>
                <a:ext uri="{FF2B5EF4-FFF2-40B4-BE49-F238E27FC236}">
                  <ns2:creationId id="{1BEF1205-EFBD-F54A-DF89-A99646A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8195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pic>
          <p:nvPicPr>
            <p:cNvPr id="83" name="グラフィックス 82" descr="都市 単色塗りつぶし">
              <a:extLst>
                <a:ext uri="{FF2B5EF4-FFF2-40B4-BE49-F238E27FC236}">
                  <ns2:creationId id="{22076079-6CF2-052F-08DA-FE8F5439D9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0"/>
                </a:ext>
              </a:extLst>
            </a:blip>
            <a:stretch>
              <a:fillRect/>
            </a:stretch>
          </p:blipFill>
          <p:spPr>
            <a:xfrm>
              <a:off x="11485204" y="5960179"/>
              <a:ext cx="288000" cy="288000"/>
            </a:xfrm>
            <a:prstGeom prst="rect">
              <a:avLst/>
            </a:prstGeom>
          </p:spPr>
        </p:pic>
        <p:pic>
          <p:nvPicPr>
            <p:cNvPr id="85" name="グラフィックス 84" descr="翼の付いたお金 単色塗りつぶし">
              <a:extLst>
                <a:ext uri="{FF2B5EF4-FFF2-40B4-BE49-F238E27FC236}">
                  <ns2:creationId id="{0FFBBBDB-325F-7ECD-F458-A774415C73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1"/>
                </a:ext>
              </a:extLst>
            </a:blip>
            <a:stretch>
              <a:fillRect/>
            </a:stretch>
          </p:blipFill>
          <p:spPr>
            <a:xfrm>
              <a:off x="9494194" y="5960178"/>
              <a:ext cx="288000" cy="288000"/>
            </a:xfrm>
            <a:prstGeom prst="rect">
              <a:avLst/>
            </a:prstGeom>
          </p:spPr>
        </p:pic>
        <p:pic>
          <p:nvPicPr>
            <p:cNvPr id="87" name="グラフィックス 86" descr="No の記号 単色塗りつぶし">
              <a:extLst>
                <a:ext uri="{FF2B5EF4-FFF2-40B4-BE49-F238E27FC236}">
                  <ns2:creationId id="{71438C4D-4025-648D-AC27-129DD02024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7491563" y="5960179"/>
              <a:ext cx="288000" cy="288000"/>
            </a:xfrm>
            <a:prstGeom prst="rect">
              <a:avLst/>
            </a:prstGeom>
          </p:spPr>
        </p:pic>
      </p:grpSp>
      <p:sp>
        <p:nvSpPr>
          <p:cNvPr id="42" name="四角形: 角を丸くする 41">
            <a:extLst>
              <a:ext uri="{FF2B5EF4-FFF2-40B4-BE49-F238E27FC236}">
                <ns2:creationId id="{A75BB262-06D2-29CE-96BE-E9BF6460CC00}"/>
              </a:ext>
            </a:extLst>
          </p:cNvPr>
          <p:cNvSpPr/>
          <p:nvPr/>
        </p:nvSpPr>
        <p:spPr>
          <a:xfrm>
            <a:off x="7478194" y="1717806"/>
            <a:ext cx="43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8" name="グラフィックス 47" descr="質問 単色塗りつぶし">
            <a:extLst>
              <a:ext uri="{FF2B5EF4-FFF2-40B4-BE49-F238E27FC236}">
                <ns2:creationId id="{C8525CDE-89BD-9344-9530-B49449E6F0B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3"/>
              </a:ext>
            </a:extLst>
          </a:blip>
          <a:stretch>
            <a:fillRect/>
          </a:stretch>
        </p:blipFill>
        <p:spPr>
          <a:xfrm>
            <a:off x="8911395" y="1717806"/>
            <a:ext cx="360000" cy="360000"/>
          </a:xfrm>
          <a:prstGeom prst="rect">
            <a:avLst/>
          </a:prstGeom>
        </p:spPr>
      </p:pic>
      <p:sp>
        <p:nvSpPr>
          <p:cNvPr id="53" name="正方形/長方形 52">
            <a:extLst>
              <a:ext uri="{FF2B5EF4-FFF2-40B4-BE49-F238E27FC236}">
                <ns2:creationId id="{13D3669F-79BA-659C-4460-2DC065FCD177}"/>
              </a:ext>
            </a:extLst>
          </p:cNvPr>
          <p:cNvSpPr/>
          <p:nvPr/>
        </p:nvSpPr>
        <p:spPr>
          <a:xfrm>
            <a:off x="7478192" y="2155260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4" name="background">
            <a:extLst>
              <a:ext uri="{FF2B5EF4-FFF2-40B4-BE49-F238E27FC236}">
                <ns2:creationId id="{8A6ED279-C7AD-8657-110E-310881B86566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7597036" y="2209260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F31B9C7A-70E7-CE67-5821-965F5B3A2447}"/>
              </a:ext>
            </a:extLst>
          </p:cNvPr>
          <p:cNvSpPr/>
          <p:nvPr/>
        </p:nvSpPr>
        <p:spPr>
          <a:xfrm>
            <a:off x="7478194" y="255744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0" rIns="0" bIns="0" rtlCol="0" anchor="ctr"/>
          <a:lstStyle/>
          <a:p>
            <a:pPr algn="ctr"/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en-US" altLang="ja-JP" sz="900" dirty="0">
              <a:solidFill>
                <a:srgbClr val="31333F"/>
              </a:solidFill>
              <a:latin typeface="Source Sans Pro" panose="020B0503030403020204" pitchFamily="34" charset="0"/>
            </a:endParaRPr>
          </a:p>
          <a:p>
            <a:pPr algn="ctr"/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・</a:t>
            </a:r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background">
            <a:extLst>
              <a:ext uri="{FF2B5EF4-FFF2-40B4-BE49-F238E27FC236}">
                <ns2:creationId id="{DF60ABB9-809B-1E3E-00AA-8C45EDA1EAA6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7597036" y="261144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04D22304-088A-4F76-6503-85DCC94CBC76}"/>
              </a:ext>
            </a:extLst>
          </p:cNvPr>
          <p:cNvSpPr/>
          <p:nvPr/>
        </p:nvSpPr>
        <p:spPr>
          <a:xfrm>
            <a:off x="7478192" y="2959624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52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/ 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900" dirty="0">
                <a:solidFill>
                  <a:schemeClr val="tx1"/>
                </a:solidFill>
                <a:latin typeface="+mn-ea"/>
              </a:rPr>
            </a:b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)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background">
            <a:extLst>
              <a:ext uri="{FF2B5EF4-FFF2-40B4-BE49-F238E27FC236}">
                <ns2:creationId id="{91C9F0A9-91BE-A5C2-8CC9-2037C6033A3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7597036" y="3013624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9" name="正方形/長方形 58">
            <a:extLst>
              <a:ext uri="{FF2B5EF4-FFF2-40B4-BE49-F238E27FC236}">
                <ns2:creationId id="{EB30B886-B3BE-1FF4-D335-8D84610B7A6F}"/>
              </a:ext>
            </a:extLst>
          </p:cNvPr>
          <p:cNvSpPr/>
          <p:nvPr/>
        </p:nvSpPr>
        <p:spPr>
          <a:xfrm>
            <a:off x="7478192" y="3361806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0" name="background">
            <a:extLst>
              <a:ext uri="{FF2B5EF4-FFF2-40B4-BE49-F238E27FC236}">
                <ns2:creationId id="{3B58B9AB-FD4A-3365-BF09-A7E6CC0DD27F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7597036" y="3415806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1" name="正方形/長方形 60">
            <a:extLst>
              <a:ext uri="{FF2B5EF4-FFF2-40B4-BE49-F238E27FC236}">
                <ns2:creationId id="{081F239D-0522-C53B-A9E2-F64233FBF0E1}"/>
              </a:ext>
            </a:extLst>
          </p:cNvPr>
          <p:cNvSpPr/>
          <p:nvPr/>
        </p:nvSpPr>
        <p:spPr>
          <a:xfrm>
            <a:off x="7478194" y="3763988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0" tIns="0" rIns="0" bIns="0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2" name="background">
            <a:extLst>
              <a:ext uri="{FF2B5EF4-FFF2-40B4-BE49-F238E27FC236}">
                <ns2:creationId id="{4CB98283-419E-716D-48C9-2C8A0D5A684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7597036" y="3817988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3" name="正方形/長方形 62">
            <a:extLst>
              <a:ext uri="{FF2B5EF4-FFF2-40B4-BE49-F238E27FC236}">
                <ns2:creationId id="{D7E16CED-A756-A9DC-EEC4-03EFFD6B651A}"/>
              </a:ext>
            </a:extLst>
          </p:cNvPr>
          <p:cNvSpPr/>
          <p:nvPr/>
        </p:nvSpPr>
        <p:spPr>
          <a:xfrm>
            <a:off x="7478192" y="416617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4" name="background">
            <a:extLst>
              <a:ext uri="{FF2B5EF4-FFF2-40B4-BE49-F238E27FC236}">
                <ns2:creationId id="{8B578CAD-36C3-5B81-5C0F-C15BBB63E978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7597036" y="422017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94" name="グループ化 93">
            <a:extLst>
              <a:ext uri="{FF2B5EF4-FFF2-40B4-BE49-F238E27FC236}">
                <ns2:creationId id="{18663793-5FCC-4B48-B709-6B46DDA79D3D}"/>
              </a:ext>
            </a:extLst>
          </p:cNvPr>
          <p:cNvGrpSpPr/>
          <p:nvPr/>
        </p:nvGrpSpPr>
        <p:grpSpPr>
          <a:xfrm>
            <a:off x="9348395" y="2155260"/>
            <a:ext cx="2449799" cy="2362065"/>
            <a:chOff x="9760527" y="2155260"/>
            <a:chExt cx="2037667" cy="2362065"/>
          </a:xfrm>
        </p:grpSpPr>
        <p:sp>
          <p:nvSpPr>
            <p:cNvPr id="65" name="Rectangle 2">
              <a:extLst>
                <a:ext uri="{FF2B5EF4-FFF2-40B4-BE49-F238E27FC236}">
                  <ns2:creationId id="{EC4ECAD9-E50A-95B1-D4E7-C963BE68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155260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endPara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endParaRPr>
            </a:p>
          </p:txBody>
        </p:sp>
        <p:sp>
          <p:nvSpPr>
            <p:cNvPr id="66" name="Rectangle 2">
              <a:extLst>
                <a:ext uri="{FF2B5EF4-FFF2-40B4-BE49-F238E27FC236}">
                  <ns2:creationId id="{71513670-A69A-DDD9-78EB-1B2B40FA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555678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8" name="Rectangle 2">
              <a:extLst>
                <a:ext uri="{FF2B5EF4-FFF2-40B4-BE49-F238E27FC236}">
                  <ns2:creationId id="{13641969-F337-E627-8797-B59C2A7A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2956096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9" name="Rectangle 2">
              <a:extLst>
                <a:ext uri="{FF2B5EF4-FFF2-40B4-BE49-F238E27FC236}">
                  <ns2:creationId id="{3E815878-160E-4FB7-0405-C7B3E3A4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3356514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ja-JP" altLang="en-US" sz="900" dirty="0">
                  <a:latin typeface="+mn-ea"/>
                </a:rPr>
                <a:t>例 </a:t>
              </a:r>
              <a:r>
                <a:rPr kumimoji="0" lang="en-AU" altLang="ja-JP" sz="900" dirty="0">
                  <a:latin typeface="+mn-ea"/>
                </a:rPr>
                <a:t>: 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70" name="Rectangle 2">
              <a:extLst>
                <a:ext uri="{FF2B5EF4-FFF2-40B4-BE49-F238E27FC236}">
                  <ns2:creationId id="{4B5A1F44-4EDA-587E-7CB4-6CEEAC30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3756932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88" name="直線コネクタ 87">
              <a:extLst>
                <a:ext uri="{FF2B5EF4-FFF2-40B4-BE49-F238E27FC236}">
                  <ns2:creationId id="{1B1FFDCC-CFFB-27AE-96AF-60C36845FD29}"/>
                </a:ext>
              </a:extLst>
            </p:cNvPr>
            <p:cNvCxnSpPr/>
            <p:nvPr/>
          </p:nvCxnSpPr>
          <p:spPr>
            <a:xfrm flipV="1">
              <a:off x="9760528" y="2535469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F6E03899-5746-29A6-17BA-BFAB95D0F15C}"/>
                </a:ext>
              </a:extLst>
            </p:cNvPr>
            <p:cNvCxnSpPr/>
            <p:nvPr/>
          </p:nvCxnSpPr>
          <p:spPr>
            <a:xfrm flipV="1">
              <a:off x="9760527" y="2935887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ns2:creationId id="{E212C616-87BC-0638-E7D7-A505A9DAE485}"/>
                </a:ext>
              </a:extLst>
            </p:cNvPr>
            <p:cNvCxnSpPr/>
            <p:nvPr/>
          </p:nvCxnSpPr>
          <p:spPr>
            <a:xfrm flipV="1">
              <a:off x="9760528" y="3336305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B59B3B2A-40DE-7CC2-8A94-34EEFEA1CF9E}"/>
                </a:ext>
              </a:extLst>
            </p:cNvPr>
            <p:cNvCxnSpPr/>
            <p:nvPr/>
          </p:nvCxnSpPr>
          <p:spPr>
            <a:xfrm flipV="1">
              <a:off x="9760527" y="373672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>
              <a:extLst>
                <a:ext uri="{FF2B5EF4-FFF2-40B4-BE49-F238E27FC236}">
                  <ns2:creationId id="{9F7BE1B7-53A2-D2F2-9BCA-0545F1621616}"/>
                </a:ext>
              </a:extLst>
            </p:cNvPr>
            <p:cNvCxnSpPr/>
            <p:nvPr/>
          </p:nvCxnSpPr>
          <p:spPr>
            <a:xfrm flipV="1">
              <a:off x="9760527" y="413714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2">
              <a:extLst>
                <a:ext uri="{FF2B5EF4-FFF2-40B4-BE49-F238E27FC236}">
                  <ns2:creationId id="{6C93AEC6-E433-C854-AADE-8E4F9E1B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4157325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。</a:t>
              </a:r>
              <a:r>
                <a:rPr kumimoji="0" lang="en-US" altLang="ja-JP" sz="900" dirty="0">
                  <a:latin typeface="+mn-ea"/>
                </a:rPr>
                <a:t> 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</p:grpSp>
      <p:grpSp>
        <p:nvGrpSpPr>
          <p:cNvPr id="101" name="グループ化 100">
            <a:extLst>
              <a:ext uri="{FF2B5EF4-FFF2-40B4-BE49-F238E27FC236}">
                <ns2:creationId id="{12FA7A0A-EC46-1D7E-80BC-0C8D5189D2CB}"/>
              </a:ext>
            </a:extLst>
          </p:cNvPr>
          <p:cNvGrpSpPr/>
          <p:nvPr/>
        </p:nvGrpSpPr>
        <p:grpSpPr>
          <a:xfrm>
            <a:off x="335070" y="1640205"/>
            <a:ext cx="3754118" cy="4668520"/>
            <a:chOff x="335069" y="1640205"/>
            <a:chExt cx="3981715" cy="4668520"/>
          </a:xfrm>
        </p:grpSpPr>
        <p:grpSp>
          <p:nvGrpSpPr>
            <p:cNvPr id="99" name="グループ化 98">
              <a:extLst>
                <a:ext uri="{FF2B5EF4-FFF2-40B4-BE49-F238E27FC236}">
                  <ns2:creationId id="{F98A41C4-DDE6-B631-E996-15CBC8E6E7E6}"/>
                </a:ext>
              </a:extLst>
            </p:cNvPr>
            <p:cNvGrpSpPr/>
            <p:nvPr/>
          </p:nvGrpSpPr>
          <p:grpSpPr>
            <a:xfrm>
              <a:off x="335069" y="2014172"/>
              <a:ext cx="3981715" cy="4294553"/>
              <a:chOff x="335069" y="2096060"/>
              <a:chExt cx="3981715" cy="4197833"/>
            </a:xfrm>
          </p:grpSpPr>
          <p:sp>
            <p:nvSpPr>
              <p:cNvPr id="9" name="Rechteck 19">
                <a:extLst>
                  <a:ext uri="{FF2B5EF4-FFF2-40B4-BE49-F238E27FC236}">
                    <ns2:creationId id="{7C1D191D-13E0-1BF7-693F-8DB54197F023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335069" y="2096060"/>
                <a:ext cx="900000" cy="360000"/>
              </a:xfrm>
              <a:prstGeom prst="rect">
                <a:avLst/>
              </a:prstGeom>
              <a:solidFill>
                <a:srgbClr val="008000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" name="Rechteck 19">
                <a:extLst>
                  <a:ext uri="{FF2B5EF4-FFF2-40B4-BE49-F238E27FC236}">
                    <ns2:creationId id="{B3325A8E-E7C9-9726-78E8-C8F5DB0F66CB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335069" y="252248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1" name="Rechteck 19">
                <a:extLst>
                  <a:ext uri="{FF2B5EF4-FFF2-40B4-BE49-F238E27FC236}">
                    <ns2:creationId id="{5A698093-E10D-FDE6-CEE0-1D1DA935B1D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335069" y="294891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2" name="Rechteck 19">
                <a:extLst>
                  <a:ext uri="{FF2B5EF4-FFF2-40B4-BE49-F238E27FC236}">
                    <ns2:creationId id="{ACCB04AA-A4DC-8445-625B-6A7129E55BC4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335069" y="337533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3" name="Rechteck 19">
                <a:extLst>
                  <a:ext uri="{FF2B5EF4-FFF2-40B4-BE49-F238E27FC236}">
                    <ns2:creationId id="{82815B1C-B7F0-ED0E-1EEC-CFC574CCB4D4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 bwMode="auto">
              <a:xfrm>
                <a:off x="335069" y="3801764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4" name="Rechteck 19">
                <a:extLst>
                  <a:ext uri="{FF2B5EF4-FFF2-40B4-BE49-F238E27FC236}">
                    <ns2:creationId id="{6BB8482C-B94C-02C0-9406-6F786695FDD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 bwMode="auto">
              <a:xfrm>
                <a:off x="335069" y="4228190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5" name="Rechteck 19">
                <a:extLst>
                  <a:ext uri="{FF2B5EF4-FFF2-40B4-BE49-F238E27FC236}">
                    <ns2:creationId id="{D69610B8-6659-F23D-4AD3-0A700FFFC56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335069" y="550746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6" name="Rechteck 19">
                <a:extLst>
                  <a:ext uri="{FF2B5EF4-FFF2-40B4-BE49-F238E27FC236}">
                    <ns2:creationId id="{CA4D9354-2BD4-AF0E-5653-398D4019BE5C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 bwMode="auto">
              <a:xfrm>
                <a:off x="335069" y="5933893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7" name="Rechteck 19">
                <a:extLst>
                  <a:ext uri="{FF2B5EF4-FFF2-40B4-BE49-F238E27FC236}">
                    <ns2:creationId id="{9AB0C4B6-BBA8-BEA0-CEF7-13F85DD69B05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335069" y="465461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8" name="Rechteck 19">
                <a:extLst>
                  <a:ext uri="{FF2B5EF4-FFF2-40B4-BE49-F238E27FC236}">
                    <ns2:creationId id="{B22400AD-0BED-163C-8E70-6D80583175D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 bwMode="auto">
              <a:xfrm>
                <a:off x="335069" y="508104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9" name="Rectangle 2">
                <a:extLst>
                  <a:ext uri="{FF2B5EF4-FFF2-40B4-BE49-F238E27FC236}">
                    <ns2:creationId id="{CA65EFAA-B220-0911-9A2D-A2A421182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09606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0" lang="ja-JP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20" name="Rectangle 2">
                <a:extLst>
                  <a:ext uri="{FF2B5EF4-FFF2-40B4-BE49-F238E27FC236}">
                    <ns2:creationId id="{6F18112A-D68E-1889-8535-F0CEC890C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52248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1" name="Rectangle 2">
                <a:extLst>
                  <a:ext uri="{FF2B5EF4-FFF2-40B4-BE49-F238E27FC236}">
                    <ns2:creationId id="{DBA18315-E39F-29DD-4BD1-5250BE43C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94891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2" name="Rectangle 2">
                <a:extLst>
                  <a:ext uri="{FF2B5EF4-FFF2-40B4-BE49-F238E27FC236}">
                    <ns2:creationId id="{6F037E07-46CB-3BDC-CFA1-CFE83BAD6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37533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3" name="Rectangle 2">
                <a:extLst>
                  <a:ext uri="{FF2B5EF4-FFF2-40B4-BE49-F238E27FC236}">
                    <ns2:creationId id="{68ABBF9A-479D-0EF2-C08A-B8AFC8754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801764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4" name="Rectangle 2">
                <a:extLst>
                  <a:ext uri="{FF2B5EF4-FFF2-40B4-BE49-F238E27FC236}">
                    <ns2:creationId id="{224D1209-E59F-6952-1C73-7E2FDAF85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22819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5" name="Rectangle 2">
                <a:extLst>
                  <a:ext uri="{FF2B5EF4-FFF2-40B4-BE49-F238E27FC236}">
                    <ns2:creationId id="{6A0F7CEA-5471-962A-6E34-3981780C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65461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6" name="Rectangle 2">
                <a:extLst>
                  <a:ext uri="{FF2B5EF4-FFF2-40B4-BE49-F238E27FC236}">
                    <ns2:creationId id="{05AF8CB2-293F-C407-B48C-1FC3CBEF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08104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XX</a:t>
                </a: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)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7" name="Rectangle 2">
                <a:extLst>
                  <a:ext uri="{FF2B5EF4-FFF2-40B4-BE49-F238E27FC236}">
                    <ns2:creationId id="{4741239E-BE00-2FEC-7CFF-526CCA61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50746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8" name="Rectangle 2">
                <a:extLst>
                  <a:ext uri="{FF2B5EF4-FFF2-40B4-BE49-F238E27FC236}">
                    <ns2:creationId id="{A91927FF-CB9B-C704-99FB-4B6949D5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93389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27FB4C06-3FE2-2BFE-CAE6-B69011822A78}"/>
                  </a:ext>
                </a:extLst>
              </p:cNvPr>
              <p:cNvCxnSpPr/>
              <p:nvPr/>
            </p:nvCxnSpPr>
            <p:spPr>
              <a:xfrm flipV="1">
                <a:off x="1256784" y="248927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D31ADC8-83CB-B8C2-484F-A106C70DCCE2}"/>
                  </a:ext>
                </a:extLst>
              </p:cNvPr>
              <p:cNvCxnSpPr/>
              <p:nvPr/>
            </p:nvCxnSpPr>
            <p:spPr>
              <a:xfrm flipV="1">
                <a:off x="1256784" y="291569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DC3434EF-E708-83FF-D11F-8B90F3086D7F}"/>
                  </a:ext>
                </a:extLst>
              </p:cNvPr>
              <p:cNvCxnSpPr/>
              <p:nvPr/>
            </p:nvCxnSpPr>
            <p:spPr>
              <a:xfrm flipV="1">
                <a:off x="1256784" y="334212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892611D9-7B09-3ECA-5820-16D37CCF920C}"/>
                  </a:ext>
                </a:extLst>
              </p:cNvPr>
              <p:cNvCxnSpPr/>
              <p:nvPr/>
            </p:nvCxnSpPr>
            <p:spPr>
              <a:xfrm flipV="1">
                <a:off x="1256784" y="376855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1C1AC2C0-494D-1A6A-C533-BFC92022732E}"/>
                  </a:ext>
                </a:extLst>
              </p:cNvPr>
              <p:cNvCxnSpPr/>
              <p:nvPr/>
            </p:nvCxnSpPr>
            <p:spPr>
              <a:xfrm flipV="1">
                <a:off x="1256784" y="4194977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BED96156-ECBB-DA4B-19A7-7AB8D710B0A6}"/>
                  </a:ext>
                </a:extLst>
              </p:cNvPr>
              <p:cNvCxnSpPr/>
              <p:nvPr/>
            </p:nvCxnSpPr>
            <p:spPr>
              <a:xfrm flipV="1">
                <a:off x="1256784" y="462140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272ABDED-E1AF-9C50-3A03-64577105CB06}"/>
                  </a:ext>
                </a:extLst>
              </p:cNvPr>
              <p:cNvCxnSpPr/>
              <p:nvPr/>
            </p:nvCxnSpPr>
            <p:spPr>
              <a:xfrm flipV="1">
                <a:off x="1256784" y="504782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5A188127-022B-249D-22EE-139B889281AB}"/>
                  </a:ext>
                </a:extLst>
              </p:cNvPr>
              <p:cNvCxnSpPr/>
              <p:nvPr/>
            </p:nvCxnSpPr>
            <p:spPr>
              <a:xfrm flipV="1">
                <a:off x="1256784" y="547425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E1B7C4F4-5EB0-60F4-DEA0-C2D1AB80F2C5}"/>
                  </a:ext>
                </a:extLst>
              </p:cNvPr>
              <p:cNvCxnSpPr/>
              <p:nvPr/>
            </p:nvCxnSpPr>
            <p:spPr>
              <a:xfrm flipV="1">
                <a:off x="1256784" y="590068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75" name="グラフィックス 74" descr="チェックマークの付いた盾 枠線">
              <a:extLst>
                <a:ext uri="{FF2B5EF4-FFF2-40B4-BE49-F238E27FC236}">
                  <ns2:creationId id="{2872966A-40F1-7A0A-FD1E-41F6A4868F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4"/>
                </a:ext>
              </a:extLst>
            </a:blip>
            <a:srcRect/>
            <a:stretch/>
          </p:blipFill>
          <p:spPr>
            <a:xfrm>
              <a:off x="902335" y="1640205"/>
              <a:ext cx="288000" cy="288000"/>
            </a:xfrm>
            <a:prstGeom prst="rect">
              <a:avLst/>
            </a:prstGeom>
          </p:spPr>
        </p:pic>
        <p:sp>
          <p:nvSpPr>
            <p:cNvPr id="39" name="Rectangle 2">
              <a:extLst>
                <a:ext uri="{FF2B5EF4-FFF2-40B4-BE49-F238E27FC236}">
                  <ns2:creationId id="{6E0D6237-44AD-B4EC-351E-865B96556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34" y="1640205"/>
              <a:ext cx="3979049" cy="288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XX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E0AC4848-EA9E-7D94-0535-6E2B7621D16A}"/>
                </a:ext>
              </a:extLst>
            </p:cNvPr>
            <p:cNvCxnSpPr/>
            <p:nvPr/>
          </p:nvCxnSpPr>
          <p:spPr>
            <a:xfrm>
              <a:off x="337734" y="1941743"/>
              <a:ext cx="3979049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四角形: 角を丸くする 40">
            <a:extLst>
              <a:ext uri="{FF2B5EF4-FFF2-40B4-BE49-F238E27FC236}">
                <ns2:creationId id="{A32E9B79-BEF5-B0D8-0B81-8A96EE65F769}"/>
              </a:ext>
            </a:extLst>
          </p:cNvPr>
          <p:cNvSpPr/>
          <p:nvPr/>
        </p:nvSpPr>
        <p:spPr>
          <a:xfrm>
            <a:off x="4824252" y="1717806"/>
            <a:ext cx="25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4" name="グラフィックス 43" descr="原因と結果 単色塗りつぶし">
            <a:extLst>
              <a:ext uri="{FF2B5EF4-FFF2-40B4-BE49-F238E27FC236}">
                <ns2:creationId id="{45034DC4-359C-572E-4F54-1E14AEB899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5"/>
              </a:ext>
            </a:extLst>
          </a:blip>
          <a:stretch>
            <a:fillRect/>
          </a:stretch>
        </p:blipFill>
        <p:spPr>
          <a:xfrm>
            <a:off x="5341728" y="1717806"/>
            <a:ext cx="360000" cy="360000"/>
          </a:xfrm>
          <a:prstGeom prst="rect">
            <a:avLst/>
          </a:prstGeom>
        </p:spPr>
      </p:pic>
      <p:graphicFrame>
        <p:nvGraphicFramePr>
          <p:cNvPr id="51" name="グラフ 50">
            <a:extLst>
              <a:ext uri="{FF2B5EF4-FFF2-40B4-BE49-F238E27FC236}">
                <ns2:creationId id="{5FC394D7-C8A5-2A3A-402D-69BA0B780ACF}"/>
              </a:ext>
            </a:extLst>
          </p:cNvPr>
          <p:cNvGraphicFramePr/>
          <p:nvPr/>
        </p:nvGraphicFramePr>
        <p:xfrm>
          <a:off x="4412547" y="2028116"/>
          <a:ext cx="2931705" cy="2090366"/>
        </p:xfrm>
        <a:graphic>
          <a:graphicData uri="http://schemas.openxmlformats.org/drawingml/2006/chart">
            <ns5:chart r:id="rId26"/>
          </a:graphicData>
        </a:graphic>
      </p:graphicFrame>
      <p:sp>
        <p:nvSpPr>
          <p:cNvPr id="52" name="正方形/長方形 51">
            <a:extLst>
              <a:ext uri="{FF2B5EF4-FFF2-40B4-BE49-F238E27FC236}">
                <ns2:creationId id="{2805498C-0D3D-3668-55A2-7F306AC8790F}"/>
              </a:ext>
            </a:extLst>
          </p:cNvPr>
          <p:cNvSpPr/>
          <p:nvPr/>
        </p:nvSpPr>
        <p:spPr>
          <a:xfrm>
            <a:off x="4412547" y="4093828"/>
            <a:ext cx="2931705" cy="432000"/>
          </a:xfrm>
          <a:prstGeom prst="rect">
            <a:avLst/>
          </a:prstGeom>
          <a:solidFill>
            <a:srgbClr val="008000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altLang="ja-JP" sz="1000" dirty="0">
              <a:solidFill>
                <a:srgbClr val="008000"/>
              </a:solidFill>
              <a:latin typeface="+mn-ea"/>
            </a:endParaRPr>
          </a:p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4" name="Rectangle 2">
            <a:extLst>
              <a:ext uri="{FF2B5EF4-FFF2-40B4-BE49-F238E27FC236}">
                <ns2:creationId id="{4D56CE97-F074-571F-A110-60C15780A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399" y="2764824"/>
            <a:ext cx="648000" cy="360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en-US" sz="900" dirty="0">
                <a:latin typeface="+mn-ea"/>
              </a:rPr>
              <a:t>XX</a:t>
            </a:r>
            <a:endParaRPr kumimoji="0" lang="en-AU" altLang="ja-JP" sz="900" dirty="0">
              <a:latin typeface="+mn-ea"/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AU" altLang="ja-JP" sz="9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0" lang="ja-JP" altLang="en-US" sz="900" dirty="0">
                <a:solidFill>
                  <a:srgbClr val="008000"/>
                </a:solidFill>
                <a:latin typeface="+mn-ea"/>
              </a:rPr>
              <a:t>XX</a:t>
            </a:r>
            <a:endParaRPr kumimoji="0" lang="ja-JP" altLang="ja-JP" sz="900" dirty="0">
              <a:solidFill>
                <a:srgbClr val="008000"/>
              </a:solidFill>
              <a:latin typeface="+mn-ea"/>
            </a:endParaRPr>
          </a:p>
        </p:txBody>
      </p:sp>
    </p:spTree>
    <p:extLst>
      <p:ext uri="{BB962C8B-B14F-4D97-AF65-F5344CB8AC3E}">
        <ns6:creationId val="3847169179"/>
      </p:ext>
    </p:extLst>
  </p:cSld>
  <p:clrMapOvr>
    <a:masterClrMapping/>
  </p:clrMapOvr>
</p:sld>
</file>

<file path=ppt/slides/slide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4A556A-930E-C9EE-81B4-E93F26597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D563DB6-5AB6-6A18-12FB-BA215AA6AB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/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AU" sz="1800" dirty="0"/>
          </a:p>
        </p:txBody>
      </p:sp>
      <p:grpSp>
        <p:nvGrpSpPr>
          <p:cNvPr id="51" name="グループ化 50">
            <a:extLst>
              <a:ext uri="{FF2B5EF4-FFF2-40B4-BE49-F238E27FC236}">
                <ns2:creationId id="{21A80DD6-7B93-1153-50AA-45DE63A7B0AC}"/>
              </a:ext>
            </a:extLst>
          </p:cNvPr>
          <p:cNvGrpSpPr/>
          <p:nvPr/>
        </p:nvGrpSpPr>
        <p:grpSpPr>
          <a:xfrm>
            <a:off x="5927503" y="2061050"/>
            <a:ext cx="336993" cy="4212000"/>
            <a:chOff x="5927503" y="2061050"/>
            <a:chExt cx="336993" cy="4212000"/>
          </a:xfrm>
        </p:grpSpPr>
        <p:cxnSp>
          <p:nvCxnSpPr>
            <p:cNvPr id="17" name="直線コネクタ 16">
              <a:extLst>
                <a:ext uri="{FF2B5EF4-FFF2-40B4-BE49-F238E27FC236}">
                  <ns2:creationId id="{0B6F02B4-C023-E87C-0A50-5F2E4E72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96000" y="2061050"/>
              <a:ext cx="0" cy="421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450150A0-FD60-5771-D63E-9F767691EC0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27503" y="4005050"/>
              <a:ext cx="336993" cy="324000"/>
              <a:chOff x="4481975" y="4551664"/>
              <a:chExt cx="375450" cy="360974"/>
            </a:xfrm>
          </p:grpSpPr>
          <p:sp>
            <p:nvSpPr>
              <p:cNvPr id="19" name="円/楕円 8">
                <a:extLst>
                  <a:ext uri="{FF2B5EF4-FFF2-40B4-BE49-F238E27FC236}">
                    <ns2:creationId id="{FB7B784C-DB79-161A-2682-A0C71FC4EB1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AU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" name="グラフィックス 19">
                <a:extLst>
                  <a:ext uri="{FF2B5EF4-FFF2-40B4-BE49-F238E27FC236}">
                    <ns2:creationId id="{E26740A2-ABB2-42A1-0705-B67EFBEE5D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55" name="グループ化 54">
            <a:extLst>
              <a:ext uri="{FF2B5EF4-FFF2-40B4-BE49-F238E27FC236}">
                <ns2:creationId id="{B423C65B-ED6D-A810-6AD4-1CF24387B698}"/>
              </a:ext>
            </a:extLst>
          </p:cNvPr>
          <p:cNvGrpSpPr/>
          <p:nvPr/>
        </p:nvGrpSpPr>
        <p:grpSpPr>
          <a:xfrm>
            <a:off x="338496" y="1617743"/>
            <a:ext cx="5536800" cy="4684022"/>
            <a:chOff x="338496" y="1617743"/>
            <a:chExt cx="5536800" cy="4684022"/>
          </a:xfrm>
        </p:grpSpPr>
        <p:cxnSp>
          <p:nvCxnSpPr>
            <p:cNvPr id="4" name="直線コネクタ 3">
              <a:extLst>
                <a:ext uri="{FF2B5EF4-FFF2-40B4-BE49-F238E27FC236}">
                  <ns2:creationId id="{52F11B34-A908-159A-9947-FA336D3CA59E}"/>
                </a:ext>
              </a:extLst>
            </p:cNvPr>
            <p:cNvCxnSpPr>
              <a:cxnSpLocks/>
            </p:cNvCxnSpPr>
            <p:nvPr/>
          </p:nvCxnSpPr>
          <p:spPr>
            <a:xfrm>
              <a:off x="338496" y="1941743"/>
              <a:ext cx="55368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2">
              <a:extLst>
                <a:ext uri="{FF2B5EF4-FFF2-40B4-BE49-F238E27FC236}">
                  <ns2:creationId id="{5FD636B4-6532-DF3B-5B8C-160831F3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96" y="1617743"/>
              <a:ext cx="5536800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(</a:t>
              </a: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)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1C64E29-0EEE-FD33-9510-81D541E561A8}"/>
                </a:ext>
              </a:extLst>
            </p:cNvPr>
            <p:cNvSpPr/>
            <p:nvPr/>
          </p:nvSpPr>
          <p:spPr>
            <a:xfrm>
              <a:off x="338496" y="4681765"/>
              <a:ext cx="360000" cy="1620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432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pic>
          <p:nvPicPr>
            <p:cNvPr id="22" name="グラフィックス 21" descr="建物 単色塗りつぶし">
              <a:extLst>
                <a:ext uri="{FF2B5EF4-FFF2-40B4-BE49-F238E27FC236}">
                  <ns2:creationId id="{755FF562-2AC9-6743-D256-2D817C343A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8496" y="4778612"/>
              <a:ext cx="360000" cy="360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AF68A0EB-B547-6C64-C6E5-E55158232FAA}"/>
                </a:ext>
              </a:extLst>
            </p:cNvPr>
            <p:cNvSpPr/>
            <p:nvPr/>
          </p:nvSpPr>
          <p:spPr>
            <a:xfrm>
              <a:off x="338496" y="2014172"/>
              <a:ext cx="360000" cy="2592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324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13" name="Rectangle 2">
              <a:extLst>
                <a:ext uri="{FF2B5EF4-FFF2-40B4-BE49-F238E27FC236}">
                  <ns2:creationId id="{4D6F16D6-17DC-F8D8-2DA7-62FF988F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4681765"/>
              <a:ext cx="5146479" cy="162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</p:txBody>
        </p:sp>
        <p:sp>
          <p:nvSpPr>
            <p:cNvPr id="11" name="Rectangle 2">
              <a:extLst>
                <a:ext uri="{FF2B5EF4-FFF2-40B4-BE49-F238E27FC236}">
                  <ns2:creationId id="{5D3EF89E-D733-F066-C5C1-890B2BD9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2014172"/>
              <a:ext cx="5146479" cy="2592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URL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 、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4BA3C0A5-2F48-7B49-2143-CED610EF0DB7}"/>
                </a:ext>
              </a:extLst>
            </p:cNvPr>
            <p:cNvCxnSpPr/>
            <p:nvPr/>
          </p:nvCxnSpPr>
          <p:spPr>
            <a:xfrm flipV="1">
              <a:off x="752446" y="4625715"/>
              <a:ext cx="511098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4" name="グラフィックス 23" descr="ノート PC 単色塗りつぶし">
              <a:extLst>
                <a:ext uri="{FF2B5EF4-FFF2-40B4-BE49-F238E27FC236}">
                  <ns2:creationId id="{F283AADB-DC02-8532-EC04-9383FA0719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38496" y="2539227"/>
              <a:ext cx="360000" cy="360000"/>
            </a:xfrm>
            <a:prstGeom prst="rect">
              <a:avLst/>
            </a:prstGeom>
          </p:spPr>
        </p:pic>
        <p:pic>
          <p:nvPicPr>
            <p:cNvPr id="35" name="グラフィックス 34" descr="フェンシング 枠線">
              <a:extLst>
                <a:ext uri="{FF2B5EF4-FFF2-40B4-BE49-F238E27FC236}">
                  <ns2:creationId id="{3DFA31C4-6BEF-DD99-E797-1F88DEE095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953895" y="1640205"/>
              <a:ext cx="288000" cy="28800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21BC75F8-28D9-8114-24E2-4D4C08A072D9}"/>
              </a:ext>
            </a:extLst>
          </p:cNvPr>
          <p:cNvGrpSpPr/>
          <p:nvPr/>
        </p:nvGrpSpPr>
        <p:grpSpPr>
          <a:xfrm>
            <a:off x="6311535" y="1617743"/>
            <a:ext cx="5552133" cy="4690579"/>
            <a:chOff x="6311535" y="1617743"/>
            <a:chExt cx="5552133" cy="4690579"/>
          </a:xfrm>
        </p:grpSpPr>
        <p:cxnSp>
          <p:nvCxnSpPr>
            <p:cNvPr id="5" name="直線コネクタ 4">
              <a:extLst>
                <a:ext uri="{FF2B5EF4-FFF2-40B4-BE49-F238E27FC236}">
                  <ns2:creationId id="{EC5D4E33-C2A8-1857-D104-82F07A9D65BD}"/>
                </a:ext>
              </a:extLst>
            </p:cNvPr>
            <p:cNvCxnSpPr>
              <a:cxnSpLocks/>
            </p:cNvCxnSpPr>
            <p:nvPr/>
          </p:nvCxnSpPr>
          <p:spPr>
            <a:xfrm>
              <a:off x="6311535" y="1941743"/>
              <a:ext cx="553729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2">
              <a:extLst>
                <a:ext uri="{FF2B5EF4-FFF2-40B4-BE49-F238E27FC236}">
                  <ns2:creationId id="{F7982161-95BB-9E38-7C84-8DBA1017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535" y="1617743"/>
              <a:ext cx="5537293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(</a:t>
              </a: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) </a:t>
              </a:r>
              <a:r>
                <a:rPr kumimoji="0" lang="zh-TW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26" name="ホームベース 13">
              <a:extLst>
                <a:ext uri="{FF2B5EF4-FFF2-40B4-BE49-F238E27FC236}">
                  <ns2:creationId id="{1B7BA886-E681-13E1-16DC-59C08A3C6823}"/>
                </a:ext>
              </a:extLst>
            </p:cNvPr>
            <p:cNvSpPr/>
            <p:nvPr/>
          </p:nvSpPr>
          <p:spPr>
            <a:xfrm rot="5400000">
              <a:off x="6635536" y="1737052"/>
              <a:ext cx="612000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" name="山形 14">
              <a:extLst>
                <a:ext uri="{FF2B5EF4-FFF2-40B4-BE49-F238E27FC236}">
                  <ns2:creationId id="{B4A07CF4-BDD2-A51E-D76D-0CC7FBBBB5B7}"/>
                </a:ext>
              </a:extLst>
            </p:cNvPr>
            <p:cNvSpPr/>
            <p:nvPr/>
          </p:nvSpPr>
          <p:spPr>
            <a:xfrm rot="5400000">
              <a:off x="6635536" y="225637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" name="山形 14">
              <a:extLst>
                <a:ext uri="{FF2B5EF4-FFF2-40B4-BE49-F238E27FC236}">
                  <ns2:creationId id="{6DDBBAAF-DE14-5867-4473-17AC39BAC18E}"/>
                </a:ext>
              </a:extLst>
            </p:cNvPr>
            <p:cNvSpPr/>
            <p:nvPr/>
          </p:nvSpPr>
          <p:spPr>
            <a:xfrm rot="5400000">
              <a:off x="6635536" y="2775700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14">
              <a:extLst>
                <a:ext uri="{FF2B5EF4-FFF2-40B4-BE49-F238E27FC236}">
                  <ns2:creationId id="{49655547-ED63-9D76-52A1-A60329689B29}"/>
                </a:ext>
              </a:extLst>
            </p:cNvPr>
            <p:cNvSpPr/>
            <p:nvPr/>
          </p:nvSpPr>
          <p:spPr>
            <a:xfrm rot="5400000">
              <a:off x="6635536" y="3295024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山形 14">
              <a:extLst>
                <a:ext uri="{FF2B5EF4-FFF2-40B4-BE49-F238E27FC236}">
                  <ns2:creationId id="{A9476A3B-4C7D-C37E-3E01-09F704D5907F}"/>
                </a:ext>
              </a:extLst>
            </p:cNvPr>
            <p:cNvSpPr/>
            <p:nvPr/>
          </p:nvSpPr>
          <p:spPr>
            <a:xfrm rot="5400000">
              <a:off x="6635537" y="3814348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AU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山形 14">
              <a:extLst>
                <a:ext uri="{FF2B5EF4-FFF2-40B4-BE49-F238E27FC236}">
                  <ns2:creationId id="{691B7E08-7697-FB68-FD68-2C98BA0E3535}"/>
                </a:ext>
              </a:extLst>
            </p:cNvPr>
            <p:cNvSpPr/>
            <p:nvPr/>
          </p:nvSpPr>
          <p:spPr>
            <a:xfrm rot="5400000">
              <a:off x="6635536" y="433367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山形 14">
              <a:extLst>
                <a:ext uri="{FF2B5EF4-FFF2-40B4-BE49-F238E27FC236}">
                  <ns2:creationId id="{28711B4D-5B77-93F8-E3FD-503B21D9CFFF}"/>
                </a:ext>
              </a:extLst>
            </p:cNvPr>
            <p:cNvSpPr/>
            <p:nvPr/>
          </p:nvSpPr>
          <p:spPr>
            <a:xfrm rot="5400000">
              <a:off x="6635537" y="485299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" name="山形 14">
              <a:extLst>
                <a:ext uri="{FF2B5EF4-FFF2-40B4-BE49-F238E27FC236}">
                  <ns2:creationId id="{4613747E-361D-DEC6-D3D1-62919BE2B304}"/>
                </a:ext>
              </a:extLst>
            </p:cNvPr>
            <p:cNvSpPr/>
            <p:nvPr/>
          </p:nvSpPr>
          <p:spPr>
            <a:xfrm rot="5400000">
              <a:off x="6635537" y="537232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Rectangle 2">
              <a:extLst>
                <a:ext uri="{FF2B5EF4-FFF2-40B4-BE49-F238E27FC236}">
                  <ns2:creationId id="{D7AE65B3-939C-B55E-3C74-807FBF3BC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06105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7" name="Rectangle 2">
              <a:extLst>
                <a:ext uri="{FF2B5EF4-FFF2-40B4-BE49-F238E27FC236}">
                  <ns2:creationId id="{2C2ED985-247F-9F25-C6CE-065CD6AB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58037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8" name="Rectangle 2">
              <a:extLst>
                <a:ext uri="{FF2B5EF4-FFF2-40B4-BE49-F238E27FC236}">
                  <ns2:creationId id="{22F9D6E2-B6E8-9553-F8CE-DB8B8559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099698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9" name="Rectangle 2">
              <a:extLst>
                <a:ext uri="{FF2B5EF4-FFF2-40B4-BE49-F238E27FC236}">
                  <ns2:creationId id="{0E3ECA97-5558-8B9A-0769-6293641A2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619022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0" name="Rectangle 2">
              <a:extLst>
                <a:ext uri="{FF2B5EF4-FFF2-40B4-BE49-F238E27FC236}">
                  <ns2:creationId id="{41335B63-F263-DCA5-67C6-F1B0AD69F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138346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1" name="Rectangle 2">
              <a:extLst>
                <a:ext uri="{FF2B5EF4-FFF2-40B4-BE49-F238E27FC236}">
                  <ns2:creationId id="{34A5021C-17B3-7830-91B3-BFEF3FDE5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65767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br>
                <a:rPr kumimoji="0" lang="en-AU" altLang="ja-JP" sz="1200" dirty="0">
                  <a:latin typeface="+mn-ea"/>
                </a:rPr>
              </a:b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2" name="Rectangle 2">
              <a:extLst>
                <a:ext uri="{FF2B5EF4-FFF2-40B4-BE49-F238E27FC236}">
                  <ns2:creationId id="{9E038AB7-1BEC-F35F-5456-B3CFC77D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17699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43" name="Rectangle 2">
              <a:extLst>
                <a:ext uri="{FF2B5EF4-FFF2-40B4-BE49-F238E27FC236}">
                  <ns2:creationId id="{E68C139F-19B9-8740-9E75-314B4E112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696321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4074F013-A0F5-0A48-B6CE-8ED9DFF647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68865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7F09980-444E-A088-5869-5221A0C693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257271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CF5F259-CFBD-A84B-D122-DAC52FFEAE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09203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385C32B1-6E3E-C927-E26E-50162380AC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611360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3251D5C-219B-5157-BBE2-5DA6C8F5E0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130684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87549EA-2ADD-15A4-63F2-BBFA7A6A6F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650008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39B91A-5CD9-31E8-63F5-F3193B11F0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16933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プログラマー女性 単色塗りつぶし">
              <a:extLst>
                <a:ext uri="{FF2B5EF4-FFF2-40B4-BE49-F238E27FC236}">
                  <ns2:creationId id="{C68CF79B-5B7D-28F1-0AB0-01B7FD50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270800" y="2261596"/>
              <a:ext cx="288000" cy="288000"/>
            </a:xfrm>
            <a:prstGeom prst="rect">
              <a:avLst/>
            </a:prstGeom>
          </p:spPr>
        </p:pic>
        <p:pic>
          <p:nvPicPr>
            <p:cNvPr id="54" name="グラフィックス 53" descr="停止 単色塗りつぶし">
              <a:extLst>
                <a:ext uri="{FF2B5EF4-FFF2-40B4-BE49-F238E27FC236}">
                  <ns2:creationId id="{DE43891C-1D68-9D85-1459-1FA5B03552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270800" y="3328063"/>
              <a:ext cx="288000" cy="288000"/>
            </a:xfrm>
            <a:prstGeom prst="rect">
              <a:avLst/>
            </a:prstGeom>
          </p:spPr>
        </p:pic>
        <p:pic>
          <p:nvPicPr>
            <p:cNvPr id="56" name="グラフィックス 55" descr="メガホン 1 単色塗りつぶし">
              <a:extLst>
                <a:ext uri="{FF2B5EF4-FFF2-40B4-BE49-F238E27FC236}">
                  <ns2:creationId id="{E6B5F177-C4AA-8719-4BB4-324C32988C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7270800" y="4885703"/>
              <a:ext cx="288000" cy="288000"/>
            </a:xfrm>
            <a:prstGeom prst="rect">
              <a:avLst/>
            </a:prstGeom>
          </p:spPr>
        </p:pic>
        <p:pic>
          <p:nvPicPr>
            <p:cNvPr id="58" name="グラフィックス 57" descr="教室 単色塗りつぶし">
              <a:extLst>
                <a:ext uri="{FF2B5EF4-FFF2-40B4-BE49-F238E27FC236}">
                  <ns2:creationId id="{F323C301-40C5-5255-BC0C-F787632050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270801" y="5396288"/>
              <a:ext cx="288000" cy="288000"/>
            </a:xfrm>
            <a:prstGeom prst="rect">
              <a:avLst/>
            </a:prstGeom>
          </p:spPr>
        </p:pic>
        <p:pic>
          <p:nvPicPr>
            <p:cNvPr id="60" name="グラフィックス 59" descr="対象の人々 単色塗りつぶし">
              <a:extLst>
                <a:ext uri="{FF2B5EF4-FFF2-40B4-BE49-F238E27FC236}">
                  <ns2:creationId id="{3B3D7F71-29FA-FCCC-C8ED-0FF4878C8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264830" y="2802179"/>
              <a:ext cx="288000" cy="288000"/>
            </a:xfrm>
            <a:prstGeom prst="rect">
              <a:avLst/>
            </a:prstGeom>
          </p:spPr>
        </p:pic>
        <p:pic>
          <p:nvPicPr>
            <p:cNvPr id="62" name="グラフィックス 61" descr="硬貨 単色塗りつぶし">
              <a:extLst>
                <a:ext uri="{FF2B5EF4-FFF2-40B4-BE49-F238E27FC236}">
                  <ns2:creationId id="{7B768734-5AEE-3A9E-4FB1-007D9DEB84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270800" y="4373157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ツール 単色塗りつぶし">
              <a:extLst>
                <a:ext uri="{FF2B5EF4-FFF2-40B4-BE49-F238E27FC236}">
                  <ns2:creationId id="{E8BA809D-F900-CBD2-F64F-442AF3FD9E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7270800" y="3826276"/>
              <a:ext cx="288000" cy="288000"/>
            </a:xfrm>
            <a:prstGeom prst="rect">
              <a:avLst/>
            </a:prstGeom>
          </p:spPr>
        </p:pic>
        <p:pic>
          <p:nvPicPr>
            <p:cNvPr id="66" name="グラフィックス 65" descr="目 単色塗りつぶし">
              <a:extLst>
                <a:ext uri="{FF2B5EF4-FFF2-40B4-BE49-F238E27FC236}">
                  <ns2:creationId id="{C791066B-46E3-BD3B-5EE8-DAA91B138F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7270800" y="5918810"/>
              <a:ext cx="288000" cy="288000"/>
            </a:xfrm>
            <a:prstGeom prst="rect">
              <a:avLst/>
            </a:prstGeom>
          </p:spPr>
        </p:pic>
        <p:pic>
          <p:nvPicPr>
            <p:cNvPr id="36" name="グラフィックス 35" descr="サイレン 枠線">
              <a:extLst>
                <a:ext uri="{FF2B5EF4-FFF2-40B4-BE49-F238E27FC236}">
                  <ns2:creationId id="{1FEDBD5B-52FE-F5D4-EC90-AE9E1C9901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7795167" y="164020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2690629"/>
      </p:ext>
    </p:extLst>
  </p:cSld>
  <p:clrMapOvr>
    <a:masterClrMapping/>
  </p:clrMapOvr>
</p:sld>
</file>

<file path=ppt/slides/slide6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77843-CF3E-8D94-DEAE-FA1081989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9C96C48-52D6-1489-0EC9-30D0EDFF0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BCAA684E-B503-79FE-5EFA-71A76AE7FF9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ns2:creationId id="{D1FC9DBA-9CC2-58C8-3AFC-4D378F7C428F}"/>
              </a:ext>
            </a:extLst>
          </p:cNvPr>
          <p:cNvSpPr txBox="1"/>
          <p:nvPr/>
        </p:nvSpPr>
        <p:spPr>
          <a:xfrm>
            <a:off x="1057727" y="1636471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矢印: 五方向 6">
            <a:extLst>
              <a:ext uri="{FF2B5EF4-FFF2-40B4-BE49-F238E27FC236}">
                <ns2:creationId id="{35CC2518-3DB2-92D1-9F8E-68E1EFC87D25}"/>
              </a:ext>
            </a:extLst>
          </p:cNvPr>
          <p:cNvSpPr/>
          <p:nvPr/>
        </p:nvSpPr>
        <p:spPr>
          <a:xfrm rot="5400000">
            <a:off x="-229387" y="2594750"/>
            <a:ext cx="2198121" cy="281566"/>
          </a:xfrm>
          <a:prstGeom prst="homePlate">
            <a:avLst>
              <a:gd name="adj" fmla="val 15765"/>
            </a:avLst>
          </a:prstGeom>
          <a:solidFill>
            <a:srgbClr val="008000">
              <a:alpha val="7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1DAAEC63-8BCA-C1F2-8E59-7273DB75BF3A}"/>
              </a:ext>
            </a:extLst>
          </p:cNvPr>
          <p:cNvSpPr txBox="1"/>
          <p:nvPr/>
        </p:nvSpPr>
        <p:spPr>
          <a:xfrm>
            <a:off x="1057727" y="2431826"/>
            <a:ext cx="230989" cy="140276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eaVert"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7B99F46-483B-A10A-FD97-0C7CC5C72564}"/>
              </a:ext>
            </a:extLst>
          </p:cNvPr>
          <p:cNvSpPr/>
          <p:nvPr/>
        </p:nvSpPr>
        <p:spPr>
          <a:xfrm>
            <a:off x="2412761" y="2431825"/>
            <a:ext cx="964264" cy="9037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en-US" altLang="ja-JP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5555DE65-D52E-4371-DDB3-360F61AAE8D1}"/>
              </a:ext>
            </a:extLst>
          </p:cNvPr>
          <p:cNvSpPr/>
          <p:nvPr/>
        </p:nvSpPr>
        <p:spPr>
          <a:xfrm>
            <a:off x="2412761" y="3469500"/>
            <a:ext cx="964264" cy="349702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矢印: 上 31">
            <a:extLst>
              <a:ext uri="{FF2B5EF4-FFF2-40B4-BE49-F238E27FC236}">
                <ns2:creationId id="{535BC24E-7DBE-15D4-B9D2-BE2D0A8B2BD4}"/>
              </a:ext>
            </a:extLst>
          </p:cNvPr>
          <p:cNvSpPr/>
          <p:nvPr/>
        </p:nvSpPr>
        <p:spPr>
          <a:xfrm>
            <a:off x="2785456" y="3346896"/>
            <a:ext cx="218876" cy="111233"/>
          </a:xfrm>
          <a:prstGeom prst="upArrow">
            <a:avLst/>
          </a:prstGeom>
          <a:solidFill>
            <a:srgbClr val="96969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87CFAE37-C3CF-D574-FDF1-CB9132C4009F}"/>
              </a:ext>
            </a:extLst>
          </p:cNvPr>
          <p:cNvSpPr/>
          <p:nvPr/>
        </p:nvSpPr>
        <p:spPr>
          <a:xfrm>
            <a:off x="2291001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二等辺三角形 38">
            <a:extLst>
              <a:ext uri="{FF2B5EF4-FFF2-40B4-BE49-F238E27FC236}">
                <ns2:creationId id="{75A11E48-27AF-D8C8-2060-112B783793C4}"/>
              </a:ext>
            </a:extLst>
          </p:cNvPr>
          <p:cNvSpPr/>
          <p:nvPr/>
        </p:nvSpPr>
        <p:spPr>
          <a:xfrm rot="10800000">
            <a:off x="2819570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Freeform 5">
            <a:extLst>
              <a:ext uri="{FF2B5EF4-FFF2-40B4-BE49-F238E27FC236}">
                <ns2:creationId id="{1D7F547E-A3CA-AB08-3F0C-4FA6CADB0997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1358375" y="2431826"/>
            <a:ext cx="960449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ホームベース 64">
            <a:extLst>
              <a:ext uri="{FF2B5EF4-FFF2-40B4-BE49-F238E27FC236}">
                <ns2:creationId id="{24D1297C-AFA0-AF9B-6EE6-4335603E1016}"/>
              </a:ext>
            </a:extLst>
          </p:cNvPr>
          <p:cNvSpPr/>
          <p:nvPr/>
        </p:nvSpPr>
        <p:spPr>
          <a:xfrm>
            <a:off x="1358375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0" rIns="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URL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3" name="background">
            <a:extLst>
              <a:ext uri="{FF2B5EF4-FFF2-40B4-BE49-F238E27FC236}">
                <ns2:creationId id="{6769CF60-01CD-2F31-B4D4-A986CE6C12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306473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38EED7FA-927D-CD79-E7E3-17E85A085AC4}"/>
              </a:ext>
            </a:extLst>
          </p:cNvPr>
          <p:cNvGrpSpPr/>
          <p:nvPr/>
        </p:nvGrpSpPr>
        <p:grpSpPr>
          <a:xfrm>
            <a:off x="1607745" y="1985492"/>
            <a:ext cx="461709" cy="483677"/>
            <a:chOff x="1249437" y="1985492"/>
            <a:chExt cx="483677" cy="483677"/>
          </a:xfrm>
        </p:grpSpPr>
        <p:sp>
          <p:nvSpPr>
            <p:cNvPr id="45" name="楕円 44">
              <a:extLst>
                <a:ext uri="{FF2B5EF4-FFF2-40B4-BE49-F238E27FC236}">
                  <ns2:creationId id="{500854E3-AF80-72E5-16D4-A13120C5E0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47" name="グラフィックス 46" descr="入口 単色塗りつぶし">
              <a:extLst>
                <a:ext uri="{FF2B5EF4-FFF2-40B4-BE49-F238E27FC236}">
                  <ns2:creationId id="{037D49DF-1B14-FCD6-C879-78BC796B2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40" name="Freeform 5">
            <a:extLst>
              <a:ext uri="{FF2B5EF4-FFF2-40B4-BE49-F238E27FC236}">
                <ns2:creationId id="{E834D291-CFE4-0AF5-F174-84613A4602B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3501310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ホームベース 64">
            <a:extLst>
              <a:ext uri="{FF2B5EF4-FFF2-40B4-BE49-F238E27FC236}">
                <ns2:creationId id="{14D3B250-51BB-0941-759D-C4DD91EDA480}"/>
              </a:ext>
            </a:extLst>
          </p:cNvPr>
          <p:cNvSpPr/>
          <p:nvPr/>
        </p:nvSpPr>
        <p:spPr>
          <a:xfrm>
            <a:off x="3501310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-6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313EBF6-C056-18FE-1205-A0F0EC7D104B}"/>
              </a:ext>
            </a:extLst>
          </p:cNvPr>
          <p:cNvSpPr/>
          <p:nvPr/>
        </p:nvSpPr>
        <p:spPr>
          <a:xfrm>
            <a:off x="4555696" y="2431826"/>
            <a:ext cx="86685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background">
            <a:extLst>
              <a:ext uri="{FF2B5EF4-FFF2-40B4-BE49-F238E27FC236}">
                <ns2:creationId id="{0E953593-234C-8913-D7E5-5F547E7532C4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449408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9" name="グループ化 48">
            <a:extLst>
              <a:ext uri="{FF2B5EF4-FFF2-40B4-BE49-F238E27FC236}">
                <ns2:creationId id="{62FBB5B6-AE64-865B-EEA3-AFCADEA4AC37}"/>
              </a:ext>
            </a:extLst>
          </p:cNvPr>
          <p:cNvGrpSpPr/>
          <p:nvPr/>
        </p:nvGrpSpPr>
        <p:grpSpPr>
          <a:xfrm>
            <a:off x="3750679" y="1985492"/>
            <a:ext cx="461709" cy="483677"/>
            <a:chOff x="1249437" y="1985492"/>
            <a:chExt cx="483677" cy="483677"/>
          </a:xfrm>
        </p:grpSpPr>
        <p:sp>
          <p:nvSpPr>
            <p:cNvPr id="50" name="楕円 49">
              <a:extLst>
                <a:ext uri="{FF2B5EF4-FFF2-40B4-BE49-F238E27FC236}">
                  <ns2:creationId id="{10B5DBD5-FE6A-5CBE-FEAD-674C3FDC61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51" name="グラフィックス 50" descr="原因と結果 単色塗りつぶし">
              <a:extLst>
                <a:ext uri="{FF2B5EF4-FFF2-40B4-BE49-F238E27FC236}">
                  <ns2:creationId id="{788CF145-63D6-D7E1-CBB0-5BDCACCDB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56" name="四角形: 角を丸くする 55">
            <a:extLst>
              <a:ext uri="{FF2B5EF4-FFF2-40B4-BE49-F238E27FC236}">
                <ns2:creationId id="{68E48596-7031-AD64-4A17-DA2025D32E73}"/>
              </a:ext>
            </a:extLst>
          </p:cNvPr>
          <p:cNvSpPr/>
          <p:nvPr/>
        </p:nvSpPr>
        <p:spPr>
          <a:xfrm>
            <a:off x="434520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二等辺三角形 56">
            <a:extLst>
              <a:ext uri="{FF2B5EF4-FFF2-40B4-BE49-F238E27FC236}">
                <ns2:creationId id="{039DFF8A-26F8-7962-C875-7EEAE847B3D1}"/>
              </a:ext>
            </a:extLst>
          </p:cNvPr>
          <p:cNvSpPr/>
          <p:nvPr/>
        </p:nvSpPr>
        <p:spPr>
          <a:xfrm rot="10800000">
            <a:off x="4873773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Freeform 5">
            <a:extLst>
              <a:ext uri="{FF2B5EF4-FFF2-40B4-BE49-F238E27FC236}">
                <ns2:creationId id="{118E6915-08B0-F7BC-48F0-1202101202AE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555298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14"/>
              <a:gd name="connsiteY0" fmla="*/ 0 h 288148"/>
              <a:gd name="connsiteX1" fmla="*/ 1695 w 1714"/>
              <a:gd name="connsiteY1" fmla="*/ 0 h 288148"/>
              <a:gd name="connsiteX2" fmla="*/ 1714 w 1714"/>
              <a:gd name="connsiteY2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48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6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ホームベース 64">
            <a:extLst>
              <a:ext uri="{FF2B5EF4-FFF2-40B4-BE49-F238E27FC236}">
                <ns2:creationId id="{35A31AAA-314A-7F2D-46BB-4E9D1C38E8E1}"/>
              </a:ext>
            </a:extLst>
          </p:cNvPr>
          <p:cNvSpPr/>
          <p:nvPr/>
        </p:nvSpPr>
        <p:spPr>
          <a:xfrm>
            <a:off x="5555513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99B886DC-88F6-88DA-5FED-326C5DD254C7}"/>
              </a:ext>
            </a:extLst>
          </p:cNvPr>
          <p:cNvSpPr/>
          <p:nvPr/>
        </p:nvSpPr>
        <p:spPr>
          <a:xfrm>
            <a:off x="6609902" y="2431826"/>
            <a:ext cx="786801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background">
            <a:extLst>
              <a:ext uri="{FF2B5EF4-FFF2-40B4-BE49-F238E27FC236}">
                <ns2:creationId id="{72E02153-9583-A70F-FA3D-040C03940A7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550361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9BC18496-E534-5CF4-98F4-F8F5CB38BFCF}"/>
              </a:ext>
            </a:extLst>
          </p:cNvPr>
          <p:cNvSpPr/>
          <p:nvPr/>
        </p:nvSpPr>
        <p:spPr>
          <a:xfrm>
            <a:off x="6399409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二等辺三角形 59">
            <a:extLst>
              <a:ext uri="{FF2B5EF4-FFF2-40B4-BE49-F238E27FC236}">
                <ns2:creationId id="{6814C6FE-9D03-3703-9608-58527806FCD4}"/>
              </a:ext>
            </a:extLst>
          </p:cNvPr>
          <p:cNvSpPr/>
          <p:nvPr/>
        </p:nvSpPr>
        <p:spPr>
          <a:xfrm rot="10800000">
            <a:off x="6927979" y="2308964"/>
            <a:ext cx="150648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7" name="楕円 86">
            <a:extLst>
              <a:ext uri="{FF2B5EF4-FFF2-40B4-BE49-F238E27FC236}">
                <ns2:creationId id="{4F89824D-724A-205B-AC18-36647837B8E5}"/>
              </a:ext>
            </a:extLst>
          </p:cNvPr>
          <p:cNvSpPr>
            <a:spLocks noChangeAspect="1"/>
          </p:cNvSpPr>
          <p:nvPr/>
        </p:nvSpPr>
        <p:spPr>
          <a:xfrm>
            <a:off x="5830833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88" name="グラフィックス 87" descr="ロック 単色塗りつぶし">
            <a:extLst>
              <a:ext uri="{FF2B5EF4-FFF2-40B4-BE49-F238E27FC236}">
                <ns2:creationId id="{5217FD15-0BFE-9FDF-7B5E-ACA993DCBA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4"/>
              </a:ext>
            </a:extLst>
          </a:blip>
          <a:srcRect/>
          <a:stretch/>
        </p:blipFill>
        <p:spPr>
          <a:xfrm>
            <a:off x="5889862" y="2047330"/>
            <a:ext cx="343649" cy="360000"/>
          </a:xfrm>
          <a:prstGeom prst="rect">
            <a:avLst/>
          </a:prstGeom>
        </p:spPr>
      </p:pic>
      <p:sp>
        <p:nvSpPr>
          <p:cNvPr id="63" name="Freeform 5">
            <a:extLst>
              <a:ext uri="{FF2B5EF4-FFF2-40B4-BE49-F238E27FC236}">
                <ns2:creationId id="{42945025-496C-AC9B-EC15-2DEAF26CA6D8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7564737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正方形/長方形 64">
            <a:extLst>
              <a:ext uri="{FF2B5EF4-FFF2-40B4-BE49-F238E27FC236}">
                <ns2:creationId id="{74809BB3-57D1-4B06-27BD-E011B72F43E8}"/>
              </a:ext>
            </a:extLst>
          </p:cNvPr>
          <p:cNvSpPr/>
          <p:nvPr/>
        </p:nvSpPr>
        <p:spPr>
          <a:xfrm>
            <a:off x="8619125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6123EF3D-658B-1F9F-96CF-C7A50AD1BAAC}"/>
              </a:ext>
            </a:extLst>
          </p:cNvPr>
          <p:cNvSpPr/>
          <p:nvPr/>
        </p:nvSpPr>
        <p:spPr>
          <a:xfrm>
            <a:off x="849039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二等辺三角形 67">
            <a:extLst>
              <a:ext uri="{FF2B5EF4-FFF2-40B4-BE49-F238E27FC236}">
                <ns2:creationId id="{4FCA3EBA-A935-F2A5-FD84-E2184AAC452D}"/>
              </a:ext>
            </a:extLst>
          </p:cNvPr>
          <p:cNvSpPr/>
          <p:nvPr/>
        </p:nvSpPr>
        <p:spPr>
          <a:xfrm rot="10800000">
            <a:off x="9018962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ホームベース 64">
            <a:extLst>
              <a:ext uri="{FF2B5EF4-FFF2-40B4-BE49-F238E27FC236}">
                <ns2:creationId id="{4EE6CF97-44EA-A962-03A3-E2081EA2115B}"/>
              </a:ext>
            </a:extLst>
          </p:cNvPr>
          <p:cNvSpPr/>
          <p:nvPr/>
        </p:nvSpPr>
        <p:spPr>
          <a:xfrm>
            <a:off x="7564737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・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64A144AA-A734-62D6-45FD-DA01496A84F9}"/>
              </a:ext>
            </a:extLst>
          </p:cNvPr>
          <p:cNvSpPr/>
          <p:nvPr/>
        </p:nvSpPr>
        <p:spPr>
          <a:xfrm>
            <a:off x="9134818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1" name="直線矢印コネクタ 70">
            <a:extLst>
              <a:ext uri="{FF2B5EF4-FFF2-40B4-BE49-F238E27FC236}">
                <ns2:creationId id="{348289BE-3509-03BC-D62E-243B0769633C}"/>
              </a:ext>
            </a:extLst>
          </p:cNvPr>
          <p:cNvCxnSpPr>
            <a:cxnSpLocks/>
            <a:stCxn id="65" idx="3"/>
            <a:endCxn id="69" idx="1"/>
          </p:cNvCxnSpPr>
          <p:nvPr/>
        </p:nvCxnSpPr>
        <p:spPr>
          <a:xfrm>
            <a:off x="9053754" y="3133209"/>
            <a:ext cx="81064" cy="0"/>
          </a:xfrm>
          <a:prstGeom prst="straightConnector1">
            <a:avLst/>
          </a:prstGeom>
          <a:ln w="9525">
            <a:solidFill>
              <a:schemeClr val="tx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グループ化 88">
            <a:extLst>
              <a:ext uri="{FF2B5EF4-FFF2-40B4-BE49-F238E27FC236}">
                <ns2:creationId id="{C5DE03C2-7573-291A-5390-1FBB510530A3}"/>
              </a:ext>
            </a:extLst>
          </p:cNvPr>
          <p:cNvGrpSpPr/>
          <p:nvPr/>
        </p:nvGrpSpPr>
        <p:grpSpPr>
          <a:xfrm>
            <a:off x="7814108" y="1985492"/>
            <a:ext cx="461709" cy="483677"/>
            <a:chOff x="1249437" y="1985492"/>
            <a:chExt cx="483677" cy="483677"/>
          </a:xfrm>
        </p:grpSpPr>
        <p:sp>
          <p:nvSpPr>
            <p:cNvPr id="90" name="楕円 89">
              <a:extLst>
                <a:ext uri="{FF2B5EF4-FFF2-40B4-BE49-F238E27FC236}">
                  <ns2:creationId id="{E1E2C9EE-A6AC-CF92-0B4E-E03ABD219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91" name="グラフィックス 90" descr="切断 単色塗りつぶし">
              <a:extLst>
                <a:ext uri="{FF2B5EF4-FFF2-40B4-BE49-F238E27FC236}">
                  <ns2:creationId id="{952B464B-752B-4883-6992-EB4DB23B0F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80" name="Freeform 5">
            <a:extLst>
              <a:ext uri="{FF2B5EF4-FFF2-40B4-BE49-F238E27FC236}">
                <ns2:creationId id="{5245280A-7325-01D7-C662-3EDC36FF8946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700701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ホームベース 64">
            <a:extLst>
              <a:ext uri="{FF2B5EF4-FFF2-40B4-BE49-F238E27FC236}">
                <ns2:creationId id="{35978911-1822-F3A8-B81B-184C644C00FE}"/>
              </a:ext>
            </a:extLst>
          </p:cNvPr>
          <p:cNvSpPr/>
          <p:nvPr/>
        </p:nvSpPr>
        <p:spPr>
          <a:xfrm>
            <a:off x="9700701" y="2431826"/>
            <a:ext cx="1012349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2C06489A-FBE5-3A9B-A53D-69DB6FCB8D8F}"/>
              </a:ext>
            </a:extLst>
          </p:cNvPr>
          <p:cNvSpPr/>
          <p:nvPr/>
        </p:nvSpPr>
        <p:spPr>
          <a:xfrm>
            <a:off x="10736271" y="2431826"/>
            <a:ext cx="78680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" name="background">
            <a:extLst>
              <a:ext uri="{FF2B5EF4-FFF2-40B4-BE49-F238E27FC236}">
                <ns2:creationId id="{8DB9FE40-8842-627D-1DE6-F5CBEA7D81EA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9648799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D908DD40-5B0C-FD7B-FED7-77383FF71C5A}"/>
              </a:ext>
            </a:extLst>
          </p:cNvPr>
          <p:cNvSpPr/>
          <p:nvPr/>
        </p:nvSpPr>
        <p:spPr>
          <a:xfrm>
            <a:off x="10525778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二等辺三角形 84">
            <a:extLst>
              <a:ext uri="{FF2B5EF4-FFF2-40B4-BE49-F238E27FC236}">
                <ns2:creationId id="{A61C9F53-B1D0-0312-4A00-5C8A833E5315}"/>
              </a:ext>
            </a:extLst>
          </p:cNvPr>
          <p:cNvSpPr/>
          <p:nvPr/>
        </p:nvSpPr>
        <p:spPr>
          <a:xfrm rot="10800000">
            <a:off x="11054347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3" name="楕円 92">
            <a:extLst>
              <a:ext uri="{FF2B5EF4-FFF2-40B4-BE49-F238E27FC236}">
                <ns2:creationId id="{3B8F9C0F-48DA-E377-600C-DA4A694CDFE4}"/>
              </a:ext>
            </a:extLst>
          </p:cNvPr>
          <p:cNvSpPr>
            <a:spLocks noChangeAspect="1"/>
          </p:cNvSpPr>
          <p:nvPr/>
        </p:nvSpPr>
        <p:spPr>
          <a:xfrm>
            <a:off x="9950070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4" name="グラフィックス 93" descr="更新 単色塗りつぶし">
            <a:extLst>
              <a:ext uri="{FF2B5EF4-FFF2-40B4-BE49-F238E27FC236}">
                <ns2:creationId id="{232457F5-9149-A289-DFD0-368904FEE4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6"/>
              </a:ext>
            </a:extLst>
          </a:blip>
          <a:srcRect/>
          <a:stretch/>
        </p:blipFill>
        <p:spPr>
          <a:xfrm>
            <a:off x="10009099" y="2047330"/>
            <a:ext cx="343649" cy="360000"/>
          </a:xfrm>
          <a:prstGeom prst="rect">
            <a:avLst/>
          </a:prstGeom>
        </p:spPr>
      </p:pic>
      <p:pic>
        <p:nvPicPr>
          <p:cNvPr id="112" name="グラフィックス 111" descr="インターネット 単色塗りつぶし">
            <a:extLst>
              <a:ext uri="{FF2B5EF4-FFF2-40B4-BE49-F238E27FC236}">
                <ns2:creationId id="{39947630-E963-AAFA-6DE4-8CD8421894B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7"/>
              </a:ext>
            </a:extLst>
          </a:blip>
          <a:stretch>
            <a:fillRect/>
          </a:stretch>
        </p:blipFill>
        <p:spPr>
          <a:xfrm>
            <a:off x="1057727" y="2431826"/>
            <a:ext cx="230989" cy="241980"/>
          </a:xfrm>
          <a:prstGeom prst="rect">
            <a:avLst/>
          </a:prstGeom>
        </p:spPr>
      </p:pic>
      <p:sp>
        <p:nvSpPr>
          <p:cNvPr id="9" name="矢印: 山形 8">
            <a:extLst>
              <a:ext uri="{FF2B5EF4-FFF2-40B4-BE49-F238E27FC236}">
                <ns2:creationId id="{F08C7F27-45D3-4CB7-683C-AB9B536ED101}"/>
              </a:ext>
            </a:extLst>
          </p:cNvPr>
          <p:cNvSpPr/>
          <p:nvPr/>
        </p:nvSpPr>
        <p:spPr>
          <a:xfrm rot="5400000">
            <a:off x="-345307" y="4955706"/>
            <a:ext cx="2433125" cy="272908"/>
          </a:xfrm>
          <a:prstGeom prst="chevron">
            <a:avLst>
              <a:gd name="adj" fmla="val 15765"/>
            </a:avLst>
          </a:prstGeom>
          <a:solidFill>
            <a:srgbClr val="40A04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background">
            <a:extLst>
              <a:ext uri="{FF2B5EF4-FFF2-40B4-BE49-F238E27FC236}">
                <ns2:creationId id="{30B70DA3-249A-8E72-8246-D85539E37868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743917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CCFFFC43-EA54-50FC-B66E-7F25FD41A75E}"/>
              </a:ext>
            </a:extLst>
          </p:cNvPr>
          <p:cNvGrpSpPr/>
          <p:nvPr/>
        </p:nvGrpSpPr>
        <p:grpSpPr>
          <a:xfrm>
            <a:off x="1047456" y="4184402"/>
            <a:ext cx="10732168" cy="2124318"/>
            <a:chOff x="1047456" y="4013403"/>
            <a:chExt cx="10732168" cy="2295318"/>
          </a:xfrm>
        </p:grpSpPr>
        <p:sp>
          <p:nvSpPr>
            <p:cNvPr id="98" name="Freeform 5">
              <a:extLst>
                <a:ext uri="{FF2B5EF4-FFF2-40B4-BE49-F238E27FC236}">
                  <ns2:creationId id="{1F2EDEB3-0E37-605A-14AA-8DBE833963C2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gray">
            <a:xfrm>
              <a:off x="1057726" y="4013403"/>
              <a:ext cx="1957121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</a:p>
            <a:p>
              <a:pPr algn="ctr">
                <a:defRPr/>
              </a:pPr>
              <a:r>
                <a:rPr lang="ja-JP" altLang="en-US" sz="11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C639CF2B-6DAB-C453-1E6A-5874613C04B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gray">
            <a:xfrm>
              <a:off x="3222816" y="4013403"/>
              <a:ext cx="1950197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BBCEE902-DEA6-3DBA-7605-91B71CF3C75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gray">
            <a:xfrm>
              <a:off x="5390111" y="4013403"/>
              <a:ext cx="1941070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05297199-B26D-799A-0AB5-4DA52D7932DF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gray">
            <a:xfrm>
              <a:off x="7571118" y="4013403"/>
              <a:ext cx="1918229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8DDE9895-6B2F-3FF9-7506-893E095BFA2F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gray">
            <a:xfrm>
              <a:off x="9746478" y="4013403"/>
              <a:ext cx="1901038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PDCA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）</a:t>
              </a:r>
              <a:endParaRPr kumimoji="1" lang="zh-TW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81C86F6A-2758-54B8-6B10-0C216BD74FDA}"/>
                </a:ext>
              </a:extLst>
            </p:cNvPr>
            <p:cNvSpPr/>
            <p:nvPr/>
          </p:nvSpPr>
          <p:spPr>
            <a:xfrm>
              <a:off x="1047456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45D52987-92C2-1EA9-50F0-C320F7CC1075}"/>
                </a:ext>
              </a:extLst>
            </p:cNvPr>
            <p:cNvSpPr/>
            <p:nvPr/>
          </p:nvSpPr>
          <p:spPr>
            <a:xfrm>
              <a:off x="321475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769C49CD-E86C-4E49-17E7-A1234FB2EC0B}"/>
                </a:ext>
              </a:extLst>
            </p:cNvPr>
            <p:cNvSpPr/>
            <p:nvPr/>
          </p:nvSpPr>
          <p:spPr>
            <a:xfrm>
              <a:off x="539575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083FCA7A-8F04-E48B-21C6-C578B41AFC83}"/>
                </a:ext>
              </a:extLst>
            </p:cNvPr>
            <p:cNvSpPr/>
            <p:nvPr/>
          </p:nvSpPr>
          <p:spPr>
            <a:xfrm>
              <a:off x="757111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8BFC554F-207D-A95F-7D7E-F0E1EC4BFF76}"/>
                </a:ext>
              </a:extLst>
            </p:cNvPr>
            <p:cNvSpPr/>
            <p:nvPr/>
          </p:nvSpPr>
          <p:spPr>
            <a:xfrm>
              <a:off x="972527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6" name="background">
            <a:extLst>
              <a:ext uri="{FF2B5EF4-FFF2-40B4-BE49-F238E27FC236}">
                <ns2:creationId id="{5200A88B-9DB7-A441-E15F-D9D6D90E36B4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5343553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background">
            <a:extLst>
              <a:ext uri="{FF2B5EF4-FFF2-40B4-BE49-F238E27FC236}">
                <ns2:creationId id="{91B5BDBE-F51F-9383-EEEE-F3036CB08856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7500128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background">
            <a:extLst>
              <a:ext uri="{FF2B5EF4-FFF2-40B4-BE49-F238E27FC236}">
                <ns2:creationId id="{28FC80C2-9E38-603C-2178-62E1D2BFFFE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9656706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0" name="background">
            <a:extLst>
              <a:ext uri="{FF2B5EF4-FFF2-40B4-BE49-F238E27FC236}">
                <ns2:creationId id="{B239D465-305E-D8B8-B591-F8D92DAD9279}"/>
              </a:ext>
            </a:extLst>
          </p:cNvPr>
          <p:cNvSpPr>
            <a:spLocks noChangeAspect="1"/>
          </p:cNvSpPr>
          <p:nvPr>
            <p:custDataLst>
              <p:tags r:id="rId14"/>
            </p:custDataLst>
          </p:nvPr>
        </p:nvSpPr>
        <p:spPr>
          <a:xfrm>
            <a:off x="1030400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background">
            <a:extLst>
              <a:ext uri="{FF2B5EF4-FFF2-40B4-BE49-F238E27FC236}">
                <ns2:creationId id="{6E867293-1830-737C-B8F2-FC11D2D8EEF8}"/>
              </a:ext>
            </a:extLst>
          </p:cNvPr>
          <p:cNvSpPr>
            <a:spLocks noChangeAspect="1"/>
          </p:cNvSpPr>
          <p:nvPr>
            <p:custDataLst>
              <p:tags r:id="rId15"/>
            </p:custDataLst>
          </p:nvPr>
        </p:nvSpPr>
        <p:spPr>
          <a:xfrm>
            <a:off x="3186977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" name="矢印: 五方向 26">
            <a:extLst>
              <a:ext uri="{FF2B5EF4-FFF2-40B4-BE49-F238E27FC236}">
                <ns2:creationId id="{1405B1F2-36A9-5AA5-F656-BD8D153E8170}"/>
              </a:ext>
            </a:extLst>
          </p:cNvPr>
          <p:cNvSpPr/>
          <p:nvPr/>
        </p:nvSpPr>
        <p:spPr>
          <a:xfrm rot="5400000">
            <a:off x="-1825298" y="3796732"/>
            <a:ext cx="4672252" cy="351730"/>
          </a:xfrm>
          <a:prstGeom prst="homePlate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8E30AC9F-DD11-1DE0-9796-D770AA1B9814}"/>
              </a:ext>
            </a:extLst>
          </p:cNvPr>
          <p:cNvSpPr txBox="1"/>
          <p:nvPr/>
        </p:nvSpPr>
        <p:spPr>
          <a:xfrm>
            <a:off x="1057727" y="3875597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吹き出し: 線 (枠付き、強調線付き) 34">
            <a:extLst>
              <a:ext uri="{FF2B5EF4-FFF2-40B4-BE49-F238E27FC236}">
                <ns2:creationId id="{BB7E8EE5-6C38-C42E-973F-B264EA10FA28}"/>
              </a:ext>
            </a:extLst>
          </p:cNvPr>
          <p:cNvSpPr/>
          <p:nvPr/>
        </p:nvSpPr>
        <p:spPr>
          <a:xfrm>
            <a:off x="6460567" y="6476104"/>
            <a:ext cx="1785208" cy="978946"/>
          </a:xfrm>
          <a:prstGeom prst="accentBorderCallout1">
            <a:avLst>
              <a:gd name="adj1" fmla="val 18750"/>
              <a:gd name="adj2" fmla="val -8333"/>
              <a:gd name="adj3" fmla="val -26276"/>
              <a:gd name="adj4" fmla="val -35922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47216826"/>
      </p:ext>
    </p:extLst>
  </p:cSld>
  <p:clrMapOvr>
    <a:masterClrMapping/>
  </p:clrMapOvr>
</p:sld>
</file>

<file path=ppt/slides/slide63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76FD6-E523-8C7D-2B20-5390817D3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183DA4-05F8-0AE0-E048-E424598379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20" name="テキスト ボックス 19">
            <a:extLst>
              <a:ext uri="{FF2B5EF4-FFF2-40B4-BE49-F238E27FC236}">
                <ns2:creationId id="{2DC9977D-650C-6E08-7328-16193E18685C}"/>
              </a:ext>
            </a:extLst>
          </p:cNvPr>
          <p:cNvSpPr txBox="1"/>
          <p:nvPr/>
        </p:nvSpPr>
        <p:spPr>
          <a:xfrm>
            <a:off x="673250" y="1642701"/>
            <a:ext cx="11183787" cy="288147"/>
          </a:xfrm>
          <a:prstGeom prst="homePlate">
            <a:avLst/>
          </a:prstGeom>
          <a:solidFill>
            <a:srgbClr val="008000">
              <a:alpha val="60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矢印: 山形 8">
            <a:extLst>
              <a:ext uri="{FF2B5EF4-FFF2-40B4-BE49-F238E27FC236}">
                <ns2:creationId id="{508780C8-1473-4968-CFD3-7AC67E33D99D}"/>
              </a:ext>
            </a:extLst>
          </p:cNvPr>
          <p:cNvSpPr/>
          <p:nvPr/>
        </p:nvSpPr>
        <p:spPr>
          <a:xfrm rot="5400000">
            <a:off x="-1644252" y="4053273"/>
            <a:ext cx="4234660" cy="276236"/>
          </a:xfrm>
          <a:prstGeom prst="chevron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5" name="四角形: 角を丸くする 104">
            <a:extLst>
              <a:ext uri="{FF2B5EF4-FFF2-40B4-BE49-F238E27FC236}">
                <ns2:creationId id="{8CF26D9A-C2D6-28F1-48A2-6741C697E38E}"/>
              </a:ext>
            </a:extLst>
          </p:cNvPr>
          <p:cNvSpPr/>
          <p:nvPr/>
        </p:nvSpPr>
        <p:spPr>
          <a:xfrm>
            <a:off x="685862" y="2074059"/>
            <a:ext cx="1191666" cy="4234657"/>
          </a:xfrm>
          <a:prstGeom prst="roundRect">
            <a:avLst>
              <a:gd name="adj" fmla="val 5104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lang="en-US" altLang="ja-JP" sz="10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08" name="グループ化 107">
            <a:extLst>
              <a:ext uri="{FF2B5EF4-FFF2-40B4-BE49-F238E27FC236}">
                <ns2:creationId id="{88B76CBC-3C21-ECE1-17BE-551203246965}"/>
              </a:ext>
            </a:extLst>
          </p:cNvPr>
          <p:cNvGrpSpPr/>
          <p:nvPr/>
        </p:nvGrpSpPr>
        <p:grpSpPr>
          <a:xfrm>
            <a:off x="782684" y="2819616"/>
            <a:ext cx="874756" cy="1223643"/>
            <a:chOff x="689372" y="4709008"/>
            <a:chExt cx="1066733" cy="520126"/>
          </a:xfrm>
        </p:grpSpPr>
        <p:sp>
          <p:nvSpPr>
            <p:cNvPr id="106" name="楕円 105">
              <a:extLst>
                <a:ext uri="{FF2B5EF4-FFF2-40B4-BE49-F238E27FC236}">
                  <ns2:creationId id="{536B10B9-46E7-8AE2-5CC8-D13834874420}"/>
                </a:ext>
              </a:extLst>
            </p:cNvPr>
            <p:cNvSpPr/>
            <p:nvPr/>
          </p:nvSpPr>
          <p:spPr>
            <a:xfrm>
              <a:off x="689372" y="4709008"/>
              <a:ext cx="1066733" cy="393125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7" name="二等辺三角形 106">
              <a:extLst>
                <a:ext uri="{FF2B5EF4-FFF2-40B4-BE49-F238E27FC236}">
                  <ns2:creationId id="{8A317A49-C29C-1A36-767B-99C5614C27E0}"/>
                </a:ext>
              </a:extLst>
            </p:cNvPr>
            <p:cNvSpPr/>
            <p:nvPr/>
          </p:nvSpPr>
          <p:spPr>
            <a:xfrm rot="9625429">
              <a:off x="1277678" y="5021549"/>
              <a:ext cx="122099" cy="207585"/>
            </a:xfrm>
            <a:prstGeom prst="triangl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10" name="テキスト ボックス 109">
            <a:extLst>
              <a:ext uri="{FF2B5EF4-FFF2-40B4-BE49-F238E27FC236}">
                <ns2:creationId id="{6246D453-61C9-4920-73A3-B0A7E5AE11E4}"/>
              </a:ext>
            </a:extLst>
          </p:cNvPr>
          <p:cNvSpPr txBox="1"/>
          <p:nvPr/>
        </p:nvSpPr>
        <p:spPr>
          <a:xfrm>
            <a:off x="1925639" y="2074061"/>
            <a:ext cx="198432" cy="423465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矢印: 右 113">
            <a:extLst>
              <a:ext uri="{FF2B5EF4-FFF2-40B4-BE49-F238E27FC236}">
                <ns2:creationId id="{1511248A-B766-525C-D6A7-1738DC6BCEA8}"/>
              </a:ext>
            </a:extLst>
          </p:cNvPr>
          <p:cNvSpPr/>
          <p:nvPr/>
        </p:nvSpPr>
        <p:spPr>
          <a:xfrm>
            <a:off x="2186151" y="3917411"/>
            <a:ext cx="275850" cy="940659"/>
          </a:xfrm>
          <a:prstGeom prst="rightArrow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テキスト ボックス 114">
            <a:extLst>
              <a:ext uri="{FF2B5EF4-FFF2-40B4-BE49-F238E27FC236}">
                <ns2:creationId id="{AC5FEE40-0F81-8688-90F3-2CECDE3BEB2D}"/>
              </a:ext>
            </a:extLst>
          </p:cNvPr>
          <p:cNvSpPr txBox="1"/>
          <p:nvPr/>
        </p:nvSpPr>
        <p:spPr>
          <a:xfrm>
            <a:off x="2152485" y="2074061"/>
            <a:ext cx="198432" cy="4234660"/>
          </a:xfrm>
          <a:prstGeom prst="rect">
            <a:avLst/>
          </a:prstGeom>
          <a:noFill/>
        </p:spPr>
        <p:txBody>
          <a:bodyPr vert="eaVert"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874B1820-2808-2186-6807-F4FC19D8F33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A192EA24-54AF-CFED-01D8-6D70EE42CD7E}"/>
              </a:ext>
            </a:extLst>
          </p:cNvPr>
          <p:cNvGrpSpPr/>
          <p:nvPr/>
        </p:nvGrpSpPr>
        <p:grpSpPr>
          <a:xfrm>
            <a:off x="2586723" y="2065468"/>
            <a:ext cx="9351623" cy="4243250"/>
            <a:chOff x="2859945" y="2065468"/>
            <a:chExt cx="9073833" cy="4243250"/>
          </a:xfrm>
        </p:grpSpPr>
        <p:grpSp>
          <p:nvGrpSpPr>
            <p:cNvPr id="10" name="グループ化 9">
              <a:extLst>
                <a:ext uri="{FF2B5EF4-FFF2-40B4-BE49-F238E27FC236}">
                  <ns2:creationId id="{99C64F3C-D504-A134-2A97-3B92964F963B}"/>
                </a:ext>
              </a:extLst>
            </p:cNvPr>
            <p:cNvGrpSpPr/>
            <p:nvPr/>
          </p:nvGrpSpPr>
          <p:grpSpPr>
            <a:xfrm>
              <a:off x="2859945" y="2065468"/>
              <a:ext cx="8924661" cy="505610"/>
              <a:chOff x="2859945" y="2065468"/>
              <a:chExt cx="8924661" cy="871625"/>
            </a:xfrm>
          </p:grpSpPr>
          <p:sp>
            <p:nvSpPr>
              <p:cNvPr id="98" name="Freeform 5">
                <a:extLst>
                  <a:ext uri="{FF2B5EF4-FFF2-40B4-BE49-F238E27FC236}">
                    <ns2:creationId id="{DA548DA5-E397-4FD7-7698-3519E8C12535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59945" y="2065468"/>
                <a:ext cx="1658154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17" name="Freeform 5">
                <a:extLst>
                  <a:ext uri="{FF2B5EF4-FFF2-40B4-BE49-F238E27FC236}">
                    <ns2:creationId id="{E8AA6D1B-9664-A9BC-FA42-C17FB954A6EA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468732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813"/>
                  <a:gd name="connsiteY0" fmla="*/ 0 h 288148"/>
                  <a:gd name="connsiteX1" fmla="*/ 1758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43"/>
                  <a:gd name="connsiteY0" fmla="*/ 0 h 288148"/>
                  <a:gd name="connsiteX1" fmla="*/ 1723 w 1743"/>
                  <a:gd name="connsiteY1" fmla="*/ 0 h 288148"/>
                  <a:gd name="connsiteX2" fmla="*/ 1743 w 1743"/>
                  <a:gd name="connsiteY2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35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24" name="Freeform 5">
                <a:extLst>
                  <a:ext uri="{FF2B5EF4-FFF2-40B4-BE49-F238E27FC236}">
                    <ns2:creationId id="{F9DF3613-525B-49D6-CE39-D3833B2B41EA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6503956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1" name="Freeform 5">
                <a:extLst>
                  <a:ext uri="{FF2B5EF4-FFF2-40B4-BE49-F238E27FC236}">
                    <ns2:creationId id="{F71169FD-9841-6F25-BBD5-87F151564B67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>
                <a:off x="8320582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8" name="Freeform 5">
                <a:extLst>
                  <a:ext uri="{FF2B5EF4-FFF2-40B4-BE49-F238E27FC236}">
                    <ns2:creationId id="{08849502-9F05-7B89-F950-4D5E35A12368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1013720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zh-TW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8" name="ホームベース 64">
              <a:extLst>
                <a:ext uri="{FF2B5EF4-FFF2-40B4-BE49-F238E27FC236}">
                  <ns2:creationId id="{CA916C04-887C-FCC8-7AB2-8ED10A6BDEE3}"/>
                </a:ext>
              </a:extLst>
            </p:cNvPr>
            <p:cNvSpPr/>
            <p:nvPr/>
          </p:nvSpPr>
          <p:spPr>
            <a:xfrm>
              <a:off x="2866066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C60DFBBB-0321-E9A8-C04C-ECCBEA3FC8CC}"/>
                </a:ext>
              </a:extLst>
            </p:cNvPr>
            <p:cNvSpPr/>
            <p:nvPr/>
          </p:nvSpPr>
          <p:spPr>
            <a:xfrm>
              <a:off x="469207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C4C60D0B-02CF-D6D0-6E57-1F9D6F6EC8B7}"/>
                </a:ext>
              </a:extLst>
            </p:cNvPr>
            <p:cNvSpPr/>
            <p:nvPr/>
          </p:nvSpPr>
          <p:spPr>
            <a:xfrm>
              <a:off x="651121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C2052778-6C14-8A2C-C58F-7023C1F5A3A8}"/>
                </a:ext>
              </a:extLst>
            </p:cNvPr>
            <p:cNvSpPr/>
            <p:nvPr/>
          </p:nvSpPr>
          <p:spPr>
            <a:xfrm>
              <a:off x="8320582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BF830BAB-67A5-1FC6-0240-2D067EB4B994}"/>
                </a:ext>
              </a:extLst>
            </p:cNvPr>
            <p:cNvSpPr/>
            <p:nvPr/>
          </p:nvSpPr>
          <p:spPr>
            <a:xfrm>
              <a:off x="10141644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PDCA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4:creationId val="341978476"/>
      </p:ext>
    </p:extLst>
  </p:cSld>
  <p:clrMapOvr>
    <a:masterClrMapping/>
  </p:clrMapOvr>
</p:sld>
</file>

<file path=ppt/slides/slide6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F904F1-523C-7583-3197-B45068FC0D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EDDA6F6-E0C9-0EC4-71B2-D696D53FDE7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ns2:creationId id="{6F6CD9F9-B930-736B-1104-3F43E3C01625}"/>
              </a:ext>
            </a:extLst>
          </p:cNvPr>
          <p:cNvGrpSpPr/>
          <p:nvPr/>
        </p:nvGrpSpPr>
        <p:grpSpPr>
          <a:xfrm>
            <a:off x="334963" y="1655100"/>
            <a:ext cx="5761037" cy="4406430"/>
            <a:chOff x="334963" y="1655100"/>
            <a:chExt cx="7294195" cy="4406430"/>
          </a:xfrm>
        </p:grpSpPr>
        <p:sp>
          <p:nvSpPr>
            <p:cNvPr id="5" name="Rechteck 19">
              <a:extLst>
                <a:ext uri="{FF2B5EF4-FFF2-40B4-BE49-F238E27FC236}">
                  <ns2:creationId id="{72E4F623-FBE7-0FC9-51D2-49270800A15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3" y="1655100"/>
              <a:ext cx="7294195" cy="27094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B0E77BDB-D743-8C5D-54CD-E36B51E7D5F7}"/>
                </a:ext>
              </a:extLst>
            </p:cNvPr>
            <p:cNvGrpSpPr/>
            <p:nvPr/>
          </p:nvGrpSpPr>
          <p:grpSpPr>
            <a:xfrm>
              <a:off x="2013158" y="2214040"/>
              <a:ext cx="5616000" cy="1809320"/>
              <a:chOff x="2013158" y="2112762"/>
              <a:chExt cx="5616000" cy="1910598"/>
            </a:xfrm>
          </p:grpSpPr>
          <p:sp>
            <p:nvSpPr>
              <p:cNvPr id="6" name="Rechteck 19">
                <a:extLst>
                  <a:ext uri="{FF2B5EF4-FFF2-40B4-BE49-F238E27FC236}">
                    <ns2:creationId id="{EBE20551-BA5B-FAF0-FD32-5548B09A6BD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 bwMode="auto">
              <a:xfrm>
                <a:off x="2013158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Rechteck 19">
                <a:extLst>
                  <a:ext uri="{FF2B5EF4-FFF2-40B4-BE49-F238E27FC236}">
                    <ns2:creationId id="{5A5AF417-46D1-F7E9-4E81-BAEDBF0D86CA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5038041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" name="Rechteck 19">
                <a:extLst>
                  <a:ext uri="{FF2B5EF4-FFF2-40B4-BE49-F238E27FC236}">
                    <ns2:creationId id="{617C7F70-3324-5C00-53E5-1FE43793C798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2013158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  <p:sp>
            <p:nvSpPr>
              <p:cNvPr id="9" name="Rechteck 19">
                <a:extLst>
                  <a:ext uri="{FF2B5EF4-FFF2-40B4-BE49-F238E27FC236}">
                    <ns2:creationId id="{33731653-527F-CF8D-A221-AFDD7ED160B4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5038040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</p:grpSp>
        <p:sp>
          <p:nvSpPr>
            <p:cNvPr id="10" name="Rechteck 19">
              <a:extLst>
                <a:ext uri="{FF2B5EF4-FFF2-40B4-BE49-F238E27FC236}">
                  <ns2:creationId id="{9D1C20C1-01E1-ABEC-C505-00CC2C145D3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2013158" y="425126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Rechteck 19">
              <a:extLst>
                <a:ext uri="{FF2B5EF4-FFF2-40B4-BE49-F238E27FC236}">
                  <ns2:creationId id="{30AB8E05-2E77-A1EC-B025-11CDDD00F7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2013158" y="481020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ホームベース 13">
              <a:extLst>
                <a:ext uri="{FF2B5EF4-FFF2-40B4-BE49-F238E27FC236}">
                  <ns2:creationId id="{37C86781-2833-B6F7-C7F9-0A5B97787246}"/>
                </a:ext>
              </a:extLst>
            </p:cNvPr>
            <p:cNvSpPr/>
            <p:nvPr/>
          </p:nvSpPr>
          <p:spPr>
            <a:xfrm rot="5400000">
              <a:off x="-197650" y="2746653"/>
              <a:ext cx="2325226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ホームベース 13">
              <a:extLst>
                <a:ext uri="{FF2B5EF4-FFF2-40B4-BE49-F238E27FC236}">
                  <ns2:creationId id="{F61D1826-EFCE-D7BB-4F29-38D26FF24B42}"/>
                </a:ext>
              </a:extLst>
            </p:cNvPr>
            <p:cNvSpPr/>
            <p:nvPr/>
          </p:nvSpPr>
          <p:spPr>
            <a:xfrm rot="5400000">
              <a:off x="339301" y="4805868"/>
              <a:ext cx="1251324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hteck 19">
              <a:extLst>
                <a:ext uri="{FF2B5EF4-FFF2-40B4-BE49-F238E27FC236}">
                  <ns2:creationId id="{35C73497-A695-3B39-C371-B47AED05B22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2013158" y="5109882"/>
              <a:ext cx="2817026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sp>
          <p:nvSpPr>
            <p:cNvPr id="16" name="Rechteck 19">
              <a:extLst>
                <a:ext uri="{FF2B5EF4-FFF2-40B4-BE49-F238E27FC236}">
                  <ns2:creationId id="{57C5FD0B-2C81-1013-0B17-2B677357EEB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30184" y="5109882"/>
              <a:ext cx="2798973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cxnSp>
          <p:nvCxnSpPr>
            <p:cNvPr id="18" name="コネクタ: カギ線 17">
              <a:extLst>
                <a:ext uri="{FF2B5EF4-FFF2-40B4-BE49-F238E27FC236}">
                  <ns2:creationId id="{F65D7B5E-7B47-91D4-331A-7196A8DE37FA}"/>
                </a:ext>
              </a:extLst>
            </p:cNvPr>
            <p:cNvCxnSpPr>
              <a:stCxn id="9" idx="2"/>
              <a:endCxn id="10" idx="0"/>
            </p:cNvCxnSpPr>
            <p:nvPr/>
          </p:nvCxnSpPr>
          <p:spPr>
            <a:xfrm rot="5400000">
              <a:off x="5463426" y="3381093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コネクタ: カギ線 19">
              <a:extLst>
                <a:ext uri="{FF2B5EF4-FFF2-40B4-BE49-F238E27FC236}">
                  <ns2:creationId id="{DCC43E9C-FB02-9E26-8F71-58B814AE4A3C}"/>
                </a:ext>
              </a:extLst>
            </p:cNvPr>
            <p:cNvCxnSpPr>
              <a:stCxn id="8" idx="2"/>
              <a:endCxn id="10" idx="0"/>
            </p:cNvCxnSpPr>
            <p:nvPr/>
          </p:nvCxnSpPr>
          <p:spPr>
            <a:xfrm rot="16200000" flipH="1">
              <a:off x="3950984" y="3381092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コネクタ: カギ線 21">
              <a:extLst>
                <a:ext uri="{FF2B5EF4-FFF2-40B4-BE49-F238E27FC236}">
                  <ns2:creationId id="{F52941E5-BBDA-0163-C42A-F37E13AC442F}"/>
                </a:ext>
              </a:extLst>
            </p:cNvPr>
            <p:cNvCxnSpPr>
              <a:cxnSpLocks/>
              <a:stCxn id="5" idx="2"/>
              <a:endCxn id="7" idx="0"/>
            </p:cNvCxnSpPr>
            <p:nvPr/>
          </p:nvCxnSpPr>
          <p:spPr>
            <a:xfrm rot="16200000" flipH="1">
              <a:off x="5013830" y="894270"/>
              <a:ext cx="288000" cy="2351539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コネクタ: カギ線 23">
              <a:extLst>
                <a:ext uri="{FF2B5EF4-FFF2-40B4-BE49-F238E27FC236}">
                  <ns2:creationId id="{EA1DC058-E284-988E-B8F6-6D35A4D48E4D}"/>
                </a:ext>
              </a:extLst>
            </p:cNvPr>
            <p:cNvCxnSpPr>
              <a:cxnSpLocks/>
              <a:stCxn id="5" idx="2"/>
              <a:endCxn id="6" idx="0"/>
            </p:cNvCxnSpPr>
            <p:nvPr/>
          </p:nvCxnSpPr>
          <p:spPr>
            <a:xfrm rot="5400000">
              <a:off x="3501389" y="1733368"/>
              <a:ext cx="288000" cy="673344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矢印コネクタ 26">
              <a:extLst>
                <a:ext uri="{FF2B5EF4-FFF2-40B4-BE49-F238E27FC236}">
                  <ns2:creationId id="{FAA0D1BE-89EA-FFAD-DC89-D814C035C7C2}"/>
                </a:ext>
              </a:extLst>
            </p:cNvPr>
            <p:cNvCxnSpPr>
              <a:stCxn id="10" idx="2"/>
              <a:endCxn id="11" idx="0"/>
            </p:cNvCxnSpPr>
            <p:nvPr/>
          </p:nvCxnSpPr>
          <p:spPr>
            <a:xfrm>
              <a:off x="4821158" y="4539266"/>
              <a:ext cx="0" cy="270940"/>
            </a:xfrm>
            <a:prstGeom prst="straightConnector1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2054513827"/>
      </p:ext>
    </p:extLst>
  </p:cSld>
  <p:clrMapOvr>
    <a:masterClrMapping/>
  </p:clrMapOvr>
</p:sld>
</file>

<file path=ppt/slides/slide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>
          <a:extLst>
            <a:ext uri="{FF2B5EF4-FFF2-40B4-BE49-F238E27FC236}">
              <ns2:creationId id="{07106384-6E96-A654-E147-F93CC7A92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CEBC6B-E06A-EB65-90C5-A543CDD40B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7CB3D61A-CF82-23E5-E992-E4D0EEC84AD8}"/>
              </a:ext>
            </a:extLst>
          </p:cNvPr>
          <p:cNvGrpSpPr/>
          <p:nvPr/>
        </p:nvGrpSpPr>
        <p:grpSpPr>
          <a:xfrm>
            <a:off x="334960" y="1636471"/>
            <a:ext cx="11522078" cy="4672252"/>
            <a:chOff x="334960" y="1636471"/>
            <a:chExt cx="11522078" cy="4672252"/>
          </a:xfrm>
        </p:grpSpPr>
        <p:sp>
          <p:nvSpPr>
            <p:cNvPr id="17" name="テキスト ボックス 16">
              <a:extLst>
                <a:ext uri="{FF2B5EF4-FFF2-40B4-BE49-F238E27FC236}">
                  <ns2:creationId id="{FBF4C174-79EE-E0C2-0901-692B93E8E547}"/>
                </a:ext>
              </a:extLst>
            </p:cNvPr>
            <p:cNvSpPr txBox="1"/>
            <p:nvPr/>
          </p:nvSpPr>
          <p:spPr>
            <a:xfrm>
              <a:off x="673250" y="1636471"/>
              <a:ext cx="11183788" cy="288147"/>
            </a:xfrm>
            <a:prstGeom prst="homePlate">
              <a:avLst/>
            </a:prstGeom>
            <a:solidFill>
              <a:srgbClr val="008000">
                <a:alpha val="58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矢印: 五方向 6">
              <a:extLst>
                <a:ext uri="{FF2B5EF4-FFF2-40B4-BE49-F238E27FC236}">
                  <ns2:creationId id="{11CC0B72-FF44-9880-5B8A-1E4AEA511EDC}"/>
                </a:ext>
              </a:extLst>
            </p:cNvPr>
            <p:cNvSpPr/>
            <p:nvPr/>
          </p:nvSpPr>
          <p:spPr>
            <a:xfrm rot="5400000">
              <a:off x="-705200" y="2676632"/>
              <a:ext cx="2380362" cy="30004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7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73A59F90-25FD-3991-C302-9F1DB02BA3F9}"/>
                </a:ext>
              </a:extLst>
            </p:cNvPr>
            <p:cNvSpPr txBox="1"/>
            <p:nvPr/>
          </p:nvSpPr>
          <p:spPr>
            <a:xfrm>
              <a:off x="673250" y="2431826"/>
              <a:ext cx="241980" cy="14027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eaVert" wrap="square" lIns="36000" tIns="36000" rIns="36000" bIns="3600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A98C80E6-31E1-F634-9184-A038916AE093}"/>
                </a:ext>
              </a:extLst>
            </p:cNvPr>
            <p:cNvGrpSpPr/>
            <p:nvPr/>
          </p:nvGrpSpPr>
          <p:grpSpPr>
            <a:xfrm>
              <a:off x="933831" y="1985492"/>
              <a:ext cx="2296622" cy="1849100"/>
              <a:chOff x="933831" y="1985492"/>
              <a:chExt cx="2296622" cy="18491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874EF6BC-EDFB-B223-486E-BA306B2CA1DA}"/>
                  </a:ext>
                </a:extLst>
              </p:cNvPr>
              <p:cNvSpPr/>
              <p:nvPr/>
            </p:nvSpPr>
            <p:spPr>
              <a:xfrm>
                <a:off x="2092756" y="2431825"/>
                <a:ext cx="1010143" cy="9037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en-US" altLang="ja-JP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E7CFF898-38FA-E3A4-8962-4DED94C4E8DA}"/>
                  </a:ext>
                </a:extLst>
              </p:cNvPr>
              <p:cNvSpPr/>
              <p:nvPr/>
            </p:nvSpPr>
            <p:spPr>
              <a:xfrm>
                <a:off x="2092756" y="3469500"/>
                <a:ext cx="1010143" cy="349702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2" name="矢印: 上 31">
                <a:extLst>
                  <a:ext uri="{FF2B5EF4-FFF2-40B4-BE49-F238E27FC236}">
                    <ns2:creationId id="{E82B6A5A-8334-F2BE-870E-BD29C478BF15}"/>
                  </a:ext>
                </a:extLst>
              </p:cNvPr>
              <p:cNvSpPr/>
              <p:nvPr/>
            </p:nvSpPr>
            <p:spPr>
              <a:xfrm>
                <a:off x="2483183" y="3346896"/>
                <a:ext cx="229290" cy="111233"/>
              </a:xfrm>
              <a:prstGeom prst="upArrow">
                <a:avLst/>
              </a:prstGeom>
              <a:solidFill>
                <a:srgbClr val="96969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9A9251CD-BBAD-EEED-1AE7-4F9F23677D1A}"/>
                  </a:ext>
                </a:extLst>
              </p:cNvPr>
              <p:cNvSpPr/>
              <p:nvPr/>
            </p:nvSpPr>
            <p:spPr>
              <a:xfrm>
                <a:off x="1965202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二等辺三角形 38">
                <a:extLst>
                  <a:ext uri="{FF2B5EF4-FFF2-40B4-BE49-F238E27FC236}">
                    <ns2:creationId id="{6E2322C3-682A-CA5F-18D8-0B5397E36DD6}"/>
                  </a:ext>
                </a:extLst>
              </p:cNvPr>
              <p:cNvSpPr/>
              <p:nvPr/>
            </p:nvSpPr>
            <p:spPr>
              <a:xfrm rot="10800000">
                <a:off x="2518920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6F869AD0-5039-B7B1-9330-E4CB8561A40F}"/>
                  </a:ext>
                </a:extLst>
              </p:cNvPr>
              <p:cNvGrpSpPr/>
              <p:nvPr/>
            </p:nvGrpSpPr>
            <p:grpSpPr>
              <a:xfrm>
                <a:off x="933831" y="1985492"/>
                <a:ext cx="1114888" cy="1849100"/>
                <a:chOff x="933831" y="1985492"/>
                <a:chExt cx="1114888" cy="1849100"/>
              </a:xfrm>
            </p:grpSpPr>
            <p:sp>
              <p:nvSpPr>
                <p:cNvPr id="12" name="Freeform 5">
                  <a:extLst>
                    <a:ext uri="{FF2B5EF4-FFF2-40B4-BE49-F238E27FC236}">
                      <ns2:creationId id="{0F089113-C7DD-365A-3AF1-79E30918C293}"/>
                    </a:ext>
                  </a:extLst>
                </p:cNvPr>
                <p:cNvSpPr>
                  <a:spLocks/>
                </p:cNvSpPr>
                <p:nvPr>
                  <p:custDataLst>
                    <p:tags r:id="rId19"/>
                  </p:custDataLst>
                </p:nvPr>
              </p:nvSpPr>
              <p:spPr bwMode="gray">
                <a:xfrm>
                  <a:off x="988202" y="2431826"/>
                  <a:ext cx="1006146" cy="288148"/>
                </a:xfrm>
                <a:custGeom>
                  <a:avLst/>
                  <a:gdLst>
                    <a:gd name="T0" fmla="*/ 0 w 2569"/>
                    <a:gd name="T1" fmla="*/ 0 h 292"/>
                    <a:gd name="T2" fmla="*/ 0 w 2569"/>
                    <a:gd name="T3" fmla="*/ 292 h 292"/>
                    <a:gd name="T4" fmla="*/ 2569 w 2569"/>
                    <a:gd name="T5" fmla="*/ 292 h 292"/>
                    <a:gd name="T6" fmla="*/ 2500 w 2569"/>
                    <a:gd name="T7" fmla="*/ 0 h 292"/>
                    <a:gd name="T8" fmla="*/ 0 w 2569"/>
                    <a:gd name="T9" fmla="*/ 0 h 292"/>
                    <a:gd name="connsiteX0" fmla="*/ 0 w 2569"/>
                    <a:gd name="connsiteY0" fmla="*/ 0 h 292"/>
                    <a:gd name="connsiteX1" fmla="*/ 0 w 2569"/>
                    <a:gd name="connsiteY1" fmla="*/ 292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69"/>
                    <a:gd name="connsiteY0" fmla="*/ 0 h 292"/>
                    <a:gd name="connsiteX1" fmla="*/ 2478 w 2569"/>
                    <a:gd name="connsiteY1" fmla="*/ 0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2500 w 2548"/>
                    <a:gd name="connsiteY3" fmla="*/ 0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2"/>
                    <a:gd name="connsiteX1" fmla="*/ 2563 w 2615"/>
                    <a:gd name="connsiteY1" fmla="*/ 1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0" fmla="*/ 0 w 2518"/>
                    <a:gd name="connsiteY0" fmla="*/ 0 h 0"/>
                    <a:gd name="connsiteX1" fmla="*/ 2518 w 2518"/>
                    <a:gd name="connsiteY1" fmla="*/ 0 h 0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4" fmla="*/ 0 w 2608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40000"/>
                    <a:gd name="connsiteX1" fmla="*/ 2483 w 2575"/>
                    <a:gd name="connsiteY1" fmla="*/ 24211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4" fmla="*/ 0 w 2575"/>
                    <a:gd name="connsiteY4" fmla="*/ 0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3" fmla="*/ 0 w 2577"/>
                    <a:gd name="connsiteY3" fmla="*/ 515789 h 515789"/>
                    <a:gd name="connsiteX0" fmla="*/ 0 w 2577"/>
                    <a:gd name="connsiteY0" fmla="*/ 24211 h 540000"/>
                    <a:gd name="connsiteX1" fmla="*/ 2483 w 2577"/>
                    <a:gd name="connsiteY1" fmla="*/ 24211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24211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3" fmla="*/ 0 w 2744"/>
                    <a:gd name="connsiteY3" fmla="*/ 111455 h 111455"/>
                    <a:gd name="connsiteX0" fmla="*/ 0 w 2744"/>
                    <a:gd name="connsiteY0" fmla="*/ 21192 h 132647"/>
                    <a:gd name="connsiteX1" fmla="*/ 2704 w 2744"/>
                    <a:gd name="connsiteY1" fmla="*/ 21192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21192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53888"/>
                    <a:gd name="connsiteX1" fmla="*/ 2704 w 2747"/>
                    <a:gd name="connsiteY1" fmla="*/ 1062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4" fmla="*/ 0 w 2747"/>
                    <a:gd name="connsiteY4" fmla="*/ 0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53888"/>
                    <a:gd name="connsiteX1" fmla="*/ 2704 w 2749"/>
                    <a:gd name="connsiteY1" fmla="*/ 531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4" fmla="*/ 0 w 2704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4" fmla="*/ 0 w 2222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" h="288148">
                      <a:moveTo>
                        <a:pt x="0" y="0"/>
                      </a:moveTo>
                      <a:lnTo>
                        <a:pt x="1695" y="0"/>
                      </a:lnTo>
                      <a:lnTo>
                        <a:pt x="1762" y="288148"/>
                      </a:lnTo>
                      <a:lnTo>
                        <a:pt x="0" y="2881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70000"/>
                  </a:srgbClr>
                </a:solidFill>
                <a:ln w="9525" cap="flat" cmpd="sng">
                  <a:solidFill>
                    <a:srgbClr val="4CA6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lIns="36000" tIns="36000" rIns="36000" bIns="36000" anchor="b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3" name="ホームベース 64">
                  <a:extLst>
                    <a:ext uri="{FF2B5EF4-FFF2-40B4-BE49-F238E27FC236}">
                      <ns2:creationId id="{87DB2459-3778-2CFA-FCBF-DE1ADC092FA8}"/>
                    </a:ext>
                  </a:extLst>
                </p:cNvPr>
                <p:cNvSpPr/>
                <p:nvPr/>
              </p:nvSpPr>
              <p:spPr>
                <a:xfrm>
                  <a:off x="988202" y="2431826"/>
                  <a:ext cx="1060517" cy="1402766"/>
                </a:xfrm>
                <a:prstGeom prst="homePlate">
                  <a:avLst>
                    <a:gd name="adj" fmla="val 8711"/>
                  </a:avLst>
                </a:prstGeom>
                <a:noFill/>
                <a:ln w="9525">
                  <a:solidFill>
                    <a:srgbClr val="4CA64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0" rIns="0" bIns="0" rtlCol="0" anchor="t"/>
                <a:lstStyle/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URL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background">
                  <a:extLst>
                    <a:ext uri="{FF2B5EF4-FFF2-40B4-BE49-F238E27FC236}">
                      <ns2:creationId id="{C0DD7AA7-362B-C5A5-A3B4-DDC4689822FC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0"/>
                  </p:custDataLst>
                </p:nvPr>
              </p:nvSpPr>
              <p:spPr>
                <a:xfrm>
                  <a:off x="933831" y="2352599"/>
                  <a:ext cx="183266" cy="183266"/>
                </a:xfrm>
                <a:prstGeom prst="ellipse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48" name="グループ化 47">
                  <a:extLst>
                    <a:ext uri="{FF2B5EF4-FFF2-40B4-BE49-F238E27FC236}">
                      <ns2:creationId id="{E1C50763-F98C-13AC-1846-EB670FB8FC2E}"/>
                    </a:ext>
                  </a:extLst>
                </p:cNvPr>
                <p:cNvGrpSpPr/>
                <p:nvPr/>
              </p:nvGrpSpPr>
              <p:grpSpPr>
                <a:xfrm>
                  <a:off x="1249437" y="1985492"/>
                  <a:ext cx="483677" cy="483677"/>
                  <a:chOff x="1249437" y="1985492"/>
                  <a:chExt cx="483677" cy="483677"/>
                </a:xfrm>
              </p:grpSpPr>
              <p:sp>
                <p:nvSpPr>
                  <p:cNvPr id="45" name="楕円 44">
                    <a:extLst>
                      <a:ext uri="{FF2B5EF4-FFF2-40B4-BE49-F238E27FC236}">
                        <ns2:creationId id="{8C70E8F7-CB5D-3DAE-72C2-EA7992CCE5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49437" y="1985492"/>
                    <a:ext cx="483677" cy="483677"/>
                  </a:xfrm>
                  <a:prstGeom prst="ellipse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47" name="グラフィックス 46" descr="入口 単色塗りつぶし">
                    <a:extLst>
                      <a:ext uri="{FF2B5EF4-FFF2-40B4-BE49-F238E27FC236}">
                        <ns2:creationId id="{A2B95C7D-BC87-0465-9511-10F7E160C4F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4:svgBlip r:embed="rId2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11275" y="2047330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55" name="グループ化 154">
              <a:extLst>
                <a:ext uri="{FF2B5EF4-FFF2-40B4-BE49-F238E27FC236}">
                  <ns2:creationId id="{6A93DF12-52B4-D300-2098-E498E65CB581}"/>
                </a:ext>
              </a:extLst>
            </p:cNvPr>
            <p:cNvGrpSpPr/>
            <p:nvPr/>
          </p:nvGrpSpPr>
          <p:grpSpPr>
            <a:xfrm>
              <a:off x="3178726" y="1985492"/>
              <a:ext cx="2203669" cy="1849100"/>
              <a:chOff x="3138636" y="1985492"/>
              <a:chExt cx="2203669" cy="1849100"/>
            </a:xfrm>
          </p:grpSpPr>
          <p:sp>
            <p:nvSpPr>
              <p:cNvPr id="40" name="Freeform 5">
                <a:extLst>
                  <a:ext uri="{FF2B5EF4-FFF2-40B4-BE49-F238E27FC236}">
                    <ns2:creationId id="{E1AE47F0-15B1-03E4-D037-D7623DAB340E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3193007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" name="ホームベース 64">
                <a:extLst>
                  <a:ext uri="{FF2B5EF4-FFF2-40B4-BE49-F238E27FC236}">
                    <ns2:creationId id="{6925F9FB-CF16-9408-3546-D7C871FA0988}"/>
                  </a:ext>
                </a:extLst>
              </p:cNvPr>
              <p:cNvSpPr/>
              <p:nvPr/>
            </p:nvSpPr>
            <p:spPr>
              <a:xfrm>
                <a:off x="3193007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4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029A6439-EF86-8710-2DA3-70CC64129616}"/>
                  </a:ext>
                </a:extLst>
              </p:cNvPr>
              <p:cNvSpPr/>
              <p:nvPr/>
            </p:nvSpPr>
            <p:spPr>
              <a:xfrm>
                <a:off x="4297561" y="2431826"/>
                <a:ext cx="908095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3" name="background">
                <a:extLst>
                  <a:ext uri="{FF2B5EF4-FFF2-40B4-BE49-F238E27FC236}">
                    <ns2:creationId id="{60B3C8D5-C0E6-D68E-7F2C-D87761D30825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>
              <a:xfrm>
                <a:off x="3138636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ns2:creationId id="{3143C0D2-7E0C-61C3-1C98-67CC5AD79E67}"/>
                  </a:ext>
                </a:extLst>
              </p:cNvPr>
              <p:cNvGrpSpPr/>
              <p:nvPr/>
            </p:nvGrpSpPr>
            <p:grpSpPr>
              <a:xfrm>
                <a:off x="3454241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50" name="楕円 49">
                  <a:extLst>
                    <a:ext uri="{FF2B5EF4-FFF2-40B4-BE49-F238E27FC236}">
                      <ns2:creationId id="{1F6FE214-7675-ADAE-0B0F-568A6E8ADDA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51" name="グラフィックス 50" descr="原因と結果 単色塗りつぶし">
                  <a:extLst>
                    <a:ext uri="{FF2B5EF4-FFF2-40B4-BE49-F238E27FC236}">
                      <ns2:creationId id="{F4FFA50F-5F57-B59D-327B-B704F1656F6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3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56" name="四角形: 角を丸くする 55">
                <a:extLst>
                  <a:ext uri="{FF2B5EF4-FFF2-40B4-BE49-F238E27FC236}">
                    <ns2:creationId id="{290761B8-8B85-0512-01FF-04DAB5959F49}"/>
                  </a:ext>
                </a:extLst>
              </p:cNvPr>
              <p:cNvSpPr/>
              <p:nvPr/>
            </p:nvSpPr>
            <p:spPr>
              <a:xfrm>
                <a:off x="4077054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二等辺三角形 56">
                <a:extLst>
                  <a:ext uri="{FF2B5EF4-FFF2-40B4-BE49-F238E27FC236}">
                    <ns2:creationId id="{ADB922F3-8CB3-B21B-D492-7FBAA574E9A7}"/>
                  </a:ext>
                </a:extLst>
              </p:cNvPr>
              <p:cNvSpPr/>
              <p:nvPr/>
            </p:nvSpPr>
            <p:spPr>
              <a:xfrm rot="10800000">
                <a:off x="4630772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52" name="Freeform 5">
              <a:extLst>
                <a:ext uri="{FF2B5EF4-FFF2-40B4-BE49-F238E27FC236}">
                  <ns2:creationId id="{3103E5D1-1DFB-1FBD-CB54-DE0C37597AA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384814" y="2431826"/>
              <a:ext cx="1006145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14"/>
                <a:gd name="connsiteY0" fmla="*/ 0 h 288148"/>
                <a:gd name="connsiteX1" fmla="*/ 1695 w 1714"/>
                <a:gd name="connsiteY1" fmla="*/ 0 h 288148"/>
                <a:gd name="connsiteX2" fmla="*/ 1714 w 1714"/>
                <a:gd name="connsiteY2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48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" h="288148">
                  <a:moveTo>
                    <a:pt x="0" y="0"/>
                  </a:moveTo>
                  <a:lnTo>
                    <a:pt x="1696" y="0"/>
                  </a:lnTo>
                  <a:lnTo>
                    <a:pt x="1762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ホームベース 64">
              <a:extLst>
                <a:ext uri="{FF2B5EF4-FFF2-40B4-BE49-F238E27FC236}">
                  <ns2:creationId id="{952E208F-92F2-FBE7-DE8F-3C0DACB2F7D4}"/>
                </a:ext>
              </a:extLst>
            </p:cNvPr>
            <p:cNvSpPr/>
            <p:nvPr/>
          </p:nvSpPr>
          <p:spPr>
            <a:xfrm>
              <a:off x="5385039" y="2431826"/>
              <a:ext cx="106051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0" marR="0" lvl="1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F925D2F-F3B6-7ACF-A710-C25CB02AF6FE}"/>
                </a:ext>
              </a:extLst>
            </p:cNvPr>
            <p:cNvSpPr/>
            <p:nvPr/>
          </p:nvSpPr>
          <p:spPr>
            <a:xfrm>
              <a:off x="6489594" y="2431826"/>
              <a:ext cx="824236" cy="140276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5" name="background">
              <a:extLst>
                <a:ext uri="{FF2B5EF4-FFF2-40B4-BE49-F238E27FC236}">
                  <ns2:creationId id="{BFB8C719-D571-772B-8BF0-051DF75852E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5330668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FAB88DB-BC72-90F9-AFD6-E4E86F91E4E3}"/>
                </a:ext>
              </a:extLst>
            </p:cNvPr>
            <p:cNvSpPr/>
            <p:nvPr/>
          </p:nvSpPr>
          <p:spPr>
            <a:xfrm>
              <a:off x="6269087" y="1985492"/>
              <a:ext cx="1265251" cy="324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二等辺三角形 59">
              <a:extLst>
                <a:ext uri="{FF2B5EF4-FFF2-40B4-BE49-F238E27FC236}">
                  <ns2:creationId id="{84162E90-5EB7-2EE5-2573-697340FBC87D}"/>
                </a:ext>
              </a:extLst>
            </p:cNvPr>
            <p:cNvSpPr/>
            <p:nvPr/>
          </p:nvSpPr>
          <p:spPr>
            <a:xfrm rot="10800000">
              <a:off x="6822805" y="2308964"/>
              <a:ext cx="157815" cy="136047"/>
            </a:xfrm>
            <a:prstGeom prst="triangle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8780B1E7-F314-2ABF-8AE3-464DF263FC7D}"/>
                </a:ext>
              </a:extLst>
            </p:cNvPr>
            <p:cNvGrpSpPr/>
            <p:nvPr/>
          </p:nvGrpSpPr>
          <p:grpSpPr>
            <a:xfrm>
              <a:off x="5673458" y="1985492"/>
              <a:ext cx="483677" cy="483677"/>
              <a:chOff x="1249437" y="1985492"/>
              <a:chExt cx="483677" cy="483677"/>
            </a:xfrm>
          </p:grpSpPr>
          <p:sp>
            <p:nvSpPr>
              <p:cNvPr id="87" name="楕円 86">
                <a:extLst>
                  <a:ext uri="{FF2B5EF4-FFF2-40B4-BE49-F238E27FC236}">
                    <ns2:creationId id="{C401B649-45B6-7255-3BEB-D79A578033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88" name="グラフィックス 87" descr="ロック 単色塗りつぶし">
                <a:extLst>
                  <a:ext uri="{FF2B5EF4-FFF2-40B4-BE49-F238E27FC236}">
                    <ns2:creationId id="{FC9356EA-BBB2-99AB-9316-E3B5457C80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53" name="グループ化 152">
              <a:extLst>
                <a:ext uri="{FF2B5EF4-FFF2-40B4-BE49-F238E27FC236}">
                  <ns2:creationId id="{D40D125A-42F5-2F80-ECBE-39129503D340}"/>
                </a:ext>
              </a:extLst>
            </p:cNvPr>
            <p:cNvGrpSpPr/>
            <p:nvPr/>
          </p:nvGrpSpPr>
          <p:grpSpPr>
            <a:xfrm>
              <a:off x="7489860" y="1985492"/>
              <a:ext cx="2234950" cy="1849100"/>
              <a:chOff x="7247860" y="1985492"/>
              <a:chExt cx="2234950" cy="1849100"/>
            </a:xfrm>
          </p:grpSpPr>
          <p:sp>
            <p:nvSpPr>
              <p:cNvPr id="63" name="Freeform 5">
                <a:extLst>
                  <a:ext uri="{FF2B5EF4-FFF2-40B4-BE49-F238E27FC236}">
                    <ns2:creationId id="{7127AC49-8520-4683-81B4-505A9653C22A}"/>
                  </a:ext>
                </a:extLst>
              </p:cNvPr>
              <p:cNvSpPr>
                <a:spLocks/>
              </p:cNvSpPr>
              <p:nvPr>
                <p:custDataLst>
                  <p:tags r:id="rId16"/>
                </p:custDataLst>
              </p:nvPr>
            </p:nvSpPr>
            <p:spPr bwMode="gray">
              <a:xfrm>
                <a:off x="7247860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92FE02E2-203F-312F-65BE-705296EB9EB0}"/>
                  </a:ext>
                </a:extLst>
              </p:cNvPr>
              <p:cNvSpPr/>
              <p:nvPr/>
            </p:nvSpPr>
            <p:spPr>
              <a:xfrm>
                <a:off x="835241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7" name="四角形: 角を丸くする 66">
                <a:extLst>
                  <a:ext uri="{FF2B5EF4-FFF2-40B4-BE49-F238E27FC236}">
                    <ns2:creationId id="{DC1A2FAB-4BA1-8268-AFA0-FC145803818F}"/>
                  </a:ext>
                </a:extLst>
              </p:cNvPr>
              <p:cNvSpPr/>
              <p:nvPr/>
            </p:nvSpPr>
            <p:spPr>
              <a:xfrm>
                <a:off x="8217559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8" name="二等辺三角形 67">
                <a:extLst>
                  <a:ext uri="{FF2B5EF4-FFF2-40B4-BE49-F238E27FC236}">
                    <ns2:creationId id="{BE075A66-F955-A259-A95D-D78970F14623}"/>
                  </a:ext>
                </a:extLst>
              </p:cNvPr>
              <p:cNvSpPr/>
              <p:nvPr/>
            </p:nvSpPr>
            <p:spPr>
              <a:xfrm rot="10800000">
                <a:off x="8771276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" name="ホームベース 64">
                <a:extLst>
                  <a:ext uri="{FF2B5EF4-FFF2-40B4-BE49-F238E27FC236}">
                    <ns2:creationId id="{EC9C54AA-95E8-B850-F347-61237E5893A2}"/>
                  </a:ext>
                </a:extLst>
              </p:cNvPr>
              <p:cNvSpPr/>
              <p:nvPr/>
            </p:nvSpPr>
            <p:spPr>
              <a:xfrm>
                <a:off x="7247860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・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BE72B00-753A-918A-B48D-E989ED5B3A5E}"/>
                  </a:ext>
                </a:extLst>
              </p:cNvPr>
              <p:cNvSpPr/>
              <p:nvPr/>
            </p:nvSpPr>
            <p:spPr>
              <a:xfrm>
                <a:off x="889264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71" name="直線矢印コネクタ 70">
                <a:extLst>
                  <a:ext uri="{FF2B5EF4-FFF2-40B4-BE49-F238E27FC236}">
                    <ns2:creationId id="{1F0C3B9F-A558-3710-E7DF-C9F013366DCB}"/>
                  </a:ext>
                </a:extLst>
              </p:cNvPr>
              <p:cNvCxnSpPr>
                <a:cxnSpLocks/>
                <a:stCxn id="65" idx="3"/>
                <a:endCxn id="69" idx="1"/>
              </p:cNvCxnSpPr>
              <p:nvPr/>
            </p:nvCxnSpPr>
            <p:spPr>
              <a:xfrm>
                <a:off x="8807724" y="3133209"/>
                <a:ext cx="84921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" name="グループ化 88">
                <a:extLst>
                  <a:ext uri="{FF2B5EF4-FFF2-40B4-BE49-F238E27FC236}">
                    <ns2:creationId id="{35558CB5-E95C-F0E6-0FD3-6513EC5F64A3}"/>
                  </a:ext>
                </a:extLst>
              </p:cNvPr>
              <p:cNvGrpSpPr/>
              <p:nvPr/>
            </p:nvGrpSpPr>
            <p:grpSpPr>
              <a:xfrm>
                <a:off x="750909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0" name="楕円 89">
                  <a:extLst>
                    <a:ext uri="{FF2B5EF4-FFF2-40B4-BE49-F238E27FC236}">
                      <ns2:creationId id="{F6EE7C28-9225-55E8-89F1-84D43F35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1" name="グラフィックス 90" descr="切断 単色塗りつぶし">
                  <a:extLst>
                    <a:ext uri="{FF2B5EF4-FFF2-40B4-BE49-F238E27FC236}">
                      <ns2:creationId id="{356D4449-59DC-8A03-E217-96D490DD7D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5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2" name="グループ化 151">
              <a:extLst>
                <a:ext uri="{FF2B5EF4-FFF2-40B4-BE49-F238E27FC236}">
                  <ns2:creationId id="{5366D303-BD20-1D6F-9015-E01326A86CF4}"/>
                </a:ext>
              </a:extLst>
            </p:cNvPr>
            <p:cNvGrpSpPr/>
            <p:nvPr/>
          </p:nvGrpSpPr>
          <p:grpSpPr>
            <a:xfrm>
              <a:off x="9673081" y="1985492"/>
              <a:ext cx="2183957" cy="1849100"/>
              <a:chOff x="9673081" y="1985492"/>
              <a:chExt cx="2183957" cy="1849100"/>
            </a:xfrm>
          </p:grpSpPr>
          <p:sp>
            <p:nvSpPr>
              <p:cNvPr id="80" name="Freeform 5">
                <a:extLst>
                  <a:ext uri="{FF2B5EF4-FFF2-40B4-BE49-F238E27FC236}">
                    <ns2:creationId id="{4C0EF018-6C9B-746D-7BB5-F8C0D61E95DE}"/>
                  </a:ext>
                </a:extLst>
              </p:cNvPr>
              <p:cNvSpPr>
                <a:spLocks/>
              </p:cNvSpPr>
              <p:nvPr>
                <p:custDataLst>
                  <p:tags r:id="rId14"/>
                </p:custDataLst>
              </p:nvPr>
            </p:nvSpPr>
            <p:spPr bwMode="gray">
              <a:xfrm>
                <a:off x="9727452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1" name="ホームベース 64">
                <a:extLst>
                  <a:ext uri="{FF2B5EF4-FFF2-40B4-BE49-F238E27FC236}">
                    <ns2:creationId id="{831B29E6-2107-141E-F03B-06694B8807D1}"/>
                  </a:ext>
                </a:extLst>
              </p:cNvPr>
              <p:cNvSpPr/>
              <p:nvPr/>
            </p:nvSpPr>
            <p:spPr>
              <a:xfrm>
                <a:off x="9727452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7A27C6-476A-F03E-4B03-64AC13D20E16}"/>
                  </a:ext>
                </a:extLst>
              </p:cNvPr>
              <p:cNvSpPr/>
              <p:nvPr/>
            </p:nvSpPr>
            <p:spPr>
              <a:xfrm>
                <a:off x="10812295" y="2431826"/>
                <a:ext cx="824236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3" name="background">
                <a:extLst>
                  <a:ext uri="{FF2B5EF4-FFF2-40B4-BE49-F238E27FC236}">
                    <ns2:creationId id="{CCE64FA0-9C98-90C9-797F-3189758044CE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>
              <a:xfrm>
                <a:off x="9673081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C5C556A5-EBB8-BC42-5D6B-9EEE2944F3E9}"/>
                  </a:ext>
                </a:extLst>
              </p:cNvPr>
              <p:cNvSpPr/>
              <p:nvPr/>
            </p:nvSpPr>
            <p:spPr>
              <a:xfrm>
                <a:off x="10591787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5" name="二等辺三角形 84">
                <a:extLst>
                  <a:ext uri="{FF2B5EF4-FFF2-40B4-BE49-F238E27FC236}">
                    <ns2:creationId id="{9AA7206D-3772-3241-C5A9-8BA4E4BF2C19}"/>
                  </a:ext>
                </a:extLst>
              </p:cNvPr>
              <p:cNvSpPr/>
              <p:nvPr/>
            </p:nvSpPr>
            <p:spPr>
              <a:xfrm rot="10800000">
                <a:off x="11145505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225B6D1D-6B98-E0BA-09F7-59B32323DEB7}"/>
                  </a:ext>
                </a:extLst>
              </p:cNvPr>
              <p:cNvGrpSpPr/>
              <p:nvPr/>
            </p:nvGrpSpPr>
            <p:grpSpPr>
              <a:xfrm>
                <a:off x="998868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1BAADF89-9496-0AEF-1943-3723651ED1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4" name="グラフィックス 93" descr="更新 単色塗りつぶし">
                  <a:extLst>
                    <a:ext uri="{FF2B5EF4-FFF2-40B4-BE49-F238E27FC236}">
                      <ns2:creationId id="{5CB9D483-7953-5E27-AD7F-BC5E9278C5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6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112" name="グラフィックス 111" descr="インターネット 単色塗りつぶし">
              <a:extLst>
                <a:ext uri="{FF2B5EF4-FFF2-40B4-BE49-F238E27FC236}">
                  <ns2:creationId id="{CEE9DAAA-F20E-4496-C021-87A5B4C40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673250" y="2431826"/>
              <a:ext cx="241980" cy="241980"/>
            </a:xfrm>
            <a:prstGeom prst="rect">
              <a:avLst/>
            </a:prstGeom>
          </p:spPr>
        </p:pic>
        <p:sp>
          <p:nvSpPr>
            <p:cNvPr id="20" name="テキスト ボックス 19">
              <a:extLst>
                <a:ext uri="{FF2B5EF4-FFF2-40B4-BE49-F238E27FC236}">
                  <ns2:creationId id="{64A37121-8A41-3C89-5166-1C45DCA1D2C5}"/>
                </a:ext>
              </a:extLst>
            </p:cNvPr>
            <p:cNvSpPr txBox="1"/>
            <p:nvPr/>
          </p:nvSpPr>
          <p:spPr>
            <a:xfrm>
              <a:off x="673250" y="4084687"/>
              <a:ext cx="11183787" cy="288147"/>
            </a:xfrm>
            <a:prstGeom prst="homePlate">
              <a:avLst/>
            </a:prstGeom>
            <a:solidFill>
              <a:srgbClr val="008000">
                <a:alpha val="60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05F7E66D-9C44-2559-78FA-99CB653E95C1}"/>
                </a:ext>
              </a:extLst>
            </p:cNvPr>
            <p:cNvSpPr/>
            <p:nvPr/>
          </p:nvSpPr>
          <p:spPr>
            <a:xfrm rot="5400000">
              <a:off x="-627037" y="5046684"/>
              <a:ext cx="2224034" cy="300040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37D8BA44-AD92-C25F-044F-CD9DCEC5A4EB}"/>
                </a:ext>
              </a:extLst>
            </p:cNvPr>
            <p:cNvSpPr/>
            <p:nvPr/>
          </p:nvSpPr>
          <p:spPr>
            <a:xfrm>
              <a:off x="689372" y="4508721"/>
              <a:ext cx="1453193" cy="1799999"/>
            </a:xfrm>
            <a:prstGeom prst="roundRect">
              <a:avLst>
                <a:gd name="adj" fmla="val 5104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8" name="グループ化 107">
              <a:extLst>
                <a:ext uri="{FF2B5EF4-FFF2-40B4-BE49-F238E27FC236}">
                  <ns2:creationId id="{1046B4D5-FD5C-D7F7-EEDC-78E39A9E0A88}"/>
                </a:ext>
              </a:extLst>
            </p:cNvPr>
            <p:cNvGrpSpPr/>
            <p:nvPr/>
          </p:nvGrpSpPr>
          <p:grpSpPr>
            <a:xfrm>
              <a:off x="669865" y="4447847"/>
              <a:ext cx="1114463" cy="517460"/>
              <a:chOff x="669865" y="4280925"/>
              <a:chExt cx="1114463" cy="517460"/>
            </a:xfrm>
          </p:grpSpPr>
          <p:sp>
            <p:nvSpPr>
              <p:cNvPr id="106" name="楕円 105">
                <a:extLst>
                  <a:ext uri="{FF2B5EF4-FFF2-40B4-BE49-F238E27FC236}">
                    <ns2:creationId id="{15CF0A34-2888-6016-6608-528AEAB67180}"/>
                  </a:ext>
                </a:extLst>
              </p:cNvPr>
              <p:cNvSpPr/>
              <p:nvPr/>
            </p:nvSpPr>
            <p:spPr>
              <a:xfrm>
                <a:off x="669865" y="4280925"/>
                <a:ext cx="1114463" cy="4585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7" name="二等辺三角形 106">
                <a:extLst>
                  <a:ext uri="{FF2B5EF4-FFF2-40B4-BE49-F238E27FC236}">
                    <ns2:creationId id="{3568BE42-4405-50CF-A258-94E5A10CE2F6}"/>
                  </a:ext>
                </a:extLst>
              </p:cNvPr>
              <p:cNvSpPr/>
              <p:nvPr/>
            </p:nvSpPr>
            <p:spPr>
              <a:xfrm rot="8656182">
                <a:off x="843361" y="4590800"/>
                <a:ext cx="122099" cy="207585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110" name="テキスト ボックス 109">
              <a:extLst>
                <a:ext uri="{FF2B5EF4-FFF2-40B4-BE49-F238E27FC236}">
                  <ns2:creationId id="{050D2812-DE6F-D4A6-6087-9D4AC417DC40}"/>
                </a:ext>
              </a:extLst>
            </p:cNvPr>
            <p:cNvSpPr txBox="1"/>
            <p:nvPr/>
          </p:nvSpPr>
          <p:spPr>
            <a:xfrm>
              <a:off x="2201234" y="4508722"/>
              <a:ext cx="241980" cy="1799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horz" wrap="square" lIns="36000" tIns="36000" rIns="36000" bIns="36000" rtlCol="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矢印: 右 113">
              <a:extLst>
                <a:ext uri="{FF2B5EF4-FFF2-40B4-BE49-F238E27FC236}">
                  <ns2:creationId id="{14E94CF9-5D62-98AD-A2EB-1DB0BE897D08}"/>
                </a:ext>
              </a:extLst>
            </p:cNvPr>
            <p:cNvSpPr/>
            <p:nvPr/>
          </p:nvSpPr>
          <p:spPr>
            <a:xfrm>
              <a:off x="2518919" y="5292263"/>
              <a:ext cx="336389" cy="399840"/>
            </a:xfrm>
            <a:prstGeom prst="rightArrow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64AC390-1BA7-5309-6E8D-1C2277FB3B7B}"/>
                </a:ext>
              </a:extLst>
            </p:cNvPr>
            <p:cNvSpPr txBox="1"/>
            <p:nvPr/>
          </p:nvSpPr>
          <p:spPr>
            <a:xfrm>
              <a:off x="2477865" y="4508722"/>
              <a:ext cx="241980" cy="1800000"/>
            </a:xfrm>
            <a:prstGeom prst="rect">
              <a:avLst/>
            </a:prstGeom>
            <a:noFill/>
          </p:spPr>
          <p:txBody>
            <a:bodyPr vert="eaVert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8" name="Freeform 5">
              <a:extLst>
                <a:ext uri="{FF2B5EF4-FFF2-40B4-BE49-F238E27FC236}">
                  <ns2:creationId id="{FD2B0CEC-F60C-0F24-6121-63BA04D162B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2870703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58F4E70F-6528-6A6D-440E-728E9D1FB86A}"/>
                </a:ext>
              </a:extLst>
            </p:cNvPr>
            <p:cNvSpPr/>
            <p:nvPr/>
          </p:nvSpPr>
          <p:spPr>
            <a:xfrm>
              <a:off x="2870703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54F5E7BF-42D8-0EDE-0EA7-83A843AC031A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468732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8" name="ホームベース 64">
              <a:extLst>
                <a:ext uri="{FF2B5EF4-FFF2-40B4-BE49-F238E27FC236}">
                  <ns2:creationId id="{08F7C8A8-0610-60DD-DC0D-206420C6A5FC}"/>
                </a:ext>
              </a:extLst>
            </p:cNvPr>
            <p:cNvSpPr/>
            <p:nvPr/>
          </p:nvSpPr>
          <p:spPr>
            <a:xfrm>
              <a:off x="468732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5093FEE7-2002-7DDB-9F24-86DCF8CB7E3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503956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5" name="ホームベース 64">
              <a:extLst>
                <a:ext uri="{FF2B5EF4-FFF2-40B4-BE49-F238E27FC236}">
                  <ns2:creationId id="{A58D749C-17B2-813A-A48D-1D0B13FDD0C8}"/>
                </a:ext>
              </a:extLst>
            </p:cNvPr>
            <p:cNvSpPr/>
            <p:nvPr/>
          </p:nvSpPr>
          <p:spPr>
            <a:xfrm>
              <a:off x="6503956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C741A413-B673-D548-C3DA-EA59DDD7124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320582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ホームベース 64">
              <a:extLst>
                <a:ext uri="{FF2B5EF4-FFF2-40B4-BE49-F238E27FC236}">
                  <ns2:creationId id="{6588D945-8C1F-77DE-3E41-9CE1BF0EA238}"/>
                </a:ext>
              </a:extLst>
            </p:cNvPr>
            <p:cNvSpPr/>
            <p:nvPr/>
          </p:nvSpPr>
          <p:spPr>
            <a:xfrm>
              <a:off x="8320582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AE5646DF-6D42-4D9E-808A-794DBD40A4B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gray">
            <a:xfrm>
              <a:off x="1013720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zh-TW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ホームベース 64">
              <a:extLst>
                <a:ext uri="{FF2B5EF4-FFF2-40B4-BE49-F238E27FC236}">
                  <ns2:creationId id="{308F7E13-F16F-5EA0-7B74-67CCA4CE400F}"/>
                </a:ext>
              </a:extLst>
            </p:cNvPr>
            <p:cNvSpPr/>
            <p:nvPr/>
          </p:nvSpPr>
          <p:spPr>
            <a:xfrm>
              <a:off x="1013720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128D80C3-1664-2E48-7E7C-FCC25DEEA039}"/>
                </a:ext>
              </a:extLst>
            </p:cNvPr>
            <p:cNvGrpSpPr/>
            <p:nvPr/>
          </p:nvGrpSpPr>
          <p:grpSpPr>
            <a:xfrm>
              <a:off x="10719071" y="4459623"/>
              <a:ext cx="483677" cy="483677"/>
              <a:chOff x="1249437" y="1985492"/>
              <a:chExt cx="483677" cy="483677"/>
            </a:xfrm>
          </p:grpSpPr>
          <p:sp>
            <p:nvSpPr>
              <p:cNvPr id="142" name="楕円 141">
                <a:extLst>
                  <a:ext uri="{FF2B5EF4-FFF2-40B4-BE49-F238E27FC236}">
                    <ns2:creationId id="{6FFAC3A3-C060-0B3D-DAF9-DC0AAEAB0E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3" name="グラフィックス 142" descr="目のスキャン 単色塗りつぶし">
                <a:extLst>
                  <a:ext uri="{FF2B5EF4-FFF2-40B4-BE49-F238E27FC236}">
                    <ns2:creationId id="{F640BF59-5FC0-110F-A8AC-05C6687BE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46" name="四角形: 角を丸くする 145">
              <a:extLst>
                <a:ext uri="{FF2B5EF4-FFF2-40B4-BE49-F238E27FC236}">
                  <ns2:creationId id="{8A02978E-9BA0-1FEF-7303-811A412BAAE7}"/>
                </a:ext>
              </a:extLst>
            </p:cNvPr>
            <p:cNvSpPr/>
            <p:nvPr/>
          </p:nvSpPr>
          <p:spPr>
            <a:xfrm>
              <a:off x="2950397" y="5875735"/>
              <a:ext cx="1488009" cy="386904"/>
            </a:xfrm>
            <a:prstGeom prst="roundRect">
              <a:avLst>
                <a:gd name="adj" fmla="val 13957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6" name="background">
              <a:extLst>
                <a:ext uri="{FF2B5EF4-FFF2-40B4-BE49-F238E27FC236}">
                  <ns2:creationId id="{9820868A-C019-CD47-2CED-0E509FBBBE4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6427446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3" name="background">
              <a:extLst>
                <a:ext uri="{FF2B5EF4-FFF2-40B4-BE49-F238E27FC236}">
                  <ns2:creationId id="{1DCE7337-FFFC-1AEA-A51A-AAF71B593F4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8233002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0" name="background">
              <a:extLst>
                <a:ext uri="{FF2B5EF4-FFF2-40B4-BE49-F238E27FC236}">
                  <ns2:creationId id="{C62A3F0D-B2D7-1505-E9A9-0FD184809AC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10038558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0" name="background">
              <a:extLst>
                <a:ext uri="{FF2B5EF4-FFF2-40B4-BE49-F238E27FC236}">
                  <ns2:creationId id="{1CCD5452-BBD9-4475-D5C7-D3C8DE7924D6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2816334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background">
              <a:extLst>
                <a:ext uri="{FF2B5EF4-FFF2-40B4-BE49-F238E27FC236}">
                  <ns2:creationId id="{0FED6643-F060-63E3-78B8-EFF203A3887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21890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5B896246-C1FC-76C8-EAFF-44B22E4BED2B}"/>
                </a:ext>
              </a:extLst>
            </p:cNvPr>
            <p:cNvGrpSpPr/>
            <p:nvPr/>
          </p:nvGrpSpPr>
          <p:grpSpPr>
            <a:xfrm>
              <a:off x="3452564" y="4459623"/>
              <a:ext cx="483677" cy="483677"/>
              <a:chOff x="1249437" y="1985492"/>
              <a:chExt cx="483677" cy="483677"/>
            </a:xfrm>
          </p:grpSpPr>
          <p:sp>
            <p:nvSpPr>
              <p:cNvPr id="102" name="楕円 101">
                <a:extLst>
                  <a:ext uri="{FF2B5EF4-FFF2-40B4-BE49-F238E27FC236}">
                    <ns2:creationId id="{6A831D69-C455-0B8B-E553-658DE9624DB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3" name="グラフィックス 102" descr="再生 単色塗りつぶし">
                <a:extLst>
                  <a:ext uri="{FF2B5EF4-FFF2-40B4-BE49-F238E27FC236}">
                    <ns2:creationId id="{35665FDE-6FFD-FC90-BA8D-910F5248B5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0" name="グループ化 119">
              <a:extLst>
                <a:ext uri="{FF2B5EF4-FFF2-40B4-BE49-F238E27FC236}">
                  <ns2:creationId id="{4C1B57DA-189C-4C6E-BEA9-4F61D8E1E901}"/>
                </a:ext>
              </a:extLst>
            </p:cNvPr>
            <p:cNvGrpSpPr/>
            <p:nvPr/>
          </p:nvGrpSpPr>
          <p:grpSpPr>
            <a:xfrm>
              <a:off x="5269191" y="4459623"/>
              <a:ext cx="483677" cy="483677"/>
              <a:chOff x="1249437" y="1985492"/>
              <a:chExt cx="483677" cy="483677"/>
            </a:xfrm>
          </p:grpSpPr>
          <p:sp>
            <p:nvSpPr>
              <p:cNvPr id="121" name="楕円 120">
                <a:extLst>
                  <a:ext uri="{FF2B5EF4-FFF2-40B4-BE49-F238E27FC236}">
                    <ns2:creationId id="{7DD6184C-65AA-DF41-2DA0-B9DB4A1C8B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2" name="グラフィックス 121" descr="拡大鏡 単色塗りつぶし">
                <a:extLst>
                  <a:ext uri="{FF2B5EF4-FFF2-40B4-BE49-F238E27FC236}">
                    <ns2:creationId id="{EBB889D9-8BC3-729B-C374-334FA51B67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03DE5E50-20E1-C2C5-9E1D-182EC6EA4A64}"/>
                </a:ext>
              </a:extLst>
            </p:cNvPr>
            <p:cNvGrpSpPr/>
            <p:nvPr/>
          </p:nvGrpSpPr>
          <p:grpSpPr>
            <a:xfrm>
              <a:off x="7085818" y="4459623"/>
              <a:ext cx="483677" cy="483677"/>
              <a:chOff x="1249437" y="1985492"/>
              <a:chExt cx="483677" cy="483677"/>
            </a:xfrm>
          </p:grpSpPr>
          <p:sp>
            <p:nvSpPr>
              <p:cNvPr id="128" name="楕円 127">
                <a:extLst>
                  <a:ext uri="{FF2B5EF4-FFF2-40B4-BE49-F238E27FC236}">
                    <ns2:creationId id="{131AA201-707A-50E9-ECD1-913FED84B4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9" name="グラフィックス 128" descr="ツール 単色塗りつぶし">
                <a:extLst>
                  <a:ext uri="{FF2B5EF4-FFF2-40B4-BE49-F238E27FC236}">
                    <ns2:creationId id="{69CC8016-3B9C-917E-AFA0-7241B35274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4" name="グループ化 133">
              <a:extLst>
                <a:ext uri="{FF2B5EF4-FFF2-40B4-BE49-F238E27FC236}">
                  <ns2:creationId id="{12A1BC8F-D85B-8116-5B5D-DC759DA69304}"/>
                </a:ext>
              </a:extLst>
            </p:cNvPr>
            <p:cNvGrpSpPr/>
            <p:nvPr/>
          </p:nvGrpSpPr>
          <p:grpSpPr>
            <a:xfrm>
              <a:off x="8902445" y="4459623"/>
              <a:ext cx="483677" cy="483677"/>
              <a:chOff x="1249437" y="1985492"/>
              <a:chExt cx="483677" cy="483677"/>
            </a:xfrm>
          </p:grpSpPr>
          <p:sp>
            <p:nvSpPr>
              <p:cNvPr id="135" name="楕円 134">
                <a:extLst>
                  <a:ext uri="{FF2B5EF4-FFF2-40B4-BE49-F238E27FC236}">
                    <ns2:creationId id="{230DF177-D7A5-FF1A-CEF9-7EC10EC6DB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36" name="グラフィックス 135" descr="チェックマークの付いた盾 単色塗りつぶし">
                <a:extLst>
                  <a:ext uri="{FF2B5EF4-FFF2-40B4-BE49-F238E27FC236}">
                    <ns2:creationId id="{AD3E944B-840B-4F4A-20AC-4A474C0194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66" name="background">
              <a:extLst>
                <a:ext uri="{FF2B5EF4-FFF2-40B4-BE49-F238E27FC236}">
                  <ns2:creationId id="{5983ADC8-7C45-40D9-5764-0966DDDEFCC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7358321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2C319421-03C6-6098-D102-BF343AD9E07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  <a:p>
            <a:r>
              <a:rPr lang="ja-JP" altLang="en-US" sz="1800" dirty="0"/>
              <a:t>XX</a:t>
            </a:r>
          </a:p>
        </p:txBody>
      </p:sp>
    </p:spTree>
    <p:extLst>
      <p:ext uri="{BB962C8B-B14F-4D97-AF65-F5344CB8AC3E}">
        <ns5:creationId val="1011861773"/>
      </p:ext>
    </p:extLst>
  </p:cSld>
  <p:clrMapOvr>
    <a:masterClrMapping/>
  </p:clrMapOvr>
</p:sld>
</file>

<file path=ppt/slides/slide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C31FC7-5D20-1443-2F89-B1AF712EFF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112382F-A88B-FC03-0981-1DE8A47B384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/>
              <a:t>XX</a:t>
            </a:r>
          </a:p>
        </p:txBody>
      </p:sp>
      <p:cxnSp>
        <p:nvCxnSpPr>
          <p:cNvPr id="32" name="直線コネクタ 31">
            <a:extLst>
              <a:ext uri="{FF2B5EF4-FFF2-40B4-BE49-F238E27FC236}">
                <ns2:creationId id="{ABA768A5-BF12-03A7-A2F1-A71AB83BB1CC}"/>
              </a:ext>
            </a:extLst>
          </p:cNvPr>
          <p:cNvCxnSpPr>
            <a:cxnSpLocks/>
          </p:cNvCxnSpPr>
          <p:nvPr/>
        </p:nvCxnSpPr>
        <p:spPr>
          <a:xfrm rot="5400000" flipV="1">
            <a:off x="6097039" y="-260106"/>
            <a:ext cx="0" cy="1152000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グループ化 32">
            <a:extLst>
              <a:ext uri="{FF2B5EF4-FFF2-40B4-BE49-F238E27FC236}">
                <ns2:creationId id="{8FA62BC3-240E-F7E2-5744-C2E31FD08CB7}"/>
              </a:ext>
            </a:extLst>
          </p:cNvPr>
          <p:cNvGrpSpPr/>
          <p:nvPr/>
        </p:nvGrpSpPr>
        <p:grpSpPr>
          <a:xfrm rot="5400000">
            <a:off x="5915517" y="5329425"/>
            <a:ext cx="360000" cy="360000"/>
            <a:chOff x="4491502" y="4552638"/>
            <a:chExt cx="360000" cy="360000"/>
          </a:xfrm>
        </p:grpSpPr>
        <p:sp>
          <p:nvSpPr>
            <p:cNvPr id="34" name="円/楕円 8">
              <a:extLst>
                <a:ext uri="{FF2B5EF4-FFF2-40B4-BE49-F238E27FC236}">
                  <ns2:creationId id="{C0137CD7-7924-824C-21EA-CCF2CA0770DF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520353" y="4588154"/>
              <a:ext cx="288000" cy="288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5" name="グラフィックス 34">
              <a:extLst>
                <a:ext uri="{FF2B5EF4-FFF2-40B4-BE49-F238E27FC236}">
                  <ns2:creationId id="{0DC77D79-009C-E23C-A2C4-66E86124FEB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84C9ED9F-4F5D-54D2-7550-25E1FAF04768}"/>
              </a:ext>
            </a:extLst>
          </p:cNvPr>
          <p:cNvGrpSpPr/>
          <p:nvPr/>
        </p:nvGrpSpPr>
        <p:grpSpPr>
          <a:xfrm>
            <a:off x="6161102" y="1500842"/>
            <a:ext cx="5696611" cy="3754324"/>
            <a:chOff x="6161102" y="1500842"/>
            <a:chExt cx="5696611" cy="3754324"/>
          </a:xfrm>
        </p:grpSpPr>
        <p:grpSp>
          <p:nvGrpSpPr>
            <p:cNvPr id="15" name="グループ化 14">
              <a:extLst>
                <a:ext uri="{FF2B5EF4-FFF2-40B4-BE49-F238E27FC236}">
                  <ns2:creationId id="{2AD3A818-9310-2C2E-B164-153F09C7AF18}"/>
                </a:ext>
              </a:extLst>
            </p:cNvPr>
            <p:cNvGrpSpPr/>
            <p:nvPr/>
          </p:nvGrpSpPr>
          <p:grpSpPr>
            <a:xfrm>
              <a:off x="6169038" y="1500842"/>
              <a:ext cx="5688000" cy="468000"/>
              <a:chOff x="371475" y="1160463"/>
              <a:chExt cx="5635625" cy="828675"/>
            </a:xfrm>
          </p:grpSpPr>
          <p:sp>
            <p:nvSpPr>
              <p:cNvPr id="16" name="テキスト ボックス 10">
                <a:extLst>
                  <a:ext uri="{FF2B5EF4-FFF2-40B4-BE49-F238E27FC236}">
                    <ns2:creationId id="{4EE62859-6F03-5141-8B54-CE13B484990E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7" name="直線コネクタ 11">
                <a:extLst>
                  <a:ext uri="{FF2B5EF4-FFF2-40B4-BE49-F238E27FC236}">
                    <ns2:creationId id="{DF517CED-17AC-474D-4733-DA3A4E9FC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正方形/長方形 62">
              <a:extLst>
                <a:ext uri="{FF2B5EF4-FFF2-40B4-BE49-F238E27FC236}">
                  <ns2:creationId id="{0E4EB421-EE7F-1761-3BB8-C7DC4BAB8DDC}"/>
                </a:ext>
              </a:extLst>
            </p:cNvPr>
            <p:cNvSpPr/>
            <p:nvPr/>
          </p:nvSpPr>
          <p:spPr>
            <a:xfrm>
              <a:off x="6169038" y="2030368"/>
              <a:ext cx="792000" cy="5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62">
              <a:extLst>
                <a:ext uri="{FF2B5EF4-FFF2-40B4-BE49-F238E27FC236}">
                  <ns2:creationId id="{A382E4E4-7078-C753-82B0-047B2A611135}"/>
                </a:ext>
              </a:extLst>
            </p:cNvPr>
            <p:cNvSpPr/>
            <p:nvPr/>
          </p:nvSpPr>
          <p:spPr>
            <a:xfrm>
              <a:off x="6997713" y="2030368"/>
              <a:ext cx="48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楕円 21">
              <a:extLst>
                <a:ext uri="{FF2B5EF4-FFF2-40B4-BE49-F238E27FC236}">
                  <ns2:creationId id="{C6079490-B9B1-2280-316E-DC927886AE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257452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楕円 22">
              <a:extLst>
                <a:ext uri="{FF2B5EF4-FFF2-40B4-BE49-F238E27FC236}">
                  <ns2:creationId id="{5CF6BBC3-A655-7F7D-C511-90B96764F8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11868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8D723D3A-65BA-4224-FEDA-26E8AD49FE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66284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F62C9CA2-8AB6-9EF3-8A8E-AADA5F831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20700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7447FDB0-93C2-46D7-0B10-9015BFEF30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751166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62">
              <a:extLst>
                <a:ext uri="{FF2B5EF4-FFF2-40B4-BE49-F238E27FC236}">
                  <ns2:creationId id="{EA962902-4649-36F2-3302-02E823D0D01D}"/>
                </a:ext>
              </a:extLst>
            </p:cNvPr>
            <p:cNvSpPr/>
            <p:nvPr/>
          </p:nvSpPr>
          <p:spPr>
            <a:xfrm>
              <a:off x="6665102" y="2574528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AAB7E169-84D5-FF56-FAF5-96637C94CA9C}"/>
                </a:ext>
              </a:extLst>
            </p:cNvPr>
            <p:cNvSpPr/>
            <p:nvPr/>
          </p:nvSpPr>
          <p:spPr>
            <a:xfrm>
              <a:off x="6665102" y="3118687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03D77E24-2968-82C8-51AE-0482E1C2F8E0}"/>
                </a:ext>
              </a:extLst>
            </p:cNvPr>
            <p:cNvSpPr/>
            <p:nvPr/>
          </p:nvSpPr>
          <p:spPr>
            <a:xfrm>
              <a:off x="6665102" y="366284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</a:p>
          </p:txBody>
        </p:sp>
        <p:sp>
          <p:nvSpPr>
            <p:cNvPr id="30" name="正方形/長方形 62">
              <a:extLst>
                <a:ext uri="{FF2B5EF4-FFF2-40B4-BE49-F238E27FC236}">
                  <ns2:creationId id="{3DA3F3DC-418E-3114-FF41-C4861579432B}"/>
                </a:ext>
              </a:extLst>
            </p:cNvPr>
            <p:cNvSpPr/>
            <p:nvPr/>
          </p:nvSpPr>
          <p:spPr>
            <a:xfrm>
              <a:off x="6665102" y="420700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62">
              <a:extLst>
                <a:ext uri="{FF2B5EF4-FFF2-40B4-BE49-F238E27FC236}">
                  <ns2:creationId id="{22C8AC1B-2A1A-1936-1603-23E9FC24797B}"/>
                </a:ext>
              </a:extLst>
            </p:cNvPr>
            <p:cNvSpPr/>
            <p:nvPr/>
          </p:nvSpPr>
          <p:spPr>
            <a:xfrm>
              <a:off x="6665102" y="475116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2" name="グラフィックス 91" descr="チェックマークを付けたチェック ボックス 枠線">
              <a:extLst>
                <a:ext uri="{FF2B5EF4-FFF2-40B4-BE49-F238E27FC236}">
                  <ns2:creationId id="{3BCBF6FC-50D3-F96B-7C8A-1908E3BB3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165175" y="1613047"/>
              <a:ext cx="396000" cy="396000"/>
            </a:xfrm>
            <a:prstGeom prst="rect">
              <a:avLst/>
            </a:prstGeom>
          </p:spPr>
        </p:pic>
        <p:pic>
          <p:nvPicPr>
            <p:cNvPr id="94" name="グラフィックス 93" descr="チェックリスト 単色塗りつぶし">
              <a:extLst>
                <a:ext uri="{FF2B5EF4-FFF2-40B4-BE49-F238E27FC236}">
                  <ns2:creationId id="{7437DE08-D7FE-A1B0-7F6F-BE046C2E17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6287102" y="2767210"/>
              <a:ext cx="252000" cy="252000"/>
            </a:xfrm>
            <a:prstGeom prst="rect">
              <a:avLst/>
            </a:prstGeom>
          </p:spPr>
        </p:pic>
        <p:pic>
          <p:nvPicPr>
            <p:cNvPr id="112" name="グラフィックス 111" descr="バツを付けたチェック ボックス 単色塗りつぶし">
              <a:extLst>
                <a:ext uri="{FF2B5EF4-FFF2-40B4-BE49-F238E27FC236}">
                  <ns2:creationId id="{7E3BD860-C369-EDA9-C8F1-9FF46454FD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269102" y="3293370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矢印付きの円 単色塗りつぶし">
              <a:extLst>
                <a:ext uri="{FF2B5EF4-FFF2-40B4-BE49-F238E27FC236}">
                  <ns2:creationId id="{111FBF7F-FB8A-CA7F-8260-33BF6DE01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269102" y="3837530"/>
              <a:ext cx="288000" cy="288000"/>
            </a:xfrm>
            <a:prstGeom prst="rect">
              <a:avLst/>
            </a:prstGeom>
          </p:spPr>
        </p:pic>
        <p:pic>
          <p:nvPicPr>
            <p:cNvPr id="116" name="グラフィックス 115" descr="教室 単色塗りつぶし">
              <a:extLst>
                <a:ext uri="{FF2B5EF4-FFF2-40B4-BE49-F238E27FC236}">
                  <ns2:creationId id="{4090C283-E2B8-91CB-CD99-F625D1146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269101" y="4381690"/>
              <a:ext cx="288000" cy="288000"/>
            </a:xfrm>
            <a:prstGeom prst="rect">
              <a:avLst/>
            </a:prstGeom>
          </p:spPr>
        </p:pic>
        <p:pic>
          <p:nvPicPr>
            <p:cNvPr id="126" name="グラフィックス 125" descr="受信箱: バツ 単色塗りつぶし">
              <a:extLst>
                <a:ext uri="{FF2B5EF4-FFF2-40B4-BE49-F238E27FC236}">
                  <ns2:creationId id="{AF7AB8C2-BCA4-0C81-312E-D998198589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269101" y="4925849"/>
              <a:ext cx="288000" cy="288000"/>
            </a:xfrm>
            <a:prstGeom prst="rect">
              <a:avLst/>
            </a:prstGeom>
          </p:spPr>
        </p:pic>
      </p:grpSp>
      <p:grpSp>
        <p:nvGrpSpPr>
          <p:cNvPr id="20" name="グループ化 19">
            <a:extLst>
              <a:ext uri="{FF2B5EF4-FFF2-40B4-BE49-F238E27FC236}">
                <ns2:creationId id="{D53F0CC1-05AA-D024-BA60-70C199463CB4}"/>
              </a:ext>
            </a:extLst>
          </p:cNvPr>
          <p:cNvGrpSpPr/>
          <p:nvPr/>
        </p:nvGrpSpPr>
        <p:grpSpPr>
          <a:xfrm>
            <a:off x="342900" y="5592722"/>
            <a:ext cx="11507018" cy="720000"/>
            <a:chOff x="342900" y="5592722"/>
            <a:chExt cx="11507018" cy="720000"/>
          </a:xfrm>
        </p:grpSpPr>
        <p:sp>
          <p:nvSpPr>
            <p:cNvPr id="36" name="正方形/長方形 62">
              <a:extLst>
                <a:ext uri="{FF2B5EF4-FFF2-40B4-BE49-F238E27FC236}">
                  <ns2:creationId id="{121024BD-7BD6-A2AC-2C4A-4687FD35EF9A}"/>
                </a:ext>
              </a:extLst>
            </p:cNvPr>
            <p:cNvSpPr/>
            <p:nvPr/>
          </p:nvSpPr>
          <p:spPr>
            <a:xfrm>
              <a:off x="342900" y="5592722"/>
              <a:ext cx="1440000" cy="7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24000" rIns="36000" bIns="36000" rtlCol="0" anchor="ctr"/>
            <a:lstStyle/>
            <a:p>
              <a:pPr algn="ctr"/>
              <a:r>
                <a:rPr lang="ja-JP" altLang="en-US" sz="1600" dirty="0">
                  <a:latin typeface="+mn-ea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テキスト ボックス 18">
              <a:extLst>
                <a:ext uri="{FF2B5EF4-FFF2-40B4-BE49-F238E27FC236}">
                  <ns2:creationId id="{0472569A-D270-4F9E-8E77-7076AD07B89A}"/>
                </a:ext>
              </a:extLst>
            </p:cNvPr>
            <p:cNvSpPr txBox="1"/>
            <p:nvPr/>
          </p:nvSpPr>
          <p:spPr>
            <a:xfrm>
              <a:off x="24205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) 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9" name="直線コネクタ 19">
              <a:extLst>
                <a:ext uri="{FF2B5EF4-FFF2-40B4-BE49-F238E27FC236}">
                  <ns2:creationId id="{DAC16F1E-68F4-92A6-8545-CBD90C21873A}"/>
                </a:ext>
              </a:extLst>
            </p:cNvPr>
            <p:cNvCxnSpPr>
              <a:cxnSpLocks/>
            </p:cNvCxnSpPr>
            <p:nvPr/>
          </p:nvCxnSpPr>
          <p:spPr>
            <a:xfrm>
              <a:off x="23570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テキスト ボックス 18">
              <a:extLst>
                <a:ext uri="{FF2B5EF4-FFF2-40B4-BE49-F238E27FC236}">
                  <ns2:creationId id="{6CAF4F4A-CA01-E772-BF87-576115530B3A}"/>
                </a:ext>
              </a:extLst>
            </p:cNvPr>
            <p:cNvSpPr txBox="1"/>
            <p:nvPr/>
          </p:nvSpPr>
          <p:spPr>
            <a:xfrm>
              <a:off x="75299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r>
                <a:rPr lang="en-US" altLang="ja-JP" sz="1400">
                  <a:latin typeface="+mn-ea"/>
                </a:rPr>
                <a:t>DX</a:t>
              </a:r>
              <a:r>
                <a:rPr lang="ja-JP" altLang="en-US" sz="1400"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endParaRPr kumimoji="1" lang="ja-JP" altLang="en-US" sz="140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41" name="直線コネクタ 19">
              <a:extLst>
                <a:ext uri="{FF2B5EF4-FFF2-40B4-BE49-F238E27FC236}">
                  <ns2:creationId id="{3C450765-2A1B-B064-D088-8E1C7983BCC3}"/>
                </a:ext>
              </a:extLst>
            </p:cNvPr>
            <p:cNvCxnSpPr>
              <a:cxnSpLocks/>
            </p:cNvCxnSpPr>
            <p:nvPr/>
          </p:nvCxnSpPr>
          <p:spPr>
            <a:xfrm>
              <a:off x="74664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0" name="グラフィックス 109" descr="手当て 単色塗りつぶし">
              <a:extLst>
                <a:ext uri="{FF2B5EF4-FFF2-40B4-BE49-F238E27FC236}">
                  <ns2:creationId id="{645AA946-4567-0F80-DBFD-92488C21A0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915975" y="5700722"/>
              <a:ext cx="504000" cy="504000"/>
            </a:xfrm>
            <a:prstGeom prst="rect">
              <a:avLst/>
            </a:prstGeom>
          </p:spPr>
        </p:pic>
        <p:pic>
          <p:nvPicPr>
            <p:cNvPr id="124" name="グラフィックス 123" descr="ホールド ジェスチャ 単色塗りつぶし">
              <a:extLst>
                <a:ext uri="{FF2B5EF4-FFF2-40B4-BE49-F238E27FC236}">
                  <ns2:creationId id="{EC25A926-940C-4B61-B2AA-A439AE0E2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823149" y="5700722"/>
              <a:ext cx="504000" cy="504000"/>
            </a:xfrm>
            <a:prstGeom prst="rect">
              <a:avLst/>
            </a:prstGeom>
          </p:spPr>
        </p:pic>
        <p:pic>
          <p:nvPicPr>
            <p:cNvPr id="134" name="グラフィックス 133" descr="評価 単色塗りつぶし">
              <a:extLst>
                <a:ext uri="{FF2B5EF4-FFF2-40B4-BE49-F238E27FC236}">
                  <ns2:creationId id="{6704F00E-C99E-E769-C166-1178D19091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57940" y="5611010"/>
              <a:ext cx="396000" cy="396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C908A521-4AB4-5064-11E5-7324893AE92B}"/>
              </a:ext>
            </a:extLst>
          </p:cNvPr>
          <p:cNvGrpSpPr/>
          <p:nvPr/>
        </p:nvGrpSpPr>
        <p:grpSpPr>
          <a:xfrm>
            <a:off x="336550" y="1500842"/>
            <a:ext cx="5694350" cy="3754324"/>
            <a:chOff x="336550" y="1500842"/>
            <a:chExt cx="5694350" cy="3754324"/>
          </a:xfrm>
        </p:grpSpPr>
        <p:sp>
          <p:nvSpPr>
            <p:cNvPr id="6" name="正方形/長方形 62">
              <a:extLst>
                <a:ext uri="{FF2B5EF4-FFF2-40B4-BE49-F238E27FC236}">
                  <ns2:creationId id="{B7E43157-6791-9364-C845-1A317AFA7CFA}"/>
                </a:ext>
              </a:extLst>
            </p:cNvPr>
            <p:cNvSpPr/>
            <p:nvPr/>
          </p:nvSpPr>
          <p:spPr>
            <a:xfrm>
              <a:off x="336550" y="2030368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7A247EF7-BAC8-ADB4-DAE0-B6D6F8371DB7}"/>
                </a:ext>
              </a:extLst>
            </p:cNvPr>
            <p:cNvGrpSpPr/>
            <p:nvPr/>
          </p:nvGrpSpPr>
          <p:grpSpPr>
            <a:xfrm>
              <a:off x="342900" y="1500842"/>
              <a:ext cx="5688000" cy="468000"/>
              <a:chOff x="371475" y="1160463"/>
              <a:chExt cx="5635625" cy="828675"/>
            </a:xfrm>
          </p:grpSpPr>
          <p:sp>
            <p:nvSpPr>
              <p:cNvPr id="9" name="テキスト ボックス 10">
                <a:extLst>
                  <a:ext uri="{FF2B5EF4-FFF2-40B4-BE49-F238E27FC236}">
                    <ns2:creationId id="{1887BDFA-B0EF-7478-AFF0-3B3CB195BD1C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0" name="直線コネクタ 11">
                <a:extLst>
                  <a:ext uri="{FF2B5EF4-FFF2-40B4-BE49-F238E27FC236}">
                    <ns2:creationId id="{3BD86404-1AD0-D46A-8DAC-C7EEC75FC3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62">
              <a:extLst>
                <a:ext uri="{FF2B5EF4-FFF2-40B4-BE49-F238E27FC236}">
                  <ns2:creationId id="{776B9D71-3E9A-B477-8B1B-269279EF7CD6}"/>
                </a:ext>
              </a:extLst>
            </p:cNvPr>
            <p:cNvSpPr/>
            <p:nvPr/>
          </p:nvSpPr>
          <p:spPr>
            <a:xfrm>
              <a:off x="336550" y="2683567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62">
              <a:extLst>
                <a:ext uri="{FF2B5EF4-FFF2-40B4-BE49-F238E27FC236}">
                  <ns2:creationId id="{7EB6C11A-7B00-4DCB-A432-1341A0C60D34}"/>
                </a:ext>
              </a:extLst>
            </p:cNvPr>
            <p:cNvSpPr/>
            <p:nvPr/>
          </p:nvSpPr>
          <p:spPr>
            <a:xfrm>
              <a:off x="336550" y="3989965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62">
              <a:extLst>
                <a:ext uri="{FF2B5EF4-FFF2-40B4-BE49-F238E27FC236}">
                  <ns2:creationId id="{A7EB1ABF-C460-6117-3B0B-B727BA4F7B19}"/>
                </a:ext>
              </a:extLst>
            </p:cNvPr>
            <p:cNvSpPr/>
            <p:nvPr/>
          </p:nvSpPr>
          <p:spPr>
            <a:xfrm>
              <a:off x="336550" y="46431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64C5EA46-236D-120F-EEDB-C94318D7DEE2}"/>
                </a:ext>
              </a:extLst>
            </p:cNvPr>
            <p:cNvSpPr/>
            <p:nvPr/>
          </p:nvSpPr>
          <p:spPr>
            <a:xfrm>
              <a:off x="336550" y="33367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二等辺三角形 41">
              <a:extLst>
                <a:ext uri="{FF2B5EF4-FFF2-40B4-BE49-F238E27FC236}">
                  <ns2:creationId id="{01193C00-10F4-2FEF-02A8-B5E6592A3F8F}"/>
                </a:ext>
              </a:extLst>
            </p:cNvPr>
            <p:cNvSpPr/>
            <p:nvPr/>
          </p:nvSpPr>
          <p:spPr>
            <a:xfrm rot="5400000">
              <a:off x="264550" y="2102368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二等辺三角形 42">
              <a:extLst>
                <a:ext uri="{FF2B5EF4-FFF2-40B4-BE49-F238E27FC236}">
                  <ns2:creationId id="{1784CEF9-A47C-41CB-8774-DB9BE495FFEF}"/>
                </a:ext>
              </a:extLst>
            </p:cNvPr>
            <p:cNvSpPr/>
            <p:nvPr/>
          </p:nvSpPr>
          <p:spPr>
            <a:xfrm rot="5400000">
              <a:off x="264550" y="2755567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二等辺三角形 43">
              <a:extLst>
                <a:ext uri="{FF2B5EF4-FFF2-40B4-BE49-F238E27FC236}">
                  <ns2:creationId id="{7BE0DEC5-DB4B-E72F-45CF-0A804D37779C}"/>
                </a:ext>
              </a:extLst>
            </p:cNvPr>
            <p:cNvSpPr/>
            <p:nvPr/>
          </p:nvSpPr>
          <p:spPr>
            <a:xfrm rot="5400000">
              <a:off x="264551" y="34087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二等辺三角形 44">
              <a:extLst>
                <a:ext uri="{FF2B5EF4-FFF2-40B4-BE49-F238E27FC236}">
                  <ns2:creationId id="{66B9DC8E-3EB8-FBBF-2BB5-ED1863FDBE5E}"/>
                </a:ext>
              </a:extLst>
            </p:cNvPr>
            <p:cNvSpPr/>
            <p:nvPr/>
          </p:nvSpPr>
          <p:spPr>
            <a:xfrm rot="5400000">
              <a:off x="264551" y="4061965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二等辺三角形 45">
              <a:extLst>
                <a:ext uri="{FF2B5EF4-FFF2-40B4-BE49-F238E27FC236}">
                  <ns2:creationId id="{61BA1F73-4CB2-D997-D0E8-62479B1DA588}"/>
                </a:ext>
              </a:extLst>
            </p:cNvPr>
            <p:cNvSpPr/>
            <p:nvPr/>
          </p:nvSpPr>
          <p:spPr>
            <a:xfrm rot="5400000">
              <a:off x="264551" y="47151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0" name="グラフィックス 79" descr="ブロックチェーン 単色塗りつぶし">
              <a:extLst>
                <a:ext uri="{FF2B5EF4-FFF2-40B4-BE49-F238E27FC236}">
                  <ns2:creationId id="{FA4C3F22-65EB-3734-1932-CE9782A861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42900" y="2192368"/>
              <a:ext cx="288000" cy="288000"/>
            </a:xfrm>
            <a:prstGeom prst="rect">
              <a:avLst/>
            </a:prstGeom>
          </p:spPr>
        </p:pic>
        <p:pic>
          <p:nvPicPr>
            <p:cNvPr id="84" name="グラフィックス 83" descr="インフルエンサー 単色塗りつぶし">
              <a:extLst>
                <a:ext uri="{FF2B5EF4-FFF2-40B4-BE49-F238E27FC236}">
                  <ns2:creationId id="{41E10F3C-C605-392B-C8D8-FCA6628A88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42900" y="2845567"/>
              <a:ext cx="288000" cy="288000"/>
            </a:xfrm>
            <a:prstGeom prst="rect">
              <a:avLst/>
            </a:prstGeom>
          </p:spPr>
        </p:pic>
        <p:pic>
          <p:nvPicPr>
            <p:cNvPr id="88" name="グラフィックス 87" descr="チャット 枠線">
              <a:extLst>
                <a:ext uri="{FF2B5EF4-FFF2-40B4-BE49-F238E27FC236}">
                  <ns2:creationId id="{D291B972-4758-C6D3-DC99-95E74B4FB4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2234101" y="1613047"/>
              <a:ext cx="396000" cy="396000"/>
            </a:xfrm>
            <a:prstGeom prst="rect">
              <a:avLst/>
            </a:prstGeom>
          </p:spPr>
        </p:pic>
        <p:pic>
          <p:nvPicPr>
            <p:cNvPr id="120" name="グラフィックス 119" descr="完了 単色塗りつぶし">
              <a:extLst>
                <a:ext uri="{FF2B5EF4-FFF2-40B4-BE49-F238E27FC236}">
                  <ns2:creationId id="{BB23F97E-7435-CADB-C640-9E5872A140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36550" y="3498766"/>
              <a:ext cx="288000" cy="288000"/>
            </a:xfrm>
            <a:prstGeom prst="rect">
              <a:avLst/>
            </a:prstGeom>
          </p:spPr>
        </p:pic>
        <p:pic>
          <p:nvPicPr>
            <p:cNvPr id="140" name="グラフィックス 139" descr="ワークフロー 単色塗りつぶし">
              <a:extLst>
                <a:ext uri="{FF2B5EF4-FFF2-40B4-BE49-F238E27FC236}">
                  <ns2:creationId id="{DAEAAAD2-48C2-9333-9E31-20D68990E0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336550" y="4151964"/>
              <a:ext cx="288000" cy="288000"/>
            </a:xfrm>
            <a:prstGeom prst="rect">
              <a:avLst/>
            </a:prstGeom>
          </p:spPr>
        </p:pic>
        <p:pic>
          <p:nvPicPr>
            <p:cNvPr id="142" name="グラフィックス 141" descr="握手 単色塗りつぶし">
              <a:extLst>
                <a:ext uri="{FF2B5EF4-FFF2-40B4-BE49-F238E27FC236}">
                  <ns2:creationId id="{60F97C3E-04A3-A15E-96D0-4BC3739B0B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336550" y="480516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359125020"/>
      </p:ext>
    </p:extLst>
  </p:cSld>
  <p:clrMapOvr>
    <a:masterClrMapping/>
  </p:clrMapOvr>
</p:sld>
</file>

<file path=ppt/slides/slide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FF9C28-BC31-F9C4-FC18-42F943C951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タイトル 1">
            <a:extLst>
              <a:ext uri="{FF2B5EF4-FFF2-40B4-BE49-F238E27FC236}">
                <ns2:creationId id="{CCD3F3F9-DED5-EDE6-8653-F823E771923D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en-US" altLang="ja-JP" sz="2400" dirty="0">
                <a:cs typeface="Cascadia Code ExtraLight" panose="020B0609020000020004" pitchFamily="49" charset="0"/>
              </a:rPr>
              <a:t>XX</a:t>
            </a:r>
            <a:r>
              <a:rPr lang="ja-JP" altLang="en-US" sz="2400" dirty="0">
                <a:cs typeface="Cascadia Code ExtraLight" panose="020B0609020000020004" pitchFamily="49" charset="0"/>
              </a:rPr>
              <a:t>XX</a:t>
            </a:r>
            <a:endParaRPr lang="en-US" altLang="ja-JP" sz="2400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 </a:t>
            </a:r>
            <a:r>
              <a:rPr lang="en-US" altLang="ja-JP" dirty="0">
                <a:cs typeface="Cascadia Code ExtraLight" panose="020B0609020000020004" pitchFamily="49" charset="0"/>
              </a:rPr>
              <a:t>XX</a:t>
            </a:r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sp>
        <p:nvSpPr>
          <p:cNvPr id="14" name="正方形/長方形 5">
            <a:extLst>
              <a:ext uri="{FF2B5EF4-FFF2-40B4-BE49-F238E27FC236}">
                <ns2:creationId id="{03EECD1E-DE33-8A61-CDED-37F5E4A961FF}"/>
              </a:ext>
            </a:extLst>
          </p:cNvPr>
          <p:cNvSpPr/>
          <p:nvPr/>
        </p:nvSpPr>
        <p:spPr>
          <a:xfrm>
            <a:off x="334963" y="1000078"/>
            <a:ext cx="11516754" cy="36000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algn="ctr"/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7B5A6A71-9DE3-7471-499C-127AE5FF8A8D}"/>
              </a:ext>
            </a:extLst>
          </p:cNvPr>
          <p:cNvGrpSpPr/>
          <p:nvPr/>
        </p:nvGrpSpPr>
        <p:grpSpPr>
          <a:xfrm>
            <a:off x="334963" y="1383859"/>
            <a:ext cx="11516754" cy="1677069"/>
            <a:chOff x="334963" y="1383859"/>
            <a:chExt cx="11516754" cy="1677069"/>
          </a:xfrm>
        </p:grpSpPr>
        <p:sp>
          <p:nvSpPr>
            <p:cNvPr id="37" name="正方形/長方形 22">
              <a:extLst>
                <a:ext uri="{FF2B5EF4-FFF2-40B4-BE49-F238E27FC236}">
                  <ns2:creationId id="{5C3FF795-8FD9-CE1C-0728-4D628744DD90}"/>
                </a:ext>
              </a:extLst>
            </p:cNvPr>
            <p:cNvSpPr/>
            <p:nvPr/>
          </p:nvSpPr>
          <p:spPr>
            <a:xfrm>
              <a:off x="4653809" y="1620928"/>
              <a:ext cx="28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BE04999-F964-CB39-AD7B-EAF9256B0187}"/>
                </a:ext>
              </a:extLst>
            </p:cNvPr>
            <p:cNvSpPr/>
            <p:nvPr/>
          </p:nvSpPr>
          <p:spPr>
            <a:xfrm>
              <a:off x="2494386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25" name="正方形/長方形 22">
              <a:extLst>
                <a:ext uri="{FF2B5EF4-FFF2-40B4-BE49-F238E27FC236}">
                  <ns2:creationId id="{1DF8E483-A626-67C2-A1BD-98323512BC2D}"/>
                </a:ext>
              </a:extLst>
            </p:cNvPr>
            <p:cNvSpPr/>
            <p:nvPr/>
          </p:nvSpPr>
          <p:spPr>
            <a:xfrm>
              <a:off x="334963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64462288-448E-2983-93B9-9D4FF58906D1}"/>
                </a:ext>
              </a:extLst>
            </p:cNvPr>
            <p:cNvSpPr/>
            <p:nvPr/>
          </p:nvSpPr>
          <p:spPr>
            <a:xfrm>
              <a:off x="7713232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23BA3F09-3EDE-BA41-CC1E-DE35048B54DD}"/>
                </a:ext>
              </a:extLst>
            </p:cNvPr>
            <p:cNvSpPr/>
            <p:nvPr/>
          </p:nvSpPr>
          <p:spPr>
            <a:xfrm>
              <a:off x="9871717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～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105" name="円/楕円 34">
              <a:extLst>
                <a:ext uri="{FF2B5EF4-FFF2-40B4-BE49-F238E27FC236}">
                  <ns2:creationId id="{64E7AE01-C205-C7D3-2AC0-9D7CD011B5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4963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円/楕円 34">
              <a:extLst>
                <a:ext uri="{FF2B5EF4-FFF2-40B4-BE49-F238E27FC236}">
                  <ns2:creationId id="{C80352FF-6030-9B0C-D4E6-B3CE508A5D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0438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円/楕円 34">
              <a:extLst>
                <a:ext uri="{FF2B5EF4-FFF2-40B4-BE49-F238E27FC236}">
                  <ns2:creationId id="{93B0B721-10E2-D98A-6637-0FFA965659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13809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円/楕円 34">
              <a:extLst>
                <a:ext uri="{FF2B5EF4-FFF2-40B4-BE49-F238E27FC236}">
                  <ns2:creationId id="{101102AD-E719-1C9C-3876-039ADF6618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23232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円/楕円 34">
              <a:extLst>
                <a:ext uri="{FF2B5EF4-FFF2-40B4-BE49-F238E27FC236}">
                  <ns2:creationId id="{96B5EE44-1340-97A2-D2E0-717621A9DE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8171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74" name="グループ化 173">
            <a:extLst>
              <a:ext uri="{FF2B5EF4-FFF2-40B4-BE49-F238E27FC236}">
                <ns2:creationId id="{A42184C8-70F2-7F2F-5C4F-4E1797B6FF0D}"/>
              </a:ext>
            </a:extLst>
          </p:cNvPr>
          <p:cNvGrpSpPr/>
          <p:nvPr/>
        </p:nvGrpSpPr>
        <p:grpSpPr>
          <a:xfrm>
            <a:off x="346251" y="3073303"/>
            <a:ext cx="11505467" cy="3237678"/>
            <a:chOff x="346251" y="3073303"/>
            <a:chExt cx="11505467" cy="3237678"/>
          </a:xfrm>
        </p:grpSpPr>
        <p:sp>
          <p:nvSpPr>
            <p:cNvPr id="43" name="正方形/長方形 217">
              <a:extLst>
                <a:ext uri="{FF2B5EF4-FFF2-40B4-BE49-F238E27FC236}">
                  <ns2:creationId id="{24DD8302-7EAE-6AD0-7B41-8149E0C72B23}"/>
                </a:ext>
              </a:extLst>
            </p:cNvPr>
            <p:cNvSpPr/>
            <p:nvPr/>
          </p:nvSpPr>
          <p:spPr>
            <a:xfrm>
              <a:off x="346252" y="3470799"/>
              <a:ext cx="900000" cy="10429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4" name="正方形/長方形 217">
              <a:extLst>
                <a:ext uri="{FF2B5EF4-FFF2-40B4-BE49-F238E27FC236}">
                  <ns2:creationId id="{D4317D19-A9CB-0422-CF3F-B5BC886EBC05}"/>
                </a:ext>
              </a:extLst>
            </p:cNvPr>
            <p:cNvSpPr/>
            <p:nvPr/>
          </p:nvSpPr>
          <p:spPr>
            <a:xfrm>
              <a:off x="346251" y="4549161"/>
              <a:ext cx="900000" cy="104290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6" name="正方形/長方形 217">
              <a:extLst>
                <a:ext uri="{FF2B5EF4-FFF2-40B4-BE49-F238E27FC236}">
                  <ns2:creationId id="{BD4A704E-32B7-7BA6-DC8C-8277D3114C8C}"/>
                </a:ext>
              </a:extLst>
            </p:cNvPr>
            <p:cNvSpPr/>
            <p:nvPr/>
          </p:nvSpPr>
          <p:spPr>
            <a:xfrm>
              <a:off x="346251" y="5627523"/>
              <a:ext cx="900000" cy="68345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47" name="正方形/長方形 21">
              <a:extLst>
                <a:ext uri="{FF2B5EF4-FFF2-40B4-BE49-F238E27FC236}">
                  <ns2:creationId id="{CAFFE0BB-7128-7761-4788-C730BB6C04C3}"/>
                </a:ext>
              </a:extLst>
            </p:cNvPr>
            <p:cNvSpPr/>
            <p:nvPr/>
          </p:nvSpPr>
          <p:spPr>
            <a:xfrm>
              <a:off x="1314618" y="3470799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9" name="正方形/長方形 21">
              <a:extLst>
                <a:ext uri="{FF2B5EF4-FFF2-40B4-BE49-F238E27FC236}">
                  <ns2:creationId id="{2C25616B-BD11-B4D8-0BCF-C2688A0A65A4}"/>
                </a:ext>
              </a:extLst>
            </p:cNvPr>
            <p:cNvSpPr/>
            <p:nvPr/>
          </p:nvSpPr>
          <p:spPr>
            <a:xfrm>
              <a:off x="1314618" y="3830253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0" name="正方形/長方形 21">
              <a:extLst>
                <a:ext uri="{FF2B5EF4-FFF2-40B4-BE49-F238E27FC236}">
                  <ns2:creationId id="{F68649BE-E4F4-1170-7EC8-DFC5B8D14370}"/>
                </a:ext>
              </a:extLst>
            </p:cNvPr>
            <p:cNvSpPr/>
            <p:nvPr/>
          </p:nvSpPr>
          <p:spPr>
            <a:xfrm>
              <a:off x="1314618" y="4189707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1" name="正方形/長方形 21">
              <a:extLst>
                <a:ext uri="{FF2B5EF4-FFF2-40B4-BE49-F238E27FC236}">
                  <ns2:creationId id="{CB23F044-A441-FEAF-1903-16FDEF46E5DD}"/>
                </a:ext>
              </a:extLst>
            </p:cNvPr>
            <p:cNvSpPr/>
            <p:nvPr/>
          </p:nvSpPr>
          <p:spPr>
            <a:xfrm>
              <a:off x="1314618" y="454916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614B811A-8E68-D0CA-6C90-B962ABECB554}"/>
                </a:ext>
              </a:extLst>
            </p:cNvPr>
            <p:cNvSpPr/>
            <p:nvPr/>
          </p:nvSpPr>
          <p:spPr>
            <a:xfrm>
              <a:off x="1314618" y="4908615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1EC12250-A9D2-C147-C2D5-506A1862D19B}"/>
                </a:ext>
              </a:extLst>
            </p:cNvPr>
            <p:cNvSpPr/>
            <p:nvPr/>
          </p:nvSpPr>
          <p:spPr>
            <a:xfrm>
              <a:off x="1314618" y="5268069"/>
              <a:ext cx="360000" cy="3239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6" name="正方形/長方形 21">
              <a:extLst>
                <a:ext uri="{FF2B5EF4-FFF2-40B4-BE49-F238E27FC236}">
                  <ns2:creationId id="{39D6E344-3CF7-6E1D-D33D-7CA91664FC9F}"/>
                </a:ext>
              </a:extLst>
            </p:cNvPr>
            <p:cNvSpPr/>
            <p:nvPr/>
          </p:nvSpPr>
          <p:spPr>
            <a:xfrm>
              <a:off x="1314618" y="5627522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7" name="正方形/長方形 21">
              <a:extLst>
                <a:ext uri="{FF2B5EF4-FFF2-40B4-BE49-F238E27FC236}">
                  <ns2:creationId id="{36DB83ED-0244-48B5-B129-7E9B5900B0F8}"/>
                </a:ext>
              </a:extLst>
            </p:cNvPr>
            <p:cNvSpPr/>
            <p:nvPr/>
          </p:nvSpPr>
          <p:spPr>
            <a:xfrm>
              <a:off x="1314618" y="598698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cxnSp>
          <p:nvCxnSpPr>
            <p:cNvPr id="124" name="直線コネクタ 102">
              <a:extLst>
                <a:ext uri="{FF2B5EF4-FFF2-40B4-BE49-F238E27FC236}">
                  <ns2:creationId id="{6C1C47B1-101F-299A-8496-5B8FEFC7BC4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3812526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9" name="直線コネクタ 102">
              <a:extLst>
                <a:ext uri="{FF2B5EF4-FFF2-40B4-BE49-F238E27FC236}">
                  <ns2:creationId id="{797077B3-7DD2-29BC-73AC-F32D220BA2B3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171980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3" name="直線コネクタ 102">
              <a:extLst>
                <a:ext uri="{FF2B5EF4-FFF2-40B4-BE49-F238E27FC236}">
                  <ns2:creationId id="{F6238563-831B-DF94-899F-03CA7099370C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531434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7" name="直線コネクタ 102">
              <a:extLst>
                <a:ext uri="{FF2B5EF4-FFF2-40B4-BE49-F238E27FC236}">
                  <ns2:creationId id="{8B4B2410-7578-8756-C530-686B67BDCB0F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890888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1" name="直線コネクタ 102">
              <a:extLst>
                <a:ext uri="{FF2B5EF4-FFF2-40B4-BE49-F238E27FC236}">
                  <ns2:creationId id="{90789464-C982-DAC7-34C7-172D58E2FE1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250342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5" name="直線コネクタ 102">
              <a:extLst>
                <a:ext uri="{FF2B5EF4-FFF2-40B4-BE49-F238E27FC236}">
                  <ns2:creationId id="{C73EF4F4-2265-128E-FD71-EF13924B05EE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609795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9" name="直線コネクタ 102">
              <a:extLst>
                <a:ext uri="{FF2B5EF4-FFF2-40B4-BE49-F238E27FC236}">
                  <ns2:creationId id="{ACCFDE9A-775F-4FBA-C0F6-B594ABF1D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969249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82" name="正方形/長方形 22">
              <a:extLst>
                <a:ext uri="{FF2B5EF4-FFF2-40B4-BE49-F238E27FC236}">
                  <ns2:creationId id="{39A9B143-3B8F-A0F0-B4B8-27829B003A9E}"/>
                </a:ext>
              </a:extLst>
            </p:cNvPr>
            <p:cNvSpPr/>
            <p:nvPr/>
          </p:nvSpPr>
          <p:spPr>
            <a:xfrm>
              <a:off x="6131350" y="347079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3" name="正方形/長方形 22">
              <a:extLst>
                <a:ext uri="{FF2B5EF4-FFF2-40B4-BE49-F238E27FC236}">
                  <ns2:creationId id="{B79A3094-45A5-C5CC-343B-C5460DE578E2}"/>
                </a:ext>
              </a:extLst>
            </p:cNvPr>
            <p:cNvSpPr/>
            <p:nvPr/>
          </p:nvSpPr>
          <p:spPr>
            <a:xfrm>
              <a:off x="6131350" y="383025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4" name="正方形/長方形 22">
              <a:extLst>
                <a:ext uri="{FF2B5EF4-FFF2-40B4-BE49-F238E27FC236}">
                  <ns2:creationId id="{4FC3B6AF-C65C-03E2-A1CE-63F13D2D08E1}"/>
                </a:ext>
              </a:extLst>
            </p:cNvPr>
            <p:cNvSpPr/>
            <p:nvPr/>
          </p:nvSpPr>
          <p:spPr>
            <a:xfrm>
              <a:off x="6131350" y="4189707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5" name="正方形/長方形 22">
              <a:extLst>
                <a:ext uri="{FF2B5EF4-FFF2-40B4-BE49-F238E27FC236}">
                  <ns2:creationId id="{1C21B46E-8FC8-2AF4-4118-ED28298C921B}"/>
                </a:ext>
              </a:extLst>
            </p:cNvPr>
            <p:cNvSpPr/>
            <p:nvPr/>
          </p:nvSpPr>
          <p:spPr>
            <a:xfrm>
              <a:off x="6131350" y="454916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6" name="正方形/長方形 22">
              <a:extLst>
                <a:ext uri="{FF2B5EF4-FFF2-40B4-BE49-F238E27FC236}">
                  <ns2:creationId id="{D56234C0-A6E4-5EE6-E99B-256C7789C99E}"/>
                </a:ext>
              </a:extLst>
            </p:cNvPr>
            <p:cNvSpPr/>
            <p:nvPr/>
          </p:nvSpPr>
          <p:spPr>
            <a:xfrm>
              <a:off x="6131350" y="4908615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7" name="正方形/長方形 22">
              <a:extLst>
                <a:ext uri="{FF2B5EF4-FFF2-40B4-BE49-F238E27FC236}">
                  <ns2:creationId id="{3B24CCE8-6427-36F3-91B1-ED319D01302E}"/>
                </a:ext>
              </a:extLst>
            </p:cNvPr>
            <p:cNvSpPr/>
            <p:nvPr/>
          </p:nvSpPr>
          <p:spPr>
            <a:xfrm>
              <a:off x="6131350" y="526806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8" name="正方形/長方形 22">
              <a:extLst>
                <a:ext uri="{FF2B5EF4-FFF2-40B4-BE49-F238E27FC236}">
                  <ns2:creationId id="{34EF2C51-3955-5A0F-3517-C960AE68416F}"/>
                </a:ext>
              </a:extLst>
            </p:cNvPr>
            <p:cNvSpPr/>
            <p:nvPr/>
          </p:nvSpPr>
          <p:spPr>
            <a:xfrm>
              <a:off x="6131350" y="562752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59052F87-B7AE-D5DD-FA7E-A3638EDEF3A6}"/>
                </a:ext>
              </a:extLst>
            </p:cNvPr>
            <p:cNvSpPr/>
            <p:nvPr/>
          </p:nvSpPr>
          <p:spPr>
            <a:xfrm>
              <a:off x="6131350" y="598698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2" name="直線コネクタ 121">
              <a:extLst>
                <a:ext uri="{FF2B5EF4-FFF2-40B4-BE49-F238E27FC236}">
                  <ns2:creationId id="{FBBC189D-745A-3E48-C7EE-498520E91D66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3812526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7" name="直線コネクタ 126">
              <a:extLst>
                <a:ext uri="{FF2B5EF4-FFF2-40B4-BE49-F238E27FC236}">
                  <ns2:creationId id="{6DC29516-857F-A6A2-3AE4-AE553AC4E638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171980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1" name="直線コネクタ 130">
              <a:extLst>
                <a:ext uri="{FF2B5EF4-FFF2-40B4-BE49-F238E27FC236}">
                  <ns2:creationId id="{EA0489DF-AA92-26CF-4429-7266A5D287A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531434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5" name="直線コネクタ 134">
              <a:extLst>
                <a:ext uri="{FF2B5EF4-FFF2-40B4-BE49-F238E27FC236}">
                  <ns2:creationId id="{BD414BB9-24E4-B1AF-8DD9-E9D33835A87E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890888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9" name="直線コネクタ 138">
              <a:extLst>
                <a:ext uri="{FF2B5EF4-FFF2-40B4-BE49-F238E27FC236}">
                  <ns2:creationId id="{6B4154DB-8C9E-B0EC-63ED-E0B1C6F07E2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250342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3" name="直線コネクタ 142">
              <a:extLst>
                <a:ext uri="{FF2B5EF4-FFF2-40B4-BE49-F238E27FC236}">
                  <ns2:creationId id="{50E0CBF3-3844-3F4E-E89C-9E7683CD1133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609795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7" name="直線コネクタ 146">
              <a:extLst>
                <a:ext uri="{FF2B5EF4-FFF2-40B4-BE49-F238E27FC236}">
                  <ns2:creationId id="{7E670464-A833-035B-E6FA-27B0A1463575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969249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grpSp>
          <p:nvGrpSpPr>
            <p:cNvPr id="156" name="グループ化 155">
              <a:extLst>
                <a:ext uri="{FF2B5EF4-FFF2-40B4-BE49-F238E27FC236}">
                  <ns2:creationId id="{F8189495-5DD0-7BE5-6381-ED55121BB91F}"/>
                </a:ext>
              </a:extLst>
            </p:cNvPr>
            <p:cNvGrpSpPr/>
            <p:nvPr/>
          </p:nvGrpSpPr>
          <p:grpSpPr>
            <a:xfrm>
              <a:off x="6131350" y="3073303"/>
              <a:ext cx="4320000" cy="362042"/>
              <a:chOff x="6230351" y="3073303"/>
              <a:chExt cx="4500000" cy="362042"/>
            </a:xfrm>
          </p:grpSpPr>
          <p:sp>
            <p:nvSpPr>
              <p:cNvPr id="102" name="テキスト ボックス 6">
                <a:extLst>
                  <a:ext uri="{FF2B5EF4-FFF2-40B4-BE49-F238E27FC236}">
                    <ns2:creationId id="{3A1C046A-7105-2011-8080-3FCCD30628E9}"/>
                  </a:ext>
                </a:extLst>
              </p:cNvPr>
              <p:cNvSpPr txBox="1"/>
              <p:nvPr/>
            </p:nvSpPr>
            <p:spPr>
              <a:xfrm>
                <a:off x="6230351" y="3073303"/>
                <a:ext cx="4500000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103" name="直線コネクタ 102">
                <a:extLst>
                  <a:ext uri="{FF2B5EF4-FFF2-40B4-BE49-F238E27FC236}">
                    <ns2:creationId id="{D469DE6D-BBFB-FB02-D209-0B5049D86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30351" y="3435345"/>
                <a:ext cx="450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53" name="グラフィックス 152" descr="建物 単色塗りつぶし">
                <a:extLst>
                  <a:ext uri="{FF2B5EF4-FFF2-40B4-BE49-F238E27FC236}">
                    <ns2:creationId id="{C8A07425-4AD6-B5F5-44ED-7A423044D7E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561030" y="3073303"/>
                <a:ext cx="375000" cy="360000"/>
              </a:xfrm>
              <a:prstGeom prst="rect">
                <a:avLst/>
              </a:prstGeom>
            </p:spPr>
          </p:pic>
        </p:grpSp>
        <p:sp>
          <p:nvSpPr>
            <p:cNvPr id="60" name="正方形/長方形 22">
              <a:extLst>
                <a:ext uri="{FF2B5EF4-FFF2-40B4-BE49-F238E27FC236}">
                  <ns2:creationId id="{8D73321A-6532-2B43-2646-4CCC0A851AE5}"/>
                </a:ext>
              </a:extLst>
            </p:cNvPr>
            <p:cNvSpPr/>
            <p:nvPr/>
          </p:nvSpPr>
          <p:spPr>
            <a:xfrm>
              <a:off x="1742985" y="347079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B730512C-EFE7-52C9-E6A8-3C7D3608C342}"/>
                </a:ext>
              </a:extLst>
            </p:cNvPr>
            <p:cNvSpPr/>
            <p:nvPr/>
          </p:nvSpPr>
          <p:spPr>
            <a:xfrm>
              <a:off x="1742985" y="383025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5FF7F5C2-CC51-3120-B7BD-81FA1B25420B}"/>
                </a:ext>
              </a:extLst>
            </p:cNvPr>
            <p:cNvSpPr/>
            <p:nvPr/>
          </p:nvSpPr>
          <p:spPr>
            <a:xfrm>
              <a:off x="1742985" y="4189707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C2C41149-C5BF-6078-D572-C4C961928FFA}"/>
                </a:ext>
              </a:extLst>
            </p:cNvPr>
            <p:cNvSpPr/>
            <p:nvPr/>
          </p:nvSpPr>
          <p:spPr>
            <a:xfrm>
              <a:off x="1742985" y="454916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995DF20A-7C8E-E2FA-9ABA-8A1E1A07E670}"/>
                </a:ext>
              </a:extLst>
            </p:cNvPr>
            <p:cNvSpPr/>
            <p:nvPr/>
          </p:nvSpPr>
          <p:spPr>
            <a:xfrm>
              <a:off x="1742985" y="4908615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200BC991-A23E-6BE6-E26A-7E49A08E2AED}"/>
                </a:ext>
              </a:extLst>
            </p:cNvPr>
            <p:cNvSpPr/>
            <p:nvPr/>
          </p:nvSpPr>
          <p:spPr>
            <a:xfrm>
              <a:off x="1742985" y="526806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FC6BC482-2EA5-B9BC-5EDD-FD05CA71F4D2}"/>
                </a:ext>
              </a:extLst>
            </p:cNvPr>
            <p:cNvSpPr/>
            <p:nvPr/>
          </p:nvSpPr>
          <p:spPr>
            <a:xfrm>
              <a:off x="1742985" y="562752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B1CBA91E-EDDA-FAEC-DA4D-E17CE1E143C1}"/>
                </a:ext>
              </a:extLst>
            </p:cNvPr>
            <p:cNvSpPr/>
            <p:nvPr/>
          </p:nvSpPr>
          <p:spPr>
            <a:xfrm>
              <a:off x="1742985" y="598698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3" name="直線コネクタ 122">
              <a:extLst>
                <a:ext uri="{FF2B5EF4-FFF2-40B4-BE49-F238E27FC236}">
                  <ns2:creationId id="{145E0614-5655-F436-D4EE-803610572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3812526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8" name="直線コネクタ 127">
              <a:extLst>
                <a:ext uri="{FF2B5EF4-FFF2-40B4-BE49-F238E27FC236}">
                  <ns2:creationId id="{6F46F297-505A-8226-6B46-BAD7DC0BD32B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171980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2" name="直線コネクタ 131">
              <a:extLst>
                <a:ext uri="{FF2B5EF4-FFF2-40B4-BE49-F238E27FC236}">
                  <ns2:creationId id="{9F415DB7-A4A3-F248-D229-7FC1C62B0449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531434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6" name="直線コネクタ 135">
              <a:extLst>
                <a:ext uri="{FF2B5EF4-FFF2-40B4-BE49-F238E27FC236}">
                  <ns2:creationId id="{E38188E0-58DA-193B-8AD3-2E242476E86A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890888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0" name="直線コネクタ 139">
              <a:extLst>
                <a:ext uri="{FF2B5EF4-FFF2-40B4-BE49-F238E27FC236}">
                  <ns2:creationId id="{BD1F2F27-245C-B743-BA8F-2ADB316C3705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250342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4" name="直線コネクタ 143">
              <a:extLst>
                <a:ext uri="{FF2B5EF4-FFF2-40B4-BE49-F238E27FC236}">
                  <ns2:creationId id="{FBD80DEC-3C7A-6830-4ADC-F7B7B2EFECD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609795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8" name="直線コネクタ 147">
              <a:extLst>
                <a:ext uri="{FF2B5EF4-FFF2-40B4-BE49-F238E27FC236}">
                  <ns2:creationId id="{4C32A921-86E7-3ACF-F26A-5BAE8F6E7D8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969249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157" name="円/楕円 34">
              <a:extLst>
                <a:ext uri="{FF2B5EF4-FFF2-40B4-BE49-F238E27FC236}">
                  <ns2:creationId id="{57895DC8-91E3-6AB5-A2A8-EB9AC183F9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506799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円/楕円 34">
              <a:extLst>
                <a:ext uri="{FF2B5EF4-FFF2-40B4-BE49-F238E27FC236}">
                  <ns2:creationId id="{033F1BF4-C285-F76E-8AA6-1AFE6C1F8C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84825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円/楕円 34">
              <a:extLst>
                <a:ext uri="{FF2B5EF4-FFF2-40B4-BE49-F238E27FC236}">
                  <ns2:creationId id="{3524543F-4F42-2AB2-6082-9B4FBB423C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207708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円/楕円 34">
              <a:extLst>
                <a:ext uri="{FF2B5EF4-FFF2-40B4-BE49-F238E27FC236}">
                  <ns2:creationId id="{3A644F86-C879-671F-26E0-BAA495FCD6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56716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円/楕円 34">
              <a:extLst>
                <a:ext uri="{FF2B5EF4-FFF2-40B4-BE49-F238E27FC236}">
                  <ns2:creationId id="{2B4D6D8E-79F3-A508-8F3C-79E8530FE5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926615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円/楕円 34">
              <a:extLst>
                <a:ext uri="{FF2B5EF4-FFF2-40B4-BE49-F238E27FC236}">
                  <ns2:creationId id="{CA902DC9-86D3-E70E-361C-FEC0F1DEDF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286070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円/楕円 34">
              <a:extLst>
                <a:ext uri="{FF2B5EF4-FFF2-40B4-BE49-F238E27FC236}">
                  <ns2:creationId id="{0EB5C060-DDCC-6E6E-00E5-C3E971C462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64552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円/楕円 34">
              <a:extLst>
                <a:ext uri="{FF2B5EF4-FFF2-40B4-BE49-F238E27FC236}">
                  <ns2:creationId id="{A540215B-F794-CDD3-A5BD-EA9DA82FEB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600498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0" name="グループ化 169">
              <a:extLst>
                <a:ext uri="{FF2B5EF4-FFF2-40B4-BE49-F238E27FC236}">
                  <ns2:creationId id="{1CFB13B8-6788-84E3-3C2D-CC1A23523F52}"/>
                </a:ext>
              </a:extLst>
            </p:cNvPr>
            <p:cNvGrpSpPr/>
            <p:nvPr/>
          </p:nvGrpSpPr>
          <p:grpSpPr>
            <a:xfrm>
              <a:off x="10519716" y="3073303"/>
              <a:ext cx="1332000" cy="362042"/>
              <a:chOff x="10519716" y="3073303"/>
              <a:chExt cx="1332000" cy="362042"/>
            </a:xfrm>
          </p:grpSpPr>
          <p:sp>
            <p:nvSpPr>
              <p:cNvPr id="92" name="テキスト ボックス 6">
                <a:extLst>
                  <a:ext uri="{FF2B5EF4-FFF2-40B4-BE49-F238E27FC236}">
                    <ns2:creationId id="{6503ECE3-6626-6834-EB14-353B8A2BA098}"/>
                  </a:ext>
                </a:extLst>
              </p:cNvPr>
              <p:cNvSpPr txBox="1"/>
              <p:nvPr/>
            </p:nvSpPr>
            <p:spPr>
              <a:xfrm>
                <a:off x="10519716" y="3073303"/>
                <a:ext cx="1331999" cy="360000"/>
              </a:xfrm>
              <a:prstGeom prst="rect">
                <a:avLst/>
              </a:prstGeom>
              <a:noFill/>
            </p:spPr>
            <p:txBody>
              <a:bodyPr wrap="squar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</a:p>
            </p:txBody>
          </p:sp>
          <p:cxnSp>
            <p:nvCxnSpPr>
              <p:cNvPr id="93" name="直線コネクタ 102">
                <a:extLst>
                  <a:ext uri="{FF2B5EF4-FFF2-40B4-BE49-F238E27FC236}">
                    <ns2:creationId id="{5FB6F589-E36A-D7D7-781C-6FDEE4E5E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9717" y="3435345"/>
                <a:ext cx="1331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69" name="グラフィックス 168" descr="プレゼンテーション (チェックリスト) 単色塗りつぶし">
                <a:extLst>
                  <a:ext uri="{FF2B5EF4-FFF2-40B4-BE49-F238E27FC236}">
                    <ns2:creationId id="{CD2BE3B7-EFA0-4A3C-192D-284EEB7FD7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730069" y="30753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72" name="グループ化 171">
              <a:extLst>
                <a:ext uri="{FF2B5EF4-FFF2-40B4-BE49-F238E27FC236}">
                  <ns2:creationId id="{E7599D6A-3A84-FC25-8278-679351AB0FD0}"/>
                </a:ext>
              </a:extLst>
            </p:cNvPr>
            <p:cNvGrpSpPr/>
            <p:nvPr/>
          </p:nvGrpSpPr>
          <p:grpSpPr>
            <a:xfrm>
              <a:off x="1742984" y="3073303"/>
              <a:ext cx="4320000" cy="362042"/>
              <a:chOff x="1742984" y="3073303"/>
              <a:chExt cx="4320000" cy="362042"/>
            </a:xfrm>
          </p:grpSpPr>
          <p:sp>
            <p:nvSpPr>
              <p:cNvPr id="8" name="テキスト ボックス 6">
                <a:extLst>
                  <a:ext uri="{FF2B5EF4-FFF2-40B4-BE49-F238E27FC236}">
                    <ns2:creationId id="{68B6A48C-B5BA-2974-C2F4-E7FAC46CE3B9}"/>
                  </a:ext>
                </a:extLst>
              </p:cNvPr>
              <p:cNvSpPr txBox="1"/>
              <p:nvPr/>
            </p:nvSpPr>
            <p:spPr>
              <a:xfrm>
                <a:off x="1742984" y="3073303"/>
                <a:ext cx="4319999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9AB915F7-3E0B-BFD2-CFC6-DA664F5821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2985" y="3435345"/>
                <a:ext cx="431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71" name="グラフィックス 170" descr="男性のプロフィール 単色塗りつぶし">
                <a:extLst>
                  <a:ext uri="{FF2B5EF4-FFF2-40B4-BE49-F238E27FC236}">
                    <ns2:creationId id="{C78F9EB4-6207-01C8-6849-E3289743C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020440" y="3075345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139356694"/>
      </p:ext>
    </p:extLst>
  </p:cSld>
  <p:clrMapOvr>
    <a:masterClrMapping/>
  </p:clrMapOvr>
</p:sld>
</file>

<file path=ppt/slides/slide6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D94FC29-AEC3-3AB6-2042-7AA804498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0605486-E87F-D26F-D5D7-1BEC1A002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103" name="ee4pFootnotes">
            <a:extLst>
              <a:ext uri="{FF2B5EF4-FFF2-40B4-BE49-F238E27FC236}">
                <ns2:creationId id="{D0CA9B76-C630-29A3-F809-0A05BFA41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963" y="6365157"/>
            <a:ext cx="11516754" cy="195814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</p:spPr>
        <p:txBody>
          <a:bodyPr vert="horz" wrap="square" lIns="36000" tIns="36000" rIns="36000" bIns="3600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/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1E74EDD0-4689-0DF1-C1AF-DA831ACB7DFB}"/>
              </a:ext>
            </a:extLst>
          </p:cNvPr>
          <p:cNvSpPr txBox="1">
            <a:spLocks/>
          </p:cNvSpPr>
          <p:nvPr/>
        </p:nvSpPr>
        <p:spPr>
          <a:xfrm>
            <a:off x="334963" y="914400"/>
            <a:ext cx="11516754" cy="427038"/>
          </a:xfrm>
          <a:prstGeom prst="rect">
            <a:avLst/>
          </a:prstGeom>
        </p:spPr>
        <p:txBody>
          <a:bodyPr vert="horz" wrap="non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1950" indent="-361950"/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endParaRPr lang="en-US" altLang="ja-JP" sz="1700" dirty="0"/>
          </a:p>
          <a:p>
            <a:pPr marL="541338" indent="-179388">
              <a:spcBef>
                <a:spcPts val="0"/>
              </a:spcBef>
              <a:buFont typeface="Yu Gothic" panose="020B0400000000000000" pitchFamily="50" charset="-128"/>
              <a:buChar char="※"/>
            </a:pPr>
            <a:r>
              <a:rPr lang="ja-JP" altLang="en-US" sz="1400" dirty="0"/>
              <a:t>XX</a:t>
            </a:r>
            <a:r>
              <a:rPr lang="en-US" altLang="ja-JP" sz="1400" dirty="0"/>
              <a:t>/</a:t>
            </a:r>
            <a:r>
              <a:rPr lang="ja-JP" altLang="en-US" sz="1400" dirty="0"/>
              <a:t>XX</a:t>
            </a:r>
          </a:p>
        </p:txBody>
      </p:sp>
      <p:grpSp>
        <p:nvGrpSpPr>
          <p:cNvPr id="266" name="グループ化 265">
            <a:extLst>
              <a:ext uri="{FF2B5EF4-FFF2-40B4-BE49-F238E27FC236}">
                <ns2:creationId id="{71ED2D50-A56D-D643-472E-17BC03DC9A2F}"/>
              </a:ext>
            </a:extLst>
          </p:cNvPr>
          <p:cNvGrpSpPr/>
          <p:nvPr/>
        </p:nvGrpSpPr>
        <p:grpSpPr>
          <a:xfrm>
            <a:off x="6829400" y="1633657"/>
            <a:ext cx="5032911" cy="3545032"/>
            <a:chOff x="6829400" y="1633657"/>
            <a:chExt cx="5032911" cy="3545032"/>
          </a:xfrm>
        </p:grpSpPr>
        <p:sp>
          <p:nvSpPr>
            <p:cNvPr id="12" name="正方形/長方形 5">
              <a:extLst>
                <a:ext uri="{FF2B5EF4-FFF2-40B4-BE49-F238E27FC236}">
                  <ns2:creationId id="{F6EBECD4-E7FB-D9AB-38C2-46DABC955558}"/>
                </a:ext>
              </a:extLst>
            </p:cNvPr>
            <p:cNvSpPr/>
            <p:nvPr/>
          </p:nvSpPr>
          <p:spPr>
            <a:xfrm>
              <a:off x="7078058" y="1633657"/>
              <a:ext cx="4778980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217">
              <a:extLst>
                <a:ext uri="{FF2B5EF4-FFF2-40B4-BE49-F238E27FC236}">
                  <ns2:creationId id="{73D202B6-A647-EFCF-E531-5FD3943064F2}"/>
                </a:ext>
              </a:extLst>
            </p:cNvPr>
            <p:cNvSpPr/>
            <p:nvPr/>
          </p:nvSpPr>
          <p:spPr>
            <a:xfrm>
              <a:off x="6829400" y="2512612"/>
              <a:ext cx="360000" cy="266607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テキスト ボックス 6">
              <a:extLst>
                <a:ext uri="{FF2B5EF4-FFF2-40B4-BE49-F238E27FC236}">
                  <ns2:creationId id="{F5C87553-0100-3500-42FD-54E1AF538AE6}"/>
                </a:ext>
              </a:extLst>
            </p:cNvPr>
            <p:cNvSpPr txBox="1"/>
            <p:nvPr/>
          </p:nvSpPr>
          <p:spPr>
            <a:xfrm>
              <a:off x="7605281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2">
              <a:extLst>
                <a:ext uri="{FF2B5EF4-FFF2-40B4-BE49-F238E27FC236}">
                  <ns2:creationId id="{904ADEA7-A7C6-2B26-A679-F23F18221A63}"/>
                </a:ext>
              </a:extLst>
            </p:cNvPr>
            <p:cNvSpPr/>
            <p:nvPr/>
          </p:nvSpPr>
          <p:spPr>
            <a:xfrm>
              <a:off x="7605280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2">
              <a:extLst>
                <a:ext uri="{FF2B5EF4-FFF2-40B4-BE49-F238E27FC236}">
                  <ns2:creationId id="{D3292831-FAA6-D143-E7DB-E89DC219B255}"/>
                </a:ext>
              </a:extLst>
            </p:cNvPr>
            <p:cNvSpPr/>
            <p:nvPr/>
          </p:nvSpPr>
          <p:spPr>
            <a:xfrm>
              <a:off x="7605280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22">
              <a:extLst>
                <a:ext uri="{FF2B5EF4-FFF2-40B4-BE49-F238E27FC236}">
                  <ns2:creationId id="{F63DB3FE-7A89-717C-92C0-F693A24E7555}"/>
                </a:ext>
              </a:extLst>
            </p:cNvPr>
            <p:cNvSpPr/>
            <p:nvPr/>
          </p:nvSpPr>
          <p:spPr>
            <a:xfrm>
              <a:off x="7605280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22">
              <a:extLst>
                <a:ext uri="{FF2B5EF4-FFF2-40B4-BE49-F238E27FC236}">
                  <ns2:creationId id="{DBD65C0F-4C82-74B2-EAED-73B873F89280}"/>
                </a:ext>
              </a:extLst>
            </p:cNvPr>
            <p:cNvSpPr/>
            <p:nvPr/>
          </p:nvSpPr>
          <p:spPr>
            <a:xfrm>
              <a:off x="7605280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22">
              <a:extLst>
                <a:ext uri="{FF2B5EF4-FFF2-40B4-BE49-F238E27FC236}">
                  <ns2:creationId id="{294F45AD-B9DA-3912-F4D1-031C847E1682}"/>
                </a:ext>
              </a:extLst>
            </p:cNvPr>
            <p:cNvSpPr/>
            <p:nvPr/>
          </p:nvSpPr>
          <p:spPr>
            <a:xfrm>
              <a:off x="7605280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E4B37D3-1AF7-DEF4-499E-6A0DA53F6C26}"/>
                </a:ext>
              </a:extLst>
            </p:cNvPr>
            <p:cNvSpPr/>
            <p:nvPr/>
          </p:nvSpPr>
          <p:spPr>
            <a:xfrm>
              <a:off x="7605280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22">
              <a:extLst>
                <a:ext uri="{FF2B5EF4-FFF2-40B4-BE49-F238E27FC236}">
                  <ns2:creationId id="{B55D5422-8139-7849-6A3C-056FCF5E92CC}"/>
                </a:ext>
              </a:extLst>
            </p:cNvPr>
            <p:cNvSpPr/>
            <p:nvPr/>
          </p:nvSpPr>
          <p:spPr>
            <a:xfrm>
              <a:off x="7605280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22">
              <a:extLst>
                <a:ext uri="{FF2B5EF4-FFF2-40B4-BE49-F238E27FC236}">
                  <ns2:creationId id="{D7A6E0AD-7C38-7AD0-6589-0A1295FF9AD8}"/>
                </a:ext>
              </a:extLst>
            </p:cNvPr>
            <p:cNvSpPr/>
            <p:nvPr/>
          </p:nvSpPr>
          <p:spPr>
            <a:xfrm>
              <a:off x="7605280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22">
              <a:extLst>
                <a:ext uri="{FF2B5EF4-FFF2-40B4-BE49-F238E27FC236}">
                  <ns2:creationId id="{1F23BD04-9467-47FB-D7E4-73957919525C}"/>
                </a:ext>
              </a:extLst>
            </p:cNvPr>
            <p:cNvSpPr/>
            <p:nvPr/>
          </p:nvSpPr>
          <p:spPr>
            <a:xfrm>
              <a:off x="760528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6">
              <a:extLst>
                <a:ext uri="{FF2B5EF4-FFF2-40B4-BE49-F238E27FC236}">
                  <ns2:creationId id="{6433A440-2778-5270-5ACC-978B7AEA353A}"/>
                </a:ext>
              </a:extLst>
            </p:cNvPr>
            <p:cNvSpPr txBox="1"/>
            <p:nvPr/>
          </p:nvSpPr>
          <p:spPr>
            <a:xfrm>
              <a:off x="8461220" y="2213102"/>
              <a:ext cx="828000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22">
              <a:extLst>
                <a:ext uri="{FF2B5EF4-FFF2-40B4-BE49-F238E27FC236}">
                  <ns2:creationId id="{DE97A11F-3C5E-61CC-F908-5DDEA1CF0B15}"/>
                </a:ext>
              </a:extLst>
            </p:cNvPr>
            <p:cNvSpPr/>
            <p:nvPr/>
          </p:nvSpPr>
          <p:spPr>
            <a:xfrm>
              <a:off x="8461220" y="251261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正方形/長方形 22">
              <a:extLst>
                <a:ext uri="{FF2B5EF4-FFF2-40B4-BE49-F238E27FC236}">
                  <ns2:creationId id="{534E90B8-CE02-B1CC-3CDA-9B5506A11FB5}"/>
                </a:ext>
              </a:extLst>
            </p:cNvPr>
            <p:cNvSpPr/>
            <p:nvPr/>
          </p:nvSpPr>
          <p:spPr>
            <a:xfrm>
              <a:off x="8461220" y="281212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22">
              <a:extLst>
                <a:ext uri="{FF2B5EF4-FFF2-40B4-BE49-F238E27FC236}">
                  <ns2:creationId id="{AAC2F177-4C52-3F27-F89A-4121E2A1DDA5}"/>
                </a:ext>
              </a:extLst>
            </p:cNvPr>
            <p:cNvSpPr/>
            <p:nvPr/>
          </p:nvSpPr>
          <p:spPr>
            <a:xfrm>
              <a:off x="8461220" y="311163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22">
              <a:extLst>
                <a:ext uri="{FF2B5EF4-FFF2-40B4-BE49-F238E27FC236}">
                  <ns2:creationId id="{FBC6ECE5-C0D1-5002-24BF-B26739752503}"/>
                </a:ext>
              </a:extLst>
            </p:cNvPr>
            <p:cNvSpPr/>
            <p:nvPr/>
          </p:nvSpPr>
          <p:spPr>
            <a:xfrm>
              <a:off x="8461220" y="341114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22">
              <a:extLst>
                <a:ext uri="{FF2B5EF4-FFF2-40B4-BE49-F238E27FC236}">
                  <ns2:creationId id="{A106BFEA-81B0-F4AE-47D0-D96934C10A60}"/>
                </a:ext>
              </a:extLst>
            </p:cNvPr>
            <p:cNvSpPr/>
            <p:nvPr/>
          </p:nvSpPr>
          <p:spPr>
            <a:xfrm>
              <a:off x="8461220" y="371065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22">
              <a:extLst>
                <a:ext uri="{FF2B5EF4-FFF2-40B4-BE49-F238E27FC236}">
                  <ns2:creationId id="{6D9069CE-B1CD-F260-C00D-6C6343B4EF58}"/>
                </a:ext>
              </a:extLst>
            </p:cNvPr>
            <p:cNvSpPr/>
            <p:nvPr/>
          </p:nvSpPr>
          <p:spPr>
            <a:xfrm>
              <a:off x="8461220" y="401016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22">
              <a:extLst>
                <a:ext uri="{FF2B5EF4-FFF2-40B4-BE49-F238E27FC236}">
                  <ns2:creationId id="{3E52E8C4-6A48-16E7-4F33-161D99039C21}"/>
                </a:ext>
              </a:extLst>
            </p:cNvPr>
            <p:cNvSpPr/>
            <p:nvPr/>
          </p:nvSpPr>
          <p:spPr>
            <a:xfrm>
              <a:off x="8461220" y="430967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22">
              <a:extLst>
                <a:ext uri="{FF2B5EF4-FFF2-40B4-BE49-F238E27FC236}">
                  <ns2:creationId id="{58A69CAA-3074-C7B6-D369-179B0369B95A}"/>
                </a:ext>
              </a:extLst>
            </p:cNvPr>
            <p:cNvSpPr/>
            <p:nvPr/>
          </p:nvSpPr>
          <p:spPr>
            <a:xfrm>
              <a:off x="8461220" y="460918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22">
              <a:extLst>
                <a:ext uri="{FF2B5EF4-FFF2-40B4-BE49-F238E27FC236}">
                  <ns2:creationId id="{22AB01F8-8AF1-270B-1B2D-6D379F883234}"/>
                </a:ext>
              </a:extLst>
            </p:cNvPr>
            <p:cNvSpPr/>
            <p:nvPr/>
          </p:nvSpPr>
          <p:spPr>
            <a:xfrm>
              <a:off x="8461220" y="4908689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rgbClr val="575757">
                      <a:lumMod val="75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rgbClr val="575757">
                    <a:lumMod val="75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テキスト ボックス 6">
              <a:extLst>
                <a:ext uri="{FF2B5EF4-FFF2-40B4-BE49-F238E27FC236}">
                  <ns2:creationId id="{447C46D8-9B8D-C5E9-A953-115FC1124264}"/>
                </a:ext>
              </a:extLst>
            </p:cNvPr>
            <p:cNvSpPr txBox="1"/>
            <p:nvPr/>
          </p:nvSpPr>
          <p:spPr>
            <a:xfrm>
              <a:off x="931716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22">
              <a:extLst>
                <a:ext uri="{FF2B5EF4-FFF2-40B4-BE49-F238E27FC236}">
                  <ns2:creationId id="{88739FC1-111A-1EF9-7C9B-AB8401A56E0A}"/>
                </a:ext>
              </a:extLst>
            </p:cNvPr>
            <p:cNvSpPr/>
            <p:nvPr/>
          </p:nvSpPr>
          <p:spPr>
            <a:xfrm>
              <a:off x="931716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22">
              <a:extLst>
                <a:ext uri="{FF2B5EF4-FFF2-40B4-BE49-F238E27FC236}">
                  <ns2:creationId id="{2F61E8EF-D4AB-BA59-0F5C-A19D19958EE8}"/>
                </a:ext>
              </a:extLst>
            </p:cNvPr>
            <p:cNvSpPr/>
            <p:nvPr/>
          </p:nvSpPr>
          <p:spPr>
            <a:xfrm>
              <a:off x="931716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22">
              <a:extLst>
                <a:ext uri="{FF2B5EF4-FFF2-40B4-BE49-F238E27FC236}">
                  <ns2:creationId id="{1ED6BD83-B50B-B03D-5FA9-2F4144897536}"/>
                </a:ext>
              </a:extLst>
            </p:cNvPr>
            <p:cNvSpPr/>
            <p:nvPr/>
          </p:nvSpPr>
          <p:spPr>
            <a:xfrm>
              <a:off x="931716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22">
              <a:extLst>
                <a:ext uri="{FF2B5EF4-FFF2-40B4-BE49-F238E27FC236}">
                  <ns2:creationId id="{2EBE3497-BE03-AED3-3820-62A14B9CF9E5}"/>
                </a:ext>
              </a:extLst>
            </p:cNvPr>
            <p:cNvSpPr/>
            <p:nvPr/>
          </p:nvSpPr>
          <p:spPr>
            <a:xfrm>
              <a:off x="931716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22">
              <a:extLst>
                <a:ext uri="{FF2B5EF4-FFF2-40B4-BE49-F238E27FC236}">
                  <ns2:creationId id="{772BBC92-9878-4EA9-FD81-E829B60197E8}"/>
                </a:ext>
              </a:extLst>
            </p:cNvPr>
            <p:cNvSpPr/>
            <p:nvPr/>
          </p:nvSpPr>
          <p:spPr>
            <a:xfrm>
              <a:off x="931716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925FC45C-55A2-6375-A1A1-8EFE400E7C79}"/>
                </a:ext>
              </a:extLst>
            </p:cNvPr>
            <p:cNvSpPr/>
            <p:nvPr/>
          </p:nvSpPr>
          <p:spPr>
            <a:xfrm>
              <a:off x="931716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22">
              <a:extLst>
                <a:ext uri="{FF2B5EF4-FFF2-40B4-BE49-F238E27FC236}">
                  <ns2:creationId id="{D854FE50-5BEF-E631-9AEB-46D4F4FA7353}"/>
                </a:ext>
              </a:extLst>
            </p:cNvPr>
            <p:cNvSpPr/>
            <p:nvPr/>
          </p:nvSpPr>
          <p:spPr>
            <a:xfrm>
              <a:off x="931716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22">
              <a:extLst>
                <a:ext uri="{FF2B5EF4-FFF2-40B4-BE49-F238E27FC236}">
                  <ns2:creationId id="{71D62F8C-B60E-4080-6476-B4EE4C36E58A}"/>
                </a:ext>
              </a:extLst>
            </p:cNvPr>
            <p:cNvSpPr/>
            <p:nvPr/>
          </p:nvSpPr>
          <p:spPr>
            <a:xfrm>
              <a:off x="931716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22">
              <a:extLst>
                <a:ext uri="{FF2B5EF4-FFF2-40B4-BE49-F238E27FC236}">
                  <ns2:creationId id="{129993AB-A7E1-6FF2-C0B2-7FD07CA0EB12}"/>
                </a:ext>
              </a:extLst>
            </p:cNvPr>
            <p:cNvSpPr/>
            <p:nvPr/>
          </p:nvSpPr>
          <p:spPr>
            <a:xfrm>
              <a:off x="931716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テキスト ボックス 6">
              <a:extLst>
                <a:ext uri="{FF2B5EF4-FFF2-40B4-BE49-F238E27FC236}">
                  <ns2:creationId id="{16DE7D0E-4FF9-7C12-209A-400527B39CBA}"/>
                </a:ext>
              </a:extLst>
            </p:cNvPr>
            <p:cNvSpPr txBox="1"/>
            <p:nvPr/>
          </p:nvSpPr>
          <p:spPr>
            <a:xfrm>
              <a:off x="1017310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22">
              <a:extLst>
                <a:ext uri="{FF2B5EF4-FFF2-40B4-BE49-F238E27FC236}">
                  <ns2:creationId id="{5E364195-1F4E-9E32-C1F7-2D6F7E32AAD2}"/>
                </a:ext>
              </a:extLst>
            </p:cNvPr>
            <p:cNvSpPr/>
            <p:nvPr/>
          </p:nvSpPr>
          <p:spPr>
            <a:xfrm>
              <a:off x="1017310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22">
              <a:extLst>
                <a:ext uri="{FF2B5EF4-FFF2-40B4-BE49-F238E27FC236}">
                  <ns2:creationId id="{F3DC96D2-0B89-51A4-6638-21A86D76D395}"/>
                </a:ext>
              </a:extLst>
            </p:cNvPr>
            <p:cNvSpPr/>
            <p:nvPr/>
          </p:nvSpPr>
          <p:spPr>
            <a:xfrm>
              <a:off x="1017310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正方形/長方形 22">
              <a:extLst>
                <a:ext uri="{FF2B5EF4-FFF2-40B4-BE49-F238E27FC236}">
                  <ns2:creationId id="{3C9154CC-CB3E-C6F9-DADB-8F3A2440823E}"/>
                </a:ext>
              </a:extLst>
            </p:cNvPr>
            <p:cNvSpPr/>
            <p:nvPr/>
          </p:nvSpPr>
          <p:spPr>
            <a:xfrm>
              <a:off x="1017310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正方形/長方形 22">
              <a:extLst>
                <a:ext uri="{FF2B5EF4-FFF2-40B4-BE49-F238E27FC236}">
                  <ns2:creationId id="{7C9AAA16-F900-FD2F-CEAD-9E4801A7CE90}"/>
                </a:ext>
              </a:extLst>
            </p:cNvPr>
            <p:cNvSpPr/>
            <p:nvPr/>
          </p:nvSpPr>
          <p:spPr>
            <a:xfrm>
              <a:off x="1017310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22">
              <a:extLst>
                <a:ext uri="{FF2B5EF4-FFF2-40B4-BE49-F238E27FC236}">
                  <ns2:creationId id="{30096F49-6120-4DA1-933F-F4D67571C5E7}"/>
                </a:ext>
              </a:extLst>
            </p:cNvPr>
            <p:cNvSpPr/>
            <p:nvPr/>
          </p:nvSpPr>
          <p:spPr>
            <a:xfrm>
              <a:off x="1017310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22">
              <a:extLst>
                <a:ext uri="{FF2B5EF4-FFF2-40B4-BE49-F238E27FC236}">
                  <ns2:creationId id="{3F8F906F-E792-6E4B-03C2-EC87F11D91CC}"/>
                </a:ext>
              </a:extLst>
            </p:cNvPr>
            <p:cNvSpPr/>
            <p:nvPr/>
          </p:nvSpPr>
          <p:spPr>
            <a:xfrm>
              <a:off x="1017310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49BB9F2A-9F2D-562A-C0C1-F1E1CF875339}"/>
                </a:ext>
              </a:extLst>
            </p:cNvPr>
            <p:cNvSpPr/>
            <p:nvPr/>
          </p:nvSpPr>
          <p:spPr>
            <a:xfrm>
              <a:off x="1017310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A00E660B-8831-1B57-3F17-B7A40865EAF5}"/>
                </a:ext>
              </a:extLst>
            </p:cNvPr>
            <p:cNvSpPr/>
            <p:nvPr/>
          </p:nvSpPr>
          <p:spPr>
            <a:xfrm>
              <a:off x="1017310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22">
              <a:extLst>
                <a:ext uri="{FF2B5EF4-FFF2-40B4-BE49-F238E27FC236}">
                  <ns2:creationId id="{0093330B-C22D-A94A-A0C8-2B73E98A5698}"/>
                </a:ext>
              </a:extLst>
            </p:cNvPr>
            <p:cNvSpPr/>
            <p:nvPr/>
          </p:nvSpPr>
          <p:spPr>
            <a:xfrm>
              <a:off x="1017310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テキスト ボックス 6">
              <a:extLst>
                <a:ext uri="{FF2B5EF4-FFF2-40B4-BE49-F238E27FC236}">
                  <ns2:creationId id="{87411C9F-83F1-BFB4-4649-42D815D6EA64}"/>
                </a:ext>
              </a:extLst>
            </p:cNvPr>
            <p:cNvSpPr txBox="1"/>
            <p:nvPr/>
          </p:nvSpPr>
          <p:spPr>
            <a:xfrm>
              <a:off x="11029038" y="2213102"/>
              <a:ext cx="827582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ED1B9CF0-32EB-42FD-73E8-A101D54ABD07}"/>
                </a:ext>
              </a:extLst>
            </p:cNvPr>
            <p:cNvSpPr/>
            <p:nvPr/>
          </p:nvSpPr>
          <p:spPr>
            <a:xfrm>
              <a:off x="11029039" y="251261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0A3910A6-B1AA-38E4-A846-7A830B192B9B}"/>
                </a:ext>
              </a:extLst>
            </p:cNvPr>
            <p:cNvSpPr/>
            <p:nvPr/>
          </p:nvSpPr>
          <p:spPr>
            <a:xfrm>
              <a:off x="11029039" y="281212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E87D7C32-18F2-2C10-0179-946E8A3DD3E3}"/>
                </a:ext>
              </a:extLst>
            </p:cNvPr>
            <p:cNvSpPr/>
            <p:nvPr/>
          </p:nvSpPr>
          <p:spPr>
            <a:xfrm>
              <a:off x="11029039" y="311163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DD21C109-BEAC-855A-8718-0D40DDC74836}"/>
                </a:ext>
              </a:extLst>
            </p:cNvPr>
            <p:cNvSpPr/>
            <p:nvPr/>
          </p:nvSpPr>
          <p:spPr>
            <a:xfrm>
              <a:off x="11029039" y="341114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2989A769-C25F-7D90-1B6F-352F864E275D}"/>
                </a:ext>
              </a:extLst>
            </p:cNvPr>
            <p:cNvSpPr/>
            <p:nvPr/>
          </p:nvSpPr>
          <p:spPr>
            <a:xfrm>
              <a:off x="11029039" y="371065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正方形/長方形 22">
              <a:extLst>
                <a:ext uri="{FF2B5EF4-FFF2-40B4-BE49-F238E27FC236}">
                  <ns2:creationId id="{F74D1F89-4A5F-A139-EE63-BE9C3D82BF01}"/>
                </a:ext>
              </a:extLst>
            </p:cNvPr>
            <p:cNvSpPr/>
            <p:nvPr/>
          </p:nvSpPr>
          <p:spPr>
            <a:xfrm>
              <a:off x="11029039" y="401016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正方形/長方形 22">
              <a:extLst>
                <a:ext uri="{FF2B5EF4-FFF2-40B4-BE49-F238E27FC236}">
                  <ns2:creationId id="{091D6352-983A-2BF5-0137-51BAEF7128AC}"/>
                </a:ext>
              </a:extLst>
            </p:cNvPr>
            <p:cNvSpPr/>
            <p:nvPr/>
          </p:nvSpPr>
          <p:spPr>
            <a:xfrm>
              <a:off x="11029039" y="430967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22">
              <a:extLst>
                <a:ext uri="{FF2B5EF4-FFF2-40B4-BE49-F238E27FC236}">
                  <ns2:creationId id="{B06CF0E8-C641-0C88-006C-0881BA592361}"/>
                </a:ext>
              </a:extLst>
            </p:cNvPr>
            <p:cNvSpPr/>
            <p:nvPr/>
          </p:nvSpPr>
          <p:spPr>
            <a:xfrm>
              <a:off x="11029039" y="460918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正方形/長方形 22">
              <a:extLst>
                <a:ext uri="{FF2B5EF4-FFF2-40B4-BE49-F238E27FC236}">
                  <ns2:creationId id="{05868912-66A7-4CBB-3D4E-01F44C3CC7F4}"/>
                </a:ext>
              </a:extLst>
            </p:cNvPr>
            <p:cNvSpPr/>
            <p:nvPr/>
          </p:nvSpPr>
          <p:spPr>
            <a:xfrm>
              <a:off x="11029039" y="4908689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22">
              <a:extLst>
                <a:ext uri="{FF2B5EF4-FFF2-40B4-BE49-F238E27FC236}">
                  <ns2:creationId id="{9C707FEC-B125-FE7C-4E46-667006A35244}"/>
                </a:ext>
              </a:extLst>
            </p:cNvPr>
            <p:cNvSpPr/>
            <p:nvPr/>
          </p:nvSpPr>
          <p:spPr>
            <a:xfrm>
              <a:off x="7217340" y="2512612"/>
              <a:ext cx="360000" cy="27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22">
              <a:extLst>
                <a:ext uri="{FF2B5EF4-FFF2-40B4-BE49-F238E27FC236}">
                  <ns2:creationId id="{DB4345B1-2874-6DE0-7BE2-D76270677917}"/>
                </a:ext>
              </a:extLst>
            </p:cNvPr>
            <p:cNvSpPr/>
            <p:nvPr/>
          </p:nvSpPr>
          <p:spPr>
            <a:xfrm>
              <a:off x="7217339" y="2812122"/>
              <a:ext cx="360000" cy="270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22">
              <a:extLst>
                <a:ext uri="{FF2B5EF4-FFF2-40B4-BE49-F238E27FC236}">
                  <ns2:creationId id="{F699B62D-CBC9-C472-206B-74E136BB21BE}"/>
                </a:ext>
              </a:extLst>
            </p:cNvPr>
            <p:cNvSpPr/>
            <p:nvPr/>
          </p:nvSpPr>
          <p:spPr>
            <a:xfrm>
              <a:off x="7217339" y="3111632"/>
              <a:ext cx="360000" cy="270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正方形/長方形 22">
              <a:extLst>
                <a:ext uri="{FF2B5EF4-FFF2-40B4-BE49-F238E27FC236}">
                  <ns2:creationId id="{B7086BCF-A23A-89A0-6F63-9F34E4A7B1BD}"/>
                </a:ext>
              </a:extLst>
            </p:cNvPr>
            <p:cNvSpPr/>
            <p:nvPr/>
          </p:nvSpPr>
          <p:spPr>
            <a:xfrm>
              <a:off x="7217339" y="3411142"/>
              <a:ext cx="360000" cy="270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22">
              <a:extLst>
                <a:ext uri="{FF2B5EF4-FFF2-40B4-BE49-F238E27FC236}">
                  <ns2:creationId id="{F5EDC6A8-130A-B286-4F61-4ED8B6349845}"/>
                </a:ext>
              </a:extLst>
            </p:cNvPr>
            <p:cNvSpPr/>
            <p:nvPr/>
          </p:nvSpPr>
          <p:spPr>
            <a:xfrm>
              <a:off x="7217339" y="3710652"/>
              <a:ext cx="360000" cy="270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22">
              <a:extLst>
                <a:ext uri="{FF2B5EF4-FFF2-40B4-BE49-F238E27FC236}">
                  <ns2:creationId id="{16E2E25F-393D-08E9-682D-653D3070C11C}"/>
                </a:ext>
              </a:extLst>
            </p:cNvPr>
            <p:cNvSpPr/>
            <p:nvPr/>
          </p:nvSpPr>
          <p:spPr>
            <a:xfrm>
              <a:off x="7217339" y="4010162"/>
              <a:ext cx="360000" cy="270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22">
              <a:extLst>
                <a:ext uri="{FF2B5EF4-FFF2-40B4-BE49-F238E27FC236}">
                  <ns2:creationId id="{4CAB7A26-449C-BA5C-0A1D-A37628F88905}"/>
                </a:ext>
              </a:extLst>
            </p:cNvPr>
            <p:cNvSpPr/>
            <p:nvPr/>
          </p:nvSpPr>
          <p:spPr>
            <a:xfrm>
              <a:off x="7217339" y="4309672"/>
              <a:ext cx="360000" cy="270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22">
              <a:extLst>
                <a:ext uri="{FF2B5EF4-FFF2-40B4-BE49-F238E27FC236}">
                  <ns2:creationId id="{B6650AEE-4176-51CE-E8A4-0C2EE1BBEF9B}"/>
                </a:ext>
              </a:extLst>
            </p:cNvPr>
            <p:cNvSpPr/>
            <p:nvPr/>
          </p:nvSpPr>
          <p:spPr>
            <a:xfrm>
              <a:off x="7217339" y="4609182"/>
              <a:ext cx="360000" cy="27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22">
              <a:extLst>
                <a:ext uri="{FF2B5EF4-FFF2-40B4-BE49-F238E27FC236}">
                  <ns2:creationId id="{5AF7B456-9957-C7E5-C39C-C386F53BB67B}"/>
                </a:ext>
              </a:extLst>
            </p:cNvPr>
            <p:cNvSpPr/>
            <p:nvPr/>
          </p:nvSpPr>
          <p:spPr>
            <a:xfrm>
              <a:off x="7217339" y="4908688"/>
              <a:ext cx="360000" cy="270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89F10865-0AD8-0FB0-8773-A3C60CE290F6}"/>
                </a:ext>
              </a:extLst>
            </p:cNvPr>
            <p:cNvSpPr txBox="1"/>
            <p:nvPr/>
          </p:nvSpPr>
          <p:spPr>
            <a:xfrm>
              <a:off x="11244587" y="2005999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6" name="直線コネクタ 102">
              <a:extLst>
                <a:ext uri="{FF2B5EF4-FFF2-40B4-BE49-F238E27FC236}">
                  <ns2:creationId id="{CC4190C4-4640-D4D9-A95F-6252E400F350}"/>
                </a:ext>
              </a:extLst>
            </p:cNvPr>
            <p:cNvCxnSpPr>
              <a:cxnSpLocks/>
            </p:cNvCxnSpPr>
            <p:nvPr/>
          </p:nvCxnSpPr>
          <p:spPr>
            <a:xfrm>
              <a:off x="7605280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9" name="直線コネクタ 102">
              <a:extLst>
                <a:ext uri="{FF2B5EF4-FFF2-40B4-BE49-F238E27FC236}">
                  <ns2:creationId id="{5CF6C0F3-0788-662D-D523-09E5288F48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1220" y="2483102"/>
              <a:ext cx="828000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19" name="直線コネクタ 102">
              <a:extLst>
                <a:ext uri="{FF2B5EF4-FFF2-40B4-BE49-F238E27FC236}">
                  <ns2:creationId id="{7BCD6F5D-8A1F-67AB-2D97-FCE03D5361F6}"/>
                </a:ext>
              </a:extLst>
            </p:cNvPr>
            <p:cNvCxnSpPr>
              <a:cxnSpLocks/>
            </p:cNvCxnSpPr>
            <p:nvPr/>
          </p:nvCxnSpPr>
          <p:spPr>
            <a:xfrm>
              <a:off x="931716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5" name="直線コネクタ 102">
              <a:extLst>
                <a:ext uri="{FF2B5EF4-FFF2-40B4-BE49-F238E27FC236}">
                  <ns2:creationId id="{A359591F-0E53-4043-4FF8-5CB852B34C27}"/>
                </a:ext>
              </a:extLst>
            </p:cNvPr>
            <p:cNvCxnSpPr>
              <a:cxnSpLocks/>
            </p:cNvCxnSpPr>
            <p:nvPr/>
          </p:nvCxnSpPr>
          <p:spPr>
            <a:xfrm>
              <a:off x="1017310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" name="直線コネクタ 102">
              <a:extLst>
                <a:ext uri="{FF2B5EF4-FFF2-40B4-BE49-F238E27FC236}">
                  <ns2:creationId id="{8DAF1AE1-B5FE-5256-E752-D363DFC8F623}"/>
                </a:ext>
              </a:extLst>
            </p:cNvPr>
            <p:cNvCxnSpPr>
              <a:cxnSpLocks/>
            </p:cNvCxnSpPr>
            <p:nvPr/>
          </p:nvCxnSpPr>
          <p:spPr>
            <a:xfrm>
              <a:off x="11029456" y="2483102"/>
              <a:ext cx="827582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grpSp>
          <p:nvGrpSpPr>
            <p:cNvPr id="213" name="グループ化 212">
              <a:extLst>
                <a:ext uri="{FF2B5EF4-FFF2-40B4-BE49-F238E27FC236}">
                  <ns2:creationId id="{D369D7C6-2EA8-0C1C-4E1D-ADDDFFEE2013}"/>
                </a:ext>
              </a:extLst>
            </p:cNvPr>
            <p:cNvGrpSpPr/>
            <p:nvPr/>
          </p:nvGrpSpPr>
          <p:grpSpPr>
            <a:xfrm>
              <a:off x="7605280" y="2797367"/>
              <a:ext cx="4251758" cy="0"/>
              <a:chOff x="7605280" y="2782158"/>
              <a:chExt cx="4251758" cy="0"/>
            </a:xfrm>
          </p:grpSpPr>
          <p:cxnSp>
            <p:nvCxnSpPr>
              <p:cNvPr id="208" name="直線コネクタ 102">
                <a:extLst>
                  <a:ext uri="{FF2B5EF4-FFF2-40B4-BE49-F238E27FC236}">
                    <ns2:creationId id="{15EE2D5C-A494-5F11-1D7C-911240EB4D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09" name="直線コネクタ 102">
                <a:extLst>
                  <a:ext uri="{FF2B5EF4-FFF2-40B4-BE49-F238E27FC236}">
                    <ns2:creationId id="{6431C49A-5180-17A9-FC94-7D842B1C0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0" name="直線コネクタ 102">
                <a:extLst>
                  <a:ext uri="{FF2B5EF4-FFF2-40B4-BE49-F238E27FC236}">
                    <ns2:creationId id="{2B71A150-34A9-96B0-3364-A8CF75BBF6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1" name="直線コネクタ 102">
                <a:extLst>
                  <a:ext uri="{FF2B5EF4-FFF2-40B4-BE49-F238E27FC236}">
                    <ns2:creationId id="{A962E0CF-8485-D6FC-1F2C-C8D1DCDB14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2" name="直線コネクタ 102">
                <a:extLst>
                  <a:ext uri="{FF2B5EF4-FFF2-40B4-BE49-F238E27FC236}">
                    <ns2:creationId id="{1948BC4A-2652-B83E-4013-9C1C73493A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14" name="グループ化 213">
              <a:extLst>
                <a:ext uri="{FF2B5EF4-FFF2-40B4-BE49-F238E27FC236}">
                  <ns2:creationId id="{8F3974FF-F99D-C6FE-3EA5-7F8813CBCCF3}"/>
                </a:ext>
              </a:extLst>
            </p:cNvPr>
            <p:cNvGrpSpPr/>
            <p:nvPr/>
          </p:nvGrpSpPr>
          <p:grpSpPr>
            <a:xfrm>
              <a:off x="7605280" y="3096877"/>
              <a:ext cx="4251758" cy="0"/>
              <a:chOff x="7605280" y="2782158"/>
              <a:chExt cx="4251758" cy="0"/>
            </a:xfrm>
          </p:grpSpPr>
          <p:cxnSp>
            <p:nvCxnSpPr>
              <p:cNvPr id="215" name="直線コネクタ 102">
                <a:extLst>
                  <a:ext uri="{FF2B5EF4-FFF2-40B4-BE49-F238E27FC236}">
                    <ns2:creationId id="{B0FB5E30-22D7-5DEC-4F12-25E522F1C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6" name="直線コネクタ 102">
                <a:extLst>
                  <a:ext uri="{FF2B5EF4-FFF2-40B4-BE49-F238E27FC236}">
                    <ns2:creationId id="{4260A502-21CE-61AD-1A08-B9F93F452F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7" name="直線コネクタ 102">
                <a:extLst>
                  <a:ext uri="{FF2B5EF4-FFF2-40B4-BE49-F238E27FC236}">
                    <ns2:creationId id="{EE2F8F8B-ED40-CEE8-B582-2BB97C7369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8" name="直線コネクタ 102">
                <a:extLst>
                  <a:ext uri="{FF2B5EF4-FFF2-40B4-BE49-F238E27FC236}">
                    <ns2:creationId id="{9E860549-7937-100B-40D5-640A13D3A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9" name="直線コネクタ 102">
                <a:extLst>
                  <a:ext uri="{FF2B5EF4-FFF2-40B4-BE49-F238E27FC236}">
                    <ns2:creationId id="{B4FBCFF8-23C4-E87E-59B4-E4A33F3588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0" name="グループ化 219">
              <a:extLst>
                <a:ext uri="{FF2B5EF4-FFF2-40B4-BE49-F238E27FC236}">
                  <ns2:creationId id="{D05CFF34-1965-FFD9-D02A-A35B64D02273}"/>
                </a:ext>
              </a:extLst>
            </p:cNvPr>
            <p:cNvGrpSpPr/>
            <p:nvPr/>
          </p:nvGrpSpPr>
          <p:grpSpPr>
            <a:xfrm>
              <a:off x="7605280" y="3396387"/>
              <a:ext cx="4251758" cy="0"/>
              <a:chOff x="7605280" y="2782158"/>
              <a:chExt cx="4251758" cy="0"/>
            </a:xfrm>
          </p:grpSpPr>
          <p:cxnSp>
            <p:nvCxnSpPr>
              <p:cNvPr id="221" name="直線コネクタ 102">
                <a:extLst>
                  <a:ext uri="{FF2B5EF4-FFF2-40B4-BE49-F238E27FC236}">
                    <ns2:creationId id="{F40E15C4-3E54-4172-3D5A-3A06E4894C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2" name="直線コネクタ 102">
                <a:extLst>
                  <a:ext uri="{FF2B5EF4-FFF2-40B4-BE49-F238E27FC236}">
                    <ns2:creationId id="{D045D83C-3EFB-06F4-695F-E0CF7993D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3" name="直線コネクタ 102">
                <a:extLst>
                  <a:ext uri="{FF2B5EF4-FFF2-40B4-BE49-F238E27FC236}">
                    <ns2:creationId id="{302A3EB6-A4FC-9850-8A0A-4232AFF830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4" name="直線コネクタ 102">
                <a:extLst>
                  <a:ext uri="{FF2B5EF4-FFF2-40B4-BE49-F238E27FC236}">
                    <ns2:creationId id="{2DE0EAC2-0678-858F-7A47-6496C0B1E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5" name="直線コネクタ 102">
                <a:extLst>
                  <a:ext uri="{FF2B5EF4-FFF2-40B4-BE49-F238E27FC236}">
                    <ns2:creationId id="{3074C880-1111-D73E-669E-6F3F022A28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6" name="グループ化 225">
              <a:extLst>
                <a:ext uri="{FF2B5EF4-FFF2-40B4-BE49-F238E27FC236}">
                  <ns2:creationId id="{ECCACAC0-DEAD-F70C-6DCB-CF35280D95D4}"/>
                </a:ext>
              </a:extLst>
            </p:cNvPr>
            <p:cNvGrpSpPr/>
            <p:nvPr/>
          </p:nvGrpSpPr>
          <p:grpSpPr>
            <a:xfrm>
              <a:off x="7605280" y="3695897"/>
              <a:ext cx="4251758" cy="0"/>
              <a:chOff x="7605280" y="2782158"/>
              <a:chExt cx="4251758" cy="0"/>
            </a:xfrm>
          </p:grpSpPr>
          <p:cxnSp>
            <p:nvCxnSpPr>
              <p:cNvPr id="227" name="直線コネクタ 102">
                <a:extLst>
                  <a:ext uri="{FF2B5EF4-FFF2-40B4-BE49-F238E27FC236}">
                    <ns2:creationId id="{FCC629C3-7A73-A5C9-AB96-4C25DE7ED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8" name="直線コネクタ 102">
                <a:extLst>
                  <a:ext uri="{FF2B5EF4-FFF2-40B4-BE49-F238E27FC236}">
                    <ns2:creationId id="{04E2B89A-86E2-63B7-3341-6AA41D501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9" name="直線コネクタ 102">
                <a:extLst>
                  <a:ext uri="{FF2B5EF4-FFF2-40B4-BE49-F238E27FC236}">
                    <ns2:creationId id="{C9D892D5-0F52-BD9C-73F6-FB9BA7FFF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0" name="直線コネクタ 102">
                <a:extLst>
                  <a:ext uri="{FF2B5EF4-FFF2-40B4-BE49-F238E27FC236}">
                    <ns2:creationId id="{7CAF6886-FBF2-FF05-D6F6-B03C06EDFC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1" name="直線コネクタ 102">
                <a:extLst>
                  <a:ext uri="{FF2B5EF4-FFF2-40B4-BE49-F238E27FC236}">
                    <ns2:creationId id="{608A0407-9514-A111-42C6-B3034D3D4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2" name="グループ化 231">
              <a:extLst>
                <a:ext uri="{FF2B5EF4-FFF2-40B4-BE49-F238E27FC236}">
                  <ns2:creationId id="{072939EC-BB4E-8195-EFCC-9B5EA7A1C56A}"/>
                </a:ext>
              </a:extLst>
            </p:cNvPr>
            <p:cNvGrpSpPr/>
            <p:nvPr/>
          </p:nvGrpSpPr>
          <p:grpSpPr>
            <a:xfrm>
              <a:off x="7605280" y="3995407"/>
              <a:ext cx="4251758" cy="0"/>
              <a:chOff x="7605280" y="2782158"/>
              <a:chExt cx="4251758" cy="0"/>
            </a:xfrm>
          </p:grpSpPr>
          <p:cxnSp>
            <p:nvCxnSpPr>
              <p:cNvPr id="233" name="直線コネクタ 102">
                <a:extLst>
                  <a:ext uri="{FF2B5EF4-FFF2-40B4-BE49-F238E27FC236}">
                    <ns2:creationId id="{519177E8-574D-7E5C-E58E-BD375D0DC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4" name="直線コネクタ 102">
                <a:extLst>
                  <a:ext uri="{FF2B5EF4-FFF2-40B4-BE49-F238E27FC236}">
                    <ns2:creationId id="{FB38A33D-9AFD-DBFC-2981-80B060431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5" name="直線コネクタ 102">
                <a:extLst>
                  <a:ext uri="{FF2B5EF4-FFF2-40B4-BE49-F238E27FC236}">
                    <ns2:creationId id="{E29B025E-0CE1-73EC-2133-4332DFC984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6" name="直線コネクタ 102">
                <a:extLst>
                  <a:ext uri="{FF2B5EF4-FFF2-40B4-BE49-F238E27FC236}">
                    <ns2:creationId id="{C7E7B5D5-2C43-E9EC-9BF1-74B556F2B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7" name="直線コネクタ 102">
                <a:extLst>
                  <a:ext uri="{FF2B5EF4-FFF2-40B4-BE49-F238E27FC236}">
                    <ns2:creationId id="{2593CF2C-A7E5-6C57-64DD-58EC734840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8" name="グループ化 237">
              <a:extLst>
                <a:ext uri="{FF2B5EF4-FFF2-40B4-BE49-F238E27FC236}">
                  <ns2:creationId id="{BA79CF9A-4825-E5E1-DA70-FE78BA09244E}"/>
                </a:ext>
              </a:extLst>
            </p:cNvPr>
            <p:cNvGrpSpPr/>
            <p:nvPr/>
          </p:nvGrpSpPr>
          <p:grpSpPr>
            <a:xfrm>
              <a:off x="7605280" y="4294917"/>
              <a:ext cx="4251758" cy="0"/>
              <a:chOff x="7605280" y="2782158"/>
              <a:chExt cx="4251758" cy="0"/>
            </a:xfrm>
          </p:grpSpPr>
          <p:cxnSp>
            <p:nvCxnSpPr>
              <p:cNvPr id="239" name="直線コネクタ 102">
                <a:extLst>
                  <a:ext uri="{FF2B5EF4-FFF2-40B4-BE49-F238E27FC236}">
                    <ns2:creationId id="{DCB040B6-D6D0-5816-296C-19D770E242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0" name="直線コネクタ 102">
                <a:extLst>
                  <a:ext uri="{FF2B5EF4-FFF2-40B4-BE49-F238E27FC236}">
                    <ns2:creationId id="{7E04A342-113E-D18A-93C0-BC2A5310D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1" name="直線コネクタ 102">
                <a:extLst>
                  <a:ext uri="{FF2B5EF4-FFF2-40B4-BE49-F238E27FC236}">
                    <ns2:creationId id="{8510CD30-DFBB-F1B2-7953-98D3DF1434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2" name="直線コネクタ 102">
                <a:extLst>
                  <a:ext uri="{FF2B5EF4-FFF2-40B4-BE49-F238E27FC236}">
                    <ns2:creationId id="{7132022E-62CF-76D5-31B8-3A285AB03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3" name="直線コネクタ 102">
                <a:extLst>
                  <a:ext uri="{FF2B5EF4-FFF2-40B4-BE49-F238E27FC236}">
                    <ns2:creationId id="{EE1E5EAA-3E5C-6432-3C37-2E61F4B489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44" name="グループ化 243">
              <a:extLst>
                <a:ext uri="{FF2B5EF4-FFF2-40B4-BE49-F238E27FC236}">
                  <ns2:creationId id="{9A7B974F-AE64-302B-7339-EC8839EE4093}"/>
                </a:ext>
              </a:extLst>
            </p:cNvPr>
            <p:cNvGrpSpPr/>
            <p:nvPr/>
          </p:nvGrpSpPr>
          <p:grpSpPr>
            <a:xfrm>
              <a:off x="7605280" y="4594427"/>
              <a:ext cx="4251758" cy="0"/>
              <a:chOff x="7605280" y="2782158"/>
              <a:chExt cx="4251758" cy="0"/>
            </a:xfrm>
          </p:grpSpPr>
          <p:cxnSp>
            <p:nvCxnSpPr>
              <p:cNvPr id="245" name="直線コネクタ 102">
                <a:extLst>
                  <a:ext uri="{FF2B5EF4-FFF2-40B4-BE49-F238E27FC236}">
                    <ns2:creationId id="{B183EED7-CFFE-314C-769E-798D1DF2DA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6" name="直線コネクタ 102">
                <a:extLst>
                  <a:ext uri="{FF2B5EF4-FFF2-40B4-BE49-F238E27FC236}">
                    <ns2:creationId id="{0B87E656-B09D-FE13-E7A3-CFC6A23016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7" name="直線コネクタ 102">
                <a:extLst>
                  <a:ext uri="{FF2B5EF4-FFF2-40B4-BE49-F238E27FC236}">
                    <ns2:creationId id="{4FBB7CF2-8ED8-D8ED-7D7F-87129A6003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8" name="直線コネクタ 102">
                <a:extLst>
                  <a:ext uri="{FF2B5EF4-FFF2-40B4-BE49-F238E27FC236}">
                    <ns2:creationId id="{D3739550-BA1C-CD0A-FCF7-CADC3B6D0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9" name="直線コネクタ 102">
                <a:extLst>
                  <a:ext uri="{FF2B5EF4-FFF2-40B4-BE49-F238E27FC236}">
                    <ns2:creationId id="{FC711756-1C35-CB95-A11A-C7FF9AA97C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50" name="グループ化 249">
              <a:extLst>
                <a:ext uri="{FF2B5EF4-FFF2-40B4-BE49-F238E27FC236}">
                  <ns2:creationId id="{29911933-172A-F088-E232-4FBD456ECD3B}"/>
                </a:ext>
              </a:extLst>
            </p:cNvPr>
            <p:cNvGrpSpPr/>
            <p:nvPr/>
          </p:nvGrpSpPr>
          <p:grpSpPr>
            <a:xfrm>
              <a:off x="7605280" y="4893937"/>
              <a:ext cx="4251758" cy="0"/>
              <a:chOff x="7605280" y="2782158"/>
              <a:chExt cx="4251758" cy="0"/>
            </a:xfrm>
          </p:grpSpPr>
          <p:cxnSp>
            <p:nvCxnSpPr>
              <p:cNvPr id="251" name="直線コネクタ 102">
                <a:extLst>
                  <a:ext uri="{FF2B5EF4-FFF2-40B4-BE49-F238E27FC236}">
                    <ns2:creationId id="{96143584-17AB-71AE-FB3E-463CB110C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2" name="直線コネクタ 102">
                <a:extLst>
                  <a:ext uri="{FF2B5EF4-FFF2-40B4-BE49-F238E27FC236}">
                    <ns2:creationId id="{4E401AF3-925E-B4AF-4B30-E5197B6953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3" name="直線コネクタ 102">
                <a:extLst>
                  <a:ext uri="{FF2B5EF4-FFF2-40B4-BE49-F238E27FC236}">
                    <ns2:creationId id="{0A606241-67EC-F63A-671B-1EFE3F1D2D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4" name="直線コネクタ 102">
                <a:extLst>
                  <a:ext uri="{FF2B5EF4-FFF2-40B4-BE49-F238E27FC236}">
                    <ns2:creationId id="{7308CEA5-8A49-ACAB-75DC-26727CD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5" name="直線コネクタ 102">
                <a:extLst>
                  <a:ext uri="{FF2B5EF4-FFF2-40B4-BE49-F238E27FC236}">
                    <ns2:creationId id="{173FACA4-46EB-35E4-DD81-E6378B35EB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</p:grpSp>
      <p:grpSp>
        <p:nvGrpSpPr>
          <p:cNvPr id="265" name="グループ化 264">
            <a:extLst>
              <a:ext uri="{FF2B5EF4-FFF2-40B4-BE49-F238E27FC236}">
                <ns2:creationId id="{DF37C05A-6ADF-DE15-0EE6-24A56098FE14}"/>
              </a:ext>
            </a:extLst>
          </p:cNvPr>
          <p:cNvGrpSpPr/>
          <p:nvPr/>
        </p:nvGrpSpPr>
        <p:grpSpPr>
          <a:xfrm>
            <a:off x="344390" y="5336860"/>
            <a:ext cx="11507689" cy="972001"/>
            <a:chOff x="344390" y="5336860"/>
            <a:chExt cx="11507689" cy="972001"/>
          </a:xfrm>
        </p:grpSpPr>
        <p:sp>
          <p:nvSpPr>
            <p:cNvPr id="83" name="正方形/長方形 5">
              <a:extLst>
                <a:ext uri="{FF2B5EF4-FFF2-40B4-BE49-F238E27FC236}">
                  <ns2:creationId id="{41E48B3C-E187-038C-9A84-686358E99F1B}"/>
                </a:ext>
              </a:extLst>
            </p:cNvPr>
            <p:cNvSpPr/>
            <p:nvPr/>
          </p:nvSpPr>
          <p:spPr>
            <a:xfrm>
              <a:off x="344390" y="5336861"/>
              <a:ext cx="540000" cy="972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22">
              <a:extLst>
                <a:ext uri="{FF2B5EF4-FFF2-40B4-BE49-F238E27FC236}">
                  <ns2:creationId id="{A6C57E98-4DC6-8CD2-34EE-5F03D171DDFF}"/>
                </a:ext>
              </a:extLst>
            </p:cNvPr>
            <p:cNvSpPr/>
            <p:nvPr/>
          </p:nvSpPr>
          <p:spPr>
            <a:xfrm>
              <a:off x="963022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F819028A-D8AE-4E3F-06FD-426F3F3D1A38}"/>
                </a:ext>
              </a:extLst>
            </p:cNvPr>
            <p:cNvSpPr/>
            <p:nvPr/>
          </p:nvSpPr>
          <p:spPr>
            <a:xfrm>
              <a:off x="1941654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22">
              <a:extLst>
                <a:ext uri="{FF2B5EF4-FFF2-40B4-BE49-F238E27FC236}">
                  <ns2:creationId id="{FF7E8D57-24FA-EF6C-900A-610535A9C0D9}"/>
                </a:ext>
              </a:extLst>
            </p:cNvPr>
            <p:cNvSpPr/>
            <p:nvPr/>
          </p:nvSpPr>
          <p:spPr>
            <a:xfrm>
              <a:off x="2920286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22">
              <a:extLst>
                <a:ext uri="{FF2B5EF4-FFF2-40B4-BE49-F238E27FC236}">
                  <ns2:creationId id="{F09202F8-78E6-6A5A-2012-004F5C541FF4}"/>
                </a:ext>
              </a:extLst>
            </p:cNvPr>
            <p:cNvSpPr/>
            <p:nvPr/>
          </p:nvSpPr>
          <p:spPr>
            <a:xfrm>
              <a:off x="3898918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22">
              <a:extLst>
                <a:ext uri="{FF2B5EF4-FFF2-40B4-BE49-F238E27FC236}">
                  <ns2:creationId id="{F9D061D3-3147-7B10-01C8-4BB8C3F5EAA5}"/>
                </a:ext>
              </a:extLst>
            </p:cNvPr>
            <p:cNvSpPr/>
            <p:nvPr/>
          </p:nvSpPr>
          <p:spPr>
            <a:xfrm>
              <a:off x="4877550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1AE4C5F3-89CA-C006-2849-4CC451C4B9DE}"/>
                </a:ext>
              </a:extLst>
            </p:cNvPr>
            <p:cNvSpPr/>
            <p:nvPr/>
          </p:nvSpPr>
          <p:spPr>
            <a:xfrm>
              <a:off x="5856182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8F631ABD-E143-62C0-8BF1-F93AE0EDF72A}"/>
                </a:ext>
              </a:extLst>
            </p:cNvPr>
            <p:cNvSpPr/>
            <p:nvPr/>
          </p:nvSpPr>
          <p:spPr>
            <a:xfrm>
              <a:off x="7374814" y="5336860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22">
              <a:extLst>
                <a:ext uri="{FF2B5EF4-FFF2-40B4-BE49-F238E27FC236}">
                  <ns2:creationId id="{68129564-B29F-5FEE-9085-F69AC0F57FFB}"/>
                </a:ext>
              </a:extLst>
            </p:cNvPr>
            <p:cNvSpPr/>
            <p:nvPr/>
          </p:nvSpPr>
          <p:spPr>
            <a:xfrm>
              <a:off x="8893446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22">
              <a:extLst>
                <a:ext uri="{FF2B5EF4-FFF2-40B4-BE49-F238E27FC236}">
                  <ns2:creationId id="{2080CF9A-0CBA-70F5-FE2C-906C0B4629E5}"/>
                </a:ext>
              </a:extLst>
            </p:cNvPr>
            <p:cNvSpPr/>
            <p:nvPr/>
          </p:nvSpPr>
          <p:spPr>
            <a:xfrm>
              <a:off x="10412079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6" name="正方形/長方形 22">
              <a:extLst>
                <a:ext uri="{FF2B5EF4-FFF2-40B4-BE49-F238E27FC236}">
                  <ns2:creationId id="{FB003C43-6052-8BE6-2FBC-5614B715EEA0}"/>
                </a:ext>
              </a:extLst>
            </p:cNvPr>
            <p:cNvSpPr/>
            <p:nvPr/>
          </p:nvSpPr>
          <p:spPr>
            <a:xfrm>
              <a:off x="963022" y="5336861"/>
              <a:ext cx="360000" cy="216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7" name="正方形/長方形 22">
              <a:extLst>
                <a:ext uri="{FF2B5EF4-FFF2-40B4-BE49-F238E27FC236}">
                  <ns2:creationId id="{2E5B85F4-B961-5ACF-7508-0A90C60714A0}"/>
                </a:ext>
              </a:extLst>
            </p:cNvPr>
            <p:cNvSpPr/>
            <p:nvPr/>
          </p:nvSpPr>
          <p:spPr>
            <a:xfrm>
              <a:off x="1941654" y="5336861"/>
              <a:ext cx="360000" cy="216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2">
              <a:extLst>
                <a:ext uri="{FF2B5EF4-FFF2-40B4-BE49-F238E27FC236}">
                  <ns2:creationId id="{F9355D5F-55F6-6937-74BB-51DBF0399108}"/>
                </a:ext>
              </a:extLst>
            </p:cNvPr>
            <p:cNvSpPr/>
            <p:nvPr/>
          </p:nvSpPr>
          <p:spPr>
            <a:xfrm>
              <a:off x="2920286" y="5336861"/>
              <a:ext cx="360000" cy="216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9" name="正方形/長方形 22">
              <a:extLst>
                <a:ext uri="{FF2B5EF4-FFF2-40B4-BE49-F238E27FC236}">
                  <ns2:creationId id="{4E9FEBE1-A2D9-B181-17A1-D6D20FA81DA1}"/>
                </a:ext>
              </a:extLst>
            </p:cNvPr>
            <p:cNvSpPr/>
            <p:nvPr/>
          </p:nvSpPr>
          <p:spPr>
            <a:xfrm>
              <a:off x="3898918" y="5336861"/>
              <a:ext cx="360000" cy="216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正方形/長方形 22">
              <a:extLst>
                <a:ext uri="{FF2B5EF4-FFF2-40B4-BE49-F238E27FC236}">
                  <ns2:creationId id="{37048179-B94D-DBF5-CBC9-1728CBBE0B18}"/>
                </a:ext>
              </a:extLst>
            </p:cNvPr>
            <p:cNvSpPr/>
            <p:nvPr/>
          </p:nvSpPr>
          <p:spPr>
            <a:xfrm>
              <a:off x="4877550" y="5336861"/>
              <a:ext cx="360000" cy="216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2">
              <a:extLst>
                <a:ext uri="{FF2B5EF4-FFF2-40B4-BE49-F238E27FC236}">
                  <ns2:creationId id="{B4044603-577F-374D-5F8C-FB534DB65075}"/>
                </a:ext>
              </a:extLst>
            </p:cNvPr>
            <p:cNvSpPr/>
            <p:nvPr/>
          </p:nvSpPr>
          <p:spPr>
            <a:xfrm>
              <a:off x="5856182" y="5336861"/>
              <a:ext cx="360000" cy="216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正方形/長方形 22">
              <a:extLst>
                <a:ext uri="{FF2B5EF4-FFF2-40B4-BE49-F238E27FC236}">
                  <ns2:creationId id="{EDD0DFAF-845D-3275-7736-36D80A0BD681}"/>
                </a:ext>
              </a:extLst>
            </p:cNvPr>
            <p:cNvSpPr/>
            <p:nvPr/>
          </p:nvSpPr>
          <p:spPr>
            <a:xfrm>
              <a:off x="7374815" y="5336861"/>
              <a:ext cx="360000" cy="216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正方形/長方形 22">
              <a:extLst>
                <a:ext uri="{FF2B5EF4-FFF2-40B4-BE49-F238E27FC236}">
                  <ns2:creationId id="{5F0A16A3-8B37-50AF-5787-8B979533334F}"/>
                </a:ext>
              </a:extLst>
            </p:cNvPr>
            <p:cNvSpPr/>
            <p:nvPr/>
          </p:nvSpPr>
          <p:spPr>
            <a:xfrm>
              <a:off x="8893446" y="5336861"/>
              <a:ext cx="360000" cy="216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正方形/長方形 22">
              <a:extLst>
                <a:ext uri="{FF2B5EF4-FFF2-40B4-BE49-F238E27FC236}">
                  <ns2:creationId id="{47D88DC4-2C91-C4E2-2821-4CE4B711B121}"/>
                </a:ext>
              </a:extLst>
            </p:cNvPr>
            <p:cNvSpPr/>
            <p:nvPr/>
          </p:nvSpPr>
          <p:spPr>
            <a:xfrm>
              <a:off x="10412079" y="5336861"/>
              <a:ext cx="360000" cy="216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3" name="グループ化 282">
            <a:extLst>
              <a:ext uri="{FF2B5EF4-FFF2-40B4-BE49-F238E27FC236}">
                <ns2:creationId id="{41027653-8B3B-056E-A663-4308C6BDB8CE}"/>
              </a:ext>
            </a:extLst>
          </p:cNvPr>
          <p:cNvGrpSpPr/>
          <p:nvPr/>
        </p:nvGrpSpPr>
        <p:grpSpPr>
          <a:xfrm>
            <a:off x="335555" y="1633657"/>
            <a:ext cx="6480000" cy="3545032"/>
            <a:chOff x="335555" y="1633657"/>
            <a:chExt cx="6480000" cy="3545032"/>
          </a:xfrm>
        </p:grpSpPr>
        <p:graphicFrame>
          <p:nvGraphicFramePr>
            <p:cNvPr id="11" name="Chart 10">
              <a:extLst>
                <a:ext uri="{FF2B5EF4-FFF2-40B4-BE49-F238E27FC236}">
                  <ns2:creationId id="{23F0183F-9E10-88B3-E707-4C51F32699F4}"/>
                </a:ext>
              </a:extLst>
            </p:cNvPr>
            <p:cNvGraphicFramePr/>
            <p:nvPr/>
          </p:nvGraphicFramePr>
          <p:xfrm>
            <a:off x="335555" y="1993657"/>
            <a:ext cx="6480000" cy="3185032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" name="テキスト ボックス 2">
              <a:extLst>
                <a:ext uri="{FF2B5EF4-FFF2-40B4-BE49-F238E27FC236}">
                  <ns2:creationId id="{3B0EBD4E-9A7D-2B02-D9E9-EF49F4CC5740}"/>
                </a:ext>
              </a:extLst>
            </p:cNvPr>
            <p:cNvSpPr txBox="1"/>
            <p:nvPr/>
          </p:nvSpPr>
          <p:spPr>
            <a:xfrm>
              <a:off x="346927" y="2331728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1" name="Rectangle 170">
              <a:extLst>
                <a:ext uri="{FF2B5EF4-FFF2-40B4-BE49-F238E27FC236}">
                  <ns2:creationId id="{4CAD4A16-A1AA-7EC0-6044-DDCD6426CF09}"/>
                </a:ext>
              </a:extLst>
            </p:cNvPr>
            <p:cNvSpPr/>
            <p:nvPr/>
          </p:nvSpPr>
          <p:spPr>
            <a:xfrm>
              <a:off x="1855563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Rectangle 171">
              <a:extLst>
                <a:ext uri="{FF2B5EF4-FFF2-40B4-BE49-F238E27FC236}">
                  <ns2:creationId id="{F370DD41-1DBF-A7CE-194B-D07F7ACC94F1}"/>
                </a:ext>
              </a:extLst>
            </p:cNvPr>
            <p:cNvSpPr/>
            <p:nvPr/>
          </p:nvSpPr>
          <p:spPr>
            <a:xfrm>
              <a:off x="2996424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Rectangle 172">
              <a:extLst>
                <a:ext uri="{FF2B5EF4-FFF2-40B4-BE49-F238E27FC236}">
                  <ns2:creationId id="{12AFF726-275E-C50A-7987-BDD81A106163}"/>
                </a:ext>
              </a:extLst>
            </p:cNvPr>
            <p:cNvSpPr/>
            <p:nvPr/>
          </p:nvSpPr>
          <p:spPr>
            <a:xfrm>
              <a:off x="4137286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Rectangle 173">
              <a:extLst>
                <a:ext uri="{FF2B5EF4-FFF2-40B4-BE49-F238E27FC236}">
                  <ns2:creationId id="{DCC3E2BE-B3C7-2FE0-4D6D-7B1C341C1EA5}"/>
                </a:ext>
              </a:extLst>
            </p:cNvPr>
            <p:cNvSpPr/>
            <p:nvPr/>
          </p:nvSpPr>
          <p:spPr>
            <a:xfrm>
              <a:off x="5278148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Rectangle 181">
              <a:extLst>
                <a:ext uri="{FF2B5EF4-FFF2-40B4-BE49-F238E27FC236}">
                  <ns2:creationId id="{631D04CF-A32F-022B-1AD4-44F3D19C0886}"/>
                </a:ext>
              </a:extLst>
            </p:cNvPr>
            <p:cNvSpPr/>
            <p:nvPr/>
          </p:nvSpPr>
          <p:spPr>
            <a:xfrm>
              <a:off x="1285132" y="251623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Rectangle 182">
              <a:extLst>
                <a:ext uri="{FF2B5EF4-FFF2-40B4-BE49-F238E27FC236}">
                  <ns2:creationId id="{C86BC09D-2EA0-C8E2-259B-8E0942F90B16}"/>
                </a:ext>
              </a:extLst>
            </p:cNvPr>
            <p:cNvSpPr/>
            <p:nvPr/>
          </p:nvSpPr>
          <p:spPr>
            <a:xfrm>
              <a:off x="2425993" y="280053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Rectangle 183">
              <a:extLst>
                <a:ext uri="{FF2B5EF4-FFF2-40B4-BE49-F238E27FC236}">
                  <ns2:creationId id="{905BF24C-49F3-5991-0454-4DA6B71CE1AE}"/>
                </a:ext>
              </a:extLst>
            </p:cNvPr>
            <p:cNvSpPr/>
            <p:nvPr/>
          </p:nvSpPr>
          <p:spPr>
            <a:xfrm>
              <a:off x="3566855" y="3104429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Rectangle 184">
              <a:extLst>
                <a:ext uri="{FF2B5EF4-FFF2-40B4-BE49-F238E27FC236}">
                  <ns2:creationId id="{4544D281-D1AC-3317-291B-D57B16D7624F}"/>
                </a:ext>
              </a:extLst>
            </p:cNvPr>
            <p:cNvSpPr/>
            <p:nvPr/>
          </p:nvSpPr>
          <p:spPr>
            <a:xfrm>
              <a:off x="4707717" y="319599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Rectangle 185">
              <a:extLst>
                <a:ext uri="{FF2B5EF4-FFF2-40B4-BE49-F238E27FC236}">
                  <ns2:creationId id="{D0CBBDCD-69BE-314D-AE7A-92F198AB0E89}"/>
                </a:ext>
              </a:extLst>
            </p:cNvPr>
            <p:cNvSpPr/>
            <p:nvPr/>
          </p:nvSpPr>
          <p:spPr>
            <a:xfrm>
              <a:off x="5848578" y="326882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5">
              <a:extLst>
                <a:ext uri="{FF2B5EF4-FFF2-40B4-BE49-F238E27FC236}">
                  <ns2:creationId id="{662CD1B3-50CB-8ADB-B711-E8F7E06E361E}"/>
                </a:ext>
              </a:extLst>
            </p:cNvPr>
            <p:cNvSpPr/>
            <p:nvPr/>
          </p:nvSpPr>
          <p:spPr>
            <a:xfrm>
              <a:off x="335555" y="1633657"/>
              <a:ext cx="6479999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F7761CDB-E8E8-01BF-6FDE-B02CDF7C2181}"/>
                </a:ext>
              </a:extLst>
            </p:cNvPr>
            <p:cNvSpPr txBox="1"/>
            <p:nvPr/>
          </p:nvSpPr>
          <p:spPr>
            <a:xfrm>
              <a:off x="6346971" y="4960297"/>
              <a:ext cx="265063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69" name="直線矢印コネクタ 268">
              <a:extLst>
                <a:ext uri="{FF2B5EF4-FFF2-40B4-BE49-F238E27FC236}">
                  <ns2:creationId id="{F75775E7-D3A4-CF92-4DA4-2DA7A0F15371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46855" y="2612667"/>
              <a:ext cx="3780000" cy="722555"/>
            </a:xfrm>
            <a:prstGeom prst="straightConnector1">
              <a:avLst/>
            </a:prstGeom>
            <a:ln w="38100">
              <a:solidFill>
                <a:schemeClr val="accent5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574132989"/>
      </p:ext>
    </p:extLst>
  </p:cSld>
  <p:clrMapOvr>
    <a:masterClrMapping/>
  </p:clrMapOvr>
</p:sld>
</file>

<file path=ppt/slides/slide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B2AA6669-6B41-4F8E-B2AA-EA3B8C7CEFE5}"/>
              </a:ext>
            </a:extLst>
          </p:cNvPr>
          <p:cNvGrpSpPr/>
          <p:nvPr/>
        </p:nvGrpSpPr>
        <p:grpSpPr>
          <a:xfrm>
            <a:off x="7177944" y="3022142"/>
            <a:ext cx="4677442" cy="2665036"/>
            <a:chOff x="7177944" y="3022142"/>
            <a:chExt cx="4677442" cy="266503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0A1179C1-5E86-1E01-9E29-DC9DDDF06CC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559A4CCE-AA23-ED0A-524E-29B73D84085D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E8FF719-A614-5D2E-50F7-FD0ECE9D56D9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59214FC3-394F-EEB4-6384-443B408ADE5B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3300BA59-3669-EA70-EFBC-870270279C54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3F3A15B1-7A0F-27FF-CA35-71579D6D18E0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2712DAE4-DBCE-00B8-7DD2-5ED80E7A01D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CFFFADD-7466-9FBD-F6C7-9BC8CA922ABD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F14A525A-5502-BE6B-1375-34C603E63BEF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9209972-B087-52FA-9809-A334791D6EC6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6DE6043F-EEB7-9C0E-3FE9-0F634EE9847C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FEE478BC-EC14-CDF9-8F35-1A0C41C851B4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B39CA1C7-E763-DC78-8117-B81EE0974D25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7F69398-7685-3BC2-6CD1-40E2C1CB62AF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】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B1D27F80-2C55-FCFE-7B36-5C205FFBB7ED}"/>
              </a:ext>
            </a:extLst>
          </p:cNvPr>
          <p:cNvSpPr/>
          <p:nvPr/>
        </p:nvSpPr>
        <p:spPr>
          <a:xfrm>
            <a:off x="717794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2F4EE6D2-F5F2-6444-7EB0-21A2949A0EBF}"/>
              </a:ext>
            </a:extLst>
          </p:cNvPr>
          <p:cNvSpPr/>
          <p:nvPr/>
        </p:nvSpPr>
        <p:spPr>
          <a:xfrm>
            <a:off x="7177943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3B6F364B-26FA-02FF-E6C6-2E128C9B2ADF}"/>
              </a:ext>
            </a:extLst>
          </p:cNvPr>
          <p:cNvSpPr/>
          <p:nvPr/>
        </p:nvSpPr>
        <p:spPr>
          <a:xfrm>
            <a:off x="9501856" y="4406902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0816CF49-09E5-9C4F-3E26-F882E12BE3B1}"/>
              </a:ext>
            </a:extLst>
          </p:cNvPr>
          <p:cNvSpPr/>
          <p:nvPr/>
        </p:nvSpPr>
        <p:spPr>
          <a:xfrm>
            <a:off x="9501856" y="5058549"/>
            <a:ext cx="770808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2A0581E5-948B-3D91-CF50-461CE8F407E2}"/>
              </a:ext>
            </a:extLst>
          </p:cNvPr>
          <p:cNvSpPr/>
          <p:nvPr/>
        </p:nvSpPr>
        <p:spPr>
          <a:xfrm>
            <a:off x="9501856" y="5710194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59BACC6A-E0B4-6773-732E-4AA64F0EC8F5}"/>
              </a:ext>
            </a:extLst>
          </p:cNvPr>
          <p:cNvSpPr/>
          <p:nvPr/>
        </p:nvSpPr>
        <p:spPr>
          <a:xfrm>
            <a:off x="3295061" y="2152791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DF03AA4E-17C7-4D31-2439-573B7D689B60}"/>
              </a:ext>
            </a:extLst>
          </p:cNvPr>
          <p:cNvSpPr/>
          <p:nvPr/>
        </p:nvSpPr>
        <p:spPr>
          <a:xfrm>
            <a:off x="3295061" y="2770392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77099C1E-A630-C69D-7418-8A05BF9ECB5B}"/>
              </a:ext>
            </a:extLst>
          </p:cNvPr>
          <p:cNvSpPr/>
          <p:nvPr/>
        </p:nvSpPr>
        <p:spPr>
          <a:xfrm>
            <a:off x="3295061" y="3102149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8A5DE505-DA5F-EEEE-3330-B0B2D42C5B12}"/>
              </a:ext>
            </a:extLst>
          </p:cNvPr>
          <p:cNvSpPr/>
          <p:nvPr/>
        </p:nvSpPr>
        <p:spPr>
          <a:xfrm>
            <a:off x="3295061" y="3349241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highlight>
                <a:srgbClr val="D6EDDD"/>
              </a:highlight>
              <a:latin typeface="+mn-ea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D96C785C-8161-9AF4-BC2D-75CE139A84E8}"/>
              </a:ext>
            </a:extLst>
          </p:cNvPr>
          <p:cNvSpPr/>
          <p:nvPr/>
        </p:nvSpPr>
        <p:spPr>
          <a:xfrm>
            <a:off x="3295061" y="3596332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・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0" name="正方形/長方形 89">
            <a:extLst>
              <a:ext uri="{FF2B5EF4-FFF2-40B4-BE49-F238E27FC236}">
                <ns2:creationId id="{FBC08918-626A-B4A8-820E-30D1F59D5693}"/>
              </a:ext>
            </a:extLst>
          </p:cNvPr>
          <p:cNvSpPr/>
          <p:nvPr/>
        </p:nvSpPr>
        <p:spPr>
          <a:xfrm>
            <a:off x="3295061" y="4627669"/>
            <a:ext cx="2750452" cy="346047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E318E896-4353-1277-86CB-3615438A27FC}"/>
              </a:ext>
            </a:extLst>
          </p:cNvPr>
          <p:cNvSpPr/>
          <p:nvPr/>
        </p:nvSpPr>
        <p:spPr>
          <a:xfrm>
            <a:off x="3316500" y="5660186"/>
            <a:ext cx="2750452" cy="387129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92">
            <a:extLst>
              <a:ext uri="{FF2B5EF4-FFF2-40B4-BE49-F238E27FC236}">
                <ns2:creationId id="{19C51BF6-3837-A29F-EBB1-C1AD5A8A6785}"/>
              </a:ext>
            </a:extLst>
          </p:cNvPr>
          <p:cNvSpPr/>
          <p:nvPr/>
        </p:nvSpPr>
        <p:spPr>
          <a:xfrm>
            <a:off x="3295061" y="6073380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FFD973FB-F4FE-FE9B-DAB5-471FDC0649B8}"/>
              </a:ext>
            </a:extLst>
          </p:cNvPr>
          <p:cNvGrpSpPr/>
          <p:nvPr/>
        </p:nvGrpSpPr>
        <p:grpSpPr>
          <a:xfrm>
            <a:off x="358300" y="1615388"/>
            <a:ext cx="5691038" cy="400470"/>
            <a:chOff x="358300" y="1615388"/>
            <a:chExt cx="569103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B8AF7A39-DB4E-E14A-1CD8-552A277AD5BB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0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103C7125-CDBD-39AF-D810-E649AC645857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4416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矢印付きの円 枠線">
              <a:extLst>
                <a:ext uri="{FF2B5EF4-FFF2-40B4-BE49-F238E27FC236}">
                  <ns2:creationId id="{5D1B484F-51BE-F44A-78C8-F8A2EADC4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741162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2CACBBBD-2ECC-1F68-ADC3-64BB5D1E3B9E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8" name="直線コネクタ 7">
              <a:extLst>
                <a:ext uri="{FF2B5EF4-FFF2-40B4-BE49-F238E27FC236}">
                  <ns2:creationId id="{7575ECE7-CEF5-B89E-A863-5BF5116E8AF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05FA6216-D255-76F6-5326-D921983201B1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10" name="グラフィックス 9" descr="プレゼンテーション (棒グラフ) 枠線">
              <a:extLst>
                <a:ext uri="{FF2B5EF4-FFF2-40B4-BE49-F238E27FC236}">
                  <ns2:creationId id="{29CFDD58-AC30-C986-C39B-3674072B06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  <p:sp>
        <p:nvSpPr>
          <p:cNvPr id="20" name="正方形/長方形 19">
            <a:extLst>
              <a:ext uri="{FF2B5EF4-FFF2-40B4-BE49-F238E27FC236}">
                <ns2:creationId id="{A9EDA105-0F9F-9B3E-72CC-818DA392F144}"/>
              </a:ext>
            </a:extLst>
          </p:cNvPr>
          <p:cNvSpPr/>
          <p:nvPr/>
        </p:nvSpPr>
        <p:spPr>
          <a:xfrm>
            <a:off x="1934136" y="21527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DFE2465-BE40-CB94-F774-47A71843B27A}"/>
              </a:ext>
            </a:extLst>
          </p:cNvPr>
          <p:cNvSpPr/>
          <p:nvPr/>
        </p:nvSpPr>
        <p:spPr>
          <a:xfrm>
            <a:off x="1934137" y="277039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1CB8AE88-0C31-FE44-088B-5A8BBDAEDA85}"/>
              </a:ext>
            </a:extLst>
          </p:cNvPr>
          <p:cNvSpPr/>
          <p:nvPr/>
        </p:nvSpPr>
        <p:spPr>
          <a:xfrm>
            <a:off x="1934137" y="30996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D71FE6EC-C12E-AF88-E26F-218C09C429D3}"/>
              </a:ext>
            </a:extLst>
          </p:cNvPr>
          <p:cNvSpPr/>
          <p:nvPr/>
        </p:nvSpPr>
        <p:spPr>
          <a:xfrm>
            <a:off x="1934137" y="3346784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EFA499E6-A607-11C6-60F9-C64252967B0D}"/>
              </a:ext>
            </a:extLst>
          </p:cNvPr>
          <p:cNvSpPr/>
          <p:nvPr/>
        </p:nvSpPr>
        <p:spPr>
          <a:xfrm>
            <a:off x="1934137" y="3593875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ACF91498-158E-BA96-C9D1-D2B64B4F5870}"/>
              </a:ext>
            </a:extLst>
          </p:cNvPr>
          <p:cNvSpPr/>
          <p:nvPr/>
        </p:nvSpPr>
        <p:spPr>
          <a:xfrm>
            <a:off x="1934137" y="4627669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FD1F04DF-6658-E908-09E0-79F3D01264D0}"/>
              </a:ext>
            </a:extLst>
          </p:cNvPr>
          <p:cNvSpPr/>
          <p:nvPr/>
        </p:nvSpPr>
        <p:spPr>
          <a:xfrm>
            <a:off x="1934137" y="5660186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56BED936-2784-C150-5814-33A84AF7B0A0}"/>
              </a:ext>
            </a:extLst>
          </p:cNvPr>
          <p:cNvSpPr/>
          <p:nvPr/>
        </p:nvSpPr>
        <p:spPr>
          <a:xfrm>
            <a:off x="1934137" y="607092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B329DC64-7C39-E85E-CEA6-1CCD51CFB660}"/>
              </a:ext>
            </a:extLst>
          </p:cNvPr>
          <p:cNvSpPr/>
          <p:nvPr/>
        </p:nvSpPr>
        <p:spPr>
          <a:xfrm>
            <a:off x="2354998" y="21527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kumimoji="1"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892D35F4-C98B-D6FF-F1EE-22B78102E994}"/>
              </a:ext>
            </a:extLst>
          </p:cNvPr>
          <p:cNvSpPr/>
          <p:nvPr/>
        </p:nvSpPr>
        <p:spPr>
          <a:xfrm>
            <a:off x="2354999" y="277039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9" name="正方形/長方形 68">
            <a:extLst>
              <a:ext uri="{FF2B5EF4-FFF2-40B4-BE49-F238E27FC236}">
                <ns2:creationId id="{9D4CB881-92DD-9F49-4869-E4EE2D8D258D}"/>
              </a:ext>
            </a:extLst>
          </p:cNvPr>
          <p:cNvSpPr/>
          <p:nvPr/>
        </p:nvSpPr>
        <p:spPr>
          <a:xfrm>
            <a:off x="2354999" y="30996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0" name="正方形/長方形 69">
            <a:extLst>
              <a:ext uri="{FF2B5EF4-FFF2-40B4-BE49-F238E27FC236}">
                <ns2:creationId id="{D1D90DAA-0835-8FC8-FF49-D90B94AB8A97}"/>
              </a:ext>
            </a:extLst>
          </p:cNvPr>
          <p:cNvSpPr/>
          <p:nvPr/>
        </p:nvSpPr>
        <p:spPr>
          <a:xfrm>
            <a:off x="2354999" y="3346784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1" name="正方形/長方形 70">
            <a:extLst>
              <a:ext uri="{FF2B5EF4-FFF2-40B4-BE49-F238E27FC236}">
                <ns2:creationId id="{88864160-2292-E261-E60D-F742698D0623}"/>
              </a:ext>
            </a:extLst>
          </p:cNvPr>
          <p:cNvSpPr/>
          <p:nvPr/>
        </p:nvSpPr>
        <p:spPr>
          <a:xfrm>
            <a:off x="2354999" y="3593875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FDDAD3FF-E320-3FBC-ED6A-4083CF38A571}"/>
              </a:ext>
            </a:extLst>
          </p:cNvPr>
          <p:cNvSpPr/>
          <p:nvPr/>
        </p:nvSpPr>
        <p:spPr>
          <a:xfrm>
            <a:off x="2354999" y="4627669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BA52DA36-8514-F6F0-EC9C-6AF18B3CA235}"/>
              </a:ext>
            </a:extLst>
          </p:cNvPr>
          <p:cNvSpPr/>
          <p:nvPr/>
        </p:nvSpPr>
        <p:spPr>
          <a:xfrm>
            <a:off x="2354999" y="5660186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D55D3B0A-D554-5AE3-8A5B-D8E35332BEBC}"/>
              </a:ext>
            </a:extLst>
          </p:cNvPr>
          <p:cNvSpPr/>
          <p:nvPr/>
        </p:nvSpPr>
        <p:spPr>
          <a:xfrm>
            <a:off x="2354999" y="607092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E98E076C-ED9B-DAFA-5E1D-B21F13B49936}"/>
              </a:ext>
            </a:extLst>
          </p:cNvPr>
          <p:cNvGrpSpPr/>
          <p:nvPr/>
        </p:nvGrpSpPr>
        <p:grpSpPr>
          <a:xfrm>
            <a:off x="3108492" y="2071510"/>
            <a:ext cx="144000" cy="4248000"/>
            <a:chOff x="3108492" y="2071510"/>
            <a:chExt cx="144000" cy="424800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0562C9B8-2E76-1C3A-3F0F-F4704B5E0F3D}"/>
                </a:ext>
              </a:extLst>
            </p:cNvPr>
            <p:cNvCxnSpPr/>
            <p:nvPr/>
          </p:nvCxnSpPr>
          <p:spPr>
            <a:xfrm>
              <a:off x="3180492" y="2071510"/>
              <a:ext cx="0" cy="4248000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フローチャート: 結合子 76">
              <a:extLst>
                <a:ext uri="{FF2B5EF4-FFF2-40B4-BE49-F238E27FC236}">
                  <ns2:creationId id="{D8ADBD7C-2437-37A3-DF1F-38FF62FA9A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2028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D566B4A4-58C2-C0CD-71F3-C09827AB0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82040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フローチャート: 結合子 78">
              <a:extLst>
                <a:ext uri="{FF2B5EF4-FFF2-40B4-BE49-F238E27FC236}">
                  <ns2:creationId id="{0DABF0AD-EBDC-8488-DEC7-906267FD9D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1497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フローチャート: 結合子 79">
              <a:extLst>
                <a:ext uri="{FF2B5EF4-FFF2-40B4-BE49-F238E27FC236}">
                  <ns2:creationId id="{EF324E62-6330-83D4-A14E-E4D289A69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39679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フローチャート: 結合子 80">
              <a:extLst>
                <a:ext uri="{FF2B5EF4-FFF2-40B4-BE49-F238E27FC236}">
                  <ns2:creationId id="{E24E732D-E2B6-198C-FFCF-66229AAAA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64388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結合子 81">
              <a:extLst>
                <a:ext uri="{FF2B5EF4-FFF2-40B4-BE49-F238E27FC236}">
                  <ns2:creationId id="{32EA9D05-CAF5-3D8B-F474-31C5F53C39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4677678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フローチャート: 結合子 82">
              <a:extLst>
                <a:ext uri="{FF2B5EF4-FFF2-40B4-BE49-F238E27FC236}">
                  <ns2:creationId id="{A4EAA2EC-458F-A43C-1C13-633E0376C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571019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フローチャート: 結合子 83">
              <a:extLst>
                <a:ext uri="{FF2B5EF4-FFF2-40B4-BE49-F238E27FC236}">
                  <ns2:creationId id="{C7EC832A-F790-7438-020F-ED58EAAD47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610823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5" name="正方形/長方形 84">
            <a:extLst>
              <a:ext uri="{FF2B5EF4-FFF2-40B4-BE49-F238E27FC236}">
                <ns2:creationId id="{A7C3043A-9642-C9DC-980D-4C67913CA7D4}"/>
              </a:ext>
            </a:extLst>
          </p:cNvPr>
          <p:cNvSpPr/>
          <p:nvPr/>
        </p:nvSpPr>
        <p:spPr>
          <a:xfrm>
            <a:off x="340420" y="3099692"/>
            <a:ext cx="1400738" cy="738201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</a:rPr>
            </a:br>
            <a:r>
              <a:rPr lang="ja-JP" altLang="en-US" sz="11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86" name="正方形/長方形 85">
            <a:extLst>
              <a:ext uri="{FF2B5EF4-FFF2-40B4-BE49-F238E27FC236}">
                <ns2:creationId id="{C4859875-0DBC-62D0-7B45-A5C10FD296B0}"/>
              </a:ext>
            </a:extLst>
          </p:cNvPr>
          <p:cNvSpPr/>
          <p:nvPr/>
        </p:nvSpPr>
        <p:spPr>
          <a:xfrm>
            <a:off x="340420" y="4627669"/>
            <a:ext cx="1400738" cy="244018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22D5B9D3-9215-3928-768A-2B0A08A0BC49}"/>
              </a:ext>
            </a:extLst>
          </p:cNvPr>
          <p:cNvSpPr/>
          <p:nvPr/>
        </p:nvSpPr>
        <p:spPr>
          <a:xfrm>
            <a:off x="340420" y="5660186"/>
            <a:ext cx="1400738" cy="654756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98" name="直線矢印コネクタ 97">
            <a:extLst>
              <a:ext uri="{FF2B5EF4-FFF2-40B4-BE49-F238E27FC236}">
                <ns2:creationId id="{517C6F21-F212-78DD-CD6C-19A74F6FA77E}"/>
              </a:ext>
            </a:extLst>
          </p:cNvPr>
          <p:cNvCxnSpPr>
            <a:cxnSpLocks/>
            <a:stCxn id="86" idx="3"/>
            <a:endCxn id="27" idx="1"/>
          </p:cNvCxnSpPr>
          <p:nvPr/>
        </p:nvCxnSpPr>
        <p:spPr>
          <a:xfrm>
            <a:off x="1741158" y="4749678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線矢印コネクタ 123">
            <a:extLst>
              <a:ext uri="{FF2B5EF4-FFF2-40B4-BE49-F238E27FC236}">
                <ns2:creationId id="{CF9D3F4E-555E-37ED-EA15-4D499430B6B6}"/>
              </a:ext>
            </a:extLst>
          </p:cNvPr>
          <p:cNvCxnSpPr>
            <a:cxnSpLocks/>
          </p:cNvCxnSpPr>
          <p:nvPr/>
        </p:nvCxnSpPr>
        <p:spPr>
          <a:xfrm>
            <a:off x="1741157" y="5987564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直線矢印コネクタ 124">
            <a:extLst>
              <a:ext uri="{FF2B5EF4-FFF2-40B4-BE49-F238E27FC236}">
                <ns2:creationId id="{31411072-063B-43E8-1C27-40FA8C791A11}"/>
              </a:ext>
            </a:extLst>
          </p:cNvPr>
          <p:cNvCxnSpPr>
            <a:cxnSpLocks/>
          </p:cNvCxnSpPr>
          <p:nvPr/>
        </p:nvCxnSpPr>
        <p:spPr>
          <a:xfrm>
            <a:off x="1882469" y="5782195"/>
            <a:ext cx="0" cy="410737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線矢印コネクタ 127">
            <a:extLst>
              <a:ext uri="{FF2B5EF4-FFF2-40B4-BE49-F238E27FC236}">
                <ns2:creationId id="{18D48AB2-4B47-D1CB-D04D-E255CE7431AC}"/>
              </a:ext>
            </a:extLst>
          </p:cNvPr>
          <p:cNvCxnSpPr>
            <a:cxnSpLocks/>
          </p:cNvCxnSpPr>
          <p:nvPr/>
        </p:nvCxnSpPr>
        <p:spPr>
          <a:xfrm>
            <a:off x="1741158" y="3468792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線矢印コネクタ 128">
            <a:extLst>
              <a:ext uri="{FF2B5EF4-FFF2-40B4-BE49-F238E27FC236}">
                <ns2:creationId id="{73A7DAED-39DF-34F2-BCA8-3123D2689E1B}"/>
              </a:ext>
            </a:extLst>
          </p:cNvPr>
          <p:cNvCxnSpPr>
            <a:cxnSpLocks/>
          </p:cNvCxnSpPr>
          <p:nvPr/>
        </p:nvCxnSpPr>
        <p:spPr>
          <a:xfrm>
            <a:off x="1882469" y="3163654"/>
            <a:ext cx="0" cy="610276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" name="グループ化 136">
            <a:extLst>
              <a:ext uri="{FF2B5EF4-FFF2-40B4-BE49-F238E27FC236}">
                <ns2:creationId id="{A2E1AD30-73C7-3DCD-286D-37794810B602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132" name="正方形/長方形 131">
              <a:extLst>
                <a:ext uri="{FF2B5EF4-FFF2-40B4-BE49-F238E27FC236}">
                  <ns2:creationId id="{F73D099D-F180-3727-613F-05B90D272857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136" name="グラフィックス 135" descr="繰り返し 単色塗りつぶし">
              <a:extLst>
                <a:ext uri="{FF2B5EF4-FFF2-40B4-BE49-F238E27FC236}">
                  <ns2:creationId id="{6FECE935-54C8-7DE3-A8DF-1CF3768A53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45" name="グループ化 144">
            <a:extLst>
              <a:ext uri="{FF2B5EF4-FFF2-40B4-BE49-F238E27FC236}">
                <ns2:creationId id="{6796CED4-F11B-2FB9-0987-EBCAAEB46F42}"/>
              </a:ext>
            </a:extLst>
          </p:cNvPr>
          <p:cNvGrpSpPr/>
          <p:nvPr/>
        </p:nvGrpSpPr>
        <p:grpSpPr>
          <a:xfrm>
            <a:off x="5122549" y="3349241"/>
            <a:ext cx="426716" cy="239104"/>
            <a:chOff x="5196318" y="3030389"/>
            <a:chExt cx="426716" cy="239104"/>
          </a:xfrm>
        </p:grpSpPr>
        <p:sp>
          <p:nvSpPr>
            <p:cNvPr id="134" name="正方形/長方形 133">
              <a:extLst>
                <a:ext uri="{FF2B5EF4-FFF2-40B4-BE49-F238E27FC236}">
                  <ns2:creationId id="{317B5137-83E9-4EDE-5987-FC991CED9F85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グラフィックス 143" descr="繰り返し 単色塗りつぶし">
              <a:extLst>
                <a:ext uri="{FF2B5EF4-FFF2-40B4-BE49-F238E27FC236}">
                  <ns2:creationId id="{B64FB43C-76DF-FF89-178B-18D7A959B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2" name="グループ化 151">
            <a:extLst>
              <a:ext uri="{FF2B5EF4-FFF2-40B4-BE49-F238E27FC236}">
                <ns2:creationId id="{6814ADDC-C5EA-49D9-496C-D98EFAED870F}"/>
              </a:ext>
            </a:extLst>
          </p:cNvPr>
          <p:cNvGrpSpPr/>
          <p:nvPr/>
        </p:nvGrpSpPr>
        <p:grpSpPr>
          <a:xfrm>
            <a:off x="5122549" y="4627669"/>
            <a:ext cx="426716" cy="239104"/>
            <a:chOff x="5196318" y="3030389"/>
            <a:chExt cx="426716" cy="239104"/>
          </a:xfrm>
        </p:grpSpPr>
        <p:sp>
          <p:nvSpPr>
            <p:cNvPr id="153" name="正方形/長方形 152">
              <a:extLst>
                <a:ext uri="{FF2B5EF4-FFF2-40B4-BE49-F238E27FC236}">
                  <ns2:creationId id="{775B534A-ABAA-5AF5-8A32-EFA3981CEA2E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グラフィックス 153" descr="繰り返し 単色塗りつぶし">
              <a:extLst>
                <a:ext uri="{FF2B5EF4-FFF2-40B4-BE49-F238E27FC236}">
                  <ns2:creationId id="{DB6FA1A8-F2D0-DC6D-28D0-9D39753C2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5" name="グループ化 154">
            <a:extLst>
              <a:ext uri="{FF2B5EF4-FFF2-40B4-BE49-F238E27FC236}">
                <ns2:creationId id="{27183162-D1A7-EE0B-2B97-4F2ACB7A3BFE}"/>
              </a:ext>
            </a:extLst>
          </p:cNvPr>
          <p:cNvGrpSpPr/>
          <p:nvPr/>
        </p:nvGrpSpPr>
        <p:grpSpPr>
          <a:xfrm>
            <a:off x="5122549" y="5660186"/>
            <a:ext cx="426716" cy="239104"/>
            <a:chOff x="5196318" y="3030389"/>
            <a:chExt cx="426716" cy="239104"/>
          </a:xfrm>
        </p:grpSpPr>
        <p:sp>
          <p:nvSpPr>
            <p:cNvPr id="156" name="正方形/長方形 155">
              <a:extLst>
                <a:ext uri="{FF2B5EF4-FFF2-40B4-BE49-F238E27FC236}">
                  <ns2:creationId id="{C1E76CB1-4D62-97D7-88B1-C8E81C886E49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グラフィックス 156" descr="繰り返し 単色塗りつぶし">
              <a:extLst>
                <a:ext uri="{FF2B5EF4-FFF2-40B4-BE49-F238E27FC236}">
                  <ns2:creationId id="{53DE30E7-D0C8-A9A0-FE2C-C5D26CD53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sp>
        <p:nvSpPr>
          <p:cNvPr id="170" name="正方形/長方形 169">
            <a:extLst>
              <a:ext uri="{FF2B5EF4-FFF2-40B4-BE49-F238E27FC236}">
                <ns2:creationId id="{B93B1C56-C071-FC2C-5AF1-952E54571629}"/>
              </a:ext>
            </a:extLst>
          </p:cNvPr>
          <p:cNvSpPr/>
          <p:nvPr/>
        </p:nvSpPr>
        <p:spPr>
          <a:xfrm>
            <a:off x="717794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ns2:creationId id="{F3C4EF72-A32B-3241-37B9-6C593218E479}"/>
              </a:ext>
            </a:extLst>
          </p:cNvPr>
          <p:cNvSpPr/>
          <p:nvPr/>
        </p:nvSpPr>
        <p:spPr>
          <a:xfrm>
            <a:off x="717794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72" name="正方形/長方形 171">
            <a:extLst>
              <a:ext uri="{FF2B5EF4-FFF2-40B4-BE49-F238E27FC236}">
                <ns2:creationId id="{3786D58E-8C2F-15BD-A526-FF05885E9AC3}"/>
              </a:ext>
            </a:extLst>
          </p:cNvPr>
          <p:cNvSpPr/>
          <p:nvPr/>
        </p:nvSpPr>
        <p:spPr>
          <a:xfrm>
            <a:off x="717794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ns2:creationId id="{5712EC3F-D199-7466-E0E7-5D248477ACC1}"/>
              </a:ext>
            </a:extLst>
          </p:cNvPr>
          <p:cNvSpPr/>
          <p:nvPr/>
        </p:nvSpPr>
        <p:spPr>
          <a:xfrm>
            <a:off x="876066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ED9C926A-534B-BC5F-2771-8309700AE0F1}"/>
              </a:ext>
            </a:extLst>
          </p:cNvPr>
          <p:cNvSpPr/>
          <p:nvPr/>
        </p:nvSpPr>
        <p:spPr>
          <a:xfrm>
            <a:off x="876066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F6AF78C8-669D-978F-2B20-191056A81AC0}"/>
              </a:ext>
            </a:extLst>
          </p:cNvPr>
          <p:cNvSpPr/>
          <p:nvPr/>
        </p:nvSpPr>
        <p:spPr>
          <a:xfrm>
            <a:off x="876066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384D8FEA-E643-92B9-03F5-84DFFAFDB079}"/>
              </a:ext>
            </a:extLst>
          </p:cNvPr>
          <p:cNvSpPr/>
          <p:nvPr/>
        </p:nvSpPr>
        <p:spPr>
          <a:xfrm>
            <a:off x="8760664" y="4082924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ns2:creationId id="{9877ABD7-C732-4ABC-C5A8-0278C090895A}"/>
              </a:ext>
            </a:extLst>
          </p:cNvPr>
          <p:cNvSpPr/>
          <p:nvPr/>
        </p:nvSpPr>
        <p:spPr>
          <a:xfrm>
            <a:off x="1034338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ns2:creationId id="{1EEEC5D0-357D-7FE5-B43E-DE81C48821AB}"/>
              </a:ext>
            </a:extLst>
          </p:cNvPr>
          <p:cNvSpPr/>
          <p:nvPr/>
        </p:nvSpPr>
        <p:spPr>
          <a:xfrm>
            <a:off x="1034338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5" name="正方形/長方形 184">
            <a:extLst>
              <a:ext uri="{FF2B5EF4-FFF2-40B4-BE49-F238E27FC236}">
                <ns2:creationId id="{4DF094C7-1D96-62C5-2B7F-FD6CE0D8C840}"/>
              </a:ext>
            </a:extLst>
          </p:cNvPr>
          <p:cNvSpPr/>
          <p:nvPr/>
        </p:nvSpPr>
        <p:spPr>
          <a:xfrm>
            <a:off x="1034338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6" name="正方形/長方形 185">
            <a:extLst>
              <a:ext uri="{FF2B5EF4-FFF2-40B4-BE49-F238E27FC236}">
                <ns2:creationId id="{8A5A55B4-2118-65A4-ECC4-C1E515440491}"/>
              </a:ext>
            </a:extLst>
          </p:cNvPr>
          <p:cNvSpPr/>
          <p:nvPr/>
        </p:nvSpPr>
        <p:spPr>
          <a:xfrm>
            <a:off x="1034338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DB0272D4-2696-0E5B-CEA3-54FD316353F0}"/>
              </a:ext>
            </a:extLst>
          </p:cNvPr>
          <p:cNvSpPr/>
          <p:nvPr/>
        </p:nvSpPr>
        <p:spPr>
          <a:xfrm>
            <a:off x="8760666" y="4406902"/>
            <a:ext cx="689663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accent2"/>
                </a:solidFill>
                <a:latin typeface="+mn-ea"/>
              </a:rPr>
              <a:t>XX</a:t>
            </a:r>
          </a:p>
        </p:txBody>
      </p:sp>
      <p:sp>
        <p:nvSpPr>
          <p:cNvPr id="192" name="正方形/長方形 191">
            <a:extLst>
              <a:ext uri="{FF2B5EF4-FFF2-40B4-BE49-F238E27FC236}">
                <ns2:creationId id="{41B403C9-C199-D5B3-29D9-1326261E4428}"/>
              </a:ext>
            </a:extLst>
          </p:cNvPr>
          <p:cNvSpPr/>
          <p:nvPr/>
        </p:nvSpPr>
        <p:spPr>
          <a:xfrm>
            <a:off x="10343384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D3D7B915-2425-72F3-0A27-35D1844F7992}"/>
              </a:ext>
            </a:extLst>
          </p:cNvPr>
          <p:cNvGrpSpPr/>
          <p:nvPr/>
        </p:nvGrpSpPr>
        <p:grpSpPr>
          <a:xfrm>
            <a:off x="6111292" y="2573837"/>
            <a:ext cx="1042176" cy="3741968"/>
            <a:chOff x="6111292" y="2573837"/>
            <a:chExt cx="1042176" cy="3741968"/>
          </a:xfrm>
        </p:grpSpPr>
        <p:sp>
          <p:nvSpPr>
            <p:cNvPr id="118" name="正方形/長方形 117">
              <a:extLst>
                <a:ext uri="{FF2B5EF4-FFF2-40B4-BE49-F238E27FC236}">
                  <ns2:creationId id="{A2F9CF10-ACC7-A476-7E47-1E1DE0B93CF7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D089A-8ECC-434A-6810-853A86083C98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AC958B31-1EBC-EE60-A980-EB44B2717484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9475442-C98F-DB68-08E4-B27A410C74B8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011E9F85-9B0F-5903-3260-CA8B82AF7F79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9319B703-9DE5-74A8-4F1E-87DFFDF0808E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4C5E4833-C577-A7A7-4FD5-4C35977FAB66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F0BDD82-68F3-C75B-7125-5C7EEFD3184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88914A78-3A55-2FB3-61A5-223C81BB0628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F8A7394F-0A53-6C07-CED9-3E263410B4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pic>
          <p:nvPicPr>
            <p:cNvPr id="198" name="グラフィックス 197" descr="ペン 単色塗りつぶし">
              <a:extLst>
                <a:ext uri="{FF2B5EF4-FFF2-40B4-BE49-F238E27FC236}">
                  <ns2:creationId id="{9E868195-3355-836C-8BA3-6D271A0962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A8118B5D-FC32-96CE-A63B-93566A1A0768}"/>
              </a:ext>
            </a:extLst>
          </p:cNvPr>
          <p:cNvGrpSpPr/>
          <p:nvPr/>
        </p:nvGrpSpPr>
        <p:grpSpPr>
          <a:xfrm>
            <a:off x="7133089" y="2110014"/>
            <a:ext cx="4722296" cy="458294"/>
            <a:chOff x="7133089" y="2110014"/>
            <a:chExt cx="4722296" cy="458294"/>
          </a:xfrm>
        </p:grpSpPr>
        <p:sp>
          <p:nvSpPr>
            <p:cNvPr id="121" name="正方形/長方形 120">
              <a:extLst>
                <a:ext uri="{FF2B5EF4-FFF2-40B4-BE49-F238E27FC236}">
                  <ns2:creationId id="{3F040DC5-68C2-45D9-CD2A-0571F81C2FDF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B5D28A4-163A-A63C-2177-CDEEB3D7AA54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5D58A778-15ED-EC14-8551-4DE7F2AE8996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フローチャート: 結合子 198">
              <a:extLst>
                <a:ext uri="{FF2B5EF4-FFF2-40B4-BE49-F238E27FC236}">
                  <ns2:creationId id="{B21334E3-0CBD-A309-9F6F-893844E1CBF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フローチャート: 結合子 199">
              <a:extLst>
                <a:ext uri="{FF2B5EF4-FFF2-40B4-BE49-F238E27FC236}">
                  <ns2:creationId id="{9034015D-AD45-D625-DCF2-610C4380601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1" name="フローチャート: 結合子 200">
              <a:extLst>
                <a:ext uri="{FF2B5EF4-FFF2-40B4-BE49-F238E27FC236}">
                  <ns2:creationId id="{9A8C8DAE-0BC4-869D-6312-976C177627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2" name="グラフィックス 201" descr="硬貨 単色塗りつぶし">
              <a:extLst>
                <a:ext uri="{FF2B5EF4-FFF2-40B4-BE49-F238E27FC236}">
                  <ns2:creationId id="{947E3DBE-7728-9CA2-E8A6-28279C1971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05086DF8-43AD-436B-24CC-3276B7418C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948046E7-5DB4-52DC-0EA9-E8DEF31A37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6121901"/>
      </p:ext>
    </p:extLst>
  </p:cSld>
  <p:clrMapOvr>
    <a:masterClrMapping/>
  </p:clrMapOvr>
</p:sld>
</file>

<file path=ppt/slides/slide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0F73917-7646-56C3-87FE-82DB2AC57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グループ化 26">
            <a:extLst>
              <a:ext uri="{FF2B5EF4-FFF2-40B4-BE49-F238E27FC236}">
                <ns2:creationId id="{B4A25357-E2EC-AF42-B2FC-0A229E918FD4}"/>
              </a:ext>
            </a:extLst>
          </p:cNvPr>
          <p:cNvGrpSpPr/>
          <p:nvPr/>
        </p:nvGrpSpPr>
        <p:grpSpPr>
          <a:xfrm>
            <a:off x="6111292" y="2110014"/>
            <a:ext cx="5744094" cy="4205791"/>
            <a:chOff x="6111292" y="2110014"/>
            <a:chExt cx="5744094" cy="4205791"/>
          </a:xfrm>
        </p:grpSpPr>
        <p:sp>
          <p:nvSpPr>
            <p:cNvPr id="105" name="正方形/長方形 104">
              <a:extLst>
                <a:ext uri="{FF2B5EF4-FFF2-40B4-BE49-F238E27FC236}">
                  <ns2:creationId id="{A02B8336-9609-AAAB-22C9-4F24A90622E4}"/>
                </a:ext>
              </a:extLst>
            </p:cNvPr>
            <p:cNvSpPr/>
            <p:nvPr/>
          </p:nvSpPr>
          <p:spPr>
            <a:xfrm>
              <a:off x="717794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8A5B3BF-4610-2378-A13A-3268A802FD3B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FF342E23-9903-EAF8-7035-8ECE32D9A76C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77D66FD-7BB4-B4D8-1292-A8892E030C35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90B66145-8B08-0CDC-FF51-9CE7B7E8EB3A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0EB611F-939F-803A-77A0-34006FFFB5A0}"/>
                </a:ext>
              </a:extLst>
            </p:cNvPr>
            <p:cNvSpPr/>
            <p:nvPr/>
          </p:nvSpPr>
          <p:spPr>
            <a:xfrm>
              <a:off x="7177943" y="4406902"/>
              <a:ext cx="1512001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929FE26-8579-E3B7-26C6-C8165B54C25C}"/>
                </a:ext>
              </a:extLst>
            </p:cNvPr>
            <p:cNvSpPr/>
            <p:nvPr/>
          </p:nvSpPr>
          <p:spPr>
            <a:xfrm>
              <a:off x="9501856" y="4406902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3E41A-01A8-C997-F21E-D39F6C6EE9C1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B135E229-F913-1617-21FA-5624F7EEB9D6}"/>
                </a:ext>
              </a:extLst>
            </p:cNvPr>
            <p:cNvSpPr/>
            <p:nvPr/>
          </p:nvSpPr>
          <p:spPr>
            <a:xfrm>
              <a:off x="9501856" y="5058549"/>
              <a:ext cx="770808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B3DD1AD5-B2C1-63D5-1A4A-E67D7E871B97}"/>
                </a:ext>
              </a:extLst>
            </p:cNvPr>
            <p:cNvSpPr/>
            <p:nvPr/>
          </p:nvSpPr>
          <p:spPr>
            <a:xfrm>
              <a:off x="9501856" y="5710194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021B3D1E-68F9-ABA4-84B5-926EAF6E3175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B4C3A67-19FA-9718-0EEE-F6212B8096CD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2088FC0-5F4F-9D3E-A5E7-4D3F60DC5393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72A0A488-FC11-67AB-B6E4-2CB71D0D51C0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FFE7426-12A6-8667-7948-7EF0DF365087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3FA98A4-C9E1-4634-DA1F-4FB26FBEF8E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EDBABFF9-2C4C-3D65-22E8-D2EE318F89D3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7F13D56B-441C-25C9-F786-8CE931B73EC8}"/>
                </a:ext>
              </a:extLst>
            </p:cNvPr>
            <p:cNvSpPr/>
            <p:nvPr/>
          </p:nvSpPr>
          <p:spPr>
            <a:xfrm>
              <a:off x="717794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A537619F-19B4-6C39-25CA-60CEE2CD3409}"/>
                </a:ext>
              </a:extLst>
            </p:cNvPr>
            <p:cNvSpPr/>
            <p:nvPr/>
          </p:nvSpPr>
          <p:spPr>
            <a:xfrm>
              <a:off x="717794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6E820155-947F-0702-2901-0B7C3B1998F4}"/>
                </a:ext>
              </a:extLst>
            </p:cNvPr>
            <p:cNvSpPr/>
            <p:nvPr/>
          </p:nvSpPr>
          <p:spPr>
            <a:xfrm>
              <a:off x="717794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73" name="直線コネクタ 172">
              <a:extLst>
                <a:ext uri="{FF2B5EF4-FFF2-40B4-BE49-F238E27FC236}">
                  <ns2:creationId id="{75B2C337-B6C1-85E9-D5C0-28F43F51612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4BEED3AC-380E-5398-CFDA-9A49CC6293A4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50441C-7C01-27C1-0B2B-BADFB9FAF5CB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正方形/長方形 175">
              <a:extLst>
                <a:ext uri="{FF2B5EF4-FFF2-40B4-BE49-F238E27FC236}">
                  <ns2:creationId id="{27A5A825-8912-F1DD-C420-1C0014590C72}"/>
                </a:ext>
              </a:extLst>
            </p:cNvPr>
            <p:cNvSpPr/>
            <p:nvPr/>
          </p:nvSpPr>
          <p:spPr>
            <a:xfrm>
              <a:off x="876066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0F3FED7-6754-1603-0B36-A5B292E85838}"/>
                </a:ext>
              </a:extLst>
            </p:cNvPr>
            <p:cNvSpPr/>
            <p:nvPr/>
          </p:nvSpPr>
          <p:spPr>
            <a:xfrm>
              <a:off x="876066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38658B9F-A74E-BD0E-4944-64639C81FB78}"/>
                </a:ext>
              </a:extLst>
            </p:cNvPr>
            <p:cNvSpPr/>
            <p:nvPr/>
          </p:nvSpPr>
          <p:spPr>
            <a:xfrm>
              <a:off x="876066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86758399-30AC-B394-8166-28F3B6FAC970}"/>
                </a:ext>
              </a:extLst>
            </p:cNvPr>
            <p:cNvSpPr/>
            <p:nvPr/>
          </p:nvSpPr>
          <p:spPr>
            <a:xfrm>
              <a:off x="8760664" y="4082924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D84AF551-9156-CB31-5246-C009D08BD9E3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A61A4581-5DD2-4D0D-AC54-CA25EA2271F5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4CABC343-9C43-EB86-2984-1DFAD4E8FE15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正方形/長方形 182">
              <a:extLst>
                <a:ext uri="{FF2B5EF4-FFF2-40B4-BE49-F238E27FC236}">
                  <ns2:creationId id="{88AFF2DD-76F2-1734-F29E-1306DB3B2F49}"/>
                </a:ext>
              </a:extLst>
            </p:cNvPr>
            <p:cNvSpPr/>
            <p:nvPr/>
          </p:nvSpPr>
          <p:spPr>
            <a:xfrm>
              <a:off x="1034338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563EC8CA-B80A-1384-6121-582C5A758150}"/>
                </a:ext>
              </a:extLst>
            </p:cNvPr>
            <p:cNvSpPr/>
            <p:nvPr/>
          </p:nvSpPr>
          <p:spPr>
            <a:xfrm>
              <a:off x="1034338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338825F-A402-F47F-C6D8-B890F90C7768}"/>
                </a:ext>
              </a:extLst>
            </p:cNvPr>
            <p:cNvSpPr/>
            <p:nvPr/>
          </p:nvSpPr>
          <p:spPr>
            <a:xfrm>
              <a:off x="1034338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9E143CE-86BD-61AD-8EDF-1BB2EF99A361}"/>
                </a:ext>
              </a:extLst>
            </p:cNvPr>
            <p:cNvSpPr/>
            <p:nvPr/>
          </p:nvSpPr>
          <p:spPr>
            <a:xfrm>
              <a:off x="1034338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7" name="直線コネクタ 186">
              <a:extLst>
                <a:ext uri="{FF2B5EF4-FFF2-40B4-BE49-F238E27FC236}">
                  <ns2:creationId id="{9F8A5F00-9C18-5E74-5A16-9D76D19EE15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75F76AF-9EF8-F91A-2D5D-83B4B96908A4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8A9FE117-9786-7BDC-DC97-0547A663A021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6443A743-7FC3-71EE-AB53-FE300D1AEF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sp>
          <p:nvSpPr>
            <p:cNvPr id="191" name="正方形/長方形 190">
              <a:extLst>
                <a:ext uri="{FF2B5EF4-FFF2-40B4-BE49-F238E27FC236}">
                  <ns2:creationId id="{2D363081-21EB-10D9-EC12-F441C31ACCB4}"/>
                </a:ext>
              </a:extLst>
            </p:cNvPr>
            <p:cNvSpPr/>
            <p:nvPr/>
          </p:nvSpPr>
          <p:spPr>
            <a:xfrm>
              <a:off x="8760666" y="4406902"/>
              <a:ext cx="689663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accent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8ED024C9-7603-449D-763C-2F615F6ADE4C}"/>
                </a:ext>
              </a:extLst>
            </p:cNvPr>
            <p:cNvSpPr/>
            <p:nvPr/>
          </p:nvSpPr>
          <p:spPr>
            <a:xfrm>
              <a:off x="10343384" y="4418044"/>
              <a:ext cx="1512001" cy="188662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>
                  <a:alpha val="7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9C12F893-22D6-3BA6-0020-EF7D5847C1C4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797260A1-60ED-6699-22D8-D2AC043B3A8D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AB5A1AA-0C6F-C48B-9DA6-739E4E8C6C5A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97F514B6-B4DA-E22F-BA76-41FF45AF2144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4AE90669-0002-9D46-A337-941A776BD67C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8" name="グラフィックス 197" descr="ペン 単色塗りつぶし">
              <a:extLst>
                <a:ext uri="{FF2B5EF4-FFF2-40B4-BE49-F238E27FC236}">
                  <ns2:creationId id="{81392641-0D0A-963E-4CF1-E881E6093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  <p:pic>
          <p:nvPicPr>
            <p:cNvPr id="202" name="グラフィックス 201" descr="硬貨 単色塗りつぶし">
              <a:extLst>
                <a:ext uri="{FF2B5EF4-FFF2-40B4-BE49-F238E27FC236}">
                  <ns2:creationId id="{B4D4DAB2-2B4E-8B4A-D891-B40E7F257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2F4ADC78-2501-A14B-D20F-4794A33E8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00939962-CA4C-CDF6-5D0A-E397B43E0E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  <p:sp>
          <p:nvSpPr>
            <p:cNvPr id="59" name="フローチャート: 結合子 58">
              <a:extLst>
                <a:ext uri="{FF2B5EF4-FFF2-40B4-BE49-F238E27FC236}">
                  <ns2:creationId id="{132C8601-68C2-594A-B64E-0D2656EB8C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フローチャート: 結合子 59">
              <a:extLst>
                <a:ext uri="{FF2B5EF4-FFF2-40B4-BE49-F238E27FC236}">
                  <ns2:creationId id="{67EB2CBC-835F-E985-9DD2-4E58B8BE5F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フローチャート: 結合子 60">
              <a:extLst>
                <a:ext uri="{FF2B5EF4-FFF2-40B4-BE49-F238E27FC236}">
                  <ns2:creationId id="{07873B1F-841A-129E-7564-474E5792F0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0BBC16E8-915B-1420-E1F8-5F9C7946B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4C4CED6-134D-225D-F4CE-FC1991D4D48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C14E6D60-D4B5-2FEB-96DA-A00A7F288F71}"/>
              </a:ext>
            </a:extLst>
          </p:cNvPr>
          <p:cNvGrpSpPr/>
          <p:nvPr/>
        </p:nvGrpSpPr>
        <p:grpSpPr>
          <a:xfrm>
            <a:off x="358301" y="1615388"/>
            <a:ext cx="5662398" cy="400470"/>
            <a:chOff x="358301" y="1615388"/>
            <a:chExt cx="566239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8BB2225A-339D-C6C8-D755-21CD9A9E4A47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1" y="2015858"/>
              <a:ext cx="559879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642190E7-95D0-050F-2686-FC9A4F10D3EA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5999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警告 枠線">
              <a:extLst>
                <a:ext uri="{FF2B5EF4-FFF2-40B4-BE49-F238E27FC236}">
                  <ns2:creationId id="{F26667F9-9178-0C5F-316E-9F0B8E94E0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445694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DD02875B-9CD9-D909-FAC8-98EEC36A9A3D}"/>
              </a:ext>
            </a:extLst>
          </p:cNvPr>
          <p:cNvGrpSpPr/>
          <p:nvPr/>
        </p:nvGrpSpPr>
        <p:grpSpPr>
          <a:xfrm>
            <a:off x="3756819" y="2081666"/>
            <a:ext cx="2200278" cy="408263"/>
            <a:chOff x="3756819" y="2081666"/>
            <a:chExt cx="2200278" cy="408263"/>
          </a:xfrm>
        </p:grpSpPr>
        <p:sp>
          <p:nvSpPr>
            <p:cNvPr id="3" name="テキスト ボックス 2">
              <a:extLst>
                <a:ext uri="{FF2B5EF4-FFF2-40B4-BE49-F238E27FC236}">
                  <ns2:creationId id="{F7E24529-FF31-FB31-936E-7B7129508C19}"/>
                </a:ext>
              </a:extLst>
            </p:cNvPr>
            <p:cNvSpPr txBox="1"/>
            <p:nvPr/>
          </p:nvSpPr>
          <p:spPr>
            <a:xfrm>
              <a:off x="3756819" y="2081666"/>
              <a:ext cx="2200278" cy="408263"/>
            </a:xfrm>
            <a:prstGeom prst="rect">
              <a:avLst/>
            </a:prstGeom>
            <a:solidFill>
              <a:schemeClr val="accent5">
                <a:alpha val="18000"/>
              </a:schemeClr>
            </a:solidFill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11" name="グラフィックス 10" descr="羅針盤 単色塗りつぶし">
              <a:extLst>
                <a:ext uri="{FF2B5EF4-FFF2-40B4-BE49-F238E27FC236}">
                  <ns2:creationId id="{F43F6C2F-23A2-87B4-5113-D7836E177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988567" y="2109183"/>
              <a:ext cx="360000" cy="360000"/>
            </a:xfrm>
            <a:prstGeom prst="rect">
              <a:avLst/>
            </a:prstGeom>
          </p:spPr>
        </p:pic>
      </p:grpSp>
      <p:sp>
        <p:nvSpPr>
          <p:cNvPr id="15" name="テキスト ボックス 14">
            <a:extLst>
              <a:ext uri="{FF2B5EF4-FFF2-40B4-BE49-F238E27FC236}">
                <ns2:creationId id="{4C73134C-2E1D-C303-8F0A-F7BCD5D54015}"/>
              </a:ext>
            </a:extLst>
          </p:cNvPr>
          <p:cNvSpPr txBox="1"/>
          <p:nvPr/>
        </p:nvSpPr>
        <p:spPr>
          <a:xfrm>
            <a:off x="3756820" y="2573837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6" name="テキスト ボックス 15">
            <a:extLst>
              <a:ext uri="{FF2B5EF4-FFF2-40B4-BE49-F238E27FC236}">
                <ns2:creationId id="{C8C1BB83-9124-1599-0215-9D735B8A8122}"/>
              </a:ext>
            </a:extLst>
          </p:cNvPr>
          <p:cNvSpPr txBox="1"/>
          <p:nvPr/>
        </p:nvSpPr>
        <p:spPr>
          <a:xfrm>
            <a:off x="3756820" y="3870024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br>
              <a:rPr lang="en-US" altLang="ja-JP" sz="1400" dirty="0"/>
            </a:b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7" name="テキスト ボックス 16">
            <a:extLst>
              <a:ext uri="{FF2B5EF4-FFF2-40B4-BE49-F238E27FC236}">
                <ns2:creationId id="{53B096C1-49A9-E153-72D8-3D23CC53DD1E}"/>
              </a:ext>
            </a:extLst>
          </p:cNvPr>
          <p:cNvSpPr txBox="1"/>
          <p:nvPr/>
        </p:nvSpPr>
        <p:spPr>
          <a:xfrm>
            <a:off x="3756820" y="5166210"/>
            <a:ext cx="2200278" cy="1142512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cxnSp>
        <p:nvCxnSpPr>
          <p:cNvPr id="19" name="直線コネクタ 18">
            <a:extLst>
              <a:ext uri="{FF2B5EF4-FFF2-40B4-BE49-F238E27FC236}">
                <ns2:creationId id="{3A4F3299-B324-61B5-C8A3-C5434CE00EE0}"/>
              </a:ext>
            </a:extLst>
          </p:cNvPr>
          <p:cNvCxnSpPr/>
          <p:nvPr/>
        </p:nvCxnSpPr>
        <p:spPr>
          <a:xfrm>
            <a:off x="3723183" y="2573836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ns2:creationId id="{67A85768-D1DA-CF83-6993-096CD3B0C6A7}"/>
              </a:ext>
            </a:extLst>
          </p:cNvPr>
          <p:cNvCxnSpPr/>
          <p:nvPr/>
        </p:nvCxnSpPr>
        <p:spPr>
          <a:xfrm>
            <a:off x="3723183" y="3870023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861D2045-94A7-A415-B622-8F6F03D1A08A}"/>
              </a:ext>
            </a:extLst>
          </p:cNvPr>
          <p:cNvCxnSpPr/>
          <p:nvPr/>
        </p:nvCxnSpPr>
        <p:spPr>
          <a:xfrm>
            <a:off x="3723183" y="5166210"/>
            <a:ext cx="0" cy="1142512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グループ化 27">
            <a:extLst>
              <a:ext uri="{FF2B5EF4-FFF2-40B4-BE49-F238E27FC236}">
                <ns2:creationId id="{9EA7A745-A7C5-DE77-1249-8BBF8ED0737D}"/>
              </a:ext>
            </a:extLst>
          </p:cNvPr>
          <p:cNvGrpSpPr/>
          <p:nvPr/>
        </p:nvGrpSpPr>
        <p:grpSpPr>
          <a:xfrm>
            <a:off x="351817" y="2573836"/>
            <a:ext cx="3320567" cy="1152000"/>
            <a:chOff x="351817" y="2573836"/>
            <a:chExt cx="3320567" cy="1152000"/>
          </a:xfrm>
        </p:grpSpPr>
        <p:sp>
          <p:nvSpPr>
            <p:cNvPr id="12" name="テキスト ボックス 11">
              <a:extLst>
                <a:ext uri="{FF2B5EF4-FFF2-40B4-BE49-F238E27FC236}">
                  <ns2:creationId id="{690AD024-1621-C71C-0574-17A0D61BDC12}"/>
                </a:ext>
              </a:extLst>
            </p:cNvPr>
            <p:cNvSpPr txBox="1"/>
            <p:nvPr/>
          </p:nvSpPr>
          <p:spPr>
            <a:xfrm>
              <a:off x="1035723" y="2573836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0" name="グラフィックス 29" descr="プレゼンテーション (円グラフ) 単色塗りつぶし">
              <a:extLst>
                <a:ext uri="{FF2B5EF4-FFF2-40B4-BE49-F238E27FC236}">
                  <ns2:creationId id="{118581EE-C7FC-AA2D-B730-DD1FF7A7B2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51817" y="2775086"/>
              <a:ext cx="617402" cy="617402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C6CFF51C-D664-5ACF-7598-D9BF9FD2FB5F}"/>
              </a:ext>
            </a:extLst>
          </p:cNvPr>
          <p:cNvGrpSpPr/>
          <p:nvPr/>
        </p:nvGrpSpPr>
        <p:grpSpPr>
          <a:xfrm>
            <a:off x="351817" y="3870024"/>
            <a:ext cx="3320567" cy="1152000"/>
            <a:chOff x="351817" y="3870024"/>
            <a:chExt cx="3320567" cy="1152000"/>
          </a:xfrm>
        </p:grpSpPr>
        <p:sp>
          <p:nvSpPr>
            <p:cNvPr id="13" name="テキスト ボックス 12">
              <a:extLst>
                <a:ext uri="{FF2B5EF4-FFF2-40B4-BE49-F238E27FC236}">
                  <ns2:creationId id="{ECB7649B-A38D-2A01-54BB-748B93FC596A}"/>
                </a:ext>
              </a:extLst>
            </p:cNvPr>
            <p:cNvSpPr txBox="1"/>
            <p:nvPr/>
          </p:nvSpPr>
          <p:spPr>
            <a:xfrm>
              <a:off x="1035723" y="3870024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1" name="グラフィックス 30" descr="クリップボード: すべてバツ 単色塗りつぶし">
              <a:extLst>
                <a:ext uri="{FF2B5EF4-FFF2-40B4-BE49-F238E27FC236}">
                  <ns2:creationId id="{1871615D-48A0-C96C-D145-ECC074593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1817" y="4137323"/>
              <a:ext cx="617402" cy="617402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D419C865-0AE5-9307-AC15-42CFF115F3CD}"/>
              </a:ext>
            </a:extLst>
          </p:cNvPr>
          <p:cNvGrpSpPr/>
          <p:nvPr/>
        </p:nvGrpSpPr>
        <p:grpSpPr>
          <a:xfrm>
            <a:off x="351817" y="5166210"/>
            <a:ext cx="3320567" cy="1142512"/>
            <a:chOff x="351817" y="5166210"/>
            <a:chExt cx="3320567" cy="1142512"/>
          </a:xfrm>
        </p:grpSpPr>
        <p:sp>
          <p:nvSpPr>
            <p:cNvPr id="14" name="テキスト ボックス 13">
              <a:extLst>
                <a:ext uri="{FF2B5EF4-FFF2-40B4-BE49-F238E27FC236}">
                  <ns2:creationId id="{7963DE0C-A6BF-C4E4-D98E-9FC6920D2AD2}"/>
                </a:ext>
              </a:extLst>
            </p:cNvPr>
            <p:cNvSpPr txBox="1"/>
            <p:nvPr/>
          </p:nvSpPr>
          <p:spPr>
            <a:xfrm>
              <a:off x="1035723" y="5166210"/>
              <a:ext cx="2636661" cy="114251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" name="グラフィックス 31" descr="パズルのピース 単色塗りつぶし">
              <a:extLst>
                <a:ext uri="{FF2B5EF4-FFF2-40B4-BE49-F238E27FC236}">
                  <ns2:creationId id="{AF09238D-902F-693E-4514-448A69624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51817" y="5433509"/>
              <a:ext cx="617402" cy="617402"/>
            </a:xfrm>
            <a:prstGeom prst="rect">
              <a:avLst/>
            </a:prstGeom>
          </p:spPr>
        </p:pic>
      </p:grpSp>
      <p:cxnSp>
        <p:nvCxnSpPr>
          <p:cNvPr id="33" name="コネクタ: カギ線 32">
            <a:extLst>
              <a:ext uri="{FF2B5EF4-FFF2-40B4-BE49-F238E27FC236}">
                <ns2:creationId id="{0B2AE861-4799-EDB8-74B6-88FE4CF5A663}"/>
              </a:ext>
            </a:extLst>
          </p:cNvPr>
          <p:cNvCxnSpPr>
            <a:cxnSpLocks/>
            <a:stCxn id="15" idx="3"/>
            <a:endCxn id="36" idx="0"/>
          </p:cNvCxnSpPr>
          <p:nvPr/>
        </p:nvCxnSpPr>
        <p:spPr>
          <a:xfrm>
            <a:off x="5957098" y="3149837"/>
            <a:ext cx="3558196" cy="1268206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正方形/長方形 34">
            <a:extLst>
              <a:ext uri="{FF2B5EF4-FFF2-40B4-BE49-F238E27FC236}">
                <ns2:creationId id="{7EF80D74-B1FA-9B2B-DBE1-4A56D4083E66}"/>
              </a:ext>
            </a:extLst>
          </p:cNvPr>
          <p:cNvSpPr/>
          <p:nvPr/>
        </p:nvSpPr>
        <p:spPr>
          <a:xfrm>
            <a:off x="10359603" y="4411075"/>
            <a:ext cx="1490627" cy="188662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029C99E9-73E9-84AC-8DEE-91C74424A543}"/>
              </a:ext>
            </a:extLst>
          </p:cNvPr>
          <p:cNvSpPr/>
          <p:nvPr/>
        </p:nvSpPr>
        <p:spPr>
          <a:xfrm>
            <a:off x="8776883" y="4418043"/>
            <a:ext cx="1476822" cy="1886620"/>
          </a:xfrm>
          <a:prstGeom prst="rect">
            <a:avLst/>
          </a:prstGeom>
          <a:noFill/>
          <a:ln w="38100">
            <a:solidFill>
              <a:schemeClr val="accent2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2A426DFC-A95A-DBD1-A10B-17D12CE66430}"/>
              </a:ext>
            </a:extLst>
          </p:cNvPr>
          <p:cNvSpPr/>
          <p:nvPr/>
        </p:nvSpPr>
        <p:spPr>
          <a:xfrm>
            <a:off x="8790916" y="4504148"/>
            <a:ext cx="1458457" cy="1183029"/>
          </a:xfrm>
          <a:prstGeom prst="rect">
            <a:avLst/>
          </a:prstGeom>
          <a:noFill/>
          <a:ln w="38100">
            <a:solidFill>
              <a:schemeClr val="accent5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" name="直線矢印コネクタ 42">
            <a:extLst>
              <a:ext uri="{FF2B5EF4-FFF2-40B4-BE49-F238E27FC236}">
                <ns2:creationId id="{CDEAF58F-95B0-D855-DDDC-5306239A5562}"/>
              </a:ext>
            </a:extLst>
          </p:cNvPr>
          <p:cNvCxnSpPr>
            <a:cxnSpLocks/>
          </p:cNvCxnSpPr>
          <p:nvPr/>
        </p:nvCxnSpPr>
        <p:spPr>
          <a:xfrm>
            <a:off x="5957097" y="6050911"/>
            <a:ext cx="4386287" cy="0"/>
          </a:xfrm>
          <a:prstGeom prst="straightConnector1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矢印コネクタ 46">
            <a:extLst>
              <a:ext uri="{FF2B5EF4-FFF2-40B4-BE49-F238E27FC236}">
                <ns2:creationId id="{C4D058DA-D50B-B438-2CC4-37A939618843}"/>
              </a:ext>
            </a:extLst>
          </p:cNvPr>
          <p:cNvCxnSpPr>
            <a:cxnSpLocks/>
            <a:stCxn id="16" idx="3"/>
            <a:endCxn id="38" idx="1"/>
          </p:cNvCxnSpPr>
          <p:nvPr/>
        </p:nvCxnSpPr>
        <p:spPr>
          <a:xfrm>
            <a:off x="5957098" y="4446024"/>
            <a:ext cx="2833818" cy="649639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グループ化 62">
            <a:extLst>
              <a:ext uri="{FF2B5EF4-FFF2-40B4-BE49-F238E27FC236}">
                <ns2:creationId id="{6A0927E9-02DB-02A5-8CF0-8E00FB7EFC1E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64" name="正方形/長方形 63">
              <a:extLst>
                <a:ext uri="{FF2B5EF4-FFF2-40B4-BE49-F238E27FC236}">
                  <ns2:creationId id="{C8554081-1D10-58D2-8E65-D64F3691E398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65" name="グラフィックス 64" descr="繰り返し 単色塗りつぶし">
              <a:extLst>
                <a:ext uri="{FF2B5EF4-FFF2-40B4-BE49-F238E27FC236}">
                  <ns2:creationId id="{FCFB1223-F9C8-1A31-5658-3F90210A00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F66965E5-43D7-A972-34B8-C81F3998B568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20" name="直線コネクタ 19">
              <a:extLst>
                <a:ext uri="{FF2B5EF4-FFF2-40B4-BE49-F238E27FC236}">
                  <ns2:creationId id="{D564846E-56BB-F8C3-1C70-B91C778AA07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テキスト ボックス 21">
              <a:extLst>
                <a:ext uri="{FF2B5EF4-FFF2-40B4-BE49-F238E27FC236}">
                  <ns2:creationId id="{AFEC877C-ABE5-AA64-D646-89E66B9AE6C8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23" name="グラフィックス 22" descr="プレゼンテーション (棒グラフ) 枠線">
              <a:extLst>
                <a:ext uri="{FF2B5EF4-FFF2-40B4-BE49-F238E27FC236}">
                  <ns2:creationId id="{904F7EC9-3114-B72B-EEEE-32EBC602BC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50937423"/>
      </p:ext>
    </p:extLst>
  </p:cSld>
  <p:clrMapOvr>
    <a:masterClrMapping/>
  </p:clrMapOvr>
</p:sld>
</file>

<file path=ppt/slides/slide7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C966A1E-9277-00F5-3ED7-F37A6EAE48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D5F33E2-2B94-9508-B0A5-65314834B9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273" name="Group 272">
            <a:extLst>
              <a:ext uri="{FF2B5EF4-FFF2-40B4-BE49-F238E27FC236}">
                <ns2:creationId id="{22337305-1DE5-412C-E6D2-3E8386177493}"/>
              </a:ext>
            </a:extLst>
          </p:cNvPr>
          <p:cNvGrpSpPr/>
          <p:nvPr/>
        </p:nvGrpSpPr>
        <p:grpSpPr>
          <a:xfrm>
            <a:off x="334963" y="1614593"/>
            <a:ext cx="11522073" cy="272415"/>
            <a:chOff x="334963" y="1614593"/>
            <a:chExt cx="11522073" cy="272415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99462137-7684-910F-DDB7-204D37E498C1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242357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324000" rtlCol="0" anchor="ctr"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Factory with solid fill">
              <a:extLst>
                <a:ext uri="{FF2B5EF4-FFF2-40B4-BE49-F238E27FC236}">
                  <ns2:creationId id="{D41341A4-86C6-6EDB-7481-3807B48233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5122" y="1614593"/>
              <a:ext cx="272415" cy="272415"/>
            </a:xfrm>
            <a:prstGeom prst="rect">
              <a:avLst/>
            </a:prstGeom>
          </p:spPr>
        </p:pic>
      </p:grpSp>
      <p:grpSp>
        <p:nvGrpSpPr>
          <p:cNvPr id="66" name="Group 65">
            <a:extLst>
              <a:ext uri="{FF2B5EF4-FFF2-40B4-BE49-F238E27FC236}">
                <ns2:creationId id="{C428358B-886F-C80A-DB90-A78E13E7CE3A}"/>
              </a:ext>
            </a:extLst>
          </p:cNvPr>
          <p:cNvGrpSpPr/>
          <p:nvPr/>
        </p:nvGrpSpPr>
        <p:grpSpPr>
          <a:xfrm>
            <a:off x="334963" y="1942868"/>
            <a:ext cx="11522075" cy="4365857"/>
            <a:chOff x="334963" y="1942868"/>
            <a:chExt cx="11522075" cy="4365857"/>
          </a:xfrm>
        </p:grpSpPr>
        <p:grpSp>
          <p:nvGrpSpPr>
            <p:cNvPr id="17" name="Group 16">
              <a:extLst>
                <a:ext uri="{FF2B5EF4-FFF2-40B4-BE49-F238E27FC236}">
                  <ns2:creationId id="{4178EC56-5BA2-267A-FCC5-38E4E6425135}"/>
                </a:ext>
              </a:extLst>
            </p:cNvPr>
            <p:cNvGrpSpPr/>
            <p:nvPr/>
          </p:nvGrpSpPr>
          <p:grpSpPr>
            <a:xfrm>
              <a:off x="1497812" y="1947531"/>
              <a:ext cx="818956" cy="4361194"/>
              <a:chOff x="1384808" y="1947531"/>
              <a:chExt cx="818956" cy="4361194"/>
            </a:xfrm>
          </p:grpSpPr>
          <p:sp>
            <p:nvSpPr>
              <p:cNvPr id="48" name="table_TWformat_2_3">
                <a:extLst>
                  <a:ext uri="{FF2B5EF4-FFF2-40B4-BE49-F238E27FC236}">
                    <ns2:creationId id="{BCDA2CC7-B79F-5251-A002-690F4509F0DC}"/>
                  </a:ext>
                </a:extLst>
              </p:cNvPr>
              <p:cNvSpPr txBox="1"/>
              <p:nvPr/>
            </p:nvSpPr>
            <p:spPr>
              <a:xfrm>
                <a:off x="1384808" y="23128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0" name="table_TWformat_3_3">
                <a:extLst>
                  <a:ext uri="{FF2B5EF4-FFF2-40B4-BE49-F238E27FC236}">
                    <ns2:creationId id="{B14B843D-6AE7-89BB-92EE-74590DEFC706}"/>
                  </a:ext>
                </a:extLst>
              </p:cNvPr>
              <p:cNvSpPr txBox="1"/>
              <p:nvPr/>
            </p:nvSpPr>
            <p:spPr>
              <a:xfrm>
                <a:off x="1384808" y="26781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ns2:creationId id="{A5EC9821-AD9E-93E0-6283-52B2CF4C9A7B}"/>
                  </a:ext>
                </a:extLst>
              </p:cNvPr>
              <p:cNvCxnSpPr/>
              <p:nvPr/>
            </p:nvCxnSpPr>
            <p:spPr>
              <a:xfrm>
                <a:off x="1384808" y="2666930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table_TWformat_4_3">
                <a:extLst>
                  <a:ext uri="{FF2B5EF4-FFF2-40B4-BE49-F238E27FC236}">
                    <ns2:creationId id="{34121029-9A06-56C3-8F8C-E614F69D0645}"/>
                  </a:ext>
                </a:extLst>
              </p:cNvPr>
              <p:cNvSpPr txBox="1"/>
              <p:nvPr/>
            </p:nvSpPr>
            <p:spPr>
              <a:xfrm>
                <a:off x="1384808" y="30434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3" name="Straight Connector 52">
                <a:extLst>
                  <a:ext uri="{FF2B5EF4-FFF2-40B4-BE49-F238E27FC236}">
                    <ns2:creationId id="{EE9765A2-1181-B351-9143-73FDB8B149D7}"/>
                  </a:ext>
                </a:extLst>
              </p:cNvPr>
              <p:cNvCxnSpPr/>
              <p:nvPr/>
            </p:nvCxnSpPr>
            <p:spPr>
              <a:xfrm>
                <a:off x="1384808" y="30322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able_TWformat_5_3">
                <a:extLst>
                  <a:ext uri="{FF2B5EF4-FFF2-40B4-BE49-F238E27FC236}">
                    <ns2:creationId id="{DCEC8F9B-9832-13E8-650B-5847D9EF7ACA}"/>
                  </a:ext>
                </a:extLst>
              </p:cNvPr>
              <p:cNvSpPr txBox="1"/>
              <p:nvPr/>
            </p:nvSpPr>
            <p:spPr>
              <a:xfrm>
                <a:off x="1384808" y="34087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ns2:creationId id="{24E1A853-4365-13FE-06DA-3D799AEBC775}"/>
                  </a:ext>
                </a:extLst>
              </p:cNvPr>
              <p:cNvCxnSpPr/>
              <p:nvPr/>
            </p:nvCxnSpPr>
            <p:spPr>
              <a:xfrm>
                <a:off x="1384808" y="33975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table_TWformat_6_3">
                <a:extLst>
                  <a:ext uri="{FF2B5EF4-FFF2-40B4-BE49-F238E27FC236}">
                    <ns2:creationId id="{E75C9D14-D21A-4AC8-E395-BBB48B83AB13}"/>
                  </a:ext>
                </a:extLst>
              </p:cNvPr>
              <p:cNvSpPr txBox="1"/>
              <p:nvPr/>
            </p:nvSpPr>
            <p:spPr>
              <a:xfrm>
                <a:off x="1384808" y="37740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7" name="Straight Connector 56">
                <a:extLst>
                  <a:ext uri="{FF2B5EF4-FFF2-40B4-BE49-F238E27FC236}">
                    <ns2:creationId id="{4DEDFAFA-CC3D-7784-F2B7-7AD9B07B77C5}"/>
                  </a:ext>
                </a:extLst>
              </p:cNvPr>
              <p:cNvCxnSpPr/>
              <p:nvPr/>
            </p:nvCxnSpPr>
            <p:spPr>
              <a:xfrm>
                <a:off x="1384808" y="37628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table_TWformat_7_3">
                <a:extLst>
                  <a:ext uri="{FF2B5EF4-FFF2-40B4-BE49-F238E27FC236}">
                    <ns2:creationId id="{3EBF9529-BADC-58C7-7A3F-E946CC63A2D2}"/>
                  </a:ext>
                </a:extLst>
              </p:cNvPr>
              <p:cNvSpPr txBox="1"/>
              <p:nvPr/>
            </p:nvSpPr>
            <p:spPr>
              <a:xfrm>
                <a:off x="1384808" y="41393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ns2:creationId id="{6DCCECCA-63E8-9A92-BF1C-33E930CD44A0}"/>
                  </a:ext>
                </a:extLst>
              </p:cNvPr>
              <p:cNvCxnSpPr/>
              <p:nvPr/>
            </p:nvCxnSpPr>
            <p:spPr>
              <a:xfrm>
                <a:off x="1384808" y="41281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able_TWformat_8_3">
                <a:extLst>
                  <a:ext uri="{FF2B5EF4-FFF2-40B4-BE49-F238E27FC236}">
                    <ns2:creationId id="{46E8C55A-5BE0-D339-2A5F-8834559EC3CC}"/>
                  </a:ext>
                </a:extLst>
              </p:cNvPr>
              <p:cNvSpPr txBox="1"/>
              <p:nvPr/>
            </p:nvSpPr>
            <p:spPr>
              <a:xfrm>
                <a:off x="1384808" y="4504628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ns2:creationId id="{874CB413-D000-608E-CDAC-B7EAFE3CB1C0}"/>
                  </a:ext>
                </a:extLst>
              </p:cNvPr>
              <p:cNvCxnSpPr/>
              <p:nvPr/>
            </p:nvCxnSpPr>
            <p:spPr>
              <a:xfrm>
                <a:off x="1384808" y="44934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able_TWformat_9_3">
                <a:extLst>
                  <a:ext uri="{FF2B5EF4-FFF2-40B4-BE49-F238E27FC236}">
                    <ns2:creationId id="{B6DFB3DC-0BAE-6418-29CA-298E2DF7DB30}"/>
                  </a:ext>
                </a:extLst>
              </p:cNvPr>
              <p:cNvSpPr txBox="1"/>
              <p:nvPr/>
            </p:nvSpPr>
            <p:spPr>
              <a:xfrm>
                <a:off x="1384808" y="48699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ns2:creationId id="{F15DB3E0-EB18-D38C-9846-DD417817461A}"/>
                  </a:ext>
                </a:extLst>
              </p:cNvPr>
              <p:cNvCxnSpPr/>
              <p:nvPr/>
            </p:nvCxnSpPr>
            <p:spPr>
              <a:xfrm>
                <a:off x="1384808" y="48587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able_TWformat_10_3">
                <a:extLst>
                  <a:ext uri="{FF2B5EF4-FFF2-40B4-BE49-F238E27FC236}">
                    <ns2:creationId id="{F5E0BF73-6EF3-6CD2-7A09-677E4439D3DD}"/>
                  </a:ext>
                </a:extLst>
              </p:cNvPr>
              <p:cNvSpPr txBox="1"/>
              <p:nvPr/>
            </p:nvSpPr>
            <p:spPr>
              <a:xfrm>
                <a:off x="1384808" y="52352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ns2:creationId id="{1047A5DB-93E4-4227-C381-45AC75828663}"/>
                  </a:ext>
                </a:extLst>
              </p:cNvPr>
              <p:cNvCxnSpPr/>
              <p:nvPr/>
            </p:nvCxnSpPr>
            <p:spPr>
              <a:xfrm>
                <a:off x="1384808" y="52240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table_TWformat_11_3">
                <a:extLst>
                  <a:ext uri="{FF2B5EF4-FFF2-40B4-BE49-F238E27FC236}">
                    <ns2:creationId id="{EEB27EF1-0EF3-55A3-73C1-4A128819FA2E}"/>
                  </a:ext>
                </a:extLst>
              </p:cNvPr>
              <p:cNvSpPr txBox="1"/>
              <p:nvPr/>
            </p:nvSpPr>
            <p:spPr>
              <a:xfrm>
                <a:off x="1384808" y="56005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ns2:creationId id="{6B23F479-6D3F-A5BF-B774-BBB82937FA82}"/>
                  </a:ext>
                </a:extLst>
              </p:cNvPr>
              <p:cNvCxnSpPr/>
              <p:nvPr/>
            </p:nvCxnSpPr>
            <p:spPr>
              <a:xfrm>
                <a:off x="1384808" y="55893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able_TWformat_12_3">
                <a:extLst>
                  <a:ext uri="{FF2B5EF4-FFF2-40B4-BE49-F238E27FC236}">
                    <ns2:creationId id="{064CD0AC-0FD7-3466-18C9-1319AE572D48}"/>
                  </a:ext>
                </a:extLst>
              </p:cNvPr>
              <p:cNvSpPr txBox="1"/>
              <p:nvPr/>
            </p:nvSpPr>
            <p:spPr>
              <a:xfrm>
                <a:off x="1384808" y="59658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ns2:creationId id="{E731144C-6A19-AEC8-51BC-1890B88BD958}"/>
                  </a:ext>
                </a:extLst>
              </p:cNvPr>
              <p:cNvCxnSpPr/>
              <p:nvPr/>
            </p:nvCxnSpPr>
            <p:spPr>
              <a:xfrm>
                <a:off x="1384808" y="59546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table_TWformat_1_3">
                <a:extLst>
                  <a:ext uri="{FF2B5EF4-FFF2-40B4-BE49-F238E27FC236}">
                    <ns2:creationId id="{4B0962BA-C34F-2DCB-EFA6-4E340AD74D93}"/>
                  </a:ext>
                </a:extLst>
              </p:cNvPr>
              <p:cNvSpPr txBox="1"/>
              <p:nvPr/>
            </p:nvSpPr>
            <p:spPr>
              <a:xfrm>
                <a:off x="1384808" y="1947531"/>
                <a:ext cx="818956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BD2D3F27-0D1D-A6A0-7849-E7DF73D9F30E}"/>
                  </a:ext>
                </a:extLst>
              </p:cNvPr>
              <p:cNvCxnSpPr/>
              <p:nvPr/>
            </p:nvCxnSpPr>
            <p:spPr>
              <a:xfrm>
                <a:off x="1384808" y="2283261"/>
                <a:ext cx="8189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5">
              <a:extLst>
                <a:ext uri="{FF2B5EF4-FFF2-40B4-BE49-F238E27FC236}">
                  <ns2:creationId id="{4566107E-3CC8-4552-186A-28EB58EDA128}"/>
                </a:ext>
              </a:extLst>
            </p:cNvPr>
            <p:cNvGrpSpPr/>
            <p:nvPr/>
          </p:nvGrpSpPr>
          <p:grpSpPr>
            <a:xfrm>
              <a:off x="2357568" y="1947531"/>
              <a:ext cx="2156861" cy="4361194"/>
              <a:chOff x="2239586" y="1947531"/>
              <a:chExt cx="1761838" cy="4361194"/>
            </a:xfrm>
          </p:grpSpPr>
          <p:sp>
            <p:nvSpPr>
              <p:cNvPr id="199" name="table_TWformat_2_4">
                <a:extLst>
                  <a:ext uri="{FF2B5EF4-FFF2-40B4-BE49-F238E27FC236}">
                    <ns2:creationId id="{CCCDF379-CE37-41E7-AFDF-5A471C605908}"/>
                  </a:ext>
                </a:extLst>
              </p:cNvPr>
              <p:cNvSpPr txBox="1"/>
              <p:nvPr/>
            </p:nvSpPr>
            <p:spPr>
              <a:xfrm>
                <a:off x="2239586" y="2312829"/>
                <a:ext cx="1761837" cy="708190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67" name="table_TWformat_4_4">
                <a:extLst>
                  <a:ext uri="{FF2B5EF4-FFF2-40B4-BE49-F238E27FC236}">
                    <ns2:creationId id="{9EAFCD86-7C64-7AF4-B493-9BFBD262D049}"/>
                  </a:ext>
                </a:extLst>
              </p:cNvPr>
              <p:cNvSpPr txBox="1"/>
              <p:nvPr/>
            </p:nvSpPr>
            <p:spPr>
              <a:xfrm>
                <a:off x="2239586" y="3043429"/>
                <a:ext cx="1761837" cy="644651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ns2:creationId id="{24F1D182-D5CB-785F-3696-8CBCDD6AF838}"/>
                  </a:ext>
                </a:extLst>
              </p:cNvPr>
              <p:cNvCxnSpPr/>
              <p:nvPr/>
            </p:nvCxnSpPr>
            <p:spPr>
              <a:xfrm>
                <a:off x="2239586" y="3032229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table_TWformat_6_4">
                <a:extLst>
                  <a:ext uri="{FF2B5EF4-FFF2-40B4-BE49-F238E27FC236}">
                    <ns2:creationId id="{1B9A73BD-4629-E410-64C8-DC7A2804FAAE}"/>
                  </a:ext>
                </a:extLst>
              </p:cNvPr>
              <p:cNvSpPr txBox="1"/>
              <p:nvPr/>
            </p:nvSpPr>
            <p:spPr>
              <a:xfrm>
                <a:off x="2239586" y="3774028"/>
                <a:ext cx="1761837" cy="1073493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kumimoji="1" lang="en-US" altLang="ja-JP" sz="900" dirty="0">
                  <a:latin typeface="+mn-ea"/>
                </a:endParaRPr>
              </a:p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ns2:creationId id="{64D56227-118A-2578-E9CE-EFA5A107AAAF}"/>
                  </a:ext>
                </a:extLst>
              </p:cNvPr>
              <p:cNvCxnSpPr/>
              <p:nvPr/>
            </p:nvCxnSpPr>
            <p:spPr>
              <a:xfrm>
                <a:off x="2239586" y="3762828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table_TWformat_9_4">
                <a:extLst>
                  <a:ext uri="{FF2B5EF4-FFF2-40B4-BE49-F238E27FC236}">
                    <ns2:creationId id="{043FE4B0-3959-B1C3-25DC-F2B7181C62A5}"/>
                  </a:ext>
                </a:extLst>
              </p:cNvPr>
              <p:cNvSpPr txBox="1"/>
              <p:nvPr/>
            </p:nvSpPr>
            <p:spPr>
              <a:xfrm>
                <a:off x="2239586" y="48699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ns2:creationId id="{C14C0B88-54F9-5272-7028-E3F3416B4239}"/>
                  </a:ext>
                </a:extLst>
              </p:cNvPr>
              <p:cNvCxnSpPr/>
              <p:nvPr/>
            </p:nvCxnSpPr>
            <p:spPr>
              <a:xfrm>
                <a:off x="2239586" y="48587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table_TWformat_10_4">
                <a:extLst>
                  <a:ext uri="{FF2B5EF4-FFF2-40B4-BE49-F238E27FC236}">
                    <ns2:creationId id="{BE1B3D8C-A1C4-A1DB-3D31-C5F3E131453D}"/>
                  </a:ext>
                </a:extLst>
              </p:cNvPr>
              <p:cNvSpPr txBox="1"/>
              <p:nvPr/>
            </p:nvSpPr>
            <p:spPr>
              <a:xfrm>
                <a:off x="2239586" y="52352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(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)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0" name="Straight Connector 79">
                <a:extLst>
                  <a:ext uri="{FF2B5EF4-FFF2-40B4-BE49-F238E27FC236}">
                    <ns2:creationId id="{B89C9FEC-10E3-CE68-7CDE-262A35FFD575}"/>
                  </a:ext>
                </a:extLst>
              </p:cNvPr>
              <p:cNvCxnSpPr/>
              <p:nvPr/>
            </p:nvCxnSpPr>
            <p:spPr>
              <a:xfrm>
                <a:off x="2239586" y="52240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table_TWformat_11_4">
                <a:extLst>
                  <a:ext uri="{FF2B5EF4-FFF2-40B4-BE49-F238E27FC236}">
                    <ns2:creationId id="{0898E374-4B80-E343-1D5B-B42443BFBD14}"/>
                  </a:ext>
                </a:extLst>
              </p:cNvPr>
              <p:cNvSpPr txBox="1"/>
              <p:nvPr/>
            </p:nvSpPr>
            <p:spPr>
              <a:xfrm>
                <a:off x="2239586" y="56005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ns2:creationId id="{1230C0E2-1A55-ACA0-E0DE-E1E8E8A55BDC}"/>
                  </a:ext>
                </a:extLst>
              </p:cNvPr>
              <p:cNvCxnSpPr/>
              <p:nvPr/>
            </p:nvCxnSpPr>
            <p:spPr>
              <a:xfrm>
                <a:off x="2239586" y="55893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table_TWformat_12_4">
                <a:extLst>
                  <a:ext uri="{FF2B5EF4-FFF2-40B4-BE49-F238E27FC236}">
                    <ns2:creationId id="{AC448230-CE8A-2C8B-A4BE-472D25A9A3C7}"/>
                  </a:ext>
                </a:extLst>
              </p:cNvPr>
              <p:cNvSpPr txBox="1"/>
              <p:nvPr/>
            </p:nvSpPr>
            <p:spPr>
              <a:xfrm>
                <a:off x="2239586" y="59658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ns2:creationId id="{A0DD3BE2-75F8-7A17-D36C-652997BF5E08}"/>
                  </a:ext>
                </a:extLst>
              </p:cNvPr>
              <p:cNvCxnSpPr/>
              <p:nvPr/>
            </p:nvCxnSpPr>
            <p:spPr>
              <a:xfrm>
                <a:off x="2239586" y="59546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table_TWformat_1_4">
                <a:extLst>
                  <a:ext uri="{FF2B5EF4-FFF2-40B4-BE49-F238E27FC236}">
                    <ns2:creationId id="{7A1480A6-8C78-A27B-44F1-CCC9597B487C}"/>
                  </a:ext>
                </a:extLst>
              </p:cNvPr>
              <p:cNvSpPr txBox="1"/>
              <p:nvPr/>
            </p:nvSpPr>
            <p:spPr>
              <a:xfrm>
                <a:off x="2239586" y="1947531"/>
                <a:ext cx="1761837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ns2:creationId id="{887C1F2E-2A53-58E2-D7B9-4B036DC35C56}"/>
                  </a:ext>
                </a:extLst>
              </p:cNvPr>
              <p:cNvCxnSpPr/>
              <p:nvPr/>
            </p:nvCxnSpPr>
            <p:spPr>
              <a:xfrm>
                <a:off x="2239586" y="2283261"/>
                <a:ext cx="176183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Group 64">
              <a:extLst>
                <a:ext uri="{FF2B5EF4-FFF2-40B4-BE49-F238E27FC236}">
                  <ns2:creationId id="{5AB0F3E9-9679-07AD-5E0C-EFF2112664C2}"/>
                </a:ext>
              </a:extLst>
            </p:cNvPr>
            <p:cNvGrpSpPr/>
            <p:nvPr/>
          </p:nvGrpSpPr>
          <p:grpSpPr>
            <a:xfrm>
              <a:off x="4555229" y="1947531"/>
              <a:ext cx="686362" cy="4361194"/>
              <a:chOff x="4432269" y="1947531"/>
              <a:chExt cx="847864" cy="4361194"/>
            </a:xfrm>
          </p:grpSpPr>
          <p:sp>
            <p:nvSpPr>
              <p:cNvPr id="86" name="table_TWformat_2_5">
                <a:extLst>
                  <a:ext uri="{FF2B5EF4-FFF2-40B4-BE49-F238E27FC236}">
                    <ns2:creationId id="{26E999DA-6BC6-FA73-8007-30F5342342E4}"/>
                  </a:ext>
                </a:extLst>
              </p:cNvPr>
              <p:cNvSpPr txBox="1"/>
              <p:nvPr/>
            </p:nvSpPr>
            <p:spPr>
              <a:xfrm>
                <a:off x="4432269" y="23128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88" name="table_TWformat_3_5">
                <a:extLst>
                  <a:ext uri="{FF2B5EF4-FFF2-40B4-BE49-F238E27FC236}">
                    <ns2:creationId id="{20A67450-DD76-D1F7-7D85-32096D8E98AE}"/>
                  </a:ext>
                </a:extLst>
              </p:cNvPr>
              <p:cNvSpPr txBox="1"/>
              <p:nvPr/>
            </p:nvSpPr>
            <p:spPr>
              <a:xfrm>
                <a:off x="4432269" y="26781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ns2:creationId id="{1D331A4B-C41A-853A-F001-21AF96B5C3DF}"/>
                  </a:ext>
                </a:extLst>
              </p:cNvPr>
              <p:cNvCxnSpPr/>
              <p:nvPr/>
            </p:nvCxnSpPr>
            <p:spPr>
              <a:xfrm>
                <a:off x="4432269" y="2666930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table_TWformat_4_5">
                <a:extLst>
                  <a:ext uri="{FF2B5EF4-FFF2-40B4-BE49-F238E27FC236}">
                    <ns2:creationId id="{5A09063A-E3F1-E466-DD6F-2B4C136CFCB5}"/>
                  </a:ext>
                </a:extLst>
              </p:cNvPr>
              <p:cNvSpPr txBox="1"/>
              <p:nvPr/>
            </p:nvSpPr>
            <p:spPr>
              <a:xfrm>
                <a:off x="4432269" y="30434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(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br>
                  <a:rPr kumimoji="1" lang="en-US" altLang="ja-JP" sz="700" dirty="0">
                    <a:latin typeface="+mn-ea"/>
                  </a:rPr>
                </a:b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ns2:creationId id="{F5972A9B-73B7-9104-BDC3-1A270C59C44D}"/>
                  </a:ext>
                </a:extLst>
              </p:cNvPr>
              <p:cNvCxnSpPr/>
              <p:nvPr/>
            </p:nvCxnSpPr>
            <p:spPr>
              <a:xfrm>
                <a:off x="4432269" y="30322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table_TWformat_5_5">
                <a:extLst>
                  <a:ext uri="{FF2B5EF4-FFF2-40B4-BE49-F238E27FC236}">
                    <ns2:creationId id="{D10A3C09-B675-169A-9B8D-F3FC832A5ED5}"/>
                  </a:ext>
                </a:extLst>
              </p:cNvPr>
              <p:cNvSpPr txBox="1"/>
              <p:nvPr/>
            </p:nvSpPr>
            <p:spPr>
              <a:xfrm>
                <a:off x="4432269" y="34087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ns2:creationId id="{1D1DEE0C-A080-8557-5158-DC780A1C440D}"/>
                  </a:ext>
                </a:extLst>
              </p:cNvPr>
              <p:cNvCxnSpPr/>
              <p:nvPr/>
            </p:nvCxnSpPr>
            <p:spPr>
              <a:xfrm>
                <a:off x="4432269" y="33975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table_TWformat_6_5">
                <a:extLst>
                  <a:ext uri="{FF2B5EF4-FFF2-40B4-BE49-F238E27FC236}">
                    <ns2:creationId id="{1B7CFF6E-80D2-84A4-FD58-D71A521C05C9}"/>
                  </a:ext>
                </a:extLst>
              </p:cNvPr>
              <p:cNvSpPr txBox="1"/>
              <p:nvPr/>
            </p:nvSpPr>
            <p:spPr>
              <a:xfrm>
                <a:off x="4432269" y="37740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ns2:creationId id="{A5FF0078-2E90-767F-66D6-89865FB238C9}"/>
                  </a:ext>
                </a:extLst>
              </p:cNvPr>
              <p:cNvCxnSpPr/>
              <p:nvPr/>
            </p:nvCxnSpPr>
            <p:spPr>
              <a:xfrm>
                <a:off x="4432269" y="37628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able_TWformat_7_5">
                <a:extLst>
                  <a:ext uri="{FF2B5EF4-FFF2-40B4-BE49-F238E27FC236}">
                    <ns2:creationId id="{EAF72637-3CEA-005C-65C1-8F908D1EE3A6}"/>
                  </a:ext>
                </a:extLst>
              </p:cNvPr>
              <p:cNvSpPr txBox="1"/>
              <p:nvPr/>
            </p:nvSpPr>
            <p:spPr>
              <a:xfrm>
                <a:off x="4432269" y="41393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EDE089F2-8E54-753E-60AE-615A9C0C0E66}"/>
                  </a:ext>
                </a:extLst>
              </p:cNvPr>
              <p:cNvCxnSpPr/>
              <p:nvPr/>
            </p:nvCxnSpPr>
            <p:spPr>
              <a:xfrm>
                <a:off x="4432269" y="41281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able_TWformat_8_5">
                <a:extLst>
                  <a:ext uri="{FF2B5EF4-FFF2-40B4-BE49-F238E27FC236}">
                    <ns2:creationId id="{84514114-F925-50D1-A5C0-9BE9ADFCB2E2}"/>
                  </a:ext>
                </a:extLst>
              </p:cNvPr>
              <p:cNvSpPr txBox="1"/>
              <p:nvPr/>
            </p:nvSpPr>
            <p:spPr>
              <a:xfrm>
                <a:off x="4432269" y="4504628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ns2:creationId id="{4C4B155D-9BDF-373D-8BAD-2D910F94F6AA}"/>
                  </a:ext>
                </a:extLst>
              </p:cNvPr>
              <p:cNvCxnSpPr/>
              <p:nvPr/>
            </p:nvCxnSpPr>
            <p:spPr>
              <a:xfrm>
                <a:off x="4432269" y="44934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able_TWformat_9_5">
                <a:extLst>
                  <a:ext uri="{FF2B5EF4-FFF2-40B4-BE49-F238E27FC236}">
                    <ns2:creationId id="{57E87ADB-BD5A-62E2-94BB-B5C56545F6B2}"/>
                  </a:ext>
                </a:extLst>
              </p:cNvPr>
              <p:cNvSpPr txBox="1"/>
              <p:nvPr/>
            </p:nvSpPr>
            <p:spPr>
              <a:xfrm>
                <a:off x="4432269" y="48699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ns2:creationId id="{39962F91-8071-9D14-4ABD-F99F96449808}"/>
                  </a:ext>
                </a:extLst>
              </p:cNvPr>
              <p:cNvCxnSpPr/>
              <p:nvPr/>
            </p:nvCxnSpPr>
            <p:spPr>
              <a:xfrm>
                <a:off x="4432269" y="48587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" name="table_TWformat_10_5">
                <a:extLst>
                  <a:ext uri="{FF2B5EF4-FFF2-40B4-BE49-F238E27FC236}">
                    <ns2:creationId id="{2240EF1D-F020-7974-E124-7BC0A0A9637B}"/>
                  </a:ext>
                </a:extLst>
              </p:cNvPr>
              <p:cNvSpPr txBox="1"/>
              <p:nvPr/>
            </p:nvSpPr>
            <p:spPr>
              <a:xfrm>
                <a:off x="4432269" y="52352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ns2:creationId id="{61C17C24-09CB-C66A-6FB8-223B33C2AA1E}"/>
                  </a:ext>
                </a:extLst>
              </p:cNvPr>
              <p:cNvCxnSpPr/>
              <p:nvPr/>
            </p:nvCxnSpPr>
            <p:spPr>
              <a:xfrm>
                <a:off x="4432269" y="52240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table_TWformat_11_5">
                <a:extLst>
                  <a:ext uri="{FF2B5EF4-FFF2-40B4-BE49-F238E27FC236}">
                    <ns2:creationId id="{F427C033-5B0D-3A33-780A-FB5C4FACF399}"/>
                  </a:ext>
                </a:extLst>
              </p:cNvPr>
              <p:cNvSpPr txBox="1"/>
              <p:nvPr/>
            </p:nvSpPr>
            <p:spPr>
              <a:xfrm>
                <a:off x="4432269" y="56005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700" dirty="0">
                    <a:latin typeface="+mn-ea"/>
                  </a:rPr>
                  <a:t>(</a:t>
                </a:r>
                <a:r>
                  <a:rPr lang="zh-TW" altLang="en-US" sz="700" dirty="0">
                    <a:latin typeface="+mn-ea"/>
                  </a:rPr>
                  <a:t>XX</a:t>
                </a:r>
                <a:r>
                  <a:rPr lang="en-US" altLang="zh-TW" sz="700" dirty="0">
                    <a:latin typeface="+mn-ea"/>
                  </a:rPr>
                  <a:t>)</a:t>
                </a:r>
                <a:endParaRPr kumimoji="1" lang="ja-JP" altLang="en-US" sz="700" dirty="0">
                  <a:latin typeface="+mn-ea"/>
                </a:endParaRPr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ns2:creationId id="{4FCF5247-E1DB-33D3-25B6-175EE41C110E}"/>
                  </a:ext>
                </a:extLst>
              </p:cNvPr>
              <p:cNvCxnSpPr/>
              <p:nvPr/>
            </p:nvCxnSpPr>
            <p:spPr>
              <a:xfrm>
                <a:off x="4432269" y="55893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table_TWformat_12_5">
                <a:extLst>
                  <a:ext uri="{FF2B5EF4-FFF2-40B4-BE49-F238E27FC236}">
                    <ns2:creationId id="{AC0490FA-5517-0655-D239-19BE8ABFFE63}"/>
                  </a:ext>
                </a:extLst>
              </p:cNvPr>
              <p:cNvSpPr txBox="1"/>
              <p:nvPr/>
            </p:nvSpPr>
            <p:spPr>
              <a:xfrm>
                <a:off x="4432269" y="59658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ns2:creationId id="{C2DA283D-1C98-1852-392D-D84DBE227957}"/>
                  </a:ext>
                </a:extLst>
              </p:cNvPr>
              <p:cNvCxnSpPr/>
              <p:nvPr/>
            </p:nvCxnSpPr>
            <p:spPr>
              <a:xfrm>
                <a:off x="4432269" y="59546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able_TWformat_1_5">
                <a:extLst>
                  <a:ext uri="{FF2B5EF4-FFF2-40B4-BE49-F238E27FC236}">
                    <ns2:creationId id="{497C3834-6257-CBE1-28AE-19EC98862C3A}"/>
                  </a:ext>
                </a:extLst>
              </p:cNvPr>
              <p:cNvSpPr txBox="1"/>
              <p:nvPr/>
            </p:nvSpPr>
            <p:spPr>
              <a:xfrm>
                <a:off x="4432269" y="1947531"/>
                <a:ext cx="847864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r>
                  <a:rPr kumimoji="1" lang="en-US" altLang="zh-CN" sz="900" dirty="0">
                    <a:latin typeface="+mn-ea"/>
                  </a:rPr>
                  <a:t>/</a:t>
                </a: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ns2:creationId id="{7E67881E-C8E5-60E1-A57D-94A16F28DCBB}"/>
                  </a:ext>
                </a:extLst>
              </p:cNvPr>
              <p:cNvCxnSpPr/>
              <p:nvPr/>
            </p:nvCxnSpPr>
            <p:spPr>
              <a:xfrm>
                <a:off x="4432269" y="2283261"/>
                <a:ext cx="8478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Group 7">
              <a:extLst>
                <a:ext uri="{FF2B5EF4-FFF2-40B4-BE49-F238E27FC236}">
                  <ns2:creationId id="{4BBE3C78-34E9-3429-8AA7-757596197A8A}"/>
                </a:ext>
              </a:extLst>
            </p:cNvPr>
            <p:cNvGrpSpPr/>
            <p:nvPr/>
          </p:nvGrpSpPr>
          <p:grpSpPr>
            <a:xfrm>
              <a:off x="5282391" y="1947531"/>
              <a:ext cx="636115" cy="4361194"/>
              <a:chOff x="5315955" y="1947531"/>
              <a:chExt cx="543918" cy="4361194"/>
            </a:xfrm>
          </p:grpSpPr>
          <p:sp>
            <p:nvSpPr>
              <p:cNvPr id="109" name="table_TWformat_2_6">
                <a:extLst>
                  <a:ext uri="{FF2B5EF4-FFF2-40B4-BE49-F238E27FC236}">
                    <ns2:creationId id="{2869B45C-2CD1-12A1-6F42-B6FAF72D7493}"/>
                  </a:ext>
                </a:extLst>
              </p:cNvPr>
              <p:cNvSpPr txBox="1"/>
              <p:nvPr/>
            </p:nvSpPr>
            <p:spPr>
              <a:xfrm>
                <a:off x="5315955" y="2312829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13" name="table_TWformat_4_6">
                <a:extLst>
                  <a:ext uri="{FF2B5EF4-FFF2-40B4-BE49-F238E27FC236}">
                    <ns2:creationId id="{F3958639-5866-6505-AB82-C355F32F8FFE}"/>
                  </a:ext>
                </a:extLst>
              </p:cNvPr>
              <p:cNvSpPr txBox="1"/>
              <p:nvPr/>
            </p:nvSpPr>
            <p:spPr>
              <a:xfrm>
                <a:off x="5315955" y="3043428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ns2:creationId id="{6FAA7910-4913-B1A1-9D2E-BC43BA0214A4}"/>
                  </a:ext>
                </a:extLst>
              </p:cNvPr>
              <p:cNvCxnSpPr/>
              <p:nvPr/>
            </p:nvCxnSpPr>
            <p:spPr>
              <a:xfrm>
                <a:off x="5315955" y="3032229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table_TWformat_6_6">
                <a:extLst>
                  <a:ext uri="{FF2B5EF4-FFF2-40B4-BE49-F238E27FC236}">
                    <ns2:creationId id="{5ED23456-D30B-5ADB-2D5E-839EFAA176D4}"/>
                  </a:ext>
                </a:extLst>
              </p:cNvPr>
              <p:cNvSpPr txBox="1"/>
              <p:nvPr/>
            </p:nvSpPr>
            <p:spPr>
              <a:xfrm>
                <a:off x="5315955" y="3774028"/>
                <a:ext cx="543915" cy="10734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8" name="Straight Connector 117">
                <a:extLst>
                  <a:ext uri="{FF2B5EF4-FFF2-40B4-BE49-F238E27FC236}">
                    <ns2:creationId id="{5E64DB8D-77BA-752F-C64A-86ED22D9927D}"/>
                  </a:ext>
                </a:extLst>
              </p:cNvPr>
              <p:cNvCxnSpPr/>
              <p:nvPr/>
            </p:nvCxnSpPr>
            <p:spPr>
              <a:xfrm>
                <a:off x="5315955" y="3762828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able_TWformat_9_6">
                <a:extLst>
                  <a:ext uri="{FF2B5EF4-FFF2-40B4-BE49-F238E27FC236}">
                    <ns2:creationId id="{664BF63F-DD38-A8AF-4DF9-AF96DE3CFAFC}"/>
                  </a:ext>
                </a:extLst>
              </p:cNvPr>
              <p:cNvSpPr txBox="1"/>
              <p:nvPr/>
            </p:nvSpPr>
            <p:spPr>
              <a:xfrm>
                <a:off x="5315955" y="48699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ns2:creationId id="{6DF8A9EC-B27A-61A8-3247-A00647E5B312}"/>
                  </a:ext>
                </a:extLst>
              </p:cNvPr>
              <p:cNvCxnSpPr/>
              <p:nvPr/>
            </p:nvCxnSpPr>
            <p:spPr>
              <a:xfrm>
                <a:off x="5315955" y="48587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able_TWformat_10_6">
                <a:extLst>
                  <a:ext uri="{FF2B5EF4-FFF2-40B4-BE49-F238E27FC236}">
                    <ns2:creationId id="{DF94F0EA-1934-1E12-19B6-2AABE869CB96}"/>
                  </a:ext>
                </a:extLst>
              </p:cNvPr>
              <p:cNvSpPr txBox="1"/>
              <p:nvPr/>
            </p:nvSpPr>
            <p:spPr>
              <a:xfrm>
                <a:off x="5315955" y="52352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ns2:creationId id="{5DB96948-16DB-05D3-74B4-88503AF08D63}"/>
                  </a:ext>
                </a:extLst>
              </p:cNvPr>
              <p:cNvCxnSpPr/>
              <p:nvPr/>
            </p:nvCxnSpPr>
            <p:spPr>
              <a:xfrm>
                <a:off x="5315955" y="52240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" name="table_TWformat_11_6">
                <a:extLst>
                  <a:ext uri="{FF2B5EF4-FFF2-40B4-BE49-F238E27FC236}">
                    <ns2:creationId id="{BC776DCB-773D-D428-49E9-1C374900A993}"/>
                  </a:ext>
                </a:extLst>
              </p:cNvPr>
              <p:cNvSpPr txBox="1"/>
              <p:nvPr/>
            </p:nvSpPr>
            <p:spPr>
              <a:xfrm>
                <a:off x="5315958" y="56005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8" name="Straight Connector 127">
                <a:extLst>
                  <a:ext uri="{FF2B5EF4-FFF2-40B4-BE49-F238E27FC236}">
                    <ns2:creationId id="{BE3110FB-B91C-5982-C191-7A8A4ED55F0C}"/>
                  </a:ext>
                </a:extLst>
              </p:cNvPr>
              <p:cNvCxnSpPr/>
              <p:nvPr/>
            </p:nvCxnSpPr>
            <p:spPr>
              <a:xfrm>
                <a:off x="5315955" y="55893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table_TWformat_12_6">
                <a:extLst>
                  <a:ext uri="{FF2B5EF4-FFF2-40B4-BE49-F238E27FC236}">
                    <ns2:creationId id="{216D2DC4-4452-5663-3B0C-DB25F23D4F05}"/>
                  </a:ext>
                </a:extLst>
              </p:cNvPr>
              <p:cNvSpPr txBox="1"/>
              <p:nvPr/>
            </p:nvSpPr>
            <p:spPr>
              <a:xfrm>
                <a:off x="5315955" y="59658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ns2:creationId id="{57A3B1D5-A611-C611-EDDB-8BB0D3F0F992}"/>
                  </a:ext>
                </a:extLst>
              </p:cNvPr>
              <p:cNvCxnSpPr/>
              <p:nvPr/>
            </p:nvCxnSpPr>
            <p:spPr>
              <a:xfrm>
                <a:off x="5315955" y="59546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able_TWformat_1_6">
                <a:extLst>
                  <a:ext uri="{FF2B5EF4-FFF2-40B4-BE49-F238E27FC236}">
                    <ns2:creationId id="{F23D5DA2-22DB-7513-72F4-945858329490}"/>
                  </a:ext>
                </a:extLst>
              </p:cNvPr>
              <p:cNvSpPr txBox="1"/>
              <p:nvPr/>
            </p:nvSpPr>
            <p:spPr>
              <a:xfrm>
                <a:off x="5315955" y="1947531"/>
                <a:ext cx="543915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ns2:creationId id="{3AF5F51A-2A69-BA97-6B7B-F79C47CF36E9}"/>
                  </a:ext>
                </a:extLst>
              </p:cNvPr>
              <p:cNvCxnSpPr/>
              <p:nvPr/>
            </p:nvCxnSpPr>
            <p:spPr>
              <a:xfrm>
                <a:off x="5315955" y="2283261"/>
                <a:ext cx="54391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3">
              <a:extLst>
                <a:ext uri="{FF2B5EF4-FFF2-40B4-BE49-F238E27FC236}">
                  <ns2:creationId id="{E6D1DB2A-8825-EFC8-D4FB-2C141328B7A1}"/>
                </a:ext>
              </a:extLst>
            </p:cNvPr>
            <p:cNvGrpSpPr/>
            <p:nvPr/>
          </p:nvGrpSpPr>
          <p:grpSpPr>
            <a:xfrm>
              <a:off x="5959306" y="1947531"/>
              <a:ext cx="591469" cy="4361194"/>
              <a:chOff x="5959306" y="1947531"/>
              <a:chExt cx="591469" cy="4361194"/>
            </a:xfrm>
          </p:grpSpPr>
          <p:sp>
            <p:nvSpPr>
              <p:cNvPr id="132" name="table_TWformat_2_7">
                <a:extLst>
                  <a:ext uri="{FF2B5EF4-FFF2-40B4-BE49-F238E27FC236}">
                    <ns2:creationId id="{EB77C758-AF7D-5EFD-12B4-D42C8AD0BBAD}"/>
                  </a:ext>
                </a:extLst>
              </p:cNvPr>
              <p:cNvSpPr txBox="1"/>
              <p:nvPr/>
            </p:nvSpPr>
            <p:spPr>
              <a:xfrm>
                <a:off x="5959306" y="23128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34" name="table_TWformat_3_7">
                <a:extLst>
                  <a:ext uri="{FF2B5EF4-FFF2-40B4-BE49-F238E27FC236}">
                    <ns2:creationId id="{E5D65D5B-1760-FCC6-66B5-8A0AC433CA4C}"/>
                  </a:ext>
                </a:extLst>
              </p:cNvPr>
              <p:cNvSpPr txBox="1"/>
              <p:nvPr/>
            </p:nvSpPr>
            <p:spPr>
              <a:xfrm>
                <a:off x="5959306" y="26781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ns2:creationId id="{255F8DE2-FE7C-5D9D-EC8A-8D0A1988E642}"/>
                  </a:ext>
                </a:extLst>
              </p:cNvPr>
              <p:cNvCxnSpPr/>
              <p:nvPr/>
            </p:nvCxnSpPr>
            <p:spPr>
              <a:xfrm>
                <a:off x="5959306" y="2666930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able_TWformat_4_7">
                <a:extLst>
                  <a:ext uri="{FF2B5EF4-FFF2-40B4-BE49-F238E27FC236}">
                    <ns2:creationId id="{693AEF8B-DE5C-5A69-EDED-2025DB924A3A}"/>
                  </a:ext>
                </a:extLst>
              </p:cNvPr>
              <p:cNvSpPr txBox="1"/>
              <p:nvPr/>
            </p:nvSpPr>
            <p:spPr>
              <a:xfrm>
                <a:off x="5959306" y="30434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ns2:creationId id="{84BC507D-5B3A-F280-B5AB-26A087F1345C}"/>
                  </a:ext>
                </a:extLst>
              </p:cNvPr>
              <p:cNvCxnSpPr/>
              <p:nvPr/>
            </p:nvCxnSpPr>
            <p:spPr>
              <a:xfrm>
                <a:off x="5959306" y="30322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able_TWformat_5_7">
                <a:extLst>
                  <a:ext uri="{FF2B5EF4-FFF2-40B4-BE49-F238E27FC236}">
                    <ns2:creationId id="{5AAA9B2E-0B94-A433-A0C2-3B40BB062C20}"/>
                  </a:ext>
                </a:extLst>
              </p:cNvPr>
              <p:cNvSpPr txBox="1"/>
              <p:nvPr/>
            </p:nvSpPr>
            <p:spPr>
              <a:xfrm>
                <a:off x="5959306" y="34087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9" name="Straight Connector 138">
                <a:extLst>
                  <a:ext uri="{FF2B5EF4-FFF2-40B4-BE49-F238E27FC236}">
                    <ns2:creationId id="{740F4440-4052-4E54-2E7B-6417176800A8}"/>
                  </a:ext>
                </a:extLst>
              </p:cNvPr>
              <p:cNvCxnSpPr/>
              <p:nvPr/>
            </p:nvCxnSpPr>
            <p:spPr>
              <a:xfrm>
                <a:off x="5959306" y="33975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0" name="table_TWformat_6_7">
                <a:extLst>
                  <a:ext uri="{FF2B5EF4-FFF2-40B4-BE49-F238E27FC236}">
                    <ns2:creationId id="{4EEAE668-78DA-DE43-D12A-E0EE40451025}"/>
                  </a:ext>
                </a:extLst>
              </p:cNvPr>
              <p:cNvSpPr txBox="1"/>
              <p:nvPr/>
            </p:nvSpPr>
            <p:spPr>
              <a:xfrm>
                <a:off x="5959306" y="37740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ns2:creationId id="{0B1754B5-1798-8606-2A7C-C8DC9227BF6C}"/>
                  </a:ext>
                </a:extLst>
              </p:cNvPr>
              <p:cNvCxnSpPr/>
              <p:nvPr/>
            </p:nvCxnSpPr>
            <p:spPr>
              <a:xfrm>
                <a:off x="5959306" y="37628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table_TWformat_7_7">
                <a:extLst>
                  <a:ext uri="{FF2B5EF4-FFF2-40B4-BE49-F238E27FC236}">
                    <ns2:creationId id="{6B763673-53D4-ADBA-B14C-B33DE5C574B7}"/>
                  </a:ext>
                </a:extLst>
              </p:cNvPr>
              <p:cNvSpPr txBox="1"/>
              <p:nvPr/>
            </p:nvSpPr>
            <p:spPr>
              <a:xfrm>
                <a:off x="5959306" y="41393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3" name="Straight Connector 142">
                <a:extLst>
                  <a:ext uri="{FF2B5EF4-FFF2-40B4-BE49-F238E27FC236}">
                    <ns2:creationId id="{DC70100B-EADE-B096-A161-2624EFEBBA51}"/>
                  </a:ext>
                </a:extLst>
              </p:cNvPr>
              <p:cNvCxnSpPr/>
              <p:nvPr/>
            </p:nvCxnSpPr>
            <p:spPr>
              <a:xfrm>
                <a:off x="5959306" y="41281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able_TWformat_8_7">
                <a:extLst>
                  <a:ext uri="{FF2B5EF4-FFF2-40B4-BE49-F238E27FC236}">
                    <ns2:creationId id="{A2ECC7C9-D699-951B-CF89-55DF5D0D47ED}"/>
                  </a:ext>
                </a:extLst>
              </p:cNvPr>
              <p:cNvSpPr txBox="1"/>
              <p:nvPr/>
            </p:nvSpPr>
            <p:spPr>
              <a:xfrm>
                <a:off x="5959306" y="4504628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ns2:creationId id="{E84EB2A7-0B84-9E43-1840-2FAF9D8BCA35}"/>
                  </a:ext>
                </a:extLst>
              </p:cNvPr>
              <p:cNvCxnSpPr/>
              <p:nvPr/>
            </p:nvCxnSpPr>
            <p:spPr>
              <a:xfrm>
                <a:off x="5959306" y="44934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table_TWformat_9_7">
                <a:extLst>
                  <a:ext uri="{FF2B5EF4-FFF2-40B4-BE49-F238E27FC236}">
                    <ns2:creationId id="{0A651858-164C-BD9F-0AAD-D48C96D3B69F}"/>
                  </a:ext>
                </a:extLst>
              </p:cNvPr>
              <p:cNvSpPr txBox="1"/>
              <p:nvPr/>
            </p:nvSpPr>
            <p:spPr>
              <a:xfrm>
                <a:off x="5959306" y="48699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ns2:creationId id="{605B8BFA-7EAE-5C05-E251-F6E30586C89B}"/>
                  </a:ext>
                </a:extLst>
              </p:cNvPr>
              <p:cNvCxnSpPr/>
              <p:nvPr/>
            </p:nvCxnSpPr>
            <p:spPr>
              <a:xfrm>
                <a:off x="5959306" y="48587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table_TWformat_10_7">
                <a:extLst>
                  <a:ext uri="{FF2B5EF4-FFF2-40B4-BE49-F238E27FC236}">
                    <ns2:creationId id="{96A1DCDC-75E3-6549-C104-8F581087FFA3}"/>
                  </a:ext>
                </a:extLst>
              </p:cNvPr>
              <p:cNvSpPr txBox="1"/>
              <p:nvPr/>
            </p:nvSpPr>
            <p:spPr>
              <a:xfrm>
                <a:off x="5959306" y="52352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ns2:creationId id="{64733FA1-7E9D-CAF9-6297-FD8252DBAAD4}"/>
                  </a:ext>
                </a:extLst>
              </p:cNvPr>
              <p:cNvCxnSpPr/>
              <p:nvPr/>
            </p:nvCxnSpPr>
            <p:spPr>
              <a:xfrm>
                <a:off x="5959306" y="52240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table_TWformat_11_7">
                <a:extLst>
                  <a:ext uri="{FF2B5EF4-FFF2-40B4-BE49-F238E27FC236}">
                    <ns2:creationId id="{C35D6212-8A6A-536A-06D6-5DE6544A1DD8}"/>
                  </a:ext>
                </a:extLst>
              </p:cNvPr>
              <p:cNvSpPr txBox="1"/>
              <p:nvPr/>
            </p:nvSpPr>
            <p:spPr>
              <a:xfrm>
                <a:off x="5959306" y="56005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1" name="Straight Connector 150">
                <a:extLst>
                  <a:ext uri="{FF2B5EF4-FFF2-40B4-BE49-F238E27FC236}">
                    <ns2:creationId id="{B9B61C41-F1F2-BD52-CC77-2192406526B3}"/>
                  </a:ext>
                </a:extLst>
              </p:cNvPr>
              <p:cNvCxnSpPr/>
              <p:nvPr/>
            </p:nvCxnSpPr>
            <p:spPr>
              <a:xfrm>
                <a:off x="5959306" y="55893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able_TWformat_12_7">
                <a:extLst>
                  <a:ext uri="{FF2B5EF4-FFF2-40B4-BE49-F238E27FC236}">
                    <ns2:creationId id="{DFD462D0-CFC3-0A17-8A84-93E38C23891C}"/>
                  </a:ext>
                </a:extLst>
              </p:cNvPr>
              <p:cNvSpPr txBox="1"/>
              <p:nvPr/>
            </p:nvSpPr>
            <p:spPr>
              <a:xfrm>
                <a:off x="5959306" y="59658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ns2:creationId id="{D1EAA196-D595-CCF7-AC8B-B82BB5F871BF}"/>
                  </a:ext>
                </a:extLst>
              </p:cNvPr>
              <p:cNvCxnSpPr/>
              <p:nvPr/>
            </p:nvCxnSpPr>
            <p:spPr>
              <a:xfrm>
                <a:off x="5959306" y="59546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table_TWformat_1_7">
                <a:extLst>
                  <a:ext uri="{FF2B5EF4-FFF2-40B4-BE49-F238E27FC236}">
                    <ns2:creationId id="{5C3DFE80-9A30-25DA-05AC-EA5DF3B8EF42}"/>
                  </a:ext>
                </a:extLst>
              </p:cNvPr>
              <p:cNvSpPr txBox="1"/>
              <p:nvPr/>
            </p:nvSpPr>
            <p:spPr>
              <a:xfrm>
                <a:off x="5959306" y="1947531"/>
                <a:ext cx="591468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ns2:creationId id="{44530BC3-1E37-26B1-CD8D-6C0219C252D7}"/>
                  </a:ext>
                </a:extLst>
              </p:cNvPr>
              <p:cNvCxnSpPr/>
              <p:nvPr/>
            </p:nvCxnSpPr>
            <p:spPr>
              <a:xfrm>
                <a:off x="5959306" y="2283261"/>
                <a:ext cx="591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ns2:creationId id="{67A6F38B-12EE-DB7D-6169-E13B978721EE}"/>
                </a:ext>
              </a:extLst>
            </p:cNvPr>
            <p:cNvGrpSpPr/>
            <p:nvPr/>
          </p:nvGrpSpPr>
          <p:grpSpPr>
            <a:xfrm>
              <a:off x="6548542" y="1979805"/>
              <a:ext cx="777414" cy="4328920"/>
              <a:chOff x="6548542" y="1979805"/>
              <a:chExt cx="777414" cy="4328920"/>
            </a:xfrm>
          </p:grpSpPr>
          <p:sp>
            <p:nvSpPr>
              <p:cNvPr id="155" name="table_TWformat_2_8">
                <a:extLst>
                  <a:ext uri="{FF2B5EF4-FFF2-40B4-BE49-F238E27FC236}">
                    <ns2:creationId id="{592C85C9-4CED-267C-F10D-1A80478ECB61}"/>
                  </a:ext>
                </a:extLst>
              </p:cNvPr>
              <p:cNvSpPr txBox="1"/>
              <p:nvPr/>
            </p:nvSpPr>
            <p:spPr>
              <a:xfrm>
                <a:off x="6591575" y="23128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57" name="table_TWformat_3_8">
                <a:extLst>
                  <a:ext uri="{FF2B5EF4-FFF2-40B4-BE49-F238E27FC236}">
                    <ns2:creationId id="{DB205118-6EAE-74C5-0090-8E33FE64E7C9}"/>
                  </a:ext>
                </a:extLst>
              </p:cNvPr>
              <p:cNvSpPr txBox="1"/>
              <p:nvPr/>
            </p:nvSpPr>
            <p:spPr>
              <a:xfrm>
                <a:off x="6591575" y="26781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8" name="Straight Connector 157">
                <a:extLst>
                  <a:ext uri="{FF2B5EF4-FFF2-40B4-BE49-F238E27FC236}">
                    <ns2:creationId id="{009C3879-2AD6-EB4D-8CF2-9418FF68917D}"/>
                  </a:ext>
                </a:extLst>
              </p:cNvPr>
              <p:cNvCxnSpPr/>
              <p:nvPr/>
            </p:nvCxnSpPr>
            <p:spPr>
              <a:xfrm>
                <a:off x="6591575" y="2666930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able_TWformat_4_8">
                <a:extLst>
                  <a:ext uri="{FF2B5EF4-FFF2-40B4-BE49-F238E27FC236}">
                    <ns2:creationId id="{2A9477D0-F2F6-2013-B9F5-6A20EF7AB89A}"/>
                  </a:ext>
                </a:extLst>
              </p:cNvPr>
              <p:cNvSpPr txBox="1"/>
              <p:nvPr/>
            </p:nvSpPr>
            <p:spPr>
              <a:xfrm>
                <a:off x="6591575" y="30434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0" name="Straight Connector 159">
                <a:extLst>
                  <a:ext uri="{FF2B5EF4-FFF2-40B4-BE49-F238E27FC236}">
                    <ns2:creationId id="{9EF1BFB2-23EC-0468-D5E6-BC24B7E80280}"/>
                  </a:ext>
                </a:extLst>
              </p:cNvPr>
              <p:cNvCxnSpPr/>
              <p:nvPr/>
            </p:nvCxnSpPr>
            <p:spPr>
              <a:xfrm>
                <a:off x="6591575" y="30322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table_TWformat_5_8">
                <a:extLst>
                  <a:ext uri="{FF2B5EF4-FFF2-40B4-BE49-F238E27FC236}">
                    <ns2:creationId id="{5A5A6290-F572-6CF1-F74C-766CCDE7820E}"/>
                  </a:ext>
                </a:extLst>
              </p:cNvPr>
              <p:cNvSpPr txBox="1"/>
              <p:nvPr/>
            </p:nvSpPr>
            <p:spPr>
              <a:xfrm>
                <a:off x="6591575" y="34087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ns2:creationId id="{65A58269-DE37-562B-3B1D-BA7D1BF2ABAF}"/>
                  </a:ext>
                </a:extLst>
              </p:cNvPr>
              <p:cNvCxnSpPr/>
              <p:nvPr/>
            </p:nvCxnSpPr>
            <p:spPr>
              <a:xfrm>
                <a:off x="6591575" y="33975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table_TWformat_6_8">
                <a:extLst>
                  <a:ext uri="{FF2B5EF4-FFF2-40B4-BE49-F238E27FC236}">
                    <ns2:creationId id="{FB15D4B4-70F6-CA26-DD34-EE1C4E77D6A0}"/>
                  </a:ext>
                </a:extLst>
              </p:cNvPr>
              <p:cNvSpPr txBox="1"/>
              <p:nvPr/>
            </p:nvSpPr>
            <p:spPr>
              <a:xfrm>
                <a:off x="6591575" y="37740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4" name="Straight Connector 163">
                <a:extLst>
                  <a:ext uri="{FF2B5EF4-FFF2-40B4-BE49-F238E27FC236}">
                    <ns2:creationId id="{27BE20DC-5EDE-E819-C27D-B501D60FA47B}"/>
                  </a:ext>
                </a:extLst>
              </p:cNvPr>
              <p:cNvCxnSpPr/>
              <p:nvPr/>
            </p:nvCxnSpPr>
            <p:spPr>
              <a:xfrm>
                <a:off x="6591575" y="37628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table_TWformat_7_8">
                <a:extLst>
                  <a:ext uri="{FF2B5EF4-FFF2-40B4-BE49-F238E27FC236}">
                    <ns2:creationId id="{A9A04809-5856-125F-0400-3A5764C4084B}"/>
                  </a:ext>
                </a:extLst>
              </p:cNvPr>
              <p:cNvSpPr txBox="1"/>
              <p:nvPr/>
            </p:nvSpPr>
            <p:spPr>
              <a:xfrm>
                <a:off x="6591575" y="41393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6" name="Straight Connector 165">
                <a:extLst>
                  <a:ext uri="{FF2B5EF4-FFF2-40B4-BE49-F238E27FC236}">
                    <ns2:creationId id="{B95F9881-FCFB-0ABD-CECB-0F9F88709DC0}"/>
                  </a:ext>
                </a:extLst>
              </p:cNvPr>
              <p:cNvCxnSpPr/>
              <p:nvPr/>
            </p:nvCxnSpPr>
            <p:spPr>
              <a:xfrm>
                <a:off x="6591575" y="41281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table_TWformat_8_8">
                <a:extLst>
                  <a:ext uri="{FF2B5EF4-FFF2-40B4-BE49-F238E27FC236}">
                    <ns2:creationId id="{C22EBC5A-16B3-334A-3B03-AB9677E17423}"/>
                  </a:ext>
                </a:extLst>
              </p:cNvPr>
              <p:cNvSpPr txBox="1"/>
              <p:nvPr/>
            </p:nvSpPr>
            <p:spPr>
              <a:xfrm>
                <a:off x="6591575" y="4504628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 dirty="0"/>
                  <a:t>XX</a:t>
                </a:r>
                <a:endParaRPr lang="ja-JP" altLang="en-US" sz="900" dirty="0"/>
              </a:p>
            </p:txBody>
          </p:sp>
          <p:cxnSp>
            <p:nvCxnSpPr>
              <p:cNvPr id="168" name="Straight Connector 167">
                <a:extLst>
                  <a:ext uri="{FF2B5EF4-FFF2-40B4-BE49-F238E27FC236}">
                    <ns2:creationId id="{FFE5719A-6F72-280F-0835-8BE0BB6F6118}"/>
                  </a:ext>
                </a:extLst>
              </p:cNvPr>
              <p:cNvCxnSpPr/>
              <p:nvPr/>
            </p:nvCxnSpPr>
            <p:spPr>
              <a:xfrm>
                <a:off x="6591575" y="44934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table_TWformat_9_8">
                <a:extLst>
                  <a:ext uri="{FF2B5EF4-FFF2-40B4-BE49-F238E27FC236}">
                    <ns2:creationId id="{5C5A4426-F970-179E-8A27-2F36EE9F8303}"/>
                  </a:ext>
                </a:extLst>
              </p:cNvPr>
              <p:cNvSpPr txBox="1"/>
              <p:nvPr/>
            </p:nvSpPr>
            <p:spPr>
              <a:xfrm>
                <a:off x="6591575" y="48699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ns2:creationId id="{1AC3DEC8-AE13-6E40-7A91-6B7FDB5B40D3}"/>
                  </a:ext>
                </a:extLst>
              </p:cNvPr>
              <p:cNvCxnSpPr/>
              <p:nvPr/>
            </p:nvCxnSpPr>
            <p:spPr>
              <a:xfrm>
                <a:off x="6591575" y="48587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table_TWformat_10_8">
                <a:extLst>
                  <a:ext uri="{FF2B5EF4-FFF2-40B4-BE49-F238E27FC236}">
                    <ns2:creationId id="{4B9F76C9-CED3-7012-FE40-1CB69EF09209}"/>
                  </a:ext>
                </a:extLst>
              </p:cNvPr>
              <p:cNvSpPr txBox="1"/>
              <p:nvPr/>
            </p:nvSpPr>
            <p:spPr>
              <a:xfrm>
                <a:off x="6591575" y="52352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2" name="Straight Connector 171">
                <a:extLst>
                  <a:ext uri="{FF2B5EF4-FFF2-40B4-BE49-F238E27FC236}">
                    <ns2:creationId id="{91329F0D-E9A1-08C8-9BD6-D6F7477F7AB6}"/>
                  </a:ext>
                </a:extLst>
              </p:cNvPr>
              <p:cNvCxnSpPr/>
              <p:nvPr/>
            </p:nvCxnSpPr>
            <p:spPr>
              <a:xfrm>
                <a:off x="6591575" y="52240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table_TWformat_11_8">
                <a:extLst>
                  <a:ext uri="{FF2B5EF4-FFF2-40B4-BE49-F238E27FC236}">
                    <ns2:creationId id="{B732258F-2AC9-6649-5AF9-A74344083CC1}"/>
                  </a:ext>
                </a:extLst>
              </p:cNvPr>
              <p:cNvSpPr txBox="1"/>
              <p:nvPr/>
            </p:nvSpPr>
            <p:spPr>
              <a:xfrm>
                <a:off x="6591575" y="56005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4" name="Straight Connector 173">
                <a:extLst>
                  <a:ext uri="{FF2B5EF4-FFF2-40B4-BE49-F238E27FC236}">
                    <ns2:creationId id="{79657CCD-7D1D-E3AC-D65A-60D9B57566D4}"/>
                  </a:ext>
                </a:extLst>
              </p:cNvPr>
              <p:cNvCxnSpPr/>
              <p:nvPr/>
            </p:nvCxnSpPr>
            <p:spPr>
              <a:xfrm>
                <a:off x="6591575" y="55893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table_TWformat_12_8">
                <a:extLst>
                  <a:ext uri="{FF2B5EF4-FFF2-40B4-BE49-F238E27FC236}">
                    <ns2:creationId id="{4D2867AF-0511-EFCE-7167-2DC31ADD8773}"/>
                  </a:ext>
                </a:extLst>
              </p:cNvPr>
              <p:cNvSpPr txBox="1"/>
              <p:nvPr/>
            </p:nvSpPr>
            <p:spPr>
              <a:xfrm>
                <a:off x="6591575" y="59658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ns2:creationId id="{DE47DE04-058C-DAA5-4961-024BCFAE4601}"/>
                  </a:ext>
                </a:extLst>
              </p:cNvPr>
              <p:cNvCxnSpPr/>
              <p:nvPr/>
            </p:nvCxnSpPr>
            <p:spPr>
              <a:xfrm>
                <a:off x="6591575" y="59546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table_TWformat_1_8">
                <a:extLst>
                  <a:ext uri="{FF2B5EF4-FFF2-40B4-BE49-F238E27FC236}">
                    <ns2:creationId id="{24A32597-4C8F-A3FB-B9B8-B9A1A40A66A3}"/>
                  </a:ext>
                </a:extLst>
              </p:cNvPr>
              <p:cNvSpPr txBox="1"/>
              <p:nvPr/>
            </p:nvSpPr>
            <p:spPr>
              <a:xfrm>
                <a:off x="6548542" y="1979805"/>
                <a:ext cx="777414" cy="24235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/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6" name="Straight Connector 155">
                <a:extLst>
                  <a:ext uri="{FF2B5EF4-FFF2-40B4-BE49-F238E27FC236}">
                    <ns2:creationId id="{8AD2F36B-66F1-6A52-EB99-A53F780E58AF}"/>
                  </a:ext>
                </a:extLst>
              </p:cNvPr>
              <p:cNvCxnSpPr/>
              <p:nvPr/>
            </p:nvCxnSpPr>
            <p:spPr>
              <a:xfrm>
                <a:off x="6591575" y="2283261"/>
                <a:ext cx="696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556D429B-DB41-550F-72B0-7F384D9888A7}"/>
                </a:ext>
              </a:extLst>
            </p:cNvPr>
            <p:cNvGrpSpPr/>
            <p:nvPr/>
          </p:nvGrpSpPr>
          <p:grpSpPr>
            <a:xfrm>
              <a:off x="7328851" y="1947531"/>
              <a:ext cx="1534160" cy="4361194"/>
              <a:chOff x="7164807" y="1947531"/>
              <a:chExt cx="1313476" cy="4361194"/>
            </a:xfrm>
          </p:grpSpPr>
          <p:sp>
            <p:nvSpPr>
              <p:cNvPr id="178" name="table_TWformat_2_9">
                <a:extLst>
                  <a:ext uri="{FF2B5EF4-FFF2-40B4-BE49-F238E27FC236}">
                    <ns2:creationId id="{1E0D0A3F-A5E5-4008-DCE5-F945C1E44DFB}"/>
                  </a:ext>
                </a:extLst>
              </p:cNvPr>
              <p:cNvSpPr txBox="1"/>
              <p:nvPr/>
            </p:nvSpPr>
            <p:spPr>
              <a:xfrm>
                <a:off x="7164807" y="2312829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182" name="table_TWformat_4_9">
                <a:extLst>
                  <a:ext uri="{FF2B5EF4-FFF2-40B4-BE49-F238E27FC236}">
                    <ns2:creationId id="{B5AD6184-59CC-C0F1-28C2-012D0391A14E}"/>
                  </a:ext>
                </a:extLst>
              </p:cNvPr>
              <p:cNvSpPr txBox="1"/>
              <p:nvPr/>
            </p:nvSpPr>
            <p:spPr>
              <a:xfrm>
                <a:off x="7164807" y="30434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ns2:creationId id="{EAB8DBEB-6550-5A19-1EAF-BB0A23D2886E}"/>
                  </a:ext>
                </a:extLst>
              </p:cNvPr>
              <p:cNvCxnSpPr/>
              <p:nvPr/>
            </p:nvCxnSpPr>
            <p:spPr>
              <a:xfrm>
                <a:off x="7164807" y="3032229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able_TWformat_6_9">
                <a:extLst>
                  <a:ext uri="{FF2B5EF4-FFF2-40B4-BE49-F238E27FC236}">
                    <ns2:creationId id="{E6CC2C10-EF76-B99D-A22D-EA1C8B3E5016}"/>
                  </a:ext>
                </a:extLst>
              </p:cNvPr>
              <p:cNvSpPr txBox="1"/>
              <p:nvPr/>
            </p:nvSpPr>
            <p:spPr>
              <a:xfrm>
                <a:off x="7164807" y="37740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7" name="Straight Connector 186">
                <a:extLst>
                  <a:ext uri="{FF2B5EF4-FFF2-40B4-BE49-F238E27FC236}">
                    <ns2:creationId id="{7E0100D4-09B8-FAAD-D684-E79D6E777113}"/>
                  </a:ext>
                </a:extLst>
              </p:cNvPr>
              <p:cNvCxnSpPr/>
              <p:nvPr/>
            </p:nvCxnSpPr>
            <p:spPr>
              <a:xfrm>
                <a:off x="7164807" y="37628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able_TWformat_8_9">
                <a:extLst>
                  <a:ext uri="{FF2B5EF4-FFF2-40B4-BE49-F238E27FC236}">
                    <ns2:creationId id="{28B4374E-D34F-08C7-4097-CF6017AB3957}"/>
                  </a:ext>
                </a:extLst>
              </p:cNvPr>
              <p:cNvSpPr txBox="1"/>
              <p:nvPr/>
            </p:nvSpPr>
            <p:spPr>
              <a:xfrm>
                <a:off x="7164807" y="4504628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91" name="Straight Connector 190">
                <a:extLst>
                  <a:ext uri="{FF2B5EF4-FFF2-40B4-BE49-F238E27FC236}">
                    <ns2:creationId id="{73308ED0-29F5-D7CB-3A23-B8F4E3879F72}"/>
                  </a:ext>
                </a:extLst>
              </p:cNvPr>
              <p:cNvCxnSpPr/>
              <p:nvPr/>
            </p:nvCxnSpPr>
            <p:spPr>
              <a:xfrm>
                <a:off x="7164807" y="44934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able_TWformat_9_9">
                <a:extLst>
                  <a:ext uri="{FF2B5EF4-FFF2-40B4-BE49-F238E27FC236}">
                    <ns2:creationId id="{2BC09095-0757-D7B5-8BE0-328B60328290}"/>
                  </a:ext>
                </a:extLst>
              </p:cNvPr>
              <p:cNvSpPr txBox="1"/>
              <p:nvPr/>
            </p:nvSpPr>
            <p:spPr>
              <a:xfrm>
                <a:off x="7164807" y="48699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1" name="Straight Connector 200">
                <a:extLst>
                  <a:ext uri="{FF2B5EF4-FFF2-40B4-BE49-F238E27FC236}">
                    <ns2:creationId id="{2DC2FF32-8D96-EAC6-0669-B81D61BD5A33}"/>
                  </a:ext>
                </a:extLst>
              </p:cNvPr>
              <p:cNvCxnSpPr/>
              <p:nvPr/>
            </p:nvCxnSpPr>
            <p:spPr>
              <a:xfrm>
                <a:off x="7164807" y="48587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table_TWformat_10_9">
                <a:extLst>
                  <a:ext uri="{FF2B5EF4-FFF2-40B4-BE49-F238E27FC236}">
                    <ns2:creationId id="{F3567B13-E4D4-CE7A-A9B5-BFE55C32A86B}"/>
                  </a:ext>
                </a:extLst>
              </p:cNvPr>
              <p:cNvSpPr txBox="1"/>
              <p:nvPr/>
            </p:nvSpPr>
            <p:spPr>
              <a:xfrm>
                <a:off x="7164807" y="52352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ns2:creationId id="{F70BA419-D0DE-6185-EF36-A43DB0F5EBAA}"/>
                  </a:ext>
                </a:extLst>
              </p:cNvPr>
              <p:cNvCxnSpPr/>
              <p:nvPr/>
            </p:nvCxnSpPr>
            <p:spPr>
              <a:xfrm>
                <a:off x="7164807" y="52240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table_TWformat_11_9">
                <a:extLst>
                  <a:ext uri="{FF2B5EF4-FFF2-40B4-BE49-F238E27FC236}">
                    <ns2:creationId id="{597920F8-19CB-A865-4456-978B1A75373D}"/>
                  </a:ext>
                </a:extLst>
              </p:cNvPr>
              <p:cNvSpPr txBox="1"/>
              <p:nvPr/>
            </p:nvSpPr>
            <p:spPr>
              <a:xfrm>
                <a:off x="7164807" y="56005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lang="en-US" altLang="ja-JP" sz="900" dirty="0">
                    <a:latin typeface="+mn-ea"/>
                  </a:rPr>
                  <a:t>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5" name="Straight Connector 204">
                <a:extLst>
                  <a:ext uri="{FF2B5EF4-FFF2-40B4-BE49-F238E27FC236}">
                    <ns2:creationId id="{D3F122A3-F310-2B87-5587-20882094623C}"/>
                  </a:ext>
                </a:extLst>
              </p:cNvPr>
              <p:cNvCxnSpPr/>
              <p:nvPr/>
            </p:nvCxnSpPr>
            <p:spPr>
              <a:xfrm>
                <a:off x="7164807" y="55893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table_TWformat_12_9">
                <a:extLst>
                  <a:ext uri="{FF2B5EF4-FFF2-40B4-BE49-F238E27FC236}">
                    <ns2:creationId id="{3EB70A80-C0A0-BF25-4931-9B4F04B56740}"/>
                  </a:ext>
                </a:extLst>
              </p:cNvPr>
              <p:cNvSpPr txBox="1"/>
              <p:nvPr/>
            </p:nvSpPr>
            <p:spPr>
              <a:xfrm>
                <a:off x="7164807" y="59658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ns2:creationId id="{DF37EF41-6787-061A-AD6E-E7BF8E627566}"/>
                  </a:ext>
                </a:extLst>
              </p:cNvPr>
              <p:cNvCxnSpPr/>
              <p:nvPr/>
            </p:nvCxnSpPr>
            <p:spPr>
              <a:xfrm>
                <a:off x="7164807" y="59546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table_TWformat_1_9">
                <a:extLst>
                  <a:ext uri="{FF2B5EF4-FFF2-40B4-BE49-F238E27FC236}">
                    <ns2:creationId id="{376DD61C-ED7A-DE62-5E73-F2336C24D778}"/>
                  </a:ext>
                </a:extLst>
              </p:cNvPr>
              <p:cNvSpPr txBox="1"/>
              <p:nvPr/>
            </p:nvSpPr>
            <p:spPr>
              <a:xfrm>
                <a:off x="7164807" y="1947531"/>
                <a:ext cx="1313475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/</a:t>
                </a:r>
                <a:r>
                  <a:rPr lang="ja-JP" altLang="en-US" sz="900" dirty="0"/>
                  <a:t>XX</a:t>
                </a:r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ns2:creationId id="{4A73BF1C-E22F-840E-2D77-B89E054B4F3B}"/>
                  </a:ext>
                </a:extLst>
              </p:cNvPr>
              <p:cNvCxnSpPr/>
              <p:nvPr/>
            </p:nvCxnSpPr>
            <p:spPr>
              <a:xfrm>
                <a:off x="7164807" y="2283261"/>
                <a:ext cx="1313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>
              <a:extLst>
                <a:ext uri="{FF2B5EF4-FFF2-40B4-BE49-F238E27FC236}">
                  <ns2:creationId id="{4414AC90-3CDC-DCD2-6DB8-2E2813C5EDA4}"/>
                </a:ext>
              </a:extLst>
            </p:cNvPr>
            <p:cNvGrpSpPr/>
            <p:nvPr/>
          </p:nvGrpSpPr>
          <p:grpSpPr>
            <a:xfrm>
              <a:off x="8903813" y="1947531"/>
              <a:ext cx="1317207" cy="4361194"/>
              <a:chOff x="8514105" y="1947531"/>
              <a:chExt cx="1096039" cy="4361194"/>
            </a:xfrm>
          </p:grpSpPr>
          <p:sp>
            <p:nvSpPr>
              <p:cNvPr id="209" name="table_TWformat_2_10">
                <a:extLst>
                  <a:ext uri="{FF2B5EF4-FFF2-40B4-BE49-F238E27FC236}">
                    <ns2:creationId id="{0FC8DE51-8BA3-E2B5-1A4E-9B886382BF9A}"/>
                  </a:ext>
                </a:extLst>
              </p:cNvPr>
              <p:cNvSpPr txBox="1"/>
              <p:nvPr/>
            </p:nvSpPr>
            <p:spPr>
              <a:xfrm>
                <a:off x="8514105" y="2312829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213" name="table_TWformat_4_10">
                <a:extLst>
                  <a:ext uri="{FF2B5EF4-FFF2-40B4-BE49-F238E27FC236}">
                    <ns2:creationId id="{3DE5B169-846F-F63D-88C4-5D6BE98F2FFA}"/>
                  </a:ext>
                </a:extLst>
              </p:cNvPr>
              <p:cNvSpPr txBox="1"/>
              <p:nvPr/>
            </p:nvSpPr>
            <p:spPr>
              <a:xfrm>
                <a:off x="8514105" y="30434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ns2:creationId id="{59861C91-DF07-4A5D-8150-4FB8B820669D}"/>
                  </a:ext>
                </a:extLst>
              </p:cNvPr>
              <p:cNvCxnSpPr/>
              <p:nvPr/>
            </p:nvCxnSpPr>
            <p:spPr>
              <a:xfrm>
                <a:off x="8514105" y="3032229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table_TWformat_6_10">
                <a:extLst>
                  <a:ext uri="{FF2B5EF4-FFF2-40B4-BE49-F238E27FC236}">
                    <ns2:creationId id="{0F09BE77-8453-D36C-C130-742A56269677}"/>
                  </a:ext>
                </a:extLst>
              </p:cNvPr>
              <p:cNvSpPr txBox="1"/>
              <p:nvPr/>
            </p:nvSpPr>
            <p:spPr>
              <a:xfrm>
                <a:off x="8514105" y="37740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ns2:creationId id="{223862BA-1E6C-55CF-EF17-841CF6E53BD6}"/>
                  </a:ext>
                </a:extLst>
              </p:cNvPr>
              <p:cNvCxnSpPr/>
              <p:nvPr/>
            </p:nvCxnSpPr>
            <p:spPr>
              <a:xfrm>
                <a:off x="8514105" y="37628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table_TWformat_8_10">
                <a:extLst>
                  <a:ext uri="{FF2B5EF4-FFF2-40B4-BE49-F238E27FC236}">
                    <ns2:creationId id="{6E56AA3B-0329-558F-7045-E408DB2EBB35}"/>
                  </a:ext>
                </a:extLst>
              </p:cNvPr>
              <p:cNvSpPr txBox="1"/>
              <p:nvPr/>
            </p:nvSpPr>
            <p:spPr>
              <a:xfrm>
                <a:off x="8514105" y="4504628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ns2:creationId id="{0ACF8F97-F85F-AC0A-488D-D052FD044AAF}"/>
                  </a:ext>
                </a:extLst>
              </p:cNvPr>
              <p:cNvCxnSpPr/>
              <p:nvPr/>
            </p:nvCxnSpPr>
            <p:spPr>
              <a:xfrm>
                <a:off x="8514105" y="44934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" name="table_TWformat_9_10">
                <a:extLst>
                  <a:ext uri="{FF2B5EF4-FFF2-40B4-BE49-F238E27FC236}">
                    <ns2:creationId id="{CE8C8D96-51C1-709A-C6B4-0B2167729CDE}"/>
                  </a:ext>
                </a:extLst>
              </p:cNvPr>
              <p:cNvSpPr txBox="1"/>
              <p:nvPr/>
            </p:nvSpPr>
            <p:spPr>
              <a:xfrm>
                <a:off x="8514105" y="48699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ns2:creationId id="{C862E8B0-736C-8776-B48A-8A9135DE4BD5}"/>
                  </a:ext>
                </a:extLst>
              </p:cNvPr>
              <p:cNvCxnSpPr/>
              <p:nvPr/>
            </p:nvCxnSpPr>
            <p:spPr>
              <a:xfrm>
                <a:off x="8514105" y="48587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able_TWformat_10_10">
                <a:extLst>
                  <a:ext uri="{FF2B5EF4-FFF2-40B4-BE49-F238E27FC236}">
                    <ns2:creationId id="{AB4514E5-1F4D-335D-FEC3-E2132405A9BC}"/>
                  </a:ext>
                </a:extLst>
              </p:cNvPr>
              <p:cNvSpPr txBox="1"/>
              <p:nvPr/>
            </p:nvSpPr>
            <p:spPr>
              <a:xfrm>
                <a:off x="8514105" y="52352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ns2:creationId id="{DEB042A2-4CE0-CD39-68E5-F5DA0D956228}"/>
                  </a:ext>
                </a:extLst>
              </p:cNvPr>
              <p:cNvCxnSpPr/>
              <p:nvPr/>
            </p:nvCxnSpPr>
            <p:spPr>
              <a:xfrm>
                <a:off x="8514105" y="52240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able_TWformat_11_10">
                <a:extLst>
                  <a:ext uri="{FF2B5EF4-FFF2-40B4-BE49-F238E27FC236}">
                    <ns2:creationId id="{9CB5ADFF-C431-4B83-A022-73AA91E012A4}"/>
                  </a:ext>
                </a:extLst>
              </p:cNvPr>
              <p:cNvSpPr txBox="1"/>
              <p:nvPr/>
            </p:nvSpPr>
            <p:spPr>
              <a:xfrm>
                <a:off x="8514105" y="56005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ns2:creationId id="{D91E490C-4EF5-C76E-C63D-A1BC531FEB84}"/>
                  </a:ext>
                </a:extLst>
              </p:cNvPr>
              <p:cNvCxnSpPr/>
              <p:nvPr/>
            </p:nvCxnSpPr>
            <p:spPr>
              <a:xfrm>
                <a:off x="8514105" y="55893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able_TWformat_12_10">
                <a:extLst>
                  <a:ext uri="{FF2B5EF4-FFF2-40B4-BE49-F238E27FC236}">
                    <ns2:creationId id="{32C9392E-EBE0-6A86-E0A7-A36B8118EE90}"/>
                  </a:ext>
                </a:extLst>
              </p:cNvPr>
              <p:cNvSpPr txBox="1"/>
              <p:nvPr/>
            </p:nvSpPr>
            <p:spPr>
              <a:xfrm>
                <a:off x="8514105" y="59658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31" name="Straight Connector 230">
                <a:extLst>
                  <a:ext uri="{FF2B5EF4-FFF2-40B4-BE49-F238E27FC236}">
                    <ns2:creationId id="{EE47E76C-27BA-13BA-0202-6BCF9A6431A7}"/>
                  </a:ext>
                </a:extLst>
              </p:cNvPr>
              <p:cNvCxnSpPr/>
              <p:nvPr/>
            </p:nvCxnSpPr>
            <p:spPr>
              <a:xfrm>
                <a:off x="8514105" y="59546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able_TWformat_1_10">
                <a:extLst>
                  <a:ext uri="{FF2B5EF4-FFF2-40B4-BE49-F238E27FC236}">
                    <ns2:creationId id="{EF9AE771-EAF7-B087-D673-DD27601EC0F8}"/>
                  </a:ext>
                </a:extLst>
              </p:cNvPr>
              <p:cNvSpPr txBox="1"/>
              <p:nvPr/>
            </p:nvSpPr>
            <p:spPr>
              <a:xfrm>
                <a:off x="8514105" y="1947531"/>
                <a:ext cx="1096039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ns2:creationId id="{8A604969-E7EE-E128-0678-3FF4A45D93E3}"/>
                  </a:ext>
                </a:extLst>
              </p:cNvPr>
              <p:cNvCxnSpPr/>
              <p:nvPr/>
            </p:nvCxnSpPr>
            <p:spPr>
              <a:xfrm>
                <a:off x="8514105" y="2283261"/>
                <a:ext cx="1096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 20">
              <a:extLst>
                <a:ext uri="{FF2B5EF4-FFF2-40B4-BE49-F238E27FC236}">
                  <ns2:creationId id="{6356D6F7-8A01-268E-E4A1-153245DF7637}"/>
                </a:ext>
              </a:extLst>
            </p:cNvPr>
            <p:cNvGrpSpPr/>
            <p:nvPr/>
          </p:nvGrpSpPr>
          <p:grpSpPr>
            <a:xfrm>
              <a:off x="334963" y="1947531"/>
              <a:ext cx="564033" cy="4361194"/>
              <a:chOff x="334963" y="1947531"/>
              <a:chExt cx="564033" cy="4361194"/>
            </a:xfrm>
          </p:grpSpPr>
          <p:sp>
            <p:nvSpPr>
              <p:cNvPr id="9" name="table_TWformat_2_1">
                <a:extLst>
                  <a:ext uri="{FF2B5EF4-FFF2-40B4-BE49-F238E27FC236}">
                    <ns2:creationId id="{6EACF521-8243-56A4-1A05-4005953C6527}"/>
                  </a:ext>
                </a:extLst>
              </p:cNvPr>
              <p:cNvSpPr txBox="1"/>
              <p:nvPr/>
            </p:nvSpPr>
            <p:spPr>
              <a:xfrm>
                <a:off x="334963" y="2312829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table_TWformat_4_1">
                <a:extLst>
                  <a:ext uri="{FF2B5EF4-FFF2-40B4-BE49-F238E27FC236}">
                    <ns2:creationId id="{7933F08E-A992-A152-BF03-85A26093E18F}"/>
                  </a:ext>
                </a:extLst>
              </p:cNvPr>
              <p:cNvSpPr txBox="1"/>
              <p:nvPr/>
            </p:nvSpPr>
            <p:spPr>
              <a:xfrm>
                <a:off x="334963" y="3043428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table_TWformat_6_1">
                <a:extLst>
                  <a:ext uri="{FF2B5EF4-FFF2-40B4-BE49-F238E27FC236}">
                    <ns2:creationId id="{B4CBEB86-0C45-A674-43C2-37AA12A75F77}"/>
                  </a:ext>
                </a:extLst>
              </p:cNvPr>
              <p:cNvSpPr txBox="1"/>
              <p:nvPr/>
            </p:nvSpPr>
            <p:spPr>
              <a:xfrm>
                <a:off x="334963" y="3774028"/>
                <a:ext cx="564033" cy="107349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table_TWformat_9_1">
                <a:extLst>
                  <a:ext uri="{FF2B5EF4-FFF2-40B4-BE49-F238E27FC236}">
                    <ns2:creationId id="{74B255A7-44AC-A490-68AD-7D65D500C478}"/>
                  </a:ext>
                </a:extLst>
              </p:cNvPr>
              <p:cNvSpPr txBox="1"/>
              <p:nvPr/>
            </p:nvSpPr>
            <p:spPr>
              <a:xfrm>
                <a:off x="334963" y="48699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table_TWformat_10_1">
                <a:extLst>
                  <a:ext uri="{FF2B5EF4-FFF2-40B4-BE49-F238E27FC236}">
                    <ns2:creationId id="{18C12042-EAE0-9524-D049-17BC195C0BF2}"/>
                  </a:ext>
                </a:extLst>
              </p:cNvPr>
              <p:cNvSpPr txBox="1"/>
              <p:nvPr/>
            </p:nvSpPr>
            <p:spPr>
              <a:xfrm>
                <a:off x="334963" y="52352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table_TWformat_11_1">
                <a:extLst>
                  <a:ext uri="{FF2B5EF4-FFF2-40B4-BE49-F238E27FC236}">
                    <ns2:creationId id="{951E6081-6923-D2C1-D5FB-200B6D510FC3}"/>
                  </a:ext>
                </a:extLst>
              </p:cNvPr>
              <p:cNvSpPr txBox="1"/>
              <p:nvPr/>
            </p:nvSpPr>
            <p:spPr>
              <a:xfrm>
                <a:off x="334963" y="56005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" name="table_TWformat_12_1">
                <a:extLst>
                  <a:ext uri="{FF2B5EF4-FFF2-40B4-BE49-F238E27FC236}">
                    <ns2:creationId id="{CE5A8631-8E9D-7096-97B5-3C3DF49ED4B9}"/>
                  </a:ext>
                </a:extLst>
              </p:cNvPr>
              <p:cNvSpPr txBox="1"/>
              <p:nvPr/>
            </p:nvSpPr>
            <p:spPr>
              <a:xfrm>
                <a:off x="334963" y="59658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table_TWformat_1_1">
                <a:extLst>
                  <a:ext uri="{FF2B5EF4-FFF2-40B4-BE49-F238E27FC236}">
                    <ns2:creationId id="{FA2F7EF0-1B68-BD0E-80F8-14B8B03518A4}"/>
                  </a:ext>
                </a:extLst>
              </p:cNvPr>
              <p:cNvSpPr txBox="1"/>
              <p:nvPr/>
            </p:nvSpPr>
            <p:spPr>
              <a:xfrm>
                <a:off x="334963" y="1947531"/>
                <a:ext cx="564033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9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ns2:creationId id="{6CD898B1-1D6F-F290-9D02-6A1DF9E4BC86}"/>
                  </a:ext>
                </a:extLst>
              </p:cNvPr>
              <p:cNvCxnSpPr/>
              <p:nvPr/>
            </p:nvCxnSpPr>
            <p:spPr>
              <a:xfrm>
                <a:off x="334963" y="2283261"/>
                <a:ext cx="56403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" name="Group 121">
              <a:extLst>
                <a:ext uri="{FF2B5EF4-FFF2-40B4-BE49-F238E27FC236}">
                  <ns2:creationId id="{0A6C1406-F8B3-58E4-1596-FF173B89C35F}"/>
                </a:ext>
              </a:extLst>
            </p:cNvPr>
            <p:cNvGrpSpPr/>
            <p:nvPr/>
          </p:nvGrpSpPr>
          <p:grpSpPr>
            <a:xfrm>
              <a:off x="925159" y="1947532"/>
              <a:ext cx="564719" cy="4361193"/>
              <a:chOff x="925159" y="1947532"/>
              <a:chExt cx="564719" cy="4361193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BD85BABC-3F12-5E86-F89C-793886D17B4E}"/>
                  </a:ext>
                </a:extLst>
              </p:cNvPr>
              <p:cNvGrpSpPr/>
              <p:nvPr/>
            </p:nvGrpSpPr>
            <p:grpSpPr>
              <a:xfrm>
                <a:off x="939796" y="1947532"/>
                <a:ext cx="517216" cy="4361193"/>
                <a:chOff x="934817" y="1947532"/>
                <a:chExt cx="414169" cy="4361193"/>
              </a:xfrm>
            </p:grpSpPr>
            <p:sp>
              <p:nvSpPr>
                <p:cNvPr id="25" name="table_TWformat_2_2">
                  <a:extLst>
                    <a:ext uri="{FF2B5EF4-FFF2-40B4-BE49-F238E27FC236}">
                      <ns2:creationId id="{12F9E0F1-C4F3-C89F-F394-3856AA2569EC}"/>
                    </a:ext>
                  </a:extLst>
                </p:cNvPr>
                <p:cNvSpPr txBox="1"/>
                <p:nvPr/>
              </p:nvSpPr>
              <p:spPr>
                <a:xfrm>
                  <a:off x="934817" y="2312830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" name="table_TWformat_3_2">
                  <a:extLst>
                    <a:ext uri="{FF2B5EF4-FFF2-40B4-BE49-F238E27FC236}">
                      <ns2:creationId id="{322F8DF6-8A13-5EA3-7B7E-ED85CDE533C6}"/>
                    </a:ext>
                  </a:extLst>
                </p:cNvPr>
                <p:cNvSpPr txBox="1"/>
                <p:nvPr/>
              </p:nvSpPr>
              <p:spPr>
                <a:xfrm>
                  <a:off x="934817" y="2678130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A1026B0A-9A70-0B4E-AC20-7AA4B2EB8226}"/>
                    </a:ext>
                  </a:extLst>
                </p:cNvPr>
                <p:cNvCxnSpPr/>
                <p:nvPr/>
              </p:nvCxnSpPr>
              <p:spPr>
                <a:xfrm>
                  <a:off x="934817" y="2666930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2">
                  <a:extLst>
                    <a:ext uri="{FF2B5EF4-FFF2-40B4-BE49-F238E27FC236}">
                      <ns2:creationId id="{4B543CD7-C810-443C-FC35-D153CC393013}"/>
                    </a:ext>
                  </a:extLst>
                </p:cNvPr>
                <p:cNvSpPr txBox="1"/>
                <p:nvPr/>
              </p:nvSpPr>
              <p:spPr>
                <a:xfrm>
                  <a:off x="934817" y="30434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B4234B9D-51EA-E60A-8253-1679D307FA69}"/>
                    </a:ext>
                  </a:extLst>
                </p:cNvPr>
                <p:cNvCxnSpPr/>
                <p:nvPr/>
              </p:nvCxnSpPr>
              <p:spPr>
                <a:xfrm>
                  <a:off x="934817" y="30322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2">
                  <a:extLst>
                    <a:ext uri="{FF2B5EF4-FFF2-40B4-BE49-F238E27FC236}">
                      <ns2:creationId id="{3EC4582E-6DBA-4865-2BC2-E92A35E1F75A}"/>
                    </a:ext>
                  </a:extLst>
                </p:cNvPr>
                <p:cNvSpPr txBox="1"/>
                <p:nvPr/>
              </p:nvSpPr>
              <p:spPr>
                <a:xfrm>
                  <a:off x="934817" y="34087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3521D413-8D7C-6D4F-C7CB-5741D1D12575}"/>
                    </a:ext>
                  </a:extLst>
                </p:cNvPr>
                <p:cNvCxnSpPr/>
                <p:nvPr/>
              </p:nvCxnSpPr>
              <p:spPr>
                <a:xfrm>
                  <a:off x="934817" y="33975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table_TWformat_6_2">
                  <a:extLst>
                    <a:ext uri="{FF2B5EF4-FFF2-40B4-BE49-F238E27FC236}">
                      <ns2:creationId id="{5F4104E6-6C64-3A92-B6AC-1C92F75F1C08}"/>
                    </a:ext>
                  </a:extLst>
                </p:cNvPr>
                <p:cNvSpPr txBox="1"/>
                <p:nvPr/>
              </p:nvSpPr>
              <p:spPr>
                <a:xfrm>
                  <a:off x="934817" y="37740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" name="Straight Connector 33">
                  <a:extLst>
                    <a:ext uri="{FF2B5EF4-FFF2-40B4-BE49-F238E27FC236}">
                      <ns2:creationId id="{21A6CE45-6C06-9881-CCDA-B883C591A557}"/>
                    </a:ext>
                  </a:extLst>
                </p:cNvPr>
                <p:cNvCxnSpPr/>
                <p:nvPr/>
              </p:nvCxnSpPr>
              <p:spPr>
                <a:xfrm>
                  <a:off x="934817" y="37628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table_TWformat_7_2">
                  <a:extLst>
                    <a:ext uri="{FF2B5EF4-FFF2-40B4-BE49-F238E27FC236}">
                      <ns2:creationId id="{9783278F-0069-9A98-6F31-AE28087306CF}"/>
                    </a:ext>
                  </a:extLst>
                </p:cNvPr>
                <p:cNvSpPr txBox="1"/>
                <p:nvPr/>
              </p:nvSpPr>
              <p:spPr>
                <a:xfrm>
                  <a:off x="934817" y="41393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4930AE76-FC5F-E05B-F5EF-128D311AF719}"/>
                    </a:ext>
                  </a:extLst>
                </p:cNvPr>
                <p:cNvCxnSpPr/>
                <p:nvPr/>
              </p:nvCxnSpPr>
              <p:spPr>
                <a:xfrm>
                  <a:off x="934817" y="41281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table_TWformat_8_2">
                  <a:extLst>
                    <a:ext uri="{FF2B5EF4-FFF2-40B4-BE49-F238E27FC236}">
                      <ns2:creationId id="{B4F90358-46BE-B2EB-D0FB-B986F01B1C1E}"/>
                    </a:ext>
                  </a:extLst>
                </p:cNvPr>
                <p:cNvSpPr txBox="1"/>
                <p:nvPr/>
              </p:nvSpPr>
              <p:spPr>
                <a:xfrm>
                  <a:off x="934817" y="4504628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8" name="Straight Connector 37">
                  <a:extLst>
                    <a:ext uri="{FF2B5EF4-FFF2-40B4-BE49-F238E27FC236}">
                      <ns2:creationId id="{423C1316-05A4-D56F-7010-CB06B03229A7}"/>
                    </a:ext>
                  </a:extLst>
                </p:cNvPr>
                <p:cNvCxnSpPr/>
                <p:nvPr/>
              </p:nvCxnSpPr>
              <p:spPr>
                <a:xfrm>
                  <a:off x="934817" y="44934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9_2">
                  <a:extLst>
                    <a:ext uri="{FF2B5EF4-FFF2-40B4-BE49-F238E27FC236}">
                      <ns2:creationId id="{CD50A32D-5CC3-AE5E-32EC-9BF93B358495}"/>
                    </a:ext>
                  </a:extLst>
                </p:cNvPr>
                <p:cNvSpPr txBox="1"/>
                <p:nvPr/>
              </p:nvSpPr>
              <p:spPr>
                <a:xfrm>
                  <a:off x="934817" y="48699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85DF6009-032F-1F70-D3E4-0056D65B5C82}"/>
                    </a:ext>
                  </a:extLst>
                </p:cNvPr>
                <p:cNvCxnSpPr/>
                <p:nvPr/>
              </p:nvCxnSpPr>
              <p:spPr>
                <a:xfrm>
                  <a:off x="934817" y="48587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table_TWformat_10_2">
                  <a:extLst>
                    <a:ext uri="{FF2B5EF4-FFF2-40B4-BE49-F238E27FC236}">
                      <ns2:creationId id="{E2D4D5B6-2FE8-B52B-022A-A0FBFE745DF3}"/>
                    </a:ext>
                  </a:extLst>
                </p:cNvPr>
                <p:cNvSpPr txBox="1"/>
                <p:nvPr/>
              </p:nvSpPr>
              <p:spPr>
                <a:xfrm>
                  <a:off x="934817" y="52352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4536FB2E-E652-86DE-F2DF-E7A212EB40C5}"/>
                    </a:ext>
                  </a:extLst>
                </p:cNvPr>
                <p:cNvCxnSpPr/>
                <p:nvPr/>
              </p:nvCxnSpPr>
              <p:spPr>
                <a:xfrm>
                  <a:off x="934817" y="52240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11_2">
                  <a:extLst>
                    <a:ext uri="{FF2B5EF4-FFF2-40B4-BE49-F238E27FC236}">
                      <ns2:creationId id="{2D54FCBE-626F-3800-1B0D-9D8253E24996}"/>
                    </a:ext>
                  </a:extLst>
                </p:cNvPr>
                <p:cNvSpPr txBox="1"/>
                <p:nvPr/>
              </p:nvSpPr>
              <p:spPr>
                <a:xfrm>
                  <a:off x="934817" y="56005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26F2E80B-F4C8-8DC5-62F3-BF9982FE077E}"/>
                    </a:ext>
                  </a:extLst>
                </p:cNvPr>
                <p:cNvCxnSpPr/>
                <p:nvPr/>
              </p:nvCxnSpPr>
              <p:spPr>
                <a:xfrm>
                  <a:off x="934817" y="55893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12_2">
                  <a:extLst>
                    <a:ext uri="{FF2B5EF4-FFF2-40B4-BE49-F238E27FC236}">
                      <ns2:creationId id="{0DD98867-5324-113A-FA1E-A90A99A0BAA4}"/>
                    </a:ext>
                  </a:extLst>
                </p:cNvPr>
                <p:cNvSpPr txBox="1"/>
                <p:nvPr/>
              </p:nvSpPr>
              <p:spPr>
                <a:xfrm>
                  <a:off x="934817" y="59658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B4AA4C3D-3501-1603-4F15-C9B1E68FD7EE}"/>
                    </a:ext>
                  </a:extLst>
                </p:cNvPr>
                <p:cNvCxnSpPr/>
                <p:nvPr/>
              </p:nvCxnSpPr>
              <p:spPr>
                <a:xfrm>
                  <a:off x="934817" y="59546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2">
                  <a:extLst>
                    <a:ext uri="{FF2B5EF4-FFF2-40B4-BE49-F238E27FC236}">
                      <ns2:creationId id="{59374EBC-6399-33EA-0FE5-B2B6044E2A0E}"/>
                    </a:ext>
                  </a:extLst>
                </p:cNvPr>
                <p:cNvSpPr txBox="1"/>
                <p:nvPr/>
              </p:nvSpPr>
              <p:spPr>
                <a:xfrm>
                  <a:off x="934817" y="1947532"/>
                  <a:ext cx="414169" cy="139502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1F02F6DE-998C-0ADE-A1F9-A104311A2158}"/>
                    </a:ext>
                  </a:extLst>
                </p:cNvPr>
                <p:cNvCxnSpPr/>
                <p:nvPr/>
              </p:nvCxnSpPr>
              <p:spPr>
                <a:xfrm>
                  <a:off x="934817" y="2283261"/>
                  <a:ext cx="41416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table_TWformat_9_2">
                <a:extLst>
                  <a:ext uri="{FF2B5EF4-FFF2-40B4-BE49-F238E27FC236}">
                    <ns2:creationId id="{53D43352-50D8-074D-F0CA-AFCF192ACED9}"/>
                  </a:ext>
                </a:extLst>
              </p:cNvPr>
              <p:cNvSpPr txBox="1"/>
              <p:nvPr/>
            </p:nvSpPr>
            <p:spPr>
              <a:xfrm>
                <a:off x="925159" y="2122648"/>
                <a:ext cx="564719" cy="1546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solidFill>
                  <a:srgbClr val="008000"/>
                </a:solidFill>
                <a:prstDash val="dash"/>
              </a:ln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600" dirty="0">
                    <a:latin typeface="+mn-ea"/>
                  </a:rPr>
                  <a:t>XX</a:t>
                </a:r>
                <a:endParaRPr kumimoji="1" lang="ja-JP" altLang="en-US" sz="600" dirty="0">
                  <a:latin typeface="+mn-ea"/>
                </a:endParaRP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ns2:creationId id="{1B60AE6D-DFE8-49CA-FC5A-58C30BACE6B4}"/>
                </a:ext>
              </a:extLst>
            </p:cNvPr>
            <p:cNvGrpSpPr/>
            <p:nvPr/>
          </p:nvGrpSpPr>
          <p:grpSpPr>
            <a:xfrm>
              <a:off x="10554789" y="1947531"/>
              <a:ext cx="1302249" cy="4361193"/>
              <a:chOff x="10472057" y="1947531"/>
              <a:chExt cx="1384981" cy="4361193"/>
            </a:xfrm>
          </p:grpSpPr>
          <p:grpSp>
            <p:nvGrpSpPr>
              <p:cNvPr id="111" name="Group 110">
                <a:extLst>
                  <a:ext uri="{FF2B5EF4-FFF2-40B4-BE49-F238E27FC236}">
                    <ns2:creationId id="{F7AA301C-353F-24E2-8A51-0927D8B456FE}"/>
                  </a:ext>
                </a:extLst>
              </p:cNvPr>
              <p:cNvGrpSpPr/>
              <p:nvPr/>
            </p:nvGrpSpPr>
            <p:grpSpPr>
              <a:xfrm>
                <a:off x="10474381" y="1947531"/>
                <a:ext cx="1382657" cy="335730"/>
                <a:chOff x="10474381" y="1947531"/>
                <a:chExt cx="1317207" cy="335730"/>
              </a:xfrm>
            </p:grpSpPr>
            <p:sp>
              <p:nvSpPr>
                <p:cNvPr id="74" name="table_TWformat_1_10">
                  <a:extLst>
                    <a:ext uri="{FF2B5EF4-FFF2-40B4-BE49-F238E27FC236}">
                      <ns2:creationId id="{EFFE97DC-FAF5-32CE-8D4E-F5BB3EAE725C}"/>
                    </a:ext>
                  </a:extLst>
                </p:cNvPr>
                <p:cNvSpPr txBox="1"/>
                <p:nvPr/>
              </p:nvSpPr>
              <p:spPr>
                <a:xfrm>
                  <a:off x="10474381" y="1947531"/>
                  <a:ext cx="1317207" cy="325111"/>
                </a:xfrm>
                <a:prstGeom prst="rect">
                  <a:avLst/>
                </a:prstGeom>
                <a:noFill/>
              </p:spPr>
              <p:txBody>
                <a:bodyPr vert="horz" wrap="none" lIns="288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75" name="Straight Connector 74">
                  <a:extLst>
                    <a:ext uri="{FF2B5EF4-FFF2-40B4-BE49-F238E27FC236}">
                      <ns2:creationId id="{3F119CAD-BD09-AB86-C2CE-F02793F39A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74381" y="2283261"/>
                  <a:ext cx="131720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0" name="Group 219">
                <a:extLst>
                  <a:ext uri="{FF2B5EF4-FFF2-40B4-BE49-F238E27FC236}">
                    <ns2:creationId id="{6FEA611B-F0B1-6529-8F84-C76B1CE75CF3}"/>
                  </a:ext>
                </a:extLst>
              </p:cNvPr>
              <p:cNvGrpSpPr/>
              <p:nvPr/>
            </p:nvGrpSpPr>
            <p:grpSpPr>
              <a:xfrm>
                <a:off x="10472057" y="2339379"/>
                <a:ext cx="1382400" cy="1329334"/>
                <a:chOff x="10472057" y="2339379"/>
                <a:chExt cx="1382400" cy="1329334"/>
              </a:xfrm>
            </p:grpSpPr>
            <p:sp>
              <p:nvSpPr>
                <p:cNvPr id="115" name="Rectangle: Rounded Corners 30">
                  <a:extLst>
                    <a:ext uri="{FF2B5EF4-FFF2-40B4-BE49-F238E27FC236}">
                      <ns2:creationId id="{FADE0E73-88BF-EBFD-8292-B91542A9499D}"/>
                    </a:ext>
                  </a:extLst>
                </p:cNvPr>
                <p:cNvSpPr/>
                <p:nvPr/>
              </p:nvSpPr>
              <p:spPr>
                <a:xfrm>
                  <a:off x="10472057" y="2339379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16" name="Rectangle: Rounded Corners 30">
                  <a:extLst>
                    <a:ext uri="{FF2B5EF4-FFF2-40B4-BE49-F238E27FC236}">
                      <ns2:creationId id="{263DAEF1-4F1B-B19A-8B75-FCE2DFA5CDB6}"/>
                    </a:ext>
                  </a:extLst>
                </p:cNvPr>
                <p:cNvSpPr/>
                <p:nvPr/>
              </p:nvSpPr>
              <p:spPr>
                <a:xfrm>
                  <a:off x="10472057" y="2603499"/>
                  <a:ext cx="1382400" cy="1065214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ns2:creationId id="{C4E84418-582D-0099-F4D7-CA0537867B3D}"/>
                  </a:ext>
                </a:extLst>
              </p:cNvPr>
              <p:cNvGrpSpPr/>
              <p:nvPr/>
            </p:nvGrpSpPr>
            <p:grpSpPr>
              <a:xfrm>
                <a:off x="10472057" y="3784892"/>
                <a:ext cx="1382400" cy="1278175"/>
                <a:chOff x="10472057" y="3693457"/>
                <a:chExt cx="1382400" cy="1278175"/>
              </a:xfrm>
            </p:grpSpPr>
            <p:sp>
              <p:nvSpPr>
                <p:cNvPr id="185" name="Rectangle: Rounded Corners 30">
                  <a:extLst>
                    <a:ext uri="{FF2B5EF4-FFF2-40B4-BE49-F238E27FC236}">
                      <ns2:creationId id="{460CC948-1124-C341-AE26-D12C2C000524}"/>
                    </a:ext>
                  </a:extLst>
                </p:cNvPr>
                <p:cNvSpPr/>
                <p:nvPr/>
              </p:nvSpPr>
              <p:spPr>
                <a:xfrm>
                  <a:off x="10472057" y="3693457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ja-JP" altLang="en-US" sz="900" b="1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8" name="Rectangle: Rounded Corners 30">
                  <a:extLst>
                    <a:ext uri="{FF2B5EF4-FFF2-40B4-BE49-F238E27FC236}">
                      <ns2:creationId id="{471BDF8E-E669-54A8-B97E-57F6105CA912}"/>
                    </a:ext>
                  </a:extLst>
                </p:cNvPr>
                <p:cNvSpPr/>
                <p:nvPr/>
              </p:nvSpPr>
              <p:spPr>
                <a:xfrm>
                  <a:off x="10472057" y="3957577"/>
                  <a:ext cx="1382400" cy="101405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108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DX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9" name="Group 218">
                <a:extLst>
                  <a:ext uri="{FF2B5EF4-FFF2-40B4-BE49-F238E27FC236}">
                    <ns2:creationId id="{67B9D99B-4243-BE3C-79F9-813DCB041D1D}"/>
                  </a:ext>
                </a:extLst>
              </p:cNvPr>
              <p:cNvGrpSpPr/>
              <p:nvPr/>
            </p:nvGrpSpPr>
            <p:grpSpPr>
              <a:xfrm>
                <a:off x="10472057" y="5193585"/>
                <a:ext cx="1382400" cy="1115139"/>
                <a:chOff x="10472057" y="5193585"/>
                <a:chExt cx="1382400" cy="1115139"/>
              </a:xfrm>
            </p:grpSpPr>
            <p:sp>
              <p:nvSpPr>
                <p:cNvPr id="211" name="Rectangle: Rounded Corners 30">
                  <a:extLst>
                    <a:ext uri="{FF2B5EF4-FFF2-40B4-BE49-F238E27FC236}">
                      <ns2:creationId id="{2779EC7B-7F94-FD10-D5D8-A8CF0873BE0B}"/>
                    </a:ext>
                  </a:extLst>
                </p:cNvPr>
                <p:cNvSpPr/>
                <p:nvPr/>
              </p:nvSpPr>
              <p:spPr>
                <a:xfrm>
                  <a:off x="10472057" y="5193585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kumimoji="1"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12" name="Rectangle: Rounded Corners 30">
                  <a:extLst>
                    <a:ext uri="{FF2B5EF4-FFF2-40B4-BE49-F238E27FC236}">
                      <ns2:creationId id="{4C8DE40F-007A-24F6-922E-1429D8FC437B}"/>
                    </a:ext>
                  </a:extLst>
                </p:cNvPr>
                <p:cNvSpPr/>
                <p:nvPr/>
              </p:nvSpPr>
              <p:spPr>
                <a:xfrm>
                  <a:off x="10472057" y="5460999"/>
                  <a:ext cx="1382400" cy="84772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cxnSp>
          <p:nvCxnSpPr>
            <p:cNvPr id="233" name="Straight Connector 232">
              <a:extLst>
                <a:ext uri="{FF2B5EF4-FFF2-40B4-BE49-F238E27FC236}">
                  <ns2:creationId id="{B09DBAE8-CBC5-AEDB-BCA1-50AD58F8D5B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2320834"/>
              <a:ext cx="0" cy="648789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ns2:creationId id="{D717FF72-EE0F-0A16-239D-6A059D3EB0B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3091542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ns2:creationId id="{F91E8965-0C28-2C6D-45F6-33719D55742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5290456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Arrow Connector 257">
              <a:extLst>
                <a:ext uri="{FF2B5EF4-FFF2-40B4-BE49-F238E27FC236}">
                  <ns2:creationId id="{E411788E-8A9B-481F-04EA-D73F902787C3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2664823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or: Elbow 261">
              <a:extLst>
                <a:ext uri="{FF2B5EF4-FFF2-40B4-BE49-F238E27FC236}">
                  <ns2:creationId id="{75CB817F-6C99-3384-4F03-5DCEA73BE098}"/>
                </a:ext>
              </a:extLst>
            </p:cNvPr>
            <p:cNvCxnSpPr>
              <a:cxnSpLocks/>
              <a:endCxn id="188" idx="2"/>
            </p:cNvCxnSpPr>
            <p:nvPr/>
          </p:nvCxnSpPr>
          <p:spPr>
            <a:xfrm>
              <a:off x="10278881" y="3397524"/>
              <a:ext cx="275908" cy="1158516"/>
            </a:xfrm>
            <a:prstGeom prst="bentConnector3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Arrow Connector 268">
              <a:extLst>
                <a:ext uri="{FF2B5EF4-FFF2-40B4-BE49-F238E27FC236}">
                  <ns2:creationId id="{7C18F32E-806D-EA7C-C18A-3C2F4AB2693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5587940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79" name="Graphic 278" descr="Lightbulb and pencil outline">
              <a:extLst>
                <a:ext uri="{FF2B5EF4-FFF2-40B4-BE49-F238E27FC236}">
                  <ns2:creationId id="{CC70FD25-79F7-E68C-E6DD-50343849CDA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0720913" y="1942868"/>
              <a:ext cx="334437" cy="334437"/>
            </a:xfrm>
            <a:prstGeom prst="rect">
              <a:avLst/>
            </a:prstGeom>
          </p:spPr>
        </p:pic>
      </p:grpSp>
      <p:sp>
        <p:nvSpPr>
          <p:cNvPr id="76" name="Text Placeholder 75">
            <a:extLst>
              <a:ext uri="{FF2B5EF4-FFF2-40B4-BE49-F238E27FC236}">
                <ns2:creationId id="{E89DC45D-5416-E8E8-3D57-BF09ABBAB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</a:p>
          <a:p>
            <a:endParaRPr lang="ja-JP" altLang="en-US" sz="1800" dirty="0">
              <a:latin typeface="+mn-ea"/>
            </a:endParaRPr>
          </a:p>
          <a:p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8745011"/>
      </p:ext>
    </p:extLst>
  </p:cSld>
  <p:clrMapOvr>
    <a:masterClrMapping/>
  </p:clrMapOvr>
</p:sld>
</file>

<file path=ppt/slides/slide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92EFAC-6823-6E3C-585D-42F09E3C0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DBE735-A60C-6AA7-E58E-F1AD37886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: 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367" name="Group 366">
            <a:extLst>
              <a:ext uri="{FF2B5EF4-FFF2-40B4-BE49-F238E27FC236}">
                <ns2:creationId id="{722DA69A-BB4D-99F8-0BB8-3B554FD3B7B8}"/>
              </a:ext>
            </a:extLst>
          </p:cNvPr>
          <p:cNvGrpSpPr/>
          <p:nvPr/>
        </p:nvGrpSpPr>
        <p:grpSpPr>
          <a:xfrm>
            <a:off x="334963" y="1628776"/>
            <a:ext cx="11522073" cy="367664"/>
            <a:chOff x="334963" y="1628776"/>
            <a:chExt cx="11522073" cy="367664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C7CA5CBD-BB51-B8B7-1B29-4A48C17C8BDA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: 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Pie chart with solid fill">
              <a:extLst>
                <a:ext uri="{FF2B5EF4-FFF2-40B4-BE49-F238E27FC236}">
                  <ns2:creationId id="{D0A35CD3-897F-85AE-AAC2-BC0B55968B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1003" y="1637348"/>
              <a:ext cx="350520" cy="350520"/>
            </a:xfrm>
            <a:prstGeom prst="rect">
              <a:avLst/>
            </a:prstGeom>
          </p:spPr>
        </p:pic>
      </p:grpSp>
      <p:grpSp>
        <p:nvGrpSpPr>
          <p:cNvPr id="390" name="Group 389">
            <a:extLst>
              <a:ext uri="{FF2B5EF4-FFF2-40B4-BE49-F238E27FC236}">
                <ns2:creationId id="{260A3E41-6B8C-9C3A-B070-70286C779B74}"/>
              </a:ext>
            </a:extLst>
          </p:cNvPr>
          <p:cNvGrpSpPr/>
          <p:nvPr/>
        </p:nvGrpSpPr>
        <p:grpSpPr>
          <a:xfrm>
            <a:off x="345123" y="2151148"/>
            <a:ext cx="11511915" cy="4163292"/>
            <a:chOff x="345123" y="2151148"/>
            <a:chExt cx="11511915" cy="4163292"/>
          </a:xfrm>
        </p:grpSpPr>
        <p:grpSp>
          <p:nvGrpSpPr>
            <p:cNvPr id="368" name="Group 367">
              <a:extLst>
                <a:ext uri="{FF2B5EF4-FFF2-40B4-BE49-F238E27FC236}">
                  <ns2:creationId id="{72A93283-69B4-A3EA-D10A-B35116CB353B}"/>
                </a:ext>
              </a:extLst>
            </p:cNvPr>
            <p:cNvGrpSpPr/>
            <p:nvPr/>
          </p:nvGrpSpPr>
          <p:grpSpPr>
            <a:xfrm>
              <a:off x="345123" y="2164080"/>
              <a:ext cx="8963976" cy="4144646"/>
              <a:chOff x="345123" y="2164080"/>
              <a:chExt cx="8963976" cy="4144646"/>
            </a:xfrm>
          </p:grpSpPr>
          <p:grpSp>
            <p:nvGrpSpPr>
              <p:cNvPr id="353" name="Group 352">
                <a:extLst>
                  <a:ext uri="{FF2B5EF4-FFF2-40B4-BE49-F238E27FC236}">
                    <ns2:creationId id="{5FED0E90-52F9-89B3-1092-F073C0FA9B5F}"/>
                  </a:ext>
                </a:extLst>
              </p:cNvPr>
              <p:cNvGrpSpPr/>
              <p:nvPr/>
            </p:nvGrpSpPr>
            <p:grpSpPr>
              <a:xfrm>
                <a:off x="1170866" y="2164080"/>
                <a:ext cx="513073" cy="4144646"/>
                <a:chOff x="1246058" y="2067560"/>
                <a:chExt cx="864961" cy="4419234"/>
              </a:xfrm>
            </p:grpSpPr>
            <p:sp>
              <p:nvSpPr>
                <p:cNvPr id="181" name="table_TWformat_2_2">
                  <a:extLst>
                    <a:ext uri="{FF2B5EF4-FFF2-40B4-BE49-F238E27FC236}">
                      <ns2:creationId id="{40AF7671-2A9D-AC99-3688-48915B04A2F2}"/>
                    </a:ext>
                  </a:extLst>
                </p:cNvPr>
                <p:cNvSpPr txBox="1"/>
                <p:nvPr/>
              </p:nvSpPr>
              <p:spPr>
                <a:xfrm>
                  <a:off x="1246058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189" name="table_TWformat_3_2">
                  <a:extLst>
                    <a:ext uri="{FF2B5EF4-FFF2-40B4-BE49-F238E27FC236}">
                      <ns2:creationId id="{A762FB18-3280-2AEF-3108-E665F6F6BF40}"/>
                    </a:ext>
                  </a:extLst>
                </p:cNvPr>
                <p:cNvSpPr txBox="1"/>
                <p:nvPr/>
              </p:nvSpPr>
              <p:spPr>
                <a:xfrm>
                  <a:off x="1246058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15" name="Straight Connector 214">
                  <a:extLst>
                    <a:ext uri="{FF2B5EF4-FFF2-40B4-BE49-F238E27FC236}">
                      <ns2:creationId id="{8B3B3F1D-8D64-5997-E573-117A313AAEBC}"/>
                    </a:ext>
                  </a:extLst>
                </p:cNvPr>
                <p:cNvCxnSpPr/>
                <p:nvPr/>
              </p:nvCxnSpPr>
              <p:spPr>
                <a:xfrm>
                  <a:off x="1246058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4" name="table_TWformat_4_2">
                  <a:extLst>
                    <a:ext uri="{FF2B5EF4-FFF2-40B4-BE49-F238E27FC236}">
                      <ns2:creationId id="{C7715545-0702-030F-6D86-24CACB3CAF96}"/>
                    </a:ext>
                  </a:extLst>
                </p:cNvPr>
                <p:cNvSpPr txBox="1"/>
                <p:nvPr/>
              </p:nvSpPr>
              <p:spPr>
                <a:xfrm>
                  <a:off x="1246058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ns2:creationId id="{D56FE836-9777-E5C5-654B-416BAEFB3119}"/>
                    </a:ext>
                  </a:extLst>
                </p:cNvPr>
                <p:cNvCxnSpPr/>
                <p:nvPr/>
              </p:nvCxnSpPr>
              <p:spPr>
                <a:xfrm>
                  <a:off x="1246058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6" name="table_TWformat_5_2">
                  <a:extLst>
                    <a:ext uri="{FF2B5EF4-FFF2-40B4-BE49-F238E27FC236}">
                      <ns2:creationId id="{AB862209-327D-28BF-D3A5-B7357257D0C9}"/>
                    </a:ext>
                  </a:extLst>
                </p:cNvPr>
                <p:cNvSpPr txBox="1"/>
                <p:nvPr/>
              </p:nvSpPr>
              <p:spPr>
                <a:xfrm>
                  <a:off x="1246058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7" name="Straight Connector 236">
                  <a:extLst>
                    <a:ext uri="{FF2B5EF4-FFF2-40B4-BE49-F238E27FC236}">
                      <ns2:creationId id="{C68BAD77-FAEB-6189-75C0-1F957B2DA16A}"/>
                    </a:ext>
                  </a:extLst>
                </p:cNvPr>
                <p:cNvCxnSpPr/>
                <p:nvPr/>
              </p:nvCxnSpPr>
              <p:spPr>
                <a:xfrm>
                  <a:off x="1246058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8" name="table_TWformat_6_2">
                  <a:extLst>
                    <a:ext uri="{FF2B5EF4-FFF2-40B4-BE49-F238E27FC236}">
                      <ns2:creationId id="{06ACAE6F-0111-A971-F4AE-BADDB088CDF7}"/>
                    </a:ext>
                  </a:extLst>
                </p:cNvPr>
                <p:cNvSpPr txBox="1"/>
                <p:nvPr/>
              </p:nvSpPr>
              <p:spPr>
                <a:xfrm>
                  <a:off x="1246058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0" name="Straight Connector 239">
                  <a:extLst>
                    <a:ext uri="{FF2B5EF4-FFF2-40B4-BE49-F238E27FC236}">
                      <ns2:creationId id="{0F3C56D6-63CC-50EB-03B9-98AF6EE869FE}"/>
                    </a:ext>
                  </a:extLst>
                </p:cNvPr>
                <p:cNvCxnSpPr/>
                <p:nvPr/>
              </p:nvCxnSpPr>
              <p:spPr>
                <a:xfrm>
                  <a:off x="1246058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1" name="table_TWformat_7_2">
                  <a:extLst>
                    <a:ext uri="{FF2B5EF4-FFF2-40B4-BE49-F238E27FC236}">
                      <ns2:creationId id="{2D07A938-0548-4134-D8D1-7C4767CB12F9}"/>
                    </a:ext>
                  </a:extLst>
                </p:cNvPr>
                <p:cNvSpPr txBox="1"/>
                <p:nvPr/>
              </p:nvSpPr>
              <p:spPr>
                <a:xfrm>
                  <a:off x="1246058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ns2:creationId id="{BB63D464-82AB-13EE-4822-4515BFE67AD5}"/>
                    </a:ext>
                  </a:extLst>
                </p:cNvPr>
                <p:cNvCxnSpPr/>
                <p:nvPr/>
              </p:nvCxnSpPr>
              <p:spPr>
                <a:xfrm>
                  <a:off x="1246058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able_TWformat_1_2">
                  <a:extLst>
                    <a:ext uri="{FF2B5EF4-FFF2-40B4-BE49-F238E27FC236}">
                      <ns2:creationId id="{CB51E4B2-CEE1-88B5-89C0-86FDDA91AAAC}"/>
                    </a:ext>
                  </a:extLst>
                </p:cNvPr>
                <p:cNvSpPr txBox="1"/>
                <p:nvPr/>
              </p:nvSpPr>
              <p:spPr>
                <a:xfrm>
                  <a:off x="1246058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184" name="Straight Connector 183">
                  <a:extLst>
                    <a:ext uri="{FF2B5EF4-FFF2-40B4-BE49-F238E27FC236}">
                      <ns2:creationId id="{69EA048E-6680-CD30-C658-382A83FFA303}"/>
                    </a:ext>
                  </a:extLst>
                </p:cNvPr>
                <p:cNvCxnSpPr/>
                <p:nvPr/>
              </p:nvCxnSpPr>
              <p:spPr>
                <a:xfrm>
                  <a:off x="1246058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4" name="Group 353">
                <a:extLst>
                  <a:ext uri="{FF2B5EF4-FFF2-40B4-BE49-F238E27FC236}">
                    <ns2:creationId id="{B4ACD6F5-9167-8780-B1E2-11855025834C}"/>
                  </a:ext>
                </a:extLst>
              </p:cNvPr>
              <p:cNvGrpSpPr/>
              <p:nvPr/>
            </p:nvGrpSpPr>
            <p:grpSpPr>
              <a:xfrm>
                <a:off x="1731399" y="2164080"/>
                <a:ext cx="604915" cy="4144646"/>
                <a:chOff x="2146992" y="2067560"/>
                <a:chExt cx="864961" cy="4419234"/>
              </a:xfrm>
            </p:grpSpPr>
            <p:sp>
              <p:nvSpPr>
                <p:cNvPr id="245" name="table_TWformat_2_3">
                  <a:extLst>
                    <a:ext uri="{FF2B5EF4-FFF2-40B4-BE49-F238E27FC236}">
                      <ns2:creationId id="{8AF8E597-98F0-2F8B-4CAF-A5AF2B49424C}"/>
                    </a:ext>
                  </a:extLst>
                </p:cNvPr>
                <p:cNvSpPr txBox="1"/>
                <p:nvPr/>
              </p:nvSpPr>
              <p:spPr>
                <a:xfrm>
                  <a:off x="2146992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table_TWformat_3_3">
                  <a:extLst>
                    <a:ext uri="{FF2B5EF4-FFF2-40B4-BE49-F238E27FC236}">
                      <ns2:creationId id="{CAE461B6-7D7B-11A8-DE57-DAA10B981FE4}"/>
                    </a:ext>
                  </a:extLst>
                </p:cNvPr>
                <p:cNvSpPr txBox="1"/>
                <p:nvPr/>
              </p:nvSpPr>
              <p:spPr>
                <a:xfrm>
                  <a:off x="2146992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ns2:creationId id="{6DCC04EB-1B70-0AF4-5109-A39359B28BA8}"/>
                    </a:ext>
                  </a:extLst>
                </p:cNvPr>
                <p:cNvCxnSpPr/>
                <p:nvPr/>
              </p:nvCxnSpPr>
              <p:spPr>
                <a:xfrm>
                  <a:off x="2146992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table_TWformat_4_3">
                  <a:extLst>
                    <a:ext uri="{FF2B5EF4-FFF2-40B4-BE49-F238E27FC236}">
                      <ns2:creationId id="{1C4209EA-4677-3F8A-A8FF-541D855C3B8E}"/>
                    </a:ext>
                  </a:extLst>
                </p:cNvPr>
                <p:cNvSpPr txBox="1"/>
                <p:nvPr/>
              </p:nvSpPr>
              <p:spPr>
                <a:xfrm>
                  <a:off x="2146992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0" name="Straight Connector 249">
                  <a:extLst>
                    <a:ext uri="{FF2B5EF4-FFF2-40B4-BE49-F238E27FC236}">
                      <ns2:creationId id="{26BF1FD8-CEA5-F17B-1447-DB5E80A1C946}"/>
                    </a:ext>
                  </a:extLst>
                </p:cNvPr>
                <p:cNvCxnSpPr/>
                <p:nvPr/>
              </p:nvCxnSpPr>
              <p:spPr>
                <a:xfrm>
                  <a:off x="2146992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table_TWformat_5_3">
                  <a:extLst>
                    <a:ext uri="{FF2B5EF4-FFF2-40B4-BE49-F238E27FC236}">
                      <ns2:creationId id="{B4DAF8BF-4713-8DFD-7CAF-9F28A4E5ECE0}"/>
                    </a:ext>
                  </a:extLst>
                </p:cNvPr>
                <p:cNvSpPr txBox="1"/>
                <p:nvPr/>
              </p:nvSpPr>
              <p:spPr>
                <a:xfrm>
                  <a:off x="2146992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ns2:creationId id="{9DCBBCAB-04AF-1E1A-F522-2E33D15E70C5}"/>
                    </a:ext>
                  </a:extLst>
                </p:cNvPr>
                <p:cNvCxnSpPr/>
                <p:nvPr/>
              </p:nvCxnSpPr>
              <p:spPr>
                <a:xfrm>
                  <a:off x="2146992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3" name="table_TWformat_6_3">
                  <a:extLst>
                    <a:ext uri="{FF2B5EF4-FFF2-40B4-BE49-F238E27FC236}">
                      <ns2:creationId id="{3111B5F4-8E61-94B6-AB54-8E0C3784414F}"/>
                    </a:ext>
                  </a:extLst>
                </p:cNvPr>
                <p:cNvSpPr txBox="1"/>
                <p:nvPr/>
              </p:nvSpPr>
              <p:spPr>
                <a:xfrm>
                  <a:off x="2146992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ns2:creationId id="{62C0FBBE-D4CD-57B7-DD79-F7552437D163}"/>
                    </a:ext>
                  </a:extLst>
                </p:cNvPr>
                <p:cNvCxnSpPr/>
                <p:nvPr/>
              </p:nvCxnSpPr>
              <p:spPr>
                <a:xfrm>
                  <a:off x="2146992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able_TWformat_7_3">
                  <a:extLst>
                    <a:ext uri="{FF2B5EF4-FFF2-40B4-BE49-F238E27FC236}">
                      <ns2:creationId id="{68AD1A7C-CAFE-1AF1-12DD-4C3F9A5B3FB5}"/>
                    </a:ext>
                  </a:extLst>
                </p:cNvPr>
                <p:cNvSpPr txBox="1"/>
                <p:nvPr/>
              </p:nvSpPr>
              <p:spPr>
                <a:xfrm>
                  <a:off x="2146992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6" name="Straight Connector 255">
                  <a:extLst>
                    <a:ext uri="{FF2B5EF4-FFF2-40B4-BE49-F238E27FC236}">
                      <ns2:creationId id="{7B32F7D5-04A0-D4FF-B8B5-B0AFA0DFCC75}"/>
                    </a:ext>
                  </a:extLst>
                </p:cNvPr>
                <p:cNvCxnSpPr/>
                <p:nvPr/>
              </p:nvCxnSpPr>
              <p:spPr>
                <a:xfrm>
                  <a:off x="2146992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4" name="table_TWformat_1_3">
                  <a:extLst>
                    <a:ext uri="{FF2B5EF4-FFF2-40B4-BE49-F238E27FC236}">
                      <ns2:creationId id="{21A017A8-9FC9-C573-418B-84564E2A0F77}"/>
                    </a:ext>
                  </a:extLst>
                </p:cNvPr>
                <p:cNvSpPr txBox="1"/>
                <p:nvPr/>
              </p:nvSpPr>
              <p:spPr>
                <a:xfrm>
                  <a:off x="2146992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6" name="Straight Connector 245">
                  <a:extLst>
                    <a:ext uri="{FF2B5EF4-FFF2-40B4-BE49-F238E27FC236}">
                      <ns2:creationId id="{45B9D67D-ACDF-C01D-29BA-79D87B801307}"/>
                    </a:ext>
                  </a:extLst>
                </p:cNvPr>
                <p:cNvCxnSpPr/>
                <p:nvPr/>
              </p:nvCxnSpPr>
              <p:spPr>
                <a:xfrm>
                  <a:off x="2146992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Group 354">
                <a:extLst>
                  <a:ext uri="{FF2B5EF4-FFF2-40B4-BE49-F238E27FC236}">
                    <ns2:creationId id="{B5AEEA43-C5B5-1718-3983-364A963DA189}"/>
                  </a:ext>
                </a:extLst>
              </p:cNvPr>
              <p:cNvGrpSpPr/>
              <p:nvPr/>
            </p:nvGrpSpPr>
            <p:grpSpPr>
              <a:xfrm>
                <a:off x="2383774" y="2164080"/>
                <a:ext cx="1097354" cy="4144646"/>
                <a:chOff x="3047926" y="2067560"/>
                <a:chExt cx="864961" cy="4419234"/>
              </a:xfrm>
            </p:grpSpPr>
            <p:sp>
              <p:nvSpPr>
                <p:cNvPr id="259" name="table_TWformat_2_4">
                  <a:extLst>
                    <a:ext uri="{FF2B5EF4-FFF2-40B4-BE49-F238E27FC236}">
                      <ns2:creationId id="{5423BA8A-7DB4-6CF3-ABF2-FE058002DF0D}"/>
                    </a:ext>
                  </a:extLst>
                </p:cNvPr>
                <p:cNvSpPr txBox="1"/>
                <p:nvPr/>
              </p:nvSpPr>
              <p:spPr>
                <a:xfrm>
                  <a:off x="304792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61" name="table_TWformat_3_4">
                  <a:extLst>
                    <a:ext uri="{FF2B5EF4-FFF2-40B4-BE49-F238E27FC236}">
                      <ns2:creationId id="{DBB465B8-2080-2C63-BC44-B56E9BD1A7A7}"/>
                    </a:ext>
                  </a:extLst>
                </p:cNvPr>
                <p:cNvSpPr txBox="1"/>
                <p:nvPr/>
              </p:nvSpPr>
              <p:spPr>
                <a:xfrm>
                  <a:off x="304792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3" name="Straight Connector 262">
                  <a:extLst>
                    <a:ext uri="{FF2B5EF4-FFF2-40B4-BE49-F238E27FC236}">
                      <ns2:creationId id="{1F3648D4-247E-CB24-331B-A53F6502AA1A}"/>
                    </a:ext>
                  </a:extLst>
                </p:cNvPr>
                <p:cNvCxnSpPr/>
                <p:nvPr/>
              </p:nvCxnSpPr>
              <p:spPr>
                <a:xfrm>
                  <a:off x="304792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4" name="table_TWformat_4_4">
                  <a:extLst>
                    <a:ext uri="{FF2B5EF4-FFF2-40B4-BE49-F238E27FC236}">
                      <ns2:creationId id="{241AE780-16FF-4063-6CA3-1022E3518CBF}"/>
                    </a:ext>
                  </a:extLst>
                </p:cNvPr>
                <p:cNvSpPr txBox="1"/>
                <p:nvPr/>
              </p:nvSpPr>
              <p:spPr>
                <a:xfrm>
                  <a:off x="304792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5" name="Straight Connector 264">
                  <a:extLst>
                    <a:ext uri="{FF2B5EF4-FFF2-40B4-BE49-F238E27FC236}">
                      <ns2:creationId id="{6B7AA0A9-3B3B-C1F7-50C6-7ED723C15D14}"/>
                    </a:ext>
                  </a:extLst>
                </p:cNvPr>
                <p:cNvCxnSpPr/>
                <p:nvPr/>
              </p:nvCxnSpPr>
              <p:spPr>
                <a:xfrm>
                  <a:off x="304792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able_TWformat_5_4">
                  <a:extLst>
                    <a:ext uri="{FF2B5EF4-FFF2-40B4-BE49-F238E27FC236}">
                      <ns2:creationId id="{35533809-E5FF-B804-8D3F-E74C852352A8}"/>
                    </a:ext>
                  </a:extLst>
                </p:cNvPr>
                <p:cNvSpPr txBox="1"/>
                <p:nvPr/>
              </p:nvSpPr>
              <p:spPr>
                <a:xfrm>
                  <a:off x="304792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～</a:t>
                  </a:r>
                  <a:r>
                    <a:rPr kumimoji="1"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ns2:creationId id="{29795875-28BA-9C95-7CAA-8391F1B7194C}"/>
                    </a:ext>
                  </a:extLst>
                </p:cNvPr>
                <p:cNvCxnSpPr/>
                <p:nvPr/>
              </p:nvCxnSpPr>
              <p:spPr>
                <a:xfrm>
                  <a:off x="304792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8" name="table_TWformat_6_4">
                  <a:extLst>
                    <a:ext uri="{FF2B5EF4-FFF2-40B4-BE49-F238E27FC236}">
                      <ns2:creationId id="{B6CDD935-E6A8-634C-A2BE-DC482E0C6CBB}"/>
                    </a:ext>
                  </a:extLst>
                </p:cNvPr>
                <p:cNvSpPr txBox="1"/>
                <p:nvPr/>
              </p:nvSpPr>
              <p:spPr>
                <a:xfrm>
                  <a:off x="304792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71" name="Straight Connector 270">
                  <a:extLst>
                    <a:ext uri="{FF2B5EF4-FFF2-40B4-BE49-F238E27FC236}">
                      <ns2:creationId id="{BDA2A87C-BDE8-BB34-6A7A-FEAEB8C75A0F}"/>
                    </a:ext>
                  </a:extLst>
                </p:cNvPr>
                <p:cNvCxnSpPr/>
                <p:nvPr/>
              </p:nvCxnSpPr>
              <p:spPr>
                <a:xfrm>
                  <a:off x="304792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8" name="table_TWformat_7_4">
                  <a:extLst>
                    <a:ext uri="{FF2B5EF4-FFF2-40B4-BE49-F238E27FC236}">
                      <ns2:creationId id="{C3425C18-BA59-76FB-B6BA-4AE77E3BE49A}"/>
                    </a:ext>
                  </a:extLst>
                </p:cNvPr>
                <p:cNvSpPr txBox="1"/>
                <p:nvPr/>
              </p:nvSpPr>
              <p:spPr>
                <a:xfrm>
                  <a:off x="304792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ns2:creationId id="{2EF22FA4-7C7E-5789-E8D9-2079D695774B}"/>
                    </a:ext>
                  </a:extLst>
                </p:cNvPr>
                <p:cNvCxnSpPr/>
                <p:nvPr/>
              </p:nvCxnSpPr>
              <p:spPr>
                <a:xfrm>
                  <a:off x="304792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7" name="table_TWformat_1_4">
                  <a:extLst>
                    <a:ext uri="{FF2B5EF4-FFF2-40B4-BE49-F238E27FC236}">
                      <ns2:creationId id="{F9916685-16E8-54AE-A2C4-9CA64D3D50A2}"/>
                    </a:ext>
                  </a:extLst>
                </p:cNvPr>
                <p:cNvSpPr txBox="1"/>
                <p:nvPr/>
              </p:nvSpPr>
              <p:spPr>
                <a:xfrm>
                  <a:off x="304792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dirty="0"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0" name="Straight Connector 259">
                  <a:extLst>
                    <a:ext uri="{FF2B5EF4-FFF2-40B4-BE49-F238E27FC236}">
                      <ns2:creationId id="{E6E17A4C-C66E-6E6D-F499-AB77AEC05B9D}"/>
                    </a:ext>
                  </a:extLst>
                </p:cNvPr>
                <p:cNvCxnSpPr/>
                <p:nvPr/>
              </p:nvCxnSpPr>
              <p:spPr>
                <a:xfrm>
                  <a:off x="304792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6" name="Group 355">
                <a:extLst>
                  <a:ext uri="{FF2B5EF4-FFF2-40B4-BE49-F238E27FC236}">
                    <ns2:creationId id="{FA7E3458-0329-2A90-5A21-84DEA30E77B0}"/>
                  </a:ext>
                </a:extLst>
              </p:cNvPr>
              <p:cNvGrpSpPr/>
              <p:nvPr/>
            </p:nvGrpSpPr>
            <p:grpSpPr>
              <a:xfrm>
                <a:off x="3528588" y="2164080"/>
                <a:ext cx="880042" cy="4144646"/>
                <a:chOff x="3948861" y="2067560"/>
                <a:chExt cx="864961" cy="4419234"/>
              </a:xfrm>
            </p:grpSpPr>
            <p:sp>
              <p:nvSpPr>
                <p:cNvPr id="283" name="table_TWformat_2_5">
                  <a:extLst>
                    <a:ext uri="{FF2B5EF4-FFF2-40B4-BE49-F238E27FC236}">
                      <ns2:creationId id="{1F965AE1-C10B-7494-B4C0-C913BDC48A14}"/>
                    </a:ext>
                  </a:extLst>
                </p:cNvPr>
                <p:cNvSpPr txBox="1"/>
                <p:nvPr/>
              </p:nvSpPr>
              <p:spPr>
                <a:xfrm>
                  <a:off x="3948861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85" name="table_TWformat_3_5">
                  <a:extLst>
                    <a:ext uri="{FF2B5EF4-FFF2-40B4-BE49-F238E27FC236}">
                      <ns2:creationId id="{F588EF61-E3EA-CF4E-71E4-17DD94FF0692}"/>
                    </a:ext>
                  </a:extLst>
                </p:cNvPr>
                <p:cNvSpPr txBox="1"/>
                <p:nvPr/>
              </p:nvSpPr>
              <p:spPr>
                <a:xfrm>
                  <a:off x="3948861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6" name="Straight Connector 285">
                  <a:extLst>
                    <a:ext uri="{FF2B5EF4-FFF2-40B4-BE49-F238E27FC236}">
                      <ns2:creationId id="{61BBC162-5910-980B-1BDD-6C33EBAB78E0}"/>
                    </a:ext>
                  </a:extLst>
                </p:cNvPr>
                <p:cNvCxnSpPr/>
                <p:nvPr/>
              </p:nvCxnSpPr>
              <p:spPr>
                <a:xfrm>
                  <a:off x="3948861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7" name="table_TWformat_4_5">
                  <a:extLst>
                    <a:ext uri="{FF2B5EF4-FFF2-40B4-BE49-F238E27FC236}">
                      <ns2:creationId id="{25B67AC4-CC70-BD2C-E636-33AE7FC2E90C}"/>
                    </a:ext>
                  </a:extLst>
                </p:cNvPr>
                <p:cNvSpPr txBox="1"/>
                <p:nvPr/>
              </p:nvSpPr>
              <p:spPr>
                <a:xfrm>
                  <a:off x="3948861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8" name="Straight Connector 287">
                  <a:extLst>
                    <a:ext uri="{FF2B5EF4-FFF2-40B4-BE49-F238E27FC236}">
                      <ns2:creationId id="{15FA7E27-2047-DBC4-055C-CC9E339B38F1}"/>
                    </a:ext>
                  </a:extLst>
                </p:cNvPr>
                <p:cNvCxnSpPr/>
                <p:nvPr/>
              </p:nvCxnSpPr>
              <p:spPr>
                <a:xfrm>
                  <a:off x="3948861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9" name="table_TWformat_5_5">
                  <a:extLst>
                    <a:ext uri="{FF2B5EF4-FFF2-40B4-BE49-F238E27FC236}">
                      <ns2:creationId id="{2FA0E52D-3C7A-CB3D-97AC-F0571D565821}"/>
                    </a:ext>
                  </a:extLst>
                </p:cNvPr>
                <p:cNvSpPr txBox="1"/>
                <p:nvPr/>
              </p:nvSpPr>
              <p:spPr>
                <a:xfrm>
                  <a:off x="3948861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0" name="Straight Connector 289">
                  <a:extLst>
                    <a:ext uri="{FF2B5EF4-FFF2-40B4-BE49-F238E27FC236}">
                      <ns2:creationId id="{77D55BBB-0136-BC80-4110-C054B5549440}"/>
                    </a:ext>
                  </a:extLst>
                </p:cNvPr>
                <p:cNvCxnSpPr/>
                <p:nvPr/>
              </p:nvCxnSpPr>
              <p:spPr>
                <a:xfrm>
                  <a:off x="3948861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table_TWformat_6_5">
                  <a:extLst>
                    <a:ext uri="{FF2B5EF4-FFF2-40B4-BE49-F238E27FC236}">
                      <ns2:creationId id="{573FCDAF-A215-6436-FCF0-D81645772B95}"/>
                    </a:ext>
                  </a:extLst>
                </p:cNvPr>
                <p:cNvSpPr txBox="1"/>
                <p:nvPr/>
              </p:nvSpPr>
              <p:spPr>
                <a:xfrm>
                  <a:off x="3948861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2" name="Straight Connector 291">
                  <a:extLst>
                    <a:ext uri="{FF2B5EF4-FFF2-40B4-BE49-F238E27FC236}">
                      <ns2:creationId id="{4DCE929F-E7AB-862D-9F21-2F05FBD5532C}"/>
                    </a:ext>
                  </a:extLst>
                </p:cNvPr>
                <p:cNvCxnSpPr/>
                <p:nvPr/>
              </p:nvCxnSpPr>
              <p:spPr>
                <a:xfrm>
                  <a:off x="3948861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3" name="table_TWformat_7_5">
                  <a:extLst>
                    <a:ext uri="{FF2B5EF4-FFF2-40B4-BE49-F238E27FC236}">
                      <ns2:creationId id="{3B350A4B-F272-1128-3D85-F1C8C060E1B2}"/>
                    </a:ext>
                  </a:extLst>
                </p:cNvPr>
                <p:cNvSpPr txBox="1"/>
                <p:nvPr/>
              </p:nvSpPr>
              <p:spPr>
                <a:xfrm>
                  <a:off x="3948861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4" name="Straight Connector 293">
                  <a:extLst>
                    <a:ext uri="{FF2B5EF4-FFF2-40B4-BE49-F238E27FC236}">
                      <ns2:creationId id="{C84A3F3D-6ED3-4D04-9A94-48F6802AB44F}"/>
                    </a:ext>
                  </a:extLst>
                </p:cNvPr>
                <p:cNvCxnSpPr/>
                <p:nvPr/>
              </p:nvCxnSpPr>
              <p:spPr>
                <a:xfrm>
                  <a:off x="3948861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2" name="table_TWformat_1_5">
                  <a:extLst>
                    <a:ext uri="{FF2B5EF4-FFF2-40B4-BE49-F238E27FC236}">
                      <ns2:creationId id="{BE7E99A7-5F12-76A3-26C9-F8A60CF0BD5E}"/>
                    </a:ext>
                  </a:extLst>
                </p:cNvPr>
                <p:cNvSpPr txBox="1"/>
                <p:nvPr/>
              </p:nvSpPr>
              <p:spPr>
                <a:xfrm>
                  <a:off x="3948861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4" name="Straight Connector 283">
                  <a:extLst>
                    <a:ext uri="{FF2B5EF4-FFF2-40B4-BE49-F238E27FC236}">
                      <ns2:creationId id="{C67B3DDE-893A-55CD-89CB-48B6D62B9ECD}"/>
                    </a:ext>
                  </a:extLst>
                </p:cNvPr>
                <p:cNvCxnSpPr/>
                <p:nvPr/>
              </p:nvCxnSpPr>
              <p:spPr>
                <a:xfrm>
                  <a:off x="3948861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7" name="Group 356">
                <a:extLst>
                  <a:ext uri="{FF2B5EF4-FFF2-40B4-BE49-F238E27FC236}">
                    <ns2:creationId id="{1796C840-219A-DFF2-0337-CE97A992CBDB}"/>
                  </a:ext>
                </a:extLst>
              </p:cNvPr>
              <p:cNvGrpSpPr/>
              <p:nvPr/>
            </p:nvGrpSpPr>
            <p:grpSpPr>
              <a:xfrm>
                <a:off x="4456090" y="2164080"/>
                <a:ext cx="1060026" cy="4144646"/>
                <a:chOff x="4849796" y="2067560"/>
                <a:chExt cx="864961" cy="4419234"/>
              </a:xfrm>
            </p:grpSpPr>
            <p:sp>
              <p:nvSpPr>
                <p:cNvPr id="296" name="table_TWformat_2_6">
                  <a:extLst>
                    <a:ext uri="{FF2B5EF4-FFF2-40B4-BE49-F238E27FC236}">
                      <ns2:creationId id="{B8B58897-B7E9-BE59-DCE3-3FBD28109975}"/>
                    </a:ext>
                  </a:extLst>
                </p:cNvPr>
                <p:cNvSpPr txBox="1"/>
                <p:nvPr/>
              </p:nvSpPr>
              <p:spPr>
                <a:xfrm>
                  <a:off x="484979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ja-JP" altLang="en-US" sz="1000" dirty="0">
                      <a:latin typeface="+mn-ea"/>
                    </a:rPr>
                  </a:b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98" name="table_TWformat_3_6">
                  <a:extLst>
                    <a:ext uri="{FF2B5EF4-FFF2-40B4-BE49-F238E27FC236}">
                      <ns2:creationId id="{E50DDB43-9832-A22E-CF3F-642C1563CA9C}"/>
                    </a:ext>
                  </a:extLst>
                </p:cNvPr>
                <p:cNvSpPr txBox="1"/>
                <p:nvPr/>
              </p:nvSpPr>
              <p:spPr>
                <a:xfrm>
                  <a:off x="484979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ns2:creationId id="{1986F685-2C43-24C9-67E9-9A73F6F44D00}"/>
                    </a:ext>
                  </a:extLst>
                </p:cNvPr>
                <p:cNvCxnSpPr/>
                <p:nvPr/>
              </p:nvCxnSpPr>
              <p:spPr>
                <a:xfrm>
                  <a:off x="484979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0" name="table_TWformat_4_6">
                  <a:extLst>
                    <a:ext uri="{FF2B5EF4-FFF2-40B4-BE49-F238E27FC236}">
                      <ns2:creationId id="{E0F0E2E3-0F0F-3CC6-0F6D-2C1A6D36F33D}"/>
                    </a:ext>
                  </a:extLst>
                </p:cNvPr>
                <p:cNvSpPr txBox="1"/>
                <p:nvPr/>
              </p:nvSpPr>
              <p:spPr>
                <a:xfrm>
                  <a:off x="484979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ns2:creationId id="{DA8F97AC-EE63-3AB3-CD30-3030123B4296}"/>
                    </a:ext>
                  </a:extLst>
                </p:cNvPr>
                <p:cNvCxnSpPr/>
                <p:nvPr/>
              </p:nvCxnSpPr>
              <p:spPr>
                <a:xfrm>
                  <a:off x="484979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2" name="table_TWformat_5_6">
                  <a:extLst>
                    <a:ext uri="{FF2B5EF4-FFF2-40B4-BE49-F238E27FC236}">
                      <ns2:creationId id="{0C7F52CE-D399-2066-B19A-F796246725F1}"/>
                    </a:ext>
                  </a:extLst>
                </p:cNvPr>
                <p:cNvSpPr txBox="1"/>
                <p:nvPr/>
              </p:nvSpPr>
              <p:spPr>
                <a:xfrm>
                  <a:off x="484979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03" name="Straight Connector 302">
                  <a:extLst>
                    <a:ext uri="{FF2B5EF4-FFF2-40B4-BE49-F238E27FC236}">
                      <ns2:creationId id="{065A528F-DA93-3C39-C62A-D215CB649F6E}"/>
                    </a:ext>
                  </a:extLst>
                </p:cNvPr>
                <p:cNvCxnSpPr/>
                <p:nvPr/>
              </p:nvCxnSpPr>
              <p:spPr>
                <a:xfrm>
                  <a:off x="484979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4" name="table_TWformat_6_6">
                  <a:extLst>
                    <a:ext uri="{FF2B5EF4-FFF2-40B4-BE49-F238E27FC236}">
                      <ns2:creationId id="{037A897D-8300-D1FC-8C81-A68D58D9D6E7}"/>
                    </a:ext>
                  </a:extLst>
                </p:cNvPr>
                <p:cNvSpPr txBox="1"/>
                <p:nvPr/>
              </p:nvSpPr>
              <p:spPr>
                <a:xfrm>
                  <a:off x="484979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5" name="Straight Connector 304">
                  <a:extLst>
                    <a:ext uri="{FF2B5EF4-FFF2-40B4-BE49-F238E27FC236}">
                      <ns2:creationId id="{973BC5B6-A12A-CB19-C699-B46F950B6FC5}"/>
                    </a:ext>
                  </a:extLst>
                </p:cNvPr>
                <p:cNvCxnSpPr/>
                <p:nvPr/>
              </p:nvCxnSpPr>
              <p:spPr>
                <a:xfrm>
                  <a:off x="484979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6" name="table_TWformat_7_6">
                  <a:extLst>
                    <a:ext uri="{FF2B5EF4-FFF2-40B4-BE49-F238E27FC236}">
                      <ns2:creationId id="{07C7CFCF-6C8C-1CBD-0D94-4B39F7C082EE}"/>
                    </a:ext>
                  </a:extLst>
                </p:cNvPr>
                <p:cNvSpPr txBox="1"/>
                <p:nvPr/>
              </p:nvSpPr>
              <p:spPr>
                <a:xfrm>
                  <a:off x="484979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7" name="Straight Connector 306">
                  <a:extLst>
                    <a:ext uri="{FF2B5EF4-FFF2-40B4-BE49-F238E27FC236}">
                      <ns2:creationId id="{1639B0A7-E945-404D-B3EB-A784E479BA84}"/>
                    </a:ext>
                  </a:extLst>
                </p:cNvPr>
                <p:cNvCxnSpPr/>
                <p:nvPr/>
              </p:nvCxnSpPr>
              <p:spPr>
                <a:xfrm>
                  <a:off x="484979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5" name="table_TWformat_1_6">
                  <a:extLst>
                    <a:ext uri="{FF2B5EF4-FFF2-40B4-BE49-F238E27FC236}">
                      <ns2:creationId id="{55A6DC50-C7DB-46C8-5440-BE96934B8068}"/>
                    </a:ext>
                  </a:extLst>
                </p:cNvPr>
                <p:cNvSpPr txBox="1"/>
                <p:nvPr/>
              </p:nvSpPr>
              <p:spPr>
                <a:xfrm>
                  <a:off x="484979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7" name="Straight Connector 296">
                  <a:extLst>
                    <a:ext uri="{FF2B5EF4-FFF2-40B4-BE49-F238E27FC236}">
                      <ns2:creationId id="{2039A114-DC3F-16B3-DEC4-79AD1B52AC8E}"/>
                    </a:ext>
                  </a:extLst>
                </p:cNvPr>
                <p:cNvCxnSpPr/>
                <p:nvPr/>
              </p:nvCxnSpPr>
              <p:spPr>
                <a:xfrm>
                  <a:off x="484979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8" name="Group 357">
                <a:extLst>
                  <a:ext uri="{FF2B5EF4-FFF2-40B4-BE49-F238E27FC236}">
                    <ns2:creationId id="{1FFB53EA-22D5-93BA-8013-591FB2BEDAD8}"/>
                  </a:ext>
                </a:extLst>
              </p:cNvPr>
              <p:cNvGrpSpPr/>
              <p:nvPr/>
            </p:nvGrpSpPr>
            <p:grpSpPr>
              <a:xfrm>
                <a:off x="5563576" y="2164080"/>
                <a:ext cx="1029142" cy="4144646"/>
                <a:chOff x="5750730" y="2067560"/>
                <a:chExt cx="864961" cy="4419234"/>
              </a:xfrm>
            </p:grpSpPr>
            <p:sp>
              <p:nvSpPr>
                <p:cNvPr id="309" name="table_TWformat_2_7">
                  <a:extLst>
                    <a:ext uri="{FF2B5EF4-FFF2-40B4-BE49-F238E27FC236}">
                      <ns2:creationId id="{615C4682-441A-21B8-AC61-7B34E765AFB4}"/>
                    </a:ext>
                  </a:extLst>
                </p:cNvPr>
                <p:cNvSpPr txBox="1"/>
                <p:nvPr/>
              </p:nvSpPr>
              <p:spPr>
                <a:xfrm>
                  <a:off x="5750730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311" name="table_TWformat_3_7">
                  <a:extLst>
                    <a:ext uri="{FF2B5EF4-FFF2-40B4-BE49-F238E27FC236}">
                      <ns2:creationId id="{22AF2A8B-3C22-6CC8-5F28-D33281244336}"/>
                    </a:ext>
                  </a:extLst>
                </p:cNvPr>
                <p:cNvSpPr txBox="1"/>
                <p:nvPr/>
              </p:nvSpPr>
              <p:spPr>
                <a:xfrm>
                  <a:off x="5750730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2" name="Straight Connector 311">
                  <a:extLst>
                    <a:ext uri="{FF2B5EF4-FFF2-40B4-BE49-F238E27FC236}">
                      <ns2:creationId id="{8AAA252A-8720-1894-F921-3186571B9233}"/>
                    </a:ext>
                  </a:extLst>
                </p:cNvPr>
                <p:cNvCxnSpPr/>
                <p:nvPr/>
              </p:nvCxnSpPr>
              <p:spPr>
                <a:xfrm>
                  <a:off x="5750730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3" name="table_TWformat_4_7">
                  <a:extLst>
                    <a:ext uri="{FF2B5EF4-FFF2-40B4-BE49-F238E27FC236}">
                      <ns2:creationId id="{D9564AD0-C916-2809-C05E-8EC729E7422A}"/>
                    </a:ext>
                  </a:extLst>
                </p:cNvPr>
                <p:cNvSpPr txBox="1"/>
                <p:nvPr/>
              </p:nvSpPr>
              <p:spPr>
                <a:xfrm>
                  <a:off x="5750730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4" name="Straight Connector 313">
                  <a:extLst>
                    <a:ext uri="{FF2B5EF4-FFF2-40B4-BE49-F238E27FC236}">
                      <ns2:creationId id="{A36895ED-8C91-4265-B28B-8F4E04C8BA2B}"/>
                    </a:ext>
                  </a:extLst>
                </p:cNvPr>
                <p:cNvCxnSpPr/>
                <p:nvPr/>
              </p:nvCxnSpPr>
              <p:spPr>
                <a:xfrm>
                  <a:off x="5750730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5" name="table_TWformat_5_7">
                  <a:extLst>
                    <a:ext uri="{FF2B5EF4-FFF2-40B4-BE49-F238E27FC236}">
                      <ns2:creationId id="{28774A9E-810A-786F-999D-4CFE4221A7DE}"/>
                    </a:ext>
                  </a:extLst>
                </p:cNvPr>
                <p:cNvSpPr txBox="1"/>
                <p:nvPr/>
              </p:nvSpPr>
              <p:spPr>
                <a:xfrm>
                  <a:off x="5750730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ns2:creationId id="{D6FEE8C8-2501-AC1C-A665-88C67FA68482}"/>
                    </a:ext>
                  </a:extLst>
                </p:cNvPr>
                <p:cNvCxnSpPr/>
                <p:nvPr/>
              </p:nvCxnSpPr>
              <p:spPr>
                <a:xfrm>
                  <a:off x="5750730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7" name="table_TWformat_6_7">
                  <a:extLst>
                    <a:ext uri="{FF2B5EF4-FFF2-40B4-BE49-F238E27FC236}">
                      <ns2:creationId id="{031CF3ED-3305-3270-6926-9CDC2D2F51F6}"/>
                    </a:ext>
                  </a:extLst>
                </p:cNvPr>
                <p:cNvSpPr txBox="1"/>
                <p:nvPr/>
              </p:nvSpPr>
              <p:spPr>
                <a:xfrm>
                  <a:off x="5750730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ns2:creationId id="{2DCBD77A-4064-19C3-8865-4819A93F48BA}"/>
                    </a:ext>
                  </a:extLst>
                </p:cNvPr>
                <p:cNvCxnSpPr/>
                <p:nvPr/>
              </p:nvCxnSpPr>
              <p:spPr>
                <a:xfrm>
                  <a:off x="5750730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9" name="table_TWformat_7_7">
                  <a:extLst>
                    <a:ext uri="{FF2B5EF4-FFF2-40B4-BE49-F238E27FC236}">
                      <ns2:creationId id="{24782B21-02EF-78AB-AFDB-85A3884A29B0}"/>
                    </a:ext>
                  </a:extLst>
                </p:cNvPr>
                <p:cNvSpPr txBox="1"/>
                <p:nvPr/>
              </p:nvSpPr>
              <p:spPr>
                <a:xfrm>
                  <a:off x="5750730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0" name="Straight Connector 319">
                  <a:extLst>
                    <a:ext uri="{FF2B5EF4-FFF2-40B4-BE49-F238E27FC236}">
                      <ns2:creationId id="{7FF2D288-CDAF-C5BD-2DFC-4348983B38C6}"/>
                    </a:ext>
                  </a:extLst>
                </p:cNvPr>
                <p:cNvCxnSpPr/>
                <p:nvPr/>
              </p:nvCxnSpPr>
              <p:spPr>
                <a:xfrm>
                  <a:off x="5750730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8" name="table_TWformat_1_7">
                  <a:extLst>
                    <a:ext uri="{FF2B5EF4-FFF2-40B4-BE49-F238E27FC236}">
                      <ns2:creationId id="{796A5CFB-69DB-2AF3-0946-2167FDAC8C8E}"/>
                    </a:ext>
                  </a:extLst>
                </p:cNvPr>
                <p:cNvSpPr txBox="1"/>
                <p:nvPr/>
              </p:nvSpPr>
              <p:spPr>
                <a:xfrm>
                  <a:off x="5750730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10" name="Straight Connector 309">
                  <a:extLst>
                    <a:ext uri="{FF2B5EF4-FFF2-40B4-BE49-F238E27FC236}">
                      <ns2:creationId id="{87E71373-8C83-363B-D6F1-E329DCB81279}"/>
                    </a:ext>
                  </a:extLst>
                </p:cNvPr>
                <p:cNvCxnSpPr/>
                <p:nvPr/>
              </p:nvCxnSpPr>
              <p:spPr>
                <a:xfrm>
                  <a:off x="5750730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9" name="Group 358">
                <a:extLst>
                  <a:ext uri="{FF2B5EF4-FFF2-40B4-BE49-F238E27FC236}">
                    <ns2:creationId id="{3EBDCBFC-BF83-E347-AA99-A423D7AC325C}"/>
                  </a:ext>
                </a:extLst>
              </p:cNvPr>
              <p:cNvGrpSpPr/>
              <p:nvPr/>
            </p:nvGrpSpPr>
            <p:grpSpPr>
              <a:xfrm>
                <a:off x="6640178" y="2164080"/>
                <a:ext cx="864961" cy="4144646"/>
                <a:chOff x="6651665" y="2067560"/>
                <a:chExt cx="864961" cy="4419234"/>
              </a:xfrm>
            </p:grpSpPr>
            <p:sp>
              <p:nvSpPr>
                <p:cNvPr id="322" name="table_TWformat_2_8">
                  <a:extLst>
                    <a:ext uri="{FF2B5EF4-FFF2-40B4-BE49-F238E27FC236}">
                      <ns2:creationId id="{88BB259D-9B64-B686-17B7-E287D3F2F54B}"/>
                    </a:ext>
                  </a:extLst>
                </p:cNvPr>
                <p:cNvSpPr txBox="1"/>
                <p:nvPr/>
              </p:nvSpPr>
              <p:spPr>
                <a:xfrm>
                  <a:off x="6651665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324" name="table_TWformat_3_8">
                  <a:extLst>
                    <a:ext uri="{FF2B5EF4-FFF2-40B4-BE49-F238E27FC236}">
                      <ns2:creationId id="{2CC51937-81B6-490D-5FD2-E5615500795B}"/>
                    </a:ext>
                  </a:extLst>
                </p:cNvPr>
                <p:cNvSpPr txBox="1"/>
                <p:nvPr/>
              </p:nvSpPr>
              <p:spPr>
                <a:xfrm>
                  <a:off x="6651665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5" name="Straight Connector 324">
                  <a:extLst>
                    <a:ext uri="{FF2B5EF4-FFF2-40B4-BE49-F238E27FC236}">
                      <ns2:creationId id="{CDEE11E8-BE44-3544-4CB8-74CDA7C09447}"/>
                    </a:ext>
                  </a:extLst>
                </p:cNvPr>
                <p:cNvCxnSpPr/>
                <p:nvPr/>
              </p:nvCxnSpPr>
              <p:spPr>
                <a:xfrm>
                  <a:off x="6651665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6" name="table_TWformat_4_8">
                  <a:extLst>
                    <a:ext uri="{FF2B5EF4-FFF2-40B4-BE49-F238E27FC236}">
                      <ns2:creationId id="{9B61E66E-7BBE-9846-82AB-564535B3328C}"/>
                    </a:ext>
                  </a:extLst>
                </p:cNvPr>
                <p:cNvSpPr txBox="1"/>
                <p:nvPr/>
              </p:nvSpPr>
              <p:spPr>
                <a:xfrm>
                  <a:off x="6651665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ns2:creationId id="{26426126-40DA-CCBA-D25F-066F0171E1BF}"/>
                    </a:ext>
                  </a:extLst>
                </p:cNvPr>
                <p:cNvCxnSpPr/>
                <p:nvPr/>
              </p:nvCxnSpPr>
              <p:spPr>
                <a:xfrm>
                  <a:off x="6651665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8" name="table_TWformat_5_8">
                  <a:extLst>
                    <a:ext uri="{FF2B5EF4-FFF2-40B4-BE49-F238E27FC236}">
                      <ns2:creationId id="{485B5851-5199-1A67-C386-B73785A2F860}"/>
                    </a:ext>
                  </a:extLst>
                </p:cNvPr>
                <p:cNvSpPr txBox="1"/>
                <p:nvPr/>
              </p:nvSpPr>
              <p:spPr>
                <a:xfrm>
                  <a:off x="6651665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9" name="Straight Connector 328">
                  <a:extLst>
                    <a:ext uri="{FF2B5EF4-FFF2-40B4-BE49-F238E27FC236}">
                      <ns2:creationId id="{87041C86-443C-DEBC-1C8C-50940506368F}"/>
                    </a:ext>
                  </a:extLst>
                </p:cNvPr>
                <p:cNvCxnSpPr/>
                <p:nvPr/>
              </p:nvCxnSpPr>
              <p:spPr>
                <a:xfrm>
                  <a:off x="6651665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0" name="table_TWformat_6_8">
                  <a:extLst>
                    <a:ext uri="{FF2B5EF4-FFF2-40B4-BE49-F238E27FC236}">
                      <ns2:creationId id="{4A0756E4-21DA-80E3-5680-238EAE9E2774}"/>
                    </a:ext>
                  </a:extLst>
                </p:cNvPr>
                <p:cNvSpPr txBox="1"/>
                <p:nvPr/>
              </p:nvSpPr>
              <p:spPr>
                <a:xfrm>
                  <a:off x="6651665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1" name="Straight Connector 330">
                  <a:extLst>
                    <a:ext uri="{FF2B5EF4-FFF2-40B4-BE49-F238E27FC236}">
                      <ns2:creationId id="{270ACC5D-7257-AEA0-AD45-2893AE04DB31}"/>
                    </a:ext>
                  </a:extLst>
                </p:cNvPr>
                <p:cNvCxnSpPr/>
                <p:nvPr/>
              </p:nvCxnSpPr>
              <p:spPr>
                <a:xfrm>
                  <a:off x="6651665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2" name="table_TWformat_7_8">
                  <a:extLst>
                    <a:ext uri="{FF2B5EF4-FFF2-40B4-BE49-F238E27FC236}">
                      <ns2:creationId id="{FA0D1439-BBE7-94C4-A2F5-56E110DEFBEA}"/>
                    </a:ext>
                  </a:extLst>
                </p:cNvPr>
                <p:cNvSpPr txBox="1"/>
                <p:nvPr/>
              </p:nvSpPr>
              <p:spPr>
                <a:xfrm>
                  <a:off x="6651665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ns2:creationId id="{38EE899C-01F6-33EB-35B0-3B71BFFC3B16}"/>
                    </a:ext>
                  </a:extLst>
                </p:cNvPr>
                <p:cNvCxnSpPr/>
                <p:nvPr/>
              </p:nvCxnSpPr>
              <p:spPr>
                <a:xfrm>
                  <a:off x="6651665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1" name="table_TWformat_1_8">
                  <a:extLst>
                    <a:ext uri="{FF2B5EF4-FFF2-40B4-BE49-F238E27FC236}">
                      <ns2:creationId id="{E413F246-8F6A-B5B3-3DB3-56B3098FB455}"/>
                    </a:ext>
                  </a:extLst>
                </p:cNvPr>
                <p:cNvSpPr txBox="1"/>
                <p:nvPr/>
              </p:nvSpPr>
              <p:spPr>
                <a:xfrm>
                  <a:off x="6651665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ns2:creationId id="{2CB400F6-3B51-C847-B10B-AC65AF3DABCB}"/>
                    </a:ext>
                  </a:extLst>
                </p:cNvPr>
                <p:cNvCxnSpPr/>
                <p:nvPr/>
              </p:nvCxnSpPr>
              <p:spPr>
                <a:xfrm>
                  <a:off x="6651665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1" name="Group 360">
                <a:extLst>
                  <a:ext uri="{FF2B5EF4-FFF2-40B4-BE49-F238E27FC236}">
                    <ns2:creationId id="{7716EE7B-0590-465F-9AEB-9CF3CA800297}"/>
                  </a:ext>
                </a:extLst>
              </p:cNvPr>
              <p:cNvGrpSpPr/>
              <p:nvPr/>
            </p:nvGrpSpPr>
            <p:grpSpPr>
              <a:xfrm>
                <a:off x="7552598" y="2164080"/>
                <a:ext cx="1756501" cy="4144646"/>
                <a:chOff x="7552599" y="2067560"/>
                <a:chExt cx="1630590" cy="4419234"/>
              </a:xfrm>
            </p:grpSpPr>
            <p:sp>
              <p:nvSpPr>
                <p:cNvPr id="335" name="table_TWformat_2_9">
                  <a:extLst>
                    <a:ext uri="{FF2B5EF4-FFF2-40B4-BE49-F238E27FC236}">
                      <ns2:creationId id="{3E4110AB-85DD-C00D-75AA-73F9F8F05A4C}"/>
                    </a:ext>
                  </a:extLst>
                </p:cNvPr>
                <p:cNvSpPr txBox="1"/>
                <p:nvPr/>
              </p:nvSpPr>
              <p:spPr>
                <a:xfrm>
                  <a:off x="7552599" y="2486298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37" name="table_TWformat_3_9">
                  <a:extLst>
                    <a:ext uri="{FF2B5EF4-FFF2-40B4-BE49-F238E27FC236}">
                      <ns2:creationId id="{36780683-A107-96F5-D164-771C8530D724}"/>
                    </a:ext>
                  </a:extLst>
                </p:cNvPr>
                <p:cNvSpPr txBox="1"/>
                <p:nvPr/>
              </p:nvSpPr>
              <p:spPr>
                <a:xfrm>
                  <a:off x="7552599" y="3127190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8" name="Straight Connector 337">
                  <a:extLst>
                    <a:ext uri="{FF2B5EF4-FFF2-40B4-BE49-F238E27FC236}">
                      <ns2:creationId id="{AF5B1179-80B8-D2DF-7029-749AF2417C70}"/>
                    </a:ext>
                  </a:extLst>
                </p:cNvPr>
                <p:cNvCxnSpPr/>
                <p:nvPr/>
              </p:nvCxnSpPr>
              <p:spPr>
                <a:xfrm>
                  <a:off x="7552599" y="3115728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9" name="table_TWformat_4_9">
                  <a:extLst>
                    <a:ext uri="{FF2B5EF4-FFF2-40B4-BE49-F238E27FC236}">
                      <ns2:creationId id="{493C3403-9056-5AF3-3C87-C60C9A245C9E}"/>
                    </a:ext>
                  </a:extLst>
                </p:cNvPr>
                <p:cNvSpPr txBox="1"/>
                <p:nvPr/>
              </p:nvSpPr>
              <p:spPr>
                <a:xfrm>
                  <a:off x="7552599" y="3768081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0" name="Straight Connector 339">
                  <a:extLst>
                    <a:ext uri="{FF2B5EF4-FFF2-40B4-BE49-F238E27FC236}">
                      <ns2:creationId id="{FD4B6057-1232-6595-6668-75F563695639}"/>
                    </a:ext>
                  </a:extLst>
                </p:cNvPr>
                <p:cNvCxnSpPr/>
                <p:nvPr/>
              </p:nvCxnSpPr>
              <p:spPr>
                <a:xfrm>
                  <a:off x="7552599" y="3756620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1" name="table_TWformat_5_9">
                  <a:extLst>
                    <a:ext uri="{FF2B5EF4-FFF2-40B4-BE49-F238E27FC236}">
                      <ns2:creationId id="{4CE982BA-5007-290B-616F-32960577636D}"/>
                    </a:ext>
                  </a:extLst>
                </p:cNvPr>
                <p:cNvSpPr txBox="1"/>
                <p:nvPr/>
              </p:nvSpPr>
              <p:spPr>
                <a:xfrm>
                  <a:off x="7552599" y="4408973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42" name="Straight Connector 341">
                  <a:extLst>
                    <a:ext uri="{FF2B5EF4-FFF2-40B4-BE49-F238E27FC236}">
                      <ns2:creationId id="{21A57D18-C3FE-032D-0851-76D030DBF394}"/>
                    </a:ext>
                  </a:extLst>
                </p:cNvPr>
                <p:cNvCxnSpPr/>
                <p:nvPr/>
              </p:nvCxnSpPr>
              <p:spPr>
                <a:xfrm>
                  <a:off x="7552599" y="4397511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3" name="table_TWformat_6_9">
                  <a:extLst>
                    <a:ext uri="{FF2B5EF4-FFF2-40B4-BE49-F238E27FC236}">
                      <ns2:creationId id="{F629C48F-6514-7195-89DD-B4D29DA3C393}"/>
                    </a:ext>
                  </a:extLst>
                </p:cNvPr>
                <p:cNvSpPr txBox="1"/>
                <p:nvPr/>
              </p:nvSpPr>
              <p:spPr>
                <a:xfrm>
                  <a:off x="7552599" y="5049866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ns2:creationId id="{C1A80F93-2650-6A59-2EFD-11AD1C79DC54}"/>
                    </a:ext>
                  </a:extLst>
                </p:cNvPr>
                <p:cNvCxnSpPr/>
                <p:nvPr/>
              </p:nvCxnSpPr>
              <p:spPr>
                <a:xfrm>
                  <a:off x="7552599" y="5038403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able_TWformat_7_9">
                  <a:extLst>
                    <a:ext uri="{FF2B5EF4-FFF2-40B4-BE49-F238E27FC236}">
                      <ns2:creationId id="{A70C4660-1F62-EB7B-7CB4-52D923724829}"/>
                    </a:ext>
                  </a:extLst>
                </p:cNvPr>
                <p:cNvSpPr txBox="1"/>
                <p:nvPr/>
              </p:nvSpPr>
              <p:spPr>
                <a:xfrm>
                  <a:off x="7552599" y="5690758"/>
                  <a:ext cx="1630590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ns2:creationId id="{C0B052F7-AA15-7408-A9AC-3907E7A5B93B}"/>
                    </a:ext>
                  </a:extLst>
                </p:cNvPr>
                <p:cNvCxnSpPr/>
                <p:nvPr/>
              </p:nvCxnSpPr>
              <p:spPr>
                <a:xfrm>
                  <a:off x="7552599" y="5679294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" name="table_TWformat_1_9">
                  <a:extLst>
                    <a:ext uri="{FF2B5EF4-FFF2-40B4-BE49-F238E27FC236}">
                      <ns2:creationId id="{C953D859-F438-3961-8AC8-11FA982447E1}"/>
                    </a:ext>
                  </a:extLst>
                </p:cNvPr>
                <p:cNvSpPr txBox="1"/>
                <p:nvPr/>
              </p:nvSpPr>
              <p:spPr>
                <a:xfrm>
                  <a:off x="7552599" y="2067560"/>
                  <a:ext cx="1630590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6" name="Straight Connector 335">
                  <a:extLst>
                    <a:ext uri="{FF2B5EF4-FFF2-40B4-BE49-F238E27FC236}">
                      <ns2:creationId id="{BACCFD65-CB13-C5C2-D814-278A7A6D9FEB}"/>
                    </a:ext>
                  </a:extLst>
                </p:cNvPr>
                <p:cNvCxnSpPr/>
                <p:nvPr/>
              </p:nvCxnSpPr>
              <p:spPr>
                <a:xfrm>
                  <a:off x="7552599" y="2407412"/>
                  <a:ext cx="163059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2" name="Group 351">
                <a:extLst>
                  <a:ext uri="{FF2B5EF4-FFF2-40B4-BE49-F238E27FC236}">
                    <ns2:creationId id="{678C014B-78D7-5B12-FC42-86CDB73E0513}"/>
                  </a:ext>
                </a:extLst>
              </p:cNvPr>
              <p:cNvGrpSpPr/>
              <p:nvPr/>
            </p:nvGrpSpPr>
            <p:grpSpPr>
              <a:xfrm>
                <a:off x="345123" y="2164080"/>
                <a:ext cx="778283" cy="4144646"/>
                <a:chOff x="345123" y="2067560"/>
                <a:chExt cx="864961" cy="4419234"/>
              </a:xfrm>
            </p:grpSpPr>
            <p:grpSp>
              <p:nvGrpSpPr>
                <p:cNvPr id="351" name="Group 350">
                  <a:extLst>
                    <a:ext uri="{FF2B5EF4-FFF2-40B4-BE49-F238E27FC236}">
                      <ns2:creationId id="{EF91CE1D-9D70-F706-78F4-F2138FDC90CE}"/>
                    </a:ext>
                  </a:extLst>
                </p:cNvPr>
                <p:cNvGrpSpPr/>
                <p:nvPr/>
              </p:nvGrpSpPr>
              <p:grpSpPr>
                <a:xfrm>
                  <a:off x="345123" y="2486297"/>
                  <a:ext cx="864961" cy="4000497"/>
                  <a:chOff x="345123" y="2486297"/>
                  <a:chExt cx="864961" cy="4000497"/>
                </a:xfrm>
              </p:grpSpPr>
              <p:sp>
                <p:nvSpPr>
                  <p:cNvPr id="66" name="table_TWformat_2_1">
                    <a:extLst>
                      <a:ext uri="{FF2B5EF4-FFF2-40B4-BE49-F238E27FC236}">
                        <ns2:creationId id="{3BE33ECA-FC36-501C-5F48-31E0C4ACD566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2486297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6" name="table_TWformat_4_1">
                    <a:extLst>
                      <a:ext uri="{FF2B5EF4-FFF2-40B4-BE49-F238E27FC236}">
                        <ns2:creationId id="{BC3A6835-4102-C0DF-9CE3-46DCE023645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3768080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19" name="table_TWformat_6_1">
                    <a:extLst>
                      <a:ext uri="{FF2B5EF4-FFF2-40B4-BE49-F238E27FC236}">
                        <ns2:creationId id="{C7BCE516-9780-E90B-9085-46271528E9A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049866"/>
                    <a:ext cx="864961" cy="61796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0" name="table_TWformat_7_1">
                    <a:extLst>
                      <a:ext uri="{FF2B5EF4-FFF2-40B4-BE49-F238E27FC236}">
                        <ns2:creationId id="{617F9AE3-7692-073E-3819-A113378BEA2B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690758"/>
                    <a:ext cx="864961" cy="79603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" name="table_TWformat_1_1">
                  <a:extLst>
                    <a:ext uri="{FF2B5EF4-FFF2-40B4-BE49-F238E27FC236}">
                      <ns2:creationId id="{33B2C569-39B3-1880-92EB-285B54D55DE5}"/>
                    </a:ext>
                  </a:extLst>
                </p:cNvPr>
                <p:cNvSpPr txBox="1"/>
                <p:nvPr/>
              </p:nvSpPr>
              <p:spPr>
                <a:xfrm>
                  <a:off x="345123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ns2:creationId id="{F8F8DC4F-EABC-7FDC-1D12-E61F10D0A58A}"/>
                    </a:ext>
                  </a:extLst>
                </p:cNvPr>
                <p:cNvCxnSpPr/>
                <p:nvPr/>
              </p:nvCxnSpPr>
              <p:spPr>
                <a:xfrm>
                  <a:off x="345123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372" name="Straight Connector 371">
              <a:extLst>
                <a:ext uri="{FF2B5EF4-FFF2-40B4-BE49-F238E27FC236}">
                  <ns2:creationId id="{71861158-2F36-6D4B-FC70-07FB060E0FB2}"/>
                </a:ext>
              </a:extLst>
            </p:cNvPr>
            <p:cNvCxnSpPr/>
            <p:nvPr/>
          </p:nvCxnSpPr>
          <p:spPr>
            <a:xfrm>
              <a:off x="9789161" y="2482815"/>
              <a:ext cx="206787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table_TWformat_1_9">
              <a:extLst>
                <a:ext uri="{FF2B5EF4-FFF2-40B4-BE49-F238E27FC236}">
                  <ns2:creationId id="{3386555C-A9C9-8C5B-460B-15C530AEE34E}"/>
                </a:ext>
              </a:extLst>
            </p:cNvPr>
            <p:cNvSpPr txBox="1"/>
            <p:nvPr/>
          </p:nvSpPr>
          <p:spPr>
            <a:xfrm>
              <a:off x="9789160" y="2164080"/>
              <a:ext cx="2067876" cy="312931"/>
            </a:xfrm>
            <a:prstGeom prst="rect">
              <a:avLst/>
            </a:prstGeom>
            <a:noFill/>
          </p:spPr>
          <p:txBody>
            <a:bodyPr vert="horz" wrap="none" lIns="432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 algn="l"/>
              <a:r>
                <a:rPr lang="ja-JP" altLang="en-US" dirty="0"/>
                <a:t>XX</a:t>
              </a:r>
            </a:p>
          </p:txBody>
        </p:sp>
        <p:pic>
          <p:nvPicPr>
            <p:cNvPr id="374" name="Graphic 373" descr="Lightbulb and pencil outline">
              <a:extLst>
                <a:ext uri="{FF2B5EF4-FFF2-40B4-BE49-F238E27FC236}">
                  <ns2:creationId id="{83E31EBD-AC59-F768-0601-23189E9C7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842073" y="2151148"/>
              <a:ext cx="334437" cy="334437"/>
            </a:xfrm>
            <a:prstGeom prst="rect">
              <a:avLst/>
            </a:prstGeom>
          </p:spPr>
        </p:pic>
        <p:grpSp>
          <p:nvGrpSpPr>
            <p:cNvPr id="379" name="Group 378">
              <a:extLst>
                <a:ext uri="{FF2B5EF4-FFF2-40B4-BE49-F238E27FC236}">
                  <ns2:creationId id="{460C6F81-814F-164C-C217-5907821031B4}"/>
                </a:ext>
              </a:extLst>
            </p:cNvPr>
            <p:cNvGrpSpPr/>
            <p:nvPr/>
          </p:nvGrpSpPr>
          <p:grpSpPr>
            <a:xfrm>
              <a:off x="9810750" y="2584533"/>
              <a:ext cx="2046288" cy="2319238"/>
              <a:chOff x="9810750" y="2640293"/>
              <a:chExt cx="1299822" cy="2319238"/>
            </a:xfrm>
          </p:grpSpPr>
          <p:sp>
            <p:nvSpPr>
              <p:cNvPr id="377" name="Rectangle: Rounded Corners 30">
                <a:extLst>
                  <a:ext uri="{FF2B5EF4-FFF2-40B4-BE49-F238E27FC236}">
                    <ns2:creationId id="{DD58AD3C-5150-8EE0-6BCC-AED76A9D2CC2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zh-TW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000" b="1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78" name="Rectangle: Rounded Corners 30">
                <a:extLst>
                  <a:ext uri="{FF2B5EF4-FFF2-40B4-BE49-F238E27FC236}">
                    <ns2:creationId id="{5F3E5FAA-37F7-BDC1-DB1E-E7D1B25BA0CF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205511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1F1F1F"/>
                  </a:solidFill>
                  <a:latin typeface="+mn-ea"/>
                </a:endParaRP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～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ns2:creationId id="{60203562-9EC9-E29A-BBE8-C0D7EF88E6A9}"/>
                </a:ext>
              </a:extLst>
            </p:cNvPr>
            <p:cNvGrpSpPr/>
            <p:nvPr/>
          </p:nvGrpSpPr>
          <p:grpSpPr>
            <a:xfrm>
              <a:off x="9485341" y="2538971"/>
              <a:ext cx="168216" cy="3775469"/>
              <a:chOff x="9482639" y="2538971"/>
              <a:chExt cx="168216" cy="3775469"/>
            </a:xfrm>
          </p:grpSpPr>
          <p:cxnSp>
            <p:nvCxnSpPr>
              <p:cNvPr id="381" name="直線コネクタ 125">
                <a:extLst>
                  <a:ext uri="{FF2B5EF4-FFF2-40B4-BE49-F238E27FC236}">
                    <ns2:creationId id="{B31C53E1-C1AB-E6AA-A494-C03A0781E6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566747" y="2538971"/>
                <a:ext cx="0" cy="3775469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4" name="Group 383">
                <a:extLst>
                  <a:ext uri="{FF2B5EF4-FFF2-40B4-BE49-F238E27FC236}">
                    <ns2:creationId id="{1E66AB3C-9144-6BA3-0FAA-5063B1162756}"/>
                  </a:ext>
                </a:extLst>
              </p:cNvPr>
              <p:cNvGrpSpPr/>
              <p:nvPr/>
            </p:nvGrpSpPr>
            <p:grpSpPr>
              <a:xfrm>
                <a:off x="9482639" y="4342371"/>
                <a:ext cx="168216" cy="168670"/>
                <a:chOff x="9436072" y="4295678"/>
                <a:chExt cx="261349" cy="262055"/>
              </a:xfrm>
            </p:grpSpPr>
            <p:sp>
              <p:nvSpPr>
                <p:cNvPr id="382" name="円/楕円 126">
                  <a:extLst>
                    <a:ext uri="{FF2B5EF4-FFF2-40B4-BE49-F238E27FC236}">
                      <ns2:creationId id="{0D30B0D8-5D07-FB4C-D0EB-DAA0CEB195B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9436072" y="4296385"/>
                  <a:ext cx="261349" cy="26134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383" name="グラフィックス 130" descr="キャレットを下へ 枠線">
                  <a:extLst>
                    <a:ext uri="{FF2B5EF4-FFF2-40B4-BE49-F238E27FC236}">
                      <ns2:creationId id="{59015C25-8D04-00CB-0FC1-8A7C64C418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9436072" y="4295678"/>
                  <a:ext cx="258735" cy="25873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86" name="Group 385">
              <a:extLst>
                <a:ext uri="{FF2B5EF4-FFF2-40B4-BE49-F238E27FC236}">
                  <ns2:creationId id="{25A8708E-45F1-AA4F-B25D-C69B99D246FE}"/>
                </a:ext>
              </a:extLst>
            </p:cNvPr>
            <p:cNvGrpSpPr/>
            <p:nvPr/>
          </p:nvGrpSpPr>
          <p:grpSpPr>
            <a:xfrm>
              <a:off x="9810750" y="5017098"/>
              <a:ext cx="2046288" cy="1297342"/>
              <a:chOff x="9810750" y="2640293"/>
              <a:chExt cx="1299822" cy="1297342"/>
            </a:xfrm>
          </p:grpSpPr>
          <p:sp>
            <p:nvSpPr>
              <p:cNvPr id="387" name="Rectangle: Rounded Corners 30">
                <a:extLst>
                  <a:ext uri="{FF2B5EF4-FFF2-40B4-BE49-F238E27FC236}">
                    <ns2:creationId id="{057C92C5-004C-66AD-6A94-9A8DF7830E5D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8" name="Rectangle: Rounded Corners 30">
                <a:extLst>
                  <a:ext uri="{FF2B5EF4-FFF2-40B4-BE49-F238E27FC236}">
                    <ns2:creationId id="{B97E8EA2-90F9-C1DC-A881-CBD80F64D992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103322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89" name="table_TWformat_1_9">
              <a:extLst>
                <a:ext uri="{FF2B5EF4-FFF2-40B4-BE49-F238E27FC236}">
                  <ns2:creationId id="{30FB8B7E-B856-626C-0387-17CF461AF6D6}"/>
                </a:ext>
              </a:extLst>
            </p:cNvPr>
            <p:cNvSpPr txBox="1"/>
            <p:nvPr/>
          </p:nvSpPr>
          <p:spPr>
            <a:xfrm>
              <a:off x="10826750" y="2193166"/>
              <a:ext cx="946150" cy="254760"/>
            </a:xfrm>
            <a:prstGeom prst="roundRect">
              <a:avLst>
                <a:gd name="adj" fmla="val 12928"/>
              </a:avLst>
            </a:prstGeom>
            <a:noFill/>
            <a:ln>
              <a:solidFill>
                <a:srgbClr val="008000"/>
              </a:solidFill>
            </a:ln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</p:grpSp>
      <p:sp>
        <p:nvSpPr>
          <p:cNvPr id="397" name="Text Placeholder 75">
            <a:extLst>
              <a:ext uri="{FF2B5EF4-FFF2-40B4-BE49-F238E27FC236}">
                <ns2:creationId id="{AA33EA1E-C36F-7396-CB9A-CBAA5FD862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ja-JP" altLang="en-US" sz="1800" dirty="0">
                <a:latin typeface="+mn-ea"/>
              </a:rPr>
              <a:t>XX</a:t>
            </a:r>
          </a:p>
        </p:txBody>
      </p:sp>
    </p:spTree>
    <p:extLst>
      <p:ext uri="{BB962C8B-B14F-4D97-AF65-F5344CB8AC3E}">
        <ns5:creationId val="777306214"/>
      </p:ext>
    </p:extLst>
  </p:cSld>
  <p:clrMapOvr>
    <a:masterClrMapping/>
  </p:clrMapOvr>
</p:sld>
</file>

<file path=ppt/slides/slide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06D974C-54DB-D8DA-5506-212CA685F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7293AA-2E6B-00F6-05CE-E2B1F7EA68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br>
              <a:rPr kumimoji="1" lang="ja-JP" altLang="en-US" dirty="0">
                <a:latin typeface="+mn-ea"/>
                <a:ea typeface="+mn-ea"/>
              </a:rPr>
            </a:b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kumimoji="1" lang="en-US" altLang="ja-JP" sz="1800" dirty="0">
                <a:latin typeface="+mn-ea"/>
                <a:ea typeface="+mn-ea"/>
              </a:rPr>
              <a:t>XX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(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)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948F76D-169E-EF11-A32D-8A58A6F77CB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sp>
        <p:nvSpPr>
          <p:cNvPr id="7" name="Rectangle 1">
            <a:extLst>
              <a:ext uri="{FF2B5EF4-FFF2-40B4-BE49-F238E27FC236}">
                <ns2:creationId id="{14F3A9CF-2ED3-9178-4519-0A0FF197F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grpSp>
        <p:nvGrpSpPr>
          <p:cNvPr id="185" name="Group 184">
            <a:extLst>
              <a:ext uri="{FF2B5EF4-FFF2-40B4-BE49-F238E27FC236}">
                <ns2:creationId id="{796A559E-BDA0-80F2-3420-88E58491FA59}"/>
              </a:ext>
            </a:extLst>
          </p:cNvPr>
          <p:cNvGrpSpPr/>
          <p:nvPr/>
        </p:nvGrpSpPr>
        <p:grpSpPr>
          <a:xfrm>
            <a:off x="334962" y="1639533"/>
            <a:ext cx="11522078" cy="4679951"/>
            <a:chOff x="334962" y="1628775"/>
            <a:chExt cx="11522078" cy="4679951"/>
          </a:xfrm>
        </p:grpSpPr>
        <p:grpSp>
          <p:nvGrpSpPr>
            <p:cNvPr id="144" name="Group 143">
              <a:extLst>
                <a:ext uri="{FF2B5EF4-FFF2-40B4-BE49-F238E27FC236}">
                  <ns2:creationId id="{3D90DEEF-0AED-BF4D-DF03-34D9E2537EA3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2922905"/>
              <a:chOff x="334963" y="1628775"/>
              <a:chExt cx="11522075" cy="3375025"/>
            </a:xfrm>
          </p:grpSpPr>
          <p:grpSp>
            <p:nvGrpSpPr>
              <p:cNvPr id="130" name="Group 129">
                <a:extLst>
                  <a:ext uri="{FF2B5EF4-FFF2-40B4-BE49-F238E27FC236}">
                    <ns2:creationId id="{CBE8D9C6-CCD5-C8A7-1BD4-E485286FC3BB}"/>
                  </a:ext>
                </a:extLst>
              </p:cNvPr>
              <p:cNvGrpSpPr/>
              <p:nvPr/>
            </p:nvGrpSpPr>
            <p:grpSpPr>
              <a:xfrm>
                <a:off x="6553199" y="1628775"/>
                <a:ext cx="5303839" cy="3375025"/>
                <a:chOff x="7448550" y="1628775"/>
                <a:chExt cx="4408488" cy="3502025"/>
              </a:xfrm>
            </p:grpSpPr>
            <p:sp>
              <p:nvSpPr>
                <p:cNvPr id="98" name="table_TWformat_1_7">
                  <a:extLst>
                    <a:ext uri="{FF2B5EF4-FFF2-40B4-BE49-F238E27FC236}">
                      <ns2:creationId id="{F79F8BA7-5C8D-25E8-3291-C21B8FF3A014}"/>
                    </a:ext>
                  </a:extLst>
                </p:cNvPr>
                <p:cNvSpPr txBox="1"/>
                <p:nvPr/>
              </p:nvSpPr>
              <p:spPr>
                <a:xfrm>
                  <a:off x="7448550" y="1628775"/>
                  <a:ext cx="4408488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00" name="Straight Connector 99">
                  <a:extLst>
                    <a:ext uri="{FF2B5EF4-FFF2-40B4-BE49-F238E27FC236}">
                      <ns2:creationId id="{93F16487-5244-96F9-162A-515E8BE83005}"/>
                    </a:ext>
                  </a:extLst>
                </p:cNvPr>
                <p:cNvCxnSpPr/>
                <p:nvPr/>
              </p:nvCxnSpPr>
              <p:spPr>
                <a:xfrm>
                  <a:off x="7448550" y="207010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table_TWformat_2_7">
                  <a:extLst>
                    <a:ext uri="{FF2B5EF4-FFF2-40B4-BE49-F238E27FC236}">
                      <ns2:creationId id="{9AF694BC-64D9-4803-D2CA-58BC43F3B865}"/>
                    </a:ext>
                  </a:extLst>
                </p:cNvPr>
                <p:cNvSpPr txBox="1"/>
                <p:nvPr/>
              </p:nvSpPr>
              <p:spPr>
                <a:xfrm>
                  <a:off x="7448550" y="21165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(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)</a:t>
                  </a:r>
                  <a:br>
                    <a:rPr lang="en-US" altLang="ja-JP" sz="1100" dirty="0"/>
                  </a:br>
                  <a:r>
                    <a:rPr lang="ja-JP" altLang="en-US" sz="1100" dirty="0"/>
                    <a:t>XX</a:t>
                  </a:r>
                </a:p>
              </p:txBody>
            </p:sp>
            <p:sp>
              <p:nvSpPr>
                <p:cNvPr id="101" name="table_TWformat_3_7">
                  <a:extLst>
                    <a:ext uri="{FF2B5EF4-FFF2-40B4-BE49-F238E27FC236}">
                      <ns2:creationId id="{16ADDFA8-DDCE-B793-DC88-A8F0D287D7EC}"/>
                    </a:ext>
                  </a:extLst>
                </p:cNvPr>
                <p:cNvSpPr txBox="1"/>
                <p:nvPr/>
              </p:nvSpPr>
              <p:spPr>
                <a:xfrm>
                  <a:off x="7448550" y="25497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2" name="Straight Connector 101">
                  <a:extLst>
                    <a:ext uri="{FF2B5EF4-FFF2-40B4-BE49-F238E27FC236}">
                      <ns2:creationId id="{C58EAFAC-5CD3-5EE3-814C-BEF0A398E25F}"/>
                    </a:ext>
                  </a:extLst>
                </p:cNvPr>
                <p:cNvCxnSpPr/>
                <p:nvPr/>
              </p:nvCxnSpPr>
              <p:spPr>
                <a:xfrm>
                  <a:off x="7448550" y="25408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" name="table_TWformat_4_7">
                  <a:extLst>
                    <a:ext uri="{FF2B5EF4-FFF2-40B4-BE49-F238E27FC236}">
                      <ns2:creationId id="{47D4ED11-0BF8-8521-A6A6-04D78F61D313}"/>
                    </a:ext>
                  </a:extLst>
                </p:cNvPr>
                <p:cNvSpPr txBox="1"/>
                <p:nvPr/>
              </p:nvSpPr>
              <p:spPr>
                <a:xfrm>
                  <a:off x="7448550" y="29828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100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5" name="Straight Connector 104">
                  <a:extLst>
                    <a:ext uri="{FF2B5EF4-FFF2-40B4-BE49-F238E27FC236}">
                      <ns2:creationId id="{C1A4F45F-4E16-E9E4-E665-E7DD1C84B550}"/>
                    </a:ext>
                  </a:extLst>
                </p:cNvPr>
                <p:cNvCxnSpPr/>
                <p:nvPr/>
              </p:nvCxnSpPr>
              <p:spPr>
                <a:xfrm>
                  <a:off x="7448550" y="2973988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6" name="table_TWformat_5_7">
                  <a:extLst>
                    <a:ext uri="{FF2B5EF4-FFF2-40B4-BE49-F238E27FC236}">
                      <ns2:creationId id="{59567E2D-A5CD-BC25-DF24-205433C89FD8}"/>
                    </a:ext>
                  </a:extLst>
                </p:cNvPr>
                <p:cNvSpPr txBox="1"/>
                <p:nvPr/>
              </p:nvSpPr>
              <p:spPr>
                <a:xfrm>
                  <a:off x="7448550" y="34159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ns2:creationId id="{892027FE-BFCC-A785-30F2-03E0E184C62A}"/>
                    </a:ext>
                  </a:extLst>
                </p:cNvPr>
                <p:cNvCxnSpPr/>
                <p:nvPr/>
              </p:nvCxnSpPr>
              <p:spPr>
                <a:xfrm>
                  <a:off x="7448550" y="3407122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8" name="table_TWformat_6_7">
                  <a:extLst>
                    <a:ext uri="{FF2B5EF4-FFF2-40B4-BE49-F238E27FC236}">
                      <ns2:creationId id="{3DA1C5A1-F50E-C0D8-7369-1335A57669FC}"/>
                    </a:ext>
                  </a:extLst>
                </p:cNvPr>
                <p:cNvSpPr txBox="1"/>
                <p:nvPr/>
              </p:nvSpPr>
              <p:spPr>
                <a:xfrm>
                  <a:off x="7448550" y="38491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9" name="Straight Connector 108">
                  <a:extLst>
                    <a:ext uri="{FF2B5EF4-FFF2-40B4-BE49-F238E27FC236}">
                      <ns2:creationId id="{E9556F1B-CCAA-99B4-60EC-2AB7DC6D4A9D}"/>
                    </a:ext>
                  </a:extLst>
                </p:cNvPr>
                <p:cNvCxnSpPr/>
                <p:nvPr/>
              </p:nvCxnSpPr>
              <p:spPr>
                <a:xfrm>
                  <a:off x="7448550" y="38402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0" name="table_TWformat_7_7">
                  <a:extLst>
                    <a:ext uri="{FF2B5EF4-FFF2-40B4-BE49-F238E27FC236}">
                      <ns2:creationId id="{31642809-26F9-48A7-ACF9-772D565E31A3}"/>
                    </a:ext>
                  </a:extLst>
                </p:cNvPr>
                <p:cNvSpPr txBox="1"/>
                <p:nvPr/>
              </p:nvSpPr>
              <p:spPr>
                <a:xfrm>
                  <a:off x="7448550" y="42822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1" name="Straight Connector 110">
                  <a:extLst>
                    <a:ext uri="{FF2B5EF4-FFF2-40B4-BE49-F238E27FC236}">
                      <ns2:creationId id="{2D8AA1E2-3480-3C14-0FC7-38E1A25BF6E7}"/>
                    </a:ext>
                  </a:extLst>
                </p:cNvPr>
                <p:cNvCxnSpPr/>
                <p:nvPr/>
              </p:nvCxnSpPr>
              <p:spPr>
                <a:xfrm>
                  <a:off x="7448550" y="4273387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table_TWformat_8_7">
                  <a:extLst>
                    <a:ext uri="{FF2B5EF4-FFF2-40B4-BE49-F238E27FC236}">
                      <ns2:creationId id="{91C9B4D3-C95A-21B6-7C77-2C571D6BA536}"/>
                    </a:ext>
                  </a:extLst>
                </p:cNvPr>
                <p:cNvSpPr txBox="1"/>
                <p:nvPr/>
              </p:nvSpPr>
              <p:spPr>
                <a:xfrm>
                  <a:off x="7448550" y="4715374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3" name="Straight Connector 112">
                  <a:extLst>
                    <a:ext uri="{FF2B5EF4-FFF2-40B4-BE49-F238E27FC236}">
                      <ns2:creationId id="{3A106CD0-8CE1-62D3-C275-82C00CC91C39}"/>
                    </a:ext>
                  </a:extLst>
                </p:cNvPr>
                <p:cNvCxnSpPr/>
                <p:nvPr/>
              </p:nvCxnSpPr>
              <p:spPr>
                <a:xfrm>
                  <a:off x="7448550" y="470652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2" name="Group 131">
                <a:extLst>
                  <a:ext uri="{FF2B5EF4-FFF2-40B4-BE49-F238E27FC236}">
                    <ns2:creationId id="{17DBDB35-6EEE-92A8-1B7D-8C19EEE9257E}"/>
                  </a:ext>
                </a:extLst>
              </p:cNvPr>
              <p:cNvGrpSpPr/>
              <p:nvPr/>
            </p:nvGrpSpPr>
            <p:grpSpPr>
              <a:xfrm>
                <a:off x="1202356" y="1628775"/>
                <a:ext cx="706357" cy="3375025"/>
                <a:chOff x="1067624" y="1628775"/>
                <a:chExt cx="706357" cy="3502025"/>
              </a:xfrm>
            </p:grpSpPr>
            <p:sp>
              <p:nvSpPr>
                <p:cNvPr id="23" name="table_TWformat_1_2">
                  <a:extLst>
                    <a:ext uri="{FF2B5EF4-FFF2-40B4-BE49-F238E27FC236}">
                      <ns2:creationId id="{2AA822C3-9ECC-FC9E-76EC-65918EAA39ED}"/>
                    </a:ext>
                  </a:extLst>
                </p:cNvPr>
                <p:cNvSpPr txBox="1"/>
                <p:nvPr/>
              </p:nvSpPr>
              <p:spPr>
                <a:xfrm>
                  <a:off x="1067624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25" name="Straight Connector 24">
                  <a:extLst>
                    <a:ext uri="{FF2B5EF4-FFF2-40B4-BE49-F238E27FC236}">
                      <ns2:creationId id="{DA098E40-76F1-5656-9C84-1190B7C701BA}"/>
                    </a:ext>
                  </a:extLst>
                </p:cNvPr>
                <p:cNvCxnSpPr/>
                <p:nvPr/>
              </p:nvCxnSpPr>
              <p:spPr>
                <a:xfrm>
                  <a:off x="1067624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8" name="Group 117">
                  <a:extLst>
                    <a:ext uri="{FF2B5EF4-FFF2-40B4-BE49-F238E27FC236}">
                      <ns2:creationId id="{0B5204C8-5949-9420-CE23-8CC460CBC75C}"/>
                    </a:ext>
                  </a:extLst>
                </p:cNvPr>
                <p:cNvGrpSpPr/>
                <p:nvPr/>
              </p:nvGrpSpPr>
              <p:grpSpPr>
                <a:xfrm>
                  <a:off x="1067624" y="2116575"/>
                  <a:ext cx="706357" cy="3014225"/>
                  <a:chOff x="1988309" y="2116575"/>
                  <a:chExt cx="1602000" cy="2436375"/>
                </a:xfrm>
              </p:grpSpPr>
              <p:sp>
                <p:nvSpPr>
                  <p:cNvPr id="24" name="table_TWformat_2_2">
                    <a:extLst>
                      <a:ext uri="{FF2B5EF4-FFF2-40B4-BE49-F238E27FC236}">
                        <ns2:creationId id="{62BBE88F-9A83-F9D0-C827-6ED58C135E4E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116575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sp>
                <p:nvSpPr>
                  <p:cNvPr id="26" name="table_TWformat_3_2">
                    <a:extLst>
                      <a:ext uri="{FF2B5EF4-FFF2-40B4-BE49-F238E27FC236}">
                        <ns2:creationId id="{8D3DDC96-E382-5E48-0591-DC716C88D7A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466673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7" name="Straight Connector 26">
                    <a:extLst>
                      <a:ext uri="{FF2B5EF4-FFF2-40B4-BE49-F238E27FC236}">
                        <ns2:creationId id="{841A031E-CC23-2688-4D69-6B3BE16DF094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459517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table_TWformat_4_2">
                    <a:extLst>
                      <a:ext uri="{FF2B5EF4-FFF2-40B4-BE49-F238E27FC236}">
                        <ns2:creationId id="{0AE90052-2A08-AE1E-21AB-8221770C112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816771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9" name="Straight Connector 28">
                    <a:extLst>
                      <a:ext uri="{FF2B5EF4-FFF2-40B4-BE49-F238E27FC236}">
                        <ns2:creationId id="{B7A1DE13-5DD9-31E4-544E-650D69AA3373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809615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" name="table_TWformat_5_2">
                    <a:extLst>
                      <a:ext uri="{FF2B5EF4-FFF2-40B4-BE49-F238E27FC236}">
                        <ns2:creationId id="{5B208170-A401-57DA-EFE7-5D090E5CB304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166870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1" name="Straight Connector 30">
                    <a:extLst>
                      <a:ext uri="{FF2B5EF4-FFF2-40B4-BE49-F238E27FC236}">
                        <ns2:creationId id="{AFEED5A8-F1FF-65C5-8167-C46009DA84B0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159714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2" name="table_TWformat_6_2">
                    <a:extLst>
                      <a:ext uri="{FF2B5EF4-FFF2-40B4-BE49-F238E27FC236}">
                        <ns2:creationId id="{C222833E-A54B-513E-A123-A828105436B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516968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3" name="Straight Connector 32">
                    <a:extLst>
                      <a:ext uri="{FF2B5EF4-FFF2-40B4-BE49-F238E27FC236}">
                        <ns2:creationId id="{94CA80A3-9825-282E-569D-05C33AA27B1E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509812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4" name="table_TWformat_7_2">
                    <a:extLst>
                      <a:ext uri="{FF2B5EF4-FFF2-40B4-BE49-F238E27FC236}">
                        <ns2:creationId id="{70665EA1-91A3-6831-1201-C68D8BDC486D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867066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5" name="Straight Connector 34">
                    <a:extLst>
                      <a:ext uri="{FF2B5EF4-FFF2-40B4-BE49-F238E27FC236}">
                        <ns2:creationId id="{E605D576-1E72-3152-B4AE-7014D42BF12C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859910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6" name="table_TWformat_8_2">
                    <a:extLst>
                      <a:ext uri="{FF2B5EF4-FFF2-40B4-BE49-F238E27FC236}">
                        <ns2:creationId id="{3CE3B162-F021-D992-500A-258270A71FA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4217164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7" name="Straight Connector 36">
                    <a:extLst>
                      <a:ext uri="{FF2B5EF4-FFF2-40B4-BE49-F238E27FC236}">
                        <ns2:creationId id="{847EFCBB-C14A-4351-31A4-0D551D5A9EB1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4210008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3" name="Group 132">
                <a:extLst>
                  <a:ext uri="{FF2B5EF4-FFF2-40B4-BE49-F238E27FC236}">
                    <ns2:creationId id="{AC93B2F1-E42E-28DE-1697-DFB6B3FDD408}"/>
                  </a:ext>
                </a:extLst>
              </p:cNvPr>
              <p:cNvGrpSpPr/>
              <p:nvPr/>
            </p:nvGrpSpPr>
            <p:grpSpPr>
              <a:xfrm>
                <a:off x="1949019" y="1628775"/>
                <a:ext cx="834428" cy="3375025"/>
                <a:chOff x="1800285" y="1628775"/>
                <a:chExt cx="927352" cy="3502025"/>
              </a:xfrm>
            </p:grpSpPr>
            <p:sp>
              <p:nvSpPr>
                <p:cNvPr id="38" name="table_TWformat_1_3">
                  <a:extLst>
                    <a:ext uri="{FF2B5EF4-FFF2-40B4-BE49-F238E27FC236}">
                      <ns2:creationId id="{970BF342-CFAF-3DDD-07AE-17281EA1C010}"/>
                    </a:ext>
                  </a:extLst>
                </p:cNvPr>
                <p:cNvSpPr txBox="1"/>
                <p:nvPr/>
              </p:nvSpPr>
              <p:spPr>
                <a:xfrm>
                  <a:off x="1800285" y="1628775"/>
                  <a:ext cx="927352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DE6865B2-63F5-E38F-141D-FF84D0243C1B}"/>
                    </a:ext>
                  </a:extLst>
                </p:cNvPr>
                <p:cNvCxnSpPr/>
                <p:nvPr/>
              </p:nvCxnSpPr>
              <p:spPr>
                <a:xfrm>
                  <a:off x="1800285" y="2070100"/>
                  <a:ext cx="927352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2_3">
                  <a:extLst>
                    <a:ext uri="{FF2B5EF4-FFF2-40B4-BE49-F238E27FC236}">
                      <ns2:creationId id="{0D61E348-9406-1F9A-0AA8-4F9ABA5A1F6D}"/>
                    </a:ext>
                  </a:extLst>
                </p:cNvPr>
                <p:cNvSpPr txBox="1"/>
                <p:nvPr/>
              </p:nvSpPr>
              <p:spPr>
                <a:xfrm>
                  <a:off x="1800285" y="21165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41" name="table_TWformat_3_3">
                  <a:extLst>
                    <a:ext uri="{FF2B5EF4-FFF2-40B4-BE49-F238E27FC236}">
                      <ns2:creationId id="{0308907A-982F-34D1-60D9-A9DE34FA3C87}"/>
                    </a:ext>
                  </a:extLst>
                </p:cNvPr>
                <p:cNvSpPr txBox="1"/>
                <p:nvPr/>
              </p:nvSpPr>
              <p:spPr>
                <a:xfrm>
                  <a:off x="1800285" y="25497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BC78EE5E-0C82-095B-9BCB-83F659B2FFBF}"/>
                    </a:ext>
                  </a:extLst>
                </p:cNvPr>
                <p:cNvCxnSpPr/>
                <p:nvPr/>
              </p:nvCxnSpPr>
              <p:spPr>
                <a:xfrm>
                  <a:off x="1800285" y="25408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4_3">
                  <a:extLst>
                    <a:ext uri="{FF2B5EF4-FFF2-40B4-BE49-F238E27FC236}">
                      <ns2:creationId id="{CBFADDCD-F9A9-8C18-E48A-7EE62D914691}"/>
                    </a:ext>
                  </a:extLst>
                </p:cNvPr>
                <p:cNvSpPr txBox="1"/>
                <p:nvPr/>
              </p:nvSpPr>
              <p:spPr>
                <a:xfrm>
                  <a:off x="1800285" y="29828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BC740D95-4114-DB84-9F13-7C435647FD83}"/>
                    </a:ext>
                  </a:extLst>
                </p:cNvPr>
                <p:cNvCxnSpPr/>
                <p:nvPr/>
              </p:nvCxnSpPr>
              <p:spPr>
                <a:xfrm>
                  <a:off x="1800285" y="2973988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5_3">
                  <a:extLst>
                    <a:ext uri="{FF2B5EF4-FFF2-40B4-BE49-F238E27FC236}">
                      <ns2:creationId id="{2C4844A7-1EE6-2926-19BC-2BD6251250D7}"/>
                    </a:ext>
                  </a:extLst>
                </p:cNvPr>
                <p:cNvSpPr txBox="1"/>
                <p:nvPr/>
              </p:nvSpPr>
              <p:spPr>
                <a:xfrm>
                  <a:off x="1800285" y="34159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F6A094C0-3CA5-6FBC-5E60-2666A28A1D78}"/>
                    </a:ext>
                  </a:extLst>
                </p:cNvPr>
                <p:cNvCxnSpPr/>
                <p:nvPr/>
              </p:nvCxnSpPr>
              <p:spPr>
                <a:xfrm>
                  <a:off x="1800285" y="3407122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table_TWformat_6_3">
                  <a:extLst>
                    <a:ext uri="{FF2B5EF4-FFF2-40B4-BE49-F238E27FC236}">
                      <ns2:creationId id="{4FB56D0A-65DE-852B-5C95-DEF7A7DBD4E2}"/>
                    </a:ext>
                  </a:extLst>
                </p:cNvPr>
                <p:cNvSpPr txBox="1"/>
                <p:nvPr/>
              </p:nvSpPr>
              <p:spPr>
                <a:xfrm>
                  <a:off x="1800285" y="38491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8" name="Straight Connector 47">
                  <a:extLst>
                    <a:ext uri="{FF2B5EF4-FFF2-40B4-BE49-F238E27FC236}">
                      <ns2:creationId id="{E9EDCF7E-DE95-154B-B2AA-2959DCB0237C}"/>
                    </a:ext>
                  </a:extLst>
                </p:cNvPr>
                <p:cNvCxnSpPr/>
                <p:nvPr/>
              </p:nvCxnSpPr>
              <p:spPr>
                <a:xfrm>
                  <a:off x="1800285" y="38402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table_TWformat_7_3">
                  <a:extLst>
                    <a:ext uri="{FF2B5EF4-FFF2-40B4-BE49-F238E27FC236}">
                      <ns2:creationId id="{AC8C1E24-0850-7450-9A91-80298A8C87EF}"/>
                    </a:ext>
                  </a:extLst>
                </p:cNvPr>
                <p:cNvSpPr txBox="1"/>
                <p:nvPr/>
              </p:nvSpPr>
              <p:spPr>
                <a:xfrm>
                  <a:off x="1800285" y="42822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0" name="Straight Connector 49">
                  <a:extLst>
                    <a:ext uri="{FF2B5EF4-FFF2-40B4-BE49-F238E27FC236}">
                      <ns2:creationId id="{1D790D74-2167-7B7F-9452-40EBA393A4C8}"/>
                    </a:ext>
                  </a:extLst>
                </p:cNvPr>
                <p:cNvCxnSpPr/>
                <p:nvPr/>
              </p:nvCxnSpPr>
              <p:spPr>
                <a:xfrm>
                  <a:off x="1800285" y="4273387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able_TWformat_8_3">
                  <a:extLst>
                    <a:ext uri="{FF2B5EF4-FFF2-40B4-BE49-F238E27FC236}">
                      <ns2:creationId id="{4768C22D-8B7D-9C09-6F78-D170981ABF2C}"/>
                    </a:ext>
                  </a:extLst>
                </p:cNvPr>
                <p:cNvSpPr txBox="1"/>
                <p:nvPr/>
              </p:nvSpPr>
              <p:spPr>
                <a:xfrm>
                  <a:off x="1800285" y="4715374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2" name="Straight Connector 51">
                  <a:extLst>
                    <a:ext uri="{FF2B5EF4-FFF2-40B4-BE49-F238E27FC236}">
                      <ns2:creationId id="{9C1F11C4-B2B2-9296-89F7-E101B06D890C}"/>
                    </a:ext>
                  </a:extLst>
                </p:cNvPr>
                <p:cNvCxnSpPr/>
                <p:nvPr/>
              </p:nvCxnSpPr>
              <p:spPr>
                <a:xfrm>
                  <a:off x="1800285" y="4706520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Group 142">
                <a:extLst>
                  <a:ext uri="{FF2B5EF4-FFF2-40B4-BE49-F238E27FC236}">
                    <ns2:creationId id="{BBA72703-E57A-946B-1332-43C9331FE6D8}"/>
                  </a:ext>
                </a:extLst>
              </p:cNvPr>
              <p:cNvGrpSpPr/>
              <p:nvPr/>
            </p:nvGrpSpPr>
            <p:grpSpPr>
              <a:xfrm>
                <a:off x="2823753" y="1628775"/>
                <a:ext cx="947573" cy="3375025"/>
                <a:chOff x="2823753" y="1628775"/>
                <a:chExt cx="947573" cy="3375025"/>
              </a:xfrm>
            </p:grpSpPr>
            <p:sp>
              <p:nvSpPr>
                <p:cNvPr id="53" name="table_TWformat_1_4">
                  <a:extLst>
                    <a:ext uri="{FF2B5EF4-FFF2-40B4-BE49-F238E27FC236}">
                      <ns2:creationId id="{B96651D6-5593-8837-DC0A-BF9AAEF368A9}"/>
                    </a:ext>
                  </a:extLst>
                </p:cNvPr>
                <p:cNvSpPr txBox="1"/>
                <p:nvPr/>
              </p:nvSpPr>
              <p:spPr>
                <a:xfrm>
                  <a:off x="2823753" y="1628775"/>
                  <a:ext cx="947573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5" name="Straight Connector 54">
                  <a:extLst>
                    <a:ext uri="{FF2B5EF4-FFF2-40B4-BE49-F238E27FC236}">
                      <ns2:creationId id="{F1BC9D91-FF82-8D1D-4F97-E81FBE64B2B4}"/>
                    </a:ext>
                  </a:extLst>
                </p:cNvPr>
                <p:cNvCxnSpPr/>
                <p:nvPr/>
              </p:nvCxnSpPr>
              <p:spPr>
                <a:xfrm>
                  <a:off x="2823753" y="2054095"/>
                  <a:ext cx="94757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4" name="table_TWformat_2_4">
                  <a:extLst>
                    <a:ext uri="{FF2B5EF4-FFF2-40B4-BE49-F238E27FC236}">
                      <ns2:creationId id="{95F31E7F-D67A-D447-F764-DEF5E7795AB9}"/>
                    </a:ext>
                  </a:extLst>
                </p:cNvPr>
                <p:cNvSpPr txBox="1"/>
                <p:nvPr/>
              </p:nvSpPr>
              <p:spPr>
                <a:xfrm>
                  <a:off x="2823753" y="2098885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56" name="table_TWformat_3_4">
                  <a:extLst>
                    <a:ext uri="{FF2B5EF4-FFF2-40B4-BE49-F238E27FC236}">
                      <ns2:creationId id="{4C5ECB69-E7DF-11A2-94A6-91C124EFAF85}"/>
                    </a:ext>
                  </a:extLst>
                </p:cNvPr>
                <p:cNvSpPr txBox="1"/>
                <p:nvPr/>
              </p:nvSpPr>
              <p:spPr>
                <a:xfrm>
                  <a:off x="2823753" y="2516311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～</a:t>
                  </a: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57" name="Straight Connector 56">
                  <a:extLst>
                    <a:ext uri="{FF2B5EF4-FFF2-40B4-BE49-F238E27FC236}">
                      <ns2:creationId id="{2C9232C3-58E1-8F08-EA4D-C9904013DC8A}"/>
                    </a:ext>
                  </a:extLst>
                </p:cNvPr>
                <p:cNvCxnSpPr/>
                <p:nvPr/>
              </p:nvCxnSpPr>
              <p:spPr>
                <a:xfrm>
                  <a:off x="2823753" y="2507779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" name="table_TWformat_4_4">
                  <a:extLst>
                    <a:ext uri="{FF2B5EF4-FFF2-40B4-BE49-F238E27FC236}">
                      <ns2:creationId id="{E40A7425-0DA1-34C3-B262-6149BB84B504}"/>
                    </a:ext>
                  </a:extLst>
                </p:cNvPr>
                <p:cNvSpPr txBox="1"/>
                <p:nvPr/>
              </p:nvSpPr>
              <p:spPr>
                <a:xfrm>
                  <a:off x="2823753" y="2933736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9" name="Straight Connector 58">
                  <a:extLst>
                    <a:ext uri="{FF2B5EF4-FFF2-40B4-BE49-F238E27FC236}">
                      <ns2:creationId id="{F656D643-8A74-431E-05F4-41E5E9B2F84B}"/>
                    </a:ext>
                  </a:extLst>
                </p:cNvPr>
                <p:cNvCxnSpPr/>
                <p:nvPr/>
              </p:nvCxnSpPr>
              <p:spPr>
                <a:xfrm>
                  <a:off x="2823753" y="2925204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table_TWformat_5_4">
                  <a:extLst>
                    <a:ext uri="{FF2B5EF4-FFF2-40B4-BE49-F238E27FC236}">
                      <ns2:creationId id="{F8D341E4-5435-0F80-A07F-97D8EEE4ED51}"/>
                    </a:ext>
                  </a:extLst>
                </p:cNvPr>
                <p:cNvSpPr txBox="1"/>
                <p:nvPr/>
              </p:nvSpPr>
              <p:spPr>
                <a:xfrm>
                  <a:off x="2823753" y="3351163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1" name="Straight Connector 60">
                  <a:extLst>
                    <a:ext uri="{FF2B5EF4-FFF2-40B4-BE49-F238E27FC236}">
                      <ns2:creationId id="{63591B7A-CF70-F215-DC70-1935D42D5531}"/>
                    </a:ext>
                  </a:extLst>
                </p:cNvPr>
                <p:cNvCxnSpPr/>
                <p:nvPr/>
              </p:nvCxnSpPr>
              <p:spPr>
                <a:xfrm>
                  <a:off x="2823753" y="334263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table_TWformat_6_4">
                  <a:extLst>
                    <a:ext uri="{FF2B5EF4-FFF2-40B4-BE49-F238E27FC236}">
                      <ns2:creationId id="{0046A86F-2B84-3AF0-79C8-DE2D460A298B}"/>
                    </a:ext>
                  </a:extLst>
                </p:cNvPr>
                <p:cNvSpPr txBox="1"/>
                <p:nvPr/>
              </p:nvSpPr>
              <p:spPr>
                <a:xfrm>
                  <a:off x="2823753" y="3768588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3" name="Straight Connector 62">
                  <a:extLst>
                    <a:ext uri="{FF2B5EF4-FFF2-40B4-BE49-F238E27FC236}">
                      <ns2:creationId id="{9BE5F64B-5C60-4464-E131-F00B68E47C05}"/>
                    </a:ext>
                  </a:extLst>
                </p:cNvPr>
                <p:cNvCxnSpPr/>
                <p:nvPr/>
              </p:nvCxnSpPr>
              <p:spPr>
                <a:xfrm>
                  <a:off x="2823753" y="376005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" name="table_TWformat_7_4">
                  <a:extLst>
                    <a:ext uri="{FF2B5EF4-FFF2-40B4-BE49-F238E27FC236}">
                      <ns2:creationId id="{4726B437-7CB6-4F62-C40A-A9B9063DDDF8}"/>
                    </a:ext>
                  </a:extLst>
                </p:cNvPr>
                <p:cNvSpPr txBox="1"/>
                <p:nvPr/>
              </p:nvSpPr>
              <p:spPr>
                <a:xfrm>
                  <a:off x="2823753" y="4186014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5" name="Straight Connector 64">
                  <a:extLst>
                    <a:ext uri="{FF2B5EF4-FFF2-40B4-BE49-F238E27FC236}">
                      <ns2:creationId id="{D4D942A3-966B-054F-DAC0-D97F0161CECC}"/>
                    </a:ext>
                  </a:extLst>
                </p:cNvPr>
                <p:cNvCxnSpPr/>
                <p:nvPr/>
              </p:nvCxnSpPr>
              <p:spPr>
                <a:xfrm>
                  <a:off x="2823753" y="417748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" name="table_TWformat_8_4">
                  <a:extLst>
                    <a:ext uri="{FF2B5EF4-FFF2-40B4-BE49-F238E27FC236}">
                      <ns2:creationId id="{E3D5B7DC-9FA5-258E-1239-AEB79FEF2195}"/>
                    </a:ext>
                  </a:extLst>
                </p:cNvPr>
                <p:cNvSpPr txBox="1"/>
                <p:nvPr/>
              </p:nvSpPr>
              <p:spPr>
                <a:xfrm>
                  <a:off x="2823753" y="4603439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7" name="Straight Connector 66">
                  <a:extLst>
                    <a:ext uri="{FF2B5EF4-FFF2-40B4-BE49-F238E27FC236}">
                      <ns2:creationId id="{B09E987F-68AE-9ECF-C02F-24E96F5F7FE3}"/>
                    </a:ext>
                  </a:extLst>
                </p:cNvPr>
                <p:cNvCxnSpPr/>
                <p:nvPr/>
              </p:nvCxnSpPr>
              <p:spPr>
                <a:xfrm>
                  <a:off x="2823753" y="459490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2" name="Group 141">
                <a:extLst>
                  <a:ext uri="{FF2B5EF4-FFF2-40B4-BE49-F238E27FC236}">
                    <ns2:creationId id="{05FAEF37-32C9-43B8-5D7C-A9B45AC9EE36}"/>
                  </a:ext>
                </a:extLst>
              </p:cNvPr>
              <p:cNvGrpSpPr/>
              <p:nvPr/>
            </p:nvGrpSpPr>
            <p:grpSpPr>
              <a:xfrm>
                <a:off x="3811632" y="1628775"/>
                <a:ext cx="843953" cy="3375025"/>
                <a:chOff x="3811632" y="1628775"/>
                <a:chExt cx="843953" cy="3375025"/>
              </a:xfrm>
            </p:grpSpPr>
            <p:sp>
              <p:nvSpPr>
                <p:cNvPr id="141" name="table_TWformat_1_5">
                  <a:extLst>
                    <a:ext uri="{FF2B5EF4-FFF2-40B4-BE49-F238E27FC236}">
                      <ns2:creationId id="{91FB8CE3-F392-372D-1CA1-67CC59C58C70}"/>
                    </a:ext>
                  </a:extLst>
                </p:cNvPr>
                <p:cNvSpPr txBox="1"/>
                <p:nvPr/>
              </p:nvSpPr>
              <p:spPr>
                <a:xfrm>
                  <a:off x="3821157" y="1628775"/>
                  <a:ext cx="834428" cy="337502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68" name="table_TWformat_1_5">
                  <a:extLst>
                    <a:ext uri="{FF2B5EF4-FFF2-40B4-BE49-F238E27FC236}">
                      <ns2:creationId id="{08133254-A526-C55E-36E0-34561E407944}"/>
                    </a:ext>
                  </a:extLst>
                </p:cNvPr>
                <p:cNvSpPr txBox="1"/>
                <p:nvPr/>
              </p:nvSpPr>
              <p:spPr>
                <a:xfrm>
                  <a:off x="3811632" y="1628775"/>
                  <a:ext cx="834428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0" name="Straight Connector 69">
                  <a:extLst>
                    <a:ext uri="{FF2B5EF4-FFF2-40B4-BE49-F238E27FC236}">
                      <ns2:creationId id="{C940E7AA-E8AE-BA19-A0C1-8D78892521F7}"/>
                    </a:ext>
                  </a:extLst>
                </p:cNvPr>
                <p:cNvCxnSpPr/>
                <p:nvPr/>
              </p:nvCxnSpPr>
              <p:spPr>
                <a:xfrm>
                  <a:off x="3811632" y="2054095"/>
                  <a:ext cx="83442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9" name="table_TWformat_2_5">
                  <a:extLst>
                    <a:ext uri="{FF2B5EF4-FFF2-40B4-BE49-F238E27FC236}">
                      <ns2:creationId id="{05E1DC82-055B-B838-175C-794EB29A7E35}"/>
                    </a:ext>
                  </a:extLst>
                </p:cNvPr>
                <p:cNvSpPr txBox="1"/>
                <p:nvPr/>
              </p:nvSpPr>
              <p:spPr>
                <a:xfrm>
                  <a:off x="3811632" y="2098885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71" name="table_TWformat_3_5">
                  <a:extLst>
                    <a:ext uri="{FF2B5EF4-FFF2-40B4-BE49-F238E27FC236}">
                      <ns2:creationId id="{4B2D665E-8F48-A08B-CAE4-5D98AD24076C}"/>
                    </a:ext>
                  </a:extLst>
                </p:cNvPr>
                <p:cNvSpPr txBox="1"/>
                <p:nvPr/>
              </p:nvSpPr>
              <p:spPr>
                <a:xfrm>
                  <a:off x="3811632" y="2516311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2" name="Straight Connector 71">
                  <a:extLst>
                    <a:ext uri="{FF2B5EF4-FFF2-40B4-BE49-F238E27FC236}">
                      <ns2:creationId id="{92F9C137-D6CF-0EB6-5BE2-25846D27E4A5}"/>
                    </a:ext>
                  </a:extLst>
                </p:cNvPr>
                <p:cNvCxnSpPr/>
                <p:nvPr/>
              </p:nvCxnSpPr>
              <p:spPr>
                <a:xfrm>
                  <a:off x="3811632" y="2507779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3" name="table_TWformat_4_5">
                  <a:extLst>
                    <a:ext uri="{FF2B5EF4-FFF2-40B4-BE49-F238E27FC236}">
                      <ns2:creationId id="{46C031E8-B358-A9B7-1BE3-BCA17C04A109}"/>
                    </a:ext>
                  </a:extLst>
                </p:cNvPr>
                <p:cNvSpPr txBox="1"/>
                <p:nvPr/>
              </p:nvSpPr>
              <p:spPr>
                <a:xfrm>
                  <a:off x="3811632" y="2933736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4" name="Straight Connector 73">
                  <a:extLst>
                    <a:ext uri="{FF2B5EF4-FFF2-40B4-BE49-F238E27FC236}">
                      <ns2:creationId id="{8FF01C6E-8880-97C4-C281-E4BC507E11C3}"/>
                    </a:ext>
                  </a:extLst>
                </p:cNvPr>
                <p:cNvCxnSpPr/>
                <p:nvPr/>
              </p:nvCxnSpPr>
              <p:spPr>
                <a:xfrm>
                  <a:off x="3811632" y="2925204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5" name="table_TWformat_5_5">
                  <a:extLst>
                    <a:ext uri="{FF2B5EF4-FFF2-40B4-BE49-F238E27FC236}">
                      <ns2:creationId id="{565C227B-38B3-A5CF-BD17-4AB8447DCC2D}"/>
                    </a:ext>
                  </a:extLst>
                </p:cNvPr>
                <p:cNvSpPr txBox="1"/>
                <p:nvPr/>
              </p:nvSpPr>
              <p:spPr>
                <a:xfrm>
                  <a:off x="3811632" y="3351163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6" name="Straight Connector 75">
                  <a:extLst>
                    <a:ext uri="{FF2B5EF4-FFF2-40B4-BE49-F238E27FC236}">
                      <ns2:creationId id="{08B636CA-FC0B-4A72-38A3-32DFDB56360D}"/>
                    </a:ext>
                  </a:extLst>
                </p:cNvPr>
                <p:cNvCxnSpPr/>
                <p:nvPr/>
              </p:nvCxnSpPr>
              <p:spPr>
                <a:xfrm>
                  <a:off x="3811632" y="334263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table_TWformat_6_5">
                  <a:extLst>
                    <a:ext uri="{FF2B5EF4-FFF2-40B4-BE49-F238E27FC236}">
                      <ns2:creationId id="{E5603B60-0C93-4C8B-D909-3B1A09713143}"/>
                    </a:ext>
                  </a:extLst>
                </p:cNvPr>
                <p:cNvSpPr txBox="1"/>
                <p:nvPr/>
              </p:nvSpPr>
              <p:spPr>
                <a:xfrm>
                  <a:off x="3811632" y="3768588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8" name="Straight Connector 77">
                  <a:extLst>
                    <a:ext uri="{FF2B5EF4-FFF2-40B4-BE49-F238E27FC236}">
                      <ns2:creationId id="{38839857-7413-E0C1-7EBD-B499FDCB289F}"/>
                    </a:ext>
                  </a:extLst>
                </p:cNvPr>
                <p:cNvCxnSpPr/>
                <p:nvPr/>
              </p:nvCxnSpPr>
              <p:spPr>
                <a:xfrm>
                  <a:off x="3811632" y="376005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" name="table_TWformat_7_5">
                  <a:extLst>
                    <a:ext uri="{FF2B5EF4-FFF2-40B4-BE49-F238E27FC236}">
                      <ns2:creationId id="{93940121-54FF-7755-6C4D-F612D2CA824A}"/>
                    </a:ext>
                  </a:extLst>
                </p:cNvPr>
                <p:cNvSpPr txBox="1"/>
                <p:nvPr/>
              </p:nvSpPr>
              <p:spPr>
                <a:xfrm>
                  <a:off x="3811632" y="4186014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0" name="Straight Connector 79">
                  <a:extLst>
                    <a:ext uri="{FF2B5EF4-FFF2-40B4-BE49-F238E27FC236}">
                      <ns2:creationId id="{F3579236-B50A-77B4-C276-0CF1B53ACB1D}"/>
                    </a:ext>
                  </a:extLst>
                </p:cNvPr>
                <p:cNvCxnSpPr/>
                <p:nvPr/>
              </p:nvCxnSpPr>
              <p:spPr>
                <a:xfrm>
                  <a:off x="3811632" y="417748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1" name="table_TWformat_8_5">
                  <a:extLst>
                    <a:ext uri="{FF2B5EF4-FFF2-40B4-BE49-F238E27FC236}">
                      <ns2:creationId id="{EF541DA8-5A32-E97E-D1A1-8DC3004F644F}"/>
                    </a:ext>
                  </a:extLst>
                </p:cNvPr>
                <p:cNvSpPr txBox="1"/>
                <p:nvPr/>
              </p:nvSpPr>
              <p:spPr>
                <a:xfrm>
                  <a:off x="3811632" y="4603439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ns2:creationId id="{BABE7B9A-2666-8B09-11C0-237A243F0DE7}"/>
                    </a:ext>
                  </a:extLst>
                </p:cNvPr>
                <p:cNvCxnSpPr/>
                <p:nvPr/>
              </p:nvCxnSpPr>
              <p:spPr>
                <a:xfrm>
                  <a:off x="3811632" y="459490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9" name="Group 128">
                <a:extLst>
                  <a:ext uri="{FF2B5EF4-FFF2-40B4-BE49-F238E27FC236}">
                    <ns2:creationId id="{E54A3561-F3CB-3A47-37DD-416EF73F1C46}"/>
                  </a:ext>
                </a:extLst>
              </p:cNvPr>
              <p:cNvGrpSpPr/>
              <p:nvPr/>
            </p:nvGrpSpPr>
            <p:grpSpPr>
              <a:xfrm>
                <a:off x="4686366" y="1628775"/>
                <a:ext cx="1826525" cy="3375025"/>
                <a:chOff x="4786999" y="1628775"/>
                <a:chExt cx="2635249" cy="3502025"/>
              </a:xfrm>
            </p:grpSpPr>
            <p:sp>
              <p:nvSpPr>
                <p:cNvPr id="83" name="table_TWformat_1_6">
                  <a:extLst>
                    <a:ext uri="{FF2B5EF4-FFF2-40B4-BE49-F238E27FC236}">
                      <ns2:creationId id="{E0F6192A-5C7F-3DD4-787A-54DFCF5DED7F}"/>
                    </a:ext>
                  </a:extLst>
                </p:cNvPr>
                <p:cNvSpPr txBox="1"/>
                <p:nvPr/>
              </p:nvSpPr>
              <p:spPr>
                <a:xfrm>
                  <a:off x="4786999" y="1628775"/>
                  <a:ext cx="2635249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5" name="Straight Connector 84">
                  <a:extLst>
                    <a:ext uri="{FF2B5EF4-FFF2-40B4-BE49-F238E27FC236}">
                      <ns2:creationId id="{4A6003A1-FB0E-6D89-DA7D-8B77020B3BD0}"/>
                    </a:ext>
                  </a:extLst>
                </p:cNvPr>
                <p:cNvCxnSpPr/>
                <p:nvPr/>
              </p:nvCxnSpPr>
              <p:spPr>
                <a:xfrm>
                  <a:off x="4786999" y="207010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table_TWformat_2_6">
                  <a:extLst>
                    <a:ext uri="{FF2B5EF4-FFF2-40B4-BE49-F238E27FC236}">
                      <ns2:creationId id="{5E2B8268-2844-20DF-6FFE-96DA32B4761C}"/>
                    </a:ext>
                  </a:extLst>
                </p:cNvPr>
                <p:cNvSpPr txBox="1"/>
                <p:nvPr/>
              </p:nvSpPr>
              <p:spPr>
                <a:xfrm>
                  <a:off x="4786999" y="21165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86" name="table_TWformat_3_6">
                  <a:extLst>
                    <a:ext uri="{FF2B5EF4-FFF2-40B4-BE49-F238E27FC236}">
                      <ns2:creationId id="{F8178C24-4530-0229-B511-4593D9E52395}"/>
                    </a:ext>
                  </a:extLst>
                </p:cNvPr>
                <p:cNvSpPr txBox="1"/>
                <p:nvPr/>
              </p:nvSpPr>
              <p:spPr>
                <a:xfrm>
                  <a:off x="4786999" y="25497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87" name="Straight Connector 86">
                  <a:extLst>
                    <a:ext uri="{FF2B5EF4-FFF2-40B4-BE49-F238E27FC236}">
                      <ns2:creationId id="{7776BE43-F112-879B-EDE4-D015BA93A438}"/>
                    </a:ext>
                  </a:extLst>
                </p:cNvPr>
                <p:cNvCxnSpPr/>
                <p:nvPr/>
              </p:nvCxnSpPr>
              <p:spPr>
                <a:xfrm>
                  <a:off x="4786999" y="25408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8" name="table_TWformat_4_6">
                  <a:extLst>
                    <a:ext uri="{FF2B5EF4-FFF2-40B4-BE49-F238E27FC236}">
                      <ns2:creationId id="{C149D72C-A612-0D41-C932-AF3FDE90B966}"/>
                    </a:ext>
                  </a:extLst>
                </p:cNvPr>
                <p:cNvSpPr txBox="1"/>
                <p:nvPr/>
              </p:nvSpPr>
              <p:spPr>
                <a:xfrm>
                  <a:off x="4786999" y="29828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br>
                    <a:rPr lang="en-US" altLang="ja-JP" dirty="0"/>
                  </a:br>
                  <a:r>
                    <a:rPr lang="en-US" altLang="ja-JP" dirty="0"/>
                    <a:t>(</a:t>
                  </a:r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r>
                    <a:rPr lang="en-US" altLang="ja-JP" dirty="0"/>
                    <a:t>)</a:t>
                  </a:r>
                  <a:endParaRPr lang="ja-JP" altLang="en-US" dirty="0"/>
                </a:p>
              </p:txBody>
            </p:sp>
            <p:cxnSp>
              <p:nvCxnSpPr>
                <p:cNvPr id="89" name="Straight Connector 88">
                  <a:extLst>
                    <a:ext uri="{FF2B5EF4-FFF2-40B4-BE49-F238E27FC236}">
                      <ns2:creationId id="{E1CEE004-A4EA-9FC2-4256-469C19F35D01}"/>
                    </a:ext>
                  </a:extLst>
                </p:cNvPr>
                <p:cNvCxnSpPr/>
                <p:nvPr/>
              </p:nvCxnSpPr>
              <p:spPr>
                <a:xfrm>
                  <a:off x="4786999" y="2973988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0" name="table_TWformat_5_6">
                  <a:extLst>
                    <a:ext uri="{FF2B5EF4-FFF2-40B4-BE49-F238E27FC236}">
                      <ns2:creationId id="{1E0C0355-E50C-1330-9C47-5169DF8EBAF0}"/>
                    </a:ext>
                  </a:extLst>
                </p:cNvPr>
                <p:cNvSpPr txBox="1"/>
                <p:nvPr/>
              </p:nvSpPr>
              <p:spPr>
                <a:xfrm>
                  <a:off x="4786999" y="34159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1" name="Straight Connector 90">
                  <a:extLst>
                    <a:ext uri="{FF2B5EF4-FFF2-40B4-BE49-F238E27FC236}">
                      <ns2:creationId id="{AC0C9451-8B83-DE26-E789-4A01183FF1FB}"/>
                    </a:ext>
                  </a:extLst>
                </p:cNvPr>
                <p:cNvCxnSpPr/>
                <p:nvPr/>
              </p:nvCxnSpPr>
              <p:spPr>
                <a:xfrm>
                  <a:off x="4786999" y="3407122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2" name="table_TWformat_6_6">
                  <a:extLst>
                    <a:ext uri="{FF2B5EF4-FFF2-40B4-BE49-F238E27FC236}">
                      <ns2:creationId id="{EE177B9F-4A6E-BA91-13A8-F7FC73088FF6}"/>
                    </a:ext>
                  </a:extLst>
                </p:cNvPr>
                <p:cNvSpPr txBox="1"/>
                <p:nvPr/>
              </p:nvSpPr>
              <p:spPr>
                <a:xfrm>
                  <a:off x="4786999" y="38491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zh-TW" altLang="en-US" dirty="0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ns2:creationId id="{81A434DC-5540-E4C8-35C8-2C1AAFEAA4C4}"/>
                    </a:ext>
                  </a:extLst>
                </p:cNvPr>
                <p:cNvCxnSpPr/>
                <p:nvPr/>
              </p:nvCxnSpPr>
              <p:spPr>
                <a:xfrm>
                  <a:off x="4786999" y="38402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4" name="table_TWformat_7_6">
                  <a:extLst>
                    <a:ext uri="{FF2B5EF4-FFF2-40B4-BE49-F238E27FC236}">
                      <ns2:creationId id="{4BE912F0-2493-2E09-3B0A-84863418401A}"/>
                    </a:ext>
                  </a:extLst>
                </p:cNvPr>
                <p:cNvSpPr txBox="1"/>
                <p:nvPr/>
              </p:nvSpPr>
              <p:spPr>
                <a:xfrm>
                  <a:off x="4786999" y="42822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5" name="Straight Connector 94">
                  <a:extLst>
                    <a:ext uri="{FF2B5EF4-FFF2-40B4-BE49-F238E27FC236}">
                      <ns2:creationId id="{5E72578D-B89F-E80A-0632-1CC4A23949D5}"/>
                    </a:ext>
                  </a:extLst>
                </p:cNvPr>
                <p:cNvCxnSpPr/>
                <p:nvPr/>
              </p:nvCxnSpPr>
              <p:spPr>
                <a:xfrm>
                  <a:off x="4786999" y="4273387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6" name="table_TWformat_8_6">
                  <a:extLst>
                    <a:ext uri="{FF2B5EF4-FFF2-40B4-BE49-F238E27FC236}">
                      <ns2:creationId id="{6933E540-DB8E-1E59-18B3-ED13072CE398}"/>
                    </a:ext>
                  </a:extLst>
                </p:cNvPr>
                <p:cNvSpPr txBox="1"/>
                <p:nvPr/>
              </p:nvSpPr>
              <p:spPr>
                <a:xfrm>
                  <a:off x="4786999" y="4715374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7" name="Straight Connector 96">
                  <a:extLst>
                    <a:ext uri="{FF2B5EF4-FFF2-40B4-BE49-F238E27FC236}">
                      <ns2:creationId id="{E7365AFC-B7C2-D657-834F-097FFCAB0C0C}"/>
                    </a:ext>
                  </a:extLst>
                </p:cNvPr>
                <p:cNvCxnSpPr/>
                <p:nvPr/>
              </p:nvCxnSpPr>
              <p:spPr>
                <a:xfrm>
                  <a:off x="4786999" y="470652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Group 130">
                <a:extLst>
                  <a:ext uri="{FF2B5EF4-FFF2-40B4-BE49-F238E27FC236}">
                    <ns2:creationId id="{A82584B4-4C8E-3BC7-011C-A61ADAC6E286}"/>
                  </a:ext>
                </a:extLst>
              </p:cNvPr>
              <p:cNvGrpSpPr/>
              <p:nvPr/>
            </p:nvGrpSpPr>
            <p:grpSpPr>
              <a:xfrm>
                <a:off x="334963" y="1628775"/>
                <a:ext cx="827087" cy="3375025"/>
                <a:chOff x="334963" y="1628775"/>
                <a:chExt cx="706357" cy="3502025"/>
              </a:xfrm>
            </p:grpSpPr>
            <p:sp>
              <p:nvSpPr>
                <p:cNvPr id="5" name="table_TWformat_2_1">
                  <a:extLst>
                    <a:ext uri="{FF2B5EF4-FFF2-40B4-BE49-F238E27FC236}">
                      <ns2:creationId id="{B99FEB11-2804-29CF-6F27-13278AF9432D}"/>
                    </a:ext>
                  </a:extLst>
                </p:cNvPr>
                <p:cNvSpPr txBox="1"/>
                <p:nvPr/>
              </p:nvSpPr>
              <p:spPr>
                <a:xfrm>
                  <a:off x="334963" y="21165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6" name="table_TWformat_3_1">
                  <a:extLst>
                    <a:ext uri="{FF2B5EF4-FFF2-40B4-BE49-F238E27FC236}">
                      <ns2:creationId id="{9FFF4155-D23D-2ADE-0EEA-8DEFB6BF253A}"/>
                    </a:ext>
                  </a:extLst>
                </p:cNvPr>
                <p:cNvSpPr txBox="1"/>
                <p:nvPr/>
              </p:nvSpPr>
              <p:spPr>
                <a:xfrm>
                  <a:off x="334963" y="25497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en-US" altLang="ja-JP"/>
                    <a:t>XX</a:t>
                  </a:r>
                  <a:endParaRPr lang="ja-JP" altLang="en-US" dirty="0"/>
                </a:p>
              </p:txBody>
            </p:sp>
            <p:sp>
              <p:nvSpPr>
                <p:cNvPr id="8" name="table_TWformat_4_1">
                  <a:extLst>
                    <a:ext uri="{FF2B5EF4-FFF2-40B4-BE49-F238E27FC236}">
                      <ns2:creationId id="{A72E0E7A-3A9E-13AA-6BC2-EACA8E22FCC0}"/>
                    </a:ext>
                  </a:extLst>
                </p:cNvPr>
                <p:cNvSpPr txBox="1"/>
                <p:nvPr/>
              </p:nvSpPr>
              <p:spPr>
                <a:xfrm>
                  <a:off x="334963" y="29828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AA21B976-6285-9DC5-589E-5307AE49242C}"/>
                    </a:ext>
                  </a:extLst>
                </p:cNvPr>
                <p:cNvSpPr txBox="1"/>
                <p:nvPr/>
              </p:nvSpPr>
              <p:spPr>
                <a:xfrm>
                  <a:off x="334963" y="34159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3" name="table_TWformat_6_1">
                  <a:extLst>
                    <a:ext uri="{FF2B5EF4-FFF2-40B4-BE49-F238E27FC236}">
                      <ns2:creationId id="{0140F5B3-67A4-16EE-8914-00B8C12EE6AD}"/>
                    </a:ext>
                  </a:extLst>
                </p:cNvPr>
                <p:cNvSpPr txBox="1"/>
                <p:nvPr/>
              </p:nvSpPr>
              <p:spPr>
                <a:xfrm>
                  <a:off x="334963" y="38491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5" name="table_TWformat_7_1">
                  <a:extLst>
                    <a:ext uri="{FF2B5EF4-FFF2-40B4-BE49-F238E27FC236}">
                      <ns2:creationId id="{7D336A24-6DAD-632B-3D19-33A09CCA13B4}"/>
                    </a:ext>
                  </a:extLst>
                </p:cNvPr>
                <p:cNvSpPr txBox="1"/>
                <p:nvPr/>
              </p:nvSpPr>
              <p:spPr>
                <a:xfrm>
                  <a:off x="334963" y="42822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22" name="table_TWformat_8_1">
                  <a:extLst>
                    <a:ext uri="{FF2B5EF4-FFF2-40B4-BE49-F238E27FC236}">
                      <ns2:creationId id="{6CD97DEE-15B5-E0CC-3EED-6D07C5FEE96D}"/>
                    </a:ext>
                  </a:extLst>
                </p:cNvPr>
                <p:cNvSpPr txBox="1"/>
                <p:nvPr/>
              </p:nvSpPr>
              <p:spPr>
                <a:xfrm>
                  <a:off x="334963" y="4715374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en-US" altLang="ja-JP" dirty="0"/>
                    <a:t>XX</a:t>
                  </a:r>
                  <a:endParaRPr lang="ja-JP" altLang="en-US" dirty="0"/>
                </a:p>
              </p:txBody>
            </p:sp>
            <p:sp>
              <p:nvSpPr>
                <p:cNvPr id="4" name="table_TWformat_1_1">
                  <a:extLst>
                    <a:ext uri="{FF2B5EF4-FFF2-40B4-BE49-F238E27FC236}">
                      <ns2:creationId id="{C1AEA402-B817-6CE5-9C9B-7B0FFB787B0F}"/>
                    </a:ext>
                  </a:extLst>
                </p:cNvPr>
                <p:cNvSpPr txBox="1"/>
                <p:nvPr/>
              </p:nvSpPr>
              <p:spPr>
                <a:xfrm>
                  <a:off x="334963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114" name="Straight Connector 113">
                  <a:extLst>
                    <a:ext uri="{FF2B5EF4-FFF2-40B4-BE49-F238E27FC236}">
                      <ns2:creationId id="{514D06EC-298E-9A02-92CC-B74C5584443D}"/>
                    </a:ext>
                  </a:extLst>
                </p:cNvPr>
                <p:cNvCxnSpPr/>
                <p:nvPr/>
              </p:nvCxnSpPr>
              <p:spPr>
                <a:xfrm>
                  <a:off x="334963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2" name="Group 151">
              <a:extLst>
                <a:ext uri="{FF2B5EF4-FFF2-40B4-BE49-F238E27FC236}">
                  <ns2:creationId id="{52DB4F91-94BB-221E-A15A-657C8EDA0FC3}"/>
                </a:ext>
              </a:extLst>
            </p:cNvPr>
            <p:cNvGrpSpPr/>
            <p:nvPr/>
          </p:nvGrpSpPr>
          <p:grpSpPr>
            <a:xfrm>
              <a:off x="334963" y="4623471"/>
              <a:ext cx="11522077" cy="252000"/>
              <a:chOff x="334963" y="4932716"/>
              <a:chExt cx="11522077" cy="252000"/>
            </a:xfrm>
          </p:grpSpPr>
          <p:cxnSp>
            <p:nvCxnSpPr>
              <p:cNvPr id="146" name="直線コネクタ 125">
                <a:extLst>
                  <a:ext uri="{FF2B5EF4-FFF2-40B4-BE49-F238E27FC236}">
                    <ns2:creationId id="{75030E1A-9BD9-6673-FD7C-BEAD610F63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058716"/>
                <a:ext cx="11522077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1" name="Group 150">
                <a:extLst>
                  <a:ext uri="{FF2B5EF4-FFF2-40B4-BE49-F238E27FC236}">
                    <ns2:creationId id="{71526671-9774-1124-3457-A36E74469F1C}"/>
                  </a:ext>
                </a:extLst>
              </p:cNvPr>
              <p:cNvGrpSpPr/>
              <p:nvPr/>
            </p:nvGrpSpPr>
            <p:grpSpPr>
              <a:xfrm>
                <a:off x="5969661" y="4932716"/>
                <a:ext cx="252682" cy="252000"/>
                <a:chOff x="5684152" y="4932716"/>
                <a:chExt cx="252682" cy="252000"/>
              </a:xfrm>
            </p:grpSpPr>
            <p:sp>
              <p:nvSpPr>
                <p:cNvPr id="147" name="円/楕円 126">
                  <a:extLst>
                    <a:ext uri="{FF2B5EF4-FFF2-40B4-BE49-F238E27FC236}">
                      <ns2:creationId id="{C8E2401C-07EA-978F-4500-D6C4D8E5FE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684152" y="4932716"/>
                  <a:ext cx="252001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148" name="グラフィックス 130" descr="キャレットを下へ 枠線">
                  <a:extLst>
                    <a:ext uri="{FF2B5EF4-FFF2-40B4-BE49-F238E27FC236}">
                      <ns2:creationId id="{ECE44B90-EA91-8A5F-E8B6-790328B7815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87353" y="4932716"/>
                  <a:ext cx="249481" cy="2494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5" name="Group 154">
              <a:extLst>
                <a:ext uri="{FF2B5EF4-FFF2-40B4-BE49-F238E27FC236}">
                  <ns2:creationId id="{C9C8C9B9-35C9-4BEE-6274-E43C45B9A8D7}"/>
                </a:ext>
              </a:extLst>
            </p:cNvPr>
            <p:cNvGrpSpPr/>
            <p:nvPr/>
          </p:nvGrpSpPr>
          <p:grpSpPr>
            <a:xfrm>
              <a:off x="334962" y="4861560"/>
              <a:ext cx="828667" cy="1447165"/>
              <a:chOff x="334962" y="4861560"/>
              <a:chExt cx="828667" cy="1447165"/>
            </a:xfrm>
          </p:grpSpPr>
          <p:sp>
            <p:nvSpPr>
              <p:cNvPr id="153" name="table_TWformat_1_9">
                <a:extLst>
                  <a:ext uri="{FF2B5EF4-FFF2-40B4-BE49-F238E27FC236}">
                    <ns2:creationId id="{12233AD6-4A31-F3B7-908D-3F91F9F4C4E2}"/>
                  </a:ext>
                </a:extLst>
              </p:cNvPr>
              <p:cNvSpPr txBox="1"/>
              <p:nvPr/>
            </p:nvSpPr>
            <p:spPr>
              <a:xfrm>
                <a:off x="334962" y="4861560"/>
                <a:ext cx="828667" cy="1447165"/>
              </a:xfrm>
              <a:prstGeom prst="roundRect">
                <a:avLst>
                  <a:gd name="adj" fmla="val 4768"/>
                </a:avLst>
              </a:prstGeom>
              <a:solidFill>
                <a:srgbClr val="008000"/>
              </a:solidFill>
            </p:spPr>
            <p:txBody>
              <a:bodyPr vert="horz" wrap="none" lIns="36000" tIns="360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54" name="Graphic 153" descr="Lightbulb and pencil with solid fill">
                <a:extLst>
                  <a:ext uri="{FF2B5EF4-FFF2-40B4-BE49-F238E27FC236}">
                    <ns2:creationId id="{41313CA7-A9F4-3C78-7059-5B2AA1350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582077" y="5235660"/>
                <a:ext cx="334437" cy="334437"/>
              </a:xfrm>
              <a:prstGeom prst="rect">
                <a:avLst/>
              </a:prstGeom>
            </p:spPr>
          </p:pic>
        </p:grpSp>
        <p:grpSp>
          <p:nvGrpSpPr>
            <p:cNvPr id="184" name="Group 183">
              <a:extLst>
                <a:ext uri="{FF2B5EF4-FFF2-40B4-BE49-F238E27FC236}">
                  <ns2:creationId id="{80A1F67C-9003-2822-D435-03970E288B29}"/>
                </a:ext>
              </a:extLst>
            </p:cNvPr>
            <p:cNvGrpSpPr/>
            <p:nvPr/>
          </p:nvGrpSpPr>
          <p:grpSpPr>
            <a:xfrm>
              <a:off x="1284373" y="5748238"/>
              <a:ext cx="7493867" cy="560487"/>
              <a:chOff x="1284373" y="5748238"/>
              <a:chExt cx="7493867" cy="560487"/>
            </a:xfrm>
          </p:grpSpPr>
          <p:grpSp>
            <p:nvGrpSpPr>
              <p:cNvPr id="170" name="Group 169">
                <a:extLst>
                  <a:ext uri="{FF2B5EF4-FFF2-40B4-BE49-F238E27FC236}">
                    <ns2:creationId id="{43EEF5D6-CF4F-63D9-FDFA-02E0E7FD6619}"/>
                  </a:ext>
                </a:extLst>
              </p:cNvPr>
              <p:cNvGrpSpPr/>
              <p:nvPr/>
            </p:nvGrpSpPr>
            <p:grpSpPr>
              <a:xfrm>
                <a:off x="1805475" y="5748238"/>
                <a:ext cx="6972765" cy="560487"/>
                <a:chOff x="9461544" y="5411082"/>
                <a:chExt cx="5650959" cy="258198"/>
              </a:xfrm>
            </p:grpSpPr>
            <p:cxnSp>
              <p:nvCxnSpPr>
                <p:cNvPr id="171" name="直線コネクタ 19">
                  <a:extLst>
                    <a:ext uri="{FF2B5EF4-FFF2-40B4-BE49-F238E27FC236}">
                      <ns2:creationId id="{77A97DA7-C44C-DEBE-9B77-F8D9BBC2F8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2" name="テキスト ボックス 18">
                  <a:extLst>
                    <a:ext uri="{FF2B5EF4-FFF2-40B4-BE49-F238E27FC236}">
                      <ns2:creationId id="{2635DEF9-F884-E203-9997-F38D971F5AF1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4" name="Graphic 173" descr="Supply And Demand with solid fill">
                <a:extLst>
                  <a:ext uri="{FF2B5EF4-FFF2-40B4-BE49-F238E27FC236}">
                    <ns2:creationId id="{4DB7346E-F83E-747E-1E9D-8BF850825C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 flipH="1">
                <a:off x="1284373" y="579146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B618ED9A-8D09-EEF6-2367-215F421B33A1}"/>
                </a:ext>
              </a:extLst>
            </p:cNvPr>
            <p:cNvGrpSpPr/>
            <p:nvPr/>
          </p:nvGrpSpPr>
          <p:grpSpPr>
            <a:xfrm>
              <a:off x="1284373" y="4860123"/>
              <a:ext cx="7493867" cy="778677"/>
              <a:chOff x="1284373" y="4860123"/>
              <a:chExt cx="7493867" cy="778677"/>
            </a:xfrm>
          </p:grpSpPr>
          <p:grpSp>
            <p:nvGrpSpPr>
              <p:cNvPr id="157" name="Group 156">
                <a:extLst>
                  <a:ext uri="{FF2B5EF4-FFF2-40B4-BE49-F238E27FC236}">
                    <ns2:creationId id="{28EBCCF4-EC0A-93BE-A2A7-8DC5C236014B}"/>
                  </a:ext>
                </a:extLst>
              </p:cNvPr>
              <p:cNvGrpSpPr/>
              <p:nvPr/>
            </p:nvGrpSpPr>
            <p:grpSpPr>
              <a:xfrm>
                <a:off x="1805475" y="4860123"/>
                <a:ext cx="6972765" cy="778677"/>
                <a:chOff x="9461544" y="5411082"/>
                <a:chExt cx="5650959" cy="258198"/>
              </a:xfrm>
            </p:grpSpPr>
            <p:cxnSp>
              <p:nvCxnSpPr>
                <p:cNvPr id="159" name="直線コネクタ 19">
                  <a:extLst>
                    <a:ext uri="{FF2B5EF4-FFF2-40B4-BE49-F238E27FC236}">
                      <ns2:creationId id="{AD16C9CB-B00F-9498-5AAE-FE7C7726B6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0" name="テキスト ボックス 18">
                  <a:extLst>
                    <a:ext uri="{FF2B5EF4-FFF2-40B4-BE49-F238E27FC236}">
                      <ns2:creationId id="{9A9C985A-B814-B051-4E62-B99598CC8DE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en-US" altLang="ja-JP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b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6" name="Graphic 175" descr="Badge Tick with solid fill">
                <a:extLst>
                  <a:ext uri="{FF2B5EF4-FFF2-40B4-BE49-F238E27FC236}">
                    <ns2:creationId id="{DB14EF46-3D41-0E7F-D1B5-EBFAF276E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84373" y="501244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2" name="Group 181">
              <a:extLst>
                <a:ext uri="{FF2B5EF4-FFF2-40B4-BE49-F238E27FC236}">
                  <ns2:creationId id="{6E89966C-213C-727D-CB24-70E3A07BB651}"/>
                </a:ext>
              </a:extLst>
            </p:cNvPr>
            <p:cNvGrpSpPr/>
            <p:nvPr/>
          </p:nvGrpSpPr>
          <p:grpSpPr>
            <a:xfrm>
              <a:off x="9387839" y="4919662"/>
              <a:ext cx="2469195" cy="1389064"/>
              <a:chOff x="9387839" y="4919662"/>
              <a:chExt cx="2469195" cy="1389064"/>
            </a:xfrm>
          </p:grpSpPr>
          <p:grpSp>
            <p:nvGrpSpPr>
              <p:cNvPr id="168" name="Group 167">
                <a:extLst>
                  <a:ext uri="{FF2B5EF4-FFF2-40B4-BE49-F238E27FC236}">
                    <ns2:creationId id="{47D9D495-16CB-6429-B039-6E4D62C52A92}"/>
                  </a:ext>
                </a:extLst>
              </p:cNvPr>
              <p:cNvGrpSpPr/>
              <p:nvPr/>
            </p:nvGrpSpPr>
            <p:grpSpPr>
              <a:xfrm>
                <a:off x="9387839" y="4919662"/>
                <a:ext cx="2469195" cy="1389064"/>
                <a:chOff x="9810750" y="2584533"/>
                <a:chExt cx="2046288" cy="1389064"/>
              </a:xfrm>
            </p:grpSpPr>
            <p:sp>
              <p:nvSpPr>
                <p:cNvPr id="166" name="Rectangle: Rounded Corners 30">
                  <a:extLst>
                    <a:ext uri="{FF2B5EF4-FFF2-40B4-BE49-F238E27FC236}">
                      <ns2:creationId id="{57F9197D-3DBA-802E-27F5-E0B78E545A1E}"/>
                    </a:ext>
                  </a:extLst>
                </p:cNvPr>
                <p:cNvSpPr/>
                <p:nvPr/>
              </p:nvSpPr>
              <p:spPr>
                <a:xfrm>
                  <a:off x="9810750" y="2584533"/>
                  <a:ext cx="2046288" cy="388938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4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67" name="Rectangle: Rounded Corners 30">
                  <a:extLst>
                    <a:ext uri="{FF2B5EF4-FFF2-40B4-BE49-F238E27FC236}">
                      <ns2:creationId id="{D059FD07-5DA2-FEA5-14FE-16B6F4DC0316}"/>
                    </a:ext>
                  </a:extLst>
                </p:cNvPr>
                <p:cNvSpPr/>
                <p:nvPr/>
              </p:nvSpPr>
              <p:spPr>
                <a:xfrm>
                  <a:off x="9810750" y="2973471"/>
                  <a:ext cx="2046288" cy="1000126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44000" tIns="36000" rIns="144000" bIns="36000" rtlCol="0" anchor="ctr">
                  <a:noAutofit/>
                </a:bodyPr>
                <a:lstStyle/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「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4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8" name="Graphic 177" descr="Run with solid fill">
                <a:extLst>
                  <a:ext uri="{FF2B5EF4-FFF2-40B4-BE49-F238E27FC236}">
                    <ns2:creationId id="{CC114711-6476-7287-B756-B7C8D884D0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36758" y="4932501"/>
                <a:ext cx="370562" cy="370562"/>
              </a:xfrm>
              <a:prstGeom prst="rect">
                <a:avLst/>
              </a:prstGeom>
            </p:spPr>
          </p:pic>
        </p:grpSp>
        <p:sp>
          <p:nvSpPr>
            <p:cNvPr id="180" name="円/楕円 126">
              <a:extLst>
                <a:ext uri="{FF2B5EF4-FFF2-40B4-BE49-F238E27FC236}">
                  <ns2:creationId id="{5D09E74C-1D32-624D-2B5B-2057ADD222DE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631326" y="5520502"/>
              <a:ext cx="831397" cy="187387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endParaRPr lang="ja-JP" altLang="en-US">
                <a:latin typeface="+mn-ea"/>
              </a:endParaRPr>
            </a:p>
          </p:txBody>
        </p:sp>
      </p:grpSp>
    </p:spTree>
    <p:extLst>
      <p:ext uri="{BB962C8B-B14F-4D97-AF65-F5344CB8AC3E}">
        <ns6:creationId val="3346711174"/>
      </p:ext>
    </p:extLst>
  </p:cSld>
  <p:clrMapOvr>
    <a:masterClrMapping/>
  </p:clrMapOvr>
</p:sld>
</file>

<file path=ppt/slides/slide7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C3E454-F9F7-1CA5-22D5-42B1B92486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FB474B-E2B4-98C2-5E2F-16006445D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AEE6BFD-0AE8-3B33-E452-25FEF6FA99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sp>
        <p:nvSpPr>
          <p:cNvPr id="7" name="Rectangle 1">
            <a:extLst>
              <a:ext uri="{FF2B5EF4-FFF2-40B4-BE49-F238E27FC236}">
                <ns2:creationId id="{4EE57111-A384-6DD0-2E1A-01BCDC944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sp>
        <p:nvSpPr>
          <p:cNvPr id="116" name="table_TWformat_2_2">
            <a:extLst>
              <a:ext uri="{FF2B5EF4-FFF2-40B4-BE49-F238E27FC236}">
                <ns2:creationId id="{9CCD90E0-1B0C-A527-8EB5-B0317A3BB5AF}"/>
              </a:ext>
            </a:extLst>
          </p:cNvPr>
          <p:cNvSpPr txBox="1"/>
          <p:nvPr/>
        </p:nvSpPr>
        <p:spPr>
          <a:xfrm>
            <a:off x="1247636" y="2361754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20" name="Straight Connector 119">
            <a:extLst>
              <a:ext uri="{FF2B5EF4-FFF2-40B4-BE49-F238E27FC236}">
                <ns2:creationId id="{AA827682-18A9-F9B9-46ED-DCAA9E366FE4}"/>
              </a:ext>
            </a:extLst>
          </p:cNvPr>
          <p:cNvCxnSpPr/>
          <p:nvPr/>
        </p:nvCxnSpPr>
        <p:spPr>
          <a:xfrm>
            <a:off x="1247636" y="2917326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ns2:creationId id="{FA48BFA5-284D-192C-1ACE-60A0CADF5B5C}"/>
              </a:ext>
            </a:extLst>
          </p:cNvPr>
          <p:cNvCxnSpPr/>
          <p:nvPr/>
        </p:nvCxnSpPr>
        <p:spPr>
          <a:xfrm>
            <a:off x="1247636" y="3484492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ns2:creationId id="{3B2E9DCE-711F-F5D2-9F00-071F8CF59E73}"/>
              </a:ext>
            </a:extLst>
          </p:cNvPr>
          <p:cNvCxnSpPr/>
          <p:nvPr/>
        </p:nvCxnSpPr>
        <p:spPr>
          <a:xfrm>
            <a:off x="1247636" y="4051658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ns2:creationId id="{9B4767DD-807F-1A80-9394-310FA2929A5B}"/>
              </a:ext>
            </a:extLst>
          </p:cNvPr>
          <p:cNvCxnSpPr/>
          <p:nvPr/>
        </p:nvCxnSpPr>
        <p:spPr>
          <a:xfrm>
            <a:off x="1247636" y="4618823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ns2:creationId id="{72FD11AF-1859-8BF0-7790-57F948E0AB5F}"/>
              </a:ext>
            </a:extLst>
          </p:cNvPr>
          <p:cNvCxnSpPr/>
          <p:nvPr/>
        </p:nvCxnSpPr>
        <p:spPr>
          <a:xfrm>
            <a:off x="1247636" y="5185989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able_TWformat_8_2">
            <a:extLst>
              <a:ext uri="{FF2B5EF4-FFF2-40B4-BE49-F238E27FC236}">
                <ns2:creationId id="{579ACD36-0CDB-60E4-D329-E653CF6F27CC}"/>
              </a:ext>
            </a:extLst>
          </p:cNvPr>
          <p:cNvSpPr txBox="1"/>
          <p:nvPr/>
        </p:nvSpPr>
        <p:spPr>
          <a:xfrm>
            <a:off x="1247636" y="5764747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35" name="Straight Connector 134">
            <a:extLst>
              <a:ext uri="{FF2B5EF4-FFF2-40B4-BE49-F238E27FC236}">
                <ns2:creationId id="{04AC64D1-4891-D744-2B31-C49A91C7D423}"/>
              </a:ext>
            </a:extLst>
          </p:cNvPr>
          <p:cNvCxnSpPr/>
          <p:nvPr/>
        </p:nvCxnSpPr>
        <p:spPr>
          <a:xfrm>
            <a:off x="1247636" y="5753155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able_TWformat_2_3">
            <a:extLst>
              <a:ext uri="{FF2B5EF4-FFF2-40B4-BE49-F238E27FC236}">
                <ns2:creationId id="{B9897091-D1D0-72C0-A7AB-B269B872A484}"/>
              </a:ext>
            </a:extLst>
          </p:cNvPr>
          <p:cNvSpPr txBox="1"/>
          <p:nvPr/>
        </p:nvSpPr>
        <p:spPr>
          <a:xfrm>
            <a:off x="1828304" y="2361754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endParaRPr lang="en-US" altLang="ja-JP" dirty="0"/>
          </a:p>
          <a:p>
            <a:r>
              <a:rPr lang="ja-JP" altLang="en-US"/>
              <a:t>XX</a:t>
            </a:r>
            <a:r>
              <a:rPr lang="en-US" altLang="ja-JP" dirty="0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cxnSp>
        <p:nvCxnSpPr>
          <p:cNvPr id="140" name="Straight Connector 139">
            <a:extLst>
              <a:ext uri="{FF2B5EF4-FFF2-40B4-BE49-F238E27FC236}">
                <ns2:creationId id="{853B86BA-C691-B06A-0A02-F2128B242DF9}"/>
              </a:ext>
            </a:extLst>
          </p:cNvPr>
          <p:cNvCxnSpPr/>
          <p:nvPr/>
        </p:nvCxnSpPr>
        <p:spPr>
          <a:xfrm>
            <a:off x="1828304" y="2917326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ns2:creationId id="{0DF4EDDF-AD48-8982-5078-E7DC82DD911B}"/>
              </a:ext>
            </a:extLst>
          </p:cNvPr>
          <p:cNvCxnSpPr/>
          <p:nvPr/>
        </p:nvCxnSpPr>
        <p:spPr>
          <a:xfrm>
            <a:off x="1828304" y="3484492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ns2:creationId id="{72F2DA1E-2D77-6FC1-0C29-3389327312E5}"/>
              </a:ext>
            </a:extLst>
          </p:cNvPr>
          <p:cNvCxnSpPr/>
          <p:nvPr/>
        </p:nvCxnSpPr>
        <p:spPr>
          <a:xfrm>
            <a:off x="1828304" y="4051658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ns2:creationId id="{5E37DE51-5ADC-26DC-FC20-85790B275C8F}"/>
              </a:ext>
            </a:extLst>
          </p:cNvPr>
          <p:cNvCxnSpPr/>
          <p:nvPr/>
        </p:nvCxnSpPr>
        <p:spPr>
          <a:xfrm>
            <a:off x="1828304" y="4618823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ns2:creationId id="{C13B3D99-F220-606D-08A2-7D34179D6AD6}"/>
              </a:ext>
            </a:extLst>
          </p:cNvPr>
          <p:cNvCxnSpPr/>
          <p:nvPr/>
        </p:nvCxnSpPr>
        <p:spPr>
          <a:xfrm>
            <a:off x="1828304" y="5185989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able_TWformat_8_3">
            <a:extLst>
              <a:ext uri="{FF2B5EF4-FFF2-40B4-BE49-F238E27FC236}">
                <ns2:creationId id="{ECF00D49-F950-3FD6-03FD-DABED5A0F551}"/>
              </a:ext>
            </a:extLst>
          </p:cNvPr>
          <p:cNvSpPr txBox="1"/>
          <p:nvPr/>
        </p:nvSpPr>
        <p:spPr>
          <a:xfrm>
            <a:off x="1828304" y="5764747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XX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) 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endParaRPr lang="en-US" altLang="ja-JP" b="1" dirty="0">
              <a:solidFill>
                <a:srgbClr val="008000"/>
              </a:solidFill>
            </a:endParaRPr>
          </a:p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ns2:creationId id="{3F16EF84-BBE5-148A-C4C4-0A342C95A8B3}"/>
              </a:ext>
            </a:extLst>
          </p:cNvPr>
          <p:cNvCxnSpPr/>
          <p:nvPr/>
        </p:nvCxnSpPr>
        <p:spPr>
          <a:xfrm>
            <a:off x="1828304" y="5753155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able_TWformat_2_1">
            <a:extLst>
              <a:ext uri="{FF2B5EF4-FFF2-40B4-BE49-F238E27FC236}">
                <ns2:creationId id="{531C73FF-E9FC-7165-BE8B-F4B730475784}"/>
              </a:ext>
            </a:extLst>
          </p:cNvPr>
          <p:cNvSpPr txBox="1"/>
          <p:nvPr/>
        </p:nvSpPr>
        <p:spPr>
          <a:xfrm>
            <a:off x="334963" y="2361754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19" name="table_TWformat_3_2">
            <a:extLst>
              <a:ext uri="{FF2B5EF4-FFF2-40B4-BE49-F238E27FC236}">
                <ns2:creationId id="{DD53C497-FC37-BB70-3164-0A2C64DF365C}"/>
              </a:ext>
            </a:extLst>
          </p:cNvPr>
          <p:cNvSpPr txBox="1"/>
          <p:nvPr/>
        </p:nvSpPr>
        <p:spPr>
          <a:xfrm>
            <a:off x="1247636" y="2928920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  <a:endParaRPr kumimoji="1" lang="en-US" altLang="ja-JP" sz="1050" dirty="0">
              <a:latin typeface="+mn-ea"/>
            </a:endParaRPr>
          </a:p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sp>
        <p:nvSpPr>
          <p:cNvPr id="139" name="table_TWformat_3_3">
            <a:extLst>
              <a:ext uri="{FF2B5EF4-FFF2-40B4-BE49-F238E27FC236}">
                <ns2:creationId id="{83E76252-8FC0-5271-4CAA-D16C6BBB8277}"/>
              </a:ext>
            </a:extLst>
          </p:cNvPr>
          <p:cNvSpPr txBox="1"/>
          <p:nvPr/>
        </p:nvSpPr>
        <p:spPr>
          <a:xfrm>
            <a:off x="1828304" y="2928920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(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)</a:t>
            </a:r>
            <a:r>
              <a:rPr lang="ja-JP" altLang="en-US" b="0" dirty="0">
                <a:solidFill>
                  <a:schemeClr val="tx1"/>
                </a:solidFill>
              </a:rPr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en-US" altLang="ja-JP" dirty="0" err="1"/>
              <a:t>XX</a:t>
            </a:r>
            <a:r>
              <a:rPr lang="en-US" altLang="ja-JP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17" name="table_TWformat_3_1">
            <a:extLst>
              <a:ext uri="{FF2B5EF4-FFF2-40B4-BE49-F238E27FC236}">
                <ns2:creationId id="{1A61D8E1-EE47-6CE7-3210-6883B1E52411}"/>
              </a:ext>
            </a:extLst>
          </p:cNvPr>
          <p:cNvSpPr txBox="1"/>
          <p:nvPr/>
        </p:nvSpPr>
        <p:spPr>
          <a:xfrm>
            <a:off x="334963" y="2928920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 sz="1050" dirty="0"/>
              <a:t>XX</a:t>
            </a:r>
            <a:endParaRPr lang="ja-JP" altLang="en-US" sz="1050" dirty="0"/>
          </a:p>
        </p:txBody>
      </p:sp>
      <p:sp>
        <p:nvSpPr>
          <p:cNvPr id="103" name="table_TWformat_8_1">
            <a:extLst>
              <a:ext uri="{FF2B5EF4-FFF2-40B4-BE49-F238E27FC236}">
                <ns2:creationId id="{13DBDACA-DFE3-1F28-FF48-3E489B31E1C8}"/>
              </a:ext>
            </a:extLst>
          </p:cNvPr>
          <p:cNvSpPr txBox="1"/>
          <p:nvPr/>
        </p:nvSpPr>
        <p:spPr>
          <a:xfrm>
            <a:off x="334963" y="5764747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73" name="table_TWformat_2_4">
            <a:extLst>
              <a:ext uri="{FF2B5EF4-FFF2-40B4-BE49-F238E27FC236}">
                <ns2:creationId id="{10C683A9-043D-6D15-1EEE-518684A58C1F}"/>
              </a:ext>
            </a:extLst>
          </p:cNvPr>
          <p:cNvSpPr txBox="1"/>
          <p:nvPr/>
        </p:nvSpPr>
        <p:spPr>
          <a:xfrm>
            <a:off x="5816599" y="2361754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ns2:creationId id="{D79BB1A5-5030-C8DD-EA5C-22C11392DAAC}"/>
              </a:ext>
            </a:extLst>
          </p:cNvPr>
          <p:cNvCxnSpPr/>
          <p:nvPr/>
        </p:nvCxnSpPr>
        <p:spPr>
          <a:xfrm>
            <a:off x="5816599" y="2917326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Straight Connector 185">
            <a:extLst>
              <a:ext uri="{FF2B5EF4-FFF2-40B4-BE49-F238E27FC236}">
                <ns2:creationId id="{9F1D5883-2325-5261-897A-5E176A182F82}"/>
              </a:ext>
            </a:extLst>
          </p:cNvPr>
          <p:cNvCxnSpPr/>
          <p:nvPr/>
        </p:nvCxnSpPr>
        <p:spPr>
          <a:xfrm>
            <a:off x="5816599" y="3484492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Group 242">
            <a:extLst>
              <a:ext uri="{FF2B5EF4-FFF2-40B4-BE49-F238E27FC236}">
                <ns2:creationId id="{96EABF2D-E6A1-B1C0-783A-C1B9A634086D}"/>
              </a:ext>
            </a:extLst>
          </p:cNvPr>
          <p:cNvGrpSpPr/>
          <p:nvPr/>
        </p:nvGrpSpPr>
        <p:grpSpPr>
          <a:xfrm>
            <a:off x="334963" y="4630417"/>
            <a:ext cx="8595675" cy="543980"/>
            <a:chOff x="334963" y="4063251"/>
            <a:chExt cx="8595675" cy="543980"/>
          </a:xfrm>
        </p:grpSpPr>
        <p:sp>
          <p:nvSpPr>
            <p:cNvPr id="123" name="table_TWformat_5_2">
              <a:extLst>
                <a:ext uri="{FF2B5EF4-FFF2-40B4-BE49-F238E27FC236}">
                  <ns2:creationId id="{E672FFA6-CBDD-1F7D-B459-F43E78A58489}"/>
                </a:ext>
              </a:extLst>
            </p:cNvPr>
            <p:cNvSpPr txBox="1"/>
            <p:nvPr/>
          </p:nvSpPr>
          <p:spPr>
            <a:xfrm>
              <a:off x="1247636" y="4063251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50" name="table_TWformat_5_3">
              <a:extLst>
                <a:ext uri="{FF2B5EF4-FFF2-40B4-BE49-F238E27FC236}">
                  <ns2:creationId id="{DF1B2AB8-4564-6183-3D6C-FB23BBDF2E7E}"/>
                </a:ext>
              </a:extLst>
            </p:cNvPr>
            <p:cNvSpPr txBox="1"/>
            <p:nvPr/>
          </p:nvSpPr>
          <p:spPr>
            <a:xfrm>
              <a:off x="1828304" y="4063251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en-US" altLang="ja-JP" dirty="0"/>
                <a:t> 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(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19" name="table_TWformat_5_1">
              <a:extLst>
                <a:ext uri="{FF2B5EF4-FFF2-40B4-BE49-F238E27FC236}">
                  <ns2:creationId id="{0594ABBF-9F08-F55B-32A5-63A6A6B2C67B}"/>
                </a:ext>
              </a:extLst>
            </p:cNvPr>
            <p:cNvSpPr txBox="1"/>
            <p:nvPr/>
          </p:nvSpPr>
          <p:spPr>
            <a:xfrm>
              <a:off x="334963" y="4063251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/>
                <a:t>XX</a:t>
              </a:r>
              <a:endParaRPr lang="ja-JP" altLang="en-US" sz="1050" dirty="0"/>
            </a:p>
          </p:txBody>
        </p:sp>
        <p:sp>
          <p:nvSpPr>
            <p:cNvPr id="187" name="table_TWformat_5_4">
              <a:extLst>
                <a:ext uri="{FF2B5EF4-FFF2-40B4-BE49-F238E27FC236}">
                  <ns2:creationId id="{19A963E5-7D2B-3FE2-A484-698CABF0576F}"/>
                </a:ext>
              </a:extLst>
            </p:cNvPr>
            <p:cNvSpPr txBox="1"/>
            <p:nvPr/>
          </p:nvSpPr>
          <p:spPr>
            <a:xfrm>
              <a:off x="5816599" y="4063251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</p:grpSp>
      <p:cxnSp>
        <p:nvCxnSpPr>
          <p:cNvPr id="188" name="Straight Connector 187">
            <a:extLst>
              <a:ext uri="{FF2B5EF4-FFF2-40B4-BE49-F238E27FC236}">
                <ns2:creationId id="{5FC71DEE-5A2F-F299-581F-E11FABF159B6}"/>
              </a:ext>
            </a:extLst>
          </p:cNvPr>
          <p:cNvCxnSpPr/>
          <p:nvPr/>
        </p:nvCxnSpPr>
        <p:spPr>
          <a:xfrm>
            <a:off x="5816599" y="4051658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ns2:creationId id="{A6C52F34-B0DE-0FA9-6B48-101A3B72D813}"/>
              </a:ext>
            </a:extLst>
          </p:cNvPr>
          <p:cNvGrpSpPr/>
          <p:nvPr/>
        </p:nvGrpSpPr>
        <p:grpSpPr>
          <a:xfrm>
            <a:off x="334963" y="4063251"/>
            <a:ext cx="8595675" cy="543980"/>
            <a:chOff x="334963" y="4630417"/>
            <a:chExt cx="8595675" cy="543980"/>
          </a:xfrm>
        </p:grpSpPr>
        <p:sp>
          <p:nvSpPr>
            <p:cNvPr id="125" name="table_TWformat_6_2">
              <a:extLst>
                <a:ext uri="{FF2B5EF4-FFF2-40B4-BE49-F238E27FC236}">
                  <ns2:creationId id="{CA947F44-437A-9A34-5F1B-FBA3375766B3}"/>
                </a:ext>
              </a:extLst>
            </p:cNvPr>
            <p:cNvSpPr txBox="1"/>
            <p:nvPr/>
          </p:nvSpPr>
          <p:spPr>
            <a:xfrm>
              <a:off x="1247636" y="4630417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 dirty="0">
                  <a:latin typeface="+mn-ea"/>
                </a:rPr>
                <a:t>XX</a:t>
              </a:r>
            </a:p>
          </p:txBody>
        </p:sp>
        <p:sp>
          <p:nvSpPr>
            <p:cNvPr id="158" name="table_TWformat_6_3">
              <a:extLst>
                <a:ext uri="{FF2B5EF4-FFF2-40B4-BE49-F238E27FC236}">
                  <ns2:creationId id="{A8B7318F-4B27-CE71-412E-F3C2156A20DD}"/>
                </a:ext>
              </a:extLst>
            </p:cNvPr>
            <p:cNvSpPr txBox="1"/>
            <p:nvPr/>
          </p:nvSpPr>
          <p:spPr>
            <a:xfrm>
              <a:off x="1828304" y="4630417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  <p:sp>
          <p:nvSpPr>
            <p:cNvPr id="20" name="table_TWformat_6_1">
              <a:extLst>
                <a:ext uri="{FF2B5EF4-FFF2-40B4-BE49-F238E27FC236}">
                  <ns2:creationId id="{FF3999D0-0C64-BFD0-170F-992BFA6C14C4}"/>
                </a:ext>
              </a:extLst>
            </p:cNvPr>
            <p:cNvSpPr txBox="1"/>
            <p:nvPr/>
          </p:nvSpPr>
          <p:spPr>
            <a:xfrm>
              <a:off x="334963" y="4630417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 dirty="0"/>
                <a:t>XX</a:t>
              </a:r>
            </a:p>
          </p:txBody>
        </p:sp>
        <p:sp>
          <p:nvSpPr>
            <p:cNvPr id="189" name="table_TWformat_6_4">
              <a:extLst>
                <a:ext uri="{FF2B5EF4-FFF2-40B4-BE49-F238E27FC236}">
                  <ns2:creationId id="{B0EBF6EB-9827-AFE5-501D-FDE5863D0C55}"/>
                </a:ext>
              </a:extLst>
            </p:cNvPr>
            <p:cNvSpPr txBox="1"/>
            <p:nvPr/>
          </p:nvSpPr>
          <p:spPr>
            <a:xfrm>
              <a:off x="5816599" y="4630417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cxnSp>
        <p:nvCxnSpPr>
          <p:cNvPr id="190" name="Straight Connector 189">
            <a:extLst>
              <a:ext uri="{FF2B5EF4-FFF2-40B4-BE49-F238E27FC236}">
                <ns2:creationId id="{69321AE5-C93F-DBA0-06E8-432C384043DC}"/>
              </a:ext>
            </a:extLst>
          </p:cNvPr>
          <p:cNvCxnSpPr/>
          <p:nvPr/>
        </p:nvCxnSpPr>
        <p:spPr>
          <a:xfrm>
            <a:off x="5816599" y="4618823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Connector 191">
            <a:extLst>
              <a:ext uri="{FF2B5EF4-FFF2-40B4-BE49-F238E27FC236}">
                <ns2:creationId id="{817CC0E5-9217-B36E-599D-E06C2E3CF675}"/>
              </a:ext>
            </a:extLst>
          </p:cNvPr>
          <p:cNvCxnSpPr/>
          <p:nvPr/>
        </p:nvCxnSpPr>
        <p:spPr>
          <a:xfrm>
            <a:off x="5816599" y="5185989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table_TWformat_8_4">
            <a:extLst>
              <a:ext uri="{FF2B5EF4-FFF2-40B4-BE49-F238E27FC236}">
                <ns2:creationId id="{CDB5DAD1-6993-B2CC-2728-81D4B24C8DDF}"/>
              </a:ext>
            </a:extLst>
          </p:cNvPr>
          <p:cNvSpPr txBox="1"/>
          <p:nvPr/>
        </p:nvSpPr>
        <p:spPr>
          <a:xfrm>
            <a:off x="5816599" y="5764747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94" name="Straight Connector 193">
            <a:extLst>
              <a:ext uri="{FF2B5EF4-FFF2-40B4-BE49-F238E27FC236}">
                <ns2:creationId id="{EE66C9FF-5C7A-7327-7D30-8E5F9E49C81F}"/>
              </a:ext>
            </a:extLst>
          </p:cNvPr>
          <p:cNvCxnSpPr/>
          <p:nvPr/>
        </p:nvCxnSpPr>
        <p:spPr>
          <a:xfrm>
            <a:off x="5816599" y="5753155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able_TWformat_3_4">
            <a:extLst>
              <a:ext uri="{FF2B5EF4-FFF2-40B4-BE49-F238E27FC236}">
                <ns2:creationId id="{9889F09F-7A21-B4DE-2C10-614842754358}"/>
              </a:ext>
            </a:extLst>
          </p:cNvPr>
          <p:cNvSpPr txBox="1"/>
          <p:nvPr/>
        </p:nvSpPr>
        <p:spPr>
          <a:xfrm>
            <a:off x="5816599" y="2928920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sp>
        <p:nvSpPr>
          <p:cNvPr id="115" name="table_TWformat_1_2">
            <a:extLst>
              <a:ext uri="{FF2B5EF4-FFF2-40B4-BE49-F238E27FC236}">
                <ns2:creationId id="{4EFFB9BE-4520-59E7-E7CC-AE301764CE1D}"/>
              </a:ext>
            </a:extLst>
          </p:cNvPr>
          <p:cNvSpPr txBox="1"/>
          <p:nvPr/>
        </p:nvSpPr>
        <p:spPr>
          <a:xfrm>
            <a:off x="1247636" y="2020865"/>
            <a:ext cx="501432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050" dirty="0">
                <a:solidFill>
                  <a:schemeClr val="tx1"/>
                </a:solidFill>
                <a:latin typeface="+mn-ea"/>
                <a:ea typeface="+mn-ea"/>
              </a:rPr>
              <a:t>XX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ns2:creationId id="{CDA09403-05CE-FF8D-E19D-E6AEED6845A0}"/>
              </a:ext>
            </a:extLst>
          </p:cNvPr>
          <p:cNvCxnSpPr/>
          <p:nvPr/>
        </p:nvCxnSpPr>
        <p:spPr>
          <a:xfrm>
            <a:off x="1247636" y="2283261"/>
            <a:ext cx="501432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able_TWformat_1_3">
            <a:extLst>
              <a:ext uri="{FF2B5EF4-FFF2-40B4-BE49-F238E27FC236}">
                <ns2:creationId id="{28BB6843-424A-ADB5-CCCA-C070DC210C1B}"/>
              </a:ext>
            </a:extLst>
          </p:cNvPr>
          <p:cNvSpPr txBox="1"/>
          <p:nvPr/>
        </p:nvSpPr>
        <p:spPr>
          <a:xfrm>
            <a:off x="1828304" y="2020865"/>
            <a:ext cx="3909060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latin typeface="+mn-ea"/>
              </a:rPr>
              <a:t>XX</a:t>
            </a:r>
            <a:r>
              <a:rPr kumimoji="1" lang="ja-JP" altLang="en-US" sz="1050" dirty="0">
                <a:latin typeface="+mn-ea"/>
              </a:rPr>
              <a:t>XX</a:t>
            </a:r>
            <a:r>
              <a:rPr kumimoji="1" lang="en-US" altLang="ja-JP" sz="1050" dirty="0">
                <a:latin typeface="+mn-ea"/>
              </a:rPr>
              <a:t>) </a:t>
            </a: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ns2:creationId id="{CCF90255-A88D-777B-4309-129E381EE564}"/>
              </a:ext>
            </a:extLst>
          </p:cNvPr>
          <p:cNvCxnSpPr/>
          <p:nvPr/>
        </p:nvCxnSpPr>
        <p:spPr>
          <a:xfrm>
            <a:off x="1828304" y="2283261"/>
            <a:ext cx="3909060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able_TWformat_1_4">
            <a:extLst>
              <a:ext uri="{FF2B5EF4-FFF2-40B4-BE49-F238E27FC236}">
                <ns2:creationId id="{3CD6B133-F60D-7395-53CA-E0B5278BACB4}"/>
              </a:ext>
            </a:extLst>
          </p:cNvPr>
          <p:cNvSpPr txBox="1"/>
          <p:nvPr/>
        </p:nvSpPr>
        <p:spPr>
          <a:xfrm>
            <a:off x="5816599" y="2020865"/>
            <a:ext cx="3114039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75" name="Straight Connector 174">
            <a:extLst>
              <a:ext uri="{FF2B5EF4-FFF2-40B4-BE49-F238E27FC236}">
                <ns2:creationId id="{9E66A46C-1CEB-198D-1840-96C628C0C486}"/>
              </a:ext>
            </a:extLst>
          </p:cNvPr>
          <p:cNvCxnSpPr/>
          <p:nvPr/>
        </p:nvCxnSpPr>
        <p:spPr>
          <a:xfrm>
            <a:off x="5816599" y="2283261"/>
            <a:ext cx="3114041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83454D13-305F-91BE-0B2F-7529C0EDE30F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4" name="table_TWformat_1_1">
              <a:extLst>
                <a:ext uri="{FF2B5EF4-FFF2-40B4-BE49-F238E27FC236}">
                  <ns2:creationId id="{5043C04A-EE20-63B9-098C-1A1FF35ADF58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95" name="Straight Connector 194">
              <a:extLst>
                <a:ext uri="{FF2B5EF4-FFF2-40B4-BE49-F238E27FC236}">
                  <ns2:creationId id="{606E6568-C2A8-CFCD-AAC8-0F31E6C3E45D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7" name="Group 206">
            <a:extLst>
              <a:ext uri="{FF2B5EF4-FFF2-40B4-BE49-F238E27FC236}">
                <ns2:creationId id="{94F48052-5F19-51C8-EE3D-539789B2FF07}"/>
              </a:ext>
            </a:extLst>
          </p:cNvPr>
          <p:cNvGrpSpPr/>
          <p:nvPr/>
        </p:nvGrpSpPr>
        <p:grpSpPr>
          <a:xfrm>
            <a:off x="9328150" y="2145752"/>
            <a:ext cx="2528888" cy="866688"/>
            <a:chOff x="9810750" y="2584533"/>
            <a:chExt cx="2046288" cy="866688"/>
          </a:xfrm>
        </p:grpSpPr>
        <p:sp>
          <p:nvSpPr>
            <p:cNvPr id="205" name="Rectangle: Rounded Corners 30">
              <a:extLst>
                <a:ext uri="{FF2B5EF4-FFF2-40B4-BE49-F238E27FC236}">
                  <ns2:creationId id="{6833F640-87FC-EBE5-80C7-BAD1DC41E0B8}"/>
                </a:ext>
              </a:extLst>
            </p:cNvPr>
            <p:cNvSpPr/>
            <p:nvPr/>
          </p:nvSpPr>
          <p:spPr>
            <a:xfrm>
              <a:off x="9810750" y="2584533"/>
              <a:ext cx="2046288" cy="267415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6" name="Rectangle: Rounded Corners 30">
              <a:extLst>
                <a:ext uri="{FF2B5EF4-FFF2-40B4-BE49-F238E27FC236}">
                  <ns2:creationId id="{DB6FB4EE-EFFB-193A-832C-2A135FD42889}"/>
                </a:ext>
              </a:extLst>
            </p:cNvPr>
            <p:cNvSpPr/>
            <p:nvPr/>
          </p:nvSpPr>
          <p:spPr>
            <a:xfrm>
              <a:off x="9810750" y="2848653"/>
              <a:ext cx="2046288" cy="60256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8" name="Group 207">
            <a:extLst>
              <a:ext uri="{FF2B5EF4-FFF2-40B4-BE49-F238E27FC236}">
                <ns2:creationId id="{BD801724-EF70-9457-5103-583FFDEA67B1}"/>
              </a:ext>
            </a:extLst>
          </p:cNvPr>
          <p:cNvGrpSpPr/>
          <p:nvPr/>
        </p:nvGrpSpPr>
        <p:grpSpPr>
          <a:xfrm>
            <a:off x="9328150" y="3102169"/>
            <a:ext cx="2528888" cy="976648"/>
            <a:chOff x="9810750" y="2584533"/>
            <a:chExt cx="2046288" cy="976648"/>
          </a:xfrm>
        </p:grpSpPr>
        <p:sp>
          <p:nvSpPr>
            <p:cNvPr id="209" name="Rectangle: Rounded Corners 30">
              <a:extLst>
                <a:ext uri="{FF2B5EF4-FFF2-40B4-BE49-F238E27FC236}">
                  <ns2:creationId id="{EB1E66AB-4455-F016-4690-C725365DA3F9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br>
                <a:rPr lang="en-US" altLang="ja-JP" sz="105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0" name="Rectangle: Rounded Corners 30">
              <a:extLst>
                <a:ext uri="{FF2B5EF4-FFF2-40B4-BE49-F238E27FC236}">
                  <ns2:creationId id="{7374B141-6EC6-C006-2719-8D93E8881057}"/>
                </a:ext>
              </a:extLst>
            </p:cNvPr>
            <p:cNvSpPr/>
            <p:nvPr/>
          </p:nvSpPr>
          <p:spPr>
            <a:xfrm>
              <a:off x="9810750" y="2984120"/>
              <a:ext cx="2046288" cy="577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/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11" name="Group 210">
            <a:extLst>
              <a:ext uri="{FF2B5EF4-FFF2-40B4-BE49-F238E27FC236}">
                <ns2:creationId id="{D2FBC2EF-1BA9-3EAE-69AC-A25020FD3AF0}"/>
              </a:ext>
            </a:extLst>
          </p:cNvPr>
          <p:cNvGrpSpPr/>
          <p:nvPr/>
        </p:nvGrpSpPr>
        <p:grpSpPr>
          <a:xfrm>
            <a:off x="9328150" y="4164736"/>
            <a:ext cx="2528888" cy="947438"/>
            <a:chOff x="9810750" y="2584533"/>
            <a:chExt cx="2046288" cy="947438"/>
          </a:xfrm>
        </p:grpSpPr>
        <p:sp>
          <p:nvSpPr>
            <p:cNvPr id="212" name="Rectangle: Rounded Corners 30">
              <a:extLst>
                <a:ext uri="{FF2B5EF4-FFF2-40B4-BE49-F238E27FC236}">
                  <ns2:creationId id="{D1C8BCD4-6001-1F6C-746D-17A64884F773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b="1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3" name="Rectangle: Rounded Corners 30">
              <a:extLst>
                <a:ext uri="{FF2B5EF4-FFF2-40B4-BE49-F238E27FC236}">
                  <ns2:creationId id="{2880AAEB-FE14-69F9-5EA7-A5F966526837}"/>
                </a:ext>
              </a:extLst>
            </p:cNvPr>
            <p:cNvSpPr/>
            <p:nvPr/>
          </p:nvSpPr>
          <p:spPr>
            <a:xfrm>
              <a:off x="9810750" y="2984120"/>
              <a:ext cx="2046288" cy="54785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15" name="TextBox 214">
            <a:extLst>
              <a:ext uri="{FF2B5EF4-FFF2-40B4-BE49-F238E27FC236}">
                <ns2:creationId id="{B6B38939-DBED-DF01-0A98-83A0F5B2B7C4}"/>
              </a:ext>
            </a:extLst>
          </p:cNvPr>
          <p:cNvSpPr txBox="1"/>
          <p:nvPr/>
        </p:nvSpPr>
        <p:spPr>
          <a:xfrm>
            <a:off x="9328149" y="5476875"/>
            <a:ext cx="2528888" cy="831841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pPr marL="0" indent="0">
              <a:lnSpc>
                <a:spcPct val="120000"/>
              </a:lnSpc>
              <a:buNone/>
            </a:pPr>
            <a:r>
              <a:rPr lang="ja-JP" altLang="en-US" b="1" dirty="0">
                <a:solidFill>
                  <a:srgbClr val="008000"/>
                </a:solidFill>
              </a:rPr>
              <a:t>XX</a:t>
            </a:r>
          </a:p>
        </p:txBody>
      </p:sp>
      <p:grpSp>
        <p:nvGrpSpPr>
          <p:cNvPr id="220" name="Group 219">
            <a:extLst>
              <a:ext uri="{FF2B5EF4-FFF2-40B4-BE49-F238E27FC236}">
                <ns2:creationId id="{A7EEFEE1-010C-C6E5-6FEC-90A9C3789BA8}"/>
              </a:ext>
            </a:extLst>
          </p:cNvPr>
          <p:cNvGrpSpPr/>
          <p:nvPr/>
        </p:nvGrpSpPr>
        <p:grpSpPr>
          <a:xfrm>
            <a:off x="334963" y="5197582"/>
            <a:ext cx="8843869" cy="543980"/>
            <a:chOff x="334963" y="3496084"/>
            <a:chExt cx="8843869" cy="543980"/>
          </a:xfrm>
        </p:grpSpPr>
        <p:sp>
          <p:nvSpPr>
            <p:cNvPr id="221" name="table_TWformat_4_2">
              <a:extLst>
                <a:ext uri="{FF2B5EF4-FFF2-40B4-BE49-F238E27FC236}">
                  <ns2:creationId id="{1E0B00B1-95B9-E362-1E39-32082D13E314}"/>
                </a:ext>
              </a:extLst>
            </p:cNvPr>
            <p:cNvSpPr txBox="1"/>
            <p:nvPr/>
          </p:nvSpPr>
          <p:spPr>
            <a:xfrm>
              <a:off x="1247636" y="3496084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2" name="table_TWformat_4_3">
              <a:extLst>
                <a:ext uri="{FF2B5EF4-FFF2-40B4-BE49-F238E27FC236}">
                  <ns2:creationId id="{AB256B79-074F-2127-F79F-F22F77937E7E}"/>
                </a:ext>
              </a:extLst>
            </p:cNvPr>
            <p:cNvSpPr txBox="1"/>
            <p:nvPr/>
          </p:nvSpPr>
          <p:spPr>
            <a:xfrm>
              <a:off x="1828304" y="3496084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AI</a:t>
              </a:r>
              <a:r>
                <a:rPr lang="ja-JP" altLang="en-US" dirty="0"/>
                <a:t>・</a:t>
              </a:r>
              <a:r>
                <a:rPr lang="en-US" altLang="ja-JP" dirty="0"/>
                <a:t>IoT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3" name="table_TWformat_4_4">
              <a:extLst>
                <a:ext uri="{FF2B5EF4-FFF2-40B4-BE49-F238E27FC236}">
                  <ns2:creationId id="{B89FC392-FF4D-D4D3-9E28-077B26023BDF}"/>
                </a:ext>
              </a:extLst>
            </p:cNvPr>
            <p:cNvSpPr txBox="1"/>
            <p:nvPr/>
          </p:nvSpPr>
          <p:spPr>
            <a:xfrm>
              <a:off x="5816599" y="3496084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4" name="table_TWformat_4_1">
              <a:extLst>
                <a:ext uri="{FF2B5EF4-FFF2-40B4-BE49-F238E27FC236}">
                  <ns2:creationId id="{9715A10C-3195-D3CD-3C07-60457EEBB4EC}"/>
                </a:ext>
              </a:extLst>
            </p:cNvPr>
            <p:cNvSpPr txBox="1"/>
            <p:nvPr/>
          </p:nvSpPr>
          <p:spPr>
            <a:xfrm>
              <a:off x="334963" y="3496084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 dirty="0"/>
                <a:t>XX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ns2:creationId id="{62E9EC18-4C5D-6FEC-D595-E88256C465E8}"/>
              </a:ext>
            </a:extLst>
          </p:cNvPr>
          <p:cNvGrpSpPr/>
          <p:nvPr/>
        </p:nvGrpSpPr>
        <p:grpSpPr>
          <a:xfrm>
            <a:off x="334963" y="3496084"/>
            <a:ext cx="8843869" cy="543980"/>
            <a:chOff x="334963" y="5197582"/>
            <a:chExt cx="8843869" cy="543980"/>
          </a:xfrm>
        </p:grpSpPr>
        <p:sp>
          <p:nvSpPr>
            <p:cNvPr id="227" name="table_TWformat_7_2">
              <a:extLst>
                <a:ext uri="{FF2B5EF4-FFF2-40B4-BE49-F238E27FC236}">
                  <ns2:creationId id="{5690474F-2B28-B65C-0514-E43AD04FCEB8}"/>
                </a:ext>
              </a:extLst>
            </p:cNvPr>
            <p:cNvSpPr txBox="1"/>
            <p:nvPr/>
          </p:nvSpPr>
          <p:spPr>
            <a:xfrm>
              <a:off x="1247636" y="5197582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8" name="table_TWformat_7_3">
              <a:extLst>
                <a:ext uri="{FF2B5EF4-FFF2-40B4-BE49-F238E27FC236}">
                  <ns2:creationId id="{E0E5977B-29B6-1F7C-5533-2411864CAE09}"/>
                </a:ext>
              </a:extLst>
            </p:cNvPr>
            <p:cNvSpPr txBox="1"/>
            <p:nvPr/>
          </p:nvSpPr>
          <p:spPr>
            <a:xfrm>
              <a:off x="1828304" y="5197582"/>
              <a:ext cx="3909060" cy="543980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) 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29" name="table_TWformat_7_4">
              <a:extLst>
                <a:ext uri="{FF2B5EF4-FFF2-40B4-BE49-F238E27FC236}">
                  <ns2:creationId id="{64416673-F813-4FB5-1AFD-CE75184EEBDE}"/>
                </a:ext>
              </a:extLst>
            </p:cNvPr>
            <p:cNvSpPr txBox="1"/>
            <p:nvPr/>
          </p:nvSpPr>
          <p:spPr>
            <a:xfrm>
              <a:off x="5816599" y="5197582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30" name="table_TWformat_7_1">
              <a:extLst>
                <a:ext uri="{FF2B5EF4-FFF2-40B4-BE49-F238E27FC236}">
                  <ns2:creationId id="{605B1664-1EA5-D00A-6733-0AE028CC1F3F}"/>
                </a:ext>
              </a:extLst>
            </p:cNvPr>
            <p:cNvSpPr txBox="1"/>
            <p:nvPr/>
          </p:nvSpPr>
          <p:spPr>
            <a:xfrm>
              <a:off x="334963" y="5197582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endParaRPr lang="ja-JP" altLang="en-US" sz="900" dirty="0"/>
            </a:p>
          </p:txBody>
        </p:sp>
      </p:grpSp>
      <p:cxnSp>
        <p:nvCxnSpPr>
          <p:cNvPr id="246" name="Straight Connector 245">
            <a:extLst>
              <a:ext uri="{FF2B5EF4-FFF2-40B4-BE49-F238E27FC236}">
                <ns2:creationId id="{5867D651-FA82-5264-6C3A-99FE201D6743}"/>
              </a:ext>
            </a:extLst>
          </p:cNvPr>
          <p:cNvCxnSpPr>
            <a:cxnSpLocks/>
          </p:cNvCxnSpPr>
          <p:nvPr/>
        </p:nvCxnSpPr>
        <p:spPr>
          <a:xfrm>
            <a:off x="8991600" y="2358934"/>
            <a:ext cx="0" cy="48586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Straight Arrow Connector 246">
            <a:extLst>
              <a:ext uri="{FF2B5EF4-FFF2-40B4-BE49-F238E27FC236}">
                <ns2:creationId id="{4DA1CD53-F05A-E7FE-BCB9-7D5656918090}"/>
              </a:ext>
            </a:extLst>
          </p:cNvPr>
          <p:cNvCxnSpPr>
            <a:cxnSpLocks/>
          </p:cNvCxnSpPr>
          <p:nvPr/>
        </p:nvCxnSpPr>
        <p:spPr>
          <a:xfrm>
            <a:off x="8994775" y="2601867"/>
            <a:ext cx="288925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ns2:creationId id="{3A76C164-828D-8140-6B07-30BF824839AD}"/>
              </a:ext>
            </a:extLst>
          </p:cNvPr>
          <p:cNvCxnSpPr>
            <a:cxnSpLocks/>
          </p:cNvCxnSpPr>
          <p:nvPr/>
        </p:nvCxnSpPr>
        <p:spPr>
          <a:xfrm>
            <a:off x="8991600" y="299393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>
            <a:extLst>
              <a:ext uri="{FF2B5EF4-FFF2-40B4-BE49-F238E27FC236}">
                <ns2:creationId id="{B0ABB011-BEAA-04A1-A2D0-548C07E2B28C}"/>
              </a:ext>
            </a:extLst>
          </p:cNvPr>
          <p:cNvCxnSpPr>
            <a:cxnSpLocks/>
          </p:cNvCxnSpPr>
          <p:nvPr/>
        </p:nvCxnSpPr>
        <p:spPr>
          <a:xfrm>
            <a:off x="9050867" y="353368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Straight Arrow Connector 269">
            <a:extLst>
              <a:ext uri="{FF2B5EF4-FFF2-40B4-BE49-F238E27FC236}">
                <ns2:creationId id="{CCF79B13-8D26-368F-9872-5FDCB9FE1B0D}"/>
              </a:ext>
            </a:extLst>
          </p:cNvPr>
          <p:cNvCxnSpPr>
            <a:cxnSpLocks/>
          </p:cNvCxnSpPr>
          <p:nvPr/>
        </p:nvCxnSpPr>
        <p:spPr>
          <a:xfrm>
            <a:off x="8994775" y="3316242"/>
            <a:ext cx="3222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Arrow Connector 271">
            <a:extLst>
              <a:ext uri="{FF2B5EF4-FFF2-40B4-BE49-F238E27FC236}">
                <ns2:creationId id="{520F5F20-A439-39C6-EF78-53F62A8601E0}"/>
              </a:ext>
            </a:extLst>
          </p:cNvPr>
          <p:cNvCxnSpPr>
            <a:cxnSpLocks/>
          </p:cNvCxnSpPr>
          <p:nvPr/>
        </p:nvCxnSpPr>
        <p:spPr>
          <a:xfrm>
            <a:off x="9058275" y="4405267"/>
            <a:ext cx="2587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円/楕円 126">
            <a:extLst>
              <a:ext uri="{FF2B5EF4-FFF2-40B4-BE49-F238E27FC236}">
                <ns2:creationId id="{77D669C8-F225-E2C5-466E-F0AAF54FE0CB}"/>
              </a:ext>
            </a:extLst>
          </p:cNvPr>
          <p:cNvSpPr>
            <a:spLocks noChangeAspect="1"/>
          </p:cNvSpPr>
          <p:nvPr/>
        </p:nvSpPr>
        <p:spPr>
          <a:xfrm rot="10800000">
            <a:off x="10361196" y="5290411"/>
            <a:ext cx="462797" cy="104309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algn="ctr">
              <a:buClr>
                <a:schemeClr val="accent1"/>
              </a:buClr>
            </a:pPr>
            <a:endParaRPr lang="ja-JP" altLang="en-US">
              <a:latin typeface="+mn-ea"/>
            </a:endParaRPr>
          </a:p>
        </p:txBody>
      </p:sp>
      <p:grpSp>
        <p:nvGrpSpPr>
          <p:cNvPr id="277" name="Group 276">
            <a:extLst>
              <a:ext uri="{FF2B5EF4-FFF2-40B4-BE49-F238E27FC236}">
                <ns2:creationId id="{FA5F6C70-0DEE-48DF-BFCC-048BAC7F714A}"/>
              </a:ext>
            </a:extLst>
          </p:cNvPr>
          <p:cNvGrpSpPr/>
          <p:nvPr/>
        </p:nvGrpSpPr>
        <p:grpSpPr>
          <a:xfrm>
            <a:off x="9328150" y="1628775"/>
            <a:ext cx="2528888" cy="367664"/>
            <a:chOff x="9328150" y="1628775"/>
            <a:chExt cx="2528888" cy="367664"/>
          </a:xfrm>
        </p:grpSpPr>
        <p:sp>
          <p:nvSpPr>
            <p:cNvPr id="10" name="テキスト ボックス 14">
              <a:extLst>
                <a:ext uri="{FF2B5EF4-FFF2-40B4-BE49-F238E27FC236}">
                  <ns2:creationId id="{1850F99A-2170-07CE-54B7-FF7411009A7E}"/>
                </a:ext>
              </a:extLst>
            </p:cNvPr>
            <p:cNvSpPr txBox="1"/>
            <p:nvPr/>
          </p:nvSpPr>
          <p:spPr>
            <a:xfrm>
              <a:off x="9328150" y="1628775"/>
              <a:ext cx="2528888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5" name="Graphic 274" descr="Lightbulb and pencil with solid fill">
              <a:extLst>
                <a:ext uri="{FF2B5EF4-FFF2-40B4-BE49-F238E27FC236}">
                  <ns2:creationId id="{5F215EF9-B73E-2335-A14A-AB375A01F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447843" y="1652482"/>
              <a:ext cx="320252" cy="320252"/>
            </a:xfrm>
            <a:prstGeom prst="rect">
              <a:avLst/>
            </a:prstGeom>
          </p:spPr>
        </p:pic>
      </p:grpSp>
      <p:grpSp>
        <p:nvGrpSpPr>
          <p:cNvPr id="278" name="Group 277">
            <a:extLst>
              <a:ext uri="{FF2B5EF4-FFF2-40B4-BE49-F238E27FC236}">
                <ns2:creationId id="{497943B3-3EAC-3560-B381-C69CA10C1731}"/>
              </a:ext>
            </a:extLst>
          </p:cNvPr>
          <p:cNvGrpSpPr/>
          <p:nvPr/>
        </p:nvGrpSpPr>
        <p:grpSpPr>
          <a:xfrm>
            <a:off x="334965" y="1628775"/>
            <a:ext cx="8595673" cy="367664"/>
            <a:chOff x="334965" y="1628775"/>
            <a:chExt cx="85956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B632A434-730C-2154-7A92-E684E7040BAD}"/>
                </a:ext>
              </a:extLst>
            </p:cNvPr>
            <p:cNvSpPr txBox="1"/>
            <p:nvPr/>
          </p:nvSpPr>
          <p:spPr>
            <a:xfrm>
              <a:off x="334965" y="1628775"/>
              <a:ext cx="85956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77949522-C1F1-5086-06E1-87CD6FE95F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403170" y="1652482"/>
              <a:ext cx="320252" cy="320252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836931740"/>
      </p:ext>
    </p:extLst>
  </p:cSld>
  <p:clrMapOvr>
    <a:masterClrMapping/>
  </p:clrMapOvr>
</p:sld>
</file>

<file path=ppt/slides/slide7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3B7C64D-4117-2413-4277-ED9D53B87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93A20F9-33FD-3CAC-D137-F79D4B802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2F4657-B310-62AB-0E97-8E4A00D544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grpSp>
        <p:nvGrpSpPr>
          <p:cNvPr id="278" name="Group 277">
            <a:extLst>
              <a:ext uri="{FF2B5EF4-FFF2-40B4-BE49-F238E27FC236}">
                <ns2:creationId id="{023AFA0E-3907-F3B5-7FF2-358933D9B7A4}"/>
              </a:ext>
            </a:extLst>
          </p:cNvPr>
          <p:cNvGrpSpPr/>
          <p:nvPr/>
        </p:nvGrpSpPr>
        <p:grpSpPr>
          <a:xfrm>
            <a:off x="334965" y="1628775"/>
            <a:ext cx="11522073" cy="367664"/>
            <a:chOff x="334965" y="1628775"/>
            <a:chExt cx="115220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70375AB8-FF29-5F28-A01C-76847F454521}"/>
                </a:ext>
              </a:extLst>
            </p:cNvPr>
            <p:cNvSpPr txBox="1"/>
            <p:nvPr/>
          </p:nvSpPr>
          <p:spPr>
            <a:xfrm>
              <a:off x="334965" y="1628775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8F13C08C-8E08-AF4B-CD5D-4DC1AA094F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3170" y="1652481"/>
              <a:ext cx="320252" cy="320252"/>
            </a:xfrm>
            <a:prstGeom prst="rect">
              <a:avLst/>
            </a:prstGeom>
          </p:spPr>
        </p:pic>
      </p:grpSp>
      <p:grpSp>
        <p:nvGrpSpPr>
          <p:cNvPr id="69" name="Group 68">
            <a:extLst>
              <a:ext uri="{FF2B5EF4-FFF2-40B4-BE49-F238E27FC236}">
                <ns2:creationId id="{5786B23D-235A-4E83-A2C4-BB3B455D24E3}"/>
              </a:ext>
            </a:extLst>
          </p:cNvPr>
          <p:cNvGrpSpPr/>
          <p:nvPr/>
        </p:nvGrpSpPr>
        <p:grpSpPr>
          <a:xfrm>
            <a:off x="1238041" y="2009713"/>
            <a:ext cx="1577574" cy="4299007"/>
            <a:chOff x="2028800" y="2114550"/>
            <a:chExt cx="1663778" cy="4194174"/>
          </a:xfrm>
        </p:grpSpPr>
        <p:sp>
          <p:nvSpPr>
            <p:cNvPr id="22" name="table_TWformat_2_2">
              <a:extLst>
                <a:ext uri="{FF2B5EF4-FFF2-40B4-BE49-F238E27FC236}">
                  <ns2:creationId id="{8C7F80F2-03C8-4FBB-DD3E-9AEDC69D3B60}"/>
                </a:ext>
              </a:extLst>
            </p:cNvPr>
            <p:cNvSpPr txBox="1"/>
            <p:nvPr/>
          </p:nvSpPr>
          <p:spPr>
            <a:xfrm>
              <a:off x="2028800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" name="table_TWformat_3_2">
              <a:extLst>
                <a:ext uri="{FF2B5EF4-FFF2-40B4-BE49-F238E27FC236}">
                  <ns2:creationId id="{307C128C-8C7C-07E6-4DBD-1265ACD5E63A}"/>
                </a:ext>
              </a:extLst>
            </p:cNvPr>
            <p:cNvSpPr txBox="1"/>
            <p:nvPr/>
          </p:nvSpPr>
          <p:spPr>
            <a:xfrm>
              <a:off x="2028800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ns2:creationId id="{7B1B6640-0D09-4FAC-19AF-2F5BED7B11EB}"/>
                </a:ext>
              </a:extLst>
            </p:cNvPr>
            <p:cNvCxnSpPr/>
            <p:nvPr/>
          </p:nvCxnSpPr>
          <p:spPr>
            <a:xfrm>
              <a:off x="2028800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able_TWformat_4_2">
              <a:extLst>
                <a:ext uri="{FF2B5EF4-FFF2-40B4-BE49-F238E27FC236}">
                  <ns2:creationId id="{755C4FCA-D1A8-4BD3-AF82-0596A2AC39C7}"/>
                </a:ext>
              </a:extLst>
            </p:cNvPr>
            <p:cNvSpPr txBox="1"/>
            <p:nvPr/>
          </p:nvSpPr>
          <p:spPr>
            <a:xfrm>
              <a:off x="2028800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ns2:creationId id="{9D211881-E622-FA29-56EE-A6534CB03CB0}"/>
                </a:ext>
              </a:extLst>
            </p:cNvPr>
            <p:cNvCxnSpPr/>
            <p:nvPr/>
          </p:nvCxnSpPr>
          <p:spPr>
            <a:xfrm>
              <a:off x="2028800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able_TWformat_5_2">
              <a:extLst>
                <a:ext uri="{FF2B5EF4-FFF2-40B4-BE49-F238E27FC236}">
                  <ns2:creationId id="{BF5D9D77-46D9-AA39-064D-51FA821F1A50}"/>
                </a:ext>
              </a:extLst>
            </p:cNvPr>
            <p:cNvSpPr txBox="1"/>
            <p:nvPr/>
          </p:nvSpPr>
          <p:spPr>
            <a:xfrm>
              <a:off x="2028800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ns2:creationId id="{512E2551-FA8C-6950-FE68-E7CA06CE9070}"/>
                </a:ext>
              </a:extLst>
            </p:cNvPr>
            <p:cNvCxnSpPr/>
            <p:nvPr/>
          </p:nvCxnSpPr>
          <p:spPr>
            <a:xfrm>
              <a:off x="2028800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6_2">
              <a:extLst>
                <a:ext uri="{FF2B5EF4-FFF2-40B4-BE49-F238E27FC236}">
                  <ns2:creationId id="{CD879845-B97B-0B6F-DBD7-F7422700D295}"/>
                </a:ext>
              </a:extLst>
            </p:cNvPr>
            <p:cNvSpPr txBox="1"/>
            <p:nvPr/>
          </p:nvSpPr>
          <p:spPr>
            <a:xfrm>
              <a:off x="2028800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ns2:creationId id="{17BC0327-F3C2-D175-65CB-1DAA406F033F}"/>
                </a:ext>
              </a:extLst>
            </p:cNvPr>
            <p:cNvCxnSpPr/>
            <p:nvPr/>
          </p:nvCxnSpPr>
          <p:spPr>
            <a:xfrm>
              <a:off x="2028800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able_TWformat_7_2">
              <a:extLst>
                <a:ext uri="{FF2B5EF4-FFF2-40B4-BE49-F238E27FC236}">
                  <ns2:creationId id="{42FFAC08-4E60-4723-8B20-8E1D912C90D6}"/>
                </a:ext>
              </a:extLst>
            </p:cNvPr>
            <p:cNvSpPr txBox="1"/>
            <p:nvPr/>
          </p:nvSpPr>
          <p:spPr>
            <a:xfrm>
              <a:off x="2028800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</a:t>
              </a:r>
              <a:br>
                <a:rPr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ns2:creationId id="{BF5D14F1-36AA-4690-2F17-61B93165052F}"/>
                </a:ext>
              </a:extLst>
            </p:cNvPr>
            <p:cNvCxnSpPr/>
            <p:nvPr/>
          </p:nvCxnSpPr>
          <p:spPr>
            <a:xfrm>
              <a:off x="2028800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able_TWformat_8_2">
              <a:extLst>
                <a:ext uri="{FF2B5EF4-FFF2-40B4-BE49-F238E27FC236}">
                  <ns2:creationId id="{6D9FC0BF-F1DE-9F98-9CDC-3FE695DC6CF2}"/>
                </a:ext>
              </a:extLst>
            </p:cNvPr>
            <p:cNvSpPr txBox="1"/>
            <p:nvPr/>
          </p:nvSpPr>
          <p:spPr>
            <a:xfrm>
              <a:off x="2028800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ns2:creationId id="{24649D82-1977-4046-0FA6-A7C7F66B6D21}"/>
                </a:ext>
              </a:extLst>
            </p:cNvPr>
            <p:cNvCxnSpPr/>
            <p:nvPr/>
          </p:nvCxnSpPr>
          <p:spPr>
            <a:xfrm>
              <a:off x="2028800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1_2">
              <a:extLst>
                <a:ext uri="{FF2B5EF4-FFF2-40B4-BE49-F238E27FC236}">
                  <ns2:creationId id="{E531201D-F7C6-09C7-E500-DDEFB9B64407}"/>
                </a:ext>
              </a:extLst>
            </p:cNvPr>
            <p:cNvSpPr txBox="1"/>
            <p:nvPr/>
          </p:nvSpPr>
          <p:spPr>
            <a:xfrm>
              <a:off x="2028800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>
                <a:spcAft>
                  <a:spcPts val="300"/>
                </a:spcAft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ns2:creationId id="{E1DF7F4E-67DE-634C-5CB9-063ED0303312}"/>
                </a:ext>
              </a:extLst>
            </p:cNvPr>
            <p:cNvCxnSpPr/>
            <p:nvPr/>
          </p:nvCxnSpPr>
          <p:spPr>
            <a:xfrm>
              <a:off x="2028800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ns2:creationId id="{50B697D3-D79A-57A5-F428-5FDF23C64F80}"/>
              </a:ext>
            </a:extLst>
          </p:cNvPr>
          <p:cNvGrpSpPr/>
          <p:nvPr/>
        </p:nvGrpSpPr>
        <p:grpSpPr>
          <a:xfrm>
            <a:off x="2927311" y="2009713"/>
            <a:ext cx="1300562" cy="4299007"/>
            <a:chOff x="3722636" y="2114550"/>
            <a:chExt cx="1663778" cy="4194174"/>
          </a:xfrm>
        </p:grpSpPr>
        <p:sp>
          <p:nvSpPr>
            <p:cNvPr id="37" name="table_TWformat_2_3">
              <a:extLst>
                <a:ext uri="{FF2B5EF4-FFF2-40B4-BE49-F238E27FC236}">
                  <ns2:creationId id="{6B8C2DA1-13A4-D797-1A27-302E78416F1A}"/>
                </a:ext>
              </a:extLst>
            </p:cNvPr>
            <p:cNvSpPr txBox="1"/>
            <p:nvPr/>
          </p:nvSpPr>
          <p:spPr>
            <a:xfrm>
              <a:off x="3722637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881FB200-0D28-6282-0CE7-2B855D39151B}"/>
                </a:ext>
              </a:extLst>
            </p:cNvPr>
            <p:cNvSpPr txBox="1"/>
            <p:nvPr/>
          </p:nvSpPr>
          <p:spPr>
            <a:xfrm>
              <a:off x="3722637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600D6942-9C28-A6D9-5CF3-44F005F89A83}"/>
                </a:ext>
              </a:extLst>
            </p:cNvPr>
            <p:cNvCxnSpPr/>
            <p:nvPr/>
          </p:nvCxnSpPr>
          <p:spPr>
            <a:xfrm>
              <a:off x="3722637" y="3000004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B9208CBD-80DD-8DA3-8353-10848C04C379}"/>
                </a:ext>
              </a:extLst>
            </p:cNvPr>
            <p:cNvSpPr txBox="1"/>
            <p:nvPr/>
          </p:nvSpPr>
          <p:spPr>
            <a:xfrm>
              <a:off x="3722637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19DFB1A3-C728-FD88-908A-3A901F8467FF}"/>
                </a:ext>
              </a:extLst>
            </p:cNvPr>
            <p:cNvCxnSpPr/>
            <p:nvPr/>
          </p:nvCxnSpPr>
          <p:spPr>
            <a:xfrm>
              <a:off x="3722637" y="3553342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6E0FB615-B3F7-28AE-1448-FDD2FBB143A2}"/>
                </a:ext>
              </a:extLst>
            </p:cNvPr>
            <p:cNvSpPr txBox="1"/>
            <p:nvPr/>
          </p:nvSpPr>
          <p:spPr>
            <a:xfrm>
              <a:off x="3722637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CD7E8229-C2B0-A28B-7D3F-51292B30C3D8}"/>
                </a:ext>
              </a:extLst>
            </p:cNvPr>
            <p:cNvCxnSpPr/>
            <p:nvPr/>
          </p:nvCxnSpPr>
          <p:spPr>
            <a:xfrm>
              <a:off x="3722637" y="4106681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ADAD4410-A941-B275-00AF-008EC602EB6C}"/>
                </a:ext>
              </a:extLst>
            </p:cNvPr>
            <p:cNvSpPr txBox="1"/>
            <p:nvPr/>
          </p:nvSpPr>
          <p:spPr>
            <a:xfrm>
              <a:off x="3722637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720F033B-40EC-57A3-52DD-74E2B0EFF828}"/>
                </a:ext>
              </a:extLst>
            </p:cNvPr>
            <p:cNvCxnSpPr/>
            <p:nvPr/>
          </p:nvCxnSpPr>
          <p:spPr>
            <a:xfrm>
              <a:off x="3722637" y="4660020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A4EFBB05-619F-CB18-7C7C-EE697A1028B3}"/>
                </a:ext>
              </a:extLst>
            </p:cNvPr>
            <p:cNvSpPr txBox="1"/>
            <p:nvPr/>
          </p:nvSpPr>
          <p:spPr>
            <a:xfrm>
              <a:off x="3722637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900" b="1" dirty="0">
                <a:solidFill>
                  <a:srgbClr val="008000"/>
                </a:solidFill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BBA25418-6A77-1151-25FD-755AF23FAE0C}"/>
                </a:ext>
              </a:extLst>
            </p:cNvPr>
            <p:cNvCxnSpPr/>
            <p:nvPr/>
          </p:nvCxnSpPr>
          <p:spPr>
            <a:xfrm>
              <a:off x="3722637" y="5213358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04E1CE4A-096A-39B5-3FC2-B3781A5E12EC}"/>
                </a:ext>
              </a:extLst>
            </p:cNvPr>
            <p:cNvSpPr txBox="1"/>
            <p:nvPr/>
          </p:nvSpPr>
          <p:spPr>
            <a:xfrm>
              <a:off x="3722637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5C1A8572-10E2-2559-D4D3-493F783EC338}"/>
                </a:ext>
              </a:extLst>
            </p:cNvPr>
            <p:cNvCxnSpPr/>
            <p:nvPr/>
          </p:nvCxnSpPr>
          <p:spPr>
            <a:xfrm>
              <a:off x="3722637" y="5766696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1_3">
              <a:extLst>
                <a:ext uri="{FF2B5EF4-FFF2-40B4-BE49-F238E27FC236}">
                  <ns2:creationId id="{58FE6418-2533-0C9B-E111-27DAC7A44090}"/>
                </a:ext>
              </a:extLst>
            </p:cNvPr>
            <p:cNvSpPr txBox="1"/>
            <p:nvPr/>
          </p:nvSpPr>
          <p:spPr>
            <a:xfrm>
              <a:off x="3722636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ns2:creationId id="{E39CF452-AA59-36DD-7DD5-8C3136DA07C9}"/>
                </a:ext>
              </a:extLst>
            </p:cNvPr>
            <p:cNvCxnSpPr/>
            <p:nvPr/>
          </p:nvCxnSpPr>
          <p:spPr>
            <a:xfrm>
              <a:off x="3722637" y="2383166"/>
              <a:ext cx="166377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 70">
            <a:extLst>
              <a:ext uri="{FF2B5EF4-FFF2-40B4-BE49-F238E27FC236}">
                <ns2:creationId id="{59512C96-11FD-E62D-F91D-51FC25E25648}"/>
              </a:ext>
            </a:extLst>
          </p:cNvPr>
          <p:cNvGrpSpPr/>
          <p:nvPr/>
        </p:nvGrpSpPr>
        <p:grpSpPr>
          <a:xfrm>
            <a:off x="4339570" y="2009713"/>
            <a:ext cx="1438082" cy="4299007"/>
            <a:chOff x="5416473" y="2114550"/>
            <a:chExt cx="1663778" cy="4194174"/>
          </a:xfrm>
        </p:grpSpPr>
        <p:sp>
          <p:nvSpPr>
            <p:cNvPr id="52" name="table_TWformat_2_4">
              <a:extLst>
                <a:ext uri="{FF2B5EF4-FFF2-40B4-BE49-F238E27FC236}">
                  <ns2:creationId id="{6B841D0A-BB1C-9029-0AEC-CF40AF7BD765}"/>
                </a:ext>
              </a:extLst>
            </p:cNvPr>
            <p:cNvSpPr txBox="1"/>
            <p:nvPr/>
          </p:nvSpPr>
          <p:spPr>
            <a:xfrm>
              <a:off x="5416473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(</a:t>
              </a:r>
              <a:r>
                <a:rPr lang="ja-JP" altLang="en-US" sz="900" dirty="0"/>
                <a:t>XX</a:t>
              </a:r>
              <a:r>
                <a:rPr lang="en-US" altLang="ja-JP" sz="900" dirty="0"/>
                <a:t>) 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sp>
          <p:nvSpPr>
            <p:cNvPr id="54" name="table_TWformat_3_4">
              <a:extLst>
                <a:ext uri="{FF2B5EF4-FFF2-40B4-BE49-F238E27FC236}">
                  <ns2:creationId id="{983E5587-2DDE-A788-577B-DFB65420F899}"/>
                </a:ext>
              </a:extLst>
            </p:cNvPr>
            <p:cNvSpPr txBox="1"/>
            <p:nvPr/>
          </p:nvSpPr>
          <p:spPr>
            <a:xfrm>
              <a:off x="5416473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ns2:creationId id="{DA315E03-9B01-04D7-154F-E353CB28C1ED}"/>
                </a:ext>
              </a:extLst>
            </p:cNvPr>
            <p:cNvCxnSpPr/>
            <p:nvPr/>
          </p:nvCxnSpPr>
          <p:spPr>
            <a:xfrm>
              <a:off x="5416473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able_TWformat_4_4">
              <a:extLst>
                <a:ext uri="{FF2B5EF4-FFF2-40B4-BE49-F238E27FC236}">
                  <ns2:creationId id="{FB691C8C-CD05-CDE0-5C52-88C7A53B806D}"/>
                </a:ext>
              </a:extLst>
            </p:cNvPr>
            <p:cNvSpPr txBox="1"/>
            <p:nvPr/>
          </p:nvSpPr>
          <p:spPr>
            <a:xfrm>
              <a:off x="5416473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ns2:creationId id="{3B5EEE50-0B3A-A307-5D8A-1A20A9246118}"/>
                </a:ext>
              </a:extLst>
            </p:cNvPr>
            <p:cNvCxnSpPr/>
            <p:nvPr/>
          </p:nvCxnSpPr>
          <p:spPr>
            <a:xfrm>
              <a:off x="5416473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able_TWformat_5_4">
              <a:extLst>
                <a:ext uri="{FF2B5EF4-FFF2-40B4-BE49-F238E27FC236}">
                  <ns2:creationId id="{B1777571-140F-290E-30C1-533B27A2157A}"/>
                </a:ext>
              </a:extLst>
            </p:cNvPr>
            <p:cNvSpPr txBox="1"/>
            <p:nvPr/>
          </p:nvSpPr>
          <p:spPr>
            <a:xfrm>
              <a:off x="5416473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/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ns2:creationId id="{C5F6CFAF-0A7B-9320-F4C5-0BACD4F14A1C}"/>
                </a:ext>
              </a:extLst>
            </p:cNvPr>
            <p:cNvCxnSpPr/>
            <p:nvPr/>
          </p:nvCxnSpPr>
          <p:spPr>
            <a:xfrm>
              <a:off x="5416473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able_TWformat_6_4">
              <a:extLst>
                <a:ext uri="{FF2B5EF4-FFF2-40B4-BE49-F238E27FC236}">
                  <ns2:creationId id="{70A2CDE3-D83F-B20F-8309-D3D246B254BA}"/>
                </a:ext>
              </a:extLst>
            </p:cNvPr>
            <p:cNvSpPr txBox="1"/>
            <p:nvPr/>
          </p:nvSpPr>
          <p:spPr>
            <a:xfrm>
              <a:off x="5416473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>
                <a:spcAft>
                  <a:spcPts val="100"/>
                </a:spcAft>
              </a:pPr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DX</a:t>
              </a:r>
              <a:r>
                <a:rPr lang="ja-JP" altLang="en-US" sz="900" dirty="0"/>
                <a:t>XX</a:t>
              </a:r>
              <a:endParaRPr lang="en-US" altLang="ja-JP" sz="900" dirty="0"/>
            </a:p>
            <a:p>
              <a:pPr marL="133200" indent="-133200">
                <a:spcAft>
                  <a:spcPts val="100"/>
                </a:spcAft>
              </a:pPr>
              <a:r>
                <a:rPr lang="ja-JP" altLang="en-US" sz="900" dirty="0"/>
                <a:t>XX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ns2:creationId id="{9ED8A3C2-1AD9-84F8-3F0D-2E786CE4B244}"/>
                </a:ext>
              </a:extLst>
            </p:cNvPr>
            <p:cNvCxnSpPr/>
            <p:nvPr/>
          </p:nvCxnSpPr>
          <p:spPr>
            <a:xfrm>
              <a:off x="5416473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able_TWformat_7_4">
              <a:extLst>
                <a:ext uri="{FF2B5EF4-FFF2-40B4-BE49-F238E27FC236}">
                  <ns2:creationId id="{DD306954-39B0-5119-C3A1-31A03FC85F9A}"/>
                </a:ext>
              </a:extLst>
            </p:cNvPr>
            <p:cNvSpPr txBox="1"/>
            <p:nvPr/>
          </p:nvSpPr>
          <p:spPr>
            <a:xfrm>
              <a:off x="5416473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ns2:creationId id="{0B0D1012-68CF-A0B5-BB9E-1D43162EE896}"/>
                </a:ext>
              </a:extLst>
            </p:cNvPr>
            <p:cNvCxnSpPr/>
            <p:nvPr/>
          </p:nvCxnSpPr>
          <p:spPr>
            <a:xfrm>
              <a:off x="5416473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able_TWformat_8_4">
              <a:extLst>
                <a:ext uri="{FF2B5EF4-FFF2-40B4-BE49-F238E27FC236}">
                  <ns2:creationId id="{7D0C9CEF-9542-14BF-7041-187C76985885}"/>
                </a:ext>
              </a:extLst>
            </p:cNvPr>
            <p:cNvSpPr txBox="1"/>
            <p:nvPr/>
          </p:nvSpPr>
          <p:spPr>
            <a:xfrm>
              <a:off x="5416473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ns2:creationId id="{57A9A8E0-7604-01BC-3F07-5DA2B2E246B1}"/>
                </a:ext>
              </a:extLst>
            </p:cNvPr>
            <p:cNvCxnSpPr/>
            <p:nvPr/>
          </p:nvCxnSpPr>
          <p:spPr>
            <a:xfrm>
              <a:off x="5416473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1_4">
              <a:extLst>
                <a:ext uri="{FF2B5EF4-FFF2-40B4-BE49-F238E27FC236}">
                  <ns2:creationId id="{BD47C6D9-A507-0C4F-114B-11C55AEFD03C}"/>
                </a:ext>
              </a:extLst>
            </p:cNvPr>
            <p:cNvSpPr txBox="1"/>
            <p:nvPr/>
          </p:nvSpPr>
          <p:spPr>
            <a:xfrm>
              <a:off x="5416473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ns2:creationId id="{F583FC19-B80D-58A5-5318-5B0CED533205}"/>
                </a:ext>
              </a:extLst>
            </p:cNvPr>
            <p:cNvCxnSpPr/>
            <p:nvPr/>
          </p:nvCxnSpPr>
          <p:spPr>
            <a:xfrm>
              <a:off x="5416473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ns2:creationId id="{5B4E0436-20F8-838C-7CD6-66CC2DA8AA6F}"/>
              </a:ext>
            </a:extLst>
          </p:cNvPr>
          <p:cNvGrpSpPr/>
          <p:nvPr/>
        </p:nvGrpSpPr>
        <p:grpSpPr>
          <a:xfrm>
            <a:off x="6071393" y="2114550"/>
            <a:ext cx="290333" cy="4194175"/>
            <a:chOff x="7231952" y="2114550"/>
            <a:chExt cx="290333" cy="4194175"/>
          </a:xfrm>
        </p:grpSpPr>
        <p:cxnSp>
          <p:nvCxnSpPr>
            <p:cNvPr id="77" name="直線コネクタ 125">
              <a:extLst>
                <a:ext uri="{FF2B5EF4-FFF2-40B4-BE49-F238E27FC236}">
                  <ns2:creationId id="{F8D569A8-67E5-9585-941D-BE022E3DD9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7119" y="2114550"/>
              <a:ext cx="0" cy="419417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円/楕円 126">
              <a:extLst>
                <a:ext uri="{FF2B5EF4-FFF2-40B4-BE49-F238E27FC236}">
                  <ns2:creationId id="{B76795D8-02BB-9664-3526-02F07D93B394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7231952" y="4066864"/>
              <a:ext cx="290333" cy="290332"/>
            </a:xfrm>
            <a:prstGeom prst="ellipse">
              <a:avLst/>
            </a:prstGeom>
            <a:solidFill>
              <a:srgbClr val="9696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9" name="グラフィックス 130" descr="キャレットを下へ 枠線">
              <a:extLst>
                <a:ext uri="{FF2B5EF4-FFF2-40B4-BE49-F238E27FC236}">
                  <ns2:creationId id="{CEB83997-F2A7-346D-0E8D-54B4E9A8A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7231952" y="4066079"/>
              <a:ext cx="287430" cy="287429"/>
            </a:xfrm>
            <a:prstGeom prst="rect">
              <a:avLst/>
            </a:prstGeom>
          </p:spPr>
        </p:pic>
      </p:grpSp>
      <p:grpSp>
        <p:nvGrpSpPr>
          <p:cNvPr id="148" name="Group 147">
            <a:extLst>
              <a:ext uri="{FF2B5EF4-FFF2-40B4-BE49-F238E27FC236}">
                <ns2:creationId id="{9E531B65-6565-C7FB-B1CD-5DF0408D29BB}"/>
              </a:ext>
            </a:extLst>
          </p:cNvPr>
          <p:cNvGrpSpPr/>
          <p:nvPr/>
        </p:nvGrpSpPr>
        <p:grpSpPr>
          <a:xfrm>
            <a:off x="6485468" y="2071443"/>
            <a:ext cx="5371568" cy="4237281"/>
            <a:chOff x="6485468" y="2071443"/>
            <a:chExt cx="5371568" cy="4237281"/>
          </a:xfrm>
        </p:grpSpPr>
        <p:grpSp>
          <p:nvGrpSpPr>
            <p:cNvPr id="102" name="Group 101">
              <a:extLst>
                <a:ext uri="{FF2B5EF4-FFF2-40B4-BE49-F238E27FC236}">
                  <ns2:creationId id="{13489515-60D1-17EE-5E4A-28D20898D7F3}"/>
                </a:ext>
              </a:extLst>
            </p:cNvPr>
            <p:cNvGrpSpPr/>
            <p:nvPr/>
          </p:nvGrpSpPr>
          <p:grpSpPr>
            <a:xfrm>
              <a:off x="6485468" y="2071443"/>
              <a:ext cx="5371565" cy="1295476"/>
              <a:chOff x="6485467" y="2084412"/>
              <a:chExt cx="5588362" cy="1347762"/>
            </a:xfrm>
          </p:grpSpPr>
          <p:sp>
            <p:nvSpPr>
              <p:cNvPr id="81" name="Rectangle: Rounded Corners 30">
                <a:extLst>
                  <a:ext uri="{FF2B5EF4-FFF2-40B4-BE49-F238E27FC236}">
                    <ns2:creationId id="{C24E5F60-EF13-FFA1-91CB-4DB35AE3B114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206237"/>
              </a:xfrm>
              <a:prstGeom prst="roundRect">
                <a:avLst>
                  <a:gd name="adj" fmla="val 46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3" name="テキスト ボックス 23">
                <a:extLst>
                  <a:ext uri="{FF2B5EF4-FFF2-40B4-BE49-F238E27FC236}">
                    <ns2:creationId id="{8AD49366-8A8D-D8A6-2F91-415EC1508570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3744439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90" name="テキスト ボックス 8">
                <a:extLst>
                  <a:ext uri="{FF2B5EF4-FFF2-40B4-BE49-F238E27FC236}">
                    <ns2:creationId id="{98EDC133-FE81-036D-B86D-617698EF70B5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DX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91" name="Oval 90">
                <a:extLst>
                  <a:ext uri="{FF2B5EF4-FFF2-40B4-BE49-F238E27FC236}">
                    <ns2:creationId id="{3905765C-892D-4FE0-F664-7BF71EA0BB66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6" name="Group 95">
                <a:extLst>
                  <a:ext uri="{FF2B5EF4-FFF2-40B4-BE49-F238E27FC236}">
                    <ns2:creationId id="{3C514BA7-4D64-CEA0-9CE2-D3073E61CC09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93" name="Oval 92">
                  <a:extLst>
                    <a:ext uri="{FF2B5EF4-FFF2-40B4-BE49-F238E27FC236}">
                      <ns2:creationId id="{A2C13853-16B5-C033-5407-40B8B679C11D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5" name="テキスト ボックス 8">
                  <a:extLst>
                    <a:ext uri="{FF2B5EF4-FFF2-40B4-BE49-F238E27FC236}">
                      <ns2:creationId id="{1CF65586-130A-E6C2-EDE6-9733F07FBEBF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/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、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98" name="テキスト ボックス 8">
                <a:extLst>
                  <a:ext uri="{FF2B5EF4-FFF2-40B4-BE49-F238E27FC236}">
                    <ns2:creationId id="{F40DE247-1C56-E0CC-AA68-EB3E98BAB00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99" name="Group 98">
                <a:extLst>
                  <a:ext uri="{FF2B5EF4-FFF2-40B4-BE49-F238E27FC236}">
                    <ns2:creationId id="{A3D756AD-A920-0DB9-5DB2-AB04DA272DEB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100" name="Oval 99">
                  <a:extLst>
                    <a:ext uri="{FF2B5EF4-FFF2-40B4-BE49-F238E27FC236}">
                      <ns2:creationId id="{38ACD644-7F2A-5C3A-BF7F-66E970C1B82C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1" name="テキスト ボックス 8">
                  <a:extLst>
                    <a:ext uri="{FF2B5EF4-FFF2-40B4-BE49-F238E27FC236}">
                      <ns2:creationId id="{F4BC0970-2DF2-4817-E161-35F5244C123A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04" name="Group 103">
              <a:extLst>
                <a:ext uri="{FF2B5EF4-FFF2-40B4-BE49-F238E27FC236}">
                  <ns2:creationId id="{8855D64B-D859-5145-D4FB-3F7E27BE1CA3}"/>
                </a:ext>
              </a:extLst>
            </p:cNvPr>
            <p:cNvGrpSpPr/>
            <p:nvPr/>
          </p:nvGrpSpPr>
          <p:grpSpPr>
            <a:xfrm>
              <a:off x="6485468" y="3559314"/>
              <a:ext cx="5371568" cy="1272402"/>
              <a:chOff x="6485467" y="2084412"/>
              <a:chExt cx="5588365" cy="1323756"/>
            </a:xfrm>
          </p:grpSpPr>
          <p:sp>
            <p:nvSpPr>
              <p:cNvPr id="105" name="Rectangle: Rounded Corners 30">
                <a:extLst>
                  <a:ext uri="{FF2B5EF4-FFF2-40B4-BE49-F238E27FC236}">
                    <ns2:creationId id="{52F6873D-C6D8-6DE5-2B96-E1282F5D2DAB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82231"/>
              </a:xfrm>
              <a:prstGeom prst="roundRect">
                <a:avLst>
                  <a:gd name="adj" fmla="val 4752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テキスト ボックス 23">
                <a:extLst>
                  <a:ext uri="{FF2B5EF4-FFF2-40B4-BE49-F238E27FC236}">
                    <ns2:creationId id="{90C0BCBD-2B53-350B-EC3A-416FE0B93B42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893238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107" name="テキスト ボックス 8">
                <a:extLst>
                  <a:ext uri="{FF2B5EF4-FFF2-40B4-BE49-F238E27FC236}">
                    <ns2:creationId id="{4E502297-78BC-DB8E-6152-8D75E896AAE8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(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)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ns2:creationId id="{57308F45-FB9F-A979-629E-CE463C998C2E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09" name="Group 108">
                <a:extLst>
                  <a:ext uri="{FF2B5EF4-FFF2-40B4-BE49-F238E27FC236}">
                    <ns2:creationId id="{69BC4379-9EA2-AA07-EE10-B651884DFA81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9" cy="489479"/>
                <a:chOff x="6810903" y="2418821"/>
                <a:chExt cx="5262929" cy="489479"/>
              </a:xfrm>
            </p:grpSpPr>
            <p:sp>
              <p:nvSpPr>
                <p:cNvPr id="114" name="Oval 113">
                  <a:extLst>
                    <a:ext uri="{FF2B5EF4-FFF2-40B4-BE49-F238E27FC236}">
                      <ns2:creationId id="{E801B85C-E4D3-D1AC-869C-6674A66ED617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8" name="テキスト ボックス 8">
                  <a:extLst>
                    <a:ext uri="{FF2B5EF4-FFF2-40B4-BE49-F238E27FC236}">
                      <ns2:creationId id="{3F7A30C0-647E-5A95-DB42-AAA009FD720C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57506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8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10" name="テキスト ボックス 8">
                <a:extLst>
                  <a:ext uri="{FF2B5EF4-FFF2-40B4-BE49-F238E27FC236}">
                    <ns2:creationId id="{B5BB6511-A20F-267E-0DF2-6C8A4F4195CE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ns2:creationId id="{907FB883-98D3-A408-E9F6-DE3484717F19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5208233" cy="489479"/>
                <a:chOff x="6810903" y="2418821"/>
                <a:chExt cx="5208233" cy="489479"/>
              </a:xfrm>
            </p:grpSpPr>
            <p:sp>
              <p:nvSpPr>
                <p:cNvPr id="112" name="Oval 111">
                  <a:extLst>
                    <a:ext uri="{FF2B5EF4-FFF2-40B4-BE49-F238E27FC236}">
                      <ns2:creationId id="{F485818B-0909-854C-A352-B8C566B1D105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3" name="テキスト ボックス 8">
                  <a:extLst>
                    <a:ext uri="{FF2B5EF4-FFF2-40B4-BE49-F238E27FC236}">
                      <ns2:creationId id="{A1F9841A-3C2F-BE27-0753-934B646A849D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02810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21" name="Group 120">
              <a:extLst>
                <a:ext uri="{FF2B5EF4-FFF2-40B4-BE49-F238E27FC236}">
                  <ns2:creationId id="{7796D9B3-EC83-C2DF-73C8-84565E6CB643}"/>
                </a:ext>
              </a:extLst>
            </p:cNvPr>
            <p:cNvGrpSpPr/>
            <p:nvPr/>
          </p:nvGrpSpPr>
          <p:grpSpPr>
            <a:xfrm>
              <a:off x="6485468" y="5024111"/>
              <a:ext cx="5371565" cy="1284613"/>
              <a:chOff x="6485467" y="2084412"/>
              <a:chExt cx="5588362" cy="1336460"/>
            </a:xfrm>
          </p:grpSpPr>
          <p:sp>
            <p:nvSpPr>
              <p:cNvPr id="127" name="Rectangle: Rounded Corners 30">
                <a:extLst>
                  <a:ext uri="{FF2B5EF4-FFF2-40B4-BE49-F238E27FC236}">
                    <ns2:creationId id="{B8207998-91BD-1798-CB2C-3101391F2922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94935"/>
              </a:xfrm>
              <a:prstGeom prst="roundRect">
                <a:avLst>
                  <a:gd name="adj" fmla="val 4701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" name="テキスト ボックス 23">
                <a:extLst>
                  <a:ext uri="{FF2B5EF4-FFF2-40B4-BE49-F238E27FC236}">
                    <ns2:creationId id="{1DE85FD9-62D4-EB48-D0BC-D4E67DA877F6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708262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00" b="1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" name="テキスト ボックス 8">
                <a:extLst>
                  <a:ext uri="{FF2B5EF4-FFF2-40B4-BE49-F238E27FC236}">
                    <ns2:creationId id="{7B74B378-6389-0920-8FFB-058998F4309F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1558927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ns2:creationId id="{DC5BE333-81CA-6767-8215-F63D562A841C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32" name="Group 131">
                <a:extLst>
                  <a:ext uri="{FF2B5EF4-FFF2-40B4-BE49-F238E27FC236}">
                    <ns2:creationId id="{A3BE818C-F5C7-AECE-0CF8-AE5C70C3C758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6" cy="489479"/>
                <a:chOff x="6810903" y="2418821"/>
                <a:chExt cx="5262926" cy="489479"/>
              </a:xfrm>
            </p:grpSpPr>
            <p:sp>
              <p:nvSpPr>
                <p:cNvPr id="144" name="Oval 143">
                  <a:extLst>
                    <a:ext uri="{FF2B5EF4-FFF2-40B4-BE49-F238E27FC236}">
                      <ns2:creationId id="{8168785F-9A65-A371-500C-FF3BA629B633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45" name="テキスト ボックス 8">
                  <a:extLst>
                    <a:ext uri="{FF2B5EF4-FFF2-40B4-BE49-F238E27FC236}">
                      <ns2:creationId id="{9F4369A2-BCF3-4DCD-FF2F-944C96F9732C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5057502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33" name="テキスト ボックス 8">
                <a:extLst>
                  <a:ext uri="{FF2B5EF4-FFF2-40B4-BE49-F238E27FC236}">
                    <ns2:creationId id="{C5B05F1F-5B1A-1D62-725D-9C255EBB15E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1440014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43" name="テキスト ボックス 8">
                <a:extLst>
                  <a:ext uri="{FF2B5EF4-FFF2-40B4-BE49-F238E27FC236}">
                    <ns2:creationId id="{A6EFD5F2-5027-630F-1DA5-63CB6F0B4D8B}"/>
                  </a:ext>
                </a:extLst>
              </p:cNvPr>
              <p:cNvSpPr txBox="1"/>
              <p:nvPr/>
            </p:nvSpPr>
            <p:spPr>
              <a:xfrm>
                <a:off x="7016326" y="3037418"/>
                <a:ext cx="4991992" cy="324906"/>
              </a:xfrm>
              <a:prstGeom prst="rect">
                <a:avLst/>
              </a:prstGeom>
              <a:noFill/>
            </p:spPr>
            <p:txBody>
              <a:bodyPr wrap="square" lIns="36000" anchor="t">
                <a:noAutofit/>
              </a:bodyPr>
              <a:lstStyle/>
              <a:p>
                <a:pPr marL="88900" lvl="1" indent="-88900" fontAlgn="base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2" name="テキスト ボックス 8">
                <a:extLst>
                  <a:ext uri="{FF2B5EF4-FFF2-40B4-BE49-F238E27FC236}">
                    <ns2:creationId id="{11903E54-AA7E-2D81-8966-04AD2544386C}"/>
                  </a:ext>
                </a:extLst>
              </p:cNvPr>
              <p:cNvSpPr txBox="1"/>
              <p:nvPr/>
            </p:nvSpPr>
            <p:spPr>
              <a:xfrm>
                <a:off x="8474114" y="2367493"/>
                <a:ext cx="1325505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3" name="テキスト ボックス 8">
                <a:extLst>
                  <a:ext uri="{FF2B5EF4-FFF2-40B4-BE49-F238E27FC236}">
                    <ns2:creationId id="{1367985C-5DDA-7E8B-67F6-C33FE5E2187D}"/>
                  </a:ext>
                </a:extLst>
              </p:cNvPr>
              <p:cNvSpPr txBox="1"/>
              <p:nvPr/>
            </p:nvSpPr>
            <p:spPr>
              <a:xfrm>
                <a:off x="8474115" y="2888193"/>
                <a:ext cx="491462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</p:grpSp>
      </p:grpSp>
      <p:sp>
        <p:nvSpPr>
          <p:cNvPr id="4" name="table_TWformat_2_1">
            <a:extLst>
              <a:ext uri="{FF2B5EF4-FFF2-40B4-BE49-F238E27FC236}">
                <ns2:creationId id="{134BCE67-5C01-58F9-8A92-961A58942BFC}"/>
              </a:ext>
            </a:extLst>
          </p:cNvPr>
          <p:cNvSpPr txBox="1"/>
          <p:nvPr/>
        </p:nvSpPr>
        <p:spPr>
          <a:xfrm>
            <a:off x="334963" y="2361754"/>
            <a:ext cx="83343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8CE948E1-01B7-8750-196D-8EB01B67402D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0" name="table_TWformat_1_1">
              <a:extLst>
                <a:ext uri="{FF2B5EF4-FFF2-40B4-BE49-F238E27FC236}">
                  <ns2:creationId id="{2BAD1F18-7A52-64B5-FD21-B8E89CB62893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4" name="Straight Connector 194">
              <a:extLst>
                <a:ext uri="{FF2B5EF4-FFF2-40B4-BE49-F238E27FC236}">
                  <ns2:creationId id="{CA94447C-BDD5-D0C8-634E-25E0059BC11F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able_TWformat_3_1">
            <a:extLst>
              <a:ext uri="{FF2B5EF4-FFF2-40B4-BE49-F238E27FC236}">
                <ns2:creationId id="{E0AAB84A-FA18-0D3C-CEF5-FB0B84A5B926}"/>
              </a:ext>
            </a:extLst>
          </p:cNvPr>
          <p:cNvSpPr txBox="1"/>
          <p:nvPr/>
        </p:nvSpPr>
        <p:spPr>
          <a:xfrm>
            <a:off x="334962" y="29311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/>
              <a:t>XX</a:t>
            </a:r>
            <a:endParaRPr lang="ja-JP" altLang="en-US" dirty="0"/>
          </a:p>
        </p:txBody>
      </p:sp>
      <p:sp>
        <p:nvSpPr>
          <p:cNvPr id="17" name="table_TWformat_4_1">
            <a:extLst>
              <a:ext uri="{FF2B5EF4-FFF2-40B4-BE49-F238E27FC236}">
                <ns2:creationId id="{1AEC87F3-8D23-A2D4-F9BC-003DE1DFE497}"/>
              </a:ext>
            </a:extLst>
          </p:cNvPr>
          <p:cNvSpPr txBox="1"/>
          <p:nvPr/>
        </p:nvSpPr>
        <p:spPr>
          <a:xfrm>
            <a:off x="334962" y="350050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19" name="table_TWformat_5_1">
            <a:extLst>
              <a:ext uri="{FF2B5EF4-FFF2-40B4-BE49-F238E27FC236}">
                <ns2:creationId id="{A51D1800-252B-FA61-1C4F-E113DD28D347}"/>
              </a:ext>
            </a:extLst>
          </p:cNvPr>
          <p:cNvSpPr txBox="1"/>
          <p:nvPr/>
        </p:nvSpPr>
        <p:spPr>
          <a:xfrm>
            <a:off x="334962" y="406987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20" name="table_TWformat_6_1">
            <a:extLst>
              <a:ext uri="{FF2B5EF4-FFF2-40B4-BE49-F238E27FC236}">
                <ns2:creationId id="{CA236C17-123E-4737-E86A-7EED1B1B1C4F}"/>
              </a:ext>
            </a:extLst>
          </p:cNvPr>
          <p:cNvSpPr txBox="1"/>
          <p:nvPr/>
        </p:nvSpPr>
        <p:spPr>
          <a:xfrm>
            <a:off x="334962" y="463925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67" name="table_TWformat_7_1">
            <a:extLst>
              <a:ext uri="{FF2B5EF4-FFF2-40B4-BE49-F238E27FC236}">
                <ns2:creationId id="{D37E28B7-D943-2FB4-5674-A4391934AB43}"/>
              </a:ext>
            </a:extLst>
          </p:cNvPr>
          <p:cNvSpPr txBox="1"/>
          <p:nvPr/>
        </p:nvSpPr>
        <p:spPr>
          <a:xfrm>
            <a:off x="334962" y="52086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72" name="table_TWformat_8_1">
            <a:extLst>
              <a:ext uri="{FF2B5EF4-FFF2-40B4-BE49-F238E27FC236}">
                <ns2:creationId id="{DB7CEC6B-0796-D4C0-74F0-FE0DA635C43C}"/>
              </a:ext>
            </a:extLst>
          </p:cNvPr>
          <p:cNvSpPr txBox="1"/>
          <p:nvPr/>
        </p:nvSpPr>
        <p:spPr>
          <a:xfrm>
            <a:off x="334962" y="5778006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r>
              <a:rPr lang="en-US" altLang="ja-JP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676205069"/>
      </p:ext>
    </p:extLst>
  </p:cSld>
  <p:clrMapOvr>
    <a:masterClrMapping/>
  </p:clrMapOvr>
</p:sld>
</file>

<file path=ppt/slides/slide7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1660143065"/>
      </p:ext>
    </p:extLst>
  </p:cSld>
  <p:clrMapOvr>
    <a:masterClrMapping/>
  </p:clrMapOvr>
</p:sld>
</file>

<file path=ppt/slides/slide7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28472190"/>
      </p:ext>
    </p:extLst>
  </p:cSld>
  <p:clrMapOvr>
    <a:masterClrMapping/>
  </p:clrMapOvr>
</p:sld>
</file>

<file path=ppt/slides/slide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907712815"/>
      </p:ext>
    </p:extLst>
  </p:cSld>
  <p:clrMapOvr>
    <a:masterClrMapping/>
  </p:clrMapOvr>
</p:sld>
</file>

<file path=ppt/slides/slide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091269625"/>
      </p:ext>
    </p:extLst>
  </p:cSld>
  <p:clrMapOvr>
    <a:masterClrMapping/>
  </p:clrMapOvr>
</p:sld>
</file>

<file path=ppt/slides/slide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6061415"/>
      </p:ext>
    </p:extLst>
  </p:cSld>
  <p:clrMapOvr>
    <a:masterClrMapping/>
  </p:clrMapOvr>
</p:sld>
</file>

<file path=ppt/slides/slide8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0/main" xmlns:ns6="http://schemas.microsoft.com/office/drawing/2016/SVG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9098910-97AA-6086-DB35-1B87EBB848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正方形/長方形 67">
            <a:extLst>
              <a:ext uri="{FF2B5EF4-FFF2-40B4-BE49-F238E27FC236}">
                <ns2:creationId id="{53D2A7DD-B1BE-DF52-FD1E-FE44DDC94BEA}"/>
              </a:ext>
            </a:extLst>
          </p:cNvPr>
          <p:cNvSpPr/>
          <p:nvPr/>
        </p:nvSpPr>
        <p:spPr>
          <a:xfrm>
            <a:off x="7157641" y="1654040"/>
            <a:ext cx="4699397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B4395E62-4473-7E90-E21B-1DE54F4837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3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lang="en-US" altLang="ja-JP" b="1" dirty="0">
              <a:solidFill>
                <a:srgbClr val="008000"/>
              </a:solidFill>
              <a:latin typeface="Meiryo UI"/>
              <a:ea typeface="Meiryo UI"/>
            </a:endParaRPr>
          </a:p>
        </p:txBody>
      </p:sp>
      <p:sp>
        <p:nvSpPr>
          <p:cNvPr id="8" name="正方形/長方形 7">
            <a:extLst>
              <a:ext uri="{FF2B5EF4-FFF2-40B4-BE49-F238E27FC236}">
                <ns2:creationId id="{10BD3477-68F9-1D58-91C6-598D0F133807}"/>
              </a:ext>
            </a:extLst>
          </p:cNvPr>
          <p:cNvSpPr/>
          <p:nvPr/>
        </p:nvSpPr>
        <p:spPr>
          <a:xfrm>
            <a:off x="7157641" y="2360917"/>
            <a:ext cx="4699395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aphicFrame>
        <p:nvGraphicFramePr>
          <p:cNvPr id="44" name="グラフ 43">
            <a:extLst>
              <a:ext uri="{FF2B5EF4-FFF2-40B4-BE49-F238E27FC236}">
                <ns2:creationId id="{9BB03EFF-A929-F7F0-C26D-D6B6E727A695}"/>
              </a:ext>
            </a:extLst>
          </p:cNvPr>
          <p:cNvGraphicFramePr/>
          <p:nvPr/>
        </p:nvGraphicFramePr>
        <p:xfrm>
          <a:off x="7254165" y="2995873"/>
          <a:ext cx="4196780" cy="2697442"/>
        </p:xfrm>
        <a:graphic>
          <a:graphicData uri="http://schemas.openxmlformats.org/drawingml/2006/chart">
            <ns3:chart r:id="rId2"/>
          </a:graphicData>
        </a:graphic>
      </p:graphicFrame>
      <p:cxnSp>
        <p:nvCxnSpPr>
          <p:cNvPr id="46" name="直線矢印コネクタ 45">
            <a:extLst>
              <a:ext uri="{FF2B5EF4-FFF2-40B4-BE49-F238E27FC236}">
                <ns2:creationId id="{756DCB6B-00A1-7D05-AA37-A0144E7A6666}"/>
              </a:ext>
            </a:extLst>
          </p:cNvPr>
          <p:cNvCxnSpPr>
            <a:stCxn id="54" idx="3"/>
          </p:cNvCxnSpPr>
          <p:nvPr/>
        </p:nvCxnSpPr>
        <p:spPr>
          <a:xfrm>
            <a:off x="7003473" y="3303775"/>
            <a:ext cx="1187216" cy="3149"/>
          </a:xfrm>
          <a:prstGeom prst="straightConnector1">
            <a:avLst/>
          </a:prstGeom>
          <a:ln w="127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四角形吹き出し 46">
            <a:extLst>
              <a:ext uri="{FF2B5EF4-FFF2-40B4-BE49-F238E27FC236}">
                <ns2:creationId id="{F0BB66FE-DCE1-82B4-80C8-E24D6E793DF9}"/>
              </a:ext>
            </a:extLst>
          </p:cNvPr>
          <p:cNvSpPr/>
          <p:nvPr/>
        </p:nvSpPr>
        <p:spPr>
          <a:xfrm>
            <a:off x="7057088" y="5904901"/>
            <a:ext cx="4799948" cy="400110"/>
          </a:xfrm>
          <a:prstGeom prst="wedgeRectCallout">
            <a:avLst>
              <a:gd name="adj1" fmla="val -59731"/>
              <a:gd name="adj2" fmla="val 17703"/>
            </a:avLst>
          </a:prstGeom>
          <a:solidFill>
            <a:srgbClr val="E2F0D9">
              <a:alpha val="40000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31EE3D1-393B-5FF0-954E-C186DB14E2E4}"/>
              </a:ext>
            </a:extLst>
          </p:cNvPr>
          <p:cNvSpPr/>
          <p:nvPr/>
        </p:nvSpPr>
        <p:spPr>
          <a:xfrm>
            <a:off x="389177" y="19461"/>
            <a:ext cx="7576857" cy="6454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4E7DB184-83A3-7740-45DF-8725B9CB1118}"/>
              </a:ext>
            </a:extLst>
          </p:cNvPr>
          <p:cNvSpPr/>
          <p:nvPr/>
        </p:nvSpPr>
        <p:spPr>
          <a:xfrm>
            <a:off x="389180" y="2360917"/>
            <a:ext cx="6614293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9" name="グラフ 8">
            <a:extLst>
              <a:ext uri="{FF2B5EF4-FFF2-40B4-BE49-F238E27FC236}">
                <ns2:creationId id="{98432777-6E81-4BD2-9129-A05ED4513574}"/>
              </a:ext>
            </a:extLst>
          </p:cNvPr>
          <p:cNvGraphicFramePr/>
          <p:nvPr/>
        </p:nvGraphicFramePr>
        <p:xfrm>
          <a:off x="389178" y="2889250"/>
          <a:ext cx="7081665" cy="3435203"/>
        </p:xfrm>
        <a:graphic>
          <a:graphicData uri="http://schemas.openxmlformats.org/drawingml/2006/chart">
            <ns3:chart r:id="rId3"/>
          </a:graphicData>
        </a:graphic>
      </p:graphicFrame>
      <p:grpSp>
        <p:nvGrpSpPr>
          <p:cNvPr id="53" name="グループ化 52">
            <a:extLst>
              <a:ext uri="{FF2B5EF4-FFF2-40B4-BE49-F238E27FC236}">
                <ns2:creationId id="{BD8DF53B-1E3E-EB81-15BE-89096A22741B}"/>
              </a:ext>
            </a:extLst>
          </p:cNvPr>
          <p:cNvGrpSpPr/>
          <p:nvPr/>
        </p:nvGrpSpPr>
        <p:grpSpPr>
          <a:xfrm>
            <a:off x="389178" y="3045437"/>
            <a:ext cx="1867640" cy="2966257"/>
            <a:chOff x="389178" y="3045437"/>
            <a:chExt cx="1867640" cy="2618763"/>
          </a:xfrm>
        </p:grpSpPr>
        <p:grpSp>
          <p:nvGrpSpPr>
            <p:cNvPr id="52" name="グループ化 51">
              <a:extLst>
                <a:ext uri="{FF2B5EF4-FFF2-40B4-BE49-F238E27FC236}">
                  <ns2:creationId id="{CB855C8B-0100-B855-4BFA-0391458B52F5}"/>
                </a:ext>
              </a:extLst>
            </p:cNvPr>
            <p:cNvGrpSpPr/>
            <p:nvPr/>
          </p:nvGrpSpPr>
          <p:grpSpPr>
            <a:xfrm>
              <a:off x="1270052" y="3045437"/>
              <a:ext cx="986766" cy="2618763"/>
              <a:chOff x="1270051" y="3045437"/>
              <a:chExt cx="2158187" cy="2618763"/>
            </a:xfrm>
          </p:grpSpPr>
          <p:sp>
            <p:nvSpPr>
              <p:cNvPr id="10" name="テキスト ボックス 9">
                <a:extLst>
                  <a:ext uri="{FF2B5EF4-FFF2-40B4-BE49-F238E27FC236}">
                    <ns2:creationId id="{74F078AA-CC51-D5E8-0B55-6F5FC28AF3C7}"/>
                  </a:ext>
                </a:extLst>
              </p:cNvPr>
              <p:cNvSpPr txBox="1"/>
              <p:nvPr/>
            </p:nvSpPr>
            <p:spPr>
              <a:xfrm>
                <a:off x="1270051" y="558482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F87F0D0E-CF8D-FBF5-4EF3-BDF8FA7AC08D}"/>
                  </a:ext>
                </a:extLst>
              </p:cNvPr>
              <p:cNvSpPr txBox="1"/>
              <p:nvPr/>
            </p:nvSpPr>
            <p:spPr>
              <a:xfrm>
                <a:off x="1270051" y="546940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1433115C-CA1E-7106-7C53-E7CDDF571E13}"/>
                  </a:ext>
                </a:extLst>
              </p:cNvPr>
              <p:cNvSpPr txBox="1"/>
              <p:nvPr/>
            </p:nvSpPr>
            <p:spPr>
              <a:xfrm>
                <a:off x="1270051" y="535397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40298903-644B-786F-F38A-4711A338ED79}"/>
                  </a:ext>
                </a:extLst>
              </p:cNvPr>
              <p:cNvSpPr txBox="1"/>
              <p:nvPr/>
            </p:nvSpPr>
            <p:spPr>
              <a:xfrm>
                <a:off x="1270051" y="523855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662620A4-8CDA-FA91-0A21-1EAA92F346CD}"/>
                  </a:ext>
                </a:extLst>
              </p:cNvPr>
              <p:cNvSpPr txBox="1"/>
              <p:nvPr/>
            </p:nvSpPr>
            <p:spPr>
              <a:xfrm>
                <a:off x="1270051" y="512312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E3F225B2-FD20-7F7B-EFB0-BEED1B8E7728}"/>
                  </a:ext>
                </a:extLst>
              </p:cNvPr>
              <p:cNvSpPr txBox="1"/>
              <p:nvPr/>
            </p:nvSpPr>
            <p:spPr>
              <a:xfrm>
                <a:off x="1270051" y="500769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1EF3474-92B4-1F5A-FC9A-D4EEE422FF7B}"/>
                  </a:ext>
                </a:extLst>
              </p:cNvPr>
              <p:cNvSpPr txBox="1"/>
              <p:nvPr/>
            </p:nvSpPr>
            <p:spPr>
              <a:xfrm>
                <a:off x="1270051" y="489226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1760505E-ADF2-93BA-0DD9-6497ACBEB08C}"/>
                  </a:ext>
                </a:extLst>
              </p:cNvPr>
              <p:cNvSpPr txBox="1"/>
              <p:nvPr/>
            </p:nvSpPr>
            <p:spPr>
              <a:xfrm>
                <a:off x="1270051" y="477684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5A7DB36F-87B4-425C-60A4-E0EE671B190E}"/>
                  </a:ext>
                </a:extLst>
              </p:cNvPr>
              <p:cNvSpPr txBox="1"/>
              <p:nvPr/>
            </p:nvSpPr>
            <p:spPr>
              <a:xfrm>
                <a:off x="1270051" y="466141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C3D9C28E-EDCE-E07C-3EC4-E031E2D92085}"/>
                  </a:ext>
                </a:extLst>
              </p:cNvPr>
              <p:cNvSpPr txBox="1"/>
              <p:nvPr/>
            </p:nvSpPr>
            <p:spPr>
              <a:xfrm>
                <a:off x="1270051" y="408428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460A1496-5759-CDD3-01A8-045AD5F7BB7B}"/>
                  </a:ext>
                </a:extLst>
              </p:cNvPr>
              <p:cNvSpPr txBox="1"/>
              <p:nvPr/>
            </p:nvSpPr>
            <p:spPr>
              <a:xfrm>
                <a:off x="1270051" y="373799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6CAABFBE-ED5B-B79A-4779-7D58EDD90A47}"/>
                  </a:ext>
                </a:extLst>
              </p:cNvPr>
              <p:cNvSpPr txBox="1"/>
              <p:nvPr/>
            </p:nvSpPr>
            <p:spPr>
              <a:xfrm>
                <a:off x="1270051" y="304543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9D8EAAA6-4203-244A-5CC1-EC4E98D4B6CA}"/>
                  </a:ext>
                </a:extLst>
              </p:cNvPr>
              <p:cNvSpPr txBox="1"/>
              <p:nvPr/>
            </p:nvSpPr>
            <p:spPr>
              <a:xfrm>
                <a:off x="1270051" y="327629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2308F5F9-63BD-C05F-942F-2358FD3D35E0}"/>
                  </a:ext>
                </a:extLst>
              </p:cNvPr>
              <p:cNvSpPr txBox="1"/>
              <p:nvPr/>
            </p:nvSpPr>
            <p:spPr>
              <a:xfrm>
                <a:off x="1270051" y="339171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B9F640D4-91BF-AAD1-E65E-53496D0DA248}"/>
                  </a:ext>
                </a:extLst>
              </p:cNvPr>
              <p:cNvSpPr txBox="1"/>
              <p:nvPr/>
            </p:nvSpPr>
            <p:spPr>
              <a:xfrm>
                <a:off x="1270051" y="350714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4A92D9B5-476A-F455-F428-72DF1A302BF5}"/>
                  </a:ext>
                </a:extLst>
              </p:cNvPr>
              <p:cNvSpPr txBox="1"/>
              <p:nvPr/>
            </p:nvSpPr>
            <p:spPr>
              <a:xfrm>
                <a:off x="1270051" y="362257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82B35438-CFAC-F6A4-297A-A6950EE40E3B}"/>
                  </a:ext>
                </a:extLst>
              </p:cNvPr>
              <p:cNvSpPr txBox="1"/>
              <p:nvPr/>
            </p:nvSpPr>
            <p:spPr>
              <a:xfrm>
                <a:off x="1270051" y="385342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06A23764-23F0-99CD-6229-5B08B5E01FAA}"/>
                  </a:ext>
                </a:extLst>
              </p:cNvPr>
              <p:cNvSpPr txBox="1"/>
              <p:nvPr/>
            </p:nvSpPr>
            <p:spPr>
              <a:xfrm>
                <a:off x="1270051" y="396885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C68A484-B790-7491-1ECE-BBE9B4F692AF}"/>
                  </a:ext>
                </a:extLst>
              </p:cNvPr>
              <p:cNvSpPr txBox="1"/>
              <p:nvPr/>
            </p:nvSpPr>
            <p:spPr>
              <a:xfrm>
                <a:off x="1270051" y="419970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408295A-2C3A-E49E-E828-29483AD6A6DE}"/>
                  </a:ext>
                </a:extLst>
              </p:cNvPr>
              <p:cNvSpPr txBox="1"/>
              <p:nvPr/>
            </p:nvSpPr>
            <p:spPr>
              <a:xfrm>
                <a:off x="1270051" y="431513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D3BE6327-AFF0-3839-3F9F-97985C535F08}"/>
                  </a:ext>
                </a:extLst>
              </p:cNvPr>
              <p:cNvSpPr txBox="1"/>
              <p:nvPr/>
            </p:nvSpPr>
            <p:spPr>
              <a:xfrm>
                <a:off x="1270051" y="454598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6917ACDB-CC26-CFB8-8BA5-05A54FDC8AE2}"/>
                  </a:ext>
                </a:extLst>
              </p:cNvPr>
              <p:cNvSpPr txBox="1"/>
              <p:nvPr/>
            </p:nvSpPr>
            <p:spPr>
              <a:xfrm>
                <a:off x="1270051" y="316086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96F7B557-5A23-4F60-8180-8D50B9A94D5A}"/>
                  </a:ext>
                </a:extLst>
              </p:cNvPr>
              <p:cNvSpPr txBox="1"/>
              <p:nvPr/>
            </p:nvSpPr>
            <p:spPr>
              <a:xfrm>
                <a:off x="1270051" y="443056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45EE6C71-34D6-A998-FF56-F4B9699568C1}"/>
                </a:ext>
              </a:extLst>
            </p:cNvPr>
            <p:cNvSpPr/>
            <p:nvPr/>
          </p:nvSpPr>
          <p:spPr>
            <a:xfrm>
              <a:off x="389178" y="3045437"/>
              <a:ext cx="772273" cy="310229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6E60425-D64D-47C3-6FC0-A95F2674C1F0}"/>
                </a:ext>
              </a:extLst>
            </p:cNvPr>
            <p:cNvSpPr/>
            <p:nvPr/>
          </p:nvSpPr>
          <p:spPr>
            <a:xfrm>
              <a:off x="389178" y="339144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7BB087E6-CE76-7ECD-6036-AF91AA1AC86E}"/>
                </a:ext>
              </a:extLst>
            </p:cNvPr>
            <p:cNvSpPr/>
            <p:nvPr/>
          </p:nvSpPr>
          <p:spPr>
            <a:xfrm>
              <a:off x="389178" y="362203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1EE2E14-0A19-467F-D88A-51E27B6D4B3F}"/>
                </a:ext>
              </a:extLst>
            </p:cNvPr>
            <p:cNvSpPr/>
            <p:nvPr/>
          </p:nvSpPr>
          <p:spPr>
            <a:xfrm>
              <a:off x="389178" y="4313784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98969E07-858A-6795-9E79-9884D28AA2D4}"/>
                </a:ext>
              </a:extLst>
            </p:cNvPr>
            <p:cNvSpPr/>
            <p:nvPr/>
          </p:nvSpPr>
          <p:spPr>
            <a:xfrm>
              <a:off x="389178" y="454436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F909071-9E0A-5EA5-FD12-2182663DC46F}"/>
                </a:ext>
              </a:extLst>
            </p:cNvPr>
            <p:cNvSpPr/>
            <p:nvPr/>
          </p:nvSpPr>
          <p:spPr>
            <a:xfrm>
              <a:off x="389178" y="477495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DA5D47DA-BFAB-C6EF-FD8A-0CE09DE99BB0}"/>
                </a:ext>
              </a:extLst>
            </p:cNvPr>
            <p:cNvSpPr/>
            <p:nvPr/>
          </p:nvSpPr>
          <p:spPr>
            <a:xfrm>
              <a:off x="389178" y="500553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DBC9D843-CE7A-BD1F-5A63-8F82A28EEA57}"/>
                </a:ext>
              </a:extLst>
            </p:cNvPr>
            <p:cNvSpPr/>
            <p:nvPr/>
          </p:nvSpPr>
          <p:spPr>
            <a:xfrm>
              <a:off x="389178" y="523612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1E43920F-3E68-868B-7376-76357175FDFF}"/>
                </a:ext>
              </a:extLst>
            </p:cNvPr>
            <p:cNvSpPr/>
            <p:nvPr/>
          </p:nvSpPr>
          <p:spPr>
            <a:xfrm>
              <a:off x="389178" y="5466703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BA4EE45-1654-551D-3C19-8B7B161D296F}"/>
                </a:ext>
              </a:extLst>
            </p:cNvPr>
            <p:cNvSpPr/>
            <p:nvPr/>
          </p:nvSpPr>
          <p:spPr>
            <a:xfrm>
              <a:off x="389178" y="408320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8CEAF91B-F323-BBD7-7CEA-E198BB67E453}"/>
                </a:ext>
              </a:extLst>
            </p:cNvPr>
            <p:cNvSpPr/>
            <p:nvPr/>
          </p:nvSpPr>
          <p:spPr>
            <a:xfrm>
              <a:off x="389178" y="385261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54" name="正方形/長方形 53">
            <a:extLst>
              <a:ext uri="{FF2B5EF4-FFF2-40B4-BE49-F238E27FC236}">
                <ns2:creationId id="{62C862AA-D9B3-2356-07E6-0A30EA3DB4ED}"/>
              </a:ext>
            </a:extLst>
          </p:cNvPr>
          <p:cNvSpPr/>
          <p:nvPr/>
        </p:nvSpPr>
        <p:spPr>
          <a:xfrm>
            <a:off x="1270052" y="3039138"/>
            <a:ext cx="5733421" cy="529273"/>
          </a:xfrm>
          <a:prstGeom prst="rect">
            <a:avLst/>
          </a:prstGeom>
          <a:noFill/>
          <a:ln w="12700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69" name="グラフィックス 13" descr="円グラフ 単色塗りつぶし">
            <a:extLst>
              <a:ext uri="{FF2B5EF4-FFF2-40B4-BE49-F238E27FC236}">
                <ns2:creationId id="{380759C8-3CD8-3D69-F140-8960F9E51C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4"/>
              </a:ext>
            </a:extLst>
          </a:blip>
          <a:stretch>
            <a:fillRect/>
          </a:stretch>
        </p:blipFill>
        <p:spPr>
          <a:xfrm>
            <a:off x="7882962" y="1755963"/>
            <a:ext cx="468000" cy="468000"/>
          </a:xfrm>
          <a:prstGeom prst="rect">
            <a:avLst/>
          </a:prstGeom>
        </p:spPr>
      </p:pic>
      <p:sp>
        <p:nvSpPr>
          <p:cNvPr id="70" name="正方形/長方形 69">
            <a:extLst>
              <a:ext uri="{FF2B5EF4-FFF2-40B4-BE49-F238E27FC236}">
                <ns2:creationId id="{916D1E14-9CA8-28DC-7BD1-923083AA2E94}"/>
              </a:ext>
            </a:extLst>
          </p:cNvPr>
          <p:cNvSpPr/>
          <p:nvPr/>
        </p:nvSpPr>
        <p:spPr>
          <a:xfrm>
            <a:off x="334962" y="1654040"/>
            <a:ext cx="6668511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1" name="グラフィックス 49" descr="棒グラフ 単色塗りつぶし">
            <a:extLst>
              <a:ext uri="{FF2B5EF4-FFF2-40B4-BE49-F238E27FC236}">
                <ns2:creationId id="{540ABB21-5281-8341-BD63-AE65643E4869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5"/>
              </a:ext>
            </a:extLst>
          </a:blip>
          <a:stretch>
            <a:fillRect/>
          </a:stretch>
        </p:blipFill>
        <p:spPr>
          <a:xfrm flipH="1">
            <a:off x="2601375" y="1725422"/>
            <a:ext cx="468000" cy="468000"/>
          </a:xfrm>
          <a:prstGeom prst="rect">
            <a:avLst/>
          </a:prstGeom>
        </p:spPr>
      </p:pic>
      <p:sp>
        <p:nvSpPr>
          <p:cNvPr id="76" name="正方形/長方形 75">
            <a:extLst>
              <a:ext uri="{FF2B5EF4-FFF2-40B4-BE49-F238E27FC236}">
                <ns2:creationId id="{53085A60-E4D3-120D-65D5-0654FD245972}"/>
              </a:ext>
            </a:extLst>
          </p:cNvPr>
          <p:cNvSpPr/>
          <p:nvPr/>
        </p:nvSpPr>
        <p:spPr>
          <a:xfrm>
            <a:off x="6954982" y="4362713"/>
            <a:ext cx="1492925" cy="100608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5013F405-9072-F69B-6F73-DD2516363946}"/>
              </a:ext>
            </a:extLst>
          </p:cNvPr>
          <p:cNvSpPr/>
          <p:nvPr/>
        </p:nvSpPr>
        <p:spPr>
          <a:xfrm>
            <a:off x="10118976" y="2886729"/>
            <a:ext cx="1738060" cy="11386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87">
            <a:extLst>
              <a:ext uri="{FF2B5EF4-FFF2-40B4-BE49-F238E27FC236}">
                <ns2:creationId id="{319321F0-B9D0-0E38-617B-8901E41962A5}"/>
              </a:ext>
            </a:extLst>
          </p:cNvPr>
          <p:cNvSpPr/>
          <p:nvPr/>
        </p:nvSpPr>
        <p:spPr>
          <a:xfrm>
            <a:off x="334963" y="6356350"/>
            <a:ext cx="2736647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ja-JP" altLang="en-US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テキスト ボックス 49">
            <a:extLst>
              <a:ext uri="{FF2B5EF4-FFF2-40B4-BE49-F238E27FC236}">
                <ns2:creationId id="{E63090B7-1AA8-A456-D248-7FF272C103A7}"/>
              </a:ext>
            </a:extLst>
          </p:cNvPr>
          <p:cNvSpPr txBox="1"/>
          <p:nvPr/>
        </p:nvSpPr>
        <p:spPr>
          <a:xfrm>
            <a:off x="9352555" y="4039587"/>
            <a:ext cx="14824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latin typeface="+mn-ea"/>
              </a:rPr>
              <a:t>XX</a:t>
            </a:r>
            <a:r>
              <a:rPr kumimoji="1" lang="ja-JP" altLang="en-US" sz="1100" dirty="0">
                <a:latin typeface="+mn-ea"/>
              </a:rPr>
              <a:t>XX</a:t>
            </a:r>
            <a:r>
              <a:rPr lang="en-US" altLang="ja-JP" sz="1100" dirty="0">
                <a:latin typeface="+mn-ea"/>
              </a:rPr>
              <a:t>:</a:t>
            </a:r>
            <a:r>
              <a:rPr kumimoji="1" lang="en-US" altLang="ja-JP" sz="1100" dirty="0">
                <a:latin typeface="+mn-ea"/>
              </a:rPr>
              <a:t>XX</a:t>
            </a:r>
            <a:endParaRPr kumimoji="1" lang="ja-JP" altLang="en-US" sz="1100" dirty="0">
              <a:latin typeface="+mn-ea"/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ns2:creationId id="{3F7EFF25-9F7E-CFD8-781C-14CC4832C095}"/>
              </a:ext>
            </a:extLst>
          </p:cNvPr>
          <p:cNvSpPr txBox="1"/>
          <p:nvPr/>
        </p:nvSpPr>
        <p:spPr>
          <a:xfrm>
            <a:off x="8466952" y="4528446"/>
            <a:ext cx="10105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%)</a:t>
            </a:r>
            <a:endParaRPr kumimoji="1" lang="ja-JP" altLang="en-US" sz="11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タイトル 4">
            <a:extLst>
              <a:ext uri="{FF2B5EF4-FFF2-40B4-BE49-F238E27FC236}">
                <ns2:creationId id="{7241F54F-B7F2-B507-04BA-90EF5280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lang="ja-JP" altLang="en-US" dirty="0"/>
          </a:p>
        </p:txBody>
      </p:sp>
    </p:spTree>
    <p:extLst>
      <p:ext uri="{BB962C8B-B14F-4D97-AF65-F5344CB8AC3E}">
        <ns7:creationId val="2961487866"/>
      </p:ext>
    </p:extLst>
  </p:cSld>
  <p:clrMapOvr>
    <a:masterClrMapping/>
  </p:clrMapOvr>
</p:sld>
</file>

<file path=ppt/slides/slide82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9" name="四角形: 角を丸くする 8">
            <a:extLst>
              <a:ext uri="{FF2B5EF4-FFF2-40B4-BE49-F238E27FC236}">
                <ns2:creationId id="{E42D9C1F-6AD6-7231-9781-00414EE440C1}"/>
              </a:ext>
            </a:extLst>
          </p:cNvPr>
          <p:cNvSpPr/>
          <p:nvPr/>
        </p:nvSpPr>
        <p:spPr>
          <a:xfrm>
            <a:off x="340519" y="1636251"/>
            <a:ext cx="4403293" cy="324000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pPr algn="ctr" defTabSz="985838"/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58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0BEA1EF4-794E-8407-6BED-C9E0CFDEE8BB}"/>
              </a:ext>
            </a:extLst>
          </p:cNvPr>
          <p:cNvSpPr/>
          <p:nvPr/>
        </p:nvSpPr>
        <p:spPr>
          <a:xfrm>
            <a:off x="4852122" y="1636250"/>
            <a:ext cx="4141271" cy="326399"/>
          </a:xfrm>
          <a:prstGeom prst="roundRect">
            <a:avLst>
              <a:gd name="adj" fmla="val 5896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zh-TW" altLang="en-US" sz="16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0" name="グループ化 129">
            <a:extLst>
              <a:ext uri="{FF2B5EF4-FFF2-40B4-BE49-F238E27FC236}">
                <ns2:creationId id="{BA8DF3BF-B354-E755-3BBA-6ACDB7432631}"/>
              </a:ext>
            </a:extLst>
          </p:cNvPr>
          <p:cNvGrpSpPr/>
          <p:nvPr/>
        </p:nvGrpSpPr>
        <p:grpSpPr>
          <a:xfrm>
            <a:off x="5229265" y="3054035"/>
            <a:ext cx="1692000" cy="3254690"/>
            <a:chOff x="5229265" y="3054035"/>
            <a:chExt cx="1692000" cy="3254690"/>
          </a:xfrm>
        </p:grpSpPr>
        <p:sp>
          <p:nvSpPr>
            <p:cNvPr id="32" name="正方形/長方形 31">
              <a:extLst>
                <a:ext uri="{FF2B5EF4-FFF2-40B4-BE49-F238E27FC236}">
                  <ns2:creationId id="{115CC075-1BC8-D447-F912-639E5B423742}"/>
                </a:ext>
              </a:extLst>
            </p:cNvPr>
            <p:cNvSpPr/>
            <p:nvPr/>
          </p:nvSpPr>
          <p:spPr>
            <a:xfrm>
              <a:off x="5229265" y="305403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AAFAEE7-3446-E95E-9A02-178872D969B2}"/>
                </a:ext>
              </a:extLst>
            </p:cNvPr>
            <p:cNvSpPr/>
            <p:nvPr/>
          </p:nvSpPr>
          <p:spPr>
            <a:xfrm>
              <a:off x="5229265" y="3714707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BB30E57-3F92-F2BE-5B6F-851CFEDC3E32}"/>
                </a:ext>
              </a:extLst>
            </p:cNvPr>
            <p:cNvSpPr/>
            <p:nvPr/>
          </p:nvSpPr>
          <p:spPr>
            <a:xfrm>
              <a:off x="5229265" y="4375379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A2BCC5D-9A8A-6D3F-0298-0A21D8273085}"/>
                </a:ext>
              </a:extLst>
            </p:cNvPr>
            <p:cNvSpPr/>
            <p:nvPr/>
          </p:nvSpPr>
          <p:spPr>
            <a:xfrm>
              <a:off x="5229265" y="5036051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RPA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140AF22B-7598-F9F1-41A5-CB7B94CBBE48}"/>
                </a:ext>
              </a:extLst>
            </p:cNvPr>
            <p:cNvSpPr/>
            <p:nvPr/>
          </p:nvSpPr>
          <p:spPr>
            <a:xfrm>
              <a:off x="5229265" y="569672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61" name="グラフ 60">
            <a:extLst>
              <a:ext uri="{FF2B5EF4-FFF2-40B4-BE49-F238E27FC236}">
                <ns2:creationId id="{820A0476-2149-3157-C33B-7AAC086F7AFF}"/>
              </a:ext>
            </a:extLst>
          </p:cNvPr>
          <p:cNvGraphicFramePr/>
          <p:nvPr/>
        </p:nvGraphicFramePr>
        <p:xfrm>
          <a:off x="6932378" y="2809779"/>
          <a:ext cx="4922310" cy="1492786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62" name="正方形/長方形 61">
            <a:extLst>
              <a:ext uri="{FF2B5EF4-FFF2-40B4-BE49-F238E27FC236}">
                <ns2:creationId id="{F82C50BF-A7CB-9A4C-B3D4-793911802D57}"/>
              </a:ext>
            </a:extLst>
          </p:cNvPr>
          <p:cNvSpPr/>
          <p:nvPr/>
        </p:nvSpPr>
        <p:spPr>
          <a:xfrm>
            <a:off x="7047234" y="2633610"/>
            <a:ext cx="72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EC741A77-4F8B-95EA-C64F-B9AE985B49AA}"/>
              </a:ext>
            </a:extLst>
          </p:cNvPr>
          <p:cNvSpPr/>
          <p:nvPr/>
        </p:nvSpPr>
        <p:spPr>
          <a:xfrm>
            <a:off x="10951526" y="2635055"/>
            <a:ext cx="90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/>
          <a:lstStyle/>
          <a:p>
            <a:pPr algn="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(%)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C3EF76A6-86F9-3CC5-8549-5C626D4345E9}"/>
              </a:ext>
            </a:extLst>
          </p:cNvPr>
          <p:cNvSpPr/>
          <p:nvPr/>
        </p:nvSpPr>
        <p:spPr>
          <a:xfrm>
            <a:off x="7610476" y="2968875"/>
            <a:ext cx="1217326" cy="1388302"/>
          </a:xfrm>
          <a:prstGeom prst="rect">
            <a:avLst/>
          </a:prstGeom>
          <a:noFill/>
          <a:ln w="19050">
            <a:solidFill>
              <a:srgbClr val="33993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A38030C5-46CD-828D-6081-D63C5B451A6D}"/>
              </a:ext>
            </a:extLst>
          </p:cNvPr>
          <p:cNvGrpSpPr/>
          <p:nvPr/>
        </p:nvGrpSpPr>
        <p:grpSpPr>
          <a:xfrm>
            <a:off x="7374672" y="5412148"/>
            <a:ext cx="4482366" cy="252000"/>
            <a:chOff x="7374672" y="5412148"/>
            <a:chExt cx="4482366" cy="252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BD3A2EF4-1702-AC37-A492-E4AE9DC62782}"/>
                </a:ext>
              </a:extLst>
            </p:cNvPr>
            <p:cNvCxnSpPr>
              <a:cxnSpLocks/>
            </p:cNvCxnSpPr>
            <p:nvPr/>
          </p:nvCxnSpPr>
          <p:spPr>
            <a:xfrm>
              <a:off x="7374672" y="5538148"/>
              <a:ext cx="448236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846EB53D-2691-BFA7-2D94-BEE64CA10D47}"/>
                </a:ext>
              </a:extLst>
            </p:cNvPr>
            <p:cNvGrpSpPr/>
            <p:nvPr/>
          </p:nvGrpSpPr>
          <p:grpSpPr>
            <a:xfrm>
              <a:off x="9489855" y="5412148"/>
              <a:ext cx="252000" cy="252000"/>
              <a:chOff x="9293574" y="5412148"/>
              <a:chExt cx="252000" cy="252000"/>
            </a:xfrm>
          </p:grpSpPr>
          <p:sp>
            <p:nvSpPr>
              <p:cNvPr id="47" name="円/楕円 32">
                <a:extLst>
                  <a:ext uri="{FF2B5EF4-FFF2-40B4-BE49-F238E27FC236}">
                    <ns2:creationId id="{14A5686F-A9A5-A9FF-0BCD-C2AFD035F4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11574" y="5430148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8" name="グラフィックス 47" descr="キャレットを下へ 枠線">
                <a:extLst>
                  <a:ext uri="{FF2B5EF4-FFF2-40B4-BE49-F238E27FC236}">
                    <ns2:creationId id="{325F4EB9-BBAC-FA0D-6C41-4F3F39A4FB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293574" y="5412148"/>
                <a:ext cx="252000" cy="252000"/>
              </a:xfrm>
              <a:prstGeom prst="rect">
                <a:avLst/>
              </a:prstGeom>
            </p:spPr>
          </p:pic>
        </p:grpSp>
      </p:grpSp>
      <p:sp>
        <p:nvSpPr>
          <p:cNvPr id="44" name="テキスト ボックス 43">
            <a:extLst>
              <a:ext uri="{FF2B5EF4-FFF2-40B4-BE49-F238E27FC236}">
                <ns2:creationId id="{271ACE34-6E59-E193-F772-51ACA520D666}"/>
              </a:ext>
            </a:extLst>
          </p:cNvPr>
          <p:cNvSpPr txBox="1"/>
          <p:nvPr/>
        </p:nvSpPr>
        <p:spPr>
          <a:xfrm>
            <a:off x="7374672" y="5693414"/>
            <a:ext cx="4482366" cy="612000"/>
          </a:xfrm>
          <a:prstGeom prst="rect">
            <a:avLst/>
          </a:prstGeom>
          <a:noFill/>
        </p:spPr>
        <p:txBody>
          <a:bodyPr wrap="square" lIns="72000" tIns="36000" rIns="36000" bIns="36000" rtlCol="0" anchor="ctr" anchorCtr="0">
            <a:noAutofit/>
          </a:bodyPr>
          <a:lstStyle/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39" name="グループ化 138">
            <a:extLst>
              <a:ext uri="{FF2B5EF4-FFF2-40B4-BE49-F238E27FC236}">
                <ns2:creationId id="{D012ACDF-0886-C304-AB17-9CA695AAA5AE}"/>
              </a:ext>
            </a:extLst>
          </p:cNvPr>
          <p:cNvGrpSpPr/>
          <p:nvPr/>
        </p:nvGrpSpPr>
        <p:grpSpPr>
          <a:xfrm>
            <a:off x="7374672" y="4518882"/>
            <a:ext cx="4482366" cy="864000"/>
            <a:chOff x="7374672" y="4518882"/>
            <a:chExt cx="4089804" cy="864000"/>
          </a:xfrm>
        </p:grpSpPr>
        <p:sp>
          <p:nvSpPr>
            <p:cNvPr id="67" name="テキスト ボックス 66">
              <a:extLst>
                <a:ext uri="{FF2B5EF4-FFF2-40B4-BE49-F238E27FC236}">
                  <ns2:creationId id="{9CBFE425-A545-3E31-8226-19C56B33CB41}"/>
                </a:ext>
              </a:extLst>
            </p:cNvPr>
            <p:cNvSpPr txBox="1"/>
            <p:nvPr/>
          </p:nvSpPr>
          <p:spPr>
            <a:xfrm>
              <a:off x="9484476" y="4518882"/>
              <a:ext cx="1980000" cy="864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E63E7AFB-8CB5-1BB5-40D1-A282D6FC0465}"/>
                </a:ext>
              </a:extLst>
            </p:cNvPr>
            <p:cNvSpPr txBox="1"/>
            <p:nvPr/>
          </p:nvSpPr>
          <p:spPr>
            <a:xfrm>
              <a:off x="7374672" y="4518882"/>
              <a:ext cx="1980000" cy="864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74" name="直線矢印コネクタ 73">
            <a:extLst>
              <a:ext uri="{FF2B5EF4-FFF2-40B4-BE49-F238E27FC236}">
                <ns2:creationId id="{CC4859AE-C1DF-6614-5D82-8528005EA5DE}"/>
              </a:ext>
            </a:extLst>
          </p:cNvPr>
          <p:cNvCxnSpPr>
            <a:cxnSpLocks/>
            <a:stCxn id="72" idx="2"/>
          </p:cNvCxnSpPr>
          <p:nvPr/>
        </p:nvCxnSpPr>
        <p:spPr>
          <a:xfrm>
            <a:off x="8219139" y="4357177"/>
            <a:ext cx="0" cy="161705"/>
          </a:xfrm>
          <a:prstGeom prst="straightConnector1">
            <a:avLst/>
          </a:prstGeom>
          <a:ln w="19050">
            <a:solidFill>
              <a:srgbClr val="339933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グループ化 132">
            <a:extLst>
              <a:ext uri="{FF2B5EF4-FFF2-40B4-BE49-F238E27FC236}">
                <ns2:creationId id="{6A166D65-58A6-7E9C-FE29-EB2883CDB918}"/>
              </a:ext>
            </a:extLst>
          </p:cNvPr>
          <p:cNvGrpSpPr/>
          <p:nvPr/>
        </p:nvGrpSpPr>
        <p:grpSpPr>
          <a:xfrm>
            <a:off x="1246375" y="2636009"/>
            <a:ext cx="5686003" cy="368913"/>
            <a:chOff x="1246375" y="2636009"/>
            <a:chExt cx="5686003" cy="368913"/>
          </a:xfrm>
        </p:grpSpPr>
        <p:sp>
          <p:nvSpPr>
            <p:cNvPr id="29" name="正方形/長方形 28">
              <a:extLst>
                <a:ext uri="{FF2B5EF4-FFF2-40B4-BE49-F238E27FC236}">
                  <ns2:creationId id="{23ED06E6-B553-7C0C-A7B1-6B14B19E9182}"/>
                </a:ext>
              </a:extLst>
            </p:cNvPr>
            <p:cNvSpPr/>
            <p:nvPr/>
          </p:nvSpPr>
          <p:spPr>
            <a:xfrm>
              <a:off x="1246375" y="2636009"/>
              <a:ext cx="5674887" cy="360000"/>
            </a:xfrm>
            <a:prstGeom prst="rect">
              <a:avLst/>
            </a:prstGeom>
            <a:solidFill>
              <a:srgbClr val="D9D9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24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949B0137-F04B-6C19-626E-8B6C4A0CBDDA}"/>
                </a:ext>
              </a:extLst>
            </p:cNvPr>
            <p:cNvSpPr/>
            <p:nvPr/>
          </p:nvSpPr>
          <p:spPr>
            <a:xfrm>
              <a:off x="5240378" y="2824922"/>
              <a:ext cx="1692000" cy="180000"/>
            </a:xfrm>
            <a:prstGeom prst="rect">
              <a:avLst/>
            </a:prstGeom>
            <a:solidFill>
              <a:srgbClr val="D9D9D9">
                <a:alpha val="10000"/>
              </a:srgbClr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</p:grpSp>
      <p:grpSp>
        <p:nvGrpSpPr>
          <p:cNvPr id="131" name="グループ化 130">
            <a:extLst>
              <a:ext uri="{FF2B5EF4-FFF2-40B4-BE49-F238E27FC236}">
                <ns2:creationId id="{8574F073-F79E-29F5-3D72-E3A9583EDB7D}"/>
              </a:ext>
            </a:extLst>
          </p:cNvPr>
          <p:cNvGrpSpPr/>
          <p:nvPr/>
        </p:nvGrpSpPr>
        <p:grpSpPr>
          <a:xfrm>
            <a:off x="3363820" y="3054035"/>
            <a:ext cx="1800000" cy="3254690"/>
            <a:chOff x="3364363" y="3054035"/>
            <a:chExt cx="1800000" cy="3254690"/>
          </a:xfrm>
        </p:grpSpPr>
        <p:sp>
          <p:nvSpPr>
            <p:cNvPr id="31" name="正方形/長方形 30">
              <a:extLst>
                <a:ext uri="{FF2B5EF4-FFF2-40B4-BE49-F238E27FC236}">
                  <ns2:creationId id="{2AB411AA-2389-DC71-1982-CF76F79A5698}"/>
                </a:ext>
              </a:extLst>
            </p:cNvPr>
            <p:cNvSpPr/>
            <p:nvPr/>
          </p:nvSpPr>
          <p:spPr>
            <a:xfrm>
              <a:off x="3364363" y="305403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4F9C23F-A9FA-CF01-2B50-F5792FABA253}"/>
                </a:ext>
              </a:extLst>
            </p:cNvPr>
            <p:cNvSpPr/>
            <p:nvPr/>
          </p:nvSpPr>
          <p:spPr>
            <a:xfrm>
              <a:off x="3364363" y="3714707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14DD266-22E1-897B-AF5D-A718A27DFED0}"/>
                </a:ext>
              </a:extLst>
            </p:cNvPr>
            <p:cNvSpPr/>
            <p:nvPr/>
          </p:nvSpPr>
          <p:spPr>
            <a:xfrm>
              <a:off x="3364363" y="4375379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48FD8087-16F7-5E4B-BA76-56E00544619A}"/>
                </a:ext>
              </a:extLst>
            </p:cNvPr>
            <p:cNvSpPr/>
            <p:nvPr/>
          </p:nvSpPr>
          <p:spPr>
            <a:xfrm>
              <a:off x="3364363" y="5036051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7E8F8F22-AF1F-FD14-D55B-2641F16BFE0B}"/>
                </a:ext>
              </a:extLst>
            </p:cNvPr>
            <p:cNvSpPr/>
            <p:nvPr/>
          </p:nvSpPr>
          <p:spPr>
            <a:xfrm>
              <a:off x="3364363" y="569672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4" name="グループ化 103">
            <a:extLst>
              <a:ext uri="{FF2B5EF4-FFF2-40B4-BE49-F238E27FC236}">
                <ns2:creationId id="{7E99BDEE-A3F0-32EC-E2C0-778B64231DBF}"/>
              </a:ext>
            </a:extLst>
          </p:cNvPr>
          <p:cNvGrpSpPr/>
          <p:nvPr/>
        </p:nvGrpSpPr>
        <p:grpSpPr>
          <a:xfrm>
            <a:off x="340519" y="2010130"/>
            <a:ext cx="828000" cy="576000"/>
            <a:chOff x="340519" y="2010130"/>
            <a:chExt cx="828000" cy="576000"/>
          </a:xfrm>
        </p:grpSpPr>
        <p:sp>
          <p:nvSpPr>
            <p:cNvPr id="13" name="正方形/長方形 12">
              <a:extLst>
                <a:ext uri="{FF2B5EF4-FFF2-40B4-BE49-F238E27FC236}">
                  <ns2:creationId id="{45450469-D7ED-9C3B-82D0-1297E6947C47}"/>
                </a:ext>
              </a:extLst>
            </p:cNvPr>
            <p:cNvSpPr/>
            <p:nvPr/>
          </p:nvSpPr>
          <p:spPr>
            <a:xfrm>
              <a:off x="340519" y="2010130"/>
              <a:ext cx="828000" cy="57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0" rtlCol="0" anchor="b" anchorCtr="0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直線コネクタ 89">
              <a:extLst>
                <a:ext uri="{FF2B5EF4-FFF2-40B4-BE49-F238E27FC236}">
                  <ns2:creationId id="{EC28BD42-CB92-2DED-E61C-1F25BD67FDB0}"/>
                </a:ext>
              </a:extLst>
            </p:cNvPr>
            <p:cNvCxnSpPr>
              <a:cxnSpLocks/>
            </p:cNvCxnSpPr>
            <p:nvPr/>
          </p:nvCxnSpPr>
          <p:spPr>
            <a:xfrm>
              <a:off x="1168519" y="2010130"/>
              <a:ext cx="0" cy="576000"/>
            </a:xfrm>
            <a:prstGeom prst="line">
              <a:avLst/>
            </a:prstGeom>
            <a:ln w="317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8" name="グラフィックス 97" descr="的中 単色塗りつぶし">
              <a:extLst>
                <a:ext uri="{FF2B5EF4-FFF2-40B4-BE49-F238E27FC236}">
                  <ns2:creationId id="{6806B9E2-DF2F-A015-D38D-C119E6C951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rcRect/>
            <a:stretch/>
          </p:blipFill>
          <p:spPr>
            <a:xfrm>
              <a:off x="574519" y="2010130"/>
              <a:ext cx="360000" cy="36000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D21615A8-35FC-305F-D987-3A28F04234B3}"/>
              </a:ext>
            </a:extLst>
          </p:cNvPr>
          <p:cNvGrpSpPr/>
          <p:nvPr/>
        </p:nvGrpSpPr>
        <p:grpSpPr>
          <a:xfrm>
            <a:off x="340519" y="2636009"/>
            <a:ext cx="828000" cy="3672715"/>
            <a:chOff x="340519" y="2636009"/>
            <a:chExt cx="828000" cy="3672715"/>
          </a:xfrm>
        </p:grpSpPr>
        <p:grpSp>
          <p:nvGrpSpPr>
            <p:cNvPr id="92" name="グループ化 91">
              <a:extLst>
                <a:ext uri="{FF2B5EF4-FFF2-40B4-BE49-F238E27FC236}">
                  <ns2:creationId id="{4E260F7E-51E1-BA97-7A13-30EA5A8E77DC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62457706-8882-281C-45B1-6FC997DC2FAB}"/>
                  </a:ext>
                </a:extLst>
              </p:cNvPr>
              <p:cNvSpPr/>
              <p:nvPr/>
            </p:nvSpPr>
            <p:spPr>
              <a:xfrm>
                <a:off x="340519" y="2636009"/>
                <a:ext cx="828000" cy="36727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108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01A19703-D2AE-0466-9B22-A5B9C63C78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636009"/>
                <a:ext cx="0" cy="3672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9" name="グラフィックス 98" descr="クリップボード: チェックマーク 単色塗りつぶし">
              <a:extLst>
                <a:ext uri="{FF2B5EF4-FFF2-40B4-BE49-F238E27FC236}">
                  <ns2:creationId id="{851966AA-C356-D234-E250-20069C64A1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520519" y="3858284"/>
              <a:ext cx="468000" cy="468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808BB2C3-BA04-26EC-6ECC-71DAE07B17C0}"/>
              </a:ext>
            </a:extLst>
          </p:cNvPr>
          <p:cNvGrpSpPr/>
          <p:nvPr/>
        </p:nvGrpSpPr>
        <p:grpSpPr>
          <a:xfrm>
            <a:off x="1246373" y="2010130"/>
            <a:ext cx="10605107" cy="576000"/>
            <a:chOff x="1246374" y="2010130"/>
            <a:chExt cx="7955948" cy="576000"/>
          </a:xfrm>
        </p:grpSpPr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105" name="グラフィックス 104" descr="クリップボード 単色塗りつぶし">
            <a:extLst>
              <a:ext uri="{FF2B5EF4-FFF2-40B4-BE49-F238E27FC236}">
                <ns2:creationId id="{01C01E51-C7A1-19C1-03EC-35038BFC18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tretch>
            <a:fillRect/>
          </a:stretch>
        </p:blipFill>
        <p:spPr>
          <a:xfrm>
            <a:off x="1321415" y="2118130"/>
            <a:ext cx="360000" cy="360000"/>
          </a:xfrm>
          <a:prstGeom prst="rect">
            <a:avLst/>
          </a:prstGeom>
        </p:spPr>
      </p:pic>
      <p:pic>
        <p:nvPicPr>
          <p:cNvPr id="110" name="グラフィックス 109" descr="カスタマー レビュー 単色塗りつぶし">
            <a:extLst>
              <a:ext uri="{FF2B5EF4-FFF2-40B4-BE49-F238E27FC236}">
                <ns2:creationId id="{22E36C49-2FEB-8C18-01D5-BFF657208C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tretch>
            <a:fillRect/>
          </a:stretch>
        </p:blipFill>
        <p:spPr>
          <a:xfrm>
            <a:off x="8459697" y="2109130"/>
            <a:ext cx="360000" cy="360000"/>
          </a:xfrm>
          <a:prstGeom prst="rect">
            <a:avLst/>
          </a:prstGeom>
        </p:spPr>
      </p:pic>
      <p:pic>
        <p:nvPicPr>
          <p:cNvPr id="112" name="グラフィックス 111" descr="会議 単色塗りつぶし">
            <a:extLst>
              <a:ext uri="{FF2B5EF4-FFF2-40B4-BE49-F238E27FC236}">
                <ns2:creationId id="{B08A02E2-EBE3-2972-E72C-D54CCE135A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tretch>
            <a:fillRect/>
          </a:stretch>
        </p:blipFill>
        <p:spPr>
          <a:xfrm>
            <a:off x="4937958" y="2137541"/>
            <a:ext cx="360000" cy="360000"/>
          </a:xfrm>
          <a:prstGeom prst="rect">
            <a:avLst/>
          </a:prstGeom>
        </p:spPr>
      </p:pic>
      <p:grpSp>
        <p:nvGrpSpPr>
          <p:cNvPr id="132" name="グループ化 131">
            <a:extLst>
              <a:ext uri="{FF2B5EF4-FFF2-40B4-BE49-F238E27FC236}">
                <ns2:creationId id="{98A060AD-4432-7926-DAF0-0B7CA139F09A}"/>
              </a:ext>
            </a:extLst>
          </p:cNvPr>
          <p:cNvGrpSpPr/>
          <p:nvPr/>
        </p:nvGrpSpPr>
        <p:grpSpPr>
          <a:xfrm>
            <a:off x="1229158" y="3040062"/>
            <a:ext cx="2069217" cy="3268663"/>
            <a:chOff x="1229158" y="3038369"/>
            <a:chExt cx="2069217" cy="3268663"/>
          </a:xfrm>
        </p:grpSpPr>
        <p:sp>
          <p:nvSpPr>
            <p:cNvPr id="21" name="正方形/長方形 20">
              <a:extLst>
                <a:ext uri="{FF2B5EF4-FFF2-40B4-BE49-F238E27FC236}">
                  <ns2:creationId id="{C19C93B4-1B81-496F-603E-3F016E6AB392}"/>
                </a:ext>
              </a:extLst>
            </p:cNvPr>
            <p:cNvSpPr/>
            <p:nvPr/>
          </p:nvSpPr>
          <p:spPr>
            <a:xfrm>
              <a:off x="1246375" y="503478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A88542A-1BEA-6A9C-ABD8-5900651D6C5E}"/>
                </a:ext>
              </a:extLst>
            </p:cNvPr>
            <p:cNvSpPr/>
            <p:nvPr/>
          </p:nvSpPr>
          <p:spPr>
            <a:xfrm>
              <a:off x="1246375" y="569503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A86AB65F-F021-406A-6892-8872DB3EAB5C}"/>
                </a:ext>
              </a:extLst>
            </p:cNvPr>
            <p:cNvSpPr/>
            <p:nvPr/>
          </p:nvSpPr>
          <p:spPr>
            <a:xfrm>
              <a:off x="1246375" y="4374533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04532A53-948F-37C7-ABCC-AF5D18F9200E}"/>
                </a:ext>
              </a:extLst>
            </p:cNvPr>
            <p:cNvSpPr/>
            <p:nvPr/>
          </p:nvSpPr>
          <p:spPr>
            <a:xfrm>
              <a:off x="1246375" y="3714284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D6ACEE2-E571-29BD-880F-53D73EAE3C76}"/>
                </a:ext>
              </a:extLst>
            </p:cNvPr>
            <p:cNvSpPr/>
            <p:nvPr/>
          </p:nvSpPr>
          <p:spPr>
            <a:xfrm>
              <a:off x="1246375" y="3054035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14" descr="バッジ 1 単色塗りつぶし">
              <a:extLst>
                <a:ext uri="{FF2B5EF4-FFF2-40B4-BE49-F238E27FC236}">
                  <ns2:creationId id="{40FD0975-FE7D-1E2F-431F-67D438F7A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1229158" y="5672534"/>
              <a:ext cx="324000" cy="324000"/>
            </a:xfrm>
            <a:prstGeom prst="rect">
              <a:avLst/>
            </a:prstGeom>
          </p:spPr>
        </p:pic>
        <p:pic>
          <p:nvPicPr>
            <p:cNvPr id="117" name="グラフィックス 116" descr="バッジ 単色塗りつぶし">
              <a:extLst>
                <a:ext uri="{FF2B5EF4-FFF2-40B4-BE49-F238E27FC236}">
                  <ns2:creationId id="{1E29AD99-DB99-01AB-898F-74D30D39F8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229158" y="5024268"/>
              <a:ext cx="324000" cy="324000"/>
            </a:xfrm>
            <a:prstGeom prst="rect">
              <a:avLst/>
            </a:prstGeom>
          </p:spPr>
        </p:pic>
        <p:pic>
          <p:nvPicPr>
            <p:cNvPr id="119" name="グラフィックス 118" descr="バッジ 3 単色塗りつぶし">
              <a:extLst>
                <a:ext uri="{FF2B5EF4-FFF2-40B4-BE49-F238E27FC236}">
                  <ns2:creationId id="{D1C66E81-C5F6-21A3-AE66-AE00E83AB9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229158" y="4355483"/>
              <a:ext cx="324000" cy="324000"/>
            </a:xfrm>
            <a:prstGeom prst="rect">
              <a:avLst/>
            </a:prstGeom>
          </p:spPr>
        </p:pic>
        <p:pic>
          <p:nvPicPr>
            <p:cNvPr id="121" name="グラフィックス 120" descr="バッジ 4 単色塗りつぶし">
              <a:extLst>
                <a:ext uri="{FF2B5EF4-FFF2-40B4-BE49-F238E27FC236}">
                  <ns2:creationId id="{703F0AC6-10E6-B07E-F301-365531CB70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1229158" y="3699892"/>
              <a:ext cx="324000" cy="324000"/>
            </a:xfrm>
            <a:prstGeom prst="rect">
              <a:avLst/>
            </a:prstGeom>
          </p:spPr>
        </p:pic>
        <p:pic>
          <p:nvPicPr>
            <p:cNvPr id="123" name="グラフィックス 122" descr="バッジ 5 単色塗りつぶし">
              <a:extLst>
                <a:ext uri="{FF2B5EF4-FFF2-40B4-BE49-F238E27FC236}">
                  <ns2:creationId id="{B880967D-48E2-45C0-6D77-DE69C27927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1229158" y="3038369"/>
              <a:ext cx="324000" cy="324000"/>
            </a:xfrm>
            <a:prstGeom prst="rect">
              <a:avLst/>
            </a:prstGeom>
          </p:spPr>
        </p:pic>
      </p:grpSp>
      <p:sp>
        <p:nvSpPr>
          <p:cNvPr id="4" name="テキスト ボックス 3">
            <a:extLst>
              <a:ext uri="{FF2B5EF4-FFF2-40B4-BE49-F238E27FC236}">
                <ns2:creationId id="{2AD6348D-0532-A3E3-0F45-8E1F6981D3FE}"/>
              </a:ext>
            </a:extLst>
          </p:cNvPr>
          <p:cNvSpPr txBox="1"/>
          <p:nvPr/>
        </p:nvSpPr>
        <p:spPr>
          <a:xfrm>
            <a:off x="10758311" y="4222044"/>
            <a:ext cx="10714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kumimoji="1" lang="en-US" altLang="ja-JP" sz="1200" dirty="0"/>
              <a:t>XX</a:t>
            </a:r>
            <a:r>
              <a:rPr kumimoji="1" lang="ja-JP" altLang="en-US" sz="1200" dirty="0"/>
              <a:t>XX</a:t>
            </a:r>
          </a:p>
        </p:txBody>
      </p:sp>
    </p:spTree>
    <p:extLst>
      <p:ext uri="{BB962C8B-B14F-4D97-AF65-F5344CB8AC3E}">
        <ns6:creationId val="3881091887"/>
      </p:ext>
    </p:extLst>
  </p:cSld>
  <p:clrMapOvr>
    <a:masterClrMapping/>
  </p:clrMapOvr>
</p:sld>
</file>

<file path=ppt/slides/slide8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openxmlformats.org/drawingml/2006/chart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B857E67-F050-7396-3253-0D3BE35FA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>
            <a:extLst>
              <a:ext uri="{FF2B5EF4-FFF2-40B4-BE49-F238E27FC236}">
                <ns2:creationId id="{7EEF7319-D428-BA95-369C-461419BE2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D5C0D717-EFA7-202F-DA73-F571BA23BC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8" name="二等辺三角形 7">
            <a:extLst>
              <a:ext uri="{FF2B5EF4-FFF2-40B4-BE49-F238E27FC236}">
                <ns2:creationId id="{9FA064F6-D384-1AFD-20B4-48A8E5E034C6}"/>
              </a:ext>
            </a:extLst>
          </p:cNvPr>
          <p:cNvSpPr/>
          <p:nvPr/>
        </p:nvSpPr>
        <p:spPr>
          <a:xfrm rot="5400000">
            <a:off x="4005778" y="4601383"/>
            <a:ext cx="1996913" cy="542236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55E5C9FF-B781-33ED-EBCD-3326E037B7F4}"/>
              </a:ext>
            </a:extLst>
          </p:cNvPr>
          <p:cNvGrpSpPr/>
          <p:nvPr/>
        </p:nvGrpSpPr>
        <p:grpSpPr>
          <a:xfrm>
            <a:off x="401770" y="1722181"/>
            <a:ext cx="11455267" cy="369332"/>
            <a:chOff x="4906961" y="1722181"/>
            <a:chExt cx="6950076" cy="369332"/>
          </a:xfrm>
        </p:grpSpPr>
        <p:cxnSp>
          <p:nvCxnSpPr>
            <p:cNvPr id="12" name="直線コネクタ 11">
              <a:extLst>
                <a:ext uri="{FF2B5EF4-FFF2-40B4-BE49-F238E27FC236}">
                  <ns2:creationId id="{7D1713E4-B087-330C-CF97-8DDC01F214DA}"/>
                </a:ext>
              </a:extLst>
            </p:cNvPr>
            <p:cNvCxnSpPr>
              <a:cxnSpLocks/>
            </p:cNvCxnSpPr>
            <p:nvPr/>
          </p:nvCxnSpPr>
          <p:spPr>
            <a:xfrm>
              <a:off x="4906961" y="2086971"/>
              <a:ext cx="695007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テキスト ボックス 12">
              <a:extLst>
                <a:ext uri="{FF2B5EF4-FFF2-40B4-BE49-F238E27FC236}">
                  <ns2:creationId id="{589EEE06-CC3D-107E-2753-DB904123AEC0}"/>
                </a:ext>
              </a:extLst>
            </p:cNvPr>
            <p:cNvSpPr txBox="1"/>
            <p:nvPr/>
          </p:nvSpPr>
          <p:spPr>
            <a:xfrm>
              <a:off x="4906961" y="1722181"/>
              <a:ext cx="69500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4" name="グラフィックス 6218" descr="電球と鉛筆 枠線">
            <a:extLst>
              <a:ext uri="{FF2B5EF4-FFF2-40B4-BE49-F238E27FC236}">
                <ns2:creationId id="{E813AEBC-F7F0-19BA-063A-82BE788FEE23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4628607" y="1650251"/>
            <a:ext cx="432000" cy="432000"/>
          </a:xfrm>
          <a:prstGeom prst="rect">
            <a:avLst/>
          </a:prstGeom>
        </p:spPr>
      </p:pic>
      <p:sp>
        <p:nvSpPr>
          <p:cNvPr id="15" name="テキスト ボックス 14">
            <a:extLst>
              <a:ext uri="{FF2B5EF4-FFF2-40B4-BE49-F238E27FC236}">
                <ns2:creationId id="{D5774637-BFEA-6F1C-6176-B6D43D1D58EC}"/>
              </a:ext>
            </a:extLst>
          </p:cNvPr>
          <p:cNvSpPr txBox="1"/>
          <p:nvPr/>
        </p:nvSpPr>
        <p:spPr>
          <a:xfrm>
            <a:off x="1287720" y="3186514"/>
            <a:ext cx="159275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楕円 6175">
            <a:extLst>
              <a:ext uri="{FF2B5EF4-FFF2-40B4-BE49-F238E27FC236}">
                <ns2:creationId id="{3D964079-FE67-8504-C3F3-B60B2E7B7511}"/>
              </a:ext>
            </a:extLst>
          </p:cNvPr>
          <p:cNvSpPr/>
          <p:nvPr/>
        </p:nvSpPr>
        <p:spPr>
          <a:xfrm>
            <a:off x="3418433" y="3225209"/>
            <a:ext cx="229508" cy="203792"/>
          </a:xfrm>
          <a:prstGeom prst="ellipse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6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テキスト ボックス 18">
            <a:extLst>
              <a:ext uri="{FF2B5EF4-FFF2-40B4-BE49-F238E27FC236}">
                <ns2:creationId id="{5A905BFF-CD51-4354-ECF8-9C804886477C}"/>
              </a:ext>
            </a:extLst>
          </p:cNvPr>
          <p:cNvSpPr txBox="1"/>
          <p:nvPr/>
        </p:nvSpPr>
        <p:spPr>
          <a:xfrm>
            <a:off x="3529990" y="3239505"/>
            <a:ext cx="1168613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309F7D52-7D3A-1E15-586D-A166CA52578A}"/>
              </a:ext>
            </a:extLst>
          </p:cNvPr>
          <p:cNvSpPr/>
          <p:nvPr/>
        </p:nvSpPr>
        <p:spPr>
          <a:xfrm>
            <a:off x="347086" y="2340552"/>
            <a:ext cx="4226104" cy="245987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62B50CF2-0A35-538B-003D-EF7491C73FFE}"/>
              </a:ext>
            </a:extLst>
          </p:cNvPr>
          <p:cNvSpPr/>
          <p:nvPr/>
        </p:nvSpPr>
        <p:spPr>
          <a:xfrm>
            <a:off x="347085" y="2591946"/>
            <a:ext cx="4226105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51A8434B-B6DC-F225-01A2-2C3B1661D09E}"/>
              </a:ext>
            </a:extLst>
          </p:cNvPr>
          <p:cNvSpPr/>
          <p:nvPr/>
        </p:nvSpPr>
        <p:spPr>
          <a:xfrm>
            <a:off x="346354" y="3566850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2F424259-7E8A-5702-CF36-7FA3B0C6EE80}"/>
              </a:ext>
            </a:extLst>
          </p:cNvPr>
          <p:cNvSpPr/>
          <p:nvPr/>
        </p:nvSpPr>
        <p:spPr>
          <a:xfrm>
            <a:off x="346354" y="4123337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9FA521D-AD1E-35B5-BBFF-76DD5EEC7BF8}"/>
              </a:ext>
            </a:extLst>
          </p:cNvPr>
          <p:cNvSpPr/>
          <p:nvPr/>
        </p:nvSpPr>
        <p:spPr>
          <a:xfrm>
            <a:off x="346354" y="4679821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B4AA02C6-1641-B346-45A4-EA4F647812E9}"/>
              </a:ext>
            </a:extLst>
          </p:cNvPr>
          <p:cNvSpPr/>
          <p:nvPr/>
        </p:nvSpPr>
        <p:spPr>
          <a:xfrm>
            <a:off x="346354" y="5236308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BD8096E2-5A82-B1ED-3660-ED9CB6A4E365}"/>
              </a:ext>
            </a:extLst>
          </p:cNvPr>
          <p:cNvSpPr/>
          <p:nvPr/>
        </p:nvSpPr>
        <p:spPr>
          <a:xfrm>
            <a:off x="1077828" y="3566850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AA01D720-9556-DB86-5B99-77E185A786D0}"/>
              </a:ext>
            </a:extLst>
          </p:cNvPr>
          <p:cNvSpPr/>
          <p:nvPr/>
        </p:nvSpPr>
        <p:spPr>
          <a:xfrm>
            <a:off x="1077828" y="4123337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A7609AC7-6734-9483-C565-2F964EE5E9CC}"/>
              </a:ext>
            </a:extLst>
          </p:cNvPr>
          <p:cNvSpPr/>
          <p:nvPr/>
        </p:nvSpPr>
        <p:spPr>
          <a:xfrm>
            <a:off x="1077828" y="4679821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8783B096-99C3-6E91-45C7-C4F9A9BE9131}"/>
              </a:ext>
            </a:extLst>
          </p:cNvPr>
          <p:cNvSpPr/>
          <p:nvPr/>
        </p:nvSpPr>
        <p:spPr>
          <a:xfrm>
            <a:off x="1077828" y="5236308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ED4CFA5E-0034-2EC6-B493-DC57177F26D9}"/>
              </a:ext>
            </a:extLst>
          </p:cNvPr>
          <p:cNvSpPr/>
          <p:nvPr/>
        </p:nvSpPr>
        <p:spPr>
          <a:xfrm>
            <a:off x="3558708" y="3566850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6356E3DC-8078-CDDE-5AA7-F72ABFAE3CB1}"/>
              </a:ext>
            </a:extLst>
          </p:cNvPr>
          <p:cNvSpPr/>
          <p:nvPr/>
        </p:nvSpPr>
        <p:spPr>
          <a:xfrm>
            <a:off x="3558708" y="4123337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A223A288-559A-419E-B16A-3CDA806910FB}"/>
              </a:ext>
            </a:extLst>
          </p:cNvPr>
          <p:cNvSpPr/>
          <p:nvPr/>
        </p:nvSpPr>
        <p:spPr>
          <a:xfrm>
            <a:off x="3558708" y="4679821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FDC3D99A-8596-9FF8-F709-62412E4E152F}"/>
              </a:ext>
            </a:extLst>
          </p:cNvPr>
          <p:cNvSpPr/>
          <p:nvPr/>
        </p:nvSpPr>
        <p:spPr>
          <a:xfrm>
            <a:off x="3558708" y="5236308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CF0F0677-78CC-703C-2777-ADE2500B3F12}"/>
              </a:ext>
            </a:extLst>
          </p:cNvPr>
          <p:cNvSpPr/>
          <p:nvPr/>
        </p:nvSpPr>
        <p:spPr>
          <a:xfrm>
            <a:off x="346354" y="5795346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A36A9006-2A2F-3965-7682-AD20373366AA}"/>
              </a:ext>
            </a:extLst>
          </p:cNvPr>
          <p:cNvSpPr/>
          <p:nvPr/>
        </p:nvSpPr>
        <p:spPr>
          <a:xfrm>
            <a:off x="1077828" y="5795346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285A34A6-9A98-0BE4-757E-508F828A398F}"/>
              </a:ext>
            </a:extLst>
          </p:cNvPr>
          <p:cNvSpPr/>
          <p:nvPr/>
        </p:nvSpPr>
        <p:spPr>
          <a:xfrm>
            <a:off x="3558708" y="5795346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2" name="楕円 6177">
            <a:extLst>
              <a:ext uri="{FF2B5EF4-FFF2-40B4-BE49-F238E27FC236}">
                <ns2:creationId id="{B5BBFBC1-838D-A4FD-C384-F2D3D0292C11}"/>
              </a:ext>
            </a:extLst>
          </p:cNvPr>
          <p:cNvSpPr/>
          <p:nvPr/>
        </p:nvSpPr>
        <p:spPr>
          <a:xfrm>
            <a:off x="3680770" y="3753026"/>
            <a:ext cx="170206" cy="168548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楕円 6178">
            <a:extLst>
              <a:ext uri="{FF2B5EF4-FFF2-40B4-BE49-F238E27FC236}">
                <ns2:creationId id="{53EBADEB-2B1E-D94A-96E5-3671B497C11A}"/>
              </a:ext>
            </a:extLst>
          </p:cNvPr>
          <p:cNvSpPr/>
          <p:nvPr/>
        </p:nvSpPr>
        <p:spPr>
          <a:xfrm>
            <a:off x="3992184" y="3768487"/>
            <a:ext cx="138979" cy="137625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楕円 6179">
            <a:extLst>
              <a:ext uri="{FF2B5EF4-FFF2-40B4-BE49-F238E27FC236}">
                <ns2:creationId id="{BFA48EE6-CC23-5E5A-AAD6-7628F6FE1864}"/>
              </a:ext>
            </a:extLst>
          </p:cNvPr>
          <p:cNvSpPr/>
          <p:nvPr/>
        </p:nvSpPr>
        <p:spPr>
          <a:xfrm>
            <a:off x="4252838" y="3713737"/>
            <a:ext cx="249557" cy="247126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楕円 6180">
            <a:extLst>
              <a:ext uri="{FF2B5EF4-FFF2-40B4-BE49-F238E27FC236}">
                <ns2:creationId id="{FB93CE02-CC28-7DD9-E24E-D1090352111F}"/>
              </a:ext>
            </a:extLst>
          </p:cNvPr>
          <p:cNvSpPr/>
          <p:nvPr/>
        </p:nvSpPr>
        <p:spPr>
          <a:xfrm>
            <a:off x="3647941" y="4286917"/>
            <a:ext cx="235865" cy="233568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9" name="楕円 6181">
            <a:extLst>
              <a:ext uri="{FF2B5EF4-FFF2-40B4-BE49-F238E27FC236}">
                <ns2:creationId id="{C1A40AAE-2EE2-86F5-32BF-309FA33144CB}"/>
              </a:ext>
            </a:extLst>
          </p:cNvPr>
          <p:cNvSpPr/>
          <p:nvPr/>
        </p:nvSpPr>
        <p:spPr>
          <a:xfrm>
            <a:off x="4001818" y="4311565"/>
            <a:ext cx="186083" cy="18427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楕円 6182">
            <a:extLst>
              <a:ext uri="{FF2B5EF4-FFF2-40B4-BE49-F238E27FC236}">
                <ns2:creationId id="{A9FCE9E5-72D3-173A-E18D-99DEAFD9A3EF}"/>
              </a:ext>
            </a:extLst>
          </p:cNvPr>
          <p:cNvSpPr/>
          <p:nvPr/>
        </p:nvSpPr>
        <p:spPr>
          <a:xfrm>
            <a:off x="4305911" y="4332694"/>
            <a:ext cx="143408" cy="142011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楕円 6183">
            <a:extLst>
              <a:ext uri="{FF2B5EF4-FFF2-40B4-BE49-F238E27FC236}">
                <ns2:creationId id="{5400E23F-7F74-93D4-9C74-F1B1E1661976}"/>
              </a:ext>
            </a:extLst>
          </p:cNvPr>
          <p:cNvSpPr/>
          <p:nvPr/>
        </p:nvSpPr>
        <p:spPr>
          <a:xfrm>
            <a:off x="3696723" y="4859083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楕円 6184">
            <a:extLst>
              <a:ext uri="{FF2B5EF4-FFF2-40B4-BE49-F238E27FC236}">
                <ns2:creationId id="{B5FBD700-782C-2033-EDB8-3ABEBEB8B71F}"/>
              </a:ext>
            </a:extLst>
          </p:cNvPr>
          <p:cNvSpPr/>
          <p:nvPr/>
        </p:nvSpPr>
        <p:spPr>
          <a:xfrm>
            <a:off x="3968778" y="4827299"/>
            <a:ext cx="218449" cy="216321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楕円 6185">
            <a:extLst>
              <a:ext uri="{FF2B5EF4-FFF2-40B4-BE49-F238E27FC236}">
                <ns2:creationId id="{7E68BEF5-E580-95CA-5198-252DE6BC0B75}"/>
              </a:ext>
            </a:extLst>
          </p:cNvPr>
          <p:cNvSpPr/>
          <p:nvPr/>
        </p:nvSpPr>
        <p:spPr>
          <a:xfrm>
            <a:off x="4305031" y="4859085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楕円 6186">
            <a:extLst>
              <a:ext uri="{FF2B5EF4-FFF2-40B4-BE49-F238E27FC236}">
                <ns2:creationId id="{DC28425D-D663-8711-14CF-7716DB196F51}"/>
              </a:ext>
            </a:extLst>
          </p:cNvPr>
          <p:cNvSpPr/>
          <p:nvPr/>
        </p:nvSpPr>
        <p:spPr>
          <a:xfrm>
            <a:off x="3696723" y="5425482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楕円 6187">
            <a:extLst>
              <a:ext uri="{FF2B5EF4-FFF2-40B4-BE49-F238E27FC236}">
                <ns2:creationId id="{11741511-6F14-C637-D27C-642B4A780CA6}"/>
              </a:ext>
            </a:extLst>
          </p:cNvPr>
          <p:cNvSpPr/>
          <p:nvPr/>
        </p:nvSpPr>
        <p:spPr>
          <a:xfrm>
            <a:off x="3995763" y="5441663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楕円 6188">
            <a:extLst>
              <a:ext uri="{FF2B5EF4-FFF2-40B4-BE49-F238E27FC236}">
                <ns2:creationId id="{DF6704B5-992B-5776-263B-4C6DC9EBCD7C}"/>
              </a:ext>
            </a:extLst>
          </p:cNvPr>
          <p:cNvSpPr/>
          <p:nvPr/>
        </p:nvSpPr>
        <p:spPr>
          <a:xfrm>
            <a:off x="4262123" y="5380153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楕円 6186">
            <a:extLst>
              <a:ext uri="{FF2B5EF4-FFF2-40B4-BE49-F238E27FC236}">
                <ns2:creationId id="{26E4AEF0-CC6C-36F7-E9CF-3E8AB0CEF4C6}"/>
              </a:ext>
            </a:extLst>
          </p:cNvPr>
          <p:cNvSpPr/>
          <p:nvPr/>
        </p:nvSpPr>
        <p:spPr>
          <a:xfrm>
            <a:off x="3696723" y="5959461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楕円 6187">
            <a:extLst>
              <a:ext uri="{FF2B5EF4-FFF2-40B4-BE49-F238E27FC236}">
                <ns2:creationId id="{32AC506C-E917-5D14-C806-0592619ACFC8}"/>
              </a:ext>
            </a:extLst>
          </p:cNvPr>
          <p:cNvSpPr/>
          <p:nvPr/>
        </p:nvSpPr>
        <p:spPr>
          <a:xfrm>
            <a:off x="3995763" y="5975641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楕円 6188">
            <a:extLst>
              <a:ext uri="{FF2B5EF4-FFF2-40B4-BE49-F238E27FC236}">
                <ns2:creationId id="{DB69D04D-9D92-3146-F974-CE723B748AFC}"/>
              </a:ext>
            </a:extLst>
          </p:cNvPr>
          <p:cNvSpPr/>
          <p:nvPr/>
        </p:nvSpPr>
        <p:spPr>
          <a:xfrm>
            <a:off x="4262123" y="5914132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F4C033AB-18BD-5321-A845-C0248DC65BEB}"/>
              </a:ext>
            </a:extLst>
          </p:cNvPr>
          <p:cNvSpPr txBox="1"/>
          <p:nvPr/>
        </p:nvSpPr>
        <p:spPr>
          <a:xfrm>
            <a:off x="5825293" y="3267792"/>
            <a:ext cx="1634263" cy="3095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D102E6EB-F531-A76B-FF92-F34810EE17FB}"/>
              </a:ext>
            </a:extLst>
          </p:cNvPr>
          <p:cNvSpPr/>
          <p:nvPr/>
        </p:nvSpPr>
        <p:spPr>
          <a:xfrm>
            <a:off x="5794623" y="3888998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8CCA1DE-C327-A732-DF59-A5B7C38C68FE}"/>
              </a:ext>
            </a:extLst>
          </p:cNvPr>
          <p:cNvSpPr/>
          <p:nvPr/>
        </p:nvSpPr>
        <p:spPr>
          <a:xfrm>
            <a:off x="5794623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正方形/長方形 82">
            <a:extLst>
              <a:ext uri="{FF2B5EF4-FFF2-40B4-BE49-F238E27FC236}">
                <ns2:creationId id="{F2AD9C4F-9281-7AB0-9E5E-8AE9E2F112D8}"/>
              </a:ext>
            </a:extLst>
          </p:cNvPr>
          <p:cNvSpPr/>
          <p:nvPr/>
        </p:nvSpPr>
        <p:spPr>
          <a:xfrm>
            <a:off x="6675026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矢印: 左右 6153">
            <a:extLst>
              <a:ext uri="{FF2B5EF4-FFF2-40B4-BE49-F238E27FC236}">
                <ns2:creationId id="{0FF92629-C7B8-0CBF-F35D-07F1D2AFD814}"/>
              </a:ext>
            </a:extLst>
          </p:cNvPr>
          <p:cNvSpPr/>
          <p:nvPr/>
        </p:nvSpPr>
        <p:spPr>
          <a:xfrm rot="16200000">
            <a:off x="4641699" y="4695671"/>
            <a:ext cx="1756510" cy="186801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1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矢印: 左右 6154">
            <a:extLst>
              <a:ext uri="{FF2B5EF4-FFF2-40B4-BE49-F238E27FC236}">
                <ns2:creationId id="{FFAA5CBB-DD5D-3B88-2D63-14DFD4B2159A}"/>
              </a:ext>
            </a:extLst>
          </p:cNvPr>
          <p:cNvSpPr/>
          <p:nvPr/>
        </p:nvSpPr>
        <p:spPr>
          <a:xfrm>
            <a:off x="5739662" y="5776147"/>
            <a:ext cx="1886461" cy="189016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86">
            <a:extLst>
              <a:ext uri="{FF2B5EF4-FFF2-40B4-BE49-F238E27FC236}">
                <ns2:creationId id="{5A1C1FC7-1FCB-7805-9B93-F5EE92D75AFC}"/>
              </a:ext>
            </a:extLst>
          </p:cNvPr>
          <p:cNvSpPr/>
          <p:nvPr/>
        </p:nvSpPr>
        <p:spPr>
          <a:xfrm>
            <a:off x="6326570" y="3888997"/>
            <a:ext cx="1228861" cy="1201647"/>
          </a:xfrm>
          <a:prstGeom prst="rect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楕円 6191">
            <a:extLst>
              <a:ext uri="{FF2B5EF4-FFF2-40B4-BE49-F238E27FC236}">
                <ns2:creationId id="{6B3B7B5B-F37B-E3CC-D046-5B54189F0279}"/>
              </a:ext>
            </a:extLst>
          </p:cNvPr>
          <p:cNvSpPr/>
          <p:nvPr/>
        </p:nvSpPr>
        <p:spPr>
          <a:xfrm>
            <a:off x="6382391" y="4231685"/>
            <a:ext cx="222998" cy="206689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楕円 6192">
            <a:extLst>
              <a:ext uri="{FF2B5EF4-FFF2-40B4-BE49-F238E27FC236}">
                <ns2:creationId id="{8C2926A5-C413-235F-FCB4-B673F032BDC1}"/>
              </a:ext>
            </a:extLst>
          </p:cNvPr>
          <p:cNvSpPr/>
          <p:nvPr/>
        </p:nvSpPr>
        <p:spPr>
          <a:xfrm>
            <a:off x="6020469" y="5015131"/>
            <a:ext cx="210764" cy="195349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楕円 6195">
            <a:extLst>
              <a:ext uri="{FF2B5EF4-FFF2-40B4-BE49-F238E27FC236}">
                <ns2:creationId id="{2D6370BA-0D1C-D5FD-14F6-7E2C0129BED8}"/>
              </a:ext>
            </a:extLst>
          </p:cNvPr>
          <p:cNvSpPr/>
          <p:nvPr/>
        </p:nvSpPr>
        <p:spPr>
          <a:xfrm>
            <a:off x="6337916" y="4524613"/>
            <a:ext cx="137836" cy="127756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楕円 6198">
            <a:extLst>
              <a:ext uri="{FF2B5EF4-FFF2-40B4-BE49-F238E27FC236}">
                <ns2:creationId id="{D742DE4D-3525-6570-5C2A-9708F1C865EA}"/>
              </a:ext>
            </a:extLst>
          </p:cNvPr>
          <p:cNvSpPr/>
          <p:nvPr/>
        </p:nvSpPr>
        <p:spPr>
          <a:xfrm>
            <a:off x="6043811" y="4415507"/>
            <a:ext cx="137836" cy="127756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ns2:creationId id="{65268939-E7E6-4003-9C82-8B55BCD493F7}"/>
              </a:ext>
            </a:extLst>
          </p:cNvPr>
          <p:cNvGrpSpPr/>
          <p:nvPr/>
        </p:nvGrpSpPr>
        <p:grpSpPr>
          <a:xfrm>
            <a:off x="7433138" y="3839093"/>
            <a:ext cx="481388" cy="948536"/>
            <a:chOff x="11504441" y="3600744"/>
            <a:chExt cx="513027" cy="821672"/>
          </a:xfrm>
        </p:grpSpPr>
        <p:sp>
          <p:nvSpPr>
            <p:cNvPr id="94" name="二等辺三角形 93">
              <a:extLst>
                <a:ext uri="{FF2B5EF4-FFF2-40B4-BE49-F238E27FC236}">
                  <ns2:creationId id="{A19A4EB2-0EEE-A16F-6E48-D2751AB12CCB}"/>
                </a:ext>
              </a:extLst>
            </p:cNvPr>
            <p:cNvSpPr/>
            <p:nvPr/>
          </p:nvSpPr>
          <p:spPr>
            <a:xfrm rot="14400000">
              <a:off x="11543972" y="3940139"/>
              <a:ext cx="97864" cy="176925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四角形: 角を丸くする 6201">
              <a:extLst>
                <a:ext uri="{FF2B5EF4-FFF2-40B4-BE49-F238E27FC236}">
                  <ns2:creationId id="{FB30C1F1-9924-E2A7-02DC-42FCEE719003}"/>
                </a:ext>
              </a:extLst>
            </p:cNvPr>
            <p:cNvSpPr/>
            <p:nvPr/>
          </p:nvSpPr>
          <p:spPr>
            <a:xfrm>
              <a:off x="11594147" y="3600744"/>
              <a:ext cx="423321" cy="821672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97" name="テキスト ボックス 96">
            <a:extLst>
              <a:ext uri="{FF2B5EF4-FFF2-40B4-BE49-F238E27FC236}">
                <ns2:creationId id="{EB11C6E6-636E-6CAC-4E14-8F7BFC341842}"/>
              </a:ext>
            </a:extLst>
          </p:cNvPr>
          <p:cNvSpPr txBox="1"/>
          <p:nvPr/>
        </p:nvSpPr>
        <p:spPr>
          <a:xfrm>
            <a:off x="5366168" y="4270314"/>
            <a:ext cx="317676" cy="1111512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楕円 6205">
            <a:extLst>
              <a:ext uri="{FF2B5EF4-FFF2-40B4-BE49-F238E27FC236}">
                <ns2:creationId id="{88D3CF8D-B3D0-D72C-133E-5D7C288A5C4C}"/>
              </a:ext>
            </a:extLst>
          </p:cNvPr>
          <p:cNvSpPr/>
          <p:nvPr/>
        </p:nvSpPr>
        <p:spPr>
          <a:xfrm>
            <a:off x="5436469" y="4030952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楕円 6206">
            <a:extLst>
              <a:ext uri="{FF2B5EF4-FFF2-40B4-BE49-F238E27FC236}">
                <ns2:creationId id="{7BBF94BD-749A-9831-8740-CC5C9F569999}"/>
              </a:ext>
            </a:extLst>
          </p:cNvPr>
          <p:cNvSpPr/>
          <p:nvPr/>
        </p:nvSpPr>
        <p:spPr>
          <a:xfrm>
            <a:off x="5436469" y="5304081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楕円 6189">
            <a:extLst>
              <a:ext uri="{FF2B5EF4-FFF2-40B4-BE49-F238E27FC236}">
                <ns2:creationId id="{7DB4A09B-A481-58CB-4DAD-F6864761F6A6}"/>
              </a:ext>
            </a:extLst>
          </p:cNvPr>
          <p:cNvSpPr/>
          <p:nvPr/>
        </p:nvSpPr>
        <p:spPr>
          <a:xfrm>
            <a:off x="6807333" y="4146092"/>
            <a:ext cx="152092" cy="142004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1" name="楕円 6190">
            <a:extLst>
              <a:ext uri="{FF2B5EF4-FFF2-40B4-BE49-F238E27FC236}">
                <ns2:creationId id="{BF919CE4-769A-D522-31A1-06AEAF8D7337}"/>
              </a:ext>
            </a:extLst>
          </p:cNvPr>
          <p:cNvSpPr/>
          <p:nvPr/>
        </p:nvSpPr>
        <p:spPr>
          <a:xfrm>
            <a:off x="7034121" y="4224177"/>
            <a:ext cx="124188" cy="115951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3" name="楕円 6193">
            <a:extLst>
              <a:ext uri="{FF2B5EF4-FFF2-40B4-BE49-F238E27FC236}">
                <ns2:creationId id="{A7C46FAE-710D-F3E7-1A88-693A1FBACF88}"/>
              </a:ext>
            </a:extLst>
          </p:cNvPr>
          <p:cNvSpPr/>
          <p:nvPr/>
        </p:nvSpPr>
        <p:spPr>
          <a:xfrm>
            <a:off x="7169873" y="4370614"/>
            <a:ext cx="166279" cy="15525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4" name="楕円 6194">
            <a:extLst>
              <a:ext uri="{FF2B5EF4-FFF2-40B4-BE49-F238E27FC236}">
                <ns2:creationId id="{0278130C-0455-4045-5A0E-AA2FC219BECB}"/>
              </a:ext>
            </a:extLst>
          </p:cNvPr>
          <p:cNvSpPr/>
          <p:nvPr/>
        </p:nvSpPr>
        <p:spPr>
          <a:xfrm>
            <a:off x="7195276" y="5117385"/>
            <a:ext cx="128146" cy="119645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楕円 6196">
            <a:extLst>
              <a:ext uri="{FF2B5EF4-FFF2-40B4-BE49-F238E27FC236}">
                <ns2:creationId id="{FD2473BF-3DDB-852B-4A10-19FE09054FA5}"/>
              </a:ext>
            </a:extLst>
          </p:cNvPr>
          <p:cNvSpPr/>
          <p:nvPr/>
        </p:nvSpPr>
        <p:spPr>
          <a:xfrm>
            <a:off x="6950019" y="4814809"/>
            <a:ext cx="195201" cy="182253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楕円 6197">
            <a:extLst>
              <a:ext uri="{FF2B5EF4-FFF2-40B4-BE49-F238E27FC236}">
                <ns2:creationId id="{E344A007-2DC0-FA81-3A38-904622D5564B}"/>
              </a:ext>
            </a:extLst>
          </p:cNvPr>
          <p:cNvSpPr/>
          <p:nvPr/>
        </p:nvSpPr>
        <p:spPr>
          <a:xfrm>
            <a:off x="7267235" y="4130914"/>
            <a:ext cx="137836" cy="128694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楕円 6199">
            <a:extLst>
              <a:ext uri="{FF2B5EF4-FFF2-40B4-BE49-F238E27FC236}">
                <ns2:creationId id="{A86FE260-6BC3-7C34-FCF6-CA9EA173FA83}"/>
              </a:ext>
            </a:extLst>
          </p:cNvPr>
          <p:cNvSpPr/>
          <p:nvPr/>
        </p:nvSpPr>
        <p:spPr>
          <a:xfrm>
            <a:off x="6826517" y="5160931"/>
            <a:ext cx="108634" cy="10142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楕円 6200">
            <a:extLst>
              <a:ext uri="{FF2B5EF4-FFF2-40B4-BE49-F238E27FC236}">
                <ns2:creationId id="{4BEBF60B-1A86-DAA8-1816-D5D647B4BA69}"/>
              </a:ext>
            </a:extLst>
          </p:cNvPr>
          <p:cNvSpPr/>
          <p:nvPr/>
        </p:nvSpPr>
        <p:spPr>
          <a:xfrm>
            <a:off x="6895586" y="4443695"/>
            <a:ext cx="219641" cy="205072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楕円 6207">
            <a:extLst>
              <a:ext uri="{FF2B5EF4-FFF2-40B4-BE49-F238E27FC236}">
                <ns2:creationId id="{518A5CEE-3237-41A5-FE47-68ED7527C84E}"/>
              </a:ext>
            </a:extLst>
          </p:cNvPr>
          <p:cNvSpPr/>
          <p:nvPr/>
        </p:nvSpPr>
        <p:spPr>
          <a:xfrm>
            <a:off x="7146572" y="5795949"/>
            <a:ext cx="195461" cy="15535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楕円 6208">
            <a:extLst>
              <a:ext uri="{FF2B5EF4-FFF2-40B4-BE49-F238E27FC236}">
                <ns2:creationId id="{DBAE7D1A-6ADE-ECB0-63D7-2EBBDA7972D6}"/>
              </a:ext>
            </a:extLst>
          </p:cNvPr>
          <p:cNvSpPr/>
          <p:nvPr/>
        </p:nvSpPr>
        <p:spPr>
          <a:xfrm>
            <a:off x="5958710" y="5782022"/>
            <a:ext cx="216907" cy="1764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7E8192E2-4620-ADF1-5ED0-E7A34AA3E3DC}"/>
              </a:ext>
            </a:extLst>
          </p:cNvPr>
          <p:cNvSpPr/>
          <p:nvPr/>
        </p:nvSpPr>
        <p:spPr>
          <a:xfrm>
            <a:off x="5275356" y="2329298"/>
            <a:ext cx="2753761" cy="261473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111">
            <a:extLst>
              <a:ext uri="{FF2B5EF4-FFF2-40B4-BE49-F238E27FC236}">
                <ns2:creationId id="{790B2BCE-B619-C709-AE41-DB3896278458}"/>
              </a:ext>
            </a:extLst>
          </p:cNvPr>
          <p:cNvSpPr/>
          <p:nvPr/>
        </p:nvSpPr>
        <p:spPr>
          <a:xfrm>
            <a:off x="5275356" y="2585479"/>
            <a:ext cx="2753761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C5C0B06-76EA-5875-5E7F-4D118ED4A957}"/>
              </a:ext>
            </a:extLst>
          </p:cNvPr>
          <p:cNvGrpSpPr/>
          <p:nvPr/>
        </p:nvGrpSpPr>
        <p:grpSpPr>
          <a:xfrm>
            <a:off x="8091462" y="3874052"/>
            <a:ext cx="637576" cy="1996916"/>
            <a:chOff x="8953534" y="3805467"/>
            <a:chExt cx="438507" cy="1787211"/>
          </a:xfrm>
        </p:grpSpPr>
        <p:sp>
          <p:nvSpPr>
            <p:cNvPr id="114" name="二等辺三角形 113">
              <a:extLst>
                <a:ext uri="{FF2B5EF4-FFF2-40B4-BE49-F238E27FC236}">
                  <ns2:creationId id="{C3E80BD2-1AA2-A61C-7165-54D5129DAA7C}"/>
                </a:ext>
              </a:extLst>
            </p:cNvPr>
            <p:cNvSpPr/>
            <p:nvPr/>
          </p:nvSpPr>
          <p:spPr>
            <a:xfrm rot="5400000">
              <a:off x="8311967" y="4512605"/>
              <a:ext cx="1787211" cy="372936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93BCEAB8-F419-CF81-E1A9-0864D392A7A9}"/>
                </a:ext>
              </a:extLst>
            </p:cNvPr>
            <p:cNvSpPr txBox="1"/>
            <p:nvPr/>
          </p:nvSpPr>
          <p:spPr>
            <a:xfrm>
              <a:off x="8953534" y="4236034"/>
              <a:ext cx="359856" cy="966390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20" name="グループ化 119">
            <a:extLst>
              <a:ext uri="{FF2B5EF4-FFF2-40B4-BE49-F238E27FC236}">
                <ns2:creationId id="{8616C13A-3199-9226-BF4A-DC77BAC2DFB5}"/>
              </a:ext>
            </a:extLst>
          </p:cNvPr>
          <p:cNvGrpSpPr/>
          <p:nvPr/>
        </p:nvGrpSpPr>
        <p:grpSpPr>
          <a:xfrm>
            <a:off x="8821271" y="2329298"/>
            <a:ext cx="3035768" cy="846338"/>
            <a:chOff x="8984223" y="2329298"/>
            <a:chExt cx="2872816" cy="846338"/>
          </a:xfrm>
        </p:grpSpPr>
        <p:sp>
          <p:nvSpPr>
            <p:cNvPr id="116" name="正方形/長方形 115">
              <a:extLst>
                <a:ext uri="{FF2B5EF4-FFF2-40B4-BE49-F238E27FC236}">
                  <ns2:creationId id="{E8B31C2B-305A-4040-CA60-F96A71225376}"/>
                </a:ext>
              </a:extLst>
            </p:cNvPr>
            <p:cNvSpPr/>
            <p:nvPr/>
          </p:nvSpPr>
          <p:spPr>
            <a:xfrm>
              <a:off x="8984223" y="2329298"/>
              <a:ext cx="2872816" cy="26147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46A28C17-F807-1A63-CB6D-22FFEE0051BB}"/>
                </a:ext>
              </a:extLst>
            </p:cNvPr>
            <p:cNvSpPr/>
            <p:nvPr/>
          </p:nvSpPr>
          <p:spPr>
            <a:xfrm>
              <a:off x="8984223" y="2585479"/>
              <a:ext cx="2872816" cy="59015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118" name="グラフ 117">
            <a:extLst>
              <a:ext uri="{FF2B5EF4-FFF2-40B4-BE49-F238E27FC236}">
                <ns2:creationId id="{037BBCA8-B042-DAEA-595B-6B95D825D725}"/>
              </a:ext>
            </a:extLst>
          </p:cNvPr>
          <p:cNvGraphicFramePr/>
          <p:nvPr/>
        </p:nvGraphicFramePr>
        <p:xfrm>
          <a:off x="8969056" y="3605795"/>
          <a:ext cx="2752175" cy="2369846"/>
        </p:xfrm>
        <a:graphic>
          <a:graphicData uri="http://schemas.openxmlformats.org/drawingml/2006/chart">
            <ns6:chart r:id="rId4"/>
          </a:graphicData>
        </a:graphic>
      </p:graphicFrame>
      <p:sp>
        <p:nvSpPr>
          <p:cNvPr id="119" name="テキスト ボックス 118">
            <a:extLst>
              <a:ext uri="{FF2B5EF4-FFF2-40B4-BE49-F238E27FC236}">
                <ns2:creationId id="{CE809056-B924-E128-004C-630F935E6447}"/>
              </a:ext>
            </a:extLst>
          </p:cNvPr>
          <p:cNvSpPr txBox="1"/>
          <p:nvPr/>
        </p:nvSpPr>
        <p:spPr>
          <a:xfrm>
            <a:off x="8611863" y="6298390"/>
            <a:ext cx="31166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SLA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25" name="テキスト ボックス 124">
            <a:extLst>
              <a:ext uri="{FF2B5EF4-FFF2-40B4-BE49-F238E27FC236}">
                <ns2:creationId id="{482626CD-6096-9475-167D-DBA62C834409}"/>
              </a:ext>
            </a:extLst>
          </p:cNvPr>
          <p:cNvSpPr txBox="1"/>
          <p:nvPr/>
        </p:nvSpPr>
        <p:spPr>
          <a:xfrm>
            <a:off x="9501073" y="3267792"/>
            <a:ext cx="16342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ns2:creationId id="{9FC6136A-AC77-84FE-FFBC-B56997E6B8A9}"/>
              </a:ext>
            </a:extLst>
          </p:cNvPr>
          <p:cNvSpPr txBox="1"/>
          <p:nvPr/>
        </p:nvSpPr>
        <p:spPr>
          <a:xfrm>
            <a:off x="4733116" y="6298390"/>
            <a:ext cx="377692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/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" name="正方形/長方形 1">
            <a:extLst>
              <a:ext uri="{FF2B5EF4-FFF2-40B4-BE49-F238E27FC236}">
                <ns2:creationId id="{08134A97-F16E-AF16-F3F4-99DED15FCC0D}"/>
              </a:ext>
            </a:extLst>
          </p:cNvPr>
          <p:cNvSpPr/>
          <p:nvPr/>
        </p:nvSpPr>
        <p:spPr>
          <a:xfrm>
            <a:off x="7447472" y="0"/>
            <a:ext cx="4744528" cy="229237"/>
          </a:xfrm>
          <a:prstGeom prst="rect">
            <a:avLst/>
          </a:prstGeom>
          <a:solidFill>
            <a:srgbClr val="2693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/>
          <a:p>
            <a:pPr algn="ctr"/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7:creationId val="3008162210"/>
      </p:ext>
    </p:extLst>
  </p:cSld>
  <p:clrMapOvr>
    <a:masterClrMapping/>
  </p:clrMapOvr>
</p:sld>
</file>

<file path=ppt/slides/slide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3">
            <a:extLst>
              <a:ext uri="{FF2B5EF4-FFF2-40B4-BE49-F238E27FC236}">
                <ns2:creationId id="{EBE04A46-348B-482D-4C11-D6E6E6E89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>
                <a:solidFill>
                  <a:srgbClr val="000000"/>
                </a:solidFill>
              </a:rPr>
              <a:t>XX</a:t>
            </a:r>
            <a:br>
              <a:rPr lang="en-US" altLang="ja-JP" dirty="0">
                <a:solidFill>
                  <a:srgbClr val="000000"/>
                </a:solidFill>
              </a:rPr>
            </a:br>
            <a:r>
              <a:rPr lang="ja-JP" altLang="en-US" dirty="0">
                <a:solidFill>
                  <a:srgbClr val="000000"/>
                </a:solidFill>
              </a:rPr>
              <a:t>XX</a:t>
            </a:r>
            <a:endParaRPr lang="ja-JP" altLang="en-US" dirty="0"/>
          </a:p>
        </p:txBody>
      </p:sp>
      <p:sp>
        <p:nvSpPr>
          <p:cNvPr id="5" name="テキスト プレースホルダー 4">
            <a:extLst>
              <a:ext uri="{FF2B5EF4-FFF2-40B4-BE49-F238E27FC236}">
                <ns2:creationId id="{F268C22C-F9ED-326C-BD92-57317BD233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3" y="932932"/>
            <a:ext cx="11597481" cy="408505"/>
          </a:xfrm>
        </p:spPr>
        <p:txBody>
          <a:bodyPr/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79E7A3C2-0A93-B0FB-A6F7-00CFF76B859C}"/>
              </a:ext>
            </a:extLst>
          </p:cNvPr>
          <p:cNvSpPr txBox="1">
            <a:spLocks/>
          </p:cNvSpPr>
          <p:nvPr/>
        </p:nvSpPr>
        <p:spPr>
          <a:xfrm>
            <a:off x="371475" y="372382"/>
            <a:ext cx="11449050" cy="414335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>
              <a:solidFill>
                <a:srgbClr val="000000"/>
              </a:solidFill>
            </a:endParaRPr>
          </a:p>
        </p:txBody>
      </p:sp>
      <p:sp>
        <p:nvSpPr>
          <p:cNvPr id="8" name="四角形: 角を丸くする 7">
            <a:extLst>
              <a:ext uri="{FF2B5EF4-FFF2-40B4-BE49-F238E27FC236}">
                <ns2:creationId id="{02425FD9-4439-5DB4-62E8-AB5A70B9AB87}"/>
              </a:ext>
            </a:extLst>
          </p:cNvPr>
          <p:cNvSpPr/>
          <p:nvPr/>
        </p:nvSpPr>
        <p:spPr>
          <a:xfrm>
            <a:off x="371475" y="6395098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33D1D836-C2FE-175A-11B2-9243E0264ED7}"/>
              </a:ext>
            </a:extLst>
          </p:cNvPr>
          <p:cNvGrpSpPr/>
          <p:nvPr/>
        </p:nvGrpSpPr>
        <p:grpSpPr>
          <a:xfrm>
            <a:off x="1645920" y="1628775"/>
            <a:ext cx="10211118" cy="4625294"/>
            <a:chOff x="1457915" y="1628775"/>
            <a:chExt cx="10399123" cy="4625294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B5BDE4CE-63B0-CFEC-FA5C-4788A9E5D7EB}"/>
                </a:ext>
              </a:extLst>
            </p:cNvPr>
            <p:cNvSpPr/>
            <p:nvPr/>
          </p:nvSpPr>
          <p:spPr>
            <a:xfrm>
              <a:off x="1457915" y="5885610"/>
              <a:ext cx="3974695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560080D1-3BA2-8BA1-7EA8-86F756EDD6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2502047"/>
              <a:ext cx="10360228" cy="57268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ns2:creationId id="{14E225B2-E812-F7F2-BB04-44605F52094D}"/>
                </a:ext>
              </a:extLst>
            </p:cNvPr>
            <p:cNvCxnSpPr/>
            <p:nvPr/>
          </p:nvCxnSpPr>
          <p:spPr>
            <a:xfrm flipV="1">
              <a:off x="1457916" y="3993689"/>
              <a:ext cx="949321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7936AE60-C83A-06D8-E422-E110F3AB9615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986670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3BF862C7-FD99-7F51-D7EB-DBBB39C2A50D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398590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0DC8876A-9E2A-E152-AADD-9CE4DEBDE25A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810511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>
              <a:extLst>
                <a:ext uri="{FF2B5EF4-FFF2-40B4-BE49-F238E27FC236}">
                  <ns2:creationId id="{9AE76F88-45A0-431B-F442-EB2A49978F7B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405609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ns2:creationId id="{FAC4AEA6-4071-66F4-9FB5-7E0D6010B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3255405"/>
              <a:ext cx="10399122" cy="21096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四角形: 角を丸くする 24">
              <a:extLst>
                <a:ext uri="{FF2B5EF4-FFF2-40B4-BE49-F238E27FC236}">
                  <ns2:creationId id="{18F81C5A-0A62-81AD-2CA2-25B515D92B9D}"/>
                </a:ext>
              </a:extLst>
            </p:cNvPr>
            <p:cNvSpPr/>
            <p:nvPr/>
          </p:nvSpPr>
          <p:spPr>
            <a:xfrm>
              <a:off x="1457916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A56286C5-9DBE-791F-6091-0CD32015E43E}"/>
                </a:ext>
              </a:extLst>
            </p:cNvPr>
            <p:cNvSpPr/>
            <p:nvPr/>
          </p:nvSpPr>
          <p:spPr>
            <a:xfrm>
              <a:off x="4474933" y="1628775"/>
              <a:ext cx="3459336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EAC55183-215B-AFBC-BB93-D700C9815906}"/>
                </a:ext>
              </a:extLst>
            </p:cNvPr>
            <p:cNvSpPr/>
            <p:nvPr/>
          </p:nvSpPr>
          <p:spPr>
            <a:xfrm>
              <a:off x="8024154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F250E29-426D-E2CE-5653-57C782C13721}"/>
                </a:ext>
              </a:extLst>
            </p:cNvPr>
            <p:cNvSpPr/>
            <p:nvPr/>
          </p:nvSpPr>
          <p:spPr>
            <a:xfrm>
              <a:off x="8024154" y="5116314"/>
              <a:ext cx="3832884" cy="18983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コネクタ: カギ線 28">
              <a:extLst>
                <a:ext uri="{FF2B5EF4-FFF2-40B4-BE49-F238E27FC236}">
                  <ns2:creationId id="{F6B8DE0C-A4E4-24BF-5630-88283CB8161E}"/>
                </a:ext>
              </a:extLst>
            </p:cNvPr>
            <p:cNvCxnSpPr>
              <a:cxnSpLocks/>
              <a:stCxn id="41" idx="3"/>
              <a:endCxn id="63" idx="0"/>
            </p:cNvCxnSpPr>
            <p:nvPr/>
          </p:nvCxnSpPr>
          <p:spPr>
            <a:xfrm>
              <a:off x="4385047" y="2041586"/>
              <a:ext cx="2035762" cy="281448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コネクタ: カギ線 29">
              <a:extLst>
                <a:ext uri="{FF2B5EF4-FFF2-40B4-BE49-F238E27FC236}">
                  <ns2:creationId id="{772CDA52-C81C-EB0B-932D-5A2D8ABF45B1}"/>
                </a:ext>
              </a:extLst>
            </p:cNvPr>
            <p:cNvCxnSpPr>
              <a:cxnSpLocks/>
              <a:stCxn id="63" idx="3"/>
              <a:endCxn id="70" idx="0"/>
            </p:cNvCxnSpPr>
            <p:nvPr/>
          </p:nvCxnSpPr>
          <p:spPr>
            <a:xfrm>
              <a:off x="8366686" y="2502047"/>
              <a:ext cx="648301" cy="794110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0C7162FC-6799-58B6-A571-09260D61CF3B}"/>
                </a:ext>
              </a:extLst>
            </p:cNvPr>
            <p:cNvCxnSpPr>
              <a:cxnSpLocks/>
              <a:stCxn id="64" idx="3"/>
              <a:endCxn id="75" idx="0"/>
            </p:cNvCxnSpPr>
            <p:nvPr/>
          </p:nvCxnSpPr>
          <p:spPr>
            <a:xfrm>
              <a:off x="8366686" y="2758665"/>
              <a:ext cx="256591" cy="537492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コネクタ: カギ線 31">
              <a:extLst>
                <a:ext uri="{FF2B5EF4-FFF2-40B4-BE49-F238E27FC236}">
                  <ns2:creationId id="{FBB60362-5C87-5BE9-4C4F-D7EAFD2C6257}"/>
                </a:ext>
              </a:extLst>
            </p:cNvPr>
            <p:cNvCxnSpPr>
              <a:cxnSpLocks/>
              <a:stCxn id="59" idx="1"/>
              <a:endCxn id="79" idx="0"/>
            </p:cNvCxnSpPr>
            <p:nvPr/>
          </p:nvCxnSpPr>
          <p:spPr>
            <a:xfrm rot="10800000" flipV="1">
              <a:off x="3115078" y="4097580"/>
              <a:ext cx="4909077" cy="27488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コネクタ: カギ線 32">
              <a:extLst>
                <a:ext uri="{FF2B5EF4-FFF2-40B4-BE49-F238E27FC236}">
                  <ns2:creationId id="{5112F2BF-F01E-54F6-4D4D-716878143266}"/>
                </a:ext>
              </a:extLst>
            </p:cNvPr>
            <p:cNvCxnSpPr>
              <a:cxnSpLocks/>
              <a:stCxn id="79" idx="3"/>
              <a:endCxn id="28" idx="0"/>
            </p:cNvCxnSpPr>
            <p:nvPr/>
          </p:nvCxnSpPr>
          <p:spPr>
            <a:xfrm>
              <a:off x="4765638" y="4478812"/>
              <a:ext cx="5174958" cy="637502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9C34FBD3-AE23-F472-FCC3-4F20F694885F}"/>
                </a:ext>
              </a:extLst>
            </p:cNvPr>
            <p:cNvCxnSpPr>
              <a:cxnSpLocks/>
              <a:stCxn id="28" idx="1"/>
              <a:endCxn id="37" idx="0"/>
            </p:cNvCxnSpPr>
            <p:nvPr/>
          </p:nvCxnSpPr>
          <p:spPr>
            <a:xfrm rot="10800000" flipV="1">
              <a:off x="3445264" y="5211228"/>
              <a:ext cx="4578890" cy="257647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5" name="グラフィックス 34" descr="計算機 枠線">
              <a:extLst>
                <a:ext uri="{FF2B5EF4-FFF2-40B4-BE49-F238E27FC236}">
                  <ns2:creationId id="{4A98AACA-0776-24BA-51F3-DEA05EE559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508651" y="1645734"/>
              <a:ext cx="266103" cy="271349"/>
            </a:xfrm>
            <a:prstGeom prst="rect">
              <a:avLst/>
            </a:prstGeom>
          </p:spPr>
        </p:pic>
        <p:pic>
          <p:nvPicPr>
            <p:cNvPr id="36" name="グラフィックス 35" descr="プログラマー男性 枠線">
              <a:extLst>
                <a:ext uri="{FF2B5EF4-FFF2-40B4-BE49-F238E27FC236}">
                  <ns2:creationId id="{3DE5BA9C-E4BE-D167-02C4-108CA8A01D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738" y="1645734"/>
              <a:ext cx="266103" cy="271349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C5F214CF-2DCE-C0D4-50EE-3E73EAD219F8}"/>
                </a:ext>
              </a:extLst>
            </p:cNvPr>
            <p:cNvSpPr/>
            <p:nvPr/>
          </p:nvSpPr>
          <p:spPr>
            <a:xfrm>
              <a:off x="1457916" y="5468876"/>
              <a:ext cx="3974696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" name="コネクタ: カギ線 38">
              <a:extLst>
                <a:ext uri="{FF2B5EF4-FFF2-40B4-BE49-F238E27FC236}">
                  <ns2:creationId id="{373658C8-2B77-C25A-41E8-428C5120A9D0}"/>
                </a:ext>
              </a:extLst>
            </p:cNvPr>
            <p:cNvCxnSpPr>
              <a:cxnSpLocks/>
              <a:stCxn id="45" idx="2"/>
              <a:endCxn id="42" idx="1"/>
            </p:cNvCxnSpPr>
            <p:nvPr/>
          </p:nvCxnSpPr>
          <p:spPr>
            <a:xfrm rot="16200000" flipH="1">
              <a:off x="1807201" y="2071366"/>
              <a:ext cx="99808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電球と鉛筆 枠線">
              <a:extLst>
                <a:ext uri="{FF2B5EF4-FFF2-40B4-BE49-F238E27FC236}">
                  <ns2:creationId id="{9EC31DE6-481F-70D4-B5CF-A674150806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66640" y="1645734"/>
              <a:ext cx="266103" cy="271349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F3238007-AD4A-BB21-0F07-E6DFCF98B97D}"/>
                </a:ext>
              </a:extLst>
            </p:cNvPr>
            <p:cNvSpPr/>
            <p:nvPr/>
          </p:nvSpPr>
          <p:spPr>
            <a:xfrm>
              <a:off x="1464516" y="1967693"/>
              <a:ext cx="2920531" cy="147786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486843DD-1B60-AA62-C7A9-CE9A550D09A7}"/>
                </a:ext>
              </a:extLst>
            </p:cNvPr>
            <p:cNvSpPr/>
            <p:nvPr/>
          </p:nvSpPr>
          <p:spPr>
            <a:xfrm>
              <a:off x="1955969" y="2146241"/>
              <a:ext cx="2429078" cy="147787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F22BADBC-3393-25B3-F614-D65153B7AAE5}"/>
                </a:ext>
              </a:extLst>
            </p:cNvPr>
            <p:cNvSpPr/>
            <p:nvPr/>
          </p:nvSpPr>
          <p:spPr>
            <a:xfrm>
              <a:off x="1955969" y="2324791"/>
              <a:ext cx="2429078" cy="19705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4" name="コネクタ: カギ線 43">
              <a:extLst>
                <a:ext uri="{FF2B5EF4-FFF2-40B4-BE49-F238E27FC236}">
                  <ns2:creationId id="{D087D2A9-68B5-5537-EAC8-73160F6B10FA}"/>
                </a:ext>
              </a:extLst>
            </p:cNvPr>
            <p:cNvCxnSpPr>
              <a:cxnSpLocks/>
              <a:stCxn id="45" idx="2"/>
              <a:endCxn id="43" idx="1"/>
            </p:cNvCxnSpPr>
            <p:nvPr/>
          </p:nvCxnSpPr>
          <p:spPr>
            <a:xfrm rot="16200000" flipH="1">
              <a:off x="1705611" y="2172956"/>
              <a:ext cx="302990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>
              <a:extLst>
                <a:ext uri="{FF2B5EF4-FFF2-40B4-BE49-F238E27FC236}">
                  <ns2:creationId id="{30F0A6AE-CA03-8928-08A0-0A59B8639903}"/>
                </a:ext>
              </a:extLst>
            </p:cNvPr>
            <p:cNvSpPr/>
            <p:nvPr/>
          </p:nvSpPr>
          <p:spPr>
            <a:xfrm>
              <a:off x="1728540" y="2074378"/>
              <a:ext cx="59406" cy="459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C99DE43D-C5E8-70D9-CF19-12532CDCD123}"/>
                </a:ext>
              </a:extLst>
            </p:cNvPr>
            <p:cNvGrpSpPr/>
            <p:nvPr/>
          </p:nvGrpSpPr>
          <p:grpSpPr>
            <a:xfrm>
              <a:off x="1464516" y="4372469"/>
              <a:ext cx="3301122" cy="587290"/>
              <a:chOff x="1554265" y="3818449"/>
              <a:chExt cx="2520000" cy="623329"/>
            </a:xfrm>
          </p:grpSpPr>
          <p:sp>
            <p:nvSpPr>
              <p:cNvPr id="79" name="四角形: 角を丸くする 78">
                <a:extLst>
                  <a:ext uri="{FF2B5EF4-FFF2-40B4-BE49-F238E27FC236}">
                    <ns2:creationId id="{A05F62A4-A360-A3A1-A07D-0A4F86354B34}"/>
                  </a:ext>
                </a:extLst>
              </p:cNvPr>
              <p:cNvSpPr/>
              <p:nvPr/>
            </p:nvSpPr>
            <p:spPr>
              <a:xfrm>
                <a:off x="1554265" y="3818449"/>
                <a:ext cx="2520000" cy="225737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3669F036-131B-FBE3-1F22-E1983CDE4986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ns2:creationId id="{3E23A6E5-009D-82ED-9095-0BB473A2BE4E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コネクタ: カギ線 81">
                <a:extLst>
                  <a:ext uri="{FF2B5EF4-FFF2-40B4-BE49-F238E27FC236}">
                    <ns2:creationId id="{159B3ABD-5529-682C-3EA8-636778000C5E}"/>
                  </a:ext>
                </a:extLst>
              </p:cNvPr>
              <p:cNvCxnSpPr>
                <a:cxnSpLocks/>
                <a:stCxn id="84" idx="2"/>
                <a:endCxn id="81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79197767-8570-72CB-ACA8-43F37BB0A085}"/>
                  </a:ext>
                </a:extLst>
              </p:cNvPr>
              <p:cNvCxnSpPr>
                <a:cxnSpLocks/>
                <a:stCxn id="84" idx="2"/>
                <a:endCxn id="80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A7590204-6617-496F-FAE2-CDE3B2EA5DA8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47" name="コネクタ: カギ線 46">
              <a:extLst>
                <a:ext uri="{FF2B5EF4-FFF2-40B4-BE49-F238E27FC236}">
                  <ns2:creationId id="{E68065C6-31DD-9434-EFB3-4957F3D3FE64}"/>
                </a:ext>
              </a:extLst>
            </p:cNvPr>
            <p:cNvCxnSpPr>
              <a:cxnSpLocks/>
              <a:stCxn id="69" idx="3"/>
              <a:endCxn id="75" idx="0"/>
            </p:cNvCxnSpPr>
            <p:nvPr/>
          </p:nvCxnSpPr>
          <p:spPr>
            <a:xfrm>
              <a:off x="8336983" y="2985967"/>
              <a:ext cx="286294" cy="310190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グループ化 47">
              <a:extLst>
                <a:ext uri="{FF2B5EF4-FFF2-40B4-BE49-F238E27FC236}">
                  <ns2:creationId id="{999B0C1C-4A75-FD22-1EB2-C9A9FB6F2E09}"/>
                </a:ext>
              </a:extLst>
            </p:cNvPr>
            <p:cNvGrpSpPr/>
            <p:nvPr/>
          </p:nvGrpSpPr>
          <p:grpSpPr>
            <a:xfrm>
              <a:off x="7676784" y="3296157"/>
              <a:ext cx="4152323" cy="677878"/>
              <a:chOff x="8557165" y="2659367"/>
              <a:chExt cx="3264523" cy="719477"/>
            </a:xfrm>
          </p:grpSpPr>
          <p:sp>
            <p:nvSpPr>
              <p:cNvPr id="70" name="四角形: 角を丸くする 69">
                <a:extLst>
                  <a:ext uri="{FF2B5EF4-FFF2-40B4-BE49-F238E27FC236}">
                    <ns2:creationId id="{2ABFB1DF-E503-36AE-7E53-DF3DFA75CE45}"/>
                  </a:ext>
                </a:extLst>
              </p:cNvPr>
              <p:cNvSpPr/>
              <p:nvPr/>
            </p:nvSpPr>
            <p:spPr>
              <a:xfrm>
                <a:off x="8557165" y="2659367"/>
                <a:ext cx="2104168" cy="146122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四角形: 角を丸くする 70">
                <a:extLst>
                  <a:ext uri="{FF2B5EF4-FFF2-40B4-BE49-F238E27FC236}">
                    <ns2:creationId id="{A03F000D-4307-3BC9-2AC5-9210764CE432}"/>
                  </a:ext>
                </a:extLst>
              </p:cNvPr>
              <p:cNvSpPr/>
              <p:nvPr/>
            </p:nvSpPr>
            <p:spPr>
              <a:xfrm>
                <a:off x="9067240" y="284519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7C64728-4655-55CD-0D90-E065CDF8CDE0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3" name="四角形: 角を丸くする 72">
                <a:extLst>
                  <a:ext uri="{FF2B5EF4-FFF2-40B4-BE49-F238E27FC236}">
                    <ns2:creationId id="{A8957527-B7D4-EBA5-0123-635EFFA99AC0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74" name="コネクタ: カギ線 73">
                <a:extLst>
                  <a:ext uri="{FF2B5EF4-FFF2-40B4-BE49-F238E27FC236}">
                    <ns2:creationId id="{1DA5AB23-ADA2-F11E-9043-BDE90A77C64E}"/>
                  </a:ext>
                </a:extLst>
              </p:cNvPr>
              <p:cNvCxnSpPr>
                <a:cxnSpLocks/>
                <a:stCxn id="78" idx="2"/>
                <a:endCxn id="73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正方形/長方形 74">
                <a:extLst>
                  <a:ext uri="{FF2B5EF4-FFF2-40B4-BE49-F238E27FC236}">
                    <ns2:creationId id="{495C3A4E-A82F-62AF-0A91-0C70F0DCB6C5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6" name="コネクタ: カギ線 75">
                <a:extLst>
                  <a:ext uri="{FF2B5EF4-FFF2-40B4-BE49-F238E27FC236}">
                    <ns2:creationId id="{E2E1935E-7131-AEC0-EB41-7DA6663EA8EA}"/>
                  </a:ext>
                </a:extLst>
              </p:cNvPr>
              <p:cNvCxnSpPr>
                <a:cxnSpLocks/>
                <a:stCxn id="78" idx="2"/>
                <a:endCxn id="72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76">
                <a:extLst>
                  <a:ext uri="{FF2B5EF4-FFF2-40B4-BE49-F238E27FC236}">
                    <ns2:creationId id="{17CEBCF3-58C0-74BC-FE74-0C0218492DD8}"/>
                  </a:ext>
                </a:extLst>
              </p:cNvPr>
              <p:cNvCxnSpPr>
                <a:cxnSpLocks/>
                <a:stCxn id="78" idx="2"/>
                <a:endCxn id="71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56ACD3F1-3E9F-B8F9-C809-727E23434C6A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49" name="グループ化 48">
              <a:extLst>
                <a:ext uri="{FF2B5EF4-FFF2-40B4-BE49-F238E27FC236}">
                  <ns2:creationId id="{2D701A9F-1105-ED67-3583-1C8A228597BD}"/>
                </a:ext>
              </a:extLst>
            </p:cNvPr>
            <p:cNvGrpSpPr/>
            <p:nvPr/>
          </p:nvGrpSpPr>
          <p:grpSpPr>
            <a:xfrm>
              <a:off x="4474933" y="2323034"/>
              <a:ext cx="3891753" cy="1036741"/>
              <a:chOff x="4812405" y="1883050"/>
              <a:chExt cx="4212000" cy="1100361"/>
            </a:xfrm>
          </p:grpSpPr>
          <p:sp>
            <p:nvSpPr>
              <p:cNvPr id="63" name="四角形: 角を丸くする 62">
                <a:extLst>
                  <a:ext uri="{FF2B5EF4-FFF2-40B4-BE49-F238E27FC236}">
                    <ns2:creationId id="{D7817C14-D2BA-6E74-597D-E4D4B35187A2}"/>
                  </a:ext>
                </a:extLst>
              </p:cNvPr>
              <p:cNvSpPr/>
              <p:nvPr/>
            </p:nvSpPr>
            <p:spPr>
              <a:xfrm>
                <a:off x="4812405" y="1883050"/>
                <a:ext cx="4212000" cy="379996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D0652B3B-D68F-065B-D546-8A419B262C5E}"/>
                  </a:ext>
                </a:extLst>
              </p:cNvPr>
              <p:cNvSpPr/>
              <p:nvPr/>
            </p:nvSpPr>
            <p:spPr>
              <a:xfrm>
                <a:off x="6684405" y="2283049"/>
                <a:ext cx="2340000" cy="124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5" name="コネクタ: カギ線 64">
                <a:extLst>
                  <a:ext uri="{FF2B5EF4-FFF2-40B4-BE49-F238E27FC236}">
                    <ns2:creationId id="{6AEFF231-E0CC-E28A-9453-6D46795F1476}"/>
                  </a:ext>
                </a:extLst>
              </p:cNvPr>
              <p:cNvCxnSpPr>
                <a:cxnSpLocks/>
                <a:stCxn id="68" idx="2"/>
                <a:endCxn id="64" idx="1"/>
              </p:cNvCxnSpPr>
              <p:nvPr/>
            </p:nvCxnSpPr>
            <p:spPr>
              <a:xfrm rot="16200000" flipH="1">
                <a:off x="6524457" y="2185465"/>
                <a:ext cx="106122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四角形: 角を丸くする 65">
                <a:extLst>
                  <a:ext uri="{FF2B5EF4-FFF2-40B4-BE49-F238E27FC236}">
                    <ns2:creationId id="{801C9868-2BA2-1500-2740-F5F4B56B79BC}"/>
                  </a:ext>
                </a:extLst>
              </p:cNvPr>
              <p:cNvSpPr/>
              <p:nvPr/>
            </p:nvSpPr>
            <p:spPr>
              <a:xfrm>
                <a:off x="6684405" y="2777682"/>
                <a:ext cx="1370869" cy="205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2EEDCE96-2B81-6DEA-99C3-764362235064}"/>
                  </a:ext>
                </a:extLst>
              </p:cNvPr>
              <p:cNvCxnSpPr>
                <a:cxnSpLocks/>
                <a:stCxn id="68" idx="2"/>
                <a:endCxn id="66" idx="1"/>
              </p:cNvCxnSpPr>
              <p:nvPr/>
            </p:nvCxnSpPr>
            <p:spPr>
              <a:xfrm rot="16200000" flipH="1">
                <a:off x="6256891" y="2453032"/>
                <a:ext cx="641255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049AB51F-1BE0-F822-C78A-EFE8AC7B76D2}"/>
                  </a:ext>
                </a:extLst>
              </p:cNvPr>
              <p:cNvSpPr/>
              <p:nvPr/>
            </p:nvSpPr>
            <p:spPr>
              <a:xfrm>
                <a:off x="6438484" y="2193573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四角形: 角を丸くする 68">
                <a:extLst>
                  <a:ext uri="{FF2B5EF4-FFF2-40B4-BE49-F238E27FC236}">
                    <ns2:creationId id="{10940371-240E-2C31-B411-AA75BE73D22C}"/>
                  </a:ext>
                </a:extLst>
              </p:cNvPr>
              <p:cNvSpPr/>
              <p:nvPr/>
            </p:nvSpPr>
            <p:spPr>
              <a:xfrm>
                <a:off x="4812405" y="2439209"/>
                <a:ext cx="4179853" cy="29491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0" name="グループ化 49">
              <a:extLst>
                <a:ext uri="{FF2B5EF4-FFF2-40B4-BE49-F238E27FC236}">
                  <ns2:creationId id="{6A95C156-2CD2-CC02-3C2A-788E645E0CFF}"/>
                </a:ext>
              </a:extLst>
            </p:cNvPr>
            <p:cNvGrpSpPr/>
            <p:nvPr/>
          </p:nvGrpSpPr>
          <p:grpSpPr>
            <a:xfrm>
              <a:off x="8024154" y="4031096"/>
              <a:ext cx="3793990" cy="324811"/>
              <a:chOff x="8653687" y="3580575"/>
              <a:chExt cx="4106193" cy="344743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5C34DE8-32E1-D1A5-B9D5-A6BC33645D97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4106193" cy="141128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73FA8B2-A073-50FA-4229-76B74AC8A37E}"/>
                  </a:ext>
                </a:extLst>
              </p:cNvPr>
              <p:cNvSpPr/>
              <p:nvPr/>
            </p:nvSpPr>
            <p:spPr>
              <a:xfrm>
                <a:off x="9067240" y="3776361"/>
                <a:ext cx="1718231" cy="148957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275B45CF-E630-2CEC-6738-F76B21D934A6}"/>
                  </a:ext>
                </a:extLst>
              </p:cNvPr>
              <p:cNvCxnSpPr>
                <a:cxnSpLocks/>
                <a:stCxn id="62" idx="2"/>
                <a:endCxn id="60" idx="1"/>
              </p:cNvCxnSpPr>
              <p:nvPr/>
            </p:nvCxnSpPr>
            <p:spPr>
              <a:xfrm rot="16200000" flipH="1">
                <a:off x="8953891" y="3737490"/>
                <a:ext cx="108265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正方形/長方形 61">
                <a:extLst>
                  <a:ext uri="{FF2B5EF4-FFF2-40B4-BE49-F238E27FC236}">
                    <ns2:creationId id="{E4366971-BC05-DF3B-4E91-675D48036CD2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134" name="グループ化 133">
            <a:extLst>
              <a:ext uri="{FF2B5EF4-FFF2-40B4-BE49-F238E27FC236}">
                <ns2:creationId id="{2D074165-A337-1E11-54D8-DB766862A025}"/>
              </a:ext>
            </a:extLst>
          </p:cNvPr>
          <p:cNvGrpSpPr/>
          <p:nvPr/>
        </p:nvGrpSpPr>
        <p:grpSpPr>
          <a:xfrm>
            <a:off x="371475" y="1917083"/>
            <a:ext cx="1265502" cy="4391642"/>
            <a:chOff x="373856" y="1967691"/>
            <a:chExt cx="994175" cy="4341034"/>
          </a:xfrm>
        </p:grpSpPr>
        <p:sp>
          <p:nvSpPr>
            <p:cNvPr id="24" name="山形 92">
              <a:extLst>
                <a:ext uri="{FF2B5EF4-FFF2-40B4-BE49-F238E27FC236}">
                  <ns2:creationId id="{5FE7A27D-EEF4-A3F6-BCB1-543AF4F0FAA1}"/>
                </a:ext>
              </a:extLst>
            </p:cNvPr>
            <p:cNvSpPr/>
            <p:nvPr/>
          </p:nvSpPr>
          <p:spPr>
            <a:xfrm rot="5400000">
              <a:off x="616554" y="5557249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" name="ホームベース 91">
              <a:extLst>
                <a:ext uri="{FF2B5EF4-FFF2-40B4-BE49-F238E27FC236}">
                  <ns2:creationId id="{B9C17C74-3702-E66B-C41B-B2F541056067}"/>
                </a:ext>
              </a:extLst>
            </p:cNvPr>
            <p:cNvSpPr/>
            <p:nvPr/>
          </p:nvSpPr>
          <p:spPr>
            <a:xfrm rot="5400000">
              <a:off x="531984" y="1809564"/>
              <a:ext cx="677919" cy="994174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山形 92">
              <a:extLst>
                <a:ext uri="{FF2B5EF4-FFF2-40B4-BE49-F238E27FC236}">
                  <ns2:creationId id="{FC13FA4A-FAAB-7781-8140-7C1EEB8BD383}"/>
                </a:ext>
              </a:extLst>
            </p:cNvPr>
            <p:cNvSpPr/>
            <p:nvPr/>
          </p:nvSpPr>
          <p:spPr>
            <a:xfrm rot="5400000">
              <a:off x="463920" y="2458689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山形 92">
              <a:extLst>
                <a:ext uri="{FF2B5EF4-FFF2-40B4-BE49-F238E27FC236}">
                  <ns2:creationId id="{B894E896-3E61-2753-DAAA-2704757924FA}"/>
                </a:ext>
              </a:extLst>
            </p:cNvPr>
            <p:cNvSpPr/>
            <p:nvPr/>
          </p:nvSpPr>
          <p:spPr>
            <a:xfrm rot="5400000">
              <a:off x="463920" y="3175876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山形 92">
              <a:extLst>
                <a:ext uri="{FF2B5EF4-FFF2-40B4-BE49-F238E27FC236}">
                  <ns2:creationId id="{63D89751-4DE4-8AF8-9828-C6C0D82023E3}"/>
                </a:ext>
              </a:extLst>
            </p:cNvPr>
            <p:cNvSpPr/>
            <p:nvPr/>
          </p:nvSpPr>
          <p:spPr>
            <a:xfrm rot="5400000">
              <a:off x="616554" y="3740430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山形 92">
              <a:extLst>
                <a:ext uri="{FF2B5EF4-FFF2-40B4-BE49-F238E27FC236}">
                  <ns2:creationId id="{34641D76-15FB-09BE-3F6F-F3F05C050034}"/>
                </a:ext>
              </a:extLst>
            </p:cNvPr>
            <p:cNvSpPr/>
            <p:nvPr/>
          </p:nvSpPr>
          <p:spPr>
            <a:xfrm rot="5400000">
              <a:off x="531984" y="4236920"/>
              <a:ext cx="677919" cy="994174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山形 92">
              <a:extLst>
                <a:ext uri="{FF2B5EF4-FFF2-40B4-BE49-F238E27FC236}">
                  <ns2:creationId id="{0E7FAE91-3691-1791-BECF-5418ECCBCF92}"/>
                </a:ext>
              </a:extLst>
            </p:cNvPr>
            <p:cNvSpPr/>
            <p:nvPr/>
          </p:nvSpPr>
          <p:spPr>
            <a:xfrm rot="5400000">
              <a:off x="616554" y="473341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山形 92">
              <a:extLst>
                <a:ext uri="{FF2B5EF4-FFF2-40B4-BE49-F238E27FC236}">
                  <ns2:creationId id="{475DDDD6-3880-2C12-4EB1-5D838188EBC3}"/>
                </a:ext>
              </a:extLst>
            </p:cNvPr>
            <p:cNvSpPr/>
            <p:nvPr/>
          </p:nvSpPr>
          <p:spPr>
            <a:xfrm rot="5400000">
              <a:off x="616554" y="514533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硬貨 単色塗りつぶし">
              <a:extLst>
                <a:ext uri="{FF2B5EF4-FFF2-40B4-BE49-F238E27FC236}">
                  <ns2:creationId id="{4272D44D-9335-EDFA-AAE3-818D0698F8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1155" y="2026169"/>
              <a:ext cx="199577" cy="203512"/>
            </a:xfrm>
            <a:prstGeom prst="rect">
              <a:avLst/>
            </a:prstGeom>
          </p:spPr>
        </p:pic>
        <p:pic>
          <p:nvPicPr>
            <p:cNvPr id="52" name="グラフィックス 51" descr="電球と鉛筆 単色塗りつぶし">
              <a:extLst>
                <a:ext uri="{FF2B5EF4-FFF2-40B4-BE49-F238E27FC236}">
                  <ns2:creationId id="{56F0A5AF-C45A-60AA-2C6F-759CAC6C69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1155" y="2756377"/>
              <a:ext cx="199577" cy="203512"/>
            </a:xfrm>
            <a:prstGeom prst="rect">
              <a:avLst/>
            </a:prstGeom>
          </p:spPr>
        </p:pic>
        <p:pic>
          <p:nvPicPr>
            <p:cNvPr id="53" name="グラフィックス 52" descr="優先順位 単色塗りつぶし">
              <a:extLst>
                <a:ext uri="{FF2B5EF4-FFF2-40B4-BE49-F238E27FC236}">
                  <ns2:creationId id="{F316DF03-5B8D-C9C4-39B8-4C4EA5944A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71155" y="3449395"/>
              <a:ext cx="199577" cy="203512"/>
            </a:xfrm>
            <a:prstGeom prst="rect">
              <a:avLst/>
            </a:prstGeom>
          </p:spPr>
        </p:pic>
        <p:pic>
          <p:nvPicPr>
            <p:cNvPr id="54" name="グラフィックス 53" descr="チャットの吹き出し 単色塗りつぶし">
              <a:extLst>
                <a:ext uri="{FF2B5EF4-FFF2-40B4-BE49-F238E27FC236}">
                  <ns2:creationId id="{01832809-89EE-922E-3364-7BA2FAD53C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155" y="4099792"/>
              <a:ext cx="199577" cy="203512"/>
            </a:xfrm>
            <a:prstGeom prst="rect">
              <a:avLst/>
            </a:prstGeom>
          </p:spPr>
        </p:pic>
        <p:pic>
          <p:nvPicPr>
            <p:cNvPr id="55" name="グラフィックス 54" descr="評価: 3 つ星 単色塗りつぶし">
              <a:extLst>
                <a:ext uri="{FF2B5EF4-FFF2-40B4-BE49-F238E27FC236}">
                  <ns2:creationId id="{A3F41F85-A32C-8D96-0835-44A8723A98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71155" y="4584688"/>
              <a:ext cx="199577" cy="203512"/>
            </a:xfrm>
            <a:prstGeom prst="rect">
              <a:avLst/>
            </a:prstGeom>
          </p:spPr>
        </p:pic>
        <p:pic>
          <p:nvPicPr>
            <p:cNvPr id="56" name="グラフィックス 55" descr="チャットの吹き出し 単色塗りつぶし">
              <a:extLst>
                <a:ext uri="{FF2B5EF4-FFF2-40B4-BE49-F238E27FC236}">
                  <ns2:creationId id="{AC6F0FF8-4729-D65A-F21B-77E8AE63DF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771155" y="5092774"/>
              <a:ext cx="199577" cy="203512"/>
            </a:xfrm>
            <a:prstGeom prst="rect">
              <a:avLst/>
            </a:prstGeom>
          </p:spPr>
        </p:pic>
        <p:pic>
          <p:nvPicPr>
            <p:cNvPr id="57" name="グラフィックス 56" descr="契約 単色塗りつぶし">
              <a:extLst>
                <a:ext uri="{FF2B5EF4-FFF2-40B4-BE49-F238E27FC236}">
                  <ns2:creationId id="{D2ECF2CF-FAE7-F3E6-6FA0-06B112383F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71155" y="5519698"/>
              <a:ext cx="199577" cy="203512"/>
            </a:xfrm>
            <a:prstGeom prst="rect">
              <a:avLst/>
            </a:prstGeom>
          </p:spPr>
        </p:pic>
        <p:pic>
          <p:nvPicPr>
            <p:cNvPr id="58" name="グラフィックス 57" descr="付箋 単色塗りつぶし">
              <a:extLst>
                <a:ext uri="{FF2B5EF4-FFF2-40B4-BE49-F238E27FC236}">
                  <ns2:creationId id="{21D9ED1B-C62F-66F1-7E11-F8196AF03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71155" y="5901307"/>
              <a:ext cx="199577" cy="20351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7855455"/>
      </p:ext>
    </p:extLst>
  </p:cSld>
  <p:clrMapOvr>
    <a:masterClrMapping/>
  </p:clrMapOvr>
</p:sld>
</file>

<file path=ppt/slides/slide8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626649253"/>
      </p:ext>
    </p:extLst>
  </p:cSld>
  <p:clrMapOvr>
    <a:masterClrMapping/>
  </p:clrMapOvr>
</p:sld>
</file>

<file path=ppt/slides/slide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593898538"/>
      </p:ext>
    </p:extLst>
  </p:cSld>
  <p:clrMapOvr>
    <a:masterClrMapping/>
  </p:clrMapOvr>
</p:sld>
</file>

<file path=ppt/slides/slide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256850956"/>
      </p:ext>
    </p:extLst>
  </p:cSld>
  <p:clrMapOvr>
    <a:masterClrMapping/>
  </p:clrMapOvr>
</p:sld>
</file>

<file path=ppt/slides/slide8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617761618"/>
      </p:ext>
    </p:extLst>
  </p:cSld>
  <p:clrMapOvr>
    <a:masterClrMapping/>
  </p:clrMapOvr>
</p:sld>
</file>

<file path=ppt/slides/slide8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998627970"/>
      </p:ext>
    </p:extLst>
  </p:cSld>
  <p:clrMapOvr>
    <a:masterClrMapping/>
  </p:clrMapOvr>
</p:sld>
</file>

<file path=ppt/slides/slide9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437647458"/>
      </p:ext>
    </p:extLst>
  </p:cSld>
  <p:clrMapOvr>
    <a:masterClrMapping/>
  </p:clrMapOvr>
</p:sld>
</file>

<file path=ppt/slides/slide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362217791"/>
      </p:ext>
    </p:extLst>
  </p:cSld>
  <p:clrMapOvr>
    <a:masterClrMapping/>
  </p:clrMapOvr>
</p:sld>
</file>

<file path=ppt/slides/slide92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88674625"/>
      </p:ext>
    </p:extLst>
  </p:cSld>
  <p:clrMapOvr>
    <a:masterClrMapping/>
  </p:clrMapOvr>
</p:sld>
</file>

<file path=ppt/slides/slide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356723509"/>
      </p:ext>
    </p:extLst>
  </p:cSld>
  <p:clrMapOvr>
    <a:masterClrMapping/>
  </p:clrMapOvr>
</p:sld>
</file>

<file path=ppt/slides/slide9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259607330"/>
      </p:ext>
    </p:extLst>
  </p:cSld>
  <p:clrMapOvr>
    <a:masterClrMapping/>
  </p:clrMapOvr>
</p:sld>
</file>

<file path=ppt/slides/slide9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091231972"/>
      </p:ext>
    </p:extLst>
  </p:cSld>
  <p:clrMapOvr>
    <a:masterClrMapping/>
  </p:clrMapOvr>
</p:sld>
</file>

<file path=ppt/slides/slide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8395BEA-36CA-1F24-BC01-F755027EBB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BB22126-CD6B-A5A0-1A3B-8065BF56625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F156C42D-3B03-8FEC-13FE-89B33EB338A4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1" name="グループ化 220">
            <a:extLst>
              <a:ext uri="{FF2B5EF4-FFF2-40B4-BE49-F238E27FC236}">
                <ns2:creationId id="{C81F1A68-5685-48CB-D902-0F1CD9AB7256}"/>
              </a:ext>
            </a:extLst>
          </p:cNvPr>
          <p:cNvGrpSpPr/>
          <p:nvPr/>
        </p:nvGrpSpPr>
        <p:grpSpPr>
          <a:xfrm>
            <a:off x="343571" y="1628775"/>
            <a:ext cx="11513467" cy="4679950"/>
            <a:chOff x="343571" y="1628775"/>
            <a:chExt cx="11513467" cy="4679950"/>
          </a:xfrm>
        </p:grpSpPr>
        <p:cxnSp>
          <p:nvCxnSpPr>
            <p:cNvPr id="215" name="直線コネクタ 214">
              <a:extLst>
                <a:ext uri="{FF2B5EF4-FFF2-40B4-BE49-F238E27FC236}">
                  <ns2:creationId id="{58EEF80F-BC7E-5DB2-2A10-14BE1610E598}"/>
                </a:ext>
              </a:extLst>
            </p:cNvPr>
            <p:cNvCxnSpPr/>
            <p:nvPr/>
          </p:nvCxnSpPr>
          <p:spPr>
            <a:xfrm>
              <a:off x="1103086" y="259469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ED2F892-E6E2-687D-A240-232DEBCC5C9C}"/>
                </a:ext>
              </a:extLst>
            </p:cNvPr>
            <p:cNvCxnSpPr/>
            <p:nvPr/>
          </p:nvCxnSpPr>
          <p:spPr>
            <a:xfrm>
              <a:off x="1103086" y="334026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F6F88D59-9418-F495-56EE-48DE49C5AC31}"/>
                </a:ext>
              </a:extLst>
            </p:cNvPr>
            <p:cNvCxnSpPr/>
            <p:nvPr/>
          </p:nvCxnSpPr>
          <p:spPr>
            <a:xfrm>
              <a:off x="1103086" y="408582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B7B09A98-25F0-6C41-FF09-F4EB7D24D2FB}"/>
                </a:ext>
              </a:extLst>
            </p:cNvPr>
            <p:cNvCxnSpPr/>
            <p:nvPr/>
          </p:nvCxnSpPr>
          <p:spPr>
            <a:xfrm>
              <a:off x="1103086" y="483139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3EA61715-6A47-9334-28D6-18A2B312749D}"/>
                </a:ext>
              </a:extLst>
            </p:cNvPr>
            <p:cNvCxnSpPr/>
            <p:nvPr/>
          </p:nvCxnSpPr>
          <p:spPr>
            <a:xfrm>
              <a:off x="1103086" y="557695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グループ化 212">
              <a:extLst>
                <a:ext uri="{FF2B5EF4-FFF2-40B4-BE49-F238E27FC236}">
                  <ns2:creationId id="{86AA823B-64F0-5F95-7D9D-E8E8F2FB7C4D}"/>
                </a:ext>
              </a:extLst>
            </p:cNvPr>
            <p:cNvGrpSpPr/>
            <p:nvPr/>
          </p:nvGrpSpPr>
          <p:grpSpPr>
            <a:xfrm>
              <a:off x="1103086" y="1628775"/>
              <a:ext cx="10753952" cy="225968"/>
              <a:chOff x="1103086" y="1628775"/>
              <a:chExt cx="10753952" cy="22596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9BCB30BF-CFEC-6FDB-234E-3D5FF4C5BA58}"/>
                  </a:ext>
                </a:extLst>
              </p:cNvPr>
              <p:cNvSpPr/>
              <p:nvPr/>
            </p:nvSpPr>
            <p:spPr>
              <a:xfrm>
                <a:off x="1103086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44FB8FB8-74D5-16F0-FF99-42CE546C7374}"/>
                  </a:ext>
                </a:extLst>
              </p:cNvPr>
              <p:cNvSpPr/>
              <p:nvPr/>
            </p:nvSpPr>
            <p:spPr>
              <a:xfrm>
                <a:off x="326475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066F8C1A-9C61-D177-0A04-7065A5A17E88}"/>
                  </a:ext>
                </a:extLst>
              </p:cNvPr>
              <p:cNvSpPr/>
              <p:nvPr/>
            </p:nvSpPr>
            <p:spPr>
              <a:xfrm>
                <a:off x="542642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163421B-BAC6-C54D-4189-CC6FEFD488E4}"/>
                  </a:ext>
                </a:extLst>
              </p:cNvPr>
              <p:cNvSpPr/>
              <p:nvPr/>
            </p:nvSpPr>
            <p:spPr>
              <a:xfrm>
                <a:off x="7588100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D298B35B-1717-935A-9331-91CFAFB94E04}"/>
                  </a:ext>
                </a:extLst>
              </p:cNvPr>
              <p:cNvSpPr/>
              <p:nvPr/>
            </p:nvSpPr>
            <p:spPr>
              <a:xfrm>
                <a:off x="9749772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zh-TW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13" name="正方形/長方形 112">
              <a:extLst>
                <a:ext uri="{FF2B5EF4-FFF2-40B4-BE49-F238E27FC236}">
                  <ns2:creationId id="{81FCB0BC-A98A-F99C-FADF-6F128008226D}"/>
                </a:ext>
              </a:extLst>
            </p:cNvPr>
            <p:cNvSpPr/>
            <p:nvPr/>
          </p:nvSpPr>
          <p:spPr>
            <a:xfrm>
              <a:off x="343571" y="186292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7A526B0-A467-F43D-B022-1129F95AF8F1}"/>
                </a:ext>
              </a:extLst>
            </p:cNvPr>
            <p:cNvSpPr/>
            <p:nvPr/>
          </p:nvSpPr>
          <p:spPr>
            <a:xfrm>
              <a:off x="343571" y="260849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654C8E4A-5FEC-98D9-6451-E95F910D2D2A}"/>
                </a:ext>
              </a:extLst>
            </p:cNvPr>
            <p:cNvSpPr/>
            <p:nvPr/>
          </p:nvSpPr>
          <p:spPr>
            <a:xfrm>
              <a:off x="343571" y="335405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1E364284-D741-67FB-C44E-1CCCA0F0DFFC}"/>
                </a:ext>
              </a:extLst>
            </p:cNvPr>
            <p:cNvSpPr/>
            <p:nvPr/>
          </p:nvSpPr>
          <p:spPr>
            <a:xfrm>
              <a:off x="343571" y="4099624"/>
              <a:ext cx="726195" cy="71797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C7C04708-E41C-9A19-97F6-7CF8741D43B3}"/>
                </a:ext>
              </a:extLst>
            </p:cNvPr>
            <p:cNvSpPr/>
            <p:nvPr/>
          </p:nvSpPr>
          <p:spPr>
            <a:xfrm>
              <a:off x="343571" y="484518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AA2B0233-6972-C8D9-D46D-1F296CA658D5}"/>
                </a:ext>
              </a:extLst>
            </p:cNvPr>
            <p:cNvSpPr/>
            <p:nvPr/>
          </p:nvSpPr>
          <p:spPr>
            <a:xfrm>
              <a:off x="343571" y="559075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1" name="グループ化 210">
              <a:extLst>
                <a:ext uri="{FF2B5EF4-FFF2-40B4-BE49-F238E27FC236}">
                  <ns2:creationId id="{5409CD71-D934-EEA3-8326-021C6CE10BD4}"/>
                </a:ext>
              </a:extLst>
            </p:cNvPr>
            <p:cNvGrpSpPr/>
            <p:nvPr/>
          </p:nvGrpSpPr>
          <p:grpSpPr>
            <a:xfrm>
              <a:off x="7942746" y="5055550"/>
              <a:ext cx="3914292" cy="1253175"/>
              <a:chOff x="7942746" y="5055550"/>
              <a:chExt cx="3914292" cy="1253175"/>
            </a:xfrm>
          </p:grpSpPr>
          <p:sp>
            <p:nvSpPr>
              <p:cNvPr id="180" name="正方形/長方形 179">
                <a:extLst>
                  <a:ext uri="{FF2B5EF4-FFF2-40B4-BE49-F238E27FC236}">
                    <ns2:creationId id="{4BB1CF9C-4F6D-049F-2530-BE20BA48506B}"/>
                  </a:ext>
                </a:extLst>
              </p:cNvPr>
              <p:cNvSpPr/>
              <p:nvPr/>
            </p:nvSpPr>
            <p:spPr>
              <a:xfrm>
                <a:off x="7942746" y="5055550"/>
                <a:ext cx="3914292" cy="12531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90000" tIns="54000" rIns="0" bIns="0" rtlCol="0" anchor="t" anchorCtr="0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94" name="グループ化 193">
                <a:extLst>
                  <a:ext uri="{FF2B5EF4-FFF2-40B4-BE49-F238E27FC236}">
                    <ns2:creationId id="{BFB2C46B-4E10-6594-0FE9-2C05A78A5CA2}"/>
                  </a:ext>
                </a:extLst>
              </p:cNvPr>
              <p:cNvGrpSpPr/>
              <p:nvPr/>
            </p:nvGrpSpPr>
            <p:grpSpPr>
              <a:xfrm>
                <a:off x="8029117" y="5306240"/>
                <a:ext cx="3731082" cy="414661"/>
                <a:chOff x="8029117" y="5306240"/>
                <a:chExt cx="3731082" cy="374985"/>
              </a:xfrm>
            </p:grpSpPr>
            <p:sp>
              <p:nvSpPr>
                <p:cNvPr id="185" name="正方形/長方形 184">
                  <a:extLst>
                    <a:ext uri="{FF2B5EF4-FFF2-40B4-BE49-F238E27FC236}">
                      <ns2:creationId id="{86348C3F-0951-6C7A-F751-7B385334FB5E}"/>
                    </a:ext>
                  </a:extLst>
                </p:cNvPr>
                <p:cNvSpPr/>
                <p:nvPr/>
              </p:nvSpPr>
              <p:spPr>
                <a:xfrm>
                  <a:off x="8029118" y="530624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7" name="正方形/長方形 186">
                  <a:extLst>
                    <a:ext uri="{FF2B5EF4-FFF2-40B4-BE49-F238E27FC236}">
                      <ns2:creationId id="{5FEDB511-792A-5ADE-AF95-21530E59A322}"/>
                    </a:ext>
                  </a:extLst>
                </p:cNvPr>
                <p:cNvSpPr/>
                <p:nvPr/>
              </p:nvSpPr>
              <p:spPr>
                <a:xfrm>
                  <a:off x="8679472" y="530624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1CA148BA-9FA2-82A3-405C-71D8EFF7801F}"/>
                    </a:ext>
                  </a:extLst>
                </p:cNvPr>
                <p:cNvSpPr/>
                <p:nvPr/>
              </p:nvSpPr>
              <p:spPr>
                <a:xfrm>
                  <a:off x="8029117" y="550791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8" name="正方形/長方形 187">
                  <a:extLst>
                    <a:ext uri="{FF2B5EF4-FFF2-40B4-BE49-F238E27FC236}">
                      <ns2:creationId id="{7736406C-A5B8-B495-175E-593A7153D730}"/>
                    </a:ext>
                  </a:extLst>
                </p:cNvPr>
                <p:cNvSpPr/>
                <p:nvPr/>
              </p:nvSpPr>
              <p:spPr>
                <a:xfrm>
                  <a:off x="8679471" y="550791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sp>
            <p:nvSpPr>
              <p:cNvPr id="189" name="正方形/長方形 188">
                <a:extLst>
                  <a:ext uri="{FF2B5EF4-FFF2-40B4-BE49-F238E27FC236}">
                    <ns2:creationId id="{756CED86-2323-4A64-76AD-9A28187014A9}"/>
                  </a:ext>
                </a:extLst>
              </p:cNvPr>
              <p:cNvSpPr/>
              <p:nvPr/>
            </p:nvSpPr>
            <p:spPr>
              <a:xfrm>
                <a:off x="8023334" y="5748583"/>
                <a:ext cx="3681834" cy="52927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0" rIns="0" bIns="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⑤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⑥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Bef>
                    <a:spcPts val="200"/>
                  </a:spcBef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16" name="グループ化 215">
              <a:extLst>
                <a:ext uri="{FF2B5EF4-FFF2-40B4-BE49-F238E27FC236}">
                  <ns2:creationId id="{30ED47BC-607B-2BF8-34EB-3EB50AC8256E}"/>
                </a:ext>
              </a:extLst>
            </p:cNvPr>
            <p:cNvGrpSpPr/>
            <p:nvPr/>
          </p:nvGrpSpPr>
          <p:grpSpPr>
            <a:xfrm>
              <a:off x="1389935" y="1934784"/>
              <a:ext cx="8857283" cy="4373941"/>
              <a:chOff x="1389935" y="1934784"/>
              <a:chExt cx="8857283" cy="4373941"/>
            </a:xfrm>
          </p:grpSpPr>
          <p:cxnSp>
            <p:nvCxnSpPr>
              <p:cNvPr id="161" name="直線矢印コネクタ 160">
                <a:extLst>
                  <a:ext uri="{FF2B5EF4-FFF2-40B4-BE49-F238E27FC236}">
                    <ns2:creationId id="{F9A462FC-9E9E-A213-36DA-4FFA00889637}"/>
                  </a:ext>
                </a:extLst>
              </p:cNvPr>
              <p:cNvCxnSpPr>
                <a:cxnSpLocks/>
                <a:stCxn id="82" idx="2"/>
              </p:cNvCxnSpPr>
              <p:nvPr/>
            </p:nvCxnSpPr>
            <p:spPr>
              <a:xfrm>
                <a:off x="5914464" y="2764791"/>
                <a:ext cx="0" cy="1462032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カギ線コネクタ 88">
                <a:extLst>
                  <a:ext uri="{FF2B5EF4-FFF2-40B4-BE49-F238E27FC236}">
                    <ns2:creationId id="{BDA1B7EB-F726-E8D8-B26C-42349388D8A4}"/>
                  </a:ext>
                </a:extLst>
              </p:cNvPr>
              <p:cNvCxnSpPr>
                <a:cxnSpLocks/>
                <a:stCxn id="171" idx="3"/>
                <a:endCxn id="68" idx="0"/>
              </p:cNvCxnSpPr>
              <p:nvPr/>
            </p:nvCxnSpPr>
            <p:spPr>
              <a:xfrm>
                <a:off x="5339219" y="3377388"/>
                <a:ext cx="149156" cy="8378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線矢印コネクタ 18">
                <a:extLst>
                  <a:ext uri="{FF2B5EF4-FFF2-40B4-BE49-F238E27FC236}">
                    <ns2:creationId id="{E9221547-EAB0-DCC9-8393-91711C043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21983" y="4618767"/>
                <a:ext cx="4007417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正方形/長方形 19">
                <a:extLst>
                  <a:ext uri="{FF2B5EF4-FFF2-40B4-BE49-F238E27FC236}">
                    <ns2:creationId id="{29D1B862-8EA8-2DDF-672D-90AFB6F2A6F7}"/>
                  </a:ext>
                </a:extLst>
              </p:cNvPr>
              <p:cNvSpPr/>
              <p:nvPr/>
            </p:nvSpPr>
            <p:spPr>
              <a:xfrm flipH="1">
                <a:off x="2428557" y="4226823"/>
                <a:ext cx="181840" cy="1657454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" name="カギ線コネクタ 88">
                <a:extLst>
                  <a:ext uri="{FF2B5EF4-FFF2-40B4-BE49-F238E27FC236}">
                    <ns2:creationId id="{EC5513F9-F417-3E4B-122B-108A5AD2726D}"/>
                  </a:ext>
                </a:extLst>
              </p:cNvPr>
              <p:cNvCxnSpPr>
                <a:cxnSpLocks/>
                <a:stCxn id="27" idx="3"/>
                <a:endCxn id="20" idx="3"/>
              </p:cNvCxnSpPr>
              <p:nvPr/>
            </p:nvCxnSpPr>
            <p:spPr>
              <a:xfrm flipV="1">
                <a:off x="2097268" y="5055550"/>
                <a:ext cx="331289" cy="108308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正方形/長方形 22">
                <a:extLst>
                  <a:ext uri="{FF2B5EF4-FFF2-40B4-BE49-F238E27FC236}">
                    <ns2:creationId id="{D055073A-5AD4-476D-B7ED-45DC1EDF9A3B}"/>
                  </a:ext>
                </a:extLst>
              </p:cNvPr>
              <p:cNvSpPr/>
              <p:nvPr/>
            </p:nvSpPr>
            <p:spPr>
              <a:xfrm>
                <a:off x="2883888" y="2749752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718FEC9F-E45A-EF20-420E-C4A11EEAE530}"/>
                  </a:ext>
                </a:extLst>
              </p:cNvPr>
              <p:cNvSpPr/>
              <p:nvPr/>
            </p:nvSpPr>
            <p:spPr>
              <a:xfrm>
                <a:off x="6338926" y="2749752"/>
                <a:ext cx="181840" cy="156639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5CFE13-976C-60FD-87E9-D41BE4A1247D}"/>
                  </a:ext>
                </a:extLst>
              </p:cNvPr>
              <p:cNvSpPr/>
              <p:nvPr/>
            </p:nvSpPr>
            <p:spPr>
              <a:xfrm>
                <a:off x="8133380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endPara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EB62CBC-BEFB-BF56-202E-C724462D5175}"/>
                  </a:ext>
                </a:extLst>
              </p:cNvPr>
              <p:cNvSpPr/>
              <p:nvPr/>
            </p:nvSpPr>
            <p:spPr>
              <a:xfrm>
                <a:off x="1389935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テキスト ボックス 26">
                <a:extLst>
                  <a:ext uri="{FF2B5EF4-FFF2-40B4-BE49-F238E27FC236}">
                    <ns2:creationId id="{0BC670F5-3C91-8342-2D04-FA761D824355}"/>
                  </a:ext>
                </a:extLst>
              </p:cNvPr>
              <p:cNvSpPr txBox="1"/>
              <p:nvPr/>
            </p:nvSpPr>
            <p:spPr>
              <a:xfrm>
                <a:off x="1389935" y="4447310"/>
                <a:ext cx="707333" cy="370285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①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10717C2-15C1-E3CA-4289-00ABFD6D3E2E}"/>
                  </a:ext>
                </a:extLst>
              </p:cNvPr>
              <p:cNvSpPr/>
              <p:nvPr/>
            </p:nvSpPr>
            <p:spPr>
              <a:xfrm>
                <a:off x="2883888" y="518591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08AB1EF2-697A-FBF4-20D0-364165E8F604}"/>
                  </a:ext>
                </a:extLst>
              </p:cNvPr>
              <p:cNvSpPr/>
              <p:nvPr/>
            </p:nvSpPr>
            <p:spPr>
              <a:xfrm>
                <a:off x="3202575" y="3496438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4" name="カギ線コネクタ 88">
                <a:extLst>
                  <a:ext uri="{FF2B5EF4-FFF2-40B4-BE49-F238E27FC236}">
                    <ns2:creationId id="{E1F41004-633F-37F2-4646-F653D29B530B}"/>
                  </a:ext>
                </a:extLst>
              </p:cNvPr>
              <p:cNvCxnSpPr>
                <a:cxnSpLocks/>
                <a:stCxn id="57" idx="0"/>
                <a:endCxn id="58" idx="2"/>
              </p:cNvCxnSpPr>
              <p:nvPr/>
            </p:nvCxnSpPr>
            <p:spPr>
              <a:xfrm rot="5400000" flipH="1" flipV="1">
                <a:off x="2722254" y="4351929"/>
                <a:ext cx="1349289" cy="318687"/>
              </a:xfrm>
              <a:prstGeom prst="bentConnector3">
                <a:avLst>
                  <a:gd name="adj1" fmla="val 55961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03E31C61-9C37-990E-AD9C-A9311FEAF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02021" y="3666532"/>
                <a:ext cx="680415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EED97A24-8D95-5628-984A-E7B9751B91C3}"/>
                  </a:ext>
                </a:extLst>
              </p:cNvPr>
              <p:cNvSpPr/>
              <p:nvPr/>
            </p:nvSpPr>
            <p:spPr>
              <a:xfrm>
                <a:off x="4797151" y="4215222"/>
                <a:ext cx="1382448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0B25910-AA72-7F47-488F-F0A4C9701CCF}"/>
                  </a:ext>
                </a:extLst>
              </p:cNvPr>
              <p:cNvSpPr/>
              <p:nvPr/>
            </p:nvSpPr>
            <p:spPr>
              <a:xfrm>
                <a:off x="4387468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5CDCB705-D903-2E93-7979-E69ABB377A22}"/>
                  </a:ext>
                </a:extLst>
              </p:cNvPr>
              <p:cNvSpPr/>
              <p:nvPr/>
            </p:nvSpPr>
            <p:spPr>
              <a:xfrm>
                <a:off x="5756135" y="5184974"/>
                <a:ext cx="1281124" cy="5055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" name="カギ線コネクタ 88">
                <a:extLst>
                  <a:ext uri="{FF2B5EF4-FFF2-40B4-BE49-F238E27FC236}">
                    <ns2:creationId id="{2072E824-8728-6628-5A98-DDA647A108F0}"/>
                  </a:ext>
                </a:extLst>
              </p:cNvPr>
              <p:cNvCxnSpPr>
                <a:cxnSpLocks/>
                <a:stCxn id="68" idx="2"/>
                <a:endCxn id="74" idx="1"/>
              </p:cNvCxnSpPr>
              <p:nvPr/>
            </p:nvCxnSpPr>
            <p:spPr>
              <a:xfrm rot="16200000" flipH="1">
                <a:off x="5181074" y="4862712"/>
                <a:ext cx="882363" cy="26776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正方形/長方形 75">
                <a:extLst>
                  <a:ext uri="{FF2B5EF4-FFF2-40B4-BE49-F238E27FC236}">
                    <ns2:creationId id="{DEF3570E-F9FE-1CEB-5A23-A5448FC57489}"/>
                  </a:ext>
                </a:extLst>
              </p:cNvPr>
              <p:cNvSpPr/>
              <p:nvPr/>
            </p:nvSpPr>
            <p:spPr>
              <a:xfrm>
                <a:off x="6662752" y="4226823"/>
                <a:ext cx="1178915" cy="3538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カギ線コネクタ 88">
                <a:extLst>
                  <a:ext uri="{FF2B5EF4-FFF2-40B4-BE49-F238E27FC236}">
                    <ns2:creationId id="{94FCC38B-4587-F705-DD55-09FC60A7153F}"/>
                  </a:ext>
                </a:extLst>
              </p:cNvPr>
              <p:cNvCxnSpPr>
                <a:cxnSpLocks/>
                <a:stCxn id="76" idx="0"/>
                <a:endCxn id="26" idx="1"/>
              </p:cNvCxnSpPr>
              <p:nvPr/>
            </p:nvCxnSpPr>
            <p:spPr>
              <a:xfrm rot="5400000" flipH="1" flipV="1">
                <a:off x="7513539" y="3606982"/>
                <a:ext cx="358512" cy="88117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カギ線コネクタ 88">
                <a:extLst>
                  <a:ext uri="{FF2B5EF4-FFF2-40B4-BE49-F238E27FC236}">
                    <ns2:creationId id="{47A7FD1E-64DC-E485-9A72-26DADF4196F9}"/>
                  </a:ext>
                </a:extLst>
              </p:cNvPr>
              <p:cNvCxnSpPr>
                <a:cxnSpLocks/>
                <a:stCxn id="74" idx="3"/>
                <a:endCxn id="76" idx="2"/>
              </p:cNvCxnSpPr>
              <p:nvPr/>
            </p:nvCxnSpPr>
            <p:spPr>
              <a:xfrm flipV="1">
                <a:off x="7037259" y="4580668"/>
                <a:ext cx="214951" cy="85710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テキスト ボックス 26">
                <a:extLst>
                  <a:ext uri="{FF2B5EF4-FFF2-40B4-BE49-F238E27FC236}">
                    <ns2:creationId id="{F4B51307-BBD3-826F-A509-053C0C36127C}"/>
                  </a:ext>
                </a:extLst>
              </p:cNvPr>
              <p:cNvSpPr txBox="1"/>
              <p:nvPr/>
            </p:nvSpPr>
            <p:spPr>
              <a:xfrm>
                <a:off x="4850648" y="4712323"/>
                <a:ext cx="1281124" cy="496358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0" name="テキスト ボックス 26">
                <a:extLst>
                  <a:ext uri="{FF2B5EF4-FFF2-40B4-BE49-F238E27FC236}">
                    <ns2:creationId id="{F1692F01-956B-4615-09ED-FAFF29D6F25F}"/>
                  </a:ext>
                </a:extLst>
              </p:cNvPr>
              <p:cNvSpPr txBox="1"/>
              <p:nvPr/>
            </p:nvSpPr>
            <p:spPr>
              <a:xfrm>
                <a:off x="6661622" y="4712323"/>
                <a:ext cx="1178915" cy="45354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/ 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8929FA9-B0B0-ABF4-D6B7-42D80DCD891B}"/>
                  </a:ext>
                </a:extLst>
              </p:cNvPr>
              <p:cNvSpPr/>
              <p:nvPr/>
            </p:nvSpPr>
            <p:spPr>
              <a:xfrm>
                <a:off x="5531351" y="2424602"/>
                <a:ext cx="766225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6" name="コネクタ: カギ線 85">
                <a:extLst>
                  <a:ext uri="{FF2B5EF4-FFF2-40B4-BE49-F238E27FC236}">
                    <ns2:creationId id="{0212A49D-3AFC-0207-3F8E-5DF154FA81B7}"/>
                  </a:ext>
                </a:extLst>
              </p:cNvPr>
              <p:cNvCxnSpPr>
                <a:cxnSpLocks/>
                <a:stCxn id="69" idx="3"/>
                <a:endCxn id="82" idx="0"/>
              </p:cNvCxnSpPr>
              <p:nvPr/>
            </p:nvCxnSpPr>
            <p:spPr>
              <a:xfrm>
                <a:off x="5094801" y="2104879"/>
                <a:ext cx="819663" cy="319723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テキスト ボックス 26">
                <a:extLst>
                  <a:ext uri="{FF2B5EF4-FFF2-40B4-BE49-F238E27FC236}">
                    <ns2:creationId id="{58340AD4-425E-A255-62F7-DA0E6BFEFD19}"/>
                  </a:ext>
                </a:extLst>
              </p:cNvPr>
              <p:cNvSpPr txBox="1"/>
              <p:nvPr/>
            </p:nvSpPr>
            <p:spPr>
              <a:xfrm>
                <a:off x="5541742" y="2800631"/>
                <a:ext cx="766225" cy="480304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⑦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9" name="テキスト ボックス 26">
                <a:extLst>
                  <a:ext uri="{FF2B5EF4-FFF2-40B4-BE49-F238E27FC236}">
                    <ns2:creationId id="{DAF60CC8-9E05-2092-2949-08F86840D6B0}"/>
                  </a:ext>
                </a:extLst>
              </p:cNvPr>
              <p:cNvSpPr txBox="1"/>
              <p:nvPr/>
            </p:nvSpPr>
            <p:spPr>
              <a:xfrm>
                <a:off x="3940270" y="3008174"/>
                <a:ext cx="612000" cy="64652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/>
                  <a:t>⑤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7E101C3C-A107-5605-1A34-F238C537EBB6}"/>
                  </a:ext>
                </a:extLst>
              </p:cNvPr>
              <p:cNvSpPr/>
              <p:nvPr/>
            </p:nvSpPr>
            <p:spPr>
              <a:xfrm>
                <a:off x="10065378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DC5161BA-704A-CCB4-6ED8-8D8102CE733D}"/>
                  </a:ext>
                </a:extLst>
              </p:cNvPr>
              <p:cNvCxnSpPr>
                <a:cxnSpLocks/>
                <a:stCxn id="26" idx="3"/>
                <a:endCxn id="91" idx="1"/>
              </p:cNvCxnSpPr>
              <p:nvPr/>
            </p:nvCxnSpPr>
            <p:spPr>
              <a:xfrm>
                <a:off x="8315220" y="3868311"/>
                <a:ext cx="175015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テキスト ボックス 26">
                <a:extLst>
                  <a:ext uri="{FF2B5EF4-FFF2-40B4-BE49-F238E27FC236}">
                    <ns2:creationId id="{5CBD4114-1C19-8CCF-3C66-ABE19AC4B10F}"/>
                  </a:ext>
                </a:extLst>
              </p:cNvPr>
              <p:cNvSpPr txBox="1"/>
              <p:nvPr/>
            </p:nvSpPr>
            <p:spPr>
              <a:xfrm>
                <a:off x="8661466" y="3354059"/>
                <a:ext cx="1192139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553FD81-6628-7D67-517C-43CE4C27F8A4}"/>
                  </a:ext>
                </a:extLst>
              </p:cNvPr>
              <p:cNvSpPr/>
              <p:nvPr/>
            </p:nvSpPr>
            <p:spPr>
              <a:xfrm>
                <a:off x="5157379" y="2250246"/>
                <a:ext cx="181840" cy="135254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テキスト ボックス 26">
                <a:extLst>
                  <a:ext uri="{FF2B5EF4-FFF2-40B4-BE49-F238E27FC236}">
                    <ns2:creationId id="{34224E7F-242E-6B12-A318-9D4A7250A791}"/>
                  </a:ext>
                </a:extLst>
              </p:cNvPr>
              <p:cNvSpPr txBox="1"/>
              <p:nvPr/>
            </p:nvSpPr>
            <p:spPr>
              <a:xfrm>
                <a:off x="4798824" y="3648812"/>
                <a:ext cx="651475" cy="52039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6302871-9AAA-6A50-2C74-BC38E7A323D7}"/>
                  </a:ext>
                </a:extLst>
              </p:cNvPr>
              <p:cNvSpPr/>
              <p:nvPr/>
            </p:nvSpPr>
            <p:spPr>
              <a:xfrm>
                <a:off x="3540286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5F7479D4-A6EA-8EF0-E370-1BB0A58AC02D}"/>
                  </a:ext>
                </a:extLst>
              </p:cNvPr>
              <p:cNvCxnSpPr>
                <a:cxnSpLocks/>
                <a:stCxn id="97" idx="2"/>
              </p:cNvCxnSpPr>
              <p:nvPr/>
            </p:nvCxnSpPr>
            <p:spPr>
              <a:xfrm flipH="1">
                <a:off x="3843867" y="2274973"/>
                <a:ext cx="0" cy="1221464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正方形/長方形 98">
                <a:extLst>
                  <a:ext uri="{FF2B5EF4-FFF2-40B4-BE49-F238E27FC236}">
                    <ns2:creationId id="{81313E9C-F82E-79BF-3709-48406B59522F}"/>
                  </a:ext>
                </a:extLst>
              </p:cNvPr>
              <p:cNvSpPr/>
              <p:nvPr/>
            </p:nvSpPr>
            <p:spPr>
              <a:xfrm>
                <a:off x="2883888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0" name="カギ線コネクタ 88">
                <a:extLst>
                  <a:ext uri="{FF2B5EF4-FFF2-40B4-BE49-F238E27FC236}">
                    <ns2:creationId id="{D4AAB296-57B9-1300-52A5-604DF220AEFA}"/>
                  </a:ext>
                </a:extLst>
              </p:cNvPr>
              <p:cNvCxnSpPr>
                <a:cxnSpLocks/>
                <a:stCxn id="99" idx="3"/>
              </p:cNvCxnSpPr>
              <p:nvPr/>
            </p:nvCxnSpPr>
            <p:spPr>
              <a:xfrm flipV="1">
                <a:off x="3591221" y="3836627"/>
                <a:ext cx="167979" cy="230200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テキスト ボックス 26">
                <a:extLst>
                  <a:ext uri="{FF2B5EF4-FFF2-40B4-BE49-F238E27FC236}">
                    <ns2:creationId id="{1DF028DB-FD24-08EE-5292-72E05EEC6B43}"/>
                  </a:ext>
                </a:extLst>
              </p:cNvPr>
              <p:cNvSpPr txBox="1"/>
              <p:nvPr/>
            </p:nvSpPr>
            <p:spPr>
              <a:xfrm>
                <a:off x="2702305" y="5590754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2" name="テキスト ボックス 26">
                <a:extLst>
                  <a:ext uri="{FF2B5EF4-FFF2-40B4-BE49-F238E27FC236}">
                    <ns2:creationId id="{1B7EE35A-B5CD-F9BE-6458-7B04A67D4FE0}"/>
                  </a:ext>
                </a:extLst>
              </p:cNvPr>
              <p:cNvSpPr txBox="1"/>
              <p:nvPr/>
            </p:nvSpPr>
            <p:spPr>
              <a:xfrm>
                <a:off x="3324374" y="2329522"/>
                <a:ext cx="1202627" cy="36536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3" name="テキスト ボックス 26">
                <a:extLst>
                  <a:ext uri="{FF2B5EF4-FFF2-40B4-BE49-F238E27FC236}">
                    <ns2:creationId id="{005F701F-8CFA-687B-FE49-C20395D6D935}"/>
                  </a:ext>
                </a:extLst>
              </p:cNvPr>
              <p:cNvSpPr txBox="1"/>
              <p:nvPr/>
            </p:nvSpPr>
            <p:spPr>
              <a:xfrm>
                <a:off x="2712336" y="4845189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D7EA9E34-CB4F-D775-BF4C-8DB9DE9A3F42}"/>
                  </a:ext>
                </a:extLst>
              </p:cNvPr>
              <p:cNvSpPr/>
              <p:nvPr/>
            </p:nvSpPr>
            <p:spPr>
              <a:xfrm>
                <a:off x="4582436" y="2749752"/>
                <a:ext cx="181840" cy="293147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/ 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26">
                <a:extLst>
                  <a:ext uri="{FF2B5EF4-FFF2-40B4-BE49-F238E27FC236}">
                    <ns2:creationId id="{F786E5B6-B43B-EA79-660B-B42327EBEC56}"/>
                  </a:ext>
                </a:extLst>
              </p:cNvPr>
              <p:cNvSpPr txBox="1"/>
              <p:nvPr/>
            </p:nvSpPr>
            <p:spPr>
              <a:xfrm>
                <a:off x="6844418" y="3354059"/>
                <a:ext cx="1178915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107" name="テキスト ボックス 26">
                <a:extLst>
                  <a:ext uri="{FF2B5EF4-FFF2-40B4-BE49-F238E27FC236}">
                    <ns2:creationId id="{83D6EAB3-B001-DA93-D533-716950111955}"/>
                  </a:ext>
                </a:extLst>
              </p:cNvPr>
              <p:cNvSpPr txBox="1"/>
              <p:nvPr/>
            </p:nvSpPr>
            <p:spPr>
              <a:xfrm>
                <a:off x="5541742" y="3424423"/>
                <a:ext cx="766225" cy="55147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4" name="直線矢印コネクタ 153">
                <a:extLst>
                  <a:ext uri="{FF2B5EF4-FFF2-40B4-BE49-F238E27FC236}">
                    <ns2:creationId id="{BFBEB717-ADE4-1B7D-57F7-A717C7C4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56241" y="3089941"/>
                <a:ext cx="0" cy="40649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26">
                <a:extLst>
                  <a:ext uri="{FF2B5EF4-FFF2-40B4-BE49-F238E27FC236}">
                    <ns2:creationId id="{D5CBA109-7561-C111-88F6-9F3781080730}"/>
                  </a:ext>
                </a:extLst>
              </p:cNvPr>
              <p:cNvSpPr txBox="1"/>
              <p:nvPr/>
            </p:nvSpPr>
            <p:spPr>
              <a:xfrm>
                <a:off x="2678633" y="3144811"/>
                <a:ext cx="1117845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6" name="直線矢印コネクタ 155">
                <a:extLst>
                  <a:ext uri="{FF2B5EF4-FFF2-40B4-BE49-F238E27FC236}">
                    <ns2:creationId id="{1415413B-8F13-D32F-BB96-25A34B43A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4276" y="3377388"/>
                <a:ext cx="393103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矢印コネクタ 166">
                <a:extLst>
                  <a:ext uri="{FF2B5EF4-FFF2-40B4-BE49-F238E27FC236}">
                    <ns2:creationId id="{7AC0960E-F26A-7532-1BBA-7D90346A4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9219" y="3377388"/>
                <a:ext cx="98855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A1EEB2C9-7FFD-3309-9072-EE5665426FFE}"/>
                  </a:ext>
                </a:extLst>
              </p:cNvPr>
              <p:cNvSpPr/>
              <p:nvPr/>
            </p:nvSpPr>
            <p:spPr>
              <a:xfrm>
                <a:off x="5248203" y="3331880"/>
                <a:ext cx="91016" cy="9101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4" name="円弧 173">
                <a:extLst>
                  <a:ext uri="{FF2B5EF4-FFF2-40B4-BE49-F238E27FC236}">
                    <ns2:creationId id="{1092620D-74F5-EBBC-C43D-01AF4383F36D}"/>
                  </a:ext>
                </a:extLst>
              </p:cNvPr>
              <p:cNvSpPr/>
              <p:nvPr/>
            </p:nvSpPr>
            <p:spPr>
              <a:xfrm>
                <a:off x="5862622" y="3329212"/>
                <a:ext cx="106975" cy="106975"/>
              </a:xfrm>
              <a:prstGeom prst="arc">
                <a:avLst>
                  <a:gd name="adj1" fmla="val 10735635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円弧 175">
                <a:extLst>
                  <a:ext uri="{FF2B5EF4-FFF2-40B4-BE49-F238E27FC236}">
                    <ns2:creationId id="{EC9311A7-BBC5-9C55-A2CC-5916954B2E94}"/>
                  </a:ext>
                </a:extLst>
              </p:cNvPr>
              <p:cNvSpPr/>
              <p:nvPr/>
            </p:nvSpPr>
            <p:spPr>
              <a:xfrm>
                <a:off x="3183362" y="4581521"/>
                <a:ext cx="106975" cy="106975"/>
              </a:xfrm>
              <a:prstGeom prst="arc">
                <a:avLst>
                  <a:gd name="adj1" fmla="val 1094179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7" name="円弧 176">
                <a:extLst>
                  <a:ext uri="{FF2B5EF4-FFF2-40B4-BE49-F238E27FC236}">
                    <ns2:creationId id="{CDA4121C-594D-C61A-9F90-96B975C09111}"/>
                  </a:ext>
                </a:extLst>
              </p:cNvPr>
              <p:cNvSpPr/>
              <p:nvPr/>
            </p:nvSpPr>
            <p:spPr>
              <a:xfrm>
                <a:off x="3706991" y="4580520"/>
                <a:ext cx="106975" cy="106975"/>
              </a:xfrm>
              <a:prstGeom prst="arc">
                <a:avLst>
                  <a:gd name="adj1" fmla="val 1073573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8" name="円弧 177">
                <a:extLst>
                  <a:ext uri="{FF2B5EF4-FFF2-40B4-BE49-F238E27FC236}">
                    <ns2:creationId id="{B4B70703-980D-771A-C0D3-D95C7BA79CAF}"/>
                  </a:ext>
                </a:extLst>
              </p:cNvPr>
              <p:cNvSpPr/>
              <p:nvPr/>
            </p:nvSpPr>
            <p:spPr>
              <a:xfrm>
                <a:off x="5434886" y="4580551"/>
                <a:ext cx="106975" cy="106975"/>
              </a:xfrm>
              <a:prstGeom prst="arc">
                <a:avLst>
                  <a:gd name="adj1" fmla="val 1073764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6" name="グラフィックス 195" descr="鉛筆 単色塗りつぶし">
                <a:extLst>
                  <a:ext uri="{FF2B5EF4-FFF2-40B4-BE49-F238E27FC236}">
                    <ns2:creationId id="{9F152E49-63A4-CD30-CAD9-BE6132D278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047285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199" name="グラフィックス 198" descr="ドキュメント 単色塗りつぶし">
                <a:extLst>
                  <a:ext uri="{FF2B5EF4-FFF2-40B4-BE49-F238E27FC236}">
                    <ns2:creationId id="{553D0CB3-B11E-70AD-A143-309D806C2C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894467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0" name="グラフィックス 199" descr="ドキュメント 単色塗りつぶし">
                <a:extLst>
                  <a:ext uri="{FF2B5EF4-FFF2-40B4-BE49-F238E27FC236}">
                    <ns2:creationId id="{CECDEEC4-9F5D-2D08-0D02-2F1C91D27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8" y="288960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3" name="グラフィックス 202" descr="ドキュメント 単色塗りつぶし">
                <a:extLst>
                  <a:ext uri="{FF2B5EF4-FFF2-40B4-BE49-F238E27FC236}">
                    <ns2:creationId id="{3735533F-DDC4-DD4C-7975-8B55CEE8C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709574" y="3636293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4" name="グラフィックス 203" descr="ドキュメント 単色塗りつぶし">
                <a:extLst>
                  <a:ext uri="{FF2B5EF4-FFF2-40B4-BE49-F238E27FC236}">
                    <ns2:creationId id="{FB4897F8-71D4-561D-A8BA-93FEF3A188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532577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5" name="グラフィックス 204" descr="ドキュメント 単色塗りつぶし">
                <a:extLst>
                  <a:ext uri="{FF2B5EF4-FFF2-40B4-BE49-F238E27FC236}">
                    <ns2:creationId id="{4650FFDC-FF79-3560-9B2C-1D0DAA85EE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6" name="グラフィックス 205" descr="硬貨 単色塗りつぶし">
                <a:extLst>
                  <a:ext uri="{FF2B5EF4-FFF2-40B4-BE49-F238E27FC236}">
                    <ns2:creationId id="{3E437FF3-CF63-EAE3-E929-C72BDEAD93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96934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7" name="グラフィックス 206" descr="リサーチ 単色塗りつぶし">
                <a:extLst>
                  <a:ext uri="{FF2B5EF4-FFF2-40B4-BE49-F238E27FC236}">
                    <ns2:creationId id="{A098BF7B-47ED-F546-5A1E-75AF7241C2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979264" y="435507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8" name="グラフィックス 207" descr="右脳と左脳 単色塗りつぶし">
                <a:extLst>
                  <a:ext uri="{FF2B5EF4-FFF2-40B4-BE49-F238E27FC236}">
                    <ns2:creationId id="{8126C6A3-2A0A-1F5D-C0BB-05EF5FFC3C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641334" y="4380334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9" name="グラフィックス 208" descr="クリップボード 単色塗りつぶし">
                <a:extLst>
                  <a:ext uri="{FF2B5EF4-FFF2-40B4-BE49-F238E27FC236}">
                    <ns2:creationId id="{79C969CF-24B5-8A62-333D-696E9A1EC1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836925" y="54902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10" name="グラフィックス 209" descr="お金 単色塗りつぶし">
                <a:extLst>
                  <a:ext uri="{FF2B5EF4-FFF2-40B4-BE49-F238E27FC236}">
                    <ns2:creationId id="{9063C5E7-38DC-41F3-9BE3-1D5384E0B4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097242" y="2564457"/>
                <a:ext cx="200334" cy="20033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65063840"/>
      </p:ext>
    </p:extLst>
  </p:cSld>
  <p:clrMapOvr>
    <a:masterClrMapping/>
  </p:clrMapOvr>
</p:sld>
</file>

<file path=ppt/slides/slide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6ACBE8-4B33-E94D-2913-32AF1D87B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205F0288-722F-48D9-D1B5-250A0CEE6F9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D42434A0-6AB4-9E16-67BC-2A7E68C33DB1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6" name="グループ化 225">
            <a:extLst>
              <a:ext uri="{FF2B5EF4-FFF2-40B4-BE49-F238E27FC236}">
                <ns2:creationId id="{527AB5B2-5139-E1A0-E2AF-81910F76045F}"/>
              </a:ext>
            </a:extLst>
          </p:cNvPr>
          <p:cNvGrpSpPr/>
          <p:nvPr/>
        </p:nvGrpSpPr>
        <p:grpSpPr>
          <a:xfrm>
            <a:off x="334965" y="1628776"/>
            <a:ext cx="11522073" cy="4679950"/>
            <a:chOff x="334965" y="1628776"/>
            <a:chExt cx="11522073" cy="4679950"/>
          </a:xfrm>
        </p:grpSpPr>
        <p:sp>
          <p:nvSpPr>
            <p:cNvPr id="2" name="正方形/長方形 1">
              <a:extLst>
                <a:ext uri="{FF2B5EF4-FFF2-40B4-BE49-F238E27FC236}">
                  <ns2:creationId id="{F89A3CD7-83D2-5EE8-3B82-98DD75632FC6}"/>
                </a:ext>
              </a:extLst>
            </p:cNvPr>
            <p:cNvSpPr/>
            <p:nvPr/>
          </p:nvSpPr>
          <p:spPr>
            <a:xfrm>
              <a:off x="334965" y="1628776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98E4D63A-B0B5-E140-2564-8C584AD197A9}"/>
                </a:ext>
              </a:extLst>
            </p:cNvPr>
            <p:cNvCxnSpPr/>
            <p:nvPr/>
          </p:nvCxnSpPr>
          <p:spPr>
            <a:xfrm>
              <a:off x="757767" y="1628776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正方形/長方形 7">
              <a:extLst>
                <a:ext uri="{FF2B5EF4-FFF2-40B4-BE49-F238E27FC236}">
                  <ns2:creationId id="{91D835C5-39EA-1695-E82A-8DF3BF25DEBD}"/>
                </a:ext>
              </a:extLst>
            </p:cNvPr>
            <p:cNvSpPr/>
            <p:nvPr/>
          </p:nvSpPr>
          <p:spPr>
            <a:xfrm>
              <a:off x="334965" y="1904094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F610FBC5-A441-CE06-C0DB-5F17702D4D63}"/>
                </a:ext>
              </a:extLst>
            </p:cNvPr>
            <p:cNvCxnSpPr/>
            <p:nvPr/>
          </p:nvCxnSpPr>
          <p:spPr>
            <a:xfrm>
              <a:off x="757767" y="1904094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0CF7E948-E27F-C1DB-B25C-07E31C8D78D8}"/>
                </a:ext>
              </a:extLst>
            </p:cNvPr>
            <p:cNvSpPr/>
            <p:nvPr/>
          </p:nvSpPr>
          <p:spPr>
            <a:xfrm>
              <a:off x="334965" y="2179411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B41D0F7E-3051-5E66-2343-F4BDBCE9FB84}"/>
                </a:ext>
              </a:extLst>
            </p:cNvPr>
            <p:cNvCxnSpPr/>
            <p:nvPr/>
          </p:nvCxnSpPr>
          <p:spPr>
            <a:xfrm>
              <a:off x="757767" y="2179411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44324A7B-B2D5-72E0-3699-AB2AA5CED64E}"/>
                </a:ext>
              </a:extLst>
            </p:cNvPr>
            <p:cNvSpPr/>
            <p:nvPr/>
          </p:nvSpPr>
          <p:spPr>
            <a:xfrm>
              <a:off x="85089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09CDE476-85AC-9302-AA08-CF665EC80C1C}"/>
                </a:ext>
              </a:extLst>
            </p:cNvPr>
            <p:cNvSpPr/>
            <p:nvPr/>
          </p:nvSpPr>
          <p:spPr>
            <a:xfrm>
              <a:off x="154100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4CA08CC7-F794-C4A4-2D5E-16F13645F8C2}"/>
                </a:ext>
              </a:extLst>
            </p:cNvPr>
            <p:cNvSpPr/>
            <p:nvPr/>
          </p:nvSpPr>
          <p:spPr>
            <a:xfrm>
              <a:off x="292122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FA7595B-8ADA-3611-6806-A6D053736674}"/>
                </a:ext>
              </a:extLst>
            </p:cNvPr>
            <p:cNvSpPr/>
            <p:nvPr/>
          </p:nvSpPr>
          <p:spPr>
            <a:xfrm>
              <a:off x="361132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9054E49-5C84-416D-2ED2-FA5EC16D69DA}"/>
                </a:ext>
              </a:extLst>
            </p:cNvPr>
            <p:cNvSpPr/>
            <p:nvPr/>
          </p:nvSpPr>
          <p:spPr>
            <a:xfrm>
              <a:off x="223111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5C656C8-F054-89B2-91B0-59460C082F8C}"/>
                </a:ext>
              </a:extLst>
            </p:cNvPr>
            <p:cNvSpPr/>
            <p:nvPr/>
          </p:nvSpPr>
          <p:spPr>
            <a:xfrm>
              <a:off x="430143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57B9308A-FB0F-143F-DB2A-BC17E1DC5D1C}"/>
                </a:ext>
              </a:extLst>
            </p:cNvPr>
            <p:cNvSpPr/>
            <p:nvPr/>
          </p:nvSpPr>
          <p:spPr>
            <a:xfrm>
              <a:off x="499154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927FDC6-3749-59B2-3406-1F1FED426467}"/>
                </a:ext>
              </a:extLst>
            </p:cNvPr>
            <p:cNvSpPr/>
            <p:nvPr/>
          </p:nvSpPr>
          <p:spPr>
            <a:xfrm>
              <a:off x="568165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F879553-2100-86D0-29FE-BA5A1BC5E2C2}"/>
                </a:ext>
              </a:extLst>
            </p:cNvPr>
            <p:cNvSpPr/>
            <p:nvPr/>
          </p:nvSpPr>
          <p:spPr>
            <a:xfrm>
              <a:off x="637175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1AC78E26-E26E-6BC3-BB8F-6D8FAD78CD5D}"/>
                </a:ext>
              </a:extLst>
            </p:cNvPr>
            <p:cNvSpPr/>
            <p:nvPr/>
          </p:nvSpPr>
          <p:spPr>
            <a:xfrm>
              <a:off x="706186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6B246F5-0B61-33FA-E947-3DE60A84A0B8}"/>
                </a:ext>
              </a:extLst>
            </p:cNvPr>
            <p:cNvSpPr/>
            <p:nvPr/>
          </p:nvSpPr>
          <p:spPr>
            <a:xfrm>
              <a:off x="775197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C3AF67E-ED38-8B1E-6BF0-E9D281A5F527}"/>
                </a:ext>
              </a:extLst>
            </p:cNvPr>
            <p:cNvSpPr/>
            <p:nvPr/>
          </p:nvSpPr>
          <p:spPr>
            <a:xfrm>
              <a:off x="844208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997CA27-DAA9-9C8D-BA38-3D9FCA67740A}"/>
                </a:ext>
              </a:extLst>
            </p:cNvPr>
            <p:cNvSpPr/>
            <p:nvPr/>
          </p:nvSpPr>
          <p:spPr>
            <a:xfrm>
              <a:off x="9132190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B2FBD4E-0B08-7F97-AA9B-1FFF9F64A58E}"/>
                </a:ext>
              </a:extLst>
            </p:cNvPr>
            <p:cNvSpPr/>
            <p:nvPr/>
          </p:nvSpPr>
          <p:spPr>
            <a:xfrm>
              <a:off x="9822297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E4ABE2C-79D6-C2A7-1FB1-8E9A9184EF64}"/>
                </a:ext>
              </a:extLst>
            </p:cNvPr>
            <p:cNvSpPr/>
            <p:nvPr/>
          </p:nvSpPr>
          <p:spPr>
            <a:xfrm>
              <a:off x="10512405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96F13298-28D1-E259-FE05-AC78CA680573}"/>
                </a:ext>
              </a:extLst>
            </p:cNvPr>
            <p:cNvSpPr/>
            <p:nvPr/>
          </p:nvSpPr>
          <p:spPr>
            <a:xfrm>
              <a:off x="11202512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AB48F20-6ADB-3C6D-9ECD-8E87DBD7A620}"/>
                </a:ext>
              </a:extLst>
            </p:cNvPr>
            <p:cNvSpPr/>
            <p:nvPr/>
          </p:nvSpPr>
          <p:spPr>
            <a:xfrm>
              <a:off x="850898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6C16027E-FE9D-25C1-9936-B7F8DDE7806F}"/>
                </a:ext>
              </a:extLst>
            </p:cNvPr>
            <p:cNvSpPr/>
            <p:nvPr/>
          </p:nvSpPr>
          <p:spPr>
            <a:xfrm>
              <a:off x="361132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16724430-6961-04A7-50BC-24276A242A78}"/>
                </a:ext>
              </a:extLst>
            </p:cNvPr>
            <p:cNvSpPr/>
            <p:nvPr/>
          </p:nvSpPr>
          <p:spPr>
            <a:xfrm>
              <a:off x="637175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38ABEBD8-E6EA-6C8E-1915-F704BE449DF4}"/>
                </a:ext>
              </a:extLst>
            </p:cNvPr>
            <p:cNvSpPr/>
            <p:nvPr/>
          </p:nvSpPr>
          <p:spPr>
            <a:xfrm>
              <a:off x="9132190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2C68A615-659D-91C2-EF31-939A0BD021E3}"/>
                </a:ext>
              </a:extLst>
            </p:cNvPr>
            <p:cNvSpPr/>
            <p:nvPr/>
          </p:nvSpPr>
          <p:spPr>
            <a:xfrm>
              <a:off x="850899" y="1628776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EA2D32AE-A40D-A36F-3077-A953A3552D3C}"/>
                </a:ext>
              </a:extLst>
            </p:cNvPr>
            <p:cNvSpPr/>
            <p:nvPr/>
          </p:nvSpPr>
          <p:spPr>
            <a:xfrm>
              <a:off x="3611329" y="1628776"/>
              <a:ext cx="8245706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ループ化 80">
              <a:extLst>
                <a:ext uri="{FF2B5EF4-FFF2-40B4-BE49-F238E27FC236}">
                  <ns2:creationId id="{ABF16ACA-348A-69BE-58BD-4AA000C21183}"/>
                </a:ext>
              </a:extLst>
            </p:cNvPr>
            <p:cNvGrpSpPr/>
            <p:nvPr/>
          </p:nvGrpSpPr>
          <p:grpSpPr>
            <a:xfrm>
              <a:off x="2231114" y="2475460"/>
              <a:ext cx="2724846" cy="284111"/>
              <a:chOff x="2231114" y="2475460"/>
              <a:chExt cx="2724846" cy="284111"/>
            </a:xfrm>
          </p:grpSpPr>
          <p:cxnSp>
            <p:nvCxnSpPr>
              <p:cNvPr id="67" name="直線矢印コネクタ 66">
                <a:extLst>
                  <a:ext uri="{FF2B5EF4-FFF2-40B4-BE49-F238E27FC236}">
                    <ns2:creationId id="{868BA6C0-B07E-B808-69F6-88357011B6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正方形/長方形 72">
                <a:extLst>
                  <a:ext uri="{FF2B5EF4-FFF2-40B4-BE49-F238E27FC236}">
                    <ns2:creationId id="{76CEC287-8198-722C-69F2-3F8B93073DE1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7BDE9999-E833-6465-E4F7-61735B8ACDEE}"/>
                </a:ext>
              </a:extLst>
            </p:cNvPr>
            <p:cNvGrpSpPr/>
            <p:nvPr/>
          </p:nvGrpSpPr>
          <p:grpSpPr>
            <a:xfrm>
              <a:off x="4301436" y="2838238"/>
              <a:ext cx="2034738" cy="284111"/>
              <a:chOff x="2231114" y="2475460"/>
              <a:chExt cx="2724846" cy="284111"/>
            </a:xfrm>
          </p:grpSpPr>
          <p:cxnSp>
            <p:nvCxnSpPr>
              <p:cNvPr id="84" name="直線矢印コネクタ 83">
                <a:extLst>
                  <a:ext uri="{FF2B5EF4-FFF2-40B4-BE49-F238E27FC236}">
                    <ns2:creationId id="{0CD24FDA-EDCB-B3ED-A734-EB4708CF9C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C4047D74-2E5D-83A8-0861-B448901F7FA0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EA65C045-D653-6FEF-189B-D4A09A203AF5}"/>
                </a:ext>
              </a:extLst>
            </p:cNvPr>
            <p:cNvGrpSpPr/>
            <p:nvPr/>
          </p:nvGrpSpPr>
          <p:grpSpPr>
            <a:xfrm>
              <a:off x="5681651" y="3201016"/>
              <a:ext cx="2034738" cy="284111"/>
              <a:chOff x="2231114" y="2475460"/>
              <a:chExt cx="2724846" cy="284111"/>
            </a:xfrm>
          </p:grpSpPr>
          <p:cxnSp>
            <p:nvCxnSpPr>
              <p:cNvPr id="90" name="直線矢印コネクタ 89">
                <a:extLst>
                  <a:ext uri="{FF2B5EF4-FFF2-40B4-BE49-F238E27FC236}">
                    <ns2:creationId id="{CCC96E4E-A384-A4E5-FB81-C310A1C10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233B30F9-2EC4-346A-3E06-5165F0E95FA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19" name="直線矢印コネクタ 118">
              <a:extLst>
                <a:ext uri="{FF2B5EF4-FFF2-40B4-BE49-F238E27FC236}">
                  <ns2:creationId id="{5ED8197D-E197-1C19-B57D-847543372787}"/>
                </a:ext>
              </a:extLst>
            </p:cNvPr>
            <p:cNvCxnSpPr>
              <a:cxnSpLocks/>
            </p:cNvCxnSpPr>
            <p:nvPr/>
          </p:nvCxnSpPr>
          <p:spPr>
            <a:xfrm>
              <a:off x="6371759" y="3847905"/>
              <a:ext cx="2034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正方形/長方形 119">
              <a:extLst>
                <a:ext uri="{FF2B5EF4-FFF2-40B4-BE49-F238E27FC236}">
                  <ns2:creationId id="{FCEAA738-97DF-412B-57E7-9F70361B1B33}"/>
                </a:ext>
              </a:extLst>
            </p:cNvPr>
            <p:cNvSpPr/>
            <p:nvPr/>
          </p:nvSpPr>
          <p:spPr>
            <a:xfrm>
              <a:off x="6371759" y="3563794"/>
              <a:ext cx="2034738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69992" tIns="34996" rIns="69992" bIns="0" rtlCol="0" anchor="b" anchorCtr="0"/>
            <a:lstStyle/>
            <a:p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1" name="グループ化 120">
              <a:extLst>
                <a:ext uri="{FF2B5EF4-FFF2-40B4-BE49-F238E27FC236}">
                  <ns2:creationId id="{F188744C-57B9-D11A-BDA3-3590172096D1}"/>
                </a:ext>
              </a:extLst>
            </p:cNvPr>
            <p:cNvGrpSpPr/>
            <p:nvPr/>
          </p:nvGrpSpPr>
          <p:grpSpPr>
            <a:xfrm>
              <a:off x="850900" y="3926572"/>
              <a:ext cx="11006136" cy="284111"/>
              <a:chOff x="2231114" y="2475460"/>
              <a:chExt cx="2724846" cy="284111"/>
            </a:xfrm>
          </p:grpSpPr>
          <p:cxnSp>
            <p:nvCxnSpPr>
              <p:cNvPr id="122" name="直線矢印コネクタ 121">
                <a:extLst>
                  <a:ext uri="{FF2B5EF4-FFF2-40B4-BE49-F238E27FC236}">
                    <ns2:creationId id="{71EE5D19-5502-4307-7CB1-4E6FF4FDDD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正方形/長方形 122">
                <a:extLst>
                  <a:ext uri="{FF2B5EF4-FFF2-40B4-BE49-F238E27FC236}">
                    <ns2:creationId id="{F4CDA5EB-38AC-5CB8-2134-2785E5CBD0B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25" name="グループ化 224">
              <a:extLst>
                <a:ext uri="{FF2B5EF4-FFF2-40B4-BE49-F238E27FC236}">
                  <ns2:creationId id="{10653B57-5507-6733-46F5-D0B9B77C6602}"/>
                </a:ext>
              </a:extLst>
            </p:cNvPr>
            <p:cNvGrpSpPr/>
            <p:nvPr/>
          </p:nvGrpSpPr>
          <p:grpSpPr>
            <a:xfrm>
              <a:off x="334965" y="4250335"/>
              <a:ext cx="11522073" cy="2058391"/>
              <a:chOff x="334965" y="4250335"/>
              <a:chExt cx="11522073" cy="2058391"/>
            </a:xfrm>
          </p:grpSpPr>
          <p:sp>
            <p:nvSpPr>
              <p:cNvPr id="201" name="フリーフォーム: 図形 200">
                <a:extLst>
                  <a:ext uri="{FF2B5EF4-FFF2-40B4-BE49-F238E27FC236}">
                    <ns2:creationId id="{CE619A85-301A-CDF1-2A1C-EE52F659F237}"/>
                  </a:ext>
                </a:extLst>
              </p:cNvPr>
              <p:cNvSpPr/>
              <p:nvPr/>
            </p:nvSpPr>
            <p:spPr>
              <a:xfrm>
                <a:off x="334965" y="4250335"/>
                <a:ext cx="11522073" cy="2058391"/>
              </a:xfrm>
              <a:custGeom>
                <a:avLst/>
                <a:gdLst>
                  <a:gd name="csX0" fmla="*/ 1309251 w 11522073"/>
                  <a:gd name="csY0" fmla="*/ 0 h 2058391"/>
                  <a:gd name="csX1" fmla="*/ 1374494 w 11522073"/>
                  <a:gd name="csY1" fmla="*/ 191037 h 2058391"/>
                  <a:gd name="csX2" fmla="*/ 11522073 w 11522073"/>
                  <a:gd name="csY2" fmla="*/ 191037 h 2058391"/>
                  <a:gd name="csX3" fmla="*/ 11522073 w 11522073"/>
                  <a:gd name="csY3" fmla="*/ 2058391 h 2058391"/>
                  <a:gd name="csX4" fmla="*/ 0 w 11522073"/>
                  <a:gd name="csY4" fmla="*/ 2058391 h 2058391"/>
                  <a:gd name="csX5" fmla="*/ 0 w 11522073"/>
                  <a:gd name="csY5" fmla="*/ 191037 h 2058391"/>
                  <a:gd name="csX6" fmla="*/ 1244009 w 11522073"/>
                  <a:gd name="csY6" fmla="*/ 191037 h 2058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11522073" h="2058391">
                    <a:moveTo>
                      <a:pt x="1309251" y="0"/>
                    </a:moveTo>
                    <a:lnTo>
                      <a:pt x="1374494" y="191037"/>
                    </a:lnTo>
                    <a:lnTo>
                      <a:pt x="11522073" y="191037"/>
                    </a:lnTo>
                    <a:lnTo>
                      <a:pt x="11522073" y="2058391"/>
                    </a:lnTo>
                    <a:lnTo>
                      <a:pt x="0" y="2058391"/>
                    </a:lnTo>
                    <a:lnTo>
                      <a:pt x="0" y="191037"/>
                    </a:lnTo>
                    <a:lnTo>
                      <a:pt x="1244009" y="19103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54000" rIns="0" bIns="0" rtlCol="0" anchor="t" anchorCtr="0">
                <a:noAutofit/>
              </a:bodyPr>
              <a:lstStyle/>
              <a:p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　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929734E2-16D3-F09A-CAB4-68C6F45D345F}"/>
                  </a:ext>
                </a:extLst>
              </p:cNvPr>
              <p:cNvSpPr/>
              <p:nvPr/>
            </p:nvSpPr>
            <p:spPr>
              <a:xfrm>
                <a:off x="446614" y="49100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A931F678-DA6D-B42A-1E52-DC7B5D262CC3}"/>
                  </a:ext>
                </a:extLst>
              </p:cNvPr>
              <p:cNvSpPr/>
              <p:nvPr/>
            </p:nvSpPr>
            <p:spPr>
              <a:xfrm>
                <a:off x="446614" y="5256797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B247E76E-E4B4-B185-C8F6-DE9B8AA43D7A}"/>
                  </a:ext>
                </a:extLst>
              </p:cNvPr>
              <p:cNvSpPr/>
              <p:nvPr/>
            </p:nvSpPr>
            <p:spPr>
              <a:xfrm>
                <a:off x="446614" y="5603564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8" name="正方形/長方形 157">
                <a:extLst>
                  <a:ext uri="{FF2B5EF4-FFF2-40B4-BE49-F238E27FC236}">
                    <ns2:creationId id="{E82990EA-4501-44AC-549E-F6EB2B1EDD2B}"/>
                  </a:ext>
                </a:extLst>
              </p:cNvPr>
              <p:cNvSpPr/>
              <p:nvPr/>
            </p:nvSpPr>
            <p:spPr>
              <a:xfrm>
                <a:off x="446614" y="59503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9FFA6626-7050-8BD3-60DD-2A1FD339AE37}"/>
                  </a:ext>
                </a:extLst>
              </p:cNvPr>
              <p:cNvSpPr/>
              <p:nvPr/>
            </p:nvSpPr>
            <p:spPr>
              <a:xfrm>
                <a:off x="1592701" y="49100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0" name="正方形/長方形 159">
                <a:extLst>
                  <a:ext uri="{FF2B5EF4-FFF2-40B4-BE49-F238E27FC236}">
                    <ns2:creationId id="{FA68CF58-493A-34DE-692D-46A60B62BA87}"/>
                  </a:ext>
                </a:extLst>
              </p:cNvPr>
              <p:cNvSpPr/>
              <p:nvPr/>
            </p:nvSpPr>
            <p:spPr>
              <a:xfrm>
                <a:off x="1592701" y="5256797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786A4ADF-43A3-30C8-3400-EF45656F9483}"/>
                  </a:ext>
                </a:extLst>
              </p:cNvPr>
              <p:cNvSpPr/>
              <p:nvPr/>
            </p:nvSpPr>
            <p:spPr>
              <a:xfrm>
                <a:off x="1592701" y="5603564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7685104-7EA6-CA48-9C4D-83E44DECCA81}"/>
                  </a:ext>
                </a:extLst>
              </p:cNvPr>
              <p:cNvSpPr/>
              <p:nvPr/>
            </p:nvSpPr>
            <p:spPr>
              <a:xfrm>
                <a:off x="1592701" y="59503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2" name="グループ化 191">
                <a:extLst>
                  <a:ext uri="{FF2B5EF4-FFF2-40B4-BE49-F238E27FC236}">
                    <ns2:creationId id="{0DAC0CC4-E0D9-87FA-2A7D-1D495D612942}"/>
                  </a:ext>
                </a:extLst>
              </p:cNvPr>
              <p:cNvGrpSpPr/>
              <p:nvPr/>
            </p:nvGrpSpPr>
            <p:grpSpPr>
              <a:xfrm>
                <a:off x="6451600" y="4497938"/>
                <a:ext cx="5293786" cy="1763158"/>
                <a:chOff x="6142567" y="4497938"/>
                <a:chExt cx="5602819" cy="1763158"/>
              </a:xfrm>
            </p:grpSpPr>
            <p:sp>
              <p:nvSpPr>
                <p:cNvPr id="135" name="正方形/長方形 134">
                  <a:extLst>
                    <a:ext uri="{FF2B5EF4-FFF2-40B4-BE49-F238E27FC236}">
                      <ns2:creationId id="{0EEA5C81-F07A-8EFE-9BA5-2900F8FA178E}"/>
                    </a:ext>
                  </a:extLst>
                </p:cNvPr>
                <p:cNvSpPr/>
                <p:nvPr/>
              </p:nvSpPr>
              <p:spPr>
                <a:xfrm>
                  <a:off x="6142567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6" name="正方形/長方形 135">
                  <a:extLst>
                    <a:ext uri="{FF2B5EF4-FFF2-40B4-BE49-F238E27FC236}">
                      <ns2:creationId id="{C816F4FE-389E-3C84-7CA2-114C02497E7E}"/>
                    </a:ext>
                  </a:extLst>
                </p:cNvPr>
                <p:cNvSpPr/>
                <p:nvPr/>
              </p:nvSpPr>
              <p:spPr>
                <a:xfrm>
                  <a:off x="6142567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9" name="正方形/長方形 138">
                  <a:extLst>
                    <a:ext uri="{FF2B5EF4-FFF2-40B4-BE49-F238E27FC236}">
                      <ns2:creationId id="{146A9FAD-7AEB-00B2-6AC5-56DCD0989B36}"/>
                    </a:ext>
                  </a:extLst>
                </p:cNvPr>
                <p:cNvSpPr/>
                <p:nvPr/>
              </p:nvSpPr>
              <p:spPr>
                <a:xfrm>
                  <a:off x="708173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0" name="正方形/長方形 139">
                  <a:extLst>
                    <a:ext uri="{FF2B5EF4-FFF2-40B4-BE49-F238E27FC236}">
                      <ns2:creationId id="{F03C5515-93BD-9002-4DBF-94F1F0E013B1}"/>
                    </a:ext>
                  </a:extLst>
                </p:cNvPr>
                <p:cNvSpPr/>
                <p:nvPr/>
              </p:nvSpPr>
              <p:spPr>
                <a:xfrm>
                  <a:off x="7081734" y="4497938"/>
                  <a:ext cx="3724484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2" name="正方形/長方形 141">
                  <a:extLst>
                    <a:ext uri="{FF2B5EF4-FFF2-40B4-BE49-F238E27FC236}">
                      <ns2:creationId id="{E811C981-1B90-177E-741A-37F4CE2EAC69}"/>
                    </a:ext>
                  </a:extLst>
                </p:cNvPr>
                <p:cNvSpPr/>
                <p:nvPr/>
              </p:nvSpPr>
              <p:spPr>
                <a:xfrm>
                  <a:off x="8020903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5" name="正方形/長方形 144">
                  <a:extLst>
                    <a:ext uri="{FF2B5EF4-FFF2-40B4-BE49-F238E27FC236}">
                      <ns2:creationId id="{BA4B753E-6C0C-EEF7-59CF-556465BBA529}"/>
                    </a:ext>
                  </a:extLst>
                </p:cNvPr>
                <p:cNvSpPr/>
                <p:nvPr/>
              </p:nvSpPr>
              <p:spPr>
                <a:xfrm>
                  <a:off x="8960070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8" name="正方形/長方形 147">
                  <a:extLst>
                    <a:ext uri="{FF2B5EF4-FFF2-40B4-BE49-F238E27FC236}">
                      <ns2:creationId id="{C8544511-1225-F19C-FFC0-B20CFF8ED467}"/>
                    </a:ext>
                  </a:extLst>
                </p:cNvPr>
                <p:cNvSpPr/>
                <p:nvPr/>
              </p:nvSpPr>
              <p:spPr>
                <a:xfrm>
                  <a:off x="9899238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1" name="正方形/長方形 150">
                  <a:extLst>
                    <a:ext uri="{FF2B5EF4-FFF2-40B4-BE49-F238E27FC236}">
                      <ns2:creationId id="{7E5E0BD2-9C66-1BA1-C9F6-308265AFE4E6}"/>
                    </a:ext>
                  </a:extLst>
                </p:cNvPr>
                <p:cNvSpPr/>
                <p:nvPr/>
              </p:nvSpPr>
              <p:spPr>
                <a:xfrm>
                  <a:off x="1083840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2" name="正方形/長方形 151">
                  <a:extLst>
                    <a:ext uri="{FF2B5EF4-FFF2-40B4-BE49-F238E27FC236}">
                      <ns2:creationId id="{B46DFF6D-C4BB-D461-DB84-41EFCF486B83}"/>
                    </a:ext>
                  </a:extLst>
                </p:cNvPr>
                <p:cNvSpPr/>
                <p:nvPr/>
              </p:nvSpPr>
              <p:spPr>
                <a:xfrm>
                  <a:off x="10838405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4" name="矢印: 五方向 163">
                  <a:extLst>
                    <a:ext uri="{FF2B5EF4-FFF2-40B4-BE49-F238E27FC236}">
                      <ns2:creationId id="{2F7AA7AC-F19F-3710-0EBC-251103DFDC8E}"/>
                    </a:ext>
                  </a:extLst>
                </p:cNvPr>
                <p:cNvSpPr/>
                <p:nvPr/>
              </p:nvSpPr>
              <p:spPr>
                <a:xfrm>
                  <a:off x="6142567" y="4910030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5" name="矢印: 五方向 164">
                  <a:extLst>
                    <a:ext uri="{FF2B5EF4-FFF2-40B4-BE49-F238E27FC236}">
                      <ns2:creationId id="{2673ED81-899F-9F70-8E40-E07EF63059C7}"/>
                    </a:ext>
                  </a:extLst>
                </p:cNvPr>
                <p:cNvSpPr/>
                <p:nvPr/>
              </p:nvSpPr>
              <p:spPr>
                <a:xfrm>
                  <a:off x="7279467" y="4910030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6" name="矢印: 五方向 165">
                  <a:extLst>
                    <a:ext uri="{FF2B5EF4-FFF2-40B4-BE49-F238E27FC236}">
                      <ns2:creationId id="{5610FAD8-F2AB-7F73-3E66-117BD6259A2D}"/>
                    </a:ext>
                  </a:extLst>
                </p:cNvPr>
                <p:cNvSpPr/>
                <p:nvPr/>
              </p:nvSpPr>
              <p:spPr>
                <a:xfrm>
                  <a:off x="8111209" y="4910031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9" name="矢印: 五方向 168">
                  <a:extLst>
                    <a:ext uri="{FF2B5EF4-FFF2-40B4-BE49-F238E27FC236}">
                      <ns2:creationId id="{1C171DB0-9A96-7CB6-1130-68E4D9CF9474}"/>
                    </a:ext>
                  </a:extLst>
                </p:cNvPr>
                <p:cNvSpPr/>
                <p:nvPr/>
              </p:nvSpPr>
              <p:spPr>
                <a:xfrm>
                  <a:off x="7279467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0" name="矢印: 五方向 169">
                  <a:extLst>
                    <a:ext uri="{FF2B5EF4-FFF2-40B4-BE49-F238E27FC236}">
                      <ns2:creationId id="{D79B81BB-485E-CF58-8570-F84EE741C6DA}"/>
                    </a:ext>
                  </a:extLst>
                </p:cNvPr>
                <p:cNvSpPr/>
                <p:nvPr/>
              </p:nvSpPr>
              <p:spPr>
                <a:xfrm>
                  <a:off x="8111209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2" name="矢印: 五方向 171">
                  <a:extLst>
                    <a:ext uri="{FF2B5EF4-FFF2-40B4-BE49-F238E27FC236}">
                      <ns2:creationId id="{B2702883-AEFF-5ADF-39B9-5262AA9AA422}"/>
                    </a:ext>
                  </a:extLst>
                </p:cNvPr>
                <p:cNvSpPr/>
                <p:nvPr/>
              </p:nvSpPr>
              <p:spPr>
                <a:xfrm>
                  <a:off x="8942951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3" name="矢印: 五方向 172">
                  <a:extLst>
                    <a:ext uri="{FF2B5EF4-FFF2-40B4-BE49-F238E27FC236}">
                      <ns2:creationId id="{3F578082-8358-7AA4-63B2-3AD71D74B7E0}"/>
                    </a:ext>
                  </a:extLst>
                </p:cNvPr>
                <p:cNvSpPr/>
                <p:nvPr/>
              </p:nvSpPr>
              <p:spPr>
                <a:xfrm>
                  <a:off x="6142567" y="5256797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5" name="矢印: 五方向 174">
                  <a:extLst>
                    <a:ext uri="{FF2B5EF4-FFF2-40B4-BE49-F238E27FC236}">
                      <ns2:creationId id="{89503ED4-23DC-D943-75A1-385DE6D58159}"/>
                    </a:ext>
                  </a:extLst>
                </p:cNvPr>
                <p:cNvSpPr/>
                <p:nvPr/>
              </p:nvSpPr>
              <p:spPr>
                <a:xfrm>
                  <a:off x="7279467" y="5603565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9" name="矢印: 五方向 178">
                  <a:extLst>
                    <a:ext uri="{FF2B5EF4-FFF2-40B4-BE49-F238E27FC236}">
                      <ns2:creationId id="{E05E9BDF-5AAE-EF62-EC56-F0AC8342EA5A}"/>
                    </a:ext>
                  </a:extLst>
                </p:cNvPr>
                <p:cNvSpPr/>
                <p:nvPr/>
              </p:nvSpPr>
              <p:spPr>
                <a:xfrm>
                  <a:off x="8960071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1" name="矢印: 五方向 180">
                  <a:extLst>
                    <a:ext uri="{FF2B5EF4-FFF2-40B4-BE49-F238E27FC236}">
                      <ns2:creationId id="{B5DBDA71-DDD7-8561-CF28-B8E4A420377F}"/>
                    </a:ext>
                  </a:extLst>
                </p:cNvPr>
                <p:cNvSpPr/>
                <p:nvPr/>
              </p:nvSpPr>
              <p:spPr>
                <a:xfrm>
                  <a:off x="9899238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2" name="矢印: 五方向 181">
                  <a:extLst>
                    <a:ext uri="{FF2B5EF4-FFF2-40B4-BE49-F238E27FC236}">
                      <ns2:creationId id="{188603CD-B0EA-59BE-B424-44BF9115F67B}"/>
                    </a:ext>
                  </a:extLst>
                </p:cNvPr>
                <p:cNvSpPr/>
                <p:nvPr/>
              </p:nvSpPr>
              <p:spPr>
                <a:xfrm>
                  <a:off x="10838405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3" name="矢印: 五方向 182">
                  <a:extLst>
                    <a:ext uri="{FF2B5EF4-FFF2-40B4-BE49-F238E27FC236}">
                      <ns2:creationId id="{D148211E-198A-4091-ADE6-044D1D1D7268}"/>
                    </a:ext>
                  </a:extLst>
                </p:cNvPr>
                <p:cNvSpPr/>
                <p:nvPr/>
              </p:nvSpPr>
              <p:spPr>
                <a:xfrm>
                  <a:off x="7279467" y="5950329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4" name="矢印: 五方向 183">
                  <a:extLst>
                    <a:ext uri="{FF2B5EF4-FFF2-40B4-BE49-F238E27FC236}">
                      <ns2:creationId id="{CAC643C8-8E59-6E98-F4D6-E8257F357976}"/>
                    </a:ext>
                  </a:extLst>
                </p:cNvPr>
                <p:cNvSpPr/>
                <p:nvPr/>
              </p:nvSpPr>
              <p:spPr>
                <a:xfrm>
                  <a:off x="8960071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0" name="矢印: 五方向 189">
                  <a:extLst>
                    <a:ext uri="{FF2B5EF4-FFF2-40B4-BE49-F238E27FC236}">
                      <ns2:creationId id="{9191F7AE-4440-A069-ABDB-CFF02D5D03C2}"/>
                    </a:ext>
                  </a:extLst>
                </p:cNvPr>
                <p:cNvSpPr/>
                <p:nvPr/>
              </p:nvSpPr>
              <p:spPr>
                <a:xfrm>
                  <a:off x="9899238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1" name="矢印: 五方向 190">
                  <a:extLst>
                    <a:ext uri="{FF2B5EF4-FFF2-40B4-BE49-F238E27FC236}">
                      <ns2:creationId id="{FF9DDC10-09D7-E5AD-DE6B-0868AFAD2728}"/>
                    </a:ext>
                  </a:extLst>
                </p:cNvPr>
                <p:cNvSpPr/>
                <p:nvPr/>
              </p:nvSpPr>
              <p:spPr>
                <a:xfrm>
                  <a:off x="10838405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cxnSp>
            <p:nvCxnSpPr>
              <p:cNvPr id="193" name="直線コネクタ 192">
                <a:extLst>
                  <a:ext uri="{FF2B5EF4-FFF2-40B4-BE49-F238E27FC236}">
                    <ns2:creationId id="{5DA9BA7D-26E7-FAD4-0548-9F570A0DEA3A}"/>
                  </a:ext>
                </a:extLst>
              </p:cNvPr>
              <p:cNvCxnSpPr/>
              <p:nvPr/>
            </p:nvCxnSpPr>
            <p:spPr>
              <a:xfrm>
                <a:off x="1592701" y="5238797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9EB7C436-1F3B-96DD-5336-5AFC1AD28E23}"/>
                  </a:ext>
                </a:extLst>
              </p:cNvPr>
              <p:cNvCxnSpPr/>
              <p:nvPr/>
            </p:nvCxnSpPr>
            <p:spPr>
              <a:xfrm>
                <a:off x="1592701" y="5585564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コネクタ 196">
                <a:extLst>
                  <a:ext uri="{FF2B5EF4-FFF2-40B4-BE49-F238E27FC236}">
                    <ns2:creationId id="{E6C8C559-01DA-B51A-36B1-E36EF9B7586D}"/>
                  </a:ext>
                </a:extLst>
              </p:cNvPr>
              <p:cNvCxnSpPr/>
              <p:nvPr/>
            </p:nvCxnSpPr>
            <p:spPr>
              <a:xfrm>
                <a:off x="1592701" y="5932331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2" name="グループ化 221">
                <a:extLst>
                  <a:ext uri="{FF2B5EF4-FFF2-40B4-BE49-F238E27FC236}">
                    <ns2:creationId id="{1DE65D39-B5AC-9C22-EFF9-4AFDDCAA3B1A}"/>
                  </a:ext>
                </a:extLst>
              </p:cNvPr>
              <p:cNvGrpSpPr/>
              <p:nvPr/>
            </p:nvGrpSpPr>
            <p:grpSpPr>
              <a:xfrm>
                <a:off x="446614" y="4609680"/>
                <a:ext cx="1094392" cy="255481"/>
                <a:chOff x="446614" y="4609680"/>
                <a:chExt cx="1094392" cy="255481"/>
              </a:xfrm>
            </p:grpSpPr>
            <p:sp>
              <p:nvSpPr>
                <p:cNvPr id="129" name="正方形/長方形 128">
                  <a:extLst>
                    <a:ext uri="{FF2B5EF4-FFF2-40B4-BE49-F238E27FC236}">
                      <ns2:creationId id="{F5C2763A-5EEE-BDA4-7B48-D980465279BF}"/>
                    </a:ext>
                  </a:extLst>
                </p:cNvPr>
                <p:cNvSpPr/>
                <p:nvPr/>
              </p:nvSpPr>
              <p:spPr>
                <a:xfrm>
                  <a:off x="446614" y="4609681"/>
                  <a:ext cx="1094392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0" name="直線矢印コネクタ 129">
                  <a:extLst>
                    <a:ext uri="{FF2B5EF4-FFF2-40B4-BE49-F238E27FC236}">
                      <ns2:creationId id="{A70B1321-D2DA-701E-0883-FFA7EB3A1C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6614" y="4865161"/>
                  <a:ext cx="1094392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2" name="グラフィックス 211" descr="的中 単色塗りつぶし">
                  <a:extLst>
                    <a:ext uri="{FF2B5EF4-FFF2-40B4-BE49-F238E27FC236}">
                      <ns2:creationId id="{A41FB209-761F-09AF-3F2F-3C737E2678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519379" y="4609680"/>
                  <a:ext cx="255480" cy="255480"/>
                </a:xfrm>
                <a:prstGeom prst="rect">
                  <a:avLst/>
                </a:prstGeom>
              </p:spPr>
            </p:pic>
          </p:grpSp>
          <p:grpSp>
            <p:nvGrpSpPr>
              <p:cNvPr id="224" name="グループ化 223">
                <a:extLst>
                  <a:ext uri="{FF2B5EF4-FFF2-40B4-BE49-F238E27FC236}">
                    <ns2:creationId id="{BDB7DC6F-AF2F-F06D-648A-D2433C644E3C}"/>
                  </a:ext>
                </a:extLst>
              </p:cNvPr>
              <p:cNvGrpSpPr/>
              <p:nvPr/>
            </p:nvGrpSpPr>
            <p:grpSpPr>
              <a:xfrm>
                <a:off x="1592702" y="4609680"/>
                <a:ext cx="4828486" cy="255481"/>
                <a:chOff x="1592702" y="4609680"/>
                <a:chExt cx="4828486" cy="255481"/>
              </a:xfrm>
            </p:grpSpPr>
            <p:sp>
              <p:nvSpPr>
                <p:cNvPr id="133" name="正方形/長方形 132">
                  <a:extLst>
                    <a:ext uri="{FF2B5EF4-FFF2-40B4-BE49-F238E27FC236}">
                      <ns2:creationId id="{30F3D144-B81D-75CE-3B2D-188884EFA852}"/>
                    </a:ext>
                  </a:extLst>
                </p:cNvPr>
                <p:cNvSpPr/>
                <p:nvPr/>
              </p:nvSpPr>
              <p:spPr>
                <a:xfrm>
                  <a:off x="1592702" y="4609681"/>
                  <a:ext cx="4828486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4" name="直線矢印コネクタ 133">
                  <a:extLst>
                    <a:ext uri="{FF2B5EF4-FFF2-40B4-BE49-F238E27FC236}">
                      <ns2:creationId id="{14911554-A47A-1320-9657-8A1D6DCCE9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92702" y="4865161"/>
                  <a:ext cx="4828486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4" name="グラフィックス 213" descr="リスト 単色塗りつぶし">
                  <a:extLst>
                    <a:ext uri="{FF2B5EF4-FFF2-40B4-BE49-F238E27FC236}">
                      <ns2:creationId id="{05526FBE-A5A0-5E76-AA3E-DBCC82E21A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2195530" y="4609680"/>
                  <a:ext cx="255480" cy="25548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149349879"/>
      </p:ext>
    </p:extLst>
  </p:cSld>
  <p:clrMapOvr>
    <a:masterClrMapping/>
  </p:clrMapOvr>
</p:sld>
</file>

<file path=ppt/slides/slide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DDCF45-4FA3-47D3-DF29-FA2132AC2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/>
              <a:t>XX</a:t>
            </a:r>
            <a:r>
              <a:rPr lang="en-US" altLang="ja-JP" dirty="0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D92584A-DEFF-0332-5CCB-205C02CB54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ホームベース 9">
            <a:extLst>
              <a:ext uri="{FF2B5EF4-FFF2-40B4-BE49-F238E27FC236}">
                <ns2:creationId id="{642FA1E9-6195-D08B-EFAB-BBD2719B2DA2}"/>
              </a:ext>
            </a:extLst>
          </p:cNvPr>
          <p:cNvSpPr/>
          <p:nvPr/>
        </p:nvSpPr>
        <p:spPr>
          <a:xfrm>
            <a:off x="1708727" y="1628775"/>
            <a:ext cx="3461885" cy="982268"/>
          </a:xfrm>
          <a:prstGeom prst="homePlate">
            <a:avLst>
              <a:gd name="adj" fmla="val 18206"/>
            </a:avLst>
          </a:prstGeom>
          <a:solidFill>
            <a:srgbClr val="008D2E">
              <a:alpha val="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sz="1400" dirty="0">
                <a:solidFill>
                  <a:schemeClr val="tx1"/>
                </a:solidFill>
              </a:rPr>
              <a:t>	</a:t>
            </a: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山形 10">
            <a:extLst>
              <a:ext uri="{FF2B5EF4-FFF2-40B4-BE49-F238E27FC236}">
                <ns2:creationId id="{BD307E28-23B9-04A3-3DD0-10A9BEB5D86A}"/>
              </a:ext>
            </a:extLst>
          </p:cNvPr>
          <p:cNvSpPr/>
          <p:nvPr/>
        </p:nvSpPr>
        <p:spPr>
          <a:xfrm>
            <a:off x="5051940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8800" rIns="28800" bIns="28800" rtlCol="0" anchor="ctr"/>
          <a:lstStyle/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94C4BC0-E793-AAD4-010F-0E0B23BFD626}"/>
              </a:ext>
            </a:extLst>
          </p:cNvPr>
          <p:cNvSpPr/>
          <p:nvPr/>
        </p:nvSpPr>
        <p:spPr>
          <a:xfrm>
            <a:off x="1708727" y="2678642"/>
            <a:ext cx="10148311" cy="368220"/>
          </a:xfrm>
          <a:prstGeom prst="rect">
            <a:avLst/>
          </a:prstGeom>
          <a:solidFill>
            <a:srgbClr val="008D2E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4150" marR="0" lvl="1" indent="-889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21" name="直線コネクタ 20">
            <a:extLst>
              <a:ext uri="{FF2B5EF4-FFF2-40B4-BE49-F238E27FC236}">
                <ns2:creationId id="{2B783B78-EEF6-567F-6572-1CC371B2CCCA}"/>
              </a:ext>
            </a:extLst>
          </p:cNvPr>
          <p:cNvCxnSpPr/>
          <p:nvPr/>
        </p:nvCxnSpPr>
        <p:spPr>
          <a:xfrm>
            <a:off x="1708727" y="4724725"/>
            <a:ext cx="1014831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グループ化 60">
            <a:extLst>
              <a:ext uri="{FF2B5EF4-FFF2-40B4-BE49-F238E27FC236}">
                <ns2:creationId id="{22B10BF9-FBDD-4264-3B86-6CB741CA1AC5}"/>
              </a:ext>
            </a:extLst>
          </p:cNvPr>
          <p:cNvGrpSpPr/>
          <p:nvPr/>
        </p:nvGrpSpPr>
        <p:grpSpPr>
          <a:xfrm>
            <a:off x="334962" y="1628774"/>
            <a:ext cx="1289101" cy="979672"/>
            <a:chOff x="334962" y="1628774"/>
            <a:chExt cx="1289101" cy="979672"/>
          </a:xfrm>
        </p:grpSpPr>
        <p:sp>
          <p:nvSpPr>
            <p:cNvPr id="6" name="正方形/長方形 5">
              <a:extLst>
                <a:ext uri="{FF2B5EF4-FFF2-40B4-BE49-F238E27FC236}">
                  <ns2:creationId id="{01E89DEB-3E12-F290-522F-CC081072AEFD}"/>
                </a:ext>
              </a:extLst>
            </p:cNvPr>
            <p:cNvSpPr/>
            <p:nvPr/>
          </p:nvSpPr>
          <p:spPr>
            <a:xfrm>
              <a:off x="334962" y="1628774"/>
              <a:ext cx="1289101" cy="979672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540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41" name="グラフィックス 40" descr="的中 単色塗りつぶし">
              <a:extLst>
                <a:ext uri="{FF2B5EF4-FFF2-40B4-BE49-F238E27FC236}">
                  <ns2:creationId id="{81859603-369C-4DCB-7614-218B05650B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09512" y="1732371"/>
              <a:ext cx="540000" cy="540000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5F028862-503C-0799-FA11-5D50D9E9EA96}"/>
              </a:ext>
            </a:extLst>
          </p:cNvPr>
          <p:cNvGrpSpPr/>
          <p:nvPr/>
        </p:nvGrpSpPr>
        <p:grpSpPr>
          <a:xfrm>
            <a:off x="334962" y="2678641"/>
            <a:ext cx="1289101" cy="3630084"/>
            <a:chOff x="334962" y="2678641"/>
            <a:chExt cx="1289101" cy="3630084"/>
          </a:xfrm>
        </p:grpSpPr>
        <p:sp>
          <p:nvSpPr>
            <p:cNvPr id="8" name="正方形/長方形 7">
              <a:extLst>
                <a:ext uri="{FF2B5EF4-FFF2-40B4-BE49-F238E27FC236}">
                  <ns2:creationId id="{300E2204-7F5D-53ED-6E91-244763D9D5E1}"/>
                </a:ext>
              </a:extLst>
            </p:cNvPr>
            <p:cNvSpPr/>
            <p:nvPr/>
          </p:nvSpPr>
          <p:spPr>
            <a:xfrm>
              <a:off x="334962" y="2678641"/>
              <a:ext cx="1289101" cy="363008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bg1"/>
                  </a:solidFill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</a:rPr>
                <a:t>XX</a:t>
              </a:r>
              <a:endPara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" name="グラフィックス 41" descr="手のひらと植物 単色塗りつぶし">
              <a:extLst>
                <a:ext uri="{FF2B5EF4-FFF2-40B4-BE49-F238E27FC236}">
                  <ns2:creationId id="{B8AEBEF4-3B10-FF80-580C-6CA7EB8C3F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09512" y="3743304"/>
              <a:ext cx="540000" cy="54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5541B213-8394-F382-B311-78349AEDF40C}"/>
              </a:ext>
            </a:extLst>
          </p:cNvPr>
          <p:cNvGrpSpPr/>
          <p:nvPr/>
        </p:nvGrpSpPr>
        <p:grpSpPr>
          <a:xfrm>
            <a:off x="1708727" y="3140725"/>
            <a:ext cx="1927102" cy="3168000"/>
            <a:chOff x="1708727" y="3140725"/>
            <a:chExt cx="1927102" cy="3168000"/>
          </a:xfrm>
        </p:grpSpPr>
        <p:sp>
          <p:nvSpPr>
            <p:cNvPr id="13" name="三角形 12">
              <a:extLst>
                <a:ext uri="{FF2B5EF4-FFF2-40B4-BE49-F238E27FC236}">
                  <ns2:creationId id="{19DF14EF-7D59-95AB-7ECE-3586CB4EBA97}"/>
                </a:ext>
              </a:extLst>
            </p:cNvPr>
            <p:cNvSpPr/>
            <p:nvPr/>
          </p:nvSpPr>
          <p:spPr>
            <a:xfrm>
              <a:off x="1708727" y="3140725"/>
              <a:ext cx="1927102" cy="3168000"/>
            </a:xfrm>
            <a:prstGeom prst="triangle">
              <a:avLst>
                <a:gd name="adj" fmla="val 4967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52000">
                  <a:srgbClr val="008D2E">
                    <a:alpha val="20000"/>
                  </a:srgbClr>
                </a:gs>
                <a:gs pos="83000">
                  <a:srgbClr val="008000">
                    <a:alpha val="30000"/>
                  </a:srgbClr>
                </a:gs>
                <a:gs pos="100000">
                  <a:srgbClr val="008000">
                    <a:alpha val="35000"/>
                  </a:srgb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" name="グループ化 64">
              <a:extLst>
                <a:ext uri="{FF2B5EF4-FFF2-40B4-BE49-F238E27FC236}">
                  <ns2:creationId id="{E64873B5-38B0-6385-EB64-98FF9CD9B410}"/>
                </a:ext>
              </a:extLst>
            </p:cNvPr>
            <p:cNvGrpSpPr/>
            <p:nvPr/>
          </p:nvGrpSpPr>
          <p:grpSpPr>
            <a:xfrm>
              <a:off x="1708727" y="3140725"/>
              <a:ext cx="1927102" cy="1548000"/>
              <a:chOff x="1708727" y="3140725"/>
              <a:chExt cx="1927102" cy="1548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468ED978-FA2E-75AF-C4DF-9C2CF86245BB}"/>
                  </a:ext>
                </a:extLst>
              </p:cNvPr>
              <p:cNvSpPr/>
              <p:nvPr/>
            </p:nvSpPr>
            <p:spPr>
              <a:xfrm>
                <a:off x="1708727" y="314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オフィス ワーカー (男性) 単色塗りつぶし">
                <a:extLst>
                  <a:ext uri="{FF2B5EF4-FFF2-40B4-BE49-F238E27FC236}">
                    <ns2:creationId id="{632AFD90-C8AD-CB0F-9952-AD32CC1F7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384278" y="3624794"/>
                <a:ext cx="576000" cy="576000"/>
              </a:xfrm>
              <a:prstGeom prst="rect">
                <a:avLst/>
              </a:prstGeom>
            </p:spPr>
          </p:pic>
        </p:grpSp>
        <p:grpSp>
          <p:nvGrpSpPr>
            <p:cNvPr id="64" name="グループ化 63">
              <a:extLst>
                <a:ext uri="{FF2B5EF4-FFF2-40B4-BE49-F238E27FC236}">
                  <ns2:creationId id="{0AD9774B-39E9-C95F-A89A-8332C148CD9B}"/>
                </a:ext>
              </a:extLst>
            </p:cNvPr>
            <p:cNvGrpSpPr/>
            <p:nvPr/>
          </p:nvGrpSpPr>
          <p:grpSpPr>
            <a:xfrm>
              <a:off x="1708727" y="4760725"/>
              <a:ext cx="1927102" cy="1548000"/>
              <a:chOff x="1708727" y="4760725"/>
              <a:chExt cx="1927102" cy="154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9CFC3AB8-A68D-B62F-EFB3-C218B0C0F84B}"/>
                  </a:ext>
                </a:extLst>
              </p:cNvPr>
              <p:cNvSpPr/>
              <p:nvPr/>
            </p:nvSpPr>
            <p:spPr>
              <a:xfrm>
                <a:off x="1708727" y="476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" name="グラフィックス 45" descr="男性のプロフィール 単色塗りつぶし">
                <a:extLst>
                  <a:ext uri="{FF2B5EF4-FFF2-40B4-BE49-F238E27FC236}">
                    <ns2:creationId id="{3589B70C-ED6E-197D-6BF4-2C6C54118D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384278" y="5352365"/>
                <a:ext cx="576000" cy="576000"/>
              </a:xfrm>
              <a:prstGeom prst="rect">
                <a:avLst/>
              </a:prstGeom>
            </p:spPr>
          </p:pic>
        </p:grpSp>
      </p:grpSp>
      <p:grpSp>
        <p:nvGrpSpPr>
          <p:cNvPr id="67" name="グループ化 66">
            <a:extLst>
              <a:ext uri="{FF2B5EF4-FFF2-40B4-BE49-F238E27FC236}">
                <ns2:creationId id="{2D6E43CC-C5F2-60EC-CB45-E5CB27C6506E}"/>
              </a:ext>
            </a:extLst>
          </p:cNvPr>
          <p:cNvGrpSpPr/>
          <p:nvPr/>
        </p:nvGrpSpPr>
        <p:grpSpPr>
          <a:xfrm>
            <a:off x="3720493" y="4756714"/>
            <a:ext cx="1207634" cy="1552011"/>
            <a:chOff x="3720493" y="4756714"/>
            <a:chExt cx="1207634" cy="1552011"/>
          </a:xfrm>
        </p:grpSpPr>
        <p:sp>
          <p:nvSpPr>
            <p:cNvPr id="19" name="正方形/長方形 18">
              <a:extLst>
                <a:ext uri="{FF2B5EF4-FFF2-40B4-BE49-F238E27FC236}">
                  <ns2:creationId id="{15B15B08-51A0-4ED8-7979-6CA93189F861}"/>
                </a:ext>
              </a:extLst>
            </p:cNvPr>
            <p:cNvSpPr/>
            <p:nvPr/>
          </p:nvSpPr>
          <p:spPr>
            <a:xfrm>
              <a:off x="3720493" y="476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827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</a:p>
            <a:p>
              <a:pPr algn="ctr"/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上階 単色塗りつぶし">
              <a:extLst>
                <a:ext uri="{FF2B5EF4-FFF2-40B4-BE49-F238E27FC236}">
                  <ns2:creationId id="{2EFE828C-42B0-8E7C-F9E9-672A2A1B38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982310" y="4756714"/>
              <a:ext cx="684000" cy="684000"/>
            </a:xfrm>
            <a:prstGeom prst="rect">
              <a:avLst/>
            </a:prstGeom>
          </p:spPr>
        </p:pic>
      </p:grpSp>
      <p:grpSp>
        <p:nvGrpSpPr>
          <p:cNvPr id="68" name="グループ化 67">
            <a:extLst>
              <a:ext uri="{FF2B5EF4-FFF2-40B4-BE49-F238E27FC236}">
                <ns2:creationId id="{1196089D-2506-C96B-B00B-F1C482DC4D42}"/>
              </a:ext>
            </a:extLst>
          </p:cNvPr>
          <p:cNvGrpSpPr/>
          <p:nvPr/>
        </p:nvGrpSpPr>
        <p:grpSpPr>
          <a:xfrm>
            <a:off x="3720493" y="3140725"/>
            <a:ext cx="1207634" cy="1548000"/>
            <a:chOff x="3720493" y="3140725"/>
            <a:chExt cx="1207634" cy="1548000"/>
          </a:xfrm>
        </p:grpSpPr>
        <p:sp>
          <p:nvSpPr>
            <p:cNvPr id="18" name="正方形/長方形 17">
              <a:extLst>
                <a:ext uri="{FF2B5EF4-FFF2-40B4-BE49-F238E27FC236}">
                  <ns2:creationId id="{B920601F-44A2-FE83-906C-79452860845B}"/>
                </a:ext>
              </a:extLst>
            </p:cNvPr>
            <p:cNvSpPr/>
            <p:nvPr/>
          </p:nvSpPr>
          <p:spPr>
            <a:xfrm>
              <a:off x="3720493" y="314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827999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XX</a:t>
              </a:r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階下 単色塗りつぶし">
              <a:extLst>
                <a:ext uri="{FF2B5EF4-FFF2-40B4-BE49-F238E27FC236}">
                  <ns2:creationId id="{995A67D0-EA1C-AD93-BC0A-B9AEA433DB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982310" y="3145035"/>
              <a:ext cx="684000" cy="684000"/>
            </a:xfrm>
            <a:prstGeom prst="rect">
              <a:avLst/>
            </a:prstGeom>
          </p:spPr>
        </p:pic>
      </p:grpSp>
      <p:sp>
        <p:nvSpPr>
          <p:cNvPr id="32" name="正方形/長方形 31">
            <a:extLst>
              <a:ext uri="{FF2B5EF4-FFF2-40B4-BE49-F238E27FC236}">
                <ns2:creationId id="{3A536CA8-F9DF-E01F-1A0F-4880128FEDF2}"/>
              </a:ext>
            </a:extLst>
          </p:cNvPr>
          <p:cNvSpPr/>
          <p:nvPr/>
        </p:nvSpPr>
        <p:spPr>
          <a:xfrm>
            <a:off x="5051940" y="4759407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5" name="グループ化 84">
            <a:extLst>
              <a:ext uri="{FF2B5EF4-FFF2-40B4-BE49-F238E27FC236}">
                <ns2:creationId id="{F5648EE2-9051-33EA-40D5-87F33C1354EF}"/>
              </a:ext>
            </a:extLst>
          </p:cNvPr>
          <p:cNvGrpSpPr/>
          <p:nvPr/>
        </p:nvGrpSpPr>
        <p:grpSpPr>
          <a:xfrm>
            <a:off x="9697038" y="5012513"/>
            <a:ext cx="2160000" cy="1294891"/>
            <a:chOff x="9697038" y="5012513"/>
            <a:chExt cx="2160000" cy="1294891"/>
          </a:xfrm>
        </p:grpSpPr>
        <p:sp>
          <p:nvSpPr>
            <p:cNvPr id="35" name="角丸四角形 34">
              <a:extLst>
                <a:ext uri="{FF2B5EF4-FFF2-40B4-BE49-F238E27FC236}">
                  <ns2:creationId id="{4D0D23A2-CD6B-F356-331E-5D0A12979B43}"/>
                </a:ext>
              </a:extLst>
            </p:cNvPr>
            <p:cNvSpPr/>
            <p:nvPr/>
          </p:nvSpPr>
          <p:spPr>
            <a:xfrm>
              <a:off x="9697038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5" name="グループ化 54">
              <a:extLst>
                <a:ext uri="{FF2B5EF4-FFF2-40B4-BE49-F238E27FC236}">
                  <ns2:creationId id="{D75CAEB3-3C32-D9C6-0DEF-4B7050DF6596}"/>
                </a:ext>
              </a:extLst>
            </p:cNvPr>
            <p:cNvGrpSpPr/>
            <p:nvPr/>
          </p:nvGrpSpPr>
          <p:grpSpPr>
            <a:xfrm>
              <a:off x="9697038" y="5361985"/>
              <a:ext cx="2160000" cy="945419"/>
              <a:chOff x="9697038" y="5361985"/>
              <a:chExt cx="2160000" cy="945419"/>
            </a:xfrm>
          </p:grpSpPr>
          <p:sp>
            <p:nvSpPr>
              <p:cNvPr id="38" name="四角形: 角を丸くする 79">
                <a:extLst>
                  <a:ext uri="{FF2B5EF4-FFF2-40B4-BE49-F238E27FC236}">
                    <ns2:creationId id="{B5829608-5794-AF81-4391-F0A791FE7657}"/>
                  </a:ext>
                </a:extLst>
              </p:cNvPr>
              <p:cNvSpPr/>
              <p:nvPr/>
            </p:nvSpPr>
            <p:spPr>
              <a:xfrm>
                <a:off x="9697038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2" name="グラフィックス 51" descr="リスト 単色塗りつぶし">
                <a:extLst>
                  <a:ext uri="{FF2B5EF4-FFF2-40B4-BE49-F238E27FC236}">
                    <ns2:creationId id="{6A3ADB70-27C3-1B90-4C0C-5BFD38838E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1245038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53" name="グループ化 52">
            <a:extLst>
              <a:ext uri="{FF2B5EF4-FFF2-40B4-BE49-F238E27FC236}">
                <ns2:creationId id="{8C986E78-FB00-04B0-FFF2-30BE97125D2A}"/>
              </a:ext>
            </a:extLst>
          </p:cNvPr>
          <p:cNvGrpSpPr/>
          <p:nvPr/>
        </p:nvGrpSpPr>
        <p:grpSpPr>
          <a:xfrm>
            <a:off x="7374489" y="5012513"/>
            <a:ext cx="2160000" cy="1294891"/>
            <a:chOff x="7374489" y="5012513"/>
            <a:chExt cx="2160000" cy="1294891"/>
          </a:xfrm>
        </p:grpSpPr>
        <p:sp>
          <p:nvSpPr>
            <p:cNvPr id="34" name="角丸四角形 33">
              <a:extLst>
                <a:ext uri="{FF2B5EF4-FFF2-40B4-BE49-F238E27FC236}">
                  <ns2:creationId id="{F281FD59-EBA9-F7D1-51AA-497DA160FBC1}"/>
                </a:ext>
              </a:extLst>
            </p:cNvPr>
            <p:cNvSpPr/>
            <p:nvPr/>
          </p:nvSpPr>
          <p:spPr>
            <a:xfrm>
              <a:off x="7374489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14F58155-33EA-4749-B5DB-474E0A5F0324}"/>
                </a:ext>
              </a:extLst>
            </p:cNvPr>
            <p:cNvGrpSpPr/>
            <p:nvPr/>
          </p:nvGrpSpPr>
          <p:grpSpPr>
            <a:xfrm>
              <a:off x="7374489" y="5361985"/>
              <a:ext cx="2160000" cy="945419"/>
              <a:chOff x="7374489" y="5361985"/>
              <a:chExt cx="2160000" cy="945419"/>
            </a:xfrm>
          </p:grpSpPr>
          <p:sp>
            <p:nvSpPr>
              <p:cNvPr id="37" name="四角形: 角を丸くする 79">
                <a:extLst>
                  <a:ext uri="{FF2B5EF4-FFF2-40B4-BE49-F238E27FC236}">
                    <ns2:creationId id="{A60F7E4E-A863-62CA-C425-98892E605248}"/>
                  </a:ext>
                </a:extLst>
              </p:cNvPr>
              <p:cNvSpPr/>
              <p:nvPr/>
            </p:nvSpPr>
            <p:spPr>
              <a:xfrm>
                <a:off x="7374489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4" name="グラフィックス 53" descr="封筒 単色塗りつぶし">
                <a:extLst>
                  <a:ext uri="{FF2B5EF4-FFF2-40B4-BE49-F238E27FC236}">
                    <ns2:creationId id="{1A2598CB-E282-364F-110B-64E8BA6AE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8922489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3CAE065D-2B74-286D-E2AB-8F9848CCF135}"/>
              </a:ext>
            </a:extLst>
          </p:cNvPr>
          <p:cNvGrpSpPr/>
          <p:nvPr/>
        </p:nvGrpSpPr>
        <p:grpSpPr>
          <a:xfrm>
            <a:off x="5051940" y="5012513"/>
            <a:ext cx="2160000" cy="1294891"/>
            <a:chOff x="5051940" y="5012513"/>
            <a:chExt cx="2160000" cy="1294891"/>
          </a:xfrm>
        </p:grpSpPr>
        <p:sp>
          <p:nvSpPr>
            <p:cNvPr id="33" name="角丸四角形 32">
              <a:extLst>
                <a:ext uri="{FF2B5EF4-FFF2-40B4-BE49-F238E27FC236}">
                  <ns2:creationId id="{352A0AAA-4E25-4828-A0C8-69B7FA9EE076}"/>
                </a:ext>
              </a:extLst>
            </p:cNvPr>
            <p:cNvSpPr/>
            <p:nvPr/>
          </p:nvSpPr>
          <p:spPr>
            <a:xfrm>
              <a:off x="5051940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4AACA149-5BEC-2B78-6FB7-B294CE948F7F}"/>
                </a:ext>
              </a:extLst>
            </p:cNvPr>
            <p:cNvGrpSpPr/>
            <p:nvPr/>
          </p:nvGrpSpPr>
          <p:grpSpPr>
            <a:xfrm>
              <a:off x="5051940" y="5361985"/>
              <a:ext cx="2160000" cy="945419"/>
              <a:chOff x="5051940" y="5361985"/>
              <a:chExt cx="2160000" cy="945419"/>
            </a:xfrm>
          </p:grpSpPr>
          <p:sp>
            <p:nvSpPr>
              <p:cNvPr id="36" name="四角形: 角を丸くする 79">
                <a:extLst>
                  <a:ext uri="{FF2B5EF4-FFF2-40B4-BE49-F238E27FC236}">
                    <ns2:creationId id="{FBCE365D-C2DC-AFC3-3145-ACFA328A366E}"/>
                  </a:ext>
                </a:extLst>
              </p:cNvPr>
              <p:cNvSpPr/>
              <p:nvPr/>
            </p:nvSpPr>
            <p:spPr>
              <a:xfrm>
                <a:off x="5051940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会議 単色塗りつぶし">
                <a:extLst>
                  <a:ext uri="{FF2B5EF4-FFF2-40B4-BE49-F238E27FC236}">
                    <ns2:creationId id="{25430902-AEEC-2196-C46C-0D77C3F039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599940" y="5695404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22" name="正方形/長方形 21">
            <a:extLst>
              <a:ext uri="{FF2B5EF4-FFF2-40B4-BE49-F238E27FC236}">
                <ns2:creationId id="{FE588E7D-F006-3174-309F-DA6734AA25EB}"/>
              </a:ext>
            </a:extLst>
          </p:cNvPr>
          <p:cNvSpPr/>
          <p:nvPr/>
        </p:nvSpPr>
        <p:spPr>
          <a:xfrm>
            <a:off x="5051940" y="3140726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FBA97E87-943D-BA6B-511E-556FE8FFF5F0}"/>
              </a:ext>
            </a:extLst>
          </p:cNvPr>
          <p:cNvGrpSpPr/>
          <p:nvPr/>
        </p:nvGrpSpPr>
        <p:grpSpPr>
          <a:xfrm>
            <a:off x="8484672" y="3393832"/>
            <a:ext cx="1656000" cy="1294891"/>
            <a:chOff x="8484672" y="3393832"/>
            <a:chExt cx="1656000" cy="1294891"/>
          </a:xfrm>
        </p:grpSpPr>
        <p:sp>
          <p:nvSpPr>
            <p:cNvPr id="25" name="角丸四角形 24">
              <a:extLst>
                <a:ext uri="{FF2B5EF4-FFF2-40B4-BE49-F238E27FC236}">
                  <ns2:creationId id="{3E1B2166-6AF9-CA3E-CC3E-A885F0F7F94B}"/>
                </a:ext>
              </a:extLst>
            </p:cNvPr>
            <p:cNvSpPr/>
            <p:nvPr/>
          </p:nvSpPr>
          <p:spPr>
            <a:xfrm>
              <a:off x="8484672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35218F3-51E0-2CAB-F896-CC41AC1489DC}"/>
                </a:ext>
              </a:extLst>
            </p:cNvPr>
            <p:cNvGrpSpPr/>
            <p:nvPr/>
          </p:nvGrpSpPr>
          <p:grpSpPr>
            <a:xfrm>
              <a:off x="8484672" y="3743304"/>
              <a:ext cx="1656000" cy="945419"/>
              <a:chOff x="8484672" y="3743304"/>
              <a:chExt cx="1656000" cy="945419"/>
            </a:xfrm>
          </p:grpSpPr>
          <p:sp>
            <p:nvSpPr>
              <p:cNvPr id="30" name="四角形: 角を丸くする 79">
                <a:extLst>
                  <a:ext uri="{FF2B5EF4-FFF2-40B4-BE49-F238E27FC236}">
                    <ns2:creationId id="{E4B8B93B-8BEE-7229-66CF-893812E60CF9}"/>
                  </a:ext>
                </a:extLst>
              </p:cNvPr>
              <p:cNvSpPr/>
              <p:nvPr/>
            </p:nvSpPr>
            <p:spPr>
              <a:xfrm>
                <a:off x="8484672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クリップボード: チェックマーク 単色塗りつぶし">
                <a:extLst>
                  <a:ext uri="{FF2B5EF4-FFF2-40B4-BE49-F238E27FC236}">
                    <ns2:creationId id="{D539846E-2B95-289F-87BD-0DE77519B9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528672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96D7F66-1552-9205-E79E-CB0CD376D81B}"/>
              </a:ext>
            </a:extLst>
          </p:cNvPr>
          <p:cNvGrpSpPr/>
          <p:nvPr/>
        </p:nvGrpSpPr>
        <p:grpSpPr>
          <a:xfrm>
            <a:off x="6768306" y="3393832"/>
            <a:ext cx="1656000" cy="1294891"/>
            <a:chOff x="6768306" y="3393832"/>
            <a:chExt cx="1656000" cy="1294891"/>
          </a:xfrm>
        </p:grpSpPr>
        <p:sp>
          <p:nvSpPr>
            <p:cNvPr id="24" name="角丸四角形 23">
              <a:extLst>
                <a:ext uri="{FF2B5EF4-FFF2-40B4-BE49-F238E27FC236}">
                  <ns2:creationId id="{9556350F-5DFC-A99F-6B44-B6F1EC9A6369}"/>
                </a:ext>
              </a:extLst>
            </p:cNvPr>
            <p:cNvSpPr/>
            <p:nvPr/>
          </p:nvSpPr>
          <p:spPr>
            <a:xfrm>
              <a:off x="6768306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07FD3144-168B-839E-BB16-27D51A40776E}"/>
                </a:ext>
              </a:extLst>
            </p:cNvPr>
            <p:cNvGrpSpPr/>
            <p:nvPr/>
          </p:nvGrpSpPr>
          <p:grpSpPr>
            <a:xfrm>
              <a:off x="6768306" y="3743304"/>
              <a:ext cx="1656000" cy="945419"/>
              <a:chOff x="6768306" y="3743304"/>
              <a:chExt cx="1656000" cy="945419"/>
            </a:xfrm>
          </p:grpSpPr>
          <p:sp>
            <p:nvSpPr>
              <p:cNvPr id="29" name="四角形: 角を丸くする 79">
                <a:extLst>
                  <a:ext uri="{FF2B5EF4-FFF2-40B4-BE49-F238E27FC236}">
                    <ns2:creationId id="{B40EA35B-B797-F88E-499C-6483F6FDEB79}"/>
                  </a:ext>
                </a:extLst>
              </p:cNvPr>
              <p:cNvSpPr/>
              <p:nvPr/>
            </p:nvSpPr>
            <p:spPr>
              <a:xfrm>
                <a:off x="6768306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硬貨 単色塗りつぶし">
                <a:extLst>
                  <a:ext uri="{FF2B5EF4-FFF2-40B4-BE49-F238E27FC236}">
                    <ns2:creationId id="{90CB4512-8D36-BBFB-D9CD-A1AA314077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7812306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5" name="グループ化 44">
            <a:extLst>
              <a:ext uri="{FF2B5EF4-FFF2-40B4-BE49-F238E27FC236}">
                <ns2:creationId id="{7369B232-E699-C428-24D4-4299B485DE21}"/>
              </a:ext>
            </a:extLst>
          </p:cNvPr>
          <p:cNvGrpSpPr/>
          <p:nvPr/>
        </p:nvGrpSpPr>
        <p:grpSpPr>
          <a:xfrm>
            <a:off x="5051940" y="3393832"/>
            <a:ext cx="1656000" cy="1294891"/>
            <a:chOff x="5051940" y="3393832"/>
            <a:chExt cx="1656000" cy="1294891"/>
          </a:xfrm>
        </p:grpSpPr>
        <p:sp>
          <p:nvSpPr>
            <p:cNvPr id="23" name="角丸四角形 22">
              <a:extLst>
                <a:ext uri="{FF2B5EF4-FFF2-40B4-BE49-F238E27FC236}">
                  <ns2:creationId id="{C2860BDA-B48B-AB81-5BA0-7471AF09AAB8}"/>
                </a:ext>
              </a:extLst>
            </p:cNvPr>
            <p:cNvSpPr/>
            <p:nvPr/>
          </p:nvSpPr>
          <p:spPr>
            <a:xfrm>
              <a:off x="5051940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4E662141-31D9-DB29-159F-F9FB314D015F}"/>
                </a:ext>
              </a:extLst>
            </p:cNvPr>
            <p:cNvGrpSpPr/>
            <p:nvPr/>
          </p:nvGrpSpPr>
          <p:grpSpPr>
            <a:xfrm>
              <a:off x="5051940" y="3743304"/>
              <a:ext cx="1656000" cy="945419"/>
              <a:chOff x="5051940" y="3743304"/>
              <a:chExt cx="1656000" cy="945419"/>
            </a:xfrm>
          </p:grpSpPr>
          <p:sp>
            <p:nvSpPr>
              <p:cNvPr id="27" name="四角形: 角を丸くする 79">
                <a:extLst>
                  <a:ext uri="{FF2B5EF4-FFF2-40B4-BE49-F238E27FC236}">
                    <ns2:creationId id="{3E145113-2FE5-4E02-A206-B9869501073B}"/>
                  </a:ext>
                </a:extLst>
              </p:cNvPr>
              <p:cNvSpPr/>
              <p:nvPr/>
            </p:nvSpPr>
            <p:spPr>
              <a:xfrm>
                <a:off x="5051940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人と循環 単色塗りつぶし">
                <a:extLst>
                  <a:ext uri="{FF2B5EF4-FFF2-40B4-BE49-F238E27FC236}">
                    <ns2:creationId id="{E62383BE-951C-7E00-7730-E3CF25811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6095940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C622F0F4-21A6-13D6-CA80-5C222A8BF9F6}"/>
              </a:ext>
            </a:extLst>
          </p:cNvPr>
          <p:cNvGrpSpPr/>
          <p:nvPr/>
        </p:nvGrpSpPr>
        <p:grpSpPr>
          <a:xfrm>
            <a:off x="10201038" y="3393832"/>
            <a:ext cx="1656000" cy="1294891"/>
            <a:chOff x="10201038" y="3393832"/>
            <a:chExt cx="1656000" cy="1294891"/>
          </a:xfrm>
        </p:grpSpPr>
        <p:sp>
          <p:nvSpPr>
            <p:cNvPr id="26" name="角丸四角形 25">
              <a:extLst>
                <a:ext uri="{FF2B5EF4-FFF2-40B4-BE49-F238E27FC236}">
                  <ns2:creationId id="{8481C802-93C6-E797-73BF-ACC47E05C37E}"/>
                </a:ext>
              </a:extLst>
            </p:cNvPr>
            <p:cNvSpPr/>
            <p:nvPr/>
          </p:nvSpPr>
          <p:spPr>
            <a:xfrm>
              <a:off x="10201038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1247F63-2F6C-781F-D517-360937B4782E}"/>
                </a:ext>
              </a:extLst>
            </p:cNvPr>
            <p:cNvGrpSpPr/>
            <p:nvPr/>
          </p:nvGrpSpPr>
          <p:grpSpPr>
            <a:xfrm>
              <a:off x="10201038" y="3743304"/>
              <a:ext cx="1656000" cy="945419"/>
              <a:chOff x="10201038" y="3743304"/>
              <a:chExt cx="1656000" cy="945419"/>
            </a:xfrm>
          </p:grpSpPr>
          <p:sp>
            <p:nvSpPr>
              <p:cNvPr id="31" name="四角形: 角を丸くする 79">
                <a:extLst>
                  <a:ext uri="{FF2B5EF4-FFF2-40B4-BE49-F238E27FC236}">
                    <ns2:creationId id="{873A19D1-3F0F-6F76-468B-AFCE83D733D6}"/>
                  </a:ext>
                </a:extLst>
              </p:cNvPr>
              <p:cNvSpPr/>
              <p:nvPr/>
            </p:nvSpPr>
            <p:spPr>
              <a:xfrm>
                <a:off x="10201038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指数的グラフ 単色塗りつぶし">
                <a:extLst>
                  <a:ext uri="{FF2B5EF4-FFF2-40B4-BE49-F238E27FC236}">
                    <ns2:creationId id="{6BED9A37-7B8E-B688-8CE7-43A49179AB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11245038" y="4076723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12" name="山形 11">
            <a:extLst>
              <a:ext uri="{FF2B5EF4-FFF2-40B4-BE49-F238E27FC236}">
                <ns2:creationId id="{3B5CDC9F-ECD3-4BA9-B5AB-4836098C6B78}"/>
              </a:ext>
            </a:extLst>
          </p:cNvPr>
          <p:cNvSpPr/>
          <p:nvPr/>
        </p:nvSpPr>
        <p:spPr>
          <a:xfrm>
            <a:off x="8395153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/>
          <a:lstStyle/>
          <a:p>
            <a:pPr algn="ctr"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5" name="グラフィックス 4" descr="棒グラフ (上昇) 単色塗りつぶし">
            <a:extLst>
              <a:ext uri="{FF2B5EF4-FFF2-40B4-BE49-F238E27FC236}">
                <ns2:creationId id="{10F8809C-B372-F952-2620-60B45BD58C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8688657" y="1903909"/>
            <a:ext cx="432000" cy="432000"/>
          </a:xfrm>
          <a:prstGeom prst="rect">
            <a:avLst/>
          </a:prstGeom>
        </p:spPr>
      </p:pic>
    </p:spTree>
    <p:extLst>
      <p:ext uri="{BB962C8B-B14F-4D97-AF65-F5344CB8AC3E}">
        <ns5:creationId val="334923757"/>
      </p:ext>
    </p:extLst>
  </p:cSld>
  <p:clrMapOvr>
    <a:masterClrMapping/>
  </p:clrMapOvr>
</p:sld>
</file>

<file path=ppt/slides/slide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2BDDFA0-1F21-2E79-E66D-C63839FB70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9ACA39A-3FBD-1E9E-7DF9-1F6FF115735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8" name="正方形/長方形 7">
            <a:extLst>
              <a:ext uri="{FF2B5EF4-FFF2-40B4-BE49-F238E27FC236}">
                <ns2:creationId id="{1D324ED3-CC39-F24E-9873-CF859258817E}"/>
              </a:ext>
            </a:extLst>
          </p:cNvPr>
          <p:cNvSpPr/>
          <p:nvPr/>
        </p:nvSpPr>
        <p:spPr>
          <a:xfrm>
            <a:off x="1112108" y="2067598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3" name="グループ化 13">
            <a:extLst>
              <a:ext uri="{FF2B5EF4-FFF2-40B4-BE49-F238E27FC236}">
                <ns2:creationId id="{31667FDC-BD6C-5EF8-A991-72C1FB42EA22}"/>
              </a:ext>
            </a:extLst>
          </p:cNvPr>
          <p:cNvGrpSpPr/>
          <p:nvPr/>
        </p:nvGrpSpPr>
        <p:grpSpPr>
          <a:xfrm>
            <a:off x="6191739" y="1165510"/>
            <a:ext cx="5656905" cy="828675"/>
            <a:chOff x="695325" y="1160463"/>
            <a:chExt cx="5331832" cy="828675"/>
          </a:xfrm>
        </p:grpSpPr>
        <p:sp>
          <p:nvSpPr>
            <p:cNvPr id="25" name="テキスト ボックス 15">
              <a:extLst>
                <a:ext uri="{FF2B5EF4-FFF2-40B4-BE49-F238E27FC236}">
                  <ns2:creationId id="{89842317-4F4E-3776-39BF-2B681E649635}"/>
                </a:ext>
              </a:extLst>
            </p:cNvPr>
            <p:cNvSpPr txBox="1"/>
            <p:nvPr/>
          </p:nvSpPr>
          <p:spPr>
            <a:xfrm>
              <a:off x="695325" y="1160463"/>
              <a:ext cx="1986261" cy="828675"/>
            </a:xfrm>
            <a:prstGeom prst="rect">
              <a:avLst/>
            </a:prstGeom>
            <a:noFill/>
          </p:spPr>
          <p:txBody>
            <a:bodyPr wrap="none" lIns="756000" tIns="36000" rIns="36000" bIns="36000" rtlCol="0" anchor="b">
              <a:noAutofit/>
            </a:bodyPr>
            <a:lstStyle/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 </a:t>
              </a:r>
              <a:endParaRPr lang="en-US" altLang="ja-JP" dirty="0"/>
            </a:p>
          </p:txBody>
        </p:sp>
        <p:cxnSp>
          <p:nvCxnSpPr>
            <p:cNvPr id="26" name="直線コネクタ 16">
              <a:extLst>
                <a:ext uri="{FF2B5EF4-FFF2-40B4-BE49-F238E27FC236}">
                  <ns2:creationId id="{04CC71F6-709E-7A57-C574-C3752A490F37}"/>
                </a:ext>
              </a:extLst>
            </p:cNvPr>
            <p:cNvCxnSpPr>
              <a:cxnSpLocks/>
            </p:cNvCxnSpPr>
            <p:nvPr/>
          </p:nvCxnSpPr>
          <p:spPr>
            <a:xfrm>
              <a:off x="695325" y="1989138"/>
              <a:ext cx="533183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4" name="Graphic 457" descr="道路 枠線">
            <a:extLst>
              <a:ext uri="{FF2B5EF4-FFF2-40B4-BE49-F238E27FC236}">
                <ns2:creationId id="{71CC8752-DC75-DB88-FEB5-3E348ECEF1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6096000" y="1225198"/>
            <a:ext cx="828675" cy="828675"/>
          </a:xfrm>
          <a:prstGeom prst="rect">
            <a:avLst/>
          </a:prstGeom>
        </p:spPr>
      </p:pic>
      <p:sp>
        <p:nvSpPr>
          <p:cNvPr id="31" name="テキスト ボックス 15">
            <a:extLst>
              <a:ext uri="{FF2B5EF4-FFF2-40B4-BE49-F238E27FC236}">
                <ns2:creationId id="{C3CBFD9A-61EF-5FA2-B135-049C216DFA2F}"/>
              </a:ext>
            </a:extLst>
          </p:cNvPr>
          <p:cNvSpPr txBox="1"/>
          <p:nvPr/>
        </p:nvSpPr>
        <p:spPr>
          <a:xfrm>
            <a:off x="326505" y="1179235"/>
            <a:ext cx="4135106" cy="828675"/>
          </a:xfrm>
          <a:prstGeom prst="rect">
            <a:avLst/>
          </a:prstGeom>
          <a:noFill/>
        </p:spPr>
        <p:txBody>
          <a:bodyPr wrap="none" lIns="756000" tIns="36000" rIns="36000" bIns="36000" rtlCol="0" anchor="b">
            <a:noAutofit/>
          </a:bodyPr>
          <a:lstStyle/>
          <a:p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cxnSp>
        <p:nvCxnSpPr>
          <p:cNvPr id="32" name="直線コネクタ 16">
            <a:extLst>
              <a:ext uri="{FF2B5EF4-FFF2-40B4-BE49-F238E27FC236}">
                <ns2:creationId id="{1D4105C3-BD15-75B7-E8D1-542B0C3AE586}"/>
              </a:ext>
            </a:extLst>
          </p:cNvPr>
          <p:cNvCxnSpPr>
            <a:cxnSpLocks/>
          </p:cNvCxnSpPr>
          <p:nvPr/>
        </p:nvCxnSpPr>
        <p:spPr>
          <a:xfrm>
            <a:off x="364660" y="2007910"/>
            <a:ext cx="565690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" name="Graphic 457" descr="レーダー チャート 枠線">
            <a:extLst>
              <a:ext uri="{FF2B5EF4-FFF2-40B4-BE49-F238E27FC236}">
                <ns2:creationId id="{4A7F46D1-7A3D-DA24-A4C2-0B3AB65DD87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268921" y="1238923"/>
            <a:ext cx="828675" cy="828675"/>
          </a:xfrm>
          <a:prstGeom prst="rect">
            <a:avLst/>
          </a:prstGeom>
        </p:spPr>
      </p:pic>
      <p:sp>
        <p:nvSpPr>
          <p:cNvPr id="48" name="正方形/長方形 47">
            <a:extLst>
              <a:ext uri="{FF2B5EF4-FFF2-40B4-BE49-F238E27FC236}">
                <ns2:creationId id="{E4DBA19B-4290-E84A-C41F-6D2E190BDE3E}"/>
              </a:ext>
            </a:extLst>
          </p:cNvPr>
          <p:cNvSpPr/>
          <p:nvPr/>
        </p:nvSpPr>
        <p:spPr>
          <a:xfrm>
            <a:off x="1112108" y="2922690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90043EB-1F8D-30C4-47DC-FCA4DC0594FD}"/>
              </a:ext>
            </a:extLst>
          </p:cNvPr>
          <p:cNvSpPr/>
          <p:nvPr/>
        </p:nvSpPr>
        <p:spPr>
          <a:xfrm>
            <a:off x="1112108" y="3777782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6B9873EA-C582-4565-9330-873529106725}"/>
              </a:ext>
            </a:extLst>
          </p:cNvPr>
          <p:cNvSpPr/>
          <p:nvPr/>
        </p:nvSpPr>
        <p:spPr>
          <a:xfrm>
            <a:off x="1112108" y="4632874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XX</a:t>
            </a:r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37112C0A-51A3-0270-4490-DDD42B767B4F}"/>
              </a:ext>
            </a:extLst>
          </p:cNvPr>
          <p:cNvSpPr/>
          <p:nvPr/>
        </p:nvSpPr>
        <p:spPr>
          <a:xfrm>
            <a:off x="1112108" y="5487963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tIns="36000" bIns="36000" rtlCol="0" anchor="ctr"/>
          <a:lstStyle/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AI</a:t>
            </a:r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1" name="グループ化 140">
            <a:extLst>
              <a:ext uri="{FF2B5EF4-FFF2-40B4-BE49-F238E27FC236}">
                <ns2:creationId id="{DF8BD204-C4C5-0C63-E194-9C596230410A}"/>
              </a:ext>
            </a:extLst>
          </p:cNvPr>
          <p:cNvGrpSpPr/>
          <p:nvPr/>
        </p:nvGrpSpPr>
        <p:grpSpPr>
          <a:xfrm>
            <a:off x="334963" y="2060737"/>
            <a:ext cx="716755" cy="2530941"/>
            <a:chOff x="334963" y="2060737"/>
            <a:chExt cx="716755" cy="2530941"/>
          </a:xfrm>
        </p:grpSpPr>
        <p:sp>
          <p:nvSpPr>
            <p:cNvPr id="62" name="正方形/長方形 61">
              <a:extLst>
                <a:ext uri="{FF2B5EF4-FFF2-40B4-BE49-F238E27FC236}">
                  <ns2:creationId id="{0EFC496D-85D3-8211-FB89-1ED114BD547F}"/>
                </a:ext>
              </a:extLst>
            </p:cNvPr>
            <p:cNvSpPr/>
            <p:nvPr/>
          </p:nvSpPr>
          <p:spPr>
            <a:xfrm>
              <a:off x="334963" y="2060737"/>
              <a:ext cx="716755" cy="2530941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050" dirty="0">
                <a:solidFill>
                  <a:schemeClr val="bg1"/>
                </a:solidFill>
              </a:endParaRPr>
            </a:p>
          </p:txBody>
        </p:sp>
        <p:pic>
          <p:nvPicPr>
            <p:cNvPr id="63" name="グラフィックス 62" descr="建物 単色塗りつぶし">
              <a:extLst>
                <a:ext uri="{FF2B5EF4-FFF2-40B4-BE49-F238E27FC236}">
                  <ns2:creationId id="{42A935E5-D954-EEEA-74B5-F465A102AE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82216" y="2857760"/>
              <a:ext cx="422248" cy="422248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2EB6298B-AFD0-A17F-0979-AE1F89239B5B}"/>
              </a:ext>
            </a:extLst>
          </p:cNvPr>
          <p:cNvGrpSpPr/>
          <p:nvPr/>
        </p:nvGrpSpPr>
        <p:grpSpPr>
          <a:xfrm>
            <a:off x="334963" y="4632872"/>
            <a:ext cx="716755" cy="1675854"/>
            <a:chOff x="334963" y="4632872"/>
            <a:chExt cx="716755" cy="1675854"/>
          </a:xfrm>
        </p:grpSpPr>
        <p:sp>
          <p:nvSpPr>
            <p:cNvPr id="65" name="正方形/長方形 64">
              <a:extLst>
                <a:ext uri="{FF2B5EF4-FFF2-40B4-BE49-F238E27FC236}">
                  <ns2:creationId id="{75322796-9B43-BBF7-9FA3-31F0AF59B426}"/>
                </a:ext>
              </a:extLst>
            </p:cNvPr>
            <p:cNvSpPr/>
            <p:nvPr/>
          </p:nvSpPr>
          <p:spPr>
            <a:xfrm>
              <a:off x="334963" y="4632872"/>
              <a:ext cx="716755" cy="167585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階層 単色塗りつぶし">
              <a:extLst>
                <a:ext uri="{FF2B5EF4-FFF2-40B4-BE49-F238E27FC236}">
                  <ns2:creationId id="{8A179070-FA96-1759-D74C-5887D534B7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2216" y="5006608"/>
              <a:ext cx="422248" cy="422248"/>
            </a:xfrm>
            <a:prstGeom prst="rect">
              <a:avLst/>
            </a:prstGeom>
          </p:spPr>
        </p:pic>
      </p:grpSp>
      <p:grpSp>
        <p:nvGrpSpPr>
          <p:cNvPr id="142" name="グループ化 141">
            <a:extLst>
              <a:ext uri="{FF2B5EF4-FFF2-40B4-BE49-F238E27FC236}">
                <ns2:creationId id="{1927F987-58CE-D86C-E0D7-D860C8E25D00}"/>
              </a:ext>
            </a:extLst>
          </p:cNvPr>
          <p:cNvGrpSpPr/>
          <p:nvPr/>
        </p:nvGrpSpPr>
        <p:grpSpPr>
          <a:xfrm>
            <a:off x="2496523" y="2153865"/>
            <a:ext cx="3479164" cy="648228"/>
            <a:chOff x="2496523" y="2153865"/>
            <a:chExt cx="3479164" cy="648228"/>
          </a:xfrm>
        </p:grpSpPr>
        <p:sp>
          <p:nvSpPr>
            <p:cNvPr id="67" name="正方形/長方形 66">
              <a:extLst>
                <a:ext uri="{FF2B5EF4-FFF2-40B4-BE49-F238E27FC236}">
                  <ns2:creationId id="{D14527D1-9F35-9014-859B-FBAC3EF1AA74}"/>
                </a:ext>
              </a:extLst>
            </p:cNvPr>
            <p:cNvSpPr/>
            <p:nvPr/>
          </p:nvSpPr>
          <p:spPr>
            <a:xfrm>
              <a:off x="2496523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EB067C07-E3B8-A35F-CA48-8300D3B76BBB}"/>
                </a:ext>
              </a:extLst>
            </p:cNvPr>
            <p:cNvSpPr/>
            <p:nvPr/>
          </p:nvSpPr>
          <p:spPr>
            <a:xfrm>
              <a:off x="3786105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23C247F-E5E9-6E60-B0CD-A003DA51D185}"/>
                </a:ext>
              </a:extLst>
            </p:cNvPr>
            <p:cNvSpPr/>
            <p:nvPr/>
          </p:nvSpPr>
          <p:spPr>
            <a:xfrm>
              <a:off x="5075687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加算記号 69">
              <a:extLst>
                <a:ext uri="{FF2B5EF4-FFF2-40B4-BE49-F238E27FC236}">
                  <ns2:creationId id="{A6DBF197-23D9-5ACD-A1B2-3901CF8FD5A8}"/>
                </a:ext>
              </a:extLst>
            </p:cNvPr>
            <p:cNvSpPr/>
            <p:nvPr/>
          </p:nvSpPr>
          <p:spPr>
            <a:xfrm>
              <a:off x="3444683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加算記号 70">
              <a:extLst>
                <a:ext uri="{FF2B5EF4-FFF2-40B4-BE49-F238E27FC236}">
                  <ns2:creationId id="{DF2383E3-DA60-A251-D697-C75C4E351452}"/>
                </a:ext>
              </a:extLst>
            </p:cNvPr>
            <p:cNvSpPr/>
            <p:nvPr/>
          </p:nvSpPr>
          <p:spPr>
            <a:xfrm>
              <a:off x="4734265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73" name="直線コネクタ 72">
            <a:extLst>
              <a:ext uri="{FF2B5EF4-FFF2-40B4-BE49-F238E27FC236}">
                <ns2:creationId id="{2416BCCB-AF8F-863E-4496-20858C6DB132}"/>
              </a:ext>
            </a:extLst>
          </p:cNvPr>
          <p:cNvCxnSpPr/>
          <p:nvPr/>
        </p:nvCxnSpPr>
        <p:spPr>
          <a:xfrm>
            <a:off x="2323070" y="2905525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線コネクタ 73">
            <a:extLst>
              <a:ext uri="{FF2B5EF4-FFF2-40B4-BE49-F238E27FC236}">
                <ns2:creationId id="{6A3FBE3A-6BE6-3713-CFAE-C02D08B95CF7}"/>
              </a:ext>
            </a:extLst>
          </p:cNvPr>
          <p:cNvCxnSpPr/>
          <p:nvPr/>
        </p:nvCxnSpPr>
        <p:spPr>
          <a:xfrm>
            <a:off x="2323070" y="3760617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3622481D-7CCC-FEDA-28C6-34C394CD7DC8}"/>
              </a:ext>
            </a:extLst>
          </p:cNvPr>
          <p:cNvCxnSpPr/>
          <p:nvPr/>
        </p:nvCxnSpPr>
        <p:spPr>
          <a:xfrm>
            <a:off x="2323070" y="4615709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コネクタ 75">
            <a:extLst>
              <a:ext uri="{FF2B5EF4-FFF2-40B4-BE49-F238E27FC236}">
                <ns2:creationId id="{84C58264-6D2E-34C1-BCD9-671C3FD7D117}"/>
              </a:ext>
            </a:extLst>
          </p:cNvPr>
          <p:cNvCxnSpPr/>
          <p:nvPr/>
        </p:nvCxnSpPr>
        <p:spPr>
          <a:xfrm>
            <a:off x="2323070" y="5470801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グループ化 84">
            <a:extLst>
              <a:ext uri="{FF2B5EF4-FFF2-40B4-BE49-F238E27FC236}">
                <ns2:creationId id="{054DB935-0AB3-E030-133B-CC1AF5F36C8C}"/>
              </a:ext>
            </a:extLst>
          </p:cNvPr>
          <p:cNvGrpSpPr/>
          <p:nvPr/>
        </p:nvGrpSpPr>
        <p:grpSpPr>
          <a:xfrm>
            <a:off x="2394058" y="5628344"/>
            <a:ext cx="3581616" cy="540000"/>
            <a:chOff x="2394058" y="5628344"/>
            <a:chExt cx="3581616" cy="540000"/>
          </a:xfrm>
        </p:grpSpPr>
        <p:pic>
          <p:nvPicPr>
            <p:cNvPr id="81" name="グラフィックス 80" descr="モノのインターネット 単色塗りつぶし">
              <a:extLst>
                <a:ext uri="{FF2B5EF4-FFF2-40B4-BE49-F238E27FC236}">
                  <ns2:creationId id="{2BE996EF-8ED8-C781-8F0C-3BD1DF85A4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83" name="直線コネクタ 82">
              <a:extLst>
                <a:ext uri="{FF2B5EF4-FFF2-40B4-BE49-F238E27FC236}">
                  <ns2:creationId id="{6D7EFC5F-FBB3-910B-3455-A9B0C0C5597C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正方形/長方形 83">
              <a:extLst>
                <a:ext uri="{FF2B5EF4-FFF2-40B4-BE49-F238E27FC236}">
                  <ns2:creationId id="{B873EA56-A633-D996-D3CE-860DC2E37C02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3" name="グループ化 142">
            <a:extLst>
              <a:ext uri="{FF2B5EF4-FFF2-40B4-BE49-F238E27FC236}">
                <ns2:creationId id="{0E24C42D-7970-C880-E4B5-12F2214DA9C4}"/>
              </a:ext>
            </a:extLst>
          </p:cNvPr>
          <p:cNvGrpSpPr/>
          <p:nvPr/>
        </p:nvGrpSpPr>
        <p:grpSpPr>
          <a:xfrm>
            <a:off x="2394058" y="3918163"/>
            <a:ext cx="3581616" cy="540000"/>
            <a:chOff x="2394058" y="3918163"/>
            <a:chExt cx="3581616" cy="540000"/>
          </a:xfrm>
        </p:grpSpPr>
        <p:pic>
          <p:nvPicPr>
            <p:cNvPr id="87" name="グラフィックス 86" descr="硬貨 単色塗りつぶし">
              <a:extLst>
                <a:ext uri="{FF2B5EF4-FFF2-40B4-BE49-F238E27FC236}">
                  <ns2:creationId id="{06D7DD77-E7DD-73F4-E190-ED95D604AD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394058" y="3918163"/>
              <a:ext cx="540000" cy="540000"/>
            </a:xfrm>
            <a:prstGeom prst="rect">
              <a:avLst/>
            </a:prstGeom>
          </p:spPr>
        </p:pic>
        <p:cxnSp>
          <p:nvCxnSpPr>
            <p:cNvPr id="88" name="直線コネクタ 87">
              <a:extLst>
                <a:ext uri="{FF2B5EF4-FFF2-40B4-BE49-F238E27FC236}">
                  <ns2:creationId id="{3F84D975-3137-DD7A-0A7B-CBADEFE4CE89}"/>
                </a:ext>
              </a:extLst>
            </p:cNvPr>
            <p:cNvCxnSpPr/>
            <p:nvPr/>
          </p:nvCxnSpPr>
          <p:spPr>
            <a:xfrm>
              <a:off x="2985642" y="3918163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正方形/長方形 88">
              <a:extLst>
                <a:ext uri="{FF2B5EF4-FFF2-40B4-BE49-F238E27FC236}">
                  <ns2:creationId id="{DDDC3235-D323-7AD2-31ED-2BBE1D6BF318}"/>
                </a:ext>
              </a:extLst>
            </p:cNvPr>
            <p:cNvSpPr/>
            <p:nvPr/>
          </p:nvSpPr>
          <p:spPr>
            <a:xfrm>
              <a:off x="3037227" y="3918163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760ECAEF-A035-78FE-815B-E789CA2779A3}"/>
              </a:ext>
            </a:extLst>
          </p:cNvPr>
          <p:cNvGrpSpPr/>
          <p:nvPr/>
        </p:nvGrpSpPr>
        <p:grpSpPr>
          <a:xfrm>
            <a:off x="2394058" y="3050391"/>
            <a:ext cx="3581616" cy="540000"/>
            <a:chOff x="2394058" y="5628344"/>
            <a:chExt cx="3581616" cy="540000"/>
          </a:xfrm>
        </p:grpSpPr>
        <p:pic>
          <p:nvPicPr>
            <p:cNvPr id="91" name="グラフィックス 90">
              <a:extLst>
                <a:ext uri="{FF2B5EF4-FFF2-40B4-BE49-F238E27FC236}">
                  <ns2:creationId id="{08075CDE-A38A-1A93-2D5D-E756FA600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92" name="直線コネクタ 91">
              <a:extLst>
                <a:ext uri="{FF2B5EF4-FFF2-40B4-BE49-F238E27FC236}">
                  <ns2:creationId id="{56AFE338-F076-918F-9DA2-B77C3B530DDF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正方形/長方形 92">
              <a:extLst>
                <a:ext uri="{FF2B5EF4-FFF2-40B4-BE49-F238E27FC236}">
                  <ns2:creationId id="{59CD1904-B8EC-CD48-B851-EEEED39AB047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 </a:t>
              </a:r>
            </a:p>
            <a:p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4" name="グループ化 143">
            <a:extLst>
              <a:ext uri="{FF2B5EF4-FFF2-40B4-BE49-F238E27FC236}">
                <ns2:creationId id="{CD6B37B4-B5CB-DBBC-B4BF-3E7A5E09394D}"/>
              </a:ext>
            </a:extLst>
          </p:cNvPr>
          <p:cNvGrpSpPr/>
          <p:nvPr/>
        </p:nvGrpSpPr>
        <p:grpSpPr>
          <a:xfrm>
            <a:off x="2394058" y="4637919"/>
            <a:ext cx="3002272" cy="777019"/>
            <a:chOff x="2394058" y="4637919"/>
            <a:chExt cx="3002272" cy="777019"/>
          </a:xfrm>
        </p:grpSpPr>
        <p:grpSp>
          <p:nvGrpSpPr>
            <p:cNvPr id="103" name="グループ化 102">
              <a:extLst>
                <a:ext uri="{FF2B5EF4-FFF2-40B4-BE49-F238E27FC236}">
                  <ns2:creationId id="{F650BAE5-0235-2626-275E-8C4BBFB985CA}"/>
                </a:ext>
              </a:extLst>
            </p:cNvPr>
            <p:cNvGrpSpPr/>
            <p:nvPr/>
          </p:nvGrpSpPr>
          <p:grpSpPr>
            <a:xfrm>
              <a:off x="2394058" y="4637919"/>
              <a:ext cx="1026133" cy="360000"/>
              <a:chOff x="2454739" y="4637919"/>
              <a:chExt cx="1026133" cy="360000"/>
            </a:xfrm>
          </p:grpSpPr>
          <p:pic>
            <p:nvPicPr>
              <p:cNvPr id="96" name="グラフィックス 95" descr="会議 単色塗りつぶし">
                <a:extLst>
                  <a:ext uri="{FF2B5EF4-FFF2-40B4-BE49-F238E27FC236}">
                    <ns2:creationId id="{CAFF77D7-2F09-384E-B52B-CC125249D4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45473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8A64D3E9-E526-1D2A-285D-E0906803AA67}"/>
                  </a:ext>
                </a:extLst>
              </p:cNvPr>
              <p:cNvSpPr/>
              <p:nvPr/>
            </p:nvSpPr>
            <p:spPr>
              <a:xfrm>
                <a:off x="2797755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414B1F6E-9253-62AD-048E-28DF01FED782}"/>
                </a:ext>
              </a:extLst>
            </p:cNvPr>
            <p:cNvGrpSpPr/>
            <p:nvPr/>
          </p:nvGrpSpPr>
          <p:grpSpPr>
            <a:xfrm>
              <a:off x="3331560" y="4637919"/>
              <a:ext cx="1028030" cy="360000"/>
              <a:chOff x="3742389" y="4637919"/>
              <a:chExt cx="1028030" cy="360000"/>
            </a:xfrm>
          </p:grpSpPr>
          <p:pic>
            <p:nvPicPr>
              <p:cNvPr id="95" name="グラフィックス 94" descr="封筒 単色塗りつぶし">
                <a:extLst>
                  <a:ext uri="{FF2B5EF4-FFF2-40B4-BE49-F238E27FC236}">
                    <ns2:creationId id="{37EE8496-43BB-6D4C-B4E4-295F1B9CE5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74238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8" name="正方形/長方形 97">
                <a:extLst>
                  <a:ext uri="{FF2B5EF4-FFF2-40B4-BE49-F238E27FC236}">
                    <ns2:creationId id="{EB7B99B1-C67F-E2B4-BE56-55D2B92111B2}"/>
                  </a:ext>
                </a:extLst>
              </p:cNvPr>
              <p:cNvSpPr/>
              <p:nvPr/>
            </p:nvSpPr>
            <p:spPr>
              <a:xfrm>
                <a:off x="4087302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5" name="グループ化 104">
              <a:extLst>
                <a:ext uri="{FF2B5EF4-FFF2-40B4-BE49-F238E27FC236}">
                  <ns2:creationId id="{2CC53FFA-507C-872C-A104-E48DB266A21C}"/>
                </a:ext>
              </a:extLst>
            </p:cNvPr>
            <p:cNvGrpSpPr/>
            <p:nvPr/>
          </p:nvGrpSpPr>
          <p:grpSpPr>
            <a:xfrm>
              <a:off x="4360924" y="4637919"/>
              <a:ext cx="987227" cy="360000"/>
              <a:chOff x="4988447" y="4637919"/>
              <a:chExt cx="987227" cy="360000"/>
            </a:xfrm>
          </p:grpSpPr>
          <p:pic>
            <p:nvPicPr>
              <p:cNvPr id="94" name="グラフィックス 93" descr="リスト 単色塗りつぶし">
                <a:extLst>
                  <a:ext uri="{FF2B5EF4-FFF2-40B4-BE49-F238E27FC236}">
                    <ns2:creationId id="{4B168237-E55D-A45C-F553-E93D6F4C6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4988447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9" name="正方形/長方形 98">
                <a:extLst>
                  <a:ext uri="{FF2B5EF4-FFF2-40B4-BE49-F238E27FC236}">
                    <ns2:creationId id="{0FBDD453-AEEC-8433-AE4B-E69D4BEA1344}"/>
                  </a:ext>
                </a:extLst>
              </p:cNvPr>
              <p:cNvSpPr/>
              <p:nvPr/>
            </p:nvSpPr>
            <p:spPr>
              <a:xfrm>
                <a:off x="5292557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07" name="正方形/長方形 106">
              <a:extLst>
                <a:ext uri="{FF2B5EF4-FFF2-40B4-BE49-F238E27FC236}">
                  <ns2:creationId id="{38859F9D-8EC0-B38C-03F6-FD77D0C61DDF}"/>
                </a:ext>
              </a:extLst>
            </p:cNvPr>
            <p:cNvSpPr/>
            <p:nvPr/>
          </p:nvSpPr>
          <p:spPr>
            <a:xfrm>
              <a:off x="2394058" y="4964360"/>
              <a:ext cx="3002272" cy="4505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97227CB5-97FB-EC58-552E-9A6C5A948B61}"/>
              </a:ext>
            </a:extLst>
          </p:cNvPr>
          <p:cNvGrpSpPr/>
          <p:nvPr/>
        </p:nvGrpSpPr>
        <p:grpSpPr>
          <a:xfrm>
            <a:off x="6249540" y="2346093"/>
            <a:ext cx="5541305" cy="3962270"/>
            <a:chOff x="6314166" y="2346093"/>
            <a:chExt cx="5541305" cy="3962270"/>
          </a:xfrm>
        </p:grpSpPr>
        <p:grpSp>
          <p:nvGrpSpPr>
            <p:cNvPr id="129" name="グループ化 128">
              <a:extLst>
                <a:ext uri="{FF2B5EF4-FFF2-40B4-BE49-F238E27FC236}">
                  <ns2:creationId id="{B32EA8DB-B7B3-FFA7-D3D7-58E0DD7D6B34}"/>
                </a:ext>
              </a:extLst>
            </p:cNvPr>
            <p:cNvGrpSpPr/>
            <p:nvPr/>
          </p:nvGrpSpPr>
          <p:grpSpPr>
            <a:xfrm>
              <a:off x="7745940" y="3064858"/>
              <a:ext cx="2548502" cy="2552200"/>
              <a:chOff x="7505897" y="2618761"/>
              <a:chExt cx="3207702" cy="3212356"/>
            </a:xfrm>
          </p:grpSpPr>
          <p:sp>
            <p:nvSpPr>
              <p:cNvPr id="108" name="円: 塗りつぶしなし 23">
                <a:extLst>
                  <a:ext uri="{FF2B5EF4-FFF2-40B4-BE49-F238E27FC236}">
                    <ns2:creationId id="{5FAB4064-CBA9-8D97-E9CB-DBE13E6AEE10}"/>
                  </a:ext>
                </a:extLst>
              </p:cNvPr>
              <p:cNvSpPr/>
              <p:nvPr/>
            </p:nvSpPr>
            <p:spPr>
              <a:xfrm>
                <a:off x="7904736" y="3027780"/>
                <a:ext cx="2400188" cy="2402627"/>
              </a:xfrm>
              <a:prstGeom prst="donut">
                <a:avLst>
                  <a:gd name="adj" fmla="val 448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09" name="フローチャート: 結合子 108">
                <a:extLst>
                  <a:ext uri="{FF2B5EF4-FFF2-40B4-BE49-F238E27FC236}">
                    <ns2:creationId id="{A024A586-1E49-F699-4DE8-B2D486550121}"/>
                  </a:ext>
                </a:extLst>
              </p:cNvPr>
              <p:cNvSpPr/>
              <p:nvPr/>
            </p:nvSpPr>
            <p:spPr>
              <a:xfrm>
                <a:off x="8629806" y="2620609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0" name="グラフィックス 109" descr="ユーザー 単色塗りつぶし">
                <a:extLst>
                  <a:ext uri="{FF2B5EF4-FFF2-40B4-BE49-F238E27FC236}">
                    <ns2:creationId id="{54D2FB3E-A627-3862-0E6C-CFB9C88B5B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99771" y="26187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1" name="フローチャート: 結合子 110">
                <a:extLst>
                  <a:ext uri="{FF2B5EF4-FFF2-40B4-BE49-F238E27FC236}">
                    <ns2:creationId id="{A4923A8C-6135-812E-11E0-EAE250DEF8F5}"/>
                  </a:ext>
                </a:extLst>
              </p:cNvPr>
              <p:cNvSpPr/>
              <p:nvPr/>
            </p:nvSpPr>
            <p:spPr>
              <a:xfrm>
                <a:off x="9803491" y="3744887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2" name="グラフィックス 111" descr="ターゲット 単色塗りつぶし">
                <a:extLst>
                  <a:ext uri="{FF2B5EF4-FFF2-40B4-BE49-F238E27FC236}">
                    <ns2:creationId id="{E381AAA9-1D43-57E2-6189-32390E8A3E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973457" y="3743039"/>
                <a:ext cx="570178" cy="570177"/>
              </a:xfrm>
              <a:prstGeom prst="rect">
                <a:avLst/>
              </a:prstGeom>
            </p:spPr>
          </p:pic>
          <p:sp>
            <p:nvSpPr>
              <p:cNvPr id="113" name="フローチャート: 結合子 112">
                <a:extLst>
                  <a:ext uri="{FF2B5EF4-FFF2-40B4-BE49-F238E27FC236}">
                    <ns2:creationId id="{EBE384A8-A26F-40AE-E925-9363C5042481}"/>
                  </a:ext>
                </a:extLst>
              </p:cNvPr>
              <p:cNvSpPr/>
              <p:nvPr/>
            </p:nvSpPr>
            <p:spPr>
              <a:xfrm>
                <a:off x="7505897" y="3756907"/>
                <a:ext cx="910108" cy="910106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4" name="グラフィックス 113" descr="手のひらと植物 単色塗りつぶし">
                <a:extLst>
                  <a:ext uri="{FF2B5EF4-FFF2-40B4-BE49-F238E27FC236}">
                    <ns2:creationId id="{284556C2-906C-5853-F71A-03A66DDC18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7675861" y="3755058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5" name="フローチャート: 結合子 114">
                <a:extLst>
                  <a:ext uri="{FF2B5EF4-FFF2-40B4-BE49-F238E27FC236}">
                    <ns2:creationId id="{59C95D4A-CC63-2CF4-7786-EF3C743A5919}"/>
                  </a:ext>
                </a:extLst>
              </p:cNvPr>
              <p:cNvSpPr/>
              <p:nvPr/>
            </p:nvSpPr>
            <p:spPr>
              <a:xfrm>
                <a:off x="8649776" y="4921010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6" name="グラフィックス 115" descr="時計 単色塗りつぶし">
                <a:extLst>
                  <a:ext uri="{FF2B5EF4-FFF2-40B4-BE49-F238E27FC236}">
                    <ns2:creationId id="{72586C44-22EF-72FC-A778-E5F8DC82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819741" y="49191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8" name="正方形/長方形 117">
                <a:extLst>
                  <a:ext uri="{FF2B5EF4-FFF2-40B4-BE49-F238E27FC236}">
                    <ns2:creationId id="{912006E2-FFE0-153F-30C0-5F88F33A952A}"/>
                  </a:ext>
                </a:extLst>
              </p:cNvPr>
              <p:cNvSpPr/>
              <p:nvPr/>
            </p:nvSpPr>
            <p:spPr>
              <a:xfrm>
                <a:off x="8728501" y="307566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0AC16DEE-8ED1-A165-E33C-7DEE78165C36}"/>
                  </a:ext>
                </a:extLst>
              </p:cNvPr>
              <p:cNvSpPr/>
              <p:nvPr/>
            </p:nvSpPr>
            <p:spPr>
              <a:xfrm>
                <a:off x="8748471" y="539448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F8CFB201-AEB1-6869-3461-A736752A6E86}"/>
                  </a:ext>
                </a:extLst>
              </p:cNvPr>
              <p:cNvSpPr/>
              <p:nvPr/>
            </p:nvSpPr>
            <p:spPr>
              <a:xfrm>
                <a:off x="9902185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4E15ACF-6CDA-7DF6-1E96-A795FBDAED4F}"/>
                  </a:ext>
                </a:extLst>
              </p:cNvPr>
              <p:cNvSpPr/>
              <p:nvPr/>
            </p:nvSpPr>
            <p:spPr>
              <a:xfrm>
                <a:off x="7604590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45B3A1D-424B-599F-4C42-62DD64D1F868}"/>
                </a:ext>
              </a:extLst>
            </p:cNvPr>
            <p:cNvGrpSpPr/>
            <p:nvPr/>
          </p:nvGrpSpPr>
          <p:grpSpPr>
            <a:xfrm>
              <a:off x="6715020" y="5609432"/>
              <a:ext cx="3312930" cy="698931"/>
              <a:chOff x="6715020" y="5609432"/>
              <a:chExt cx="3312930" cy="698931"/>
            </a:xfrm>
          </p:grpSpPr>
          <p:sp>
            <p:nvSpPr>
              <p:cNvPr id="125" name="テキスト ボックス 72">
                <a:extLst>
                  <a:ext uri="{FF2B5EF4-FFF2-40B4-BE49-F238E27FC236}">
                    <ns2:creationId id="{1DD9DEB9-8F9A-E66C-C08F-905143F95E16}"/>
                  </a:ext>
                </a:extLst>
              </p:cNvPr>
              <p:cNvSpPr txBox="1"/>
              <p:nvPr/>
            </p:nvSpPr>
            <p:spPr>
              <a:xfrm>
                <a:off x="6774997" y="5609434"/>
                <a:ext cx="3252953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28" name="直線コネクタ 127">
                <a:extLst>
                  <a:ext uri="{FF2B5EF4-FFF2-40B4-BE49-F238E27FC236}">
                    <ns2:creationId id="{9B22C2BB-7E41-FE66-2304-D2755EE87E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15020" y="5609432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グループ化 6">
              <a:extLst>
                <a:ext uri="{FF2B5EF4-FFF2-40B4-BE49-F238E27FC236}">
                  <ns2:creationId id="{FF726627-3423-AF2E-3502-317C9CC7E680}"/>
                </a:ext>
              </a:extLst>
            </p:cNvPr>
            <p:cNvGrpSpPr/>
            <p:nvPr/>
          </p:nvGrpSpPr>
          <p:grpSpPr>
            <a:xfrm>
              <a:off x="6314166" y="3460183"/>
              <a:ext cx="2087143" cy="698931"/>
              <a:chOff x="6160160" y="3412058"/>
              <a:chExt cx="2087143" cy="698931"/>
            </a:xfrm>
          </p:grpSpPr>
          <p:sp>
            <p:nvSpPr>
              <p:cNvPr id="132" name="テキスト ボックス 72">
                <a:extLst>
                  <a:ext uri="{FF2B5EF4-FFF2-40B4-BE49-F238E27FC236}">
                    <ns2:creationId id="{3C5EE258-B1A7-1719-477A-C3E43B1152A8}"/>
                  </a:ext>
                </a:extLst>
              </p:cNvPr>
              <p:cNvSpPr txBox="1"/>
              <p:nvPr/>
            </p:nvSpPr>
            <p:spPr>
              <a:xfrm>
                <a:off x="6219451" y="3412060"/>
                <a:ext cx="2027852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AI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AAF48D3-C21B-CC11-081E-3C699F8053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0160" y="3412058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91C0FEB6-DCA3-7D05-B584-70E9AD1EAA92}"/>
                </a:ext>
              </a:extLst>
            </p:cNvPr>
            <p:cNvGrpSpPr/>
            <p:nvPr/>
          </p:nvGrpSpPr>
          <p:grpSpPr>
            <a:xfrm>
              <a:off x="9164023" y="2346093"/>
              <a:ext cx="2660823" cy="698931"/>
              <a:chOff x="9164023" y="2346093"/>
              <a:chExt cx="2660823" cy="698931"/>
            </a:xfrm>
          </p:grpSpPr>
          <p:sp>
            <p:nvSpPr>
              <p:cNvPr id="135" name="テキスト ボックス 72">
                <a:extLst>
                  <a:ext uri="{FF2B5EF4-FFF2-40B4-BE49-F238E27FC236}">
                    <ns2:creationId id="{3F0079BA-931E-7E6D-B282-EFFB414C1241}"/>
                  </a:ext>
                </a:extLst>
              </p:cNvPr>
              <p:cNvSpPr txBox="1"/>
              <p:nvPr/>
            </p:nvSpPr>
            <p:spPr>
              <a:xfrm>
                <a:off x="9210436" y="2346093"/>
                <a:ext cx="261441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br>
                  <a:rPr lang="en-US" altLang="ja-JP" sz="1050" dirty="0"/>
                </a:b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813D31DE-10DB-53F4-D252-4BDD130993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4023" y="2346093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493515A1-EDFA-E876-ED73-4FEDD383F0DE}"/>
                </a:ext>
              </a:extLst>
            </p:cNvPr>
            <p:cNvGrpSpPr/>
            <p:nvPr/>
          </p:nvGrpSpPr>
          <p:grpSpPr>
            <a:xfrm>
              <a:off x="10269990" y="4562560"/>
              <a:ext cx="1585481" cy="698931"/>
              <a:chOff x="10269990" y="4658810"/>
              <a:chExt cx="1585481" cy="698931"/>
            </a:xfrm>
          </p:grpSpPr>
          <p:sp>
            <p:nvSpPr>
              <p:cNvPr id="138" name="テキスト ボックス 72">
                <a:extLst>
                  <a:ext uri="{FF2B5EF4-FFF2-40B4-BE49-F238E27FC236}">
                    <ns2:creationId id="{E32DD14C-BD69-BEE8-90CB-34EB07EE9C46}"/>
                  </a:ext>
                </a:extLst>
              </p:cNvPr>
              <p:cNvSpPr txBox="1"/>
              <p:nvPr/>
            </p:nvSpPr>
            <p:spPr>
              <a:xfrm>
                <a:off x="10320221" y="4658812"/>
                <a:ext cx="153525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383EE0CE-6895-9664-E1F0-BF0BAA8C8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69990" y="4658810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493053073"/>
      </p:ext>
    </p:extLst>
  </p:cSld>
  <p:clrMapOvr>
    <a:masterClrMapping/>
  </p:clrMapOvr>
</p:sld>
</file>

<file path=ppt/slides/slide1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C17C510-CB17-4619-5D17-F4262CA8D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A1C930-FEFD-9EEF-C06D-0AC674DFD5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ja-JP" altLang="en-US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CE52455-76F0-9EDD-DD96-56865DCB26B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100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CC0ABD7C-4A5C-9A5F-0534-DBBA23AED128}"/>
              </a:ext>
            </a:extLst>
          </p:cNvPr>
          <p:cNvSpPr txBox="1">
            <a:spLocks/>
          </p:cNvSpPr>
          <p:nvPr/>
        </p:nvSpPr>
        <p:spPr>
          <a:xfrm>
            <a:off x="371475" y="786717"/>
            <a:ext cx="11449050" cy="427038"/>
          </a:xfrm>
          <a:prstGeom prst="rect">
            <a:avLst/>
          </a:prstGeom>
        </p:spPr>
        <p:txBody>
          <a:bodyPr vert="horz" wrap="square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4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0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008000"/>
              </a:buClr>
              <a:buFont typeface="Wingdings" panose="05000000000000000000" pitchFamily="2" charset="2"/>
              <a:buChar char="n"/>
            </a:pPr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四角形: 角を丸くする 39">
            <a:extLst>
              <a:ext uri="{FF2B5EF4-FFF2-40B4-BE49-F238E27FC236}">
                <ns2:creationId id="{76985A70-DAC7-8B43-7518-E40CC028CD28}"/>
              </a:ext>
            </a:extLst>
          </p:cNvPr>
          <p:cNvSpPr/>
          <p:nvPr/>
        </p:nvSpPr>
        <p:spPr>
          <a:xfrm>
            <a:off x="373856" y="6195620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09" name="グループ化 108">
            <a:extLst>
              <a:ext uri="{FF2B5EF4-FFF2-40B4-BE49-F238E27FC236}">
                <ns2:creationId id="{CC8DF8C1-203F-CF83-6D63-90EF34F40AF1}"/>
              </a:ext>
            </a:extLst>
          </p:cNvPr>
          <p:cNvGrpSpPr/>
          <p:nvPr/>
        </p:nvGrpSpPr>
        <p:grpSpPr>
          <a:xfrm>
            <a:off x="373856" y="1161416"/>
            <a:ext cx="11447832" cy="4967139"/>
            <a:chOff x="373856" y="1161416"/>
            <a:chExt cx="11447832" cy="4967139"/>
          </a:xfrm>
        </p:grpSpPr>
        <p:cxnSp>
          <p:nvCxnSpPr>
            <p:cNvPr id="97" name="直線コネクタ 96">
              <a:extLst>
                <a:ext uri="{FF2B5EF4-FFF2-40B4-BE49-F238E27FC236}">
                  <ns2:creationId id="{5BA56F6A-1F69-0B5D-DB79-2277BBAD83CA}"/>
                </a:ext>
              </a:extLst>
            </p:cNvPr>
            <p:cNvCxnSpPr/>
            <p:nvPr/>
          </p:nvCxnSpPr>
          <p:spPr>
            <a:xfrm flipV="1">
              <a:off x="1547122" y="214905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CF22EA15-9C04-8B95-10EA-E71A24204CBB}"/>
                </a:ext>
              </a:extLst>
            </p:cNvPr>
            <p:cNvCxnSpPr/>
            <p:nvPr/>
          </p:nvCxnSpPr>
          <p:spPr>
            <a:xfrm flipV="1">
              <a:off x="1547122" y="3671454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F9E31A1E-7C29-7284-FCF4-2046E095F890}"/>
                </a:ext>
              </a:extLst>
            </p:cNvPr>
            <p:cNvCxnSpPr/>
            <p:nvPr/>
          </p:nvCxnSpPr>
          <p:spPr>
            <a:xfrm flipV="1">
              <a:off x="1547122" y="4725370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>
              <a:extLst>
                <a:ext uri="{FF2B5EF4-FFF2-40B4-BE49-F238E27FC236}">
                  <ns2:creationId id="{D8082759-3451-23B8-0B92-0085D69A6F46}"/>
                </a:ext>
              </a:extLst>
            </p:cNvPr>
            <p:cNvCxnSpPr/>
            <p:nvPr/>
          </p:nvCxnSpPr>
          <p:spPr>
            <a:xfrm flipV="1">
              <a:off x="1547122" y="516256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C904BCF7-9D0C-5BCF-6C9F-93AAC6AFADA2}"/>
                </a:ext>
              </a:extLst>
            </p:cNvPr>
            <p:cNvCxnSpPr/>
            <p:nvPr/>
          </p:nvCxnSpPr>
          <p:spPr>
            <a:xfrm flipV="1">
              <a:off x="1547122" y="559976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BCD8685C-AADF-2793-4337-8EBEFB5E5B30}"/>
                </a:ext>
              </a:extLst>
            </p:cNvPr>
            <p:cNvCxnSpPr/>
            <p:nvPr/>
          </p:nvCxnSpPr>
          <p:spPr>
            <a:xfrm flipV="1">
              <a:off x="1547122" y="4108652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39D462A-E4A1-C7CA-28D4-17026AECD74B}"/>
                </a:ext>
              </a:extLst>
            </p:cNvPr>
            <p:cNvCxnSpPr/>
            <p:nvPr/>
          </p:nvCxnSpPr>
          <p:spPr>
            <a:xfrm flipV="1">
              <a:off x="1547122" y="291025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ホームベース 91">
              <a:extLst>
                <a:ext uri="{FF2B5EF4-FFF2-40B4-BE49-F238E27FC236}">
                  <ns2:creationId id="{F251E6F8-2E28-821E-831D-4D42F2A075A0}"/>
                </a:ext>
              </a:extLst>
            </p:cNvPr>
            <p:cNvSpPr/>
            <p:nvPr/>
          </p:nvSpPr>
          <p:spPr>
            <a:xfrm rot="5400000">
              <a:off x="552088" y="1342899"/>
              <a:ext cx="719520" cy="1075983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" name="山形 92">
              <a:extLst>
                <a:ext uri="{FF2B5EF4-FFF2-40B4-BE49-F238E27FC236}">
                  <ns2:creationId id="{6C6F9E5F-A50D-98A3-503E-DD2A4502DA02}"/>
                </a:ext>
              </a:extLst>
            </p:cNvPr>
            <p:cNvSpPr/>
            <p:nvPr/>
          </p:nvSpPr>
          <p:spPr>
            <a:xfrm rot="5400000">
              <a:off x="479848" y="2031857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山形 92">
              <a:extLst>
                <a:ext uri="{FF2B5EF4-FFF2-40B4-BE49-F238E27FC236}">
                  <ns2:creationId id="{F1AE510C-47BC-1759-716D-0D1B0000C08F}"/>
                </a:ext>
              </a:extLst>
            </p:cNvPr>
            <p:cNvSpPr/>
            <p:nvPr/>
          </p:nvSpPr>
          <p:spPr>
            <a:xfrm rot="5400000">
              <a:off x="479848" y="2793055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山形 92">
              <a:extLst>
                <a:ext uri="{FF2B5EF4-FFF2-40B4-BE49-F238E27FC236}">
                  <ns2:creationId id="{1831DD25-916D-84C9-E4EE-4B3A31737CA7}"/>
                </a:ext>
              </a:extLst>
            </p:cNvPr>
            <p:cNvSpPr/>
            <p:nvPr/>
          </p:nvSpPr>
          <p:spPr>
            <a:xfrm rot="5400000">
              <a:off x="641848" y="339225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山形 92">
              <a:extLst>
                <a:ext uri="{FF2B5EF4-FFF2-40B4-BE49-F238E27FC236}">
                  <ns2:creationId id="{44FEB7E3-DB64-E3D7-15A4-041250C9A7B6}"/>
                </a:ext>
              </a:extLst>
            </p:cNvPr>
            <p:cNvSpPr/>
            <p:nvPr/>
          </p:nvSpPr>
          <p:spPr>
            <a:xfrm rot="5400000">
              <a:off x="552088" y="3919211"/>
              <a:ext cx="719520" cy="1075983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山形 92">
              <a:extLst>
                <a:ext uri="{FF2B5EF4-FFF2-40B4-BE49-F238E27FC236}">
                  <ns2:creationId id="{6B21286F-9E45-8CEB-642D-34C43190822D}"/>
                </a:ext>
              </a:extLst>
            </p:cNvPr>
            <p:cNvSpPr/>
            <p:nvPr/>
          </p:nvSpPr>
          <p:spPr>
            <a:xfrm rot="5400000">
              <a:off x="641848" y="4446169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山形 92">
              <a:extLst>
                <a:ext uri="{FF2B5EF4-FFF2-40B4-BE49-F238E27FC236}">
                  <ns2:creationId id="{E5499B53-CA23-6CFD-453D-F72546E8CEAA}"/>
                </a:ext>
              </a:extLst>
            </p:cNvPr>
            <p:cNvSpPr/>
            <p:nvPr/>
          </p:nvSpPr>
          <p:spPr>
            <a:xfrm rot="5400000">
              <a:off x="641848" y="4883367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山形 92">
              <a:extLst>
                <a:ext uri="{FF2B5EF4-FFF2-40B4-BE49-F238E27FC236}">
                  <ns2:creationId id="{CEA5B1C2-314A-AE83-9382-41AC8417F7AD}"/>
                </a:ext>
              </a:extLst>
            </p:cNvPr>
            <p:cNvSpPr/>
            <p:nvPr/>
          </p:nvSpPr>
          <p:spPr>
            <a:xfrm rot="5400000">
              <a:off x="641848" y="532056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4D53EFD2-9E73-6D86-E32E-BD49A3AAC98A}"/>
                </a:ext>
              </a:extLst>
            </p:cNvPr>
            <p:cNvSpPr/>
            <p:nvPr/>
          </p:nvSpPr>
          <p:spPr>
            <a:xfrm>
              <a:off x="1547122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AFC31703-BAB8-9E73-75B9-A791DFFBB641}"/>
                </a:ext>
              </a:extLst>
            </p:cNvPr>
            <p:cNvSpPr/>
            <p:nvPr/>
          </p:nvSpPr>
          <p:spPr>
            <a:xfrm>
              <a:off x="4812405" y="1161416"/>
              <a:ext cx="3744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1685FEBB-2E1D-1BC5-48BA-ADF1D68F816C}"/>
                </a:ext>
              </a:extLst>
            </p:cNvPr>
            <p:cNvSpPr/>
            <p:nvPr/>
          </p:nvSpPr>
          <p:spPr>
            <a:xfrm>
              <a:off x="8653687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148CCD1A-E7B3-40E0-DB3D-432F344C643C}"/>
                </a:ext>
              </a:extLst>
            </p:cNvPr>
            <p:cNvSpPr/>
            <p:nvPr/>
          </p:nvSpPr>
          <p:spPr>
            <a:xfrm>
              <a:off x="8653687" y="4862969"/>
              <a:ext cx="2916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2" name="コネクタ: カギ線 41">
              <a:extLst>
                <a:ext uri="{FF2B5EF4-FFF2-40B4-BE49-F238E27FC236}">
                  <ns2:creationId id="{35F6FBEF-0F14-2789-D171-8E3288783D87}"/>
                </a:ext>
              </a:extLst>
            </p:cNvPr>
            <p:cNvCxnSpPr>
              <a:cxnSpLocks/>
              <a:stCxn id="21" idx="3"/>
              <a:endCxn id="24" idx="0"/>
            </p:cNvCxnSpPr>
            <p:nvPr/>
          </p:nvCxnSpPr>
          <p:spPr>
            <a:xfrm>
              <a:off x="3246265" y="1602131"/>
              <a:ext cx="3672140" cy="573517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コネクタ: カギ線 62">
              <a:extLst>
                <a:ext uri="{FF2B5EF4-FFF2-40B4-BE49-F238E27FC236}">
                  <ns2:creationId id="{DD8A551D-8759-A387-B5EF-DAB28ABCC43C}"/>
                </a:ext>
              </a:extLst>
            </p:cNvPr>
            <p:cNvCxnSpPr>
              <a:cxnSpLocks/>
              <a:stCxn id="24" idx="3"/>
              <a:endCxn id="26" idx="0"/>
            </p:cNvCxnSpPr>
            <p:nvPr/>
          </p:nvCxnSpPr>
          <p:spPr>
            <a:xfrm>
              <a:off x="9024405" y="2256648"/>
              <a:ext cx="403282" cy="67446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AF4FEB9F-DA89-3F05-3AE0-263B6FA5AC4C}"/>
                </a:ext>
              </a:extLst>
            </p:cNvPr>
            <p:cNvCxnSpPr>
              <a:cxnSpLocks/>
              <a:stCxn id="25" idx="3"/>
              <a:endCxn id="55" idx="0"/>
            </p:cNvCxnSpPr>
            <p:nvPr/>
          </p:nvCxnSpPr>
          <p:spPr>
            <a:xfrm>
              <a:off x="8376405" y="2438654"/>
              <a:ext cx="924885" cy="492463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89353EFB-2AAF-C78D-CC78-103324C08790}"/>
                </a:ext>
              </a:extLst>
            </p:cNvPr>
            <p:cNvCxnSpPr>
              <a:cxnSpLocks/>
              <a:stCxn id="32" idx="1"/>
              <a:endCxn id="34" idx="0"/>
            </p:cNvCxnSpPr>
            <p:nvPr/>
          </p:nvCxnSpPr>
          <p:spPr>
            <a:xfrm rot="10800000" flipV="1">
              <a:off x="2814265" y="3792159"/>
              <a:ext cx="5839422" cy="345055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コネクタ: カギ線 125">
              <a:extLst>
                <a:ext uri="{FF2B5EF4-FFF2-40B4-BE49-F238E27FC236}">
                  <ns2:creationId id="{D2EDC945-A6D1-F049-2733-0F0EA262C253}"/>
                </a:ext>
              </a:extLst>
            </p:cNvPr>
            <p:cNvCxnSpPr>
              <a:cxnSpLocks/>
              <a:stCxn id="34" idx="3"/>
              <a:endCxn id="37" idx="0"/>
            </p:cNvCxnSpPr>
            <p:nvPr/>
          </p:nvCxnSpPr>
          <p:spPr>
            <a:xfrm>
              <a:off x="4074265" y="4218215"/>
              <a:ext cx="6037422" cy="644754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コネクタ: カギ線 134">
              <a:extLst>
                <a:ext uri="{FF2B5EF4-FFF2-40B4-BE49-F238E27FC236}">
                  <ns2:creationId id="{5132B3B3-F394-5C08-FCE5-7B639D77BCB0}"/>
                </a:ext>
              </a:extLst>
            </p:cNvPr>
            <p:cNvCxnSpPr>
              <a:cxnSpLocks/>
              <a:stCxn id="37" idx="1"/>
              <a:endCxn id="38" idx="0"/>
            </p:cNvCxnSpPr>
            <p:nvPr/>
          </p:nvCxnSpPr>
          <p:spPr>
            <a:xfrm rot="10800000" flipV="1">
              <a:off x="3131123" y="4943969"/>
              <a:ext cx="5522565" cy="293198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4" name="グラフィックス 183" descr="計算機 枠線">
              <a:extLst>
                <a:ext uri="{FF2B5EF4-FFF2-40B4-BE49-F238E27FC236}">
                  <ns2:creationId id="{BEBBD7A8-E0F8-BEFF-6501-8CDB896409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931187" y="1179416"/>
              <a:ext cx="288000" cy="288000"/>
            </a:xfrm>
            <a:prstGeom prst="rect">
              <a:avLst/>
            </a:prstGeom>
          </p:spPr>
        </p:pic>
        <p:pic>
          <p:nvPicPr>
            <p:cNvPr id="186" name="グラフィックス 185" descr="プログラマー男性 枠線">
              <a:extLst>
                <a:ext uri="{FF2B5EF4-FFF2-40B4-BE49-F238E27FC236}">
                  <ns2:creationId id="{D73FECB4-E9E5-B3D0-2DC4-57FC1A411D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98281" y="1179416"/>
              <a:ext cx="288000" cy="288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C890C488-02E3-BC52-61F9-3A76AB8AC38B}"/>
                </a:ext>
              </a:extLst>
            </p:cNvPr>
            <p:cNvSpPr/>
            <p:nvPr/>
          </p:nvSpPr>
          <p:spPr>
            <a:xfrm>
              <a:off x="1547122" y="5237167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EAE7CA5-087B-F7EC-BC07-EDD88D670D7E}"/>
                </a:ext>
              </a:extLst>
            </p:cNvPr>
            <p:cNvSpPr/>
            <p:nvPr/>
          </p:nvSpPr>
          <p:spPr>
            <a:xfrm>
              <a:off x="1547122" y="5679474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6" name="コネクタ: カギ線 45">
              <a:extLst>
                <a:ext uri="{FF2B5EF4-FFF2-40B4-BE49-F238E27FC236}">
                  <ns2:creationId id="{BF528C1D-D7F2-B075-19CA-9F34182F2195}"/>
                </a:ext>
              </a:extLst>
            </p:cNvPr>
            <p:cNvCxnSpPr>
              <a:cxnSpLocks/>
              <a:stCxn id="7" idx="2"/>
              <a:endCxn id="22" idx="1"/>
            </p:cNvCxnSpPr>
            <p:nvPr/>
          </p:nvCxnSpPr>
          <p:spPr>
            <a:xfrm rot="16200000" flipH="1">
              <a:off x="1924908" y="1630384"/>
              <a:ext cx="108505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0" name="グラフィックス 179" descr="電球と鉛筆 枠線">
              <a:extLst>
                <a:ext uri="{FF2B5EF4-FFF2-40B4-BE49-F238E27FC236}">
                  <ns2:creationId id="{EDDD5822-FA57-3D31-D165-3632DDF6C6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30624" y="1179416"/>
              <a:ext cx="288000" cy="288000"/>
            </a:xfrm>
            <a:prstGeom prst="rect">
              <a:avLst/>
            </a:prstGeom>
          </p:spPr>
        </p:pic>
        <p:sp>
          <p:nvSpPr>
            <p:cNvPr id="21" name="四角形: 角を丸くする 20">
              <a:extLst>
                <a:ext uri="{FF2B5EF4-FFF2-40B4-BE49-F238E27FC236}">
                  <ns2:creationId id="{B35CFB8C-92E0-6240-75B4-980B4653C4F8}"/>
                </a:ext>
              </a:extLst>
            </p:cNvPr>
            <p:cNvSpPr/>
            <p:nvPr/>
          </p:nvSpPr>
          <p:spPr>
            <a:xfrm>
              <a:off x="1554265" y="1521131"/>
              <a:ext cx="1692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BA052DD2-1003-8122-0492-706C6CFF02A3}"/>
                </a:ext>
              </a:extLst>
            </p:cNvPr>
            <p:cNvSpPr/>
            <p:nvPr/>
          </p:nvSpPr>
          <p:spPr>
            <a:xfrm>
              <a:off x="2086159" y="1710636"/>
              <a:ext cx="2232000" cy="162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7BB128ED-D749-B365-90A5-C21B9879E9B2}"/>
                </a:ext>
              </a:extLst>
            </p:cNvPr>
            <p:cNvSpPr/>
            <p:nvPr/>
          </p:nvSpPr>
          <p:spPr>
            <a:xfrm>
              <a:off x="2086159" y="1900142"/>
              <a:ext cx="2232000" cy="216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3" name="コネクタ: カギ線 42">
              <a:extLst>
                <a:ext uri="{FF2B5EF4-FFF2-40B4-BE49-F238E27FC236}">
                  <ns2:creationId id="{49319D9A-02B2-2192-73E3-A4D8FFD12962}"/>
                </a:ext>
              </a:extLst>
            </p:cNvPr>
            <p:cNvCxnSpPr>
              <a:cxnSpLocks/>
              <a:stCxn id="7" idx="2"/>
              <a:endCxn id="23" idx="1"/>
            </p:cNvCxnSpPr>
            <p:nvPr/>
          </p:nvCxnSpPr>
          <p:spPr>
            <a:xfrm rot="16200000" flipH="1">
              <a:off x="1816655" y="1738637"/>
              <a:ext cx="325011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正方形/長方形 6">
              <a:extLst>
                <a:ext uri="{FF2B5EF4-FFF2-40B4-BE49-F238E27FC236}">
                  <ns2:creationId id="{FEC2ECB6-B044-922D-DFC5-131C9DCA0256}"/>
                </a:ext>
              </a:extLst>
            </p:cNvPr>
            <p:cNvSpPr/>
            <p:nvPr/>
          </p:nvSpPr>
          <p:spPr>
            <a:xfrm>
              <a:off x="1840015" y="1634364"/>
              <a:ext cx="64294" cy="487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A729B1CA-296F-44DB-32FF-DC603CD8FB1D}"/>
                </a:ext>
              </a:extLst>
            </p:cNvPr>
            <p:cNvGrpSpPr/>
            <p:nvPr/>
          </p:nvGrpSpPr>
          <p:grpSpPr>
            <a:xfrm>
              <a:off x="1554265" y="4137215"/>
              <a:ext cx="2520000" cy="559592"/>
              <a:chOff x="1554265" y="3882186"/>
              <a:chExt cx="2520000" cy="559592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24822990-DA2E-9491-06A0-09C1D47524E9}"/>
                  </a:ext>
                </a:extLst>
              </p:cNvPr>
              <p:cNvSpPr/>
              <p:nvPr/>
            </p:nvSpPr>
            <p:spPr>
              <a:xfrm>
                <a:off x="1554265" y="3882186"/>
                <a:ext cx="252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F7C8EE1-7F5F-EF23-4D31-7B91D0CEB10A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49883676-5D6F-8032-613E-50B81F20FE40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6" name="コネクタ: カギ線 115">
                <a:extLst>
                  <a:ext uri="{FF2B5EF4-FFF2-40B4-BE49-F238E27FC236}">
                    <ns2:creationId id="{60657EFC-5162-0B02-E512-CBDC4E055941}"/>
                  </a:ext>
                </a:extLst>
              </p:cNvPr>
              <p:cNvCxnSpPr>
                <a:cxnSpLocks/>
                <a:stCxn id="48" idx="2"/>
                <a:endCxn id="36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コネクタ: カギ線 9">
                <a:extLst>
                  <a:ext uri="{FF2B5EF4-FFF2-40B4-BE49-F238E27FC236}">
                    <ns2:creationId id="{6FA38F40-DE45-1306-74F4-4C7985B90426}"/>
                  </a:ext>
                </a:extLst>
              </p:cNvPr>
              <p:cNvCxnSpPr>
                <a:cxnSpLocks/>
                <a:stCxn id="48" idx="2"/>
                <a:endCxn id="35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正方形/長方形 47">
                <a:extLst>
                  <a:ext uri="{FF2B5EF4-FFF2-40B4-BE49-F238E27FC236}">
                    <ns2:creationId id="{F931575E-7528-F6D8-7F26-32A9A2CEF349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52" name="コネクタ: カギ線 51">
              <a:extLst>
                <a:ext uri="{FF2B5EF4-FFF2-40B4-BE49-F238E27FC236}">
                  <ns2:creationId id="{8379C4FC-2535-2CB8-7966-3BBA906820FC}"/>
                </a:ext>
              </a:extLst>
            </p:cNvPr>
            <p:cNvCxnSpPr>
              <a:cxnSpLocks/>
              <a:stCxn id="30" idx="3"/>
              <a:endCxn id="55" idx="0"/>
            </p:cNvCxnSpPr>
            <p:nvPr/>
          </p:nvCxnSpPr>
          <p:spPr>
            <a:xfrm>
              <a:off x="8376405" y="2620660"/>
              <a:ext cx="924885" cy="310457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グループ化 89">
              <a:extLst>
                <a:ext uri="{FF2B5EF4-FFF2-40B4-BE49-F238E27FC236}">
                  <ns2:creationId id="{A3035231-B6BD-A15C-8962-9795296E3399}"/>
                </a:ext>
              </a:extLst>
            </p:cNvPr>
            <p:cNvGrpSpPr/>
            <p:nvPr/>
          </p:nvGrpSpPr>
          <p:grpSpPr>
            <a:xfrm>
              <a:off x="8653687" y="2931117"/>
              <a:ext cx="3168001" cy="719477"/>
              <a:chOff x="8653687" y="2659367"/>
              <a:chExt cx="3168001" cy="719477"/>
            </a:xfrm>
          </p:grpSpPr>
          <p:sp>
            <p:nvSpPr>
              <p:cNvPr id="26" name="四角形: 角を丸くする 25">
                <a:extLst>
                  <a:ext uri="{FF2B5EF4-FFF2-40B4-BE49-F238E27FC236}">
                    <ns2:creationId id="{5F1F8E79-3B43-BF8F-EF00-AC0F2EEF685C}"/>
                  </a:ext>
                </a:extLst>
              </p:cNvPr>
              <p:cNvSpPr/>
              <p:nvPr/>
            </p:nvSpPr>
            <p:spPr>
              <a:xfrm>
                <a:off x="8653687" y="2659367"/>
                <a:ext cx="1548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FD89904E-7C88-75F3-F1EF-744F7B3F3F45}"/>
                  </a:ext>
                </a:extLst>
              </p:cNvPr>
              <p:cNvSpPr/>
              <p:nvPr/>
            </p:nvSpPr>
            <p:spPr>
              <a:xfrm>
                <a:off x="9067240" y="2845193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03A7B6EB-FDF0-F501-F39C-A0228AE0B978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E8669F92-7DD8-E57B-F967-C91107EA73CD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39A00FC3-C012-D8A7-1231-B0090B54A3A8}"/>
                  </a:ext>
                </a:extLst>
              </p:cNvPr>
              <p:cNvCxnSpPr>
                <a:cxnSpLocks/>
                <a:stCxn id="59" idx="2"/>
                <a:endCxn id="29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正方形/長方形 54">
                <a:extLst>
                  <a:ext uri="{FF2B5EF4-FFF2-40B4-BE49-F238E27FC236}">
                    <ns2:creationId id="{02F67ED9-A39B-4CEB-02CA-2B7211106790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B6D9927B-3C55-0327-113E-3DF068BE333F}"/>
                  </a:ext>
                </a:extLst>
              </p:cNvPr>
              <p:cNvCxnSpPr>
                <a:cxnSpLocks/>
                <a:stCxn id="59" idx="2"/>
                <a:endCxn id="28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コネクタ: カギ線 61">
                <a:extLst>
                  <a:ext uri="{FF2B5EF4-FFF2-40B4-BE49-F238E27FC236}">
                    <ns2:creationId id="{D224BA8F-1D02-98B3-AE3B-112A004BE0FE}"/>
                  </a:ext>
                </a:extLst>
              </p:cNvPr>
              <p:cNvCxnSpPr>
                <a:cxnSpLocks/>
                <a:stCxn id="59" idx="2"/>
                <a:endCxn id="27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13643400-6F66-F912-6A08-96588B535B97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07" name="グループ化 106">
              <a:extLst>
                <a:ext uri="{FF2B5EF4-FFF2-40B4-BE49-F238E27FC236}">
                  <ns2:creationId id="{ADF8ADA5-D79F-086F-E681-41262587CA4E}"/>
                </a:ext>
              </a:extLst>
            </p:cNvPr>
            <p:cNvGrpSpPr/>
            <p:nvPr/>
          </p:nvGrpSpPr>
          <p:grpSpPr>
            <a:xfrm>
              <a:off x="4812405" y="2175648"/>
              <a:ext cx="4212000" cy="708018"/>
              <a:chOff x="4812405" y="2160420"/>
              <a:chExt cx="4212000" cy="708018"/>
            </a:xfrm>
          </p:grpSpPr>
          <p:sp>
            <p:nvSpPr>
              <p:cNvPr id="24" name="四角形: 角を丸くする 23">
                <a:extLst>
                  <a:ext uri="{FF2B5EF4-FFF2-40B4-BE49-F238E27FC236}">
                    <ns2:creationId id="{B27D654D-D508-BFC6-1F6D-893208CADF7A}"/>
                  </a:ext>
                </a:extLst>
              </p:cNvPr>
              <p:cNvSpPr/>
              <p:nvPr/>
            </p:nvSpPr>
            <p:spPr>
              <a:xfrm>
                <a:off x="4812405" y="2160420"/>
                <a:ext cx="4212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4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CC61E67B-C7FA-4C4F-3D33-4877D1A8B720}"/>
                  </a:ext>
                </a:extLst>
              </p:cNvPr>
              <p:cNvSpPr/>
              <p:nvPr/>
            </p:nvSpPr>
            <p:spPr>
              <a:xfrm>
                <a:off x="6684405" y="2342426"/>
                <a:ext cx="169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6" name="コネクタ: カギ線 55">
                <a:extLst>
                  <a:ext uri="{FF2B5EF4-FFF2-40B4-BE49-F238E27FC236}">
                    <ns2:creationId id="{1A3FD00F-EA92-4C4E-814C-63D7D8E6B55A}"/>
                  </a:ext>
                </a:extLst>
              </p:cNvPr>
              <p:cNvCxnSpPr>
                <a:cxnSpLocks/>
                <a:stCxn id="44" idx="2"/>
                <a:endCxn id="25" idx="1"/>
              </p:cNvCxnSpPr>
              <p:nvPr/>
            </p:nvCxnSpPr>
            <p:spPr>
              <a:xfrm rot="16200000" flipH="1">
                <a:off x="6527015" y="2266036"/>
                <a:ext cx="101006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四角形: 角を丸くする 186">
                <a:extLst>
                  <a:ext uri="{FF2B5EF4-FFF2-40B4-BE49-F238E27FC236}">
                    <ns2:creationId id="{48C025A7-1D9E-0A54-21B3-E422835ABC2B}"/>
                  </a:ext>
                </a:extLst>
              </p:cNvPr>
              <p:cNvSpPr/>
              <p:nvPr/>
            </p:nvSpPr>
            <p:spPr>
              <a:xfrm>
                <a:off x="6684405" y="2706438"/>
                <a:ext cx="936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8" name="コネクタ: カギ線 197">
                <a:extLst>
                  <a:ext uri="{FF2B5EF4-FFF2-40B4-BE49-F238E27FC236}">
                    <ns2:creationId id="{5181BFE3-85ED-2922-0C39-ADEAAA7296C7}"/>
                  </a:ext>
                </a:extLst>
              </p:cNvPr>
              <p:cNvCxnSpPr>
                <a:cxnSpLocks/>
                <a:stCxn id="44" idx="2"/>
                <a:endCxn id="187" idx="1"/>
              </p:cNvCxnSpPr>
              <p:nvPr/>
            </p:nvCxnSpPr>
            <p:spPr>
              <a:xfrm rot="16200000" flipH="1">
                <a:off x="6345009" y="2448042"/>
                <a:ext cx="465018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正方形/長方形 43">
                <a:extLst>
                  <a:ext uri="{FF2B5EF4-FFF2-40B4-BE49-F238E27FC236}">
                    <ns2:creationId id="{DA86324C-097A-5F5D-9F6F-02A8C5A766C5}"/>
                  </a:ext>
                </a:extLst>
              </p:cNvPr>
              <p:cNvSpPr/>
              <p:nvPr/>
            </p:nvSpPr>
            <p:spPr>
              <a:xfrm>
                <a:off x="6438484" y="2276701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71F0709E-A632-7C1C-738C-A8E2BD47F1ED}"/>
                  </a:ext>
                </a:extLst>
              </p:cNvPr>
              <p:cNvSpPr/>
              <p:nvPr/>
            </p:nvSpPr>
            <p:spPr>
              <a:xfrm>
                <a:off x="4812405" y="2524432"/>
                <a:ext cx="3564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60C420D2-8233-6E70-CB5E-9DA2493B934E}"/>
                </a:ext>
              </a:extLst>
            </p:cNvPr>
            <p:cNvGrpSpPr/>
            <p:nvPr/>
          </p:nvGrpSpPr>
          <p:grpSpPr>
            <a:xfrm>
              <a:off x="8653687" y="3711160"/>
              <a:ext cx="2700000" cy="357787"/>
              <a:chOff x="8653687" y="3580575"/>
              <a:chExt cx="2700000" cy="357787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E7BBCDF5-59A4-7243-6E96-27A36E17BC4C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270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AE4FB2C4-CB3A-394C-8DCC-5A37FE2E3235}"/>
                  </a:ext>
                </a:extLst>
              </p:cNvPr>
              <p:cNvSpPr/>
              <p:nvPr/>
            </p:nvSpPr>
            <p:spPr>
              <a:xfrm>
                <a:off x="9067240" y="3776362"/>
                <a:ext cx="1188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2" name="コネクタ: カギ線 111">
                <a:extLst>
                  <a:ext uri="{FF2B5EF4-FFF2-40B4-BE49-F238E27FC236}">
                    <ns2:creationId id="{BC464498-92D1-2F00-3CFC-950385EC60C4}"/>
                  </a:ext>
                </a:extLst>
              </p:cNvPr>
              <p:cNvCxnSpPr>
                <a:cxnSpLocks/>
                <a:stCxn id="84" idx="2"/>
                <a:endCxn id="33" idx="1"/>
              </p:cNvCxnSpPr>
              <p:nvPr/>
            </p:nvCxnSpPr>
            <p:spPr>
              <a:xfrm rot="16200000" flipH="1">
                <a:off x="8950629" y="3740750"/>
                <a:ext cx="11478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B96D9C15-8B21-517D-7AE1-9C46E6DAF346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pic>
          <p:nvPicPr>
            <p:cNvPr id="163" name="グラフィックス 162" descr="硬貨 単色塗りつぶし">
              <a:extLst>
                <a:ext uri="{FF2B5EF4-FFF2-40B4-BE49-F238E27FC236}">
                  <ns2:creationId id="{05552469-19AD-BDC0-1ABF-754A46CAE3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03848" y="1583196"/>
              <a:ext cx="216000" cy="216000"/>
            </a:xfrm>
            <a:prstGeom prst="rect">
              <a:avLst/>
            </a:prstGeom>
          </p:spPr>
        </p:pic>
        <p:pic>
          <p:nvPicPr>
            <p:cNvPr id="165" name="グラフィックス 164" descr="電球と鉛筆 単色塗りつぶし">
              <a:extLst>
                <a:ext uri="{FF2B5EF4-FFF2-40B4-BE49-F238E27FC236}">
                  <ns2:creationId id="{01D1A1F8-4775-2E83-E129-BAAA45BAF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03848" y="2358214"/>
              <a:ext cx="216000" cy="216000"/>
            </a:xfrm>
            <a:prstGeom prst="rect">
              <a:avLst/>
            </a:prstGeom>
          </p:spPr>
        </p:pic>
        <p:pic>
          <p:nvPicPr>
            <p:cNvPr id="167" name="グラフィックス 166" descr="優先順位 単色塗りつぶし">
              <a:extLst>
                <a:ext uri="{FF2B5EF4-FFF2-40B4-BE49-F238E27FC236}">
                  <ns2:creationId id="{DFB339E9-174D-8A4F-F417-F3994B33AC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03848" y="3093760"/>
              <a:ext cx="216000" cy="216000"/>
            </a:xfrm>
            <a:prstGeom prst="rect">
              <a:avLst/>
            </a:prstGeom>
          </p:spPr>
        </p:pic>
        <p:pic>
          <p:nvPicPr>
            <p:cNvPr id="169" name="グラフィックス 168" descr="チャットの吹き出し 単色塗りつぶし">
              <a:extLst>
                <a:ext uri="{FF2B5EF4-FFF2-40B4-BE49-F238E27FC236}">
                  <ns2:creationId id="{440E7CA9-DCD7-B3E8-9C7B-E17204FEEA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03848" y="3784069"/>
              <a:ext cx="216000" cy="216000"/>
            </a:xfrm>
            <a:prstGeom prst="rect">
              <a:avLst/>
            </a:prstGeom>
          </p:spPr>
        </p:pic>
        <p:pic>
          <p:nvPicPr>
            <p:cNvPr id="171" name="グラフィックス 170" descr="評価: 3 つ星 単色塗りつぶし">
              <a:extLst>
                <a:ext uri="{FF2B5EF4-FFF2-40B4-BE49-F238E27FC236}">
                  <ns2:creationId id="{861E9706-79EC-6437-41B4-E2860DD316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3848" y="4298720"/>
              <a:ext cx="216000" cy="216000"/>
            </a:xfrm>
            <a:prstGeom prst="rect">
              <a:avLst/>
            </a:prstGeom>
          </p:spPr>
        </p:pic>
        <p:pic>
          <p:nvPicPr>
            <p:cNvPr id="172" name="グラフィックス 171" descr="チャットの吹き出し 単色塗りつぶし">
              <a:extLst>
                <a:ext uri="{FF2B5EF4-FFF2-40B4-BE49-F238E27FC236}">
                  <ns2:creationId id="{D758ADEB-88DD-61EF-E76F-F20C71FD3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03848" y="4837985"/>
              <a:ext cx="216000" cy="216000"/>
            </a:xfrm>
            <a:prstGeom prst="rect">
              <a:avLst/>
            </a:prstGeom>
          </p:spPr>
        </p:pic>
        <p:pic>
          <p:nvPicPr>
            <p:cNvPr id="174" name="グラフィックス 173" descr="契約 単色塗りつぶし">
              <a:extLst>
                <a:ext uri="{FF2B5EF4-FFF2-40B4-BE49-F238E27FC236}">
                  <ns2:creationId id="{65AF169D-D233-13D7-D356-7E9E9AA6AF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03848" y="5291107"/>
              <a:ext cx="216000" cy="216000"/>
            </a:xfrm>
            <a:prstGeom prst="rect">
              <a:avLst/>
            </a:prstGeom>
          </p:spPr>
        </p:pic>
        <p:pic>
          <p:nvPicPr>
            <p:cNvPr id="176" name="グラフィックス 175" descr="付箋 単色塗りつぶし">
              <a:extLst>
                <a:ext uri="{FF2B5EF4-FFF2-40B4-BE49-F238E27FC236}">
                  <ns2:creationId id="{EA891CA3-2895-A41F-4F45-33F4DC1405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03848" y="5696134"/>
              <a:ext cx="216000" cy="21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41640051"/>
      </p:ext>
    </p:extLst>
  </p:cSld>
  <p:clrMapOvr>
    <a:masterClrMapping/>
  </p:clrMapOvr>
</p:sld>
</file>

<file path=ppt/slides/slide10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618152055"/>
      </p:ext>
    </p:extLst>
  </p:cSld>
  <p:clrMapOvr>
    <a:masterClrMapping/>
  </p:clrMapOvr>
</p:sld>
</file>

<file path=ppt/slides/slide10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387107629"/>
      </p:ext>
    </p:extLst>
  </p:cSld>
  <p:clrMapOvr>
    <a:masterClrMapping/>
  </p:clrMapOvr>
</p:sld>
</file>

<file path=ppt/slides/slide1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1786502139"/>
      </p:ext>
    </p:extLst>
  </p:cSld>
  <p:clrMapOvr>
    <a:masterClrMapping/>
  </p:clrMapOvr>
</p:sld>
</file>

<file path=ppt/slides/slide1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757006881"/>
      </p:ext>
    </p:extLst>
  </p:cSld>
  <p:clrMapOvr>
    <a:masterClrMapping/>
  </p:clrMapOvr>
</p:sld>
</file>

<file path=ppt/slides/slide1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2448052771"/>
      </p:ext>
    </p:extLst>
  </p:cSld>
  <p:clrMapOvr>
    <a:masterClrMapping/>
  </p:clrMapOvr>
</p:sld>
</file>

<file path=ppt/slides/slide1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2296107528"/>
      </p:ext>
    </p:extLst>
  </p:cSld>
  <p:clrMapOvr>
    <a:masterClrMapping/>
  </p:clrMapOvr>
</p:sld>
</file>

<file path=ppt/slides/slide107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81757408"/>
      </p:ext>
    </p:extLst>
  </p:cSld>
  <p:clrMapOvr>
    <a:masterClrMapping/>
  </p:clrMapOvr>
</p:sld>
</file>

<file path=ppt/slides/slide10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697724016"/>
      </p:ext>
    </p:extLst>
  </p:cSld>
  <p:clrMapOvr>
    <a:masterClrMapping/>
  </p:clrMapOvr>
</p:sld>
</file>

<file path=ppt/slides/slide1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402303284"/>
      </p:ext>
    </p:extLst>
  </p:cSld>
  <p:clrMapOvr>
    <a:masterClrMapping/>
  </p:clrMapOvr>
</p:sld>
</file>

<file path=ppt/slides/slide1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615110471"/>
      </p:ext>
    </p:extLst>
  </p:cSld>
  <p:clrMapOvr>
    <a:masterClrMapping/>
  </p:clrMapOvr>
</p:sld>
</file>

<file path=ppt/slides/slide1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764342199"/>
      </p:ext>
    </p:extLst>
  </p:cSld>
  <p:clrMapOvr>
    <a:masterClrMapping/>
  </p:clrMapOvr>
</p:sld>
</file>

<file path=ppt/slides/slide1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392297140"/>
      </p:ext>
    </p:extLst>
  </p:cSld>
  <p:clrMapOvr>
    <a:masterClrMapping/>
  </p:clrMapOvr>
</p:sld>
</file>

<file path=ppt/slides/slide1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1490C08-F1EE-E2CA-4C68-ABBFACA195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A07E56-D39D-6652-496A-969475F16A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037956D-F207-140A-E8FF-973F2839984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grpSp>
        <p:nvGrpSpPr>
          <p:cNvPr id="25" name="Group 24">
            <a:extLst>
              <a:ext uri="{FF2B5EF4-FFF2-40B4-BE49-F238E27FC236}">
                <ns2:creationId id="{BD8C5D63-0FFA-0778-AAF6-1E5987983BE3}"/>
              </a:ext>
            </a:extLst>
          </p:cNvPr>
          <p:cNvGrpSpPr/>
          <p:nvPr/>
        </p:nvGrpSpPr>
        <p:grpSpPr>
          <a:xfrm>
            <a:off x="335333" y="1632943"/>
            <a:ext cx="5737586" cy="4681308"/>
            <a:chOff x="335333" y="1632943"/>
            <a:chExt cx="5737586" cy="4681308"/>
          </a:xfrm>
        </p:grpSpPr>
        <p:sp>
          <p:nvSpPr>
            <p:cNvPr id="6" name="正方形/長方形 5">
              <a:extLst>
                <a:ext uri="{FF2B5EF4-FFF2-40B4-BE49-F238E27FC236}">
                  <ns2:creationId id="{85CC508C-55AC-B1F5-47EA-8105FAA90742}"/>
                </a:ext>
              </a:extLst>
            </p:cNvPr>
            <p:cNvSpPr/>
            <p:nvPr/>
          </p:nvSpPr>
          <p:spPr>
            <a:xfrm>
              <a:off x="492918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ns2:creationId id="{38F5EC3D-7E64-7EDF-35C3-04602DBB5AF4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436931"/>
              <a:chOff x="335333" y="1632943"/>
              <a:chExt cx="5737586" cy="43693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CF5F9F8-E2D0-94A8-0BA5-C98C507AD721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AFF4206D-696E-C81B-E567-4936BB6EC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26" name="グラフィックス 25" descr="ターゲット 単色塗りつぶし">
                <a:extLst>
                  <a:ext uri="{FF2B5EF4-FFF2-40B4-BE49-F238E27FC236}">
                    <ns2:creationId id="{BCF21900-2DA7-41D3-6699-B57FD12D2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7863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7" name="Group 16">
              <a:extLst>
                <a:ext uri="{FF2B5EF4-FFF2-40B4-BE49-F238E27FC236}">
                  <ns2:creationId id="{978DC5DF-126E-FB05-BC5D-44E798153886}"/>
                </a:ext>
              </a:extLst>
            </p:cNvPr>
            <p:cNvGrpSpPr/>
            <p:nvPr/>
          </p:nvGrpSpPr>
          <p:grpSpPr>
            <a:xfrm>
              <a:off x="3408919" y="3650251"/>
              <a:ext cx="2664000" cy="2664000"/>
              <a:chOff x="3408919" y="3650251"/>
              <a:chExt cx="2664000" cy="2664000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C2A3F663-3007-E539-E258-1D8BE3349D0E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2664000"/>
              </a:xfrm>
              <a:prstGeom prst="roundRect">
                <a:avLst>
                  <a:gd name="adj" fmla="val 2229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上の 2 つの角を丸める 45">
                <a:extLst>
                  <a:ext uri="{FF2B5EF4-FFF2-40B4-BE49-F238E27FC236}">
                    <ns2:creationId id="{FB66A125-6742-B251-B35E-728CF7E7D14B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2" name="グラフィックス 71" descr="硬貨 単色塗りつぶし">
                <a:extLst>
                  <a:ext uri="{FF2B5EF4-FFF2-40B4-BE49-F238E27FC236}">
                    <ns2:creationId id="{FD074CAE-D136-58C4-551A-FE253A8DE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141094" y="368985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ns2:creationId id="{640111F9-5B2A-6666-946D-F0C70CD68633}"/>
                </a:ext>
              </a:extLst>
            </p:cNvPr>
            <p:cNvGrpSpPr/>
            <p:nvPr/>
          </p:nvGrpSpPr>
          <p:grpSpPr>
            <a:xfrm>
              <a:off x="492919" y="2325561"/>
              <a:ext cx="5580000" cy="1224001"/>
              <a:chOff x="492919" y="2325561"/>
              <a:chExt cx="5580000" cy="1224001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BE8EA481-A148-3B2B-E465-4703A2475B5E}"/>
                  </a:ext>
                </a:extLst>
              </p:cNvPr>
              <p:cNvSpPr/>
              <p:nvPr/>
            </p:nvSpPr>
            <p:spPr>
              <a:xfrm>
                <a:off x="492919" y="2325562"/>
                <a:ext cx="1152000" cy="12240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8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F28B2670-E34E-6349-25D9-8CB27D56A5C3}"/>
                  </a:ext>
                </a:extLst>
              </p:cNvPr>
              <p:cNvSpPr/>
              <p:nvPr/>
            </p:nvSpPr>
            <p:spPr>
              <a:xfrm>
                <a:off x="1644919" y="2325561"/>
                <a:ext cx="4428000" cy="1224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2" lvl="2">
                  <a:spcAft>
                    <a:spcPts val="200"/>
                  </a:spcAft>
                </a:pP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2" lvl="2">
                  <a:spcAft>
                    <a:spcPts val="1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TAM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6444877C-8D11-97A4-9649-26A6CCC8D6DA}"/>
                  </a:ext>
                </a:extLst>
              </p:cNvPr>
              <p:cNvSpPr/>
              <p:nvPr/>
            </p:nvSpPr>
            <p:spPr>
              <a:xfrm>
                <a:off x="1770199" y="2423256"/>
                <a:ext cx="1152000" cy="360000"/>
              </a:xfrm>
              <a:prstGeom prst="roundRect">
                <a:avLst>
                  <a:gd name="adj" fmla="val 200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E675E668-04CF-37AD-1A80-E82890987453}"/>
                  </a:ext>
                </a:extLst>
              </p:cNvPr>
              <p:cNvSpPr/>
              <p:nvPr/>
            </p:nvSpPr>
            <p:spPr>
              <a:xfrm>
                <a:off x="1770199" y="2882609"/>
                <a:ext cx="1152000" cy="576000"/>
              </a:xfrm>
              <a:prstGeom prst="roundRect">
                <a:avLst>
                  <a:gd name="adj" fmla="val 125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8" name="グラフィックス 77" descr="無限大 単色塗りつぶし">
                <a:extLst>
                  <a:ext uri="{FF2B5EF4-FFF2-40B4-BE49-F238E27FC236}">
                    <ns2:creationId id="{086F269B-7842-7326-921E-052D3E9EFA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52919" y="2470683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ns2:creationId id="{3B8B2035-BE18-9523-B1CC-EE620F040291}"/>
                </a:ext>
              </a:extLst>
            </p:cNvPr>
            <p:cNvGrpSpPr/>
            <p:nvPr/>
          </p:nvGrpSpPr>
          <p:grpSpPr>
            <a:xfrm>
              <a:off x="492919" y="3650251"/>
              <a:ext cx="2736000" cy="2664000"/>
              <a:chOff x="492919" y="3650251"/>
              <a:chExt cx="2736000" cy="2664000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08BE6AE4-3C00-F93A-454D-9922D3187AB3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2664000"/>
              </a:xfrm>
              <a:prstGeom prst="roundRect">
                <a:avLst>
                  <a:gd name="adj" fmla="val 2467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上の 2 つの角を丸める 40">
                <a:extLst>
                  <a:ext uri="{FF2B5EF4-FFF2-40B4-BE49-F238E27FC236}">
                    <ns2:creationId id="{8189A8E3-9068-63E5-2B30-61C6CA3B27EE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統計 単色塗りつぶし">
                <a:extLst>
                  <a:ext uri="{FF2B5EF4-FFF2-40B4-BE49-F238E27FC236}">
                    <ns2:creationId id="{465841AF-06CB-C457-1CC1-862A176E87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23054" y="3689748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5" name="正方形/長方形 89">
            <a:extLst>
              <a:ext uri="{FF2B5EF4-FFF2-40B4-BE49-F238E27FC236}">
                <ns2:creationId id="{86976D4E-9CB1-B195-734D-B52FD317F58C}"/>
              </a:ext>
            </a:extLst>
          </p:cNvPr>
          <p:cNvSpPr/>
          <p:nvPr/>
        </p:nvSpPr>
        <p:spPr>
          <a:xfrm>
            <a:off x="334962" y="6371841"/>
            <a:ext cx="11527266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7" name="Group 26">
            <a:extLst>
              <a:ext uri="{FF2B5EF4-FFF2-40B4-BE49-F238E27FC236}">
                <ns2:creationId id="{C8D497FD-66AA-E450-000F-DA6F5C7108BD}"/>
              </a:ext>
            </a:extLst>
          </p:cNvPr>
          <p:cNvGrpSpPr/>
          <p:nvPr/>
        </p:nvGrpSpPr>
        <p:grpSpPr>
          <a:xfrm>
            <a:off x="6120887" y="1632943"/>
            <a:ext cx="5737586" cy="4681308"/>
            <a:chOff x="6120887" y="1632943"/>
            <a:chExt cx="5737586" cy="4681308"/>
          </a:xfrm>
        </p:grpSpPr>
        <p:sp>
          <p:nvSpPr>
            <p:cNvPr id="11" name="Isosceles Triangle 10">
              <a:extLst>
                <a:ext uri="{FF2B5EF4-FFF2-40B4-BE49-F238E27FC236}">
                  <ns2:creationId id="{F8EA5AB1-BCB8-F1E7-F45D-32C68CC66F0A}"/>
                </a:ext>
              </a:extLst>
            </p:cNvPr>
            <p:cNvSpPr/>
            <p:nvPr/>
          </p:nvSpPr>
          <p:spPr>
            <a:xfrm>
              <a:off x="7665821" y="3034040"/>
              <a:ext cx="2805303" cy="2418365"/>
            </a:xfrm>
            <a:prstGeom prst="triangle">
              <a:avLst/>
            </a:prstGeom>
            <a:noFill/>
            <a:ln w="127000">
              <a:solidFill>
                <a:srgbClr val="40A04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9392D6E-3CE4-F398-A338-EE951FDEADD5}"/>
                </a:ext>
              </a:extLst>
            </p:cNvPr>
            <p:cNvSpPr/>
            <p:nvPr/>
          </p:nvSpPr>
          <p:spPr>
            <a:xfrm>
              <a:off x="6278473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ns2:creationId id="{1A267A90-C055-BDB2-F144-43607908D5B7}"/>
                </a:ext>
              </a:extLst>
            </p:cNvPr>
            <p:cNvGrpSpPr/>
            <p:nvPr/>
          </p:nvGrpSpPr>
          <p:grpSpPr>
            <a:xfrm>
              <a:off x="6120887" y="1632943"/>
              <a:ext cx="5737586" cy="436931"/>
              <a:chOff x="6120887" y="1632943"/>
              <a:chExt cx="5737586" cy="436931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A7A1DBAC-589B-81C0-EFEB-CE9ED428532D}"/>
                  </a:ext>
                </a:extLst>
              </p:cNvPr>
              <p:cNvSpPr/>
              <p:nvPr/>
            </p:nvSpPr>
            <p:spPr>
              <a:xfrm>
                <a:off x="6278473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30" name="楕円 29">
                <a:extLst>
                  <a:ext uri="{FF2B5EF4-FFF2-40B4-BE49-F238E27FC236}">
                    <ns2:creationId id="{C688C0F1-9E38-FC74-DB17-0277130AEF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87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66" name="グラフィックス 65" descr="歯科医療 単色塗りつぶし">
                <a:extLst>
                  <a:ext uri="{FF2B5EF4-FFF2-40B4-BE49-F238E27FC236}">
                    <ns2:creationId id="{91BFD049-7CA7-AFB5-5D87-44DEE552D1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512204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2" name="Group 21">
              <a:extLst>
                <a:ext uri="{FF2B5EF4-FFF2-40B4-BE49-F238E27FC236}">
                  <ns2:creationId id="{3D870952-473A-858A-19F4-F7D843634427}"/>
                </a:ext>
              </a:extLst>
            </p:cNvPr>
            <p:cNvGrpSpPr/>
            <p:nvPr/>
          </p:nvGrpSpPr>
          <p:grpSpPr>
            <a:xfrm>
              <a:off x="6278473" y="4300813"/>
              <a:ext cx="2448000" cy="2013438"/>
              <a:chOff x="6278473" y="4300813"/>
              <a:chExt cx="2448000" cy="2013438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915206D7-A54A-A961-3850-289C07870F2A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75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四角形: 上の 2 つの角を丸める 48">
                <a:extLst>
                  <a:ext uri="{FF2B5EF4-FFF2-40B4-BE49-F238E27FC236}">
                    <ns2:creationId id="{CEF5414E-B9F5-39CB-7449-1C20F55B859E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92DDFDCC-37A2-D885-0BF9-842429F4266D}"/>
                  </a:ext>
                </a:extLst>
              </p:cNvPr>
              <p:cNvSpPr/>
              <p:nvPr/>
            </p:nvSpPr>
            <p:spPr>
              <a:xfrm>
                <a:off x="6585685" y="4748891"/>
                <a:ext cx="1866127" cy="360000"/>
              </a:xfrm>
              <a:prstGeom prst="roundRect">
                <a:avLst>
                  <a:gd name="adj" fmla="val 906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>
                  <a:spcAft>
                    <a:spcPts val="200"/>
                  </a:spcAft>
                </a:pP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ラベル 単色塗りつぶし">
                <a:extLst>
                  <a:ext uri="{FF2B5EF4-FFF2-40B4-BE49-F238E27FC236}">
                    <ns2:creationId id="{79DF63C1-3591-A742-156F-9A2962C5F9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735924" y="434041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1" name="Group 20">
              <a:extLst>
                <a:ext uri="{FF2B5EF4-FFF2-40B4-BE49-F238E27FC236}">
                  <ns2:creationId id="{22A5628A-7EE4-AE48-4DD7-8C654C78979C}"/>
                </a:ext>
              </a:extLst>
            </p:cNvPr>
            <p:cNvGrpSpPr/>
            <p:nvPr/>
          </p:nvGrpSpPr>
          <p:grpSpPr>
            <a:xfrm>
              <a:off x="6278473" y="2325561"/>
              <a:ext cx="5580000" cy="1735199"/>
              <a:chOff x="6278473" y="2325561"/>
              <a:chExt cx="5580000" cy="1735199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58A3BDD7-0AF8-B2BE-3723-A541CCBF3F92}"/>
                  </a:ext>
                </a:extLst>
              </p:cNvPr>
              <p:cNvSpPr/>
              <p:nvPr/>
            </p:nvSpPr>
            <p:spPr>
              <a:xfrm>
                <a:off x="6278473" y="2325561"/>
                <a:ext cx="5580000" cy="367200"/>
              </a:xfrm>
              <a:prstGeom prst="rect">
                <a:avLst/>
              </a:prstGeom>
              <a:solidFill>
                <a:srgbClr val="008000">
                  <a:alpha val="74902"/>
                </a:srgb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/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DCFFE52-F6FD-E0AC-9C43-8CCEF0D654B7}"/>
                  </a:ext>
                </a:extLst>
              </p:cNvPr>
              <p:cNvSpPr/>
              <p:nvPr/>
            </p:nvSpPr>
            <p:spPr>
              <a:xfrm>
                <a:off x="6278473" y="2692760"/>
                <a:ext cx="5580000" cy="13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MVP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GB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76F91FF-72A7-DF1A-BEC0-B6FDF76474C5}"/>
                  </a:ext>
                </a:extLst>
              </p:cNvPr>
              <p:cNvSpPr/>
              <p:nvPr/>
            </p:nvSpPr>
            <p:spPr>
              <a:xfrm>
                <a:off x="6417281" y="2759338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4717009E-DA63-923D-5EEF-6E681021BB9D}"/>
                  </a:ext>
                </a:extLst>
              </p:cNvPr>
              <p:cNvSpPr/>
              <p:nvPr/>
            </p:nvSpPr>
            <p:spPr>
              <a:xfrm>
                <a:off x="6417281" y="3202251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ベン図 単色塗りつぶし">
                <a:extLst>
                  <a:ext uri="{FF2B5EF4-FFF2-40B4-BE49-F238E27FC236}">
                    <ns2:creationId id="{172D5FBA-1B6F-8A9D-FBF1-DE35FF09EB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33824" y="2347161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" name="四角形: 角を丸くする 36">
                <a:extLst>
                  <a:ext uri="{FF2B5EF4-FFF2-40B4-BE49-F238E27FC236}">
                    <ns2:creationId id="{A60B87D9-AC7F-BCE6-7087-BD1D4D11DC0B}"/>
                  </a:ext>
                </a:extLst>
              </p:cNvPr>
              <p:cNvSpPr/>
              <p:nvPr/>
            </p:nvSpPr>
            <p:spPr>
              <a:xfrm>
                <a:off x="6417281" y="3688026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ns2:creationId id="{9FB66375-D22C-09C3-358D-BA2A3C29D1BF}"/>
                </a:ext>
              </a:extLst>
            </p:cNvPr>
            <p:cNvGrpSpPr/>
            <p:nvPr/>
          </p:nvGrpSpPr>
          <p:grpSpPr>
            <a:xfrm>
              <a:off x="8923472" y="4300813"/>
              <a:ext cx="2935001" cy="2013438"/>
              <a:chOff x="8923472" y="4300813"/>
              <a:chExt cx="2935001" cy="2013438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FF372E07-C5D6-2CF2-8FD7-CA1A930E5B96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2000" tIns="43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上の 2 つの角を丸める 51">
                <a:extLst>
                  <a:ext uri="{FF2B5EF4-FFF2-40B4-BE49-F238E27FC236}">
                    <ns2:creationId id="{71D6DD64-D32F-5E2B-06B2-C59A1646E73E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2 つのピン間の経路表示 単色塗りつぶし">
                <a:extLst>
                  <a:ext uri="{FF2B5EF4-FFF2-40B4-BE49-F238E27FC236}">
                    <ns2:creationId id="{79F4D80F-6344-2852-933E-944BFD5E1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615200" y="4340414"/>
                <a:ext cx="288000" cy="288000"/>
              </a:xfrm>
              <a:prstGeom prst="rect">
                <a:avLst/>
              </a:prstGeom>
            </p:spPr>
          </p:pic>
          <p:sp>
            <p:nvSpPr>
              <p:cNvPr id="39" name="ホームベース 13">
                <a:extLst>
                  <a:ext uri="{FF2B5EF4-FFF2-40B4-BE49-F238E27FC236}">
                    <ns2:creationId id="{C319145C-1DC6-EF15-525F-716D4F18AD49}"/>
                  </a:ext>
                </a:extLst>
              </p:cNvPr>
              <p:cNvSpPr/>
              <p:nvPr/>
            </p:nvSpPr>
            <p:spPr>
              <a:xfrm rot="5400000">
                <a:off x="9111480" y="4799703"/>
                <a:ext cx="648000" cy="684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latin typeface="+mj-lt"/>
                  <a:ea typeface="Meiryo" panose="020B0604030504040204" pitchFamily="34" charset="-128"/>
                </a:endParaRPr>
              </a:p>
            </p:txBody>
          </p:sp>
          <p:sp>
            <p:nvSpPr>
              <p:cNvPr id="40" name="山形 14">
                <a:extLst>
                  <a:ext uri="{FF2B5EF4-FFF2-40B4-BE49-F238E27FC236}">
                    <ns2:creationId id="{306E80DD-5EF4-3212-ECD5-36C2E68FC3AD}"/>
                  </a:ext>
                </a:extLst>
              </p:cNvPr>
              <p:cNvSpPr/>
              <p:nvPr/>
            </p:nvSpPr>
            <p:spPr>
              <a:xfrm rot="5400000">
                <a:off x="9003481" y="5490675"/>
                <a:ext cx="864000" cy="684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5:creationId val="2300476589"/>
      </p:ext>
    </p:extLst>
  </p:cSld>
  <p:clrMapOvr>
    <a:masterClrMapping/>
  </p:clrMapOvr>
</p:sld>
</file>

<file path=ppt/slides/slide11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DCBBBED-A0EB-A4DF-35CB-CAE91420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9F4E7D-79DA-5E47-6653-B71E150DBD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C2CB86-21D0-2137-F6BB-4B6A5CD0D4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8" name="Group 27">
            <a:extLst>
              <a:ext uri="{FF2B5EF4-FFF2-40B4-BE49-F238E27FC236}">
                <ns2:creationId id="{6558BC5C-A6F1-2057-5E92-FAD4C511D3FB}"/>
              </a:ext>
            </a:extLst>
          </p:cNvPr>
          <p:cNvGrpSpPr/>
          <p:nvPr/>
        </p:nvGrpSpPr>
        <p:grpSpPr>
          <a:xfrm>
            <a:off x="335333" y="1632943"/>
            <a:ext cx="5737586" cy="4675254"/>
            <a:chOff x="335333" y="1632943"/>
            <a:chExt cx="5737586" cy="4675254"/>
          </a:xfrm>
        </p:grpSpPr>
        <p:sp>
          <p:nvSpPr>
            <p:cNvPr id="29" name="AutoShape 2">
              <a:extLst>
                <a:ext uri="{FF2B5EF4-FFF2-40B4-BE49-F238E27FC236}">
                  <ns2:creationId id="{40007CE3-5545-8A65-AC93-94580D76CAA3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>
              <a:off x="2833883" y="3025733"/>
              <a:ext cx="180000" cy="1006611"/>
            </a:xfrm>
            <a:prstGeom prst="homePlate">
              <a:avLst>
                <a:gd name="adj" fmla="val 100000"/>
              </a:avLst>
            </a:prstGeom>
            <a:solidFill>
              <a:srgbClr val="40A040">
                <a:alpha val="5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 dirty="0"/>
            </a:p>
          </p:txBody>
        </p:sp>
        <p:grpSp>
          <p:nvGrpSpPr>
            <p:cNvPr id="20" name="Group 19">
              <a:extLst>
                <a:ext uri="{FF2B5EF4-FFF2-40B4-BE49-F238E27FC236}">
                  <ns2:creationId id="{B3EE05EC-2E72-4909-6F26-94F8A5FC0DCB}"/>
                </a:ext>
              </a:extLst>
            </p:cNvPr>
            <p:cNvGrpSpPr/>
            <p:nvPr/>
          </p:nvGrpSpPr>
          <p:grpSpPr>
            <a:xfrm>
              <a:off x="3133819" y="2346438"/>
              <a:ext cx="2939100" cy="2365199"/>
              <a:chOff x="3133819" y="2346437"/>
              <a:chExt cx="2939100" cy="2365199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765B41DF-63E7-C5FB-4049-5A54A6200365}"/>
                  </a:ext>
                </a:extLst>
              </p:cNvPr>
              <p:cNvSpPr/>
              <p:nvPr/>
            </p:nvSpPr>
            <p:spPr>
              <a:xfrm>
                <a:off x="3133819" y="2346437"/>
                <a:ext cx="2939100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6498C8E5-3335-D496-4673-3A5B240786C9}"/>
                  </a:ext>
                </a:extLst>
              </p:cNvPr>
              <p:cNvSpPr/>
              <p:nvPr/>
            </p:nvSpPr>
            <p:spPr>
              <a:xfrm>
                <a:off x="3133819" y="2713636"/>
                <a:ext cx="2939100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0975" lvl="3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lvl="3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8" name="グラフィックス 87" descr="ユーザー ネットワーク 単色塗りつぶし">
                <a:extLst>
                  <a:ext uri="{FF2B5EF4-FFF2-40B4-BE49-F238E27FC236}">
                    <ns2:creationId id="{CD255490-6E02-FC96-3B1D-5E1482A78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579353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9" name="Group 18">
              <a:extLst>
                <a:ext uri="{FF2B5EF4-FFF2-40B4-BE49-F238E27FC236}">
                  <ns2:creationId id="{8002539C-B2B2-4AF0-3C57-55A191E0561A}"/>
                </a:ext>
              </a:extLst>
            </p:cNvPr>
            <p:cNvGrpSpPr/>
            <p:nvPr/>
          </p:nvGrpSpPr>
          <p:grpSpPr>
            <a:xfrm>
              <a:off x="492919" y="2346437"/>
              <a:ext cx="2221028" cy="2365200"/>
              <a:chOff x="492919" y="2346437"/>
              <a:chExt cx="2221028" cy="23652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806FDBA4-9B95-A5A9-7B27-DC116C1A4602}"/>
                  </a:ext>
                </a:extLst>
              </p:cNvPr>
              <p:cNvSpPr/>
              <p:nvPr/>
            </p:nvSpPr>
            <p:spPr>
              <a:xfrm>
                <a:off x="492919" y="2346437"/>
                <a:ext cx="2221028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FCD3C172-DD1C-AFEF-4C74-33DDA2CFDD1D}"/>
                  </a:ext>
                </a:extLst>
              </p:cNvPr>
              <p:cNvSpPr/>
              <p:nvPr/>
            </p:nvSpPr>
            <p:spPr>
              <a:xfrm>
                <a:off x="492919" y="2713637"/>
                <a:ext cx="2221028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4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0" name="グラフィックス 89" descr="対象の人々 単色塗りつぶし">
                <a:extLst>
                  <a:ext uri="{FF2B5EF4-FFF2-40B4-BE49-F238E27FC236}">
                    <ns2:creationId id="{20B47AFA-C963-2F0C-5B73-25DA58EC88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6444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5" name="Group 24">
              <a:extLst>
                <a:ext uri="{FF2B5EF4-FFF2-40B4-BE49-F238E27FC236}">
                  <ns2:creationId id="{98176CFA-182F-D995-31D2-3508A2E46F14}"/>
                </a:ext>
              </a:extLst>
            </p:cNvPr>
            <p:cNvGrpSpPr/>
            <p:nvPr/>
          </p:nvGrpSpPr>
          <p:grpSpPr>
            <a:xfrm>
              <a:off x="492918" y="4802915"/>
              <a:ext cx="5580001" cy="1505282"/>
              <a:chOff x="492918" y="4802915"/>
              <a:chExt cx="5580001" cy="1505282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4CDDAA33-669C-7577-3392-AA8E520D9F0E}"/>
                  </a:ext>
                </a:extLst>
              </p:cNvPr>
              <p:cNvSpPr/>
              <p:nvPr/>
            </p:nvSpPr>
            <p:spPr>
              <a:xfrm>
                <a:off x="492918" y="5170115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14A3D5E1-90FE-994B-341B-28CB34F1FDA5}"/>
                  </a:ext>
                </a:extLst>
              </p:cNvPr>
              <p:cNvSpPr/>
              <p:nvPr/>
            </p:nvSpPr>
            <p:spPr>
              <a:xfrm>
                <a:off x="492919" y="6056197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ns2:creationId id="{4DB77705-DCE1-FB8A-0C39-24D5A5CD80BF}"/>
                  </a:ext>
                </a:extLst>
              </p:cNvPr>
              <p:cNvGrpSpPr/>
              <p:nvPr/>
            </p:nvGrpSpPr>
            <p:grpSpPr>
              <a:xfrm>
                <a:off x="492919" y="5462572"/>
                <a:ext cx="5580000" cy="553169"/>
                <a:chOff x="492919" y="5462572"/>
                <a:chExt cx="5580000" cy="553169"/>
              </a:xfrm>
            </p:grpSpPr>
            <p:sp>
              <p:nvSpPr>
                <p:cNvPr id="34" name="ホームベース 64">
                  <a:extLst>
                    <a:ext uri="{FF2B5EF4-FFF2-40B4-BE49-F238E27FC236}">
                      <ns2:creationId id="{F0902652-304C-C36F-C3DD-7C43837D605E}"/>
                    </a:ext>
                  </a:extLst>
                </p:cNvPr>
                <p:cNvSpPr/>
                <p:nvPr/>
              </p:nvSpPr>
              <p:spPr>
                <a:xfrm>
                  <a:off x="492919" y="5462572"/>
                  <a:ext cx="1440000" cy="553169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5" name="山形 65">
                  <a:extLst>
                    <a:ext uri="{FF2B5EF4-FFF2-40B4-BE49-F238E27FC236}">
                      <ns2:creationId id="{2291A7F5-CB49-DDA6-F055-469E6B09A5E2}"/>
                    </a:ext>
                  </a:extLst>
                </p:cNvPr>
                <p:cNvSpPr/>
                <p:nvPr/>
              </p:nvSpPr>
              <p:spPr>
                <a:xfrm>
                  <a:off x="1860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6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6" name="山形 66">
                  <a:extLst>
                    <a:ext uri="{FF2B5EF4-FFF2-40B4-BE49-F238E27FC236}">
                      <ns2:creationId id="{370F1E2B-E21F-E5C6-0340-D570312D303D}"/>
                    </a:ext>
                  </a:extLst>
                </p:cNvPr>
                <p:cNvSpPr/>
                <p:nvPr/>
              </p:nvSpPr>
              <p:spPr>
                <a:xfrm>
                  <a:off x="3228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7" name="山形 66">
                  <a:extLst>
                    <a:ext uri="{FF2B5EF4-FFF2-40B4-BE49-F238E27FC236}">
                      <ns2:creationId id="{ED2E6379-B762-A44A-3915-BB835925AA5C}"/>
                    </a:ext>
                  </a:extLst>
                </p:cNvPr>
                <p:cNvSpPr/>
                <p:nvPr/>
              </p:nvSpPr>
              <p:spPr>
                <a:xfrm>
                  <a:off x="4596919" y="5462572"/>
                  <a:ext cx="1476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ns2:creationId id="{9B1379EF-F6EE-5F41-4AE6-B8ACA5355EFE}"/>
                  </a:ext>
                </a:extLst>
              </p:cNvPr>
              <p:cNvGrpSpPr/>
              <p:nvPr/>
            </p:nvGrpSpPr>
            <p:grpSpPr>
              <a:xfrm>
                <a:off x="492919" y="4802915"/>
                <a:ext cx="5580000" cy="367200"/>
                <a:chOff x="492919" y="4802915"/>
                <a:chExt cx="5580000" cy="367200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1E9E9E18-8BEF-8225-CF06-66C8F58DD369}"/>
                    </a:ext>
                  </a:extLst>
                </p:cNvPr>
                <p:cNvSpPr/>
                <p:nvPr/>
              </p:nvSpPr>
              <p:spPr>
                <a:xfrm>
                  <a:off x="492919" y="4802915"/>
                  <a:ext cx="5580000" cy="3672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40A04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02" name="グラフィックス 101" descr="道路 単色塗りつぶし">
                  <a:extLst>
                    <a:ext uri="{FF2B5EF4-FFF2-40B4-BE49-F238E27FC236}">
                      <ns2:creationId id="{51A1E6DF-0A07-5169-4782-87A73DC90A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34353" y="4842516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1" name="Group 20">
              <a:extLst>
                <a:ext uri="{FF2B5EF4-FFF2-40B4-BE49-F238E27FC236}">
                  <ns2:creationId id="{C1238C90-BC6C-09B6-FB19-125C99AE2267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616931"/>
              <a:chOff x="335333" y="1632943"/>
              <a:chExt cx="5737586" cy="616931"/>
            </a:xfrm>
          </p:grpSpPr>
          <p:sp>
            <p:nvSpPr>
              <p:cNvPr id="5" name="正方形/長方形 3">
                <a:extLst>
                  <a:ext uri="{FF2B5EF4-FFF2-40B4-BE49-F238E27FC236}">
                    <ns2:creationId id="{0D049BE4-ABF9-133D-9215-3D0FDACB5694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54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楕円 23">
                <a:extLst>
                  <a:ext uri="{FF2B5EF4-FFF2-40B4-BE49-F238E27FC236}">
                    <ns2:creationId id="{84CD56C7-B3BF-8C99-296A-B2AF9D7D64A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UI UX 単色塗りつぶし">
                <a:extLst>
                  <a:ext uri="{FF2B5EF4-FFF2-40B4-BE49-F238E27FC236}">
                    <ns2:creationId id="{675D28D1-AB5B-38EC-1D9C-34F7CCE3CB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64340" y="1799874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7" name="Group 56">
            <a:extLst>
              <a:ext uri="{FF2B5EF4-FFF2-40B4-BE49-F238E27FC236}">
                <ns2:creationId id="{2B0016A3-B9DF-AF6E-4D8A-41D7FC98D46D}"/>
              </a:ext>
            </a:extLst>
          </p:cNvPr>
          <p:cNvGrpSpPr/>
          <p:nvPr/>
        </p:nvGrpSpPr>
        <p:grpSpPr>
          <a:xfrm>
            <a:off x="6120887" y="1632943"/>
            <a:ext cx="5737586" cy="4675820"/>
            <a:chOff x="6120887" y="1632943"/>
            <a:chExt cx="5737586" cy="4675820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EF0ECD90-989A-B4AE-778A-1F7BD22C23BF}"/>
                </a:ext>
              </a:extLst>
            </p:cNvPr>
            <p:cNvSpPr/>
            <p:nvPr/>
          </p:nvSpPr>
          <p:spPr>
            <a:xfrm>
              <a:off x="8941351" y="2378223"/>
              <a:ext cx="2916000" cy="1260000"/>
            </a:xfrm>
            <a:prstGeom prst="roundRect">
              <a:avLst>
                <a:gd name="adj" fmla="val 4824"/>
              </a:avLst>
            </a:prstGeom>
            <a:noFill/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」、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C6F6CADC-C7C9-16D2-F73A-F3DD0A2DA501}"/>
                </a:ext>
              </a:extLst>
            </p:cNvPr>
            <p:cNvSpPr/>
            <p:nvPr/>
          </p:nvSpPr>
          <p:spPr>
            <a:xfrm>
              <a:off x="8941351" y="2378224"/>
              <a:ext cx="2916000" cy="362515"/>
            </a:xfrm>
            <a:prstGeom prst="round2SameRect">
              <a:avLst/>
            </a:prstGeom>
            <a:solidFill>
              <a:srgbClr val="4DA64D">
                <a:alpha val="70000"/>
              </a:srgbClr>
            </a:solidFill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549A6849-7291-93B7-7F4C-5F4A18E04CA0}"/>
                </a:ext>
              </a:extLst>
            </p:cNvPr>
            <p:cNvSpPr/>
            <p:nvPr/>
          </p:nvSpPr>
          <p:spPr>
            <a:xfrm>
              <a:off x="8941350" y="3968763"/>
              <a:ext cx="2916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上の 2 つの角を丸める 46">
              <a:extLst>
                <a:ext uri="{FF2B5EF4-FFF2-40B4-BE49-F238E27FC236}">
                  <ns2:creationId id="{2EB0ABDF-C66A-CE12-65D9-3EFF22FB11A1}"/>
                </a:ext>
              </a:extLst>
            </p:cNvPr>
            <p:cNvSpPr/>
            <p:nvPr/>
          </p:nvSpPr>
          <p:spPr>
            <a:xfrm>
              <a:off x="8941350" y="3968763"/>
              <a:ext cx="2916000" cy="362515"/>
            </a:xfrm>
            <a:prstGeom prst="round2SameRect">
              <a:avLst/>
            </a:prstGeom>
            <a:solidFill>
              <a:srgbClr val="4DA64D">
                <a:alpha val="90000"/>
              </a:srgbClr>
            </a:solidFill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55F2EE7C-23BE-6FCE-C322-7C809CEA835B}"/>
                </a:ext>
              </a:extLst>
            </p:cNvPr>
            <p:cNvSpPr/>
            <p:nvPr/>
          </p:nvSpPr>
          <p:spPr>
            <a:xfrm>
              <a:off x="6278473" y="3968763"/>
              <a:ext cx="2592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0AA90C35-BC3D-C188-3E59-1002E9B9A2F2}"/>
                </a:ext>
              </a:extLst>
            </p:cNvPr>
            <p:cNvSpPr/>
            <p:nvPr/>
          </p:nvSpPr>
          <p:spPr>
            <a:xfrm>
              <a:off x="6278473" y="3968763"/>
              <a:ext cx="2592000" cy="362515"/>
            </a:xfrm>
            <a:prstGeom prst="round2SameRect">
              <a:avLst/>
            </a:prstGeom>
            <a:solidFill>
              <a:srgbClr val="4DA64D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ns2:creationId id="{A54D4A28-AFAC-76A4-450A-EF209EF252F8}"/>
                </a:ext>
              </a:extLst>
            </p:cNvPr>
            <p:cNvGrpSpPr>
              <a:grpSpLocks/>
            </p:cNvGrpSpPr>
            <p:nvPr/>
          </p:nvGrpSpPr>
          <p:grpSpPr>
            <a:xfrm>
              <a:off x="6745167" y="2332210"/>
              <a:ext cx="1658613" cy="1507268"/>
              <a:chOff x="7279515" y="2332211"/>
              <a:chExt cx="1579631" cy="1435493"/>
            </a:xfrm>
          </p:grpSpPr>
          <p:sp>
            <p:nvSpPr>
              <p:cNvPr id="41" name="楕円 10">
                <a:extLst>
                  <a:ext uri="{FF2B5EF4-FFF2-40B4-BE49-F238E27FC236}">
                    <ns2:creationId id="{64071F11-4F5E-CA3F-8CCA-6CD195F233F1}"/>
                  </a:ext>
                </a:extLst>
              </p:cNvPr>
              <p:cNvSpPr/>
              <p:nvPr/>
            </p:nvSpPr>
            <p:spPr>
              <a:xfrm>
                <a:off x="7279515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6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2" name="楕円 18">
                <a:extLst>
                  <a:ext uri="{FF2B5EF4-FFF2-40B4-BE49-F238E27FC236}">
                    <ns2:creationId id="{362B1458-2165-466E-A04B-5363747E561F}"/>
                  </a:ext>
                </a:extLst>
              </p:cNvPr>
              <p:cNvSpPr/>
              <p:nvPr/>
            </p:nvSpPr>
            <p:spPr>
              <a:xfrm>
                <a:off x="7613637" y="2332211"/>
                <a:ext cx="878213" cy="878214"/>
              </a:xfrm>
              <a:prstGeom prst="ellipse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3" name="楕円 19">
                <a:extLst>
                  <a:ext uri="{FF2B5EF4-FFF2-40B4-BE49-F238E27FC236}">
                    <ns2:creationId id="{C9D79D3E-9232-0E44-8F59-B7F9C9D20FA7}"/>
                  </a:ext>
                </a:extLst>
              </p:cNvPr>
              <p:cNvSpPr/>
              <p:nvPr/>
            </p:nvSpPr>
            <p:spPr>
              <a:xfrm>
                <a:off x="7980933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pic>
            <p:nvPicPr>
              <p:cNvPr id="94" name="グラフィックス 93" descr="フローチャート 単色塗りつぶし">
                <a:extLst>
                  <a:ext uri="{FF2B5EF4-FFF2-40B4-BE49-F238E27FC236}">
                    <ns2:creationId id="{012850CF-5BE6-E0D9-4359-CC17816B81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466336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98" name="グラフィックス 97" descr="チェックマークの付いた盾 単色塗りつぶし">
                <a:extLst>
                  <a:ext uri="{FF2B5EF4-FFF2-40B4-BE49-F238E27FC236}">
                    <ns2:creationId id="{7AA0048D-6327-14E8-D913-D1FA287803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8204040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100" name="グラフィックス 99" descr="棒グラフ (上昇) 単色塗りつぶし">
                <a:extLst>
                  <a:ext uri="{FF2B5EF4-FFF2-40B4-BE49-F238E27FC236}">
                    <ns2:creationId id="{B8804C4B-1B3F-070B-E0DF-E749C2C7AD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7812742" y="2452958"/>
                <a:ext cx="480000" cy="480000"/>
              </a:xfrm>
              <a:prstGeom prst="rect">
                <a:avLst/>
              </a:prstGeom>
            </p:spPr>
          </p:pic>
        </p:grpSp>
        <p:sp>
          <p:nvSpPr>
            <p:cNvPr id="15" name="正方形/長方形 28">
              <a:extLst>
                <a:ext uri="{FF2B5EF4-FFF2-40B4-BE49-F238E27FC236}">
                  <ns2:creationId id="{E6A863F2-4A7B-BDC9-FFD7-2F83B41AF7C0}"/>
                </a:ext>
              </a:extLst>
            </p:cNvPr>
            <p:cNvSpPr/>
            <p:nvPr/>
          </p:nvSpPr>
          <p:spPr>
            <a:xfrm>
              <a:off x="6278473" y="1709874"/>
              <a:ext cx="5580000" cy="54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楕円 29">
              <a:extLst>
                <a:ext uri="{FF2B5EF4-FFF2-40B4-BE49-F238E27FC236}">
                  <ns2:creationId id="{178F12EB-43B4-5ECD-83AB-2B9B873A6C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20887" y="1632943"/>
              <a:ext cx="252000" cy="252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pic>
          <p:nvPicPr>
            <p:cNvPr id="96" name="グラフィックス 95" descr="マネジメント 単色塗りつぶし">
              <a:extLst>
                <a:ext uri="{FF2B5EF4-FFF2-40B4-BE49-F238E27FC236}">
                  <ns2:creationId id="{FFCF472D-9E84-FE7A-2ED8-EE4071BF66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28414" y="1799874"/>
              <a:ext cx="360000" cy="360000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ns2:creationId id="{DB712282-A264-ACC0-C073-D38D97A6733E}"/>
                </a:ext>
              </a:extLst>
            </p:cNvPr>
            <p:cNvCxnSpPr>
              <a:cxnSpLocks/>
              <a:endCxn id="41" idx="4"/>
            </p:cNvCxnSpPr>
            <p:nvPr/>
          </p:nvCxnSpPr>
          <p:spPr>
            <a:xfrm flipV="1">
              <a:off x="7206229" y="3839478"/>
              <a:ext cx="0" cy="1292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8023E3A8-0832-2B3A-E47F-AB58DC779D2E}"/>
                </a:ext>
              </a:extLst>
            </p:cNvPr>
            <p:cNvCxnSpPr>
              <a:cxnSpLocks/>
              <a:stCxn id="45" idx="2"/>
            </p:cNvCxnSpPr>
            <p:nvPr/>
          </p:nvCxnSpPr>
          <p:spPr>
            <a:xfrm flipH="1" flipV="1">
              <a:off x="7915275" y="2552700"/>
              <a:ext cx="102607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or: Elbow 53">
              <a:extLst>
                <a:ext uri="{FF2B5EF4-FFF2-40B4-BE49-F238E27FC236}">
                  <ns2:creationId id="{C7737F08-4D67-FBD2-052D-D4A9E14B87EB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9153975" y="2790287"/>
              <a:ext cx="216000" cy="2160000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406841292"/>
      </p:ext>
    </p:extLst>
  </p:cSld>
  <p:clrMapOvr>
    <a:masterClrMapping/>
  </p:clrMapOvr>
</p:sld>
</file>

<file path=ppt/slides/slide1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8FF3EE8-E0B7-99CF-E87C-3451B4D0A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F3D8518-6EB4-0992-1155-03A2122F7CB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7F4BDBE7-FEC4-CFC2-5188-4E2305B9F4B8}"/>
              </a:ext>
            </a:extLst>
          </p:cNvPr>
          <p:cNvGrpSpPr/>
          <p:nvPr/>
        </p:nvGrpSpPr>
        <p:grpSpPr>
          <a:xfrm>
            <a:off x="9661983" y="1635352"/>
            <a:ext cx="2200127" cy="4669332"/>
            <a:chOff x="9661983" y="1635352"/>
            <a:chExt cx="2200127" cy="4669332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A970E700-A0A8-7E9B-E143-C49AD0BA46C8}"/>
                </a:ext>
              </a:extLst>
            </p:cNvPr>
            <p:cNvSpPr/>
            <p:nvPr/>
          </p:nvSpPr>
          <p:spPr>
            <a:xfrm>
              <a:off x="9661983" y="1635352"/>
              <a:ext cx="2200127" cy="4669332"/>
            </a:xfrm>
            <a:prstGeom prst="roundRect">
              <a:avLst>
                <a:gd name="adj" fmla="val 2454"/>
              </a:avLst>
            </a:prstGeom>
            <a:solidFill>
              <a:schemeClr val="accent5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9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6" name="グラフィックス 25" descr="事業の成長 単色塗りつぶし">
              <a:extLst>
                <a:ext uri="{FF2B5EF4-FFF2-40B4-BE49-F238E27FC236}">
                  <ns2:creationId id="{0D8A2F57-3B55-24D0-860A-07DE46FF2A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258047" y="2903973"/>
              <a:ext cx="1008000" cy="1008000"/>
            </a:xfrm>
            <a:prstGeom prst="rect">
              <a:avLst/>
            </a:prstGeom>
          </p:spPr>
        </p:pic>
      </p:grpSp>
      <p:grpSp>
        <p:nvGrpSpPr>
          <p:cNvPr id="8" name="グループ化 7">
            <a:extLst>
              <a:ext uri="{FF2B5EF4-FFF2-40B4-BE49-F238E27FC236}">
                <ns2:creationId id="{0A7E152D-A169-651A-A0AA-079E4662A9D3}"/>
              </a:ext>
            </a:extLst>
          </p:cNvPr>
          <p:cNvGrpSpPr/>
          <p:nvPr/>
        </p:nvGrpSpPr>
        <p:grpSpPr>
          <a:xfrm>
            <a:off x="8933537" y="1635352"/>
            <a:ext cx="375450" cy="4669332"/>
            <a:chOff x="8933537" y="1635352"/>
            <a:chExt cx="375450" cy="4669332"/>
          </a:xfrm>
        </p:grpSpPr>
        <p:cxnSp>
          <p:nvCxnSpPr>
            <p:cNvPr id="28" name="直線コネクタ 27">
              <a:extLst>
                <a:ext uri="{FF2B5EF4-FFF2-40B4-BE49-F238E27FC236}">
                  <ns2:creationId id="{5268327C-9278-041B-7175-31CD9EFA55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21263" y="1635352"/>
              <a:ext cx="0" cy="4669332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42EF62BD-104F-8C82-2D98-25F1863CD6C4}"/>
                </a:ext>
              </a:extLst>
            </p:cNvPr>
            <p:cNvGrpSpPr/>
            <p:nvPr/>
          </p:nvGrpSpPr>
          <p:grpSpPr>
            <a:xfrm>
              <a:off x="8933537" y="3789531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30" name="円/楕円 8">
                <a:extLst>
                  <a:ext uri="{FF2B5EF4-FFF2-40B4-BE49-F238E27FC236}">
                    <ns2:creationId id="{E38A5335-B4F9-313B-D2FE-71763483096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31" name="グラフィックス 30">
                <a:extLst>
                  <a:ext uri="{FF2B5EF4-FFF2-40B4-BE49-F238E27FC236}">
                    <ns2:creationId id="{6E17E13A-E5DA-E097-21CA-CAA55BE57D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" name="グループ化 12">
            <a:extLst>
              <a:ext uri="{FF2B5EF4-FFF2-40B4-BE49-F238E27FC236}">
                <ns2:creationId id="{B596F38C-5FE5-DEB2-D7BB-7127F9732DDB}"/>
              </a:ext>
            </a:extLst>
          </p:cNvPr>
          <p:cNvGrpSpPr/>
          <p:nvPr/>
        </p:nvGrpSpPr>
        <p:grpSpPr>
          <a:xfrm>
            <a:off x="334963" y="1635353"/>
            <a:ext cx="4140000" cy="873733"/>
            <a:chOff x="334963" y="1635353"/>
            <a:chExt cx="4140000" cy="873733"/>
          </a:xfrm>
        </p:grpSpPr>
        <p:sp>
          <p:nvSpPr>
            <p:cNvPr id="10" name="ホームベース 51">
              <a:extLst>
                <a:ext uri="{FF2B5EF4-FFF2-40B4-BE49-F238E27FC236}">
                  <ns2:creationId id="{974F28ED-67F6-0F69-E90A-A032E4D3F33E}"/>
                </a:ext>
              </a:extLst>
            </p:cNvPr>
            <p:cNvSpPr/>
            <p:nvPr/>
          </p:nvSpPr>
          <p:spPr>
            <a:xfrm>
              <a:off x="334963" y="1774771"/>
              <a:ext cx="4140000" cy="360000"/>
            </a:xfrm>
            <a:prstGeom prst="homePlate">
              <a:avLst>
                <a:gd name="adj" fmla="val 14725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98A9DBA6-3467-67B9-A9D7-96032FBB5FCC}"/>
                </a:ext>
              </a:extLst>
            </p:cNvPr>
            <p:cNvSpPr/>
            <p:nvPr/>
          </p:nvSpPr>
          <p:spPr>
            <a:xfrm>
              <a:off x="390918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A9144963-7D6C-2886-6199-B4FB4F75A1D4}"/>
                </a:ext>
              </a:extLst>
            </p:cNvPr>
            <p:cNvSpPr txBox="1"/>
            <p:nvPr/>
          </p:nvSpPr>
          <p:spPr>
            <a:xfrm>
              <a:off x="334963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0F5791B4-AC58-0EB7-2C90-C1D0307DDE99}"/>
              </a:ext>
            </a:extLst>
          </p:cNvPr>
          <p:cNvGrpSpPr/>
          <p:nvPr/>
        </p:nvGrpSpPr>
        <p:grpSpPr>
          <a:xfrm>
            <a:off x="4544841" y="1635353"/>
            <a:ext cx="4140000" cy="873733"/>
            <a:chOff x="4544841" y="1635353"/>
            <a:chExt cx="4140000" cy="873733"/>
          </a:xfrm>
        </p:grpSpPr>
        <p:sp>
          <p:nvSpPr>
            <p:cNvPr id="11" name="矢印: 山形 37">
              <a:extLst>
                <a:ext uri="{FF2B5EF4-FFF2-40B4-BE49-F238E27FC236}">
                  <ns2:creationId id="{1B1FE110-7553-78BC-41B9-20C10B210542}"/>
                </a:ext>
              </a:extLst>
            </p:cNvPr>
            <p:cNvSpPr/>
            <p:nvPr/>
          </p:nvSpPr>
          <p:spPr>
            <a:xfrm>
              <a:off x="4544841" y="1777473"/>
              <a:ext cx="4140000" cy="360000"/>
            </a:xfrm>
            <a:prstGeom prst="chevron">
              <a:avLst>
                <a:gd name="adj" fmla="val 14706"/>
              </a:avLst>
            </a:prstGeom>
            <a:solidFill>
              <a:srgbClr val="008D2E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F6756729-CB1E-99FC-BDFD-9E30BFC06A5B}"/>
                </a:ext>
              </a:extLst>
            </p:cNvPr>
            <p:cNvSpPr/>
            <p:nvPr/>
          </p:nvSpPr>
          <p:spPr>
            <a:xfrm>
              <a:off x="4597391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E730F450-A746-E185-C42F-2E92C74100B2}"/>
                </a:ext>
              </a:extLst>
            </p:cNvPr>
            <p:cNvSpPr txBox="1"/>
            <p:nvPr/>
          </p:nvSpPr>
          <p:spPr>
            <a:xfrm>
              <a:off x="4544841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EF743EC4-BB87-C51E-9020-9D8724C2B89F}"/>
              </a:ext>
            </a:extLst>
          </p:cNvPr>
          <p:cNvGrpSpPr/>
          <p:nvPr/>
        </p:nvGrpSpPr>
        <p:grpSpPr>
          <a:xfrm>
            <a:off x="334962" y="2593210"/>
            <a:ext cx="8245581" cy="3711475"/>
            <a:chOff x="334962" y="2593210"/>
            <a:chExt cx="8245581" cy="3711475"/>
          </a:xfrm>
        </p:grpSpPr>
        <p:grpSp>
          <p:nvGrpSpPr>
            <p:cNvPr id="17" name="グループ化 16">
              <a:extLst>
                <a:ext uri="{FF2B5EF4-FFF2-40B4-BE49-F238E27FC236}">
                  <ns2:creationId id="{7168C692-B335-862F-74B5-CFA28B631B34}"/>
                </a:ext>
              </a:extLst>
            </p:cNvPr>
            <p:cNvGrpSpPr/>
            <p:nvPr/>
          </p:nvGrpSpPr>
          <p:grpSpPr>
            <a:xfrm>
              <a:off x="334962" y="5872685"/>
              <a:ext cx="8245580" cy="432000"/>
              <a:chOff x="334962" y="5872685"/>
              <a:chExt cx="8245580" cy="432000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D7A24843-EEED-9717-DC13-C889C236A9A9}"/>
                  </a:ext>
                </a:extLst>
              </p:cNvPr>
              <p:cNvSpPr/>
              <p:nvPr/>
            </p:nvSpPr>
            <p:spPr>
              <a:xfrm>
                <a:off x="334962" y="5872685"/>
                <a:ext cx="8245580" cy="432000"/>
              </a:xfrm>
              <a:prstGeom prst="roundRect">
                <a:avLst>
                  <a:gd name="adj" fmla="val 920"/>
                </a:avLst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071563" algn="l"/>
                  </a:tabLst>
                </a:pP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棒グラフ (上昇) 単色塗りつぶし">
                <a:extLst>
                  <a:ext uri="{FF2B5EF4-FFF2-40B4-BE49-F238E27FC236}">
                    <ns2:creationId id="{A6EF8455-F38A-9E34-ACCD-BD3525B11B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78726" y="5872685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40" name="直線コネクタ 39">
              <a:extLst>
                <a:ext uri="{FF2B5EF4-FFF2-40B4-BE49-F238E27FC236}">
                  <ns2:creationId id="{52C34AEF-3B45-A8A1-E4B9-986D631146D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457753" y="6584"/>
              <a:ext cx="0" cy="824558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コネクタ: カギ線 42">
              <a:extLst>
                <a:ext uri="{FF2B5EF4-FFF2-40B4-BE49-F238E27FC236}">
                  <ns2:creationId id="{466F7829-B95B-6005-571E-7E6A08CBB0A7}"/>
                </a:ext>
              </a:extLst>
            </p:cNvPr>
            <p:cNvCxnSpPr>
              <a:stCxn id="38" idx="3"/>
              <a:endCxn id="39" idx="0"/>
            </p:cNvCxnSpPr>
            <p:nvPr/>
          </p:nvCxnSpPr>
          <p:spPr>
            <a:xfrm>
              <a:off x="4370664" y="3313210"/>
              <a:ext cx="2192028" cy="91232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グループ化 24">
              <a:extLst>
                <a:ext uri="{FF2B5EF4-FFF2-40B4-BE49-F238E27FC236}">
                  <ns2:creationId id="{8EF31BCA-532A-C70B-14F0-96724FCB5A2B}"/>
                </a:ext>
              </a:extLst>
            </p:cNvPr>
            <p:cNvGrpSpPr/>
            <p:nvPr/>
          </p:nvGrpSpPr>
          <p:grpSpPr>
            <a:xfrm>
              <a:off x="6582090" y="2934605"/>
              <a:ext cx="1440000" cy="904003"/>
              <a:chOff x="6582090" y="2934605"/>
              <a:chExt cx="1440000" cy="904003"/>
            </a:xfrm>
          </p:grpSpPr>
          <p:pic>
            <p:nvPicPr>
              <p:cNvPr id="22" name="グラフィックス 21" descr="階層 単色塗りつぶし">
                <a:extLst>
                  <a:ext uri="{FF2B5EF4-FFF2-40B4-BE49-F238E27FC236}">
                    <ns2:creationId id="{9BBCC703-1B2D-77F7-CD84-E77A1D443F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086088" y="2934605"/>
                <a:ext cx="432000" cy="432000"/>
              </a:xfrm>
              <a:prstGeom prst="rect">
                <a:avLst/>
              </a:prstGeom>
            </p:spPr>
          </p:pic>
          <p:sp>
            <p:nvSpPr>
              <p:cNvPr id="61" name="四角形: 角を丸くする 60">
                <a:extLst>
                  <a:ext uri="{FF2B5EF4-FFF2-40B4-BE49-F238E27FC236}">
                    <ns2:creationId id="{34FA66FC-DF34-FBDD-B70D-47BBF7CC768E}"/>
                  </a:ext>
                </a:extLst>
              </p:cNvPr>
              <p:cNvSpPr/>
              <p:nvPr/>
            </p:nvSpPr>
            <p:spPr>
              <a:xfrm>
                <a:off x="6582090" y="3334608"/>
                <a:ext cx="1440000" cy="504000"/>
              </a:xfrm>
              <a:prstGeom prst="roundRect">
                <a:avLst>
                  <a:gd name="adj" fmla="val 92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6F3DA469-1298-2C51-FBF3-92A330C89DA4}"/>
                </a:ext>
              </a:extLst>
            </p:cNvPr>
            <p:cNvGrpSpPr/>
            <p:nvPr/>
          </p:nvGrpSpPr>
          <p:grpSpPr>
            <a:xfrm>
              <a:off x="334963" y="2593210"/>
              <a:ext cx="4035701" cy="1440000"/>
              <a:chOff x="334963" y="2593210"/>
              <a:chExt cx="4035701" cy="1440000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A6D3908D-1EF5-6497-912A-7C31F272F54E}"/>
                  </a:ext>
                </a:extLst>
              </p:cNvPr>
              <p:cNvSpPr/>
              <p:nvPr/>
            </p:nvSpPr>
            <p:spPr>
              <a:xfrm>
                <a:off x="334963" y="2593210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4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" name="コネクタ: カギ線 51">
                <a:extLst>
                  <a:ext uri="{FF2B5EF4-FFF2-40B4-BE49-F238E27FC236}">
                    <ns2:creationId id="{0DC3112D-F33A-8FED-DCB1-7253204E678B}"/>
                  </a:ext>
                </a:extLst>
              </p:cNvPr>
              <p:cNvCxnSpPr>
                <a:cxnSpLocks/>
                <a:stCxn id="50" idx="3"/>
                <a:endCxn id="51" idx="0"/>
              </p:cNvCxnSpPr>
              <p:nvPr/>
            </p:nvCxnSpPr>
            <p:spPr>
              <a:xfrm>
                <a:off x="2337933" y="2924268"/>
                <a:ext cx="900000" cy="261510"/>
              </a:xfrm>
              <a:prstGeom prst="bentConnector2">
                <a:avLst/>
              </a:prstGeom>
              <a:ln w="19050">
                <a:solidFill>
                  <a:schemeClr val="accent5"/>
                </a:solidFill>
                <a:headEnd type="none" w="med" len="me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四角形: 角を丸くする 49">
                <a:extLst>
                  <a:ext uri="{FF2B5EF4-FFF2-40B4-BE49-F238E27FC236}">
                    <ns2:creationId id="{707353E2-CD79-BF00-E114-74C8A2AC444F}"/>
                  </a:ext>
                </a:extLst>
              </p:cNvPr>
              <p:cNvSpPr/>
              <p:nvPr/>
            </p:nvSpPr>
            <p:spPr>
              <a:xfrm>
                <a:off x="537933" y="2654268"/>
                <a:ext cx="1800000" cy="540000"/>
              </a:xfrm>
              <a:prstGeom prst="roundRect">
                <a:avLst>
                  <a:gd name="adj" fmla="val 920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男性の集団 単色塗りつぶし">
                <a:extLst>
                  <a:ext uri="{FF2B5EF4-FFF2-40B4-BE49-F238E27FC236}">
                    <ns2:creationId id="{C0667E69-8B11-44C6-E4A5-E825566A4C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977933" y="2834268"/>
                <a:ext cx="360000" cy="360000"/>
              </a:xfrm>
              <a:prstGeom prst="rect">
                <a:avLst/>
              </a:prstGeom>
            </p:spPr>
          </p:pic>
          <p:sp>
            <p:nvSpPr>
              <p:cNvPr id="51" name="四角形: 角を丸くする 50">
                <a:extLst>
                  <a:ext uri="{FF2B5EF4-FFF2-40B4-BE49-F238E27FC236}">
                    <ns2:creationId id="{9F3A333F-4154-7A5F-E429-912E91F2B499}"/>
                  </a:ext>
                </a:extLst>
              </p:cNvPr>
              <p:cNvSpPr/>
              <p:nvPr/>
            </p:nvSpPr>
            <p:spPr>
              <a:xfrm>
                <a:off x="2337933" y="3185778"/>
                <a:ext cx="1800000" cy="808586"/>
              </a:xfrm>
              <a:prstGeom prst="roundRect">
                <a:avLst>
                  <a:gd name="adj" fmla="val 920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男性 単色塗りつぶし">
                <a:extLst>
                  <a:ext uri="{FF2B5EF4-FFF2-40B4-BE49-F238E27FC236}">
                    <ns2:creationId id="{CDE76BD6-F04C-0507-EB4C-53FD83820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777933" y="3634364"/>
                <a:ext cx="360000" cy="360000"/>
              </a:xfrm>
              <a:prstGeom prst="rect">
                <a:avLst/>
              </a:prstGeom>
            </p:spPr>
          </p:pic>
          <p:grpSp>
            <p:nvGrpSpPr>
              <p:cNvPr id="27" name="グループ化 26">
                <a:extLst>
                  <a:ext uri="{FF2B5EF4-FFF2-40B4-BE49-F238E27FC236}">
                    <ns2:creationId id="{FA6C1F16-48ED-5D0C-1C04-B9734034A4C6}"/>
                  </a:ext>
                </a:extLst>
              </p:cNvPr>
              <p:cNvGrpSpPr/>
              <p:nvPr/>
            </p:nvGrpSpPr>
            <p:grpSpPr>
              <a:xfrm>
                <a:off x="3280342" y="2664564"/>
                <a:ext cx="1080000" cy="535855"/>
                <a:chOff x="3280342" y="2664564"/>
                <a:chExt cx="1080000" cy="535855"/>
              </a:xfrm>
            </p:grpSpPr>
            <p:pic>
              <p:nvPicPr>
                <p:cNvPr id="19" name="グラフィックス 18" descr="階層 単色塗りつぶし">
                  <a:extLst>
                    <a:ext uri="{FF2B5EF4-FFF2-40B4-BE49-F238E27FC236}">
                      <ns2:creationId id="{A453C337-2F6B-09C7-BB5B-7CC94E6555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76341" y="2664564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四角形: 角を丸くする 61">
                  <a:extLst>
                    <a:ext uri="{FF2B5EF4-FFF2-40B4-BE49-F238E27FC236}">
                      <ns2:creationId id="{ADA86699-2D98-930E-807E-79113E12CA3E}"/>
                    </a:ext>
                  </a:extLst>
                </p:cNvPr>
                <p:cNvSpPr/>
                <p:nvPr/>
              </p:nvSpPr>
              <p:spPr>
                <a:xfrm>
                  <a:off x="3280342" y="2948419"/>
                  <a:ext cx="1080000" cy="252000"/>
                </a:xfrm>
                <a:prstGeom prst="roundRect">
                  <a:avLst>
                    <a:gd name="adj" fmla="val 92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5" name="グループ化 14">
              <a:extLst>
                <a:ext uri="{FF2B5EF4-FFF2-40B4-BE49-F238E27FC236}">
                  <ns2:creationId id="{5A15DAE4-7E13-3B45-809F-7D4A5BE21F3D}"/>
                </a:ext>
              </a:extLst>
            </p:cNvPr>
            <p:cNvGrpSpPr/>
            <p:nvPr/>
          </p:nvGrpSpPr>
          <p:grpSpPr>
            <a:xfrm>
              <a:off x="4544841" y="4225538"/>
              <a:ext cx="4035701" cy="1440000"/>
              <a:chOff x="4544841" y="4225538"/>
              <a:chExt cx="4035701" cy="1440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F1597DF5-13C9-D5CC-D1A7-258C13BAC3FE}"/>
                  </a:ext>
                </a:extLst>
              </p:cNvPr>
              <p:cNvSpPr/>
              <p:nvPr/>
            </p:nvSpPr>
            <p:spPr>
              <a:xfrm>
                <a:off x="4544841" y="4225538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6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756000" rIns="36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A18861D5-72E2-AC4A-8E3C-EFD240E55F73}"/>
                  </a:ext>
                </a:extLst>
              </p:cNvPr>
              <p:cNvGrpSpPr/>
              <p:nvPr/>
            </p:nvGrpSpPr>
            <p:grpSpPr>
              <a:xfrm>
                <a:off x="4972816" y="4424730"/>
                <a:ext cx="3179751" cy="553250"/>
                <a:chOff x="4852845" y="4424730"/>
                <a:chExt cx="3179751" cy="553250"/>
              </a:xfrm>
            </p:grpSpPr>
            <p:pic>
              <p:nvPicPr>
                <p:cNvPr id="46" name="グラフィックス 45" descr="硬貨 単色塗りつぶし">
                  <a:extLst>
                    <a:ext uri="{FF2B5EF4-FFF2-40B4-BE49-F238E27FC236}">
                      <ns2:creationId id="{F4B7687A-8FCB-E3BA-459F-0195DC27BC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156639" y="4485355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47" name="グラフィックス 46" descr="矢印: 時計回りの曲線 単色塗りつぶし">
                  <a:extLst>
                    <a:ext uri="{FF2B5EF4-FFF2-40B4-BE49-F238E27FC236}">
                      <ns2:creationId id="{342164CF-0F73-04EF-C6C3-A447B85535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 flipH="1">
                  <a:off x="7528596" y="4449354"/>
                  <a:ext cx="504000" cy="504000"/>
                </a:xfrm>
                <a:prstGeom prst="rect">
                  <a:avLst/>
                </a:prstGeom>
              </p:spPr>
            </p:pic>
            <p:sp>
              <p:nvSpPr>
                <p:cNvPr id="48" name="AutoShape 2">
                  <a:extLst>
                    <a:ext uri="{FF2B5EF4-FFF2-40B4-BE49-F238E27FC236}">
                      <ns2:creationId id="{525DF80C-27A2-616D-ABD4-7A40CC0255AB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6832742" y="4521357"/>
                  <a:ext cx="144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chemeClr val="bg1">
                    <a:lumMod val="75000"/>
                    <a:alpha val="97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 dirty="0"/>
                </a:p>
              </p:txBody>
            </p:sp>
            <p:sp>
              <p:nvSpPr>
                <p:cNvPr id="49" name="四角形: 角を丸くする 48">
                  <a:extLst>
                    <a:ext uri="{FF2B5EF4-FFF2-40B4-BE49-F238E27FC236}">
                      <ns2:creationId id="{A0DAAD13-AF60-1927-3021-96D34B901B69}"/>
                    </a:ext>
                  </a:extLst>
                </p:cNvPr>
                <p:cNvSpPr/>
                <p:nvPr/>
              </p:nvSpPr>
              <p:spPr>
                <a:xfrm>
                  <a:off x="4852845" y="4424730"/>
                  <a:ext cx="1800000" cy="553250"/>
                </a:xfrm>
                <a:prstGeom prst="roundRect">
                  <a:avLst>
                    <a:gd name="adj" fmla="val 9761"/>
                  </a:avLst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5" name="グループ化 4">
                  <a:extLst>
                    <a:ext uri="{FF2B5EF4-FFF2-40B4-BE49-F238E27FC236}">
                      <ns2:creationId id="{59F14A2D-AF37-11B4-CEAC-B40B9EDD455D}"/>
                    </a:ext>
                  </a:extLst>
                </p:cNvPr>
                <p:cNvGrpSpPr/>
                <p:nvPr/>
              </p:nvGrpSpPr>
              <p:grpSpPr>
                <a:xfrm>
                  <a:off x="5043198" y="4485355"/>
                  <a:ext cx="1419295" cy="432000"/>
                  <a:chOff x="5043197" y="4474469"/>
                  <a:chExt cx="1419295" cy="432000"/>
                </a:xfrm>
              </p:grpSpPr>
              <p:pic>
                <p:nvPicPr>
                  <p:cNvPr id="44" name="グラフィックス 43" descr="プログラマー男性 単色塗りつぶし">
                    <a:extLst>
                      <a:ext uri="{FF2B5EF4-FFF2-40B4-BE49-F238E27FC236}">
                        <ns2:creationId id="{C28B9698-62AB-1015-E5AA-EB5CA2108F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043197" y="4474469"/>
                    <a:ext cx="432000" cy="432000"/>
                  </a:xfrm>
                  <a:prstGeom prst="rect">
                    <a:avLst/>
                  </a:prstGeom>
                </p:spPr>
              </p:pic>
              <p:pic>
                <p:nvPicPr>
                  <p:cNvPr id="45" name="グラフィックス 44" descr="オフィス ワーカー (男性) 単色塗りつぶし">
                    <a:extLst>
                      <a:ext uri="{FF2B5EF4-FFF2-40B4-BE49-F238E27FC236}">
                        <ns2:creationId id="{F9245CF2-BCDE-D1DB-C50E-05DA00AD5D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6030492" y="4474469"/>
                    <a:ext cx="432000" cy="432000"/>
                  </a:xfrm>
                  <a:prstGeom prst="rect">
                    <a:avLst/>
                  </a:prstGeom>
                </p:spPr>
              </p:pic>
              <p:sp>
                <p:nvSpPr>
                  <p:cNvPr id="66" name="AutoShape 2">
                    <a:extLst>
                      <a:ext uri="{FF2B5EF4-FFF2-40B4-BE49-F238E27FC236}">
                        <ns2:creationId id="{AAA8BAE1-35B0-A3CE-66DC-C2BBF3F2424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0800000" flipH="1">
                    <a:off x="5680844" y="4510470"/>
                    <a:ext cx="144000" cy="360000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ja-JP" altLang="en-US" dirty="0"/>
                  </a:p>
                </p:txBody>
              </p:sp>
            </p:grpSp>
          </p:grpSp>
        </p:grpSp>
      </p:grpSp>
    </p:spTree>
    <p:extLst>
      <p:ext uri="{BB962C8B-B14F-4D97-AF65-F5344CB8AC3E}">
        <ns5:creationId val="3336045824"/>
      </p:ext>
    </p:extLst>
  </p:cSld>
  <p:clrMapOvr>
    <a:masterClrMapping/>
  </p:clrMapOvr>
</p:sld>
</file>

<file path=ppt/slides/slide11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588279162"/>
      </p:ext>
    </p:extLst>
  </p:cSld>
  <p:clrMapOvr>
    <a:masterClrMapping/>
  </p:clrMapOvr>
</p:sld>
</file>

<file path=ppt/slides/slide11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3140823829"/>
      </p:ext>
    </p:extLst>
  </p:cSld>
  <p:clrMapOvr>
    <a:masterClrMapping/>
  </p:clrMapOvr>
</p:sld>
</file>

<file path=ppt/slides/slide1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1C4C13-E8A3-FE36-9F13-FC4E1674F6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0EE484B-C4BE-CD8C-B815-15A7769A5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456AC7-E5EC-933C-D079-2ACB13418B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41A11277-800C-EAE7-D38E-5B10FEF9AED7}"/>
              </a:ext>
            </a:extLst>
          </p:cNvPr>
          <p:cNvGrpSpPr/>
          <p:nvPr/>
        </p:nvGrpSpPr>
        <p:grpSpPr>
          <a:xfrm>
            <a:off x="340073" y="1639049"/>
            <a:ext cx="11525759" cy="4673603"/>
            <a:chOff x="340073" y="1639049"/>
            <a:chExt cx="11525759" cy="4673603"/>
          </a:xfrm>
        </p:grpSpPr>
        <p:sp>
          <p:nvSpPr>
            <p:cNvPr id="54" name="正方形/長方形 22">
              <a:extLst>
                <a:ext uri="{FF2B5EF4-FFF2-40B4-BE49-F238E27FC236}">
                  <ns2:creationId id="{41B14F9F-89AB-9F02-0D0D-778DC3E107D4}"/>
                </a:ext>
              </a:extLst>
            </p:cNvPr>
            <p:cNvSpPr/>
            <p:nvPr/>
          </p:nvSpPr>
          <p:spPr>
            <a:xfrm>
              <a:off x="346621" y="2653073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lang="en-US" altLang="ja-JP" sz="1400" b="1">
                  <a:solidFill>
                    <a:srgbClr val="008000"/>
                  </a:solidFill>
                  <a:latin typeface="+mn-ea"/>
                </a:rPr>
              </a:b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9" name="Isosceles Triangle 78">
              <a:extLst>
                <a:ext uri="{FF2B5EF4-FFF2-40B4-BE49-F238E27FC236}">
                  <ns2:creationId id="{839FF75E-61F5-BC2A-D712-A58975DAE020}"/>
                </a:ext>
              </a:extLst>
            </p:cNvPr>
            <p:cNvSpPr/>
            <p:nvPr/>
          </p:nvSpPr>
          <p:spPr>
            <a:xfrm>
              <a:off x="340073" y="1644277"/>
              <a:ext cx="2009715" cy="4668375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Isosceles Triangle 79">
              <a:extLst>
                <a:ext uri="{FF2B5EF4-FFF2-40B4-BE49-F238E27FC236}">
                  <ns2:creationId id="{B210E3B4-2802-D825-14AB-AE1FBFE50556}"/>
                </a:ext>
              </a:extLst>
            </p:cNvPr>
            <p:cNvSpPr/>
            <p:nvPr/>
          </p:nvSpPr>
          <p:spPr>
            <a:xfrm>
              <a:off x="452630" y="1644277"/>
              <a:ext cx="1791007" cy="417146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Isosceles Triangle 80">
              <a:extLst>
                <a:ext uri="{FF2B5EF4-FFF2-40B4-BE49-F238E27FC236}">
                  <ns2:creationId id="{8CA23555-82ED-C71A-9C44-EEC1173EDFFC}"/>
                </a:ext>
              </a:extLst>
            </p:cNvPr>
            <p:cNvSpPr/>
            <p:nvPr/>
          </p:nvSpPr>
          <p:spPr>
            <a:xfrm>
              <a:off x="806808" y="1644277"/>
              <a:ext cx="1077237" cy="249757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Isosceles Triangle 81">
              <a:extLst>
                <a:ext uri="{FF2B5EF4-FFF2-40B4-BE49-F238E27FC236}">
                  <ns2:creationId id="{EBF84E30-5F53-2828-BD23-A00016E4A154}"/>
                </a:ext>
              </a:extLst>
            </p:cNvPr>
            <p:cNvSpPr/>
            <p:nvPr/>
          </p:nvSpPr>
          <p:spPr>
            <a:xfrm>
              <a:off x="1031857" y="1640350"/>
              <a:ext cx="629303" cy="1467911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Isosceles Triangle 82">
              <a:extLst>
                <a:ext uri="{FF2B5EF4-FFF2-40B4-BE49-F238E27FC236}">
                  <ns2:creationId id="{945085AC-FC89-1606-A8CA-9A5D251306A0}"/>
                </a:ext>
              </a:extLst>
            </p:cNvPr>
            <p:cNvSpPr/>
            <p:nvPr/>
          </p:nvSpPr>
          <p:spPr>
            <a:xfrm>
              <a:off x="1137451" y="1644277"/>
              <a:ext cx="420839" cy="972553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Isosceles Triangle 83">
              <a:extLst>
                <a:ext uri="{FF2B5EF4-FFF2-40B4-BE49-F238E27FC236}">
                  <ns2:creationId id="{CDF2F977-F25B-3D1D-FE47-B40BD41FD890}"/>
                </a:ext>
              </a:extLst>
            </p:cNvPr>
            <p:cNvSpPr/>
            <p:nvPr/>
          </p:nvSpPr>
          <p:spPr>
            <a:xfrm>
              <a:off x="1243965" y="1644277"/>
              <a:ext cx="203836" cy="48218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6A5C0E50-A8CE-EB97-C014-B45E9924AFCD}"/>
                </a:ext>
              </a:extLst>
            </p:cNvPr>
            <p:cNvSpPr/>
            <p:nvPr/>
          </p:nvSpPr>
          <p:spPr>
            <a:xfrm>
              <a:off x="346621" y="1639049"/>
              <a:ext cx="2016000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1" name="Graphic 60" descr="Bullseye with solid fill">
              <a:extLst>
                <a:ext uri="{FF2B5EF4-FFF2-40B4-BE49-F238E27FC236}">
                  <ns2:creationId id="{BA09FE61-5C83-6CC4-1B15-0039DFA3D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7243" y="1688950"/>
              <a:ext cx="360000" cy="360000"/>
            </a:xfrm>
            <a:prstGeom prst="rect">
              <a:avLst/>
            </a:prstGeom>
          </p:spPr>
        </p:pic>
        <p:sp>
          <p:nvSpPr>
            <p:cNvPr id="53" name="正方形/長方形 22">
              <a:extLst>
                <a:ext uri="{FF2B5EF4-FFF2-40B4-BE49-F238E27FC236}">
                  <ns2:creationId id="{E60A2826-F136-33B7-260C-C6D1389AF232}"/>
                </a:ext>
              </a:extLst>
            </p:cNvPr>
            <p:cNvSpPr/>
            <p:nvPr/>
          </p:nvSpPr>
          <p:spPr>
            <a:xfrm>
              <a:off x="346621" y="2141312"/>
              <a:ext cx="2016000" cy="468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2" name="Graphic 61" descr="Meeting with solid fill">
              <a:extLst>
                <a:ext uri="{FF2B5EF4-FFF2-40B4-BE49-F238E27FC236}">
                  <ns2:creationId id="{1C1822ED-CDE0-61B2-80EA-28F1A8F53A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347243" y="2195312"/>
              <a:ext cx="360000" cy="360000"/>
            </a:xfrm>
            <a:prstGeom prst="rect">
              <a:avLst/>
            </a:prstGeom>
          </p:spPr>
        </p:pic>
        <p:pic>
          <p:nvPicPr>
            <p:cNvPr id="63" name="Graphic 62" descr="Target with solid fill">
              <a:extLst>
                <a:ext uri="{FF2B5EF4-FFF2-40B4-BE49-F238E27FC236}">
                  <ns2:creationId id="{2D931A03-0104-A3A4-AEAC-FD362B8F8F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47243" y="2701673"/>
              <a:ext cx="360000" cy="360000"/>
            </a:xfrm>
            <a:prstGeom prst="rect">
              <a:avLst/>
            </a:prstGeom>
          </p:spPr>
        </p:pic>
        <p:sp>
          <p:nvSpPr>
            <p:cNvPr id="55" name="正方形/長方形 22">
              <a:extLst>
                <a:ext uri="{FF2B5EF4-FFF2-40B4-BE49-F238E27FC236}">
                  <ns2:creationId id="{CFFCA105-14E1-175E-D57B-E521A038140E}"/>
                </a:ext>
              </a:extLst>
            </p:cNvPr>
            <p:cNvSpPr/>
            <p:nvPr/>
          </p:nvSpPr>
          <p:spPr>
            <a:xfrm>
              <a:off x="346621" y="3145510"/>
              <a:ext cx="2016000" cy="992289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4" name="Graphic 63" descr="Inbox Check with solid fill">
              <a:extLst>
                <a:ext uri="{FF2B5EF4-FFF2-40B4-BE49-F238E27FC236}">
                  <ns2:creationId id="{1CF4A2BE-D58F-CB76-8518-5B052A71F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47243" y="3461655"/>
              <a:ext cx="360000" cy="360000"/>
            </a:xfrm>
            <a:prstGeom prst="rect">
              <a:avLst/>
            </a:prstGeom>
          </p:spPr>
        </p:pic>
        <p:sp>
          <p:nvSpPr>
            <p:cNvPr id="56" name="正方形/長方形 22">
              <a:extLst>
                <a:ext uri="{FF2B5EF4-FFF2-40B4-BE49-F238E27FC236}">
                  <ns2:creationId id="{26067F4C-183C-4E85-B08F-29333C274D5D}"/>
                </a:ext>
              </a:extLst>
            </p:cNvPr>
            <p:cNvSpPr/>
            <p:nvPr/>
          </p:nvSpPr>
          <p:spPr>
            <a:xfrm>
              <a:off x="346621" y="4207714"/>
              <a:ext cx="2016000" cy="1576564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5" name="Graphic 64" descr="Management with solid fill">
              <a:extLst>
                <a:ext uri="{FF2B5EF4-FFF2-40B4-BE49-F238E27FC236}">
                  <ns2:creationId id="{AF0A1B13-D21E-CE59-B722-AA588DE381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47243" y="4815996"/>
              <a:ext cx="360000" cy="360000"/>
            </a:xfrm>
            <a:prstGeom prst="rect">
              <a:avLst/>
            </a:prstGeom>
          </p:spPr>
        </p:pic>
        <p:sp>
          <p:nvSpPr>
            <p:cNvPr id="57" name="正方形/長方形 22">
              <a:extLst>
                <a:ext uri="{FF2B5EF4-FFF2-40B4-BE49-F238E27FC236}">
                  <ns2:creationId id="{28677A40-42B3-3EA7-5F7E-70A979A978C8}"/>
                </a:ext>
              </a:extLst>
            </p:cNvPr>
            <p:cNvSpPr/>
            <p:nvPr/>
          </p:nvSpPr>
          <p:spPr>
            <a:xfrm>
              <a:off x="346621" y="5850136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6" name="Graphic 65" descr="User with solid fill">
              <a:extLst>
                <a:ext uri="{FF2B5EF4-FFF2-40B4-BE49-F238E27FC236}">
                  <ns2:creationId id="{962B521E-A84C-CE49-9E48-3B2C56A97D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47243" y="5898736"/>
              <a:ext cx="360000" cy="360000"/>
            </a:xfrm>
            <a:prstGeom prst="rect">
              <a:avLst/>
            </a:prstGeom>
          </p:spPr>
        </p:pic>
        <p:cxnSp>
          <p:nvCxnSpPr>
            <p:cNvPr id="93" name="直線コネクタ 20">
              <a:extLst>
                <a:ext uri="{FF2B5EF4-FFF2-40B4-BE49-F238E27FC236}">
                  <ns2:creationId id="{429684EE-A2AF-39A4-0B84-18F17D85ED53}"/>
                </a:ext>
              </a:extLst>
            </p:cNvPr>
            <p:cNvCxnSpPr/>
            <p:nvPr/>
          </p:nvCxnSpPr>
          <p:spPr>
            <a:xfrm>
              <a:off x="2456018" y="210633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20">
              <a:extLst>
                <a:ext uri="{FF2B5EF4-FFF2-40B4-BE49-F238E27FC236}">
                  <ns2:creationId id="{AD0CBC2E-222A-99A7-9E5C-8B4F04755FE4}"/>
                </a:ext>
              </a:extLst>
            </p:cNvPr>
            <p:cNvCxnSpPr/>
            <p:nvPr/>
          </p:nvCxnSpPr>
          <p:spPr>
            <a:xfrm>
              <a:off x="2456018" y="260889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CF54DE44-F803-239C-0456-D0300E2AA515}"/>
                </a:ext>
              </a:extLst>
            </p:cNvPr>
            <p:cNvGrpSpPr/>
            <p:nvPr/>
          </p:nvGrpSpPr>
          <p:grpSpPr>
            <a:xfrm>
              <a:off x="2456019" y="1639049"/>
              <a:ext cx="9401697" cy="432000"/>
              <a:chOff x="2456019" y="1639049"/>
              <a:chExt cx="9401697" cy="432000"/>
            </a:xfrm>
          </p:grpSpPr>
          <p:sp>
            <p:nvSpPr>
              <p:cNvPr id="17" name="正方形/長方形 21">
                <a:extLst>
                  <a:ext uri="{FF2B5EF4-FFF2-40B4-BE49-F238E27FC236}">
                    <ns2:creationId id="{006B60D3-7DB1-60EC-0D59-80E4A6B90E1B}"/>
                  </a:ext>
                </a:extLst>
              </p:cNvPr>
              <p:cNvSpPr/>
              <p:nvPr/>
            </p:nvSpPr>
            <p:spPr>
              <a:xfrm>
                <a:off x="6742710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ROIC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21">
                <a:extLst>
                  <a:ext uri="{FF2B5EF4-FFF2-40B4-BE49-F238E27FC236}">
                    <ns2:creationId id="{E94EC098-62BB-36F4-6BC9-B95346C0CE72}"/>
                  </a:ext>
                </a:extLst>
              </p:cNvPr>
              <p:cNvSpPr/>
              <p:nvPr/>
            </p:nvSpPr>
            <p:spPr>
              <a:xfrm>
                <a:off x="9337716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6" name="正方形/長方形 22">
                <a:extLst>
                  <a:ext uri="{FF2B5EF4-FFF2-40B4-BE49-F238E27FC236}">
                    <ns2:creationId id="{B61A16D7-E367-08DE-92C9-0D8CF34661FC}"/>
                  </a:ext>
                </a:extLst>
              </p:cNvPr>
              <p:cNvSpPr/>
              <p:nvPr/>
            </p:nvSpPr>
            <p:spPr>
              <a:xfrm>
                <a:off x="2456019" y="1639049"/>
                <a:ext cx="421168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0" name="直線コネクタ 19">
              <a:extLst>
                <a:ext uri="{FF2B5EF4-FFF2-40B4-BE49-F238E27FC236}">
                  <ns2:creationId id="{671100A7-7AA8-9C89-B331-55761A056199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1639049"/>
              <a:ext cx="0" cy="432000"/>
            </a:xfrm>
            <a:prstGeom prst="line">
              <a:avLst/>
            </a:prstGeom>
            <a:ln w="38100">
              <a:solidFill>
                <a:srgbClr val="2B962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22">
              <a:extLst>
                <a:ext uri="{FF2B5EF4-FFF2-40B4-BE49-F238E27FC236}">
                  <ns2:creationId id="{1F63A77E-5CDC-D183-FD1D-8655E3C180EA}"/>
                </a:ext>
              </a:extLst>
            </p:cNvPr>
            <p:cNvSpPr/>
            <p:nvPr/>
          </p:nvSpPr>
          <p:spPr>
            <a:xfrm>
              <a:off x="2456018" y="2141613"/>
              <a:ext cx="9401018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101" name="直線コネクタ 19">
              <a:extLst>
                <a:ext uri="{FF2B5EF4-FFF2-40B4-BE49-F238E27FC236}">
                  <ns2:creationId id="{7E373D12-67ED-B8C8-82C9-AA3FF35C8635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141613"/>
              <a:ext cx="0" cy="432000"/>
            </a:xfrm>
            <a:prstGeom prst="line">
              <a:avLst/>
            </a:prstGeom>
            <a:ln w="38100">
              <a:solidFill>
                <a:srgbClr val="3EA03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D47CDBAB-FF0F-2D48-4ED6-91840E6E76C8}"/>
                </a:ext>
              </a:extLst>
            </p:cNvPr>
            <p:cNvGrpSpPr/>
            <p:nvPr/>
          </p:nvGrpSpPr>
          <p:grpSpPr>
            <a:xfrm>
              <a:off x="2456018" y="2644177"/>
              <a:ext cx="9394843" cy="432000"/>
              <a:chOff x="2456018" y="2644177"/>
              <a:chExt cx="9394843" cy="432000"/>
            </a:xfrm>
          </p:grpSpPr>
          <p:sp>
            <p:nvSpPr>
              <p:cNvPr id="20" name="正方形/長方形 21">
                <a:extLst>
                  <a:ext uri="{FF2B5EF4-FFF2-40B4-BE49-F238E27FC236}">
                    <ns2:creationId id="{0A231ADA-0A8D-DF8F-955D-B2286E025854}"/>
                  </a:ext>
                </a:extLst>
              </p:cNvPr>
              <p:cNvSpPr/>
              <p:nvPr/>
            </p:nvSpPr>
            <p:spPr>
              <a:xfrm>
                <a:off x="2456018" y="2644177"/>
                <a:ext cx="842993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KGI</a:t>
                </a:r>
                <a:endParaRPr kumimoji="1" lang="ja-JP" altLang="en-US" sz="1600" b="1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正方形/長方形 22">
                <a:extLst>
                  <a:ext uri="{FF2B5EF4-FFF2-40B4-BE49-F238E27FC236}">
                    <ns2:creationId id="{6E9B9755-03A8-EA13-9B88-28A27F76A2E9}"/>
                  </a:ext>
                </a:extLst>
              </p:cNvPr>
              <p:cNvSpPr/>
              <p:nvPr/>
            </p:nvSpPr>
            <p:spPr>
              <a:xfrm>
                <a:off x="3292835" y="2644177"/>
                <a:ext cx="855802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3" name="直線コネクタ 19">
              <a:extLst>
                <a:ext uri="{FF2B5EF4-FFF2-40B4-BE49-F238E27FC236}">
                  <ns2:creationId id="{9F9AB0A6-75AF-FF11-5871-2EDF4939AA60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644177"/>
              <a:ext cx="0" cy="432000"/>
            </a:xfrm>
            <a:prstGeom prst="line">
              <a:avLst/>
            </a:prstGeom>
            <a:ln w="38100">
              <a:solidFill>
                <a:srgbClr val="59AD5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20">
              <a:extLst>
                <a:ext uri="{FF2B5EF4-FFF2-40B4-BE49-F238E27FC236}">
                  <ns2:creationId id="{ADA12DCC-EEC4-906D-B626-4330C1FFB0CB}"/>
                </a:ext>
              </a:extLst>
            </p:cNvPr>
            <p:cNvCxnSpPr/>
            <p:nvPr/>
          </p:nvCxnSpPr>
          <p:spPr>
            <a:xfrm>
              <a:off x="2456018" y="311700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グループ化 11">
              <a:extLst>
                <a:ext uri="{FF2B5EF4-FFF2-40B4-BE49-F238E27FC236}">
                  <ns2:creationId id="{F948A5E9-3A78-07B1-75D2-FE4DE829113B}"/>
                </a:ext>
              </a:extLst>
            </p:cNvPr>
            <p:cNvGrpSpPr/>
            <p:nvPr/>
          </p:nvGrpSpPr>
          <p:grpSpPr>
            <a:xfrm>
              <a:off x="2456018" y="3157834"/>
              <a:ext cx="9395912" cy="895469"/>
              <a:chOff x="2456018" y="3157834"/>
              <a:chExt cx="9395912" cy="895469"/>
            </a:xfrm>
          </p:grpSpPr>
          <p:sp>
            <p:nvSpPr>
              <p:cNvPr id="27" name="正方形/長方形 22">
                <a:extLst>
                  <a:ext uri="{FF2B5EF4-FFF2-40B4-BE49-F238E27FC236}">
                    <ns2:creationId id="{C2AD8CE9-2F8D-5257-7875-8BCF4EF69DE4}"/>
                  </a:ext>
                </a:extLst>
              </p:cNvPr>
              <p:cNvSpPr/>
              <p:nvPr/>
            </p:nvSpPr>
            <p:spPr>
              <a:xfrm>
                <a:off x="3345773" y="3441302"/>
                <a:ext cx="2717993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4" name="ホームベース 51">
                <a:extLst>
                  <a:ext uri="{FF2B5EF4-FFF2-40B4-BE49-F238E27FC236}">
                    <ns2:creationId id="{28B22B13-51E5-F7EF-8BA2-543BD20B48AF}"/>
                  </a:ext>
                </a:extLst>
              </p:cNvPr>
              <p:cNvSpPr/>
              <p:nvPr/>
            </p:nvSpPr>
            <p:spPr>
              <a:xfrm>
                <a:off x="3345773" y="3177257"/>
                <a:ext cx="2763872" cy="25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正方形/長方形 22">
                <a:extLst>
                  <a:ext uri="{FF2B5EF4-FFF2-40B4-BE49-F238E27FC236}">
                    <ns2:creationId id="{B2C8CEBD-A79B-DA4B-E3EA-9174DBC6B814}"/>
                  </a:ext>
                </a:extLst>
              </p:cNvPr>
              <p:cNvSpPr/>
              <p:nvPr/>
            </p:nvSpPr>
            <p:spPr>
              <a:xfrm>
                <a:off x="6110175" y="3441302"/>
                <a:ext cx="274033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5" name="山形 52">
                <a:extLst>
                  <a:ext uri="{FF2B5EF4-FFF2-40B4-BE49-F238E27FC236}">
                    <ns2:creationId id="{03220427-AFA3-6913-A763-96F46D2F2970}"/>
                  </a:ext>
                </a:extLst>
              </p:cNvPr>
              <p:cNvSpPr/>
              <p:nvPr/>
            </p:nvSpPr>
            <p:spPr>
              <a:xfrm>
                <a:off x="6110175" y="3177257"/>
                <a:ext cx="278593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山形 53">
                <a:extLst>
                  <a:ext uri="{FF2B5EF4-FFF2-40B4-BE49-F238E27FC236}">
                    <ns2:creationId id="{AAAD7325-F1CB-9B80-55C1-8AA8CBC3A08A}"/>
                  </a:ext>
                </a:extLst>
              </p:cNvPr>
              <p:cNvSpPr/>
              <p:nvPr/>
            </p:nvSpPr>
            <p:spPr>
              <a:xfrm>
                <a:off x="8896637" y="3177257"/>
                <a:ext cx="295529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2">
                <a:extLst>
                  <a:ext uri="{FF2B5EF4-FFF2-40B4-BE49-F238E27FC236}">
                    <ns2:creationId id="{D1D2E662-545A-77D1-73EB-E1DFE917ED15}"/>
                  </a:ext>
                </a:extLst>
              </p:cNvPr>
              <p:cNvSpPr/>
              <p:nvPr/>
            </p:nvSpPr>
            <p:spPr>
              <a:xfrm>
                <a:off x="8896636" y="3441302"/>
                <a:ext cx="290969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673826D6-573B-6E4D-DB2E-6A12413291AD}"/>
                  </a:ext>
                </a:extLst>
              </p:cNvPr>
              <p:cNvSpPr/>
              <p:nvPr/>
            </p:nvSpPr>
            <p:spPr>
              <a:xfrm>
                <a:off x="2456018" y="3157834"/>
                <a:ext cx="842993" cy="895469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4" name="直線コネクタ 19">
              <a:extLst>
                <a:ext uri="{FF2B5EF4-FFF2-40B4-BE49-F238E27FC236}">
                  <ns2:creationId id="{3CF511F8-350A-E4E8-BED4-35EF72C4A46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3146741"/>
              <a:ext cx="0" cy="895469"/>
            </a:xfrm>
            <a:prstGeom prst="line">
              <a:avLst/>
            </a:prstGeom>
            <a:ln w="38100">
              <a:solidFill>
                <a:srgbClr val="80C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9">
              <a:extLst>
                <a:ext uri="{FF2B5EF4-FFF2-40B4-BE49-F238E27FC236}">
                  <ns2:creationId id="{D278642A-4680-086A-7DC5-09C2E0AF34C1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4112774"/>
              <a:ext cx="0" cy="1692000"/>
            </a:xfrm>
            <a:prstGeom prst="line">
              <a:avLst/>
            </a:prstGeom>
            <a:ln w="38100">
              <a:solidFill>
                <a:srgbClr val="B7DB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ns2:creationId id="{E4A1BC51-6385-BEF8-D4AA-63AE986B2457}"/>
                </a:ext>
              </a:extLst>
            </p:cNvPr>
            <p:cNvGrpSpPr/>
            <p:nvPr/>
          </p:nvGrpSpPr>
          <p:grpSpPr>
            <a:xfrm>
              <a:off x="2456018" y="5875336"/>
              <a:ext cx="9409814" cy="432000"/>
              <a:chOff x="2456018" y="5875336"/>
              <a:chExt cx="9409814" cy="432000"/>
            </a:xfrm>
          </p:grpSpPr>
          <p:sp>
            <p:nvSpPr>
              <p:cNvPr id="38" name="正方形/長方形 22">
                <a:extLst>
                  <a:ext uri="{FF2B5EF4-FFF2-40B4-BE49-F238E27FC236}">
                    <ns2:creationId id="{49C232DE-8D06-E622-3929-BE2E723842F8}"/>
                  </a:ext>
                </a:extLst>
              </p:cNvPr>
              <p:cNvSpPr/>
              <p:nvPr/>
            </p:nvSpPr>
            <p:spPr>
              <a:xfrm>
                <a:off x="4045373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9" name="正方形/長方形 22">
                <a:extLst>
                  <a:ext uri="{FF2B5EF4-FFF2-40B4-BE49-F238E27FC236}">
                    <ns2:creationId id="{B7402CEA-3398-3E94-F702-B523DC95DDFD}"/>
                  </a:ext>
                </a:extLst>
              </p:cNvPr>
              <p:cNvSpPr/>
              <p:nvPr/>
            </p:nvSpPr>
            <p:spPr>
              <a:xfrm>
                <a:off x="563472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0" name="正方形/長方形 21">
                <a:extLst>
                  <a:ext uri="{FF2B5EF4-FFF2-40B4-BE49-F238E27FC236}">
                    <ns2:creationId id="{D8C38005-2304-B120-0011-71806DB687D8}"/>
                  </a:ext>
                </a:extLst>
              </p:cNvPr>
              <p:cNvSpPr/>
              <p:nvPr/>
            </p:nvSpPr>
            <p:spPr>
              <a:xfrm>
                <a:off x="7224083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1" name="正方形/長方形 22">
                <a:extLst>
                  <a:ext uri="{FF2B5EF4-FFF2-40B4-BE49-F238E27FC236}">
                    <ns2:creationId id="{E0BF4F06-8A72-B3DC-CA6D-3AB294216DD8}"/>
                  </a:ext>
                </a:extLst>
              </p:cNvPr>
              <p:cNvSpPr/>
              <p:nvPr/>
            </p:nvSpPr>
            <p:spPr>
              <a:xfrm>
                <a:off x="881343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2" name="正方形/長方形 22">
                <a:extLst>
                  <a:ext uri="{FF2B5EF4-FFF2-40B4-BE49-F238E27FC236}">
                    <ns2:creationId id="{7ED0CD2A-E5B0-8592-1F53-64F93F67DAF7}"/>
                  </a:ext>
                </a:extLst>
              </p:cNvPr>
              <p:cNvSpPr/>
              <p:nvPr/>
            </p:nvSpPr>
            <p:spPr>
              <a:xfrm>
                <a:off x="10402792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7" name="正方形/長方形 21">
                <a:extLst>
                  <a:ext uri="{FF2B5EF4-FFF2-40B4-BE49-F238E27FC236}">
                    <ns2:creationId id="{FF85ACF3-73F3-AD32-6EF6-02F51A046D66}"/>
                  </a:ext>
                </a:extLst>
              </p:cNvPr>
              <p:cNvSpPr/>
              <p:nvPr/>
            </p:nvSpPr>
            <p:spPr>
              <a:xfrm>
                <a:off x="2456018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6" name="直線コネクタ 19">
              <a:extLst>
                <a:ext uri="{FF2B5EF4-FFF2-40B4-BE49-F238E27FC236}">
                  <ns2:creationId id="{F741A865-C8F8-2A51-2022-66B63F4B3FB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5875336"/>
              <a:ext cx="0" cy="432000"/>
            </a:xfrm>
            <a:prstGeom prst="line">
              <a:avLst/>
            </a:prstGeom>
            <a:ln w="38100">
              <a:solidFill>
                <a:srgbClr val="E5F2E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ホームベース 51">
              <a:extLst>
                <a:ext uri="{FF2B5EF4-FFF2-40B4-BE49-F238E27FC236}">
                  <ns2:creationId id="{4A1DE260-473C-856A-8126-4B55B21652EA}"/>
                </a:ext>
              </a:extLst>
            </p:cNvPr>
            <p:cNvSpPr/>
            <p:nvPr/>
          </p:nvSpPr>
          <p:spPr>
            <a:xfrm>
              <a:off x="7308532" y="4112774"/>
              <a:ext cx="4549446" cy="1692000"/>
            </a:xfrm>
            <a:prstGeom prst="homePlate">
              <a:avLst>
                <a:gd name="adj" fmla="val 18206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t" anchorCtr="0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endParaRPr kumimoji="1" lang="ja-JP" altLang="en-US" sz="1400" b="0" i="0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96" name="直線コネクタ 20">
              <a:extLst>
                <a:ext uri="{FF2B5EF4-FFF2-40B4-BE49-F238E27FC236}">
                  <ns2:creationId id="{CA0FFBAD-8553-5A0E-E422-4475CC40AF83}"/>
                </a:ext>
              </a:extLst>
            </p:cNvPr>
            <p:cNvCxnSpPr/>
            <p:nvPr/>
          </p:nvCxnSpPr>
          <p:spPr>
            <a:xfrm>
              <a:off x="2456018" y="409262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27CB4D8-3F27-84E0-2395-7925E3DFB170}"/>
                </a:ext>
              </a:extLst>
            </p:cNvPr>
            <p:cNvGrpSpPr/>
            <p:nvPr/>
          </p:nvGrpSpPr>
          <p:grpSpPr>
            <a:xfrm>
              <a:off x="2456018" y="4112774"/>
              <a:ext cx="9401020" cy="1736864"/>
              <a:chOff x="2456018" y="4112774"/>
              <a:chExt cx="9401020" cy="1736864"/>
            </a:xfrm>
          </p:grpSpPr>
          <p:cxnSp>
            <p:nvCxnSpPr>
              <p:cNvPr id="97" name="直線コネクタ 20">
                <a:extLst>
                  <a:ext uri="{FF2B5EF4-FFF2-40B4-BE49-F238E27FC236}">
                    <ns2:creationId id="{5AD2F162-C750-B5CE-EEDD-D89B24531DF0}"/>
                  </a:ext>
                </a:extLst>
              </p:cNvPr>
              <p:cNvCxnSpPr/>
              <p:nvPr/>
            </p:nvCxnSpPr>
            <p:spPr>
              <a:xfrm>
                <a:off x="2456018" y="5849638"/>
                <a:ext cx="9401018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正方形/長方形 21">
                <a:extLst>
                  <a:ext uri="{FF2B5EF4-FFF2-40B4-BE49-F238E27FC236}">
                    <ns2:creationId id="{64210714-407C-32AD-A8F7-89C2AA680DAC}"/>
                  </a:ext>
                </a:extLst>
              </p:cNvPr>
              <p:cNvSpPr/>
              <p:nvPr/>
            </p:nvSpPr>
            <p:spPr>
              <a:xfrm>
                <a:off x="2456018" y="4112774"/>
                <a:ext cx="288000" cy="169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1" name="ホームベース 51">
                <a:extLst>
                  <a:ext uri="{FF2B5EF4-FFF2-40B4-BE49-F238E27FC236}">
                    <ns2:creationId id="{CCFFCB10-AACF-7445-C4F8-C4311629A818}"/>
                  </a:ext>
                </a:extLst>
              </p:cNvPr>
              <p:cNvSpPr/>
              <p:nvPr/>
            </p:nvSpPr>
            <p:spPr>
              <a:xfrm>
                <a:off x="2744018" y="4112774"/>
                <a:ext cx="4212000" cy="1692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72000" rIns="28800" bIns="28800" rtlCol="0" anchor="t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21">
                <a:extLst>
                  <a:ext uri="{FF2B5EF4-FFF2-40B4-BE49-F238E27FC236}">
                    <ns2:creationId id="{483CC816-6851-F255-59B0-5F3A24F6DAA3}"/>
                  </a:ext>
                </a:extLst>
              </p:cNvPr>
              <p:cNvSpPr/>
              <p:nvPr/>
            </p:nvSpPr>
            <p:spPr>
              <a:xfrm>
                <a:off x="2854895" y="4668148"/>
                <a:ext cx="2340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44" name="正方形/長方形 21">
                <a:extLst>
                  <a:ext uri="{FF2B5EF4-FFF2-40B4-BE49-F238E27FC236}">
                    <ns2:creationId id="{DD0F4ADA-DDE4-2655-D16F-5CDC7C11FA64}"/>
                  </a:ext>
                </a:extLst>
              </p:cNvPr>
              <p:cNvSpPr/>
              <p:nvPr/>
            </p:nvSpPr>
            <p:spPr>
              <a:xfrm>
                <a:off x="5251943" y="4668148"/>
                <a:ext cx="1332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5888" marR="0" lvl="0" indent="-11588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6" name="正方形/長方形 21">
                <a:extLst>
                  <a:ext uri="{FF2B5EF4-FFF2-40B4-BE49-F238E27FC236}">
                    <ns2:creationId id="{E6DDFA44-1128-9B0B-8303-C1AC7F4B6537}"/>
                  </a:ext>
                </a:extLst>
              </p:cNvPr>
              <p:cNvSpPr/>
              <p:nvPr/>
            </p:nvSpPr>
            <p:spPr>
              <a:xfrm>
                <a:off x="7020532" y="4112774"/>
                <a:ext cx="288000" cy="1692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1" name="正方形/長方形 22">
                <a:extLst>
                  <a:ext uri="{FF2B5EF4-FFF2-40B4-BE49-F238E27FC236}">
                    <ns2:creationId id="{54189123-492C-9EB0-E4AC-92E965163424}"/>
                  </a:ext>
                </a:extLst>
              </p:cNvPr>
              <p:cNvSpPr/>
              <p:nvPr/>
            </p:nvSpPr>
            <p:spPr>
              <a:xfrm>
                <a:off x="7535471" y="5533559"/>
                <a:ext cx="3936959" cy="25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R="0" lvl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4" name="正方形/長方形 22">
                <a:extLst>
                  <a:ext uri="{FF2B5EF4-FFF2-40B4-BE49-F238E27FC236}">
                    <ns2:creationId id="{E4B2E770-82C6-2D56-8752-21D4818D4B5E}"/>
                  </a:ext>
                </a:extLst>
              </p:cNvPr>
              <p:cNvSpPr/>
              <p:nvPr/>
            </p:nvSpPr>
            <p:spPr>
              <a:xfrm>
                <a:off x="7348737" y="4174926"/>
                <a:ext cx="4508301" cy="755337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numCol="2" rtlCol="0" anchor="ctr"/>
              <a:lstStyle/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R="0" lvl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endPara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70" name="Group 69">
                <a:extLst>
                  <a:ext uri="{FF2B5EF4-FFF2-40B4-BE49-F238E27FC236}">
                    <ns2:creationId id="{984457D7-6556-96FA-B1B4-9E229776A7A7}"/>
                  </a:ext>
                </a:extLst>
              </p:cNvPr>
              <p:cNvGrpSpPr/>
              <p:nvPr/>
            </p:nvGrpSpPr>
            <p:grpSpPr>
              <a:xfrm>
                <a:off x="7533871" y="4810884"/>
                <a:ext cx="3960000" cy="756000"/>
                <a:chOff x="7550460" y="4709266"/>
                <a:chExt cx="3960000" cy="756000"/>
              </a:xfrm>
            </p:grpSpPr>
            <p:sp>
              <p:nvSpPr>
                <p:cNvPr id="49" name="正方形/長方形 21">
                  <a:extLst>
                    <a:ext uri="{FF2B5EF4-FFF2-40B4-BE49-F238E27FC236}">
                      <ns2:creationId id="{BDEA545E-2E1E-F1EF-359C-59337FEA4531}"/>
                    </a:ext>
                  </a:extLst>
                </p:cNvPr>
                <p:cNvSpPr/>
                <p:nvPr/>
              </p:nvSpPr>
              <p:spPr>
                <a:xfrm>
                  <a:off x="9350460" y="4709266"/>
                  <a:ext cx="216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8" name="正方形/長方形 21">
                  <a:extLst>
                    <a:ext uri="{FF2B5EF4-FFF2-40B4-BE49-F238E27FC236}">
                      <ns2:creationId id="{3F17CD30-8B66-60D1-6D06-BE291FB0DE3A}"/>
                    </a:ext>
                  </a:extLst>
                </p:cNvPr>
                <p:cNvSpPr/>
                <p:nvPr/>
              </p:nvSpPr>
              <p:spPr>
                <a:xfrm>
                  <a:off x="7550460" y="4709266"/>
                  <a:ext cx="180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R="0" lvl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/ 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302190449"/>
      </p:ext>
    </p:extLst>
  </p:cSld>
  <p:clrMapOvr>
    <a:masterClrMapping/>
  </p:clrMapOvr>
</p:sld>
</file>

<file path=ppt/slides/slide1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818926189"/>
      </p:ext>
    </p:extLst>
  </p:cSld>
  <p:clrMapOvr>
    <a:masterClrMapping/>
  </p:clrMapOvr>
</p:sld>
</file>

<file path=ppt/slides/slide1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410747877"/>
      </p:ext>
    </p:extLst>
  </p:cSld>
  <p:clrMapOvr>
    <a:masterClrMapping/>
  </p:clrMapOvr>
</p:sld>
</file>

<file path=ppt/slides/slide12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446250870"/>
      </p:ext>
    </p:extLst>
  </p:cSld>
  <p:clrMapOvr>
    <a:masterClrMapping/>
  </p:clrMapOvr>
</p:sld>
</file>

<file path=ppt/slides/slide1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216829417"/>
      </p:ext>
    </p:extLst>
  </p:cSld>
  <p:clrMapOvr>
    <a:masterClrMapping/>
  </p:clrMapOvr>
</p:sld>
</file>

<file path=ppt/slides/slide1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12760446"/>
      </p:ext>
    </p:extLst>
  </p:cSld>
  <p:clrMapOvr>
    <a:masterClrMapping/>
  </p:clrMapOvr>
</p:sld>
</file>

<file path=ppt/slides/slide1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4123631029"/>
      </p:ext>
    </p:extLst>
  </p:cSld>
  <p:clrMapOvr>
    <a:masterClrMapping/>
  </p:clrMapOvr>
</p:sld>
</file>

<file path=ppt/slides/slide1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1602160237"/>
      </p:ext>
    </p:extLst>
  </p:cSld>
  <p:clrMapOvr>
    <a:masterClrMapping/>
  </p:clrMapOvr>
</p:sld>
</file>

<file path=ppt/slides/slide12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1220227439"/>
      </p:ext>
    </p:extLst>
  </p:cSld>
  <p:clrMapOvr>
    <a:masterClrMapping/>
  </p:clrMapOvr>
</p:sld>
</file>

<file path=ppt/slides/slide1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513147761"/>
      </p:ext>
    </p:extLst>
  </p:cSld>
  <p:clrMapOvr>
    <a:masterClrMapping/>
  </p:clrMapOvr>
</p:sld>
</file>

<file path=ppt/slides/slide1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128771932"/>
      </p:ext>
    </p:extLst>
  </p:cSld>
  <p:clrMapOvr>
    <a:masterClrMapping/>
  </p:clrMapOvr>
</p:sld>
</file>

<file path=ppt/slides/slide1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49574515"/>
      </p:ext>
    </p:extLst>
  </p:cSld>
  <p:clrMapOvr>
    <a:masterClrMapping/>
  </p:clrMapOvr>
</p:sld>
</file>

<file path=ppt/slides/slide1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819450379"/>
      </p:ext>
    </p:extLst>
  </p:cSld>
  <p:clrMapOvr>
    <a:masterClrMapping/>
  </p:clrMapOvr>
</p:sld>
</file>

<file path=ppt/slides/slide1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9E5B4D-6FA7-AB7F-A1AF-F9C1EFDE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正方形/長方形 45">
            <a:extLst>
              <a:ext uri="{FF2B5EF4-FFF2-40B4-BE49-F238E27FC236}">
                <ns2:creationId id="{F56B9B04-37EE-2B54-0459-746CD767CB01}"/>
              </a:ext>
            </a:extLst>
          </p:cNvPr>
          <p:cNvSpPr/>
          <p:nvPr/>
        </p:nvSpPr>
        <p:spPr>
          <a:xfrm>
            <a:off x="5648644" y="2257089"/>
            <a:ext cx="6209817" cy="3048883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F62DD336-B19A-993E-6E39-29A5C589D122}"/>
              </a:ext>
            </a:extLst>
          </p:cNvPr>
          <p:cNvSpPr/>
          <p:nvPr/>
        </p:nvSpPr>
        <p:spPr>
          <a:xfrm>
            <a:off x="6174090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1" name="正方形/長方形 220">
            <a:extLst>
              <a:ext uri="{FF2B5EF4-FFF2-40B4-BE49-F238E27FC236}">
                <ns2:creationId id="{4D86059B-B255-8678-1907-465F87E4D6AE}"/>
              </a:ext>
            </a:extLst>
          </p:cNvPr>
          <p:cNvSpPr/>
          <p:nvPr/>
        </p:nvSpPr>
        <p:spPr>
          <a:xfrm>
            <a:off x="8063442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46800" rIns="360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58E9565E-2DDF-0F3A-C277-9BF765688EB5}"/>
              </a:ext>
            </a:extLst>
          </p:cNvPr>
          <p:cNvSpPr/>
          <p:nvPr/>
        </p:nvSpPr>
        <p:spPr>
          <a:xfrm>
            <a:off x="9952793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CDD50D4D-1C7F-DB40-FDC0-D74744D0AC4E}"/>
              </a:ext>
            </a:extLst>
          </p:cNvPr>
          <p:cNvSpPr/>
          <p:nvPr/>
        </p:nvSpPr>
        <p:spPr>
          <a:xfrm>
            <a:off x="334964" y="2257090"/>
            <a:ext cx="5238906" cy="3048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6E44C6D-8683-AA88-877A-AB595B47A6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B569260-0393-6072-351F-D22362B84D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) </a:t>
            </a:r>
            <a:r>
              <a:rPr kumimoji="1" lang="ja-JP" altLang="en-US" sz="1800"/>
              <a:t>XX</a:t>
            </a:r>
          </a:p>
        </p:txBody>
      </p:sp>
      <p:sp>
        <p:nvSpPr>
          <p:cNvPr id="12" name="テキスト ボックス 15">
            <a:extLst>
              <a:ext uri="{FF2B5EF4-FFF2-40B4-BE49-F238E27FC236}">
                <ns2:creationId id="{8CDA657D-89E3-2DE6-392C-A258164140AC}"/>
              </a:ext>
            </a:extLst>
          </p:cNvPr>
          <p:cNvSpPr txBox="1"/>
          <p:nvPr/>
        </p:nvSpPr>
        <p:spPr>
          <a:xfrm>
            <a:off x="5684846" y="1781289"/>
            <a:ext cx="6172192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</a:p>
        </p:txBody>
      </p:sp>
      <p:cxnSp>
        <p:nvCxnSpPr>
          <p:cNvPr id="13" name="直線コネクタ 16">
            <a:extLst>
              <a:ext uri="{FF2B5EF4-FFF2-40B4-BE49-F238E27FC236}">
                <ns2:creationId id="{E57141C8-E483-C5A0-7F97-5D2FEC474575}"/>
              </a:ext>
            </a:extLst>
          </p:cNvPr>
          <p:cNvCxnSpPr>
            <a:cxnSpLocks/>
          </p:cNvCxnSpPr>
          <p:nvPr/>
        </p:nvCxnSpPr>
        <p:spPr>
          <a:xfrm>
            <a:off x="5648644" y="2169312"/>
            <a:ext cx="6200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テキスト ボックス 15">
            <a:extLst>
              <a:ext uri="{FF2B5EF4-FFF2-40B4-BE49-F238E27FC236}">
                <ns2:creationId id="{5CAF3F3B-AD3E-B083-281B-90B7D862E9B4}"/>
              </a:ext>
            </a:extLst>
          </p:cNvPr>
          <p:cNvSpPr txBox="1"/>
          <p:nvPr/>
        </p:nvSpPr>
        <p:spPr>
          <a:xfrm>
            <a:off x="326505" y="1754362"/>
            <a:ext cx="4135106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</a:p>
        </p:txBody>
      </p:sp>
      <p:cxnSp>
        <p:nvCxnSpPr>
          <p:cNvPr id="15" name="直線コネクタ 16">
            <a:extLst>
              <a:ext uri="{FF2B5EF4-FFF2-40B4-BE49-F238E27FC236}">
                <ns2:creationId id="{54FE9489-D193-15C9-F987-52FE7722F8F1}"/>
              </a:ext>
            </a:extLst>
          </p:cNvPr>
          <p:cNvCxnSpPr>
            <a:cxnSpLocks/>
          </p:cNvCxnSpPr>
          <p:nvPr/>
        </p:nvCxnSpPr>
        <p:spPr>
          <a:xfrm>
            <a:off x="343356" y="2142385"/>
            <a:ext cx="5230514" cy="26927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四角形: 角を丸くする 19">
            <a:extLst>
              <a:ext uri="{FF2B5EF4-FFF2-40B4-BE49-F238E27FC236}">
                <ns2:creationId id="{23170518-DEEC-9324-D027-DE973D28DD2B}"/>
              </a:ext>
            </a:extLst>
          </p:cNvPr>
          <p:cNvSpPr/>
          <p:nvPr/>
        </p:nvSpPr>
        <p:spPr>
          <a:xfrm>
            <a:off x="1371755" y="2361623"/>
            <a:ext cx="1189650" cy="274153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ns2:creationId id="{1AEC2C64-1E01-14A7-FBDE-80E66A1217C1}"/>
              </a:ext>
            </a:extLst>
          </p:cNvPr>
          <p:cNvSpPr txBox="1"/>
          <p:nvPr/>
        </p:nvSpPr>
        <p:spPr>
          <a:xfrm>
            <a:off x="1354124" y="2666314"/>
            <a:ext cx="2829359" cy="338554"/>
          </a:xfrm>
          <a:prstGeom prst="rect">
            <a:avLst/>
          </a:prstGeom>
          <a:noFill/>
        </p:spPr>
        <p:txBody>
          <a:bodyPr wrap="square" lIns="72000" rIns="72000">
            <a:noAutofit/>
          </a:bodyPr>
          <a:lstStyle/>
          <a:p>
            <a:pPr marL="0" lvl="1"/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ns2:creationId id="{6A1EC25C-EC38-1C1A-2C8D-CB3203A7C2B0}"/>
              </a:ext>
            </a:extLst>
          </p:cNvPr>
          <p:cNvSpPr txBox="1"/>
          <p:nvPr/>
        </p:nvSpPr>
        <p:spPr>
          <a:xfrm>
            <a:off x="587285" y="3028795"/>
            <a:ext cx="4770193" cy="454518"/>
          </a:xfrm>
          <a:prstGeom prst="rect">
            <a:avLst/>
          </a:prstGeom>
          <a:noFill/>
        </p:spPr>
        <p:txBody>
          <a:bodyPr wrap="square" lIns="72000" rIns="72000" anchor="ctr">
            <a:noAutofit/>
          </a:bodyPr>
          <a:lstStyle/>
          <a:p>
            <a:pPr marL="0" lvl="1"/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46767413-25CD-6D5B-87AD-7D605EF33B03}"/>
              </a:ext>
            </a:extLst>
          </p:cNvPr>
          <p:cNvSpPr txBox="1"/>
          <p:nvPr/>
        </p:nvSpPr>
        <p:spPr>
          <a:xfrm>
            <a:off x="5658313" y="2297011"/>
            <a:ext cx="5601000" cy="60016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9" name="グループ化 218">
            <a:extLst>
              <a:ext uri="{FF2B5EF4-FFF2-40B4-BE49-F238E27FC236}">
                <ns2:creationId id="{3FE0569E-C22E-BB62-7B34-C86AF9F95585}"/>
              </a:ext>
            </a:extLst>
          </p:cNvPr>
          <p:cNvGrpSpPr/>
          <p:nvPr/>
        </p:nvGrpSpPr>
        <p:grpSpPr>
          <a:xfrm>
            <a:off x="410729" y="3519934"/>
            <a:ext cx="5093972" cy="1698793"/>
            <a:chOff x="410729" y="3556744"/>
            <a:chExt cx="5093972" cy="1698793"/>
          </a:xfrm>
        </p:grpSpPr>
        <p:sp>
          <p:nvSpPr>
            <p:cNvPr id="214" name="正方形/長方形 213">
              <a:extLst>
                <a:ext uri="{FF2B5EF4-FFF2-40B4-BE49-F238E27FC236}">
                  <ns2:creationId id="{4BCC4770-F9E2-C055-4227-605B8FF261B5}"/>
                </a:ext>
              </a:extLst>
            </p:cNvPr>
            <p:cNvSpPr/>
            <p:nvPr/>
          </p:nvSpPr>
          <p:spPr>
            <a:xfrm>
              <a:off x="4280701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D1275D9-BC14-6F86-CAF3-35CE60B1D0E0}"/>
                </a:ext>
              </a:extLst>
            </p:cNvPr>
            <p:cNvSpPr txBox="1"/>
            <p:nvPr/>
          </p:nvSpPr>
          <p:spPr>
            <a:xfrm>
              <a:off x="4285092" y="3702001"/>
              <a:ext cx="1215455" cy="246221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1F04DAAF-AE1A-CF00-F820-B44B7846D9B3}"/>
                </a:ext>
              </a:extLst>
            </p:cNvPr>
            <p:cNvSpPr txBox="1"/>
            <p:nvPr/>
          </p:nvSpPr>
          <p:spPr>
            <a:xfrm>
              <a:off x="4294732" y="4568105"/>
              <a:ext cx="1205815" cy="6463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07" name="グラフィックス 106" descr="時計 単色塗りつぶし">
              <a:extLst>
                <a:ext uri="{FF2B5EF4-FFF2-40B4-BE49-F238E27FC236}">
                  <ns2:creationId id="{7EF915DD-9F49-82CE-CA72-8F088C531F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645639" y="4050883"/>
              <a:ext cx="504000" cy="504000"/>
            </a:xfrm>
            <a:prstGeom prst="rect">
              <a:avLst/>
            </a:prstGeom>
          </p:spPr>
        </p:pic>
        <p:sp>
          <p:nvSpPr>
            <p:cNvPr id="213" name="正方形/長方形 212">
              <a:extLst>
                <a:ext uri="{FF2B5EF4-FFF2-40B4-BE49-F238E27FC236}">
                  <ns2:creationId id="{82A2C4A5-F0B7-2152-D8EE-57C10028979D}"/>
                </a:ext>
              </a:extLst>
            </p:cNvPr>
            <p:cNvSpPr/>
            <p:nvPr/>
          </p:nvSpPr>
          <p:spPr>
            <a:xfrm>
              <a:off x="2986318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C520C54D-55F2-0EE8-3B10-74AAD52BCDF2}"/>
                </a:ext>
              </a:extLst>
            </p:cNvPr>
            <p:cNvSpPr txBox="1"/>
            <p:nvPr/>
          </p:nvSpPr>
          <p:spPr>
            <a:xfrm>
              <a:off x="2988149" y="3625056"/>
              <a:ext cx="1224190" cy="400110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 algn="ctr"/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CFD6B31E-A78A-79E9-F5BE-C48644AC987D}"/>
                </a:ext>
              </a:extLst>
            </p:cNvPr>
            <p:cNvSpPr txBox="1"/>
            <p:nvPr/>
          </p:nvSpPr>
          <p:spPr>
            <a:xfrm>
              <a:off x="3000349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9" name="グラフィックス 108" descr="開いたフォルダー 単色塗りつぶし">
              <a:extLst>
                <a:ext uri="{FF2B5EF4-FFF2-40B4-BE49-F238E27FC236}">
                  <ns2:creationId id="{349B16B9-BA92-D0E5-500B-14FC381D58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51256" y="4027791"/>
              <a:ext cx="504000" cy="504000"/>
            </a:xfrm>
            <a:prstGeom prst="rect">
              <a:avLst/>
            </a:prstGeom>
          </p:spPr>
        </p:pic>
        <p:sp>
          <p:nvSpPr>
            <p:cNvPr id="212" name="正方形/長方形 211">
              <a:extLst>
                <a:ext uri="{FF2B5EF4-FFF2-40B4-BE49-F238E27FC236}">
                  <ns2:creationId id="{04622B12-D696-CECD-8E2F-79063B2BB0B5}"/>
                </a:ext>
              </a:extLst>
            </p:cNvPr>
            <p:cNvSpPr/>
            <p:nvPr/>
          </p:nvSpPr>
          <p:spPr>
            <a:xfrm>
              <a:off x="1696995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A902F5E4-553C-9317-23EF-3D931C237D19}"/>
                </a:ext>
              </a:extLst>
            </p:cNvPr>
            <p:cNvSpPr txBox="1"/>
            <p:nvPr/>
          </p:nvSpPr>
          <p:spPr>
            <a:xfrm>
              <a:off x="1703090" y="3625056"/>
              <a:ext cx="1213751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テキスト ボックス 35">
              <a:extLst>
                <a:ext uri="{FF2B5EF4-FFF2-40B4-BE49-F238E27FC236}">
                  <ns2:creationId id="{73279358-E54C-1D75-1DE0-AFBDCADBF76E}"/>
                </a:ext>
              </a:extLst>
            </p:cNvPr>
            <p:cNvSpPr txBox="1"/>
            <p:nvPr/>
          </p:nvSpPr>
          <p:spPr>
            <a:xfrm>
              <a:off x="1711026" y="4568105"/>
              <a:ext cx="1205815" cy="615553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1" name="グラフィックス 110" descr="電球 単色塗りつぶし">
              <a:extLst>
                <a:ext uri="{FF2B5EF4-FFF2-40B4-BE49-F238E27FC236}">
                  <ns2:creationId id="{0C462746-F5F3-8BE1-4082-CFA5CC055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61933" y="4016790"/>
              <a:ext cx="504000" cy="504000"/>
            </a:xfrm>
            <a:prstGeom prst="rect">
              <a:avLst/>
            </a:prstGeom>
          </p:spPr>
        </p:pic>
        <p:sp>
          <p:nvSpPr>
            <p:cNvPr id="211" name="正方形/長方形 210">
              <a:extLst>
                <a:ext uri="{FF2B5EF4-FFF2-40B4-BE49-F238E27FC236}">
                  <ns2:creationId id="{D80EF891-56EA-FD2C-1A70-3CBDA39B1E14}"/>
                </a:ext>
              </a:extLst>
            </p:cNvPr>
            <p:cNvSpPr/>
            <p:nvPr/>
          </p:nvSpPr>
          <p:spPr>
            <a:xfrm>
              <a:off x="414882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35227D11-E645-B3E4-57F0-86B20173AE7A}"/>
                </a:ext>
              </a:extLst>
            </p:cNvPr>
            <p:cNvSpPr txBox="1"/>
            <p:nvPr/>
          </p:nvSpPr>
          <p:spPr>
            <a:xfrm>
              <a:off x="410729" y="3625056"/>
              <a:ext cx="1224000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02E2AC9B-9BCB-EE7B-B4CA-7DE0DA812EC6}"/>
                </a:ext>
              </a:extLst>
            </p:cNvPr>
            <p:cNvSpPr txBox="1"/>
            <p:nvPr/>
          </p:nvSpPr>
          <p:spPr>
            <a:xfrm>
              <a:off x="428913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3" name="グラフィックス 112" descr="ペン 単色塗りつぶし">
              <a:extLst>
                <a:ext uri="{FF2B5EF4-FFF2-40B4-BE49-F238E27FC236}">
                  <ns2:creationId id="{146CD2FC-F655-92AD-DC99-67BE3F6B9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9820" y="4050883"/>
              <a:ext cx="504000" cy="504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6833267-AC03-378B-58B4-CB67DECC7C52}"/>
              </a:ext>
            </a:extLst>
          </p:cNvPr>
          <p:cNvGrpSpPr/>
          <p:nvPr/>
        </p:nvGrpSpPr>
        <p:grpSpPr>
          <a:xfrm>
            <a:off x="11260916" y="2293014"/>
            <a:ext cx="542577" cy="542577"/>
            <a:chOff x="11471475" y="2025213"/>
            <a:chExt cx="707827" cy="707827"/>
          </a:xfrm>
        </p:grpSpPr>
        <p:sp>
          <p:nvSpPr>
            <p:cNvPr id="29" name="楕円 28">
              <a:extLst>
                <a:ext uri="{FF2B5EF4-FFF2-40B4-BE49-F238E27FC236}">
                  <ns2:creationId id="{8B9B72DC-296C-71EF-E569-71AA6BCAADA9}"/>
                </a:ext>
              </a:extLst>
            </p:cNvPr>
            <p:cNvSpPr/>
            <p:nvPr/>
          </p:nvSpPr>
          <p:spPr>
            <a:xfrm>
              <a:off x="11471475" y="2025213"/>
              <a:ext cx="707827" cy="707827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tIns="288000" rtlCol="0" anchor="ctr">
              <a:noAutofit/>
            </a:bodyPr>
            <a:lstStyle/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チェック マーク 単色塗りつぶし">
              <a:extLst>
                <a:ext uri="{FF2B5EF4-FFF2-40B4-BE49-F238E27FC236}">
                  <ns2:creationId id="{7F3F2E96-29ED-CA8D-3FD5-B5290FB81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659398" y="2090435"/>
              <a:ext cx="335351" cy="335351"/>
            </a:xfrm>
            <a:prstGeom prst="rect">
              <a:avLst/>
            </a:prstGeom>
          </p:spPr>
        </p:pic>
      </p:grpSp>
      <p:pic>
        <p:nvPicPr>
          <p:cNvPr id="143" name="グラフィックス 142" descr="キー 枠線">
            <a:extLst>
              <a:ext uri="{FF2B5EF4-FFF2-40B4-BE49-F238E27FC236}">
                <ns2:creationId id="{61F8FCC4-EEAA-4392-260D-586E042C7E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5648644" y="1682679"/>
            <a:ext cx="468000" cy="468000"/>
          </a:xfrm>
          <a:prstGeom prst="rect">
            <a:avLst/>
          </a:prstGeom>
        </p:spPr>
      </p:pic>
      <p:pic>
        <p:nvPicPr>
          <p:cNvPr id="145" name="グラフィックス 144" descr="世界 枠線">
            <a:extLst>
              <a:ext uri="{FF2B5EF4-FFF2-40B4-BE49-F238E27FC236}">
                <ns2:creationId id="{A3299429-F986-9268-D411-4F4FE41DB4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343356" y="1646516"/>
            <a:ext cx="468000" cy="468000"/>
          </a:xfrm>
          <a:prstGeom prst="rect">
            <a:avLst/>
          </a:prstGeom>
        </p:spPr>
      </p:pic>
      <p:pic>
        <p:nvPicPr>
          <p:cNvPr id="153" name="グラフィックス 152" descr="男性のプロフィール 単色塗りつぶし">
            <a:extLst>
              <a:ext uri="{FF2B5EF4-FFF2-40B4-BE49-F238E27FC236}">
                <ns2:creationId id="{154B5F70-118D-891B-CB72-8F7E54C723F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618801" y="2371542"/>
            <a:ext cx="648000" cy="64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25D84314-F14F-F13F-C4BF-210BAE95E477}"/>
              </a:ext>
            </a:extLst>
          </p:cNvPr>
          <p:cNvGrpSpPr/>
          <p:nvPr/>
        </p:nvGrpSpPr>
        <p:grpSpPr>
          <a:xfrm>
            <a:off x="5684846" y="3195287"/>
            <a:ext cx="6103947" cy="1583977"/>
            <a:chOff x="5684846" y="3439127"/>
            <a:chExt cx="6103947" cy="1583977"/>
          </a:xfrm>
        </p:grpSpPr>
        <p:sp>
          <p:nvSpPr>
            <p:cNvPr id="65" name="テキスト ボックス 64">
              <a:extLst>
                <a:ext uri="{FF2B5EF4-FFF2-40B4-BE49-F238E27FC236}">
                  <ns2:creationId id="{A80A9248-59C3-D583-B300-367B871A337A}"/>
                </a:ext>
              </a:extLst>
            </p:cNvPr>
            <p:cNvSpPr txBox="1"/>
            <p:nvPr/>
          </p:nvSpPr>
          <p:spPr>
            <a:xfrm>
              <a:off x="5684846" y="4612861"/>
              <a:ext cx="404132" cy="41024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コネクタ 101">
              <a:extLst>
                <a:ext uri="{FF2B5EF4-FFF2-40B4-BE49-F238E27FC236}">
                  <ns2:creationId id="{D42CCC88-32B4-B868-D58A-D4D25ECDC21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4612861"/>
              <a:ext cx="0" cy="410243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テキスト ボックス 86">
              <a:extLst>
                <a:ext uri="{FF2B5EF4-FFF2-40B4-BE49-F238E27FC236}">
                  <ns2:creationId id="{3CC43E9F-6D5C-4C4A-0BCF-1D446D444FE1}"/>
                </a:ext>
              </a:extLst>
            </p:cNvPr>
            <p:cNvSpPr txBox="1"/>
            <p:nvPr/>
          </p:nvSpPr>
          <p:spPr>
            <a:xfrm>
              <a:off x="8063442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376D172C-C380-621A-A105-7F4B791417FA}"/>
                </a:ext>
              </a:extLst>
            </p:cNvPr>
            <p:cNvSpPr txBox="1"/>
            <p:nvPr/>
          </p:nvSpPr>
          <p:spPr>
            <a:xfrm>
              <a:off x="6174090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723449EA-30EA-DCB2-A5E3-D039D6C53BF9}"/>
                </a:ext>
              </a:extLst>
            </p:cNvPr>
            <p:cNvSpPr txBox="1"/>
            <p:nvPr/>
          </p:nvSpPr>
          <p:spPr>
            <a:xfrm>
              <a:off x="5684846" y="3439127"/>
              <a:ext cx="404132" cy="36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9" name="直線コネクタ 98">
              <a:extLst>
                <a:ext uri="{FF2B5EF4-FFF2-40B4-BE49-F238E27FC236}">
                  <ns2:creationId id="{3299CE47-AB2B-3BBC-ABCF-4A5F513F8D7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439127"/>
              <a:ext cx="0" cy="36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テキスト ボックス 88">
              <a:extLst>
                <a:ext uri="{FF2B5EF4-FFF2-40B4-BE49-F238E27FC236}">
                  <ns2:creationId id="{CF04D44C-1C35-32EA-B64B-8AC394837F1E}"/>
                </a:ext>
              </a:extLst>
            </p:cNvPr>
            <p:cNvSpPr txBox="1"/>
            <p:nvPr/>
          </p:nvSpPr>
          <p:spPr>
            <a:xfrm>
              <a:off x="9952793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テキスト ボックス 84">
              <a:extLst>
                <a:ext uri="{FF2B5EF4-FFF2-40B4-BE49-F238E27FC236}">
                  <ns2:creationId id="{14BB205C-8369-4344-1249-A6FD1E286891}"/>
                </a:ext>
              </a:extLst>
            </p:cNvPr>
            <p:cNvSpPr txBox="1"/>
            <p:nvPr/>
          </p:nvSpPr>
          <p:spPr>
            <a:xfrm>
              <a:off x="8063442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テキスト ボックス 75">
              <a:extLst>
                <a:ext uri="{FF2B5EF4-FFF2-40B4-BE49-F238E27FC236}">
                  <ns2:creationId id="{7DB3DDD4-5EB8-34A8-D940-6709B61AFF42}"/>
                </a:ext>
              </a:extLst>
            </p:cNvPr>
            <p:cNvSpPr txBox="1"/>
            <p:nvPr/>
          </p:nvSpPr>
          <p:spPr>
            <a:xfrm>
              <a:off x="6174090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A81DDCA8-A460-9699-DC21-61377BFED911}"/>
                </a:ext>
              </a:extLst>
            </p:cNvPr>
            <p:cNvSpPr txBox="1"/>
            <p:nvPr/>
          </p:nvSpPr>
          <p:spPr>
            <a:xfrm>
              <a:off x="5684846" y="3850115"/>
              <a:ext cx="404132" cy="72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1" name="直線コネクタ 100">
              <a:extLst>
                <a:ext uri="{FF2B5EF4-FFF2-40B4-BE49-F238E27FC236}">
                  <ns2:creationId id="{8CDA1A55-7FCD-6E4B-412C-D6DE488B6D19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850115"/>
              <a:ext cx="0" cy="72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0B2E4BD0-E993-50B9-7CCD-A87198839785}"/>
                </a:ext>
              </a:extLst>
            </p:cNvPr>
            <p:cNvSpPr txBox="1"/>
            <p:nvPr/>
          </p:nvSpPr>
          <p:spPr>
            <a:xfrm>
              <a:off x="9952793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4529EDE9-4E79-B948-99BB-DBB0B6ACB89C}"/>
                </a:ext>
              </a:extLst>
            </p:cNvPr>
            <p:cNvSpPr txBox="1"/>
            <p:nvPr/>
          </p:nvSpPr>
          <p:spPr>
            <a:xfrm>
              <a:off x="8063442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7D276220-7643-6BDA-4990-A77EF1877912}"/>
                </a:ext>
              </a:extLst>
            </p:cNvPr>
            <p:cNvSpPr txBox="1"/>
            <p:nvPr/>
          </p:nvSpPr>
          <p:spPr>
            <a:xfrm>
              <a:off x="6174090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Word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PowerPoint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55" name="グループ化 154">
            <a:extLst>
              <a:ext uri="{FF2B5EF4-FFF2-40B4-BE49-F238E27FC236}">
                <ns2:creationId id="{C3881232-E91D-EC8F-6427-86D66FF09EF7}"/>
              </a:ext>
            </a:extLst>
          </p:cNvPr>
          <p:cNvGrpSpPr/>
          <p:nvPr/>
        </p:nvGrpSpPr>
        <p:grpSpPr>
          <a:xfrm>
            <a:off x="5875938" y="4909877"/>
            <a:ext cx="5875162" cy="369332"/>
            <a:chOff x="6312374" y="5651150"/>
            <a:chExt cx="5875162" cy="369332"/>
          </a:xfrm>
        </p:grpSpPr>
        <p:sp>
          <p:nvSpPr>
            <p:cNvPr id="147" name="テキスト ボックス 146">
              <a:extLst>
                <a:ext uri="{FF2B5EF4-FFF2-40B4-BE49-F238E27FC236}">
                  <ns2:creationId id="{DEE73C9E-57EA-93A1-66F3-C7A5FE75A75E}"/>
                </a:ext>
              </a:extLst>
            </p:cNvPr>
            <p:cNvSpPr txBox="1"/>
            <p:nvPr/>
          </p:nvSpPr>
          <p:spPr>
            <a:xfrm>
              <a:off x="6393314" y="5651150"/>
              <a:ext cx="5794222" cy="369332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92075" lvl="2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三角形 60">
              <a:extLst>
                <a:ext uri="{FF2B5EF4-FFF2-40B4-BE49-F238E27FC236}">
                  <ns2:creationId id="{1B7CBC98-DC14-7C29-7617-99E24D67BBBF}"/>
                </a:ext>
              </a:extLst>
            </p:cNvPr>
            <p:cNvSpPr/>
            <p:nvPr/>
          </p:nvSpPr>
          <p:spPr>
            <a:xfrm rot="5400000">
              <a:off x="6205519" y="5793737"/>
              <a:ext cx="297867" cy="84158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F6297D7D-ACD8-F8C2-CAD5-972D0DFDCE16}"/>
              </a:ext>
            </a:extLst>
          </p:cNvPr>
          <p:cNvGrpSpPr/>
          <p:nvPr/>
        </p:nvGrpSpPr>
        <p:grpSpPr>
          <a:xfrm>
            <a:off x="343356" y="5405680"/>
            <a:ext cx="11529358" cy="904341"/>
            <a:chOff x="343356" y="5544575"/>
            <a:chExt cx="11529358" cy="904341"/>
          </a:xfrm>
        </p:grpSpPr>
        <p:sp>
          <p:nvSpPr>
            <p:cNvPr id="156" name="正方形/長方形 155">
              <a:extLst>
                <a:ext uri="{FF2B5EF4-FFF2-40B4-BE49-F238E27FC236}">
                  <ns2:creationId id="{DEDBA0CA-1F46-EA12-EC48-9DF55EBDF087}"/>
                </a:ext>
              </a:extLst>
            </p:cNvPr>
            <p:cNvSpPr/>
            <p:nvPr/>
          </p:nvSpPr>
          <p:spPr>
            <a:xfrm>
              <a:off x="343356" y="5575156"/>
              <a:ext cx="243929" cy="87376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86FE283E-0FFF-7785-79FF-E47B9760C69B}"/>
                </a:ext>
              </a:extLst>
            </p:cNvPr>
            <p:cNvSpPr/>
            <p:nvPr/>
          </p:nvSpPr>
          <p:spPr>
            <a:xfrm>
              <a:off x="647893" y="6021428"/>
              <a:ext cx="1664778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zh-TW" alt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CCA28BD1-3DBF-4BFA-CCE8-5AA8B4AE756E}"/>
                </a:ext>
              </a:extLst>
            </p:cNvPr>
            <p:cNvSpPr/>
            <p:nvPr/>
          </p:nvSpPr>
          <p:spPr>
            <a:xfrm>
              <a:off x="647893" y="6244565"/>
              <a:ext cx="1664778" cy="198000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922DAEA4-74EE-7929-E462-917F98DD56BE}"/>
                </a:ext>
              </a:extLst>
            </p:cNvPr>
            <p:cNvSpPr/>
            <p:nvPr/>
          </p:nvSpPr>
          <p:spPr>
            <a:xfrm>
              <a:off x="2387772" y="5544575"/>
              <a:ext cx="9469266" cy="19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E181D87A-FD2E-E5D8-6DFA-C7A8B9A8DE5F}"/>
                </a:ext>
              </a:extLst>
            </p:cNvPr>
            <p:cNvSpPr/>
            <p:nvPr/>
          </p:nvSpPr>
          <p:spPr>
            <a:xfrm>
              <a:off x="2387772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C0FDF8CE-1A72-2946-533E-1DCD9FE36E4D}"/>
                </a:ext>
              </a:extLst>
            </p:cNvPr>
            <p:cNvSpPr/>
            <p:nvPr/>
          </p:nvSpPr>
          <p:spPr>
            <a:xfrm>
              <a:off x="4763416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08BF9EFD-BA6D-8A5B-4C3C-18B904295907}"/>
                </a:ext>
              </a:extLst>
            </p:cNvPr>
            <p:cNvSpPr/>
            <p:nvPr/>
          </p:nvSpPr>
          <p:spPr>
            <a:xfrm>
              <a:off x="7139060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43756BD9-5C97-46CC-69E2-46BF25A1E29D}"/>
                </a:ext>
              </a:extLst>
            </p:cNvPr>
            <p:cNvSpPr/>
            <p:nvPr/>
          </p:nvSpPr>
          <p:spPr>
            <a:xfrm>
              <a:off x="9514704" y="5796867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13CCB674-8E2C-481A-6EAB-57C16BC8BD3A}"/>
                </a:ext>
              </a:extLst>
            </p:cNvPr>
            <p:cNvSpPr/>
            <p:nvPr/>
          </p:nvSpPr>
          <p:spPr>
            <a:xfrm>
              <a:off x="2387772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20A54CF-A998-839E-D58B-07A8AE6C152D}"/>
                </a:ext>
              </a:extLst>
            </p:cNvPr>
            <p:cNvSpPr/>
            <p:nvPr/>
          </p:nvSpPr>
          <p:spPr>
            <a:xfrm>
              <a:off x="4763416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BB8038B4-B0B4-9C8D-7ECF-668F0C38E018}"/>
                </a:ext>
              </a:extLst>
            </p:cNvPr>
            <p:cNvSpPr/>
            <p:nvPr/>
          </p:nvSpPr>
          <p:spPr>
            <a:xfrm>
              <a:off x="7139060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9E6B11-5025-C3C2-241D-5B8035CAD8D2}"/>
                </a:ext>
              </a:extLst>
            </p:cNvPr>
            <p:cNvSpPr/>
            <p:nvPr/>
          </p:nvSpPr>
          <p:spPr>
            <a:xfrm>
              <a:off x="9514704" y="6020003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E505156D-9B59-9769-D306-55EC82B14FD4}"/>
                </a:ext>
              </a:extLst>
            </p:cNvPr>
            <p:cNvSpPr/>
            <p:nvPr/>
          </p:nvSpPr>
          <p:spPr>
            <a:xfrm>
              <a:off x="2387772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90BA28C0-D20D-DC99-4099-F1978829FE26}"/>
                </a:ext>
              </a:extLst>
            </p:cNvPr>
            <p:cNvSpPr/>
            <p:nvPr/>
          </p:nvSpPr>
          <p:spPr>
            <a:xfrm>
              <a:off x="4763416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95DF8650-0CFE-9321-6494-ECC1E5947688}"/>
                </a:ext>
              </a:extLst>
            </p:cNvPr>
            <p:cNvSpPr/>
            <p:nvPr/>
          </p:nvSpPr>
          <p:spPr>
            <a:xfrm>
              <a:off x="7139060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E8C91A35-BE28-9783-F65E-E21D5909A824}"/>
                </a:ext>
              </a:extLst>
            </p:cNvPr>
            <p:cNvSpPr/>
            <p:nvPr/>
          </p:nvSpPr>
          <p:spPr>
            <a:xfrm>
              <a:off x="9514704" y="6243775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2C8B408-A6D4-E5F4-1FF0-C0A5B84D339A}"/>
                </a:ext>
              </a:extLst>
            </p:cNvPr>
            <p:cNvSpPr/>
            <p:nvPr/>
          </p:nvSpPr>
          <p:spPr>
            <a:xfrm>
              <a:off x="2418252" y="5825311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E0D537F0-27F1-7684-833F-AE91F57C5B48}"/>
                </a:ext>
              </a:extLst>
            </p:cNvPr>
            <p:cNvSpPr/>
            <p:nvPr/>
          </p:nvSpPr>
          <p:spPr>
            <a:xfrm>
              <a:off x="4789817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2C8AD79-9847-6945-345C-643B04AE3F29}"/>
                </a:ext>
              </a:extLst>
            </p:cNvPr>
            <p:cNvSpPr/>
            <p:nvPr/>
          </p:nvSpPr>
          <p:spPr>
            <a:xfrm>
              <a:off x="716446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0D13C0DF-98BC-DAE7-6D65-D673C5794C6C}"/>
                </a:ext>
              </a:extLst>
            </p:cNvPr>
            <p:cNvSpPr/>
            <p:nvPr/>
          </p:nvSpPr>
          <p:spPr>
            <a:xfrm>
              <a:off x="954040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2" name="直線コネクタ 191">
              <a:extLst>
                <a:ext uri="{FF2B5EF4-FFF2-40B4-BE49-F238E27FC236}">
                  <ns2:creationId id="{23F64599-C8CF-76AB-8E2A-4C6B032E5D85}"/>
                </a:ext>
              </a:extLst>
            </p:cNvPr>
            <p:cNvCxnSpPr>
              <a:cxnSpLocks/>
            </p:cNvCxnSpPr>
            <p:nvPr/>
          </p:nvCxnSpPr>
          <p:spPr>
            <a:xfrm>
              <a:off x="2425480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754A8C3-7E22-12F0-0A53-24AAF7791E94}"/>
                </a:ext>
              </a:extLst>
            </p:cNvPr>
            <p:cNvCxnSpPr>
              <a:cxnSpLocks/>
            </p:cNvCxnSpPr>
            <p:nvPr/>
          </p:nvCxnSpPr>
          <p:spPr>
            <a:xfrm>
              <a:off x="9585224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645EFC2B-C9F0-E816-BC0A-6053365FA97F}"/>
                </a:ext>
              </a:extLst>
            </p:cNvPr>
            <p:cNvCxnSpPr>
              <a:cxnSpLocks/>
            </p:cNvCxnSpPr>
            <p:nvPr/>
          </p:nvCxnSpPr>
          <p:spPr>
            <a:xfrm>
              <a:off x="7198642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5DE04A52-6349-9F05-8445-DD2EEB0F3031}"/>
                </a:ext>
              </a:extLst>
            </p:cNvPr>
            <p:cNvCxnSpPr>
              <a:cxnSpLocks/>
            </p:cNvCxnSpPr>
            <p:nvPr/>
          </p:nvCxnSpPr>
          <p:spPr>
            <a:xfrm>
              <a:off x="4812061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8" name="グラフィックス 207" descr="チャットの吹き出し 単色塗りつぶし">
              <a:extLst>
                <a:ext uri="{FF2B5EF4-FFF2-40B4-BE49-F238E27FC236}">
                  <ns2:creationId id="{8EB55475-BDE9-8C02-815E-677C989B6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648466" y="5556262"/>
              <a:ext cx="180000" cy="180000"/>
            </a:xfrm>
            <a:prstGeom prst="rect">
              <a:avLst/>
            </a:prstGeom>
          </p:spPr>
        </p:pic>
        <p:pic>
          <p:nvPicPr>
            <p:cNvPr id="210" name="グラフィックス 209" descr="分岐路 単色塗りつぶし">
              <a:extLst>
                <a:ext uri="{FF2B5EF4-FFF2-40B4-BE49-F238E27FC236}">
                  <ns2:creationId id="{579109BF-F4D3-D1AC-8B57-83085BFAA2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76160" y="5621665"/>
              <a:ext cx="178320" cy="178320"/>
            </a:xfrm>
            <a:prstGeom prst="rect">
              <a:avLst/>
            </a:prstGeom>
          </p:spPr>
        </p:pic>
      </p:grpSp>
      <p:grpSp>
        <p:nvGrpSpPr>
          <p:cNvPr id="33" name="グループ化 32">
            <a:extLst>
              <a:ext uri="{FF2B5EF4-FFF2-40B4-BE49-F238E27FC236}">
                <ns2:creationId id="{6739D340-09BD-033D-9942-1601007939DD}"/>
              </a:ext>
            </a:extLst>
          </p:cNvPr>
          <p:cNvGrpSpPr/>
          <p:nvPr/>
        </p:nvGrpSpPr>
        <p:grpSpPr>
          <a:xfrm>
            <a:off x="6174090" y="3568938"/>
            <a:ext cx="5599242" cy="780288"/>
            <a:chOff x="6174090" y="3568938"/>
            <a:chExt cx="5599242" cy="780288"/>
          </a:xfrm>
        </p:grpSpPr>
        <p:grpSp>
          <p:nvGrpSpPr>
            <p:cNvPr id="24" name="グループ化 23">
              <a:extLst>
                <a:ext uri="{FF2B5EF4-FFF2-40B4-BE49-F238E27FC236}">
                  <ns2:creationId id="{6BBB078B-E5CE-0556-A669-8B091A81E9C2}"/>
                </a:ext>
              </a:extLst>
            </p:cNvPr>
            <p:cNvGrpSpPr/>
            <p:nvPr/>
          </p:nvGrpSpPr>
          <p:grpSpPr>
            <a:xfrm>
              <a:off x="6174090" y="3568938"/>
              <a:ext cx="5599242" cy="0"/>
              <a:chOff x="6174090" y="3568938"/>
              <a:chExt cx="5599242" cy="0"/>
            </a:xfrm>
          </p:grpSpPr>
          <p:cxnSp>
            <p:nvCxnSpPr>
              <p:cNvPr id="19" name="直線コネクタ 18">
                <a:extLst>
                  <a:ext uri="{FF2B5EF4-FFF2-40B4-BE49-F238E27FC236}">
                    <ns2:creationId id="{E9FCF6CC-6052-2CF6-A99B-873E2A5555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直線コネクタ 20">
                <a:extLst>
                  <a:ext uri="{FF2B5EF4-FFF2-40B4-BE49-F238E27FC236}">
                    <ns2:creationId id="{7C05893A-8E9F-02D2-F493-37B701BE4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線コネクタ 22">
                <a:extLst>
                  <a:ext uri="{FF2B5EF4-FFF2-40B4-BE49-F238E27FC236}">
                    <ns2:creationId id="{59044836-C71F-1090-FE66-4AF111C21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D2FAC868-41EA-D97B-D9D9-2C1186044DF4}"/>
                </a:ext>
              </a:extLst>
            </p:cNvPr>
            <p:cNvGrpSpPr/>
            <p:nvPr/>
          </p:nvGrpSpPr>
          <p:grpSpPr>
            <a:xfrm>
              <a:off x="6174090" y="4349226"/>
              <a:ext cx="5599242" cy="0"/>
              <a:chOff x="6174090" y="3568938"/>
              <a:chExt cx="5599242" cy="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D1BEF1C3-CF02-7C83-1846-1E40E448C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2D820BD5-A5EE-A106-9F16-7AA4E9C25D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612408B0-34DE-4ADA-584F-3DA8B78F3B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623370038"/>
      </p:ext>
    </p:extLst>
  </p:cSld>
  <p:clrMapOvr>
    <a:masterClrMapping/>
  </p:clrMapOvr>
</p:sld>
</file>

<file path=ppt/slides/slide1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3668681584"/>
      </p:ext>
    </p:extLst>
  </p:cSld>
  <p:clrMapOvr>
    <a:masterClrMapping/>
  </p:clrMapOvr>
</p:sld>
</file>

<file path=ppt/slides/slide1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718177317"/>
      </p:ext>
    </p:extLst>
  </p:cSld>
  <p:clrMapOvr>
    <a:masterClrMapping/>
  </p:clrMapOvr>
</p:sld>
</file>

<file path=ppt/slides/slide13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350632427"/>
      </p:ext>
    </p:extLst>
  </p:cSld>
  <p:clrMapOvr>
    <a:masterClrMapping/>
  </p:clrMapOvr>
</p:sld>
</file>

<file path=ppt/slides/slide1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204894"/>
            <a:chOff x="441801" y="2139759"/>
            <a:chExt cx="5319608" cy="1204894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1754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037276510"/>
      </p:ext>
    </p:extLst>
  </p:cSld>
  <p:clrMapOvr>
    <a:masterClrMapping/>
  </p:clrMapOvr>
</p:sld>
</file>

<file path=ppt/slides/slide1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11057810"/>
      </p:ext>
    </p:extLst>
  </p:cSld>
  <p:clrMapOvr>
    <a:masterClrMapping/>
  </p:clrMapOvr>
</p:sld>
</file>

<file path=ppt/slides/slide1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31602962"/>
      </p:ext>
    </p:extLst>
  </p:cSld>
  <p:clrMapOvr>
    <a:masterClrMapping/>
  </p:clrMapOvr>
</p:sld>
</file>

<file path=ppt/slides/slide1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6370829"/>
      </p:ext>
    </p:extLst>
  </p:cSld>
  <p:clrMapOvr>
    <a:masterClrMapping/>
  </p:clrMapOvr>
</p:sld>
</file>

<file path=ppt/slides/slide13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277316451"/>
      </p:ext>
    </p:extLst>
  </p:cSld>
  <p:clrMapOvr>
    <a:masterClrMapping/>
  </p:clrMapOvr>
</p:sld>
</file>

<file path=ppt/slides/slide1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159676202"/>
      </p:ext>
    </p:extLst>
  </p:cSld>
  <p:clrMapOvr>
    <a:masterClrMapping/>
  </p:clrMapOvr>
</p:sld>
</file>

<file path=ppt/slides/slide1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4086982096"/>
      </p:ext>
    </p:extLst>
  </p:cSld>
  <p:clrMapOvr>
    <a:masterClrMapping/>
  </p:clrMapOvr>
</p:sld>
</file>

<file path=ppt/slides/slide1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837286614"/>
      </p:ext>
    </p:extLst>
  </p:cSld>
  <p:clrMapOvr>
    <a:masterClrMapping/>
  </p:clrMapOvr>
</p:sld>
</file>

<file path=ppt/slides/slide1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3844862182"/>
      </p:ext>
    </p:extLst>
  </p:cSld>
  <p:clrMapOvr>
    <a:masterClrMapping/>
  </p:clrMapOvr>
</p:sld>
</file>

<file path=ppt/slides/slide1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5870106"/>
      </p:ext>
    </p:extLst>
  </p:cSld>
  <p:clrMapOvr>
    <a:masterClrMapping/>
  </p:clrMapOvr>
</p:sld>
</file>

<file path=ppt/slides/slide1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86173362"/>
      </p:ext>
    </p:extLst>
  </p:cSld>
  <p:clrMapOvr>
    <a:masterClrMapping/>
  </p:clrMapOvr>
</p:sld>
</file>

<file path=ppt/slides/slide1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69232775"/>
      </p:ext>
    </p:extLst>
  </p:cSld>
  <p:clrMapOvr>
    <a:masterClrMapping/>
  </p:clrMapOvr>
</p:sld>
</file>

<file path=ppt/slides/slide1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2EB07B2-D62C-6925-3A21-86E863946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5BB27145-80A0-9448-E893-1FB8953AA9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68"/>
          </a:xfrm>
        </p:spPr>
        <p:txBody>
          <a:bodyPr vert="horz" lIns="91440" tIns="45720" rIns="91440" bIns="45720" rtlCol="0">
            <a:noAutofit/>
          </a:bodyPr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3" name="タイトル 1">
            <a:extLst>
              <a:ext uri="{FF2B5EF4-FFF2-40B4-BE49-F238E27FC236}">
                <ns2:creationId id="{458E126E-3115-FBE5-84E9-BA3929BBA03F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  <a:endParaRPr lang="en-US" altLang="ja-JP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07" name="グループ化 106">
            <a:extLst>
              <a:ext uri="{FF2B5EF4-FFF2-40B4-BE49-F238E27FC236}">
                <ns2:creationId id="{CA252D13-9291-5D99-B69A-D4584C1A0650}"/>
              </a:ext>
            </a:extLst>
          </p:cNvPr>
          <p:cNvGrpSpPr/>
          <p:nvPr/>
        </p:nvGrpSpPr>
        <p:grpSpPr>
          <a:xfrm>
            <a:off x="334960" y="1638464"/>
            <a:ext cx="11522077" cy="4674364"/>
            <a:chOff x="334960" y="1638464"/>
            <a:chExt cx="11522077" cy="4674364"/>
          </a:xfrm>
        </p:grpSpPr>
        <p:sp>
          <p:nvSpPr>
            <p:cNvPr id="71" name="正方形/長方形 70">
              <a:extLst>
                <a:ext uri="{FF2B5EF4-FFF2-40B4-BE49-F238E27FC236}">
                  <ns2:creationId id="{0BCFD4DC-07BB-C51C-954C-94D26E53365D}"/>
                </a:ext>
              </a:extLst>
            </p:cNvPr>
            <p:cNvSpPr/>
            <p:nvPr/>
          </p:nvSpPr>
          <p:spPr>
            <a:xfrm>
              <a:off x="4596493" y="4494340"/>
              <a:ext cx="1138827" cy="125124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ABA2CC8-21A5-6033-BCDB-66A3D25F09D9}"/>
                </a:ext>
              </a:extLst>
            </p:cNvPr>
            <p:cNvSpPr/>
            <p:nvPr/>
          </p:nvSpPr>
          <p:spPr>
            <a:xfrm>
              <a:off x="5801358" y="4494340"/>
              <a:ext cx="3348000" cy="12512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57BD0793-24D0-57F7-D674-C61AE141A12D}"/>
                </a:ext>
              </a:extLst>
            </p:cNvPr>
            <p:cNvSpPr/>
            <p:nvPr/>
          </p:nvSpPr>
          <p:spPr>
            <a:xfrm>
              <a:off x="4596493" y="5840607"/>
              <a:ext cx="1138827" cy="46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721DBA3-B2E3-3C17-4316-6243D5DDAF72}"/>
                </a:ext>
              </a:extLst>
            </p:cNvPr>
            <p:cNvSpPr/>
            <p:nvPr/>
          </p:nvSpPr>
          <p:spPr>
            <a:xfrm>
              <a:off x="5801358" y="5840607"/>
              <a:ext cx="3348000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FAB608C3-3FF8-7B87-B03A-E0EAB9A41408}"/>
                </a:ext>
              </a:extLst>
            </p:cNvPr>
            <p:cNvSpPr/>
            <p:nvPr/>
          </p:nvSpPr>
          <p:spPr>
            <a:xfrm>
              <a:off x="4596493" y="2052264"/>
              <a:ext cx="1138827" cy="96854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48806140-AFAE-2476-EBB9-CFB579D416EB}"/>
                </a:ext>
              </a:extLst>
            </p:cNvPr>
            <p:cNvSpPr/>
            <p:nvPr/>
          </p:nvSpPr>
          <p:spPr>
            <a:xfrm>
              <a:off x="5801358" y="2052264"/>
              <a:ext cx="3348000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B0BB5D24-AA44-2DD9-F2A8-A5D4C14BA561}"/>
                </a:ext>
              </a:extLst>
            </p:cNvPr>
            <p:cNvSpPr/>
            <p:nvPr/>
          </p:nvSpPr>
          <p:spPr>
            <a:xfrm>
              <a:off x="4596493" y="3120058"/>
              <a:ext cx="1138827" cy="127503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F16F2605-6A1E-EE4F-BE24-23FA9EB8C87C}"/>
                </a:ext>
              </a:extLst>
            </p:cNvPr>
            <p:cNvSpPr/>
            <p:nvPr/>
          </p:nvSpPr>
          <p:spPr>
            <a:xfrm>
              <a:off x="5801358" y="3120058"/>
              <a:ext cx="3348000" cy="127503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1A450D7-4CA2-127E-4E51-62487C536B10}"/>
                </a:ext>
              </a:extLst>
            </p:cNvPr>
            <p:cNvSpPr/>
            <p:nvPr/>
          </p:nvSpPr>
          <p:spPr>
            <a:xfrm>
              <a:off x="924691" y="2052264"/>
              <a:ext cx="749026" cy="164166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4B242EA-8CE7-62EC-F935-B54ABC6935C0}"/>
                </a:ext>
              </a:extLst>
            </p:cNvPr>
            <p:cNvSpPr/>
            <p:nvPr/>
          </p:nvSpPr>
          <p:spPr>
            <a:xfrm>
              <a:off x="924691" y="3793173"/>
              <a:ext cx="749026" cy="149316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FA6780-1955-DD28-4DBA-DA454BEBFDDE}"/>
                </a:ext>
              </a:extLst>
            </p:cNvPr>
            <p:cNvSpPr/>
            <p:nvPr/>
          </p:nvSpPr>
          <p:spPr>
            <a:xfrm>
              <a:off x="924691" y="5385584"/>
              <a:ext cx="749026" cy="92724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15868C5-2710-B1C0-8E5C-1C64517EEA06}"/>
                </a:ext>
              </a:extLst>
            </p:cNvPr>
            <p:cNvSpPr/>
            <p:nvPr/>
          </p:nvSpPr>
          <p:spPr>
            <a:xfrm>
              <a:off x="1745619" y="2052264"/>
              <a:ext cx="2488101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DB99296-33EA-D310-EDBD-1B3DD684FE64}"/>
                </a:ext>
              </a:extLst>
            </p:cNvPr>
            <p:cNvSpPr/>
            <p:nvPr/>
          </p:nvSpPr>
          <p:spPr>
            <a:xfrm>
              <a:off x="1745619" y="3120057"/>
              <a:ext cx="2488101" cy="57387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4617B17-7D41-5AC5-1DFD-BC4A69DA9F54}"/>
                </a:ext>
              </a:extLst>
            </p:cNvPr>
            <p:cNvSpPr/>
            <p:nvPr/>
          </p:nvSpPr>
          <p:spPr>
            <a:xfrm>
              <a:off x="1745619" y="4494340"/>
              <a:ext cx="2488101" cy="79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3210A754-5B5A-5499-AE2F-57EB7E3BD0B0}"/>
                </a:ext>
              </a:extLst>
            </p:cNvPr>
            <p:cNvSpPr/>
            <p:nvPr/>
          </p:nvSpPr>
          <p:spPr>
            <a:xfrm>
              <a:off x="1745619" y="5385584"/>
              <a:ext cx="2488101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02BFE29E-EC88-5641-C31D-DA0E3583BBEA}"/>
                </a:ext>
              </a:extLst>
            </p:cNvPr>
            <p:cNvSpPr/>
            <p:nvPr/>
          </p:nvSpPr>
          <p:spPr>
            <a:xfrm>
              <a:off x="334960" y="2052264"/>
              <a:ext cx="517830" cy="426056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6DDAA195-E192-5840-E3D4-E07EC9DBB1C8}"/>
                </a:ext>
              </a:extLst>
            </p:cNvPr>
            <p:cNvSpPr/>
            <p:nvPr/>
          </p:nvSpPr>
          <p:spPr>
            <a:xfrm>
              <a:off x="1745619" y="5844828"/>
              <a:ext cx="2488101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DB27209C-1B2D-4789-9EAA-7146AB4C486D}"/>
                </a:ext>
              </a:extLst>
            </p:cNvPr>
            <p:cNvSpPr/>
            <p:nvPr/>
          </p:nvSpPr>
          <p:spPr>
            <a:xfrm>
              <a:off x="1745619" y="3793173"/>
              <a:ext cx="2488101" cy="601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EEF3C8DB-CFA7-C80E-7ED4-9EFDDD8E194D}"/>
                </a:ext>
              </a:extLst>
            </p:cNvPr>
            <p:cNvCxnSpPr/>
            <p:nvPr/>
          </p:nvCxnSpPr>
          <p:spPr>
            <a:xfrm>
              <a:off x="1745869" y="3743551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ns2:creationId id="{5238457A-778A-5F94-27E7-396790ABB502}"/>
                </a:ext>
              </a:extLst>
            </p:cNvPr>
            <p:cNvCxnSpPr/>
            <p:nvPr/>
          </p:nvCxnSpPr>
          <p:spPr>
            <a:xfrm>
              <a:off x="1745869" y="5335962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ns2:creationId id="{4E25B4E6-23CA-7ED4-242C-6365E8738231}"/>
                </a:ext>
              </a:extLst>
            </p:cNvPr>
            <p:cNvCxnSpPr/>
            <p:nvPr/>
          </p:nvCxnSpPr>
          <p:spPr>
            <a:xfrm>
              <a:off x="1745869" y="3070435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ns2:creationId id="{B7078A9D-3CDF-340B-1BA5-E273ACE88FEB}"/>
                </a:ext>
              </a:extLst>
            </p:cNvPr>
            <p:cNvCxnSpPr/>
            <p:nvPr/>
          </p:nvCxnSpPr>
          <p:spPr>
            <a:xfrm>
              <a:off x="1745869" y="4444718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ns2:creationId id="{2D5879A5-DCCC-8FB7-F3BF-D88CF1AB619F}"/>
                </a:ext>
              </a:extLst>
            </p:cNvPr>
            <p:cNvCxnSpPr/>
            <p:nvPr/>
          </p:nvCxnSpPr>
          <p:spPr>
            <a:xfrm>
              <a:off x="1745869" y="5795206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ns2:creationId id="{FA3CB923-4086-1AF5-D647-0A9A3CF74A0E}"/>
                </a:ext>
              </a:extLst>
            </p:cNvPr>
            <p:cNvCxnSpPr/>
            <p:nvPr/>
          </p:nvCxnSpPr>
          <p:spPr>
            <a:xfrm>
              <a:off x="5806439" y="307653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ns2:creationId id="{B46DD579-AF24-B538-65E4-0C7C8D0B7651}"/>
                </a:ext>
              </a:extLst>
            </p:cNvPr>
            <p:cNvCxnSpPr/>
            <p:nvPr/>
          </p:nvCxnSpPr>
          <p:spPr>
            <a:xfrm>
              <a:off x="5806439" y="4454399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ns2:creationId id="{78C6CDD7-E17D-E903-2A08-B433D67CA923}"/>
                </a:ext>
              </a:extLst>
            </p:cNvPr>
            <p:cNvCxnSpPr/>
            <p:nvPr/>
          </p:nvCxnSpPr>
          <p:spPr>
            <a:xfrm>
              <a:off x="5806439" y="578487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E90AA2F-336B-AEA3-56E2-5A73F942E34C}"/>
                </a:ext>
              </a:extLst>
            </p:cNvPr>
            <p:cNvSpPr txBox="1"/>
            <p:nvPr/>
          </p:nvSpPr>
          <p:spPr>
            <a:xfrm>
              <a:off x="334962" y="1638464"/>
              <a:ext cx="4018598" cy="338554"/>
            </a:xfrm>
            <a:prstGeom prst="homePlate">
              <a:avLst>
                <a:gd name="adj" fmla="val 28868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" name="テキスト ボックス 11">
              <a:extLst>
                <a:ext uri="{FF2B5EF4-FFF2-40B4-BE49-F238E27FC236}">
                  <ns2:creationId id="{BF12BF4F-2FE4-8342-C558-997CF8702DC1}"/>
                </a:ext>
              </a:extLst>
            </p:cNvPr>
            <p:cNvSpPr txBox="1"/>
            <p:nvPr/>
          </p:nvSpPr>
          <p:spPr>
            <a:xfrm>
              <a:off x="4596493" y="1638464"/>
              <a:ext cx="7260544" cy="338554"/>
            </a:xfrm>
            <a:prstGeom prst="chevron">
              <a:avLst>
                <a:gd name="adj" fmla="val 28868"/>
              </a:avLst>
            </a:prstGeom>
            <a:solidFill>
              <a:srgbClr val="008000"/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～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90" name="グループ化 89">
              <a:extLst>
                <a:ext uri="{FF2B5EF4-FFF2-40B4-BE49-F238E27FC236}">
                  <ns2:creationId id="{FDD70766-16C0-C50C-F0A5-34BEA7A806E8}"/>
                </a:ext>
              </a:extLst>
            </p:cNvPr>
            <p:cNvGrpSpPr/>
            <p:nvPr/>
          </p:nvGrpSpPr>
          <p:grpSpPr>
            <a:xfrm>
              <a:off x="9129382" y="5840606"/>
              <a:ext cx="2641163" cy="468000"/>
              <a:chOff x="9129382" y="5840606"/>
              <a:chExt cx="2641163" cy="468000"/>
            </a:xfrm>
          </p:grpSpPr>
          <p:sp>
            <p:nvSpPr>
              <p:cNvPr id="43" name="正方形/長方形 66">
                <a:extLst>
                  <a:ext uri="{FF2B5EF4-FFF2-40B4-BE49-F238E27FC236}">
                    <ns2:creationId id="{BD594DD7-03F0-3C64-AB34-3DADAE046912}"/>
                  </a:ext>
                </a:extLst>
              </p:cNvPr>
              <p:cNvSpPr/>
              <p:nvPr/>
            </p:nvSpPr>
            <p:spPr>
              <a:xfrm>
                <a:off x="9286545" y="5840606"/>
                <a:ext cx="2484000" cy="468000"/>
              </a:xfrm>
              <a:prstGeom prst="roundRect">
                <a:avLst>
                  <a:gd name="adj" fmla="val 8334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Isosceles Triangle 48">
                <a:extLst>
                  <a:ext uri="{FF2B5EF4-FFF2-40B4-BE49-F238E27FC236}">
                    <ns2:creationId id="{402A6A5C-1566-1846-7056-A8CC1C80C97E}"/>
                  </a:ext>
                </a:extLst>
              </p:cNvPr>
              <p:cNvSpPr/>
              <p:nvPr/>
            </p:nvSpPr>
            <p:spPr>
              <a:xfrm rot="15300000">
                <a:off x="9162720" y="589469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2" name="Graphic 61" descr="Programmer male with solid fill">
                <a:extLst>
                  <a:ext uri="{FF2B5EF4-FFF2-40B4-BE49-F238E27FC236}">
                    <ns2:creationId id="{426D5AE3-09F9-0BB3-6CD0-DB350AA691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403900" y="598460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8" name="グループ化 87">
              <a:extLst>
                <a:ext uri="{FF2B5EF4-FFF2-40B4-BE49-F238E27FC236}">
                  <ns2:creationId id="{1AE779A4-F24E-4C6F-A47B-4B5D84DB4F43}"/>
                </a:ext>
              </a:extLst>
            </p:cNvPr>
            <p:cNvGrpSpPr/>
            <p:nvPr/>
          </p:nvGrpSpPr>
          <p:grpSpPr>
            <a:xfrm>
              <a:off x="9129382" y="3132271"/>
              <a:ext cx="2641163" cy="1266396"/>
              <a:chOff x="9129382" y="3132271"/>
              <a:chExt cx="2641163" cy="1266396"/>
            </a:xfrm>
          </p:grpSpPr>
          <p:sp>
            <p:nvSpPr>
              <p:cNvPr id="45" name="正方形/長方形 73">
                <a:extLst>
                  <a:ext uri="{FF2B5EF4-FFF2-40B4-BE49-F238E27FC236}">
                    <ns2:creationId id="{1BAB6A97-459C-0EA5-A2C6-600CF0014051}"/>
                  </a:ext>
                </a:extLst>
              </p:cNvPr>
              <p:cNvSpPr/>
              <p:nvPr/>
            </p:nvSpPr>
            <p:spPr>
              <a:xfrm>
                <a:off x="9286545" y="3132271"/>
                <a:ext cx="2484000" cy="1266396"/>
              </a:xfrm>
              <a:prstGeom prst="roundRect">
                <a:avLst>
                  <a:gd name="adj" fmla="val 284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Isosceles Triangle 46">
                <a:extLst>
                  <a:ext uri="{FF2B5EF4-FFF2-40B4-BE49-F238E27FC236}">
                    <ns2:creationId id="{74FFB4CE-82F8-73DC-FAD8-634282A70C98}"/>
                  </a:ext>
                </a:extLst>
              </p:cNvPr>
              <p:cNvSpPr/>
              <p:nvPr/>
            </p:nvSpPr>
            <p:spPr>
              <a:xfrm rot="15300000">
                <a:off x="9162720" y="3447974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4" name="Graphic 63" descr="Internet Of Things with solid fill">
                <a:extLst>
                  <a:ext uri="{FF2B5EF4-FFF2-40B4-BE49-F238E27FC236}">
                    <ns2:creationId id="{68D4CB7C-CE26-F97C-3238-DD93ED956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403901" y="407466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9" name="グループ化 88">
              <a:extLst>
                <a:ext uri="{FF2B5EF4-FFF2-40B4-BE49-F238E27FC236}">
                  <ns2:creationId id="{1F8A2AED-4517-C44E-EA66-22248581F6AE}"/>
                </a:ext>
              </a:extLst>
            </p:cNvPr>
            <p:cNvGrpSpPr/>
            <p:nvPr/>
          </p:nvGrpSpPr>
          <p:grpSpPr>
            <a:xfrm>
              <a:off x="9129382" y="4510141"/>
              <a:ext cx="2641163" cy="1219008"/>
              <a:chOff x="9129382" y="4510141"/>
              <a:chExt cx="2641163" cy="1219008"/>
            </a:xfrm>
          </p:grpSpPr>
          <p:sp>
            <p:nvSpPr>
              <p:cNvPr id="41" name="正方形/長方形 65">
                <a:extLst>
                  <a:ext uri="{FF2B5EF4-FFF2-40B4-BE49-F238E27FC236}">
                    <ns2:creationId id="{0FBC84E5-8284-7874-085D-440F2799A3D3}"/>
                  </a:ext>
                </a:extLst>
              </p:cNvPr>
              <p:cNvSpPr/>
              <p:nvPr/>
            </p:nvSpPr>
            <p:spPr>
              <a:xfrm>
                <a:off x="9286545" y="4510141"/>
                <a:ext cx="2484000" cy="1219008"/>
              </a:xfrm>
              <a:prstGeom prst="roundRect">
                <a:avLst>
                  <a:gd name="adj" fmla="val 295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Isosceles Triangle 47">
                <a:extLst>
                  <a:ext uri="{FF2B5EF4-FFF2-40B4-BE49-F238E27FC236}">
                    <ns2:creationId id="{A1F52160-05BE-329A-FAD7-1C60BC90CA6C}"/>
                  </a:ext>
                </a:extLst>
              </p:cNvPr>
              <p:cNvSpPr/>
              <p:nvPr/>
            </p:nvSpPr>
            <p:spPr>
              <a:xfrm rot="15300000">
                <a:off x="9162720" y="477797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8" name="Graphic 67" descr="Artificial Intelligence with solid fill">
                <a:extLst>
                  <a:ext uri="{FF2B5EF4-FFF2-40B4-BE49-F238E27FC236}">
                    <ns2:creationId id="{BDF92671-AA2E-E6DA-9F93-BE29625926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03901" y="5405149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7" name="グループ化 86">
              <a:extLst>
                <a:ext uri="{FF2B5EF4-FFF2-40B4-BE49-F238E27FC236}">
                  <ns2:creationId id="{9757A24F-1BC8-D9DB-5E58-A90AE6FE6893}"/>
                </a:ext>
              </a:extLst>
            </p:cNvPr>
            <p:cNvGrpSpPr/>
            <p:nvPr/>
          </p:nvGrpSpPr>
          <p:grpSpPr>
            <a:xfrm>
              <a:off x="9129382" y="2052264"/>
              <a:ext cx="2641163" cy="968537"/>
              <a:chOff x="9129382" y="2052264"/>
              <a:chExt cx="2641163" cy="968537"/>
            </a:xfrm>
          </p:grpSpPr>
          <p:sp>
            <p:nvSpPr>
              <p:cNvPr id="44" name="正方形/長方形 72">
                <a:extLst>
                  <a:ext uri="{FF2B5EF4-FFF2-40B4-BE49-F238E27FC236}">
                    <ns2:creationId id="{48621FB8-6B46-B518-7665-D2C352899189}"/>
                  </a:ext>
                </a:extLst>
              </p:cNvPr>
              <p:cNvSpPr/>
              <p:nvPr/>
            </p:nvSpPr>
            <p:spPr>
              <a:xfrm>
                <a:off x="9286545" y="2052264"/>
                <a:ext cx="2484000" cy="968537"/>
              </a:xfrm>
              <a:prstGeom prst="roundRect">
                <a:avLst>
                  <a:gd name="adj" fmla="val 3717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Isosceles Triangle 45">
                <a:extLst>
                  <a:ext uri="{FF2B5EF4-FFF2-40B4-BE49-F238E27FC236}">
                    <ns2:creationId id="{4A657EC4-1679-7A29-AF9D-CD9E4A73A64A}"/>
                  </a:ext>
                </a:extLst>
              </p:cNvPr>
              <p:cNvSpPr/>
              <p:nvPr/>
            </p:nvSpPr>
            <p:spPr>
              <a:xfrm rot="15300000">
                <a:off x="9162720" y="2286269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7" name="Graphic 76" descr="Remote work with solid fill">
                <a:extLst>
                  <a:ext uri="{FF2B5EF4-FFF2-40B4-BE49-F238E27FC236}">
                    <ns2:creationId id="{1C298149-8763-9608-CE2F-39EFC92DA3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03899" y="2696801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5" name="コネクタ: カギ線 4">
              <a:extLst>
                <a:ext uri="{FF2B5EF4-FFF2-40B4-BE49-F238E27FC236}">
                  <ns2:creationId id="{E24343E6-2D52-A217-A699-ADC9120CFCAF}"/>
                </a:ext>
              </a:extLst>
            </p:cNvPr>
            <p:cNvCxnSpPr>
              <a:cxnSpLocks/>
              <a:stCxn id="19" idx="3"/>
              <a:endCxn id="70" idx="1"/>
            </p:cNvCxnSpPr>
            <p:nvPr/>
          </p:nvCxnSpPr>
          <p:spPr>
            <a:xfrm>
              <a:off x="4233720" y="3406993"/>
              <a:ext cx="362773" cy="35058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矢印コネクタ 9">
              <a:extLst>
                <a:ext uri="{FF2B5EF4-FFF2-40B4-BE49-F238E27FC236}">
                  <ns2:creationId id="{C34249F8-B0B7-DBD3-9238-F1EE893A9EEC}"/>
                </a:ext>
              </a:extLst>
            </p:cNvPr>
            <p:cNvCxnSpPr>
              <a:cxnSpLocks/>
              <a:stCxn id="18" idx="3"/>
              <a:endCxn id="69" idx="1"/>
            </p:cNvCxnSpPr>
            <p:nvPr/>
          </p:nvCxnSpPr>
          <p:spPr>
            <a:xfrm>
              <a:off x="4233720" y="2536539"/>
              <a:ext cx="36277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コネクタ: カギ線 15">
              <a:extLst>
                <a:ext uri="{FF2B5EF4-FFF2-40B4-BE49-F238E27FC236}">
                  <ns2:creationId id="{2A9C59F3-A229-1F27-6A2D-35C2E6DED874}"/>
                </a:ext>
              </a:extLst>
            </p:cNvPr>
            <p:cNvCxnSpPr>
              <a:cxnSpLocks/>
              <a:stCxn id="104" idx="3"/>
              <a:endCxn id="70" idx="1"/>
            </p:cNvCxnSpPr>
            <p:nvPr/>
          </p:nvCxnSpPr>
          <p:spPr>
            <a:xfrm flipV="1">
              <a:off x="4233720" y="3757578"/>
              <a:ext cx="362773" cy="33655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9172586C-301E-0844-1895-03C1609A608B}"/>
                </a:ext>
              </a:extLst>
            </p:cNvPr>
            <p:cNvCxnSpPr>
              <a:cxnSpLocks/>
              <a:stCxn id="20" idx="3"/>
              <a:endCxn id="71" idx="1"/>
            </p:cNvCxnSpPr>
            <p:nvPr/>
          </p:nvCxnSpPr>
          <p:spPr>
            <a:xfrm>
              <a:off x="4233720" y="4890340"/>
              <a:ext cx="362773" cy="229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コネクタ: カギ線 39">
              <a:extLst>
                <a:ext uri="{FF2B5EF4-FFF2-40B4-BE49-F238E27FC236}">
                  <ns2:creationId id="{400B336F-35A2-E60B-A459-163EEC239E85}"/>
                </a:ext>
              </a:extLst>
            </p:cNvPr>
            <p:cNvCxnSpPr>
              <a:cxnSpLocks/>
              <a:stCxn id="27" idx="3"/>
              <a:endCxn id="71" idx="1"/>
            </p:cNvCxnSpPr>
            <p:nvPr/>
          </p:nvCxnSpPr>
          <p:spPr>
            <a:xfrm flipV="1">
              <a:off x="4233720" y="5119962"/>
              <a:ext cx="362773" cy="445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矢印コネクタ 59">
              <a:extLst>
                <a:ext uri="{FF2B5EF4-FFF2-40B4-BE49-F238E27FC236}">
                  <ns2:creationId id="{84A00A11-FCC2-BB0D-AF85-336A5CF1670B}"/>
                </a:ext>
              </a:extLst>
            </p:cNvPr>
            <p:cNvCxnSpPr>
              <a:cxnSpLocks/>
              <a:stCxn id="99" idx="3"/>
              <a:endCxn id="72" idx="1"/>
            </p:cNvCxnSpPr>
            <p:nvPr/>
          </p:nvCxnSpPr>
          <p:spPr>
            <a:xfrm flipV="1">
              <a:off x="4233720" y="6074607"/>
              <a:ext cx="362773" cy="422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2" name="グラフィックス 91" descr="事業の成長 単色塗りつぶし">
              <a:extLst>
                <a:ext uri="{FF2B5EF4-FFF2-40B4-BE49-F238E27FC236}">
                  <ns2:creationId id="{CDAA68D1-2BA6-19E2-A8C0-329FDA0EA9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985907" y="4749180"/>
              <a:ext cx="360000" cy="360000"/>
            </a:xfrm>
            <a:prstGeom prst="rect">
              <a:avLst/>
            </a:prstGeom>
          </p:spPr>
        </p:pic>
        <p:pic>
          <p:nvPicPr>
            <p:cNvPr id="94" name="グラフィックス 93" descr="UI UX 単色塗りつぶし">
              <a:extLst>
                <a:ext uri="{FF2B5EF4-FFF2-40B4-BE49-F238E27FC236}">
                  <ns2:creationId id="{556BEBD8-9C8A-3B1F-3E7F-75CFECCF00F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985907" y="3323904"/>
              <a:ext cx="360000" cy="360000"/>
            </a:xfrm>
            <a:prstGeom prst="rect">
              <a:avLst/>
            </a:prstGeom>
          </p:spPr>
        </p:pic>
        <p:pic>
          <p:nvPicPr>
            <p:cNvPr id="96" name="グラフィックス 95" descr="チェスの駒 単色塗りつぶし">
              <a:extLst>
                <a:ext uri="{FF2B5EF4-FFF2-40B4-BE49-F238E27FC236}">
                  <ns2:creationId id="{1B25AB28-DDB5-D6D8-4747-1033456604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985907" y="2134534"/>
              <a:ext cx="360000" cy="360000"/>
            </a:xfrm>
            <a:prstGeom prst="rect">
              <a:avLst/>
            </a:prstGeom>
          </p:spPr>
        </p:pic>
        <p:pic>
          <p:nvPicPr>
            <p:cNvPr id="98" name="グラフィックス 97" descr="歯車付きの頭 単色塗りつぶし">
              <a:extLst>
                <a:ext uri="{FF2B5EF4-FFF2-40B4-BE49-F238E27FC236}">
                  <ns2:creationId id="{06390826-445A-BFEF-46D5-5B464CB2F7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119204" y="5446487"/>
              <a:ext cx="360000" cy="360000"/>
            </a:xfrm>
            <a:prstGeom prst="rect">
              <a:avLst/>
            </a:prstGeom>
          </p:spPr>
        </p:pic>
        <p:pic>
          <p:nvPicPr>
            <p:cNvPr id="101" name="グラフィックス 100" descr="アイデア 単色塗りつぶし">
              <a:extLst>
                <a:ext uri="{FF2B5EF4-FFF2-40B4-BE49-F238E27FC236}">
                  <ns2:creationId id="{78C27843-5AB2-414A-328E-7B89F71F93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19204" y="2488306"/>
              <a:ext cx="360000" cy="360000"/>
            </a:xfrm>
            <a:prstGeom prst="rect">
              <a:avLst/>
            </a:prstGeom>
          </p:spPr>
        </p:pic>
        <p:pic>
          <p:nvPicPr>
            <p:cNvPr id="103" name="グラフィックス 102" descr="科学思想 単色塗りつぶし">
              <a:extLst>
                <a:ext uri="{FF2B5EF4-FFF2-40B4-BE49-F238E27FC236}">
                  <ns2:creationId id="{BCA8E320-3BC7-ED46-58B0-2C914F4866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119204" y="4035096"/>
              <a:ext cx="360000" cy="360000"/>
            </a:xfrm>
            <a:prstGeom prst="rect">
              <a:avLst/>
            </a:prstGeom>
          </p:spPr>
        </p:pic>
        <p:pic>
          <p:nvPicPr>
            <p:cNvPr id="106" name="グラフィックス 105" descr="イラストレーター 単色塗りつぶし">
              <a:extLst>
                <a:ext uri="{FF2B5EF4-FFF2-40B4-BE49-F238E27FC236}">
                  <ns2:creationId id="{3476C735-D94F-5104-A4CA-C910051AD5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22683" y="3638275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9110861"/>
      </p:ext>
    </p:extLst>
  </p:cSld>
  <p:clrMapOvr>
    <a:masterClrMapping/>
  </p:clrMapOvr>
</p:sld>
</file>

<file path=ppt/slides/slide1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77DFEEE-8C1F-73A5-F3A2-F3559A3760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759AD4-37A7-2FB0-2A21-D09DADB96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3D6481-FC9C-ADCA-8657-91DF4FCAD3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61" name="Group 160">
            <a:extLst>
              <a:ext uri="{FF2B5EF4-FFF2-40B4-BE49-F238E27FC236}">
                <ns2:creationId id="{38D2D947-7087-19FA-1940-07DD795A5420}"/>
              </a:ext>
            </a:extLst>
          </p:cNvPr>
          <p:cNvGrpSpPr/>
          <p:nvPr/>
        </p:nvGrpSpPr>
        <p:grpSpPr>
          <a:xfrm>
            <a:off x="334963" y="1647821"/>
            <a:ext cx="4506277" cy="4660904"/>
            <a:chOff x="334963" y="1647821"/>
            <a:chExt cx="4506277" cy="4660904"/>
          </a:xfrm>
        </p:grpSpPr>
        <p:sp>
          <p:nvSpPr>
            <p:cNvPr id="5" name="正方形/長方形 4">
              <a:extLst>
                <a:ext uri="{FF2B5EF4-FFF2-40B4-BE49-F238E27FC236}">
                  <ns2:creationId id="{620EAD62-2ACA-64E5-C1CD-E4E641F01C9D}"/>
                </a:ext>
              </a:extLst>
            </p:cNvPr>
            <p:cNvSpPr/>
            <p:nvPr/>
          </p:nvSpPr>
          <p:spPr>
            <a:xfrm>
              <a:off x="1924204" y="3419686"/>
              <a:ext cx="769578" cy="722018"/>
            </a:xfrm>
            <a:prstGeom prst="roundRect">
              <a:avLst>
                <a:gd name="adj" fmla="val 4986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FCE67ECF-3AC8-487B-7E01-608028E305AF}"/>
                </a:ext>
              </a:extLst>
            </p:cNvPr>
            <p:cNvSpPr/>
            <p:nvPr/>
          </p:nvSpPr>
          <p:spPr>
            <a:xfrm>
              <a:off x="3982720" y="3935469"/>
              <a:ext cx="858520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353D72A1-4510-ED3F-1DD4-15EAA5289012}"/>
                </a:ext>
              </a:extLst>
            </p:cNvPr>
            <p:cNvSpPr/>
            <p:nvPr/>
          </p:nvSpPr>
          <p:spPr>
            <a:xfrm>
              <a:off x="2447412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9226F0E6-8708-2FDB-C583-51C42F480A01}"/>
                </a:ext>
              </a:extLst>
            </p:cNvPr>
            <p:cNvSpPr/>
            <p:nvPr/>
          </p:nvSpPr>
          <p:spPr>
            <a:xfrm>
              <a:off x="1391188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1A8B57F-C4D6-6574-1BA8-B95E8D660F0E}"/>
                </a:ext>
              </a:extLst>
            </p:cNvPr>
            <p:cNvSpPr/>
            <p:nvPr/>
          </p:nvSpPr>
          <p:spPr>
            <a:xfrm>
              <a:off x="33496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44D9FF7-806B-47A4-1DB9-D91756AB1D8C}"/>
                </a:ext>
              </a:extLst>
            </p:cNvPr>
            <p:cNvSpPr/>
            <p:nvPr/>
          </p:nvSpPr>
          <p:spPr>
            <a:xfrm>
              <a:off x="350363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C360CBE7-5EDD-63E8-2761-A71EEBF9EBE0}"/>
                </a:ext>
              </a:extLst>
            </p:cNvPr>
            <p:cNvCxnSpPr>
              <a:cxnSpLocks/>
            </p:cNvCxnSpPr>
            <p:nvPr/>
          </p:nvCxnSpPr>
          <p:spPr>
            <a:xfrm>
              <a:off x="2308993" y="3113302"/>
              <a:ext cx="0" cy="30638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コネクタ: カギ線 18">
              <a:extLst>
                <a:ext uri="{FF2B5EF4-FFF2-40B4-BE49-F238E27FC236}">
                  <ns2:creationId id="{30AE3D0B-D9A7-B926-8A34-E2A7B817C10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69913" y="3991544"/>
              <a:ext cx="1288920" cy="158923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コネクタ: カギ線 20">
              <a:extLst>
                <a:ext uri="{FF2B5EF4-FFF2-40B4-BE49-F238E27FC236}">
                  <ns2:creationId id="{A548AD64-EC11-BE61-85D6-AC0A86A9C4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398026" y="4519658"/>
              <a:ext cx="1288920" cy="53301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6125755D-090A-E578-6D28-8F6CD717E7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926137" y="4524559"/>
              <a:ext cx="1288920" cy="52320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A036B5BE-1A5A-BE16-FE1C-84CE790065A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54248" y="3996448"/>
              <a:ext cx="1288920" cy="157943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74D668A2-0811-B715-9D37-6B9CED701432}"/>
                </a:ext>
              </a:extLst>
            </p:cNvPr>
            <p:cNvCxnSpPr>
              <a:cxnSpLocks/>
              <a:stCxn id="7" idx="1"/>
            </p:cNvCxnSpPr>
            <p:nvPr/>
          </p:nvCxnSpPr>
          <p:spPr>
            <a:xfrm flipH="1" flipV="1">
              <a:off x="2306466" y="4374519"/>
              <a:ext cx="1676254" cy="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ns2:creationId id="{40A3A9E9-4F1B-59E9-D9CC-1A83EA62E47A}"/>
                </a:ext>
              </a:extLst>
            </p:cNvPr>
            <p:cNvGrpSpPr/>
            <p:nvPr/>
          </p:nvGrpSpPr>
          <p:grpSpPr>
            <a:xfrm>
              <a:off x="1924204" y="2235201"/>
              <a:ext cx="769578" cy="878101"/>
              <a:chOff x="1924204" y="2235201"/>
              <a:chExt cx="769578" cy="87810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1C1EB094-574F-6595-9B43-6BB169009795}"/>
                  </a:ext>
                </a:extLst>
              </p:cNvPr>
              <p:cNvSpPr/>
              <p:nvPr/>
            </p:nvSpPr>
            <p:spPr>
              <a:xfrm>
                <a:off x="1924204" y="2235201"/>
                <a:ext cx="769578" cy="878101"/>
              </a:xfrm>
              <a:prstGeom prst="roundRect">
                <a:avLst>
                  <a:gd name="adj" fmla="val 421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3" name="Graphic 72" descr="Office Chair with solid fill">
                <a:extLst>
                  <a:ext uri="{FF2B5EF4-FFF2-40B4-BE49-F238E27FC236}">
                    <ns2:creationId id="{4AE9792C-97D0-0CCE-E3C4-26E4B2779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8225" y="2311947"/>
                <a:ext cx="541536" cy="541536"/>
              </a:xfrm>
              <a:prstGeom prst="rect">
                <a:avLst/>
              </a:prstGeom>
            </p:spPr>
          </p:pic>
        </p:grpSp>
        <p:grpSp>
          <p:nvGrpSpPr>
            <p:cNvPr id="159" name="Group 158">
              <a:extLst>
                <a:ext uri="{FF2B5EF4-FFF2-40B4-BE49-F238E27FC236}">
                  <ns2:creationId id="{13B101E3-D67E-D487-BB48-9367E28F9299}"/>
                </a:ext>
              </a:extLst>
            </p:cNvPr>
            <p:cNvGrpSpPr/>
            <p:nvPr/>
          </p:nvGrpSpPr>
          <p:grpSpPr>
            <a:xfrm>
              <a:off x="334963" y="1647821"/>
              <a:ext cx="4506277" cy="392365"/>
              <a:chOff x="334963" y="1647821"/>
              <a:chExt cx="4506277" cy="392365"/>
            </a:xfrm>
          </p:grpSpPr>
          <p:grpSp>
            <p:nvGrpSpPr>
              <p:cNvPr id="11" name="Group 10">
                <a:extLst>
                  <a:ext uri="{FF2B5EF4-FFF2-40B4-BE49-F238E27FC236}">
                    <ns2:creationId id="{F24E3DD0-E5A6-6D9D-4DA7-BB522F643576}"/>
                  </a:ext>
                </a:extLst>
              </p:cNvPr>
              <p:cNvGrpSpPr/>
              <p:nvPr/>
            </p:nvGrpSpPr>
            <p:grpSpPr>
              <a:xfrm>
                <a:off x="334963" y="1698681"/>
                <a:ext cx="4506277" cy="341505"/>
                <a:chOff x="144381" y="1656429"/>
                <a:chExt cx="4897834" cy="283040"/>
              </a:xfrm>
            </p:grpSpPr>
            <p:cxnSp>
              <p:nvCxnSpPr>
                <p:cNvPr id="29" name="直線コネクタ 28">
                  <a:extLst>
                    <a:ext uri="{FF2B5EF4-FFF2-40B4-BE49-F238E27FC236}">
                      <ns2:creationId id="{92936574-8031-EF98-9965-2BE2A613D4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4381" y="1939468"/>
                  <a:ext cx="489783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29">
                  <a:extLst>
                    <a:ext uri="{FF2B5EF4-FFF2-40B4-BE49-F238E27FC236}">
                      <ns2:creationId id="{A4041812-E234-01E0-E279-070430574C8F}"/>
                    </a:ext>
                  </a:extLst>
                </p:cNvPr>
                <p:cNvSpPr txBox="1"/>
                <p:nvPr/>
              </p:nvSpPr>
              <p:spPr>
                <a:xfrm>
                  <a:off x="155072" y="1656429"/>
                  <a:ext cx="4887142" cy="280595"/>
                </a:xfrm>
                <a:prstGeom prst="rect">
                  <a:avLst/>
                </a:prstGeom>
                <a:noFill/>
              </p:spPr>
              <p:txBody>
                <a:bodyPr wrap="square" lIns="576000" rtlCol="0" anchor="b">
                  <a:spAutoFit/>
                </a:bodyPr>
                <a:lstStyle/>
                <a:p>
                  <a:r>
                    <a:rPr kumimoji="1" lang="ja-JP" altLang="en-US" sz="1600" dirty="0">
                      <a:latin typeface="+mn-ea"/>
                    </a:rPr>
                    <a:t>XX</a:t>
                  </a:r>
                  <a:r>
                    <a:rPr lang="ja-JP" altLang="en-US" sz="1600" dirty="0">
                      <a:latin typeface="+mn-ea"/>
                    </a:rPr>
                    <a:t> </a:t>
                  </a:r>
                  <a:r>
                    <a:rPr kumimoji="1" lang="en-US" altLang="ja-JP" sz="1100" dirty="0">
                      <a:latin typeface="+mn-ea"/>
                    </a:rPr>
                    <a:t>(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  <a:r>
                    <a:rPr kumimoji="1" lang="en-US" altLang="ja-JP" sz="11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</p:grpSp>
          <p:pic>
            <p:nvPicPr>
              <p:cNvPr id="154" name="Graphic 153" descr="Hierarchy outline">
                <a:extLst>
                  <a:ext uri="{FF2B5EF4-FFF2-40B4-BE49-F238E27FC236}">
                    <ns2:creationId id="{7D5D7F08-3720-9432-EEB7-2908FEA5D9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06400" y="1647821"/>
                <a:ext cx="363859" cy="363859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F9D04FA2-D47A-6DAB-3482-9EE9BF0F2FE7}"/>
              </a:ext>
            </a:extLst>
          </p:cNvPr>
          <p:cNvGrpSpPr/>
          <p:nvPr/>
        </p:nvGrpSpPr>
        <p:grpSpPr>
          <a:xfrm>
            <a:off x="5135880" y="2174240"/>
            <a:ext cx="6721161" cy="4134485"/>
            <a:chOff x="5135880" y="2174240"/>
            <a:chExt cx="6721161" cy="4134485"/>
          </a:xfrm>
        </p:grpSpPr>
        <p:sp>
          <p:nvSpPr>
            <p:cNvPr id="18" name="table_TWformat_2_1">
              <a:extLst>
                <a:ext uri="{FF2B5EF4-FFF2-40B4-BE49-F238E27FC236}">
                  <ns2:creationId id="{1BC7A905-3B59-60FF-C299-D7FADE283BB1}"/>
                </a:ext>
              </a:extLst>
            </p:cNvPr>
            <p:cNvSpPr txBox="1"/>
            <p:nvPr/>
          </p:nvSpPr>
          <p:spPr>
            <a:xfrm>
              <a:off x="5135880" y="2512284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0" name="table_TWformat_3_1">
              <a:extLst>
                <a:ext uri="{FF2B5EF4-FFF2-40B4-BE49-F238E27FC236}">
                  <ns2:creationId id="{6C7B14C0-AF1A-168E-6ECE-97A92E4B204C}"/>
                </a:ext>
              </a:extLst>
            </p:cNvPr>
            <p:cNvSpPr txBox="1"/>
            <p:nvPr/>
          </p:nvSpPr>
          <p:spPr>
            <a:xfrm>
              <a:off x="5135880" y="3467496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2" name="table_TWformat_4_1">
              <a:extLst>
                <a:ext uri="{FF2B5EF4-FFF2-40B4-BE49-F238E27FC236}">
                  <ns2:creationId id="{A29DEC93-8040-06F2-2E5E-066068DC430C}"/>
                </a:ext>
              </a:extLst>
            </p:cNvPr>
            <p:cNvSpPr txBox="1"/>
            <p:nvPr/>
          </p:nvSpPr>
          <p:spPr>
            <a:xfrm>
              <a:off x="5135880" y="4422707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4" name="table_TWformat_5_1">
              <a:extLst>
                <a:ext uri="{FF2B5EF4-FFF2-40B4-BE49-F238E27FC236}">
                  <ns2:creationId id="{0EE04FC6-91BB-61CC-D45C-9EC8EFB9BB87}"/>
                </a:ext>
              </a:extLst>
            </p:cNvPr>
            <p:cNvSpPr txBox="1"/>
            <p:nvPr/>
          </p:nvSpPr>
          <p:spPr>
            <a:xfrm>
              <a:off x="5135880" y="5377919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45" name="table_TWformat_1_1">
              <a:extLst>
                <a:ext uri="{FF2B5EF4-FFF2-40B4-BE49-F238E27FC236}">
                  <ns2:creationId id="{003520A5-F79C-AF59-D9FF-F9972C029E01}"/>
                </a:ext>
              </a:extLst>
            </p:cNvPr>
            <p:cNvSpPr txBox="1"/>
            <p:nvPr/>
          </p:nvSpPr>
          <p:spPr>
            <a:xfrm>
              <a:off x="5135880" y="2174240"/>
              <a:ext cx="2220418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ns2:creationId id="{46FA5DC2-6F01-4CC2-DA6F-BDCDF4D3BB87}"/>
                </a:ext>
              </a:extLst>
            </p:cNvPr>
            <p:cNvGrpSpPr/>
            <p:nvPr/>
          </p:nvGrpSpPr>
          <p:grpSpPr>
            <a:xfrm>
              <a:off x="7409375" y="2174240"/>
              <a:ext cx="977706" cy="4134485"/>
              <a:chOff x="7429694" y="2174240"/>
              <a:chExt cx="1234511" cy="4134485"/>
            </a:xfrm>
          </p:grpSpPr>
          <p:sp>
            <p:nvSpPr>
              <p:cNvPr id="28" name="table_TWformat_2_2">
                <a:extLst>
                  <a:ext uri="{FF2B5EF4-FFF2-40B4-BE49-F238E27FC236}">
                    <ns2:creationId id="{DDF00726-41BE-ACE7-6397-B11BC155F76C}"/>
                  </a:ext>
                </a:extLst>
              </p:cNvPr>
              <p:cNvSpPr txBox="1"/>
              <p:nvPr/>
            </p:nvSpPr>
            <p:spPr>
              <a:xfrm>
                <a:off x="7429694" y="2512284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 dirty="0">
                    <a:latin typeface="+mn-ea"/>
                  </a:rPr>
                  <a:t>XX</a:t>
                </a:r>
              </a:p>
            </p:txBody>
          </p:sp>
          <p:sp>
            <p:nvSpPr>
              <p:cNvPr id="32" name="table_TWformat_3_2">
                <a:extLst>
                  <a:ext uri="{FF2B5EF4-FFF2-40B4-BE49-F238E27FC236}">
                    <ns2:creationId id="{9ECB5811-4D50-09D9-A2F4-746E1D88BFCD}"/>
                  </a:ext>
                </a:extLst>
              </p:cNvPr>
              <p:cNvSpPr txBox="1"/>
              <p:nvPr/>
            </p:nvSpPr>
            <p:spPr>
              <a:xfrm>
                <a:off x="7429694" y="3467496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3" name="Straight Connector 32">
                <a:extLst>
                  <a:ext uri="{FF2B5EF4-FFF2-40B4-BE49-F238E27FC236}">
                    <ns2:creationId id="{F4DB2238-55A3-0394-D931-232175702942}"/>
                  </a:ext>
                </a:extLst>
              </p:cNvPr>
              <p:cNvCxnSpPr/>
              <p:nvPr/>
            </p:nvCxnSpPr>
            <p:spPr>
              <a:xfrm>
                <a:off x="7429694" y="3455293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table_TWformat_4_2">
                <a:extLst>
                  <a:ext uri="{FF2B5EF4-FFF2-40B4-BE49-F238E27FC236}">
                    <ns2:creationId id="{E9CFAB2D-869A-01DC-61CA-433BFF96295B}"/>
                  </a:ext>
                </a:extLst>
              </p:cNvPr>
              <p:cNvSpPr txBox="1"/>
              <p:nvPr/>
            </p:nvSpPr>
            <p:spPr>
              <a:xfrm>
                <a:off x="7429694" y="4422707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5" name="Straight Connector 34">
                <a:extLst>
                  <a:ext uri="{FF2B5EF4-FFF2-40B4-BE49-F238E27FC236}">
                    <ns2:creationId id="{C24BEEF3-3499-9E8B-4888-41846E4D24AC}"/>
                  </a:ext>
                </a:extLst>
              </p:cNvPr>
              <p:cNvCxnSpPr/>
              <p:nvPr/>
            </p:nvCxnSpPr>
            <p:spPr>
              <a:xfrm>
                <a:off x="7429694" y="4410504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able_TWformat_5_2">
                <a:extLst>
                  <a:ext uri="{FF2B5EF4-FFF2-40B4-BE49-F238E27FC236}">
                    <ns2:creationId id="{A150137E-A9DF-B15A-3BB2-F7968B8604C1}"/>
                  </a:ext>
                </a:extLst>
              </p:cNvPr>
              <p:cNvSpPr txBox="1"/>
              <p:nvPr/>
            </p:nvSpPr>
            <p:spPr>
              <a:xfrm>
                <a:off x="7429694" y="5377919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7" name="Straight Connector 36">
                <a:extLst>
                  <a:ext uri="{FF2B5EF4-FFF2-40B4-BE49-F238E27FC236}">
                    <ns2:creationId id="{32A95FD1-CDA3-79AA-A705-0C573777E960}"/>
                  </a:ext>
                </a:extLst>
              </p:cNvPr>
              <p:cNvCxnSpPr/>
              <p:nvPr/>
            </p:nvCxnSpPr>
            <p:spPr>
              <a:xfrm>
                <a:off x="7429694" y="5365716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able_TWformat_1_2">
                <a:extLst>
                  <a:ext uri="{FF2B5EF4-FFF2-40B4-BE49-F238E27FC236}">
                    <ns2:creationId id="{39CCC864-C30F-EC52-15D5-0CC413D2B6B7}"/>
                  </a:ext>
                </a:extLst>
              </p:cNvPr>
              <p:cNvSpPr txBox="1"/>
              <p:nvPr/>
            </p:nvSpPr>
            <p:spPr>
              <a:xfrm>
                <a:off x="7429694" y="2174240"/>
                <a:ext cx="1234511" cy="268314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2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ns2:creationId id="{AA379CC3-A87B-F7B9-27CC-AEEF14A22100}"/>
                  </a:ext>
                </a:extLst>
              </p:cNvPr>
              <p:cNvCxnSpPr/>
              <p:nvPr/>
            </p:nvCxnSpPr>
            <p:spPr>
              <a:xfrm>
                <a:off x="7429694" y="2452918"/>
                <a:ext cx="1234511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Straight Connector 50">
              <a:extLst>
                <a:ext uri="{FF2B5EF4-FFF2-40B4-BE49-F238E27FC236}">
                  <ns2:creationId id="{03E89B78-175C-D511-3331-73F299539338}"/>
                </a:ext>
              </a:extLst>
            </p:cNvPr>
            <p:cNvCxnSpPr/>
            <p:nvPr/>
          </p:nvCxnSpPr>
          <p:spPr>
            <a:xfrm>
              <a:off x="5135880" y="2452918"/>
              <a:ext cx="22204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2_1">
              <a:extLst>
                <a:ext uri="{FF2B5EF4-FFF2-40B4-BE49-F238E27FC236}">
                  <ns2:creationId id="{9CAD4B1A-6B0B-50E3-2C7E-0B4ABF30F41C}"/>
                </a:ext>
              </a:extLst>
            </p:cNvPr>
            <p:cNvSpPr txBox="1"/>
            <p:nvPr/>
          </p:nvSpPr>
          <p:spPr>
            <a:xfrm>
              <a:off x="5135880" y="3113302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8" name="table_TWformat_3_1">
              <a:extLst>
                <a:ext uri="{FF2B5EF4-FFF2-40B4-BE49-F238E27FC236}">
                  <ns2:creationId id="{D82BEA3D-269E-5712-2CBA-18AE893B25E7}"/>
                </a:ext>
              </a:extLst>
            </p:cNvPr>
            <p:cNvSpPr txBox="1"/>
            <p:nvPr/>
          </p:nvSpPr>
          <p:spPr>
            <a:xfrm>
              <a:off x="5135880" y="4068514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9" name="table_TWformat_4_1">
              <a:extLst>
                <a:ext uri="{FF2B5EF4-FFF2-40B4-BE49-F238E27FC236}">
                  <ns2:creationId id="{A25F3A54-BF66-0CA6-1C25-A34EC772CD73}"/>
                </a:ext>
              </a:extLst>
            </p:cNvPr>
            <p:cNvSpPr txBox="1"/>
            <p:nvPr/>
          </p:nvSpPr>
          <p:spPr>
            <a:xfrm>
              <a:off x="5135880" y="5023725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100">
                  <a:latin typeface="+mn-ea"/>
                </a:rPr>
                <a:t>XX</a:t>
              </a: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60" name="table_TWformat_5_1">
              <a:extLst>
                <a:ext uri="{FF2B5EF4-FFF2-40B4-BE49-F238E27FC236}">
                  <ns2:creationId id="{3CB852C6-79E5-B14B-32CC-F9B8ABE8F26A}"/>
                </a:ext>
              </a:extLst>
            </p:cNvPr>
            <p:cNvSpPr txBox="1"/>
            <p:nvPr/>
          </p:nvSpPr>
          <p:spPr>
            <a:xfrm>
              <a:off x="5135880" y="5978937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0" tIns="36000" rIns="0" bIns="36000" rtlCol="0" anchor="ctr">
              <a:noAutofit/>
            </a:bodyPr>
            <a:lstStyle/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1100" dirty="0">
                  <a:latin typeface="+mn-ea"/>
                </a:rPr>
                <a:t>PL</a:t>
              </a:r>
            </a:p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700" dirty="0">
                  <a:latin typeface="+mn-ea"/>
                </a:rPr>
                <a:t>XX</a:t>
              </a:r>
              <a:endParaRPr kumimoji="1" lang="ja-JP" altLang="en-US" sz="700" dirty="0">
                <a:latin typeface="+mn-ea"/>
              </a:endParaRPr>
            </a:p>
          </p:txBody>
        </p:sp>
        <p:pic>
          <p:nvPicPr>
            <p:cNvPr id="64" name="Graphic 63" descr="Office worker male with solid fill">
              <a:extLst>
                <a:ext uri="{FF2B5EF4-FFF2-40B4-BE49-F238E27FC236}">
                  <ns2:creationId id="{05717747-AFFB-66F0-7611-DB88DC0EC1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75924" y="3581400"/>
              <a:ext cx="468000" cy="468000"/>
            </a:xfrm>
            <a:prstGeom prst="rect">
              <a:avLst/>
            </a:prstGeom>
          </p:spPr>
        </p:pic>
        <p:pic>
          <p:nvPicPr>
            <p:cNvPr id="66" name="Graphic 65" descr="Office Chair with solid fill">
              <a:extLst>
                <a:ext uri="{FF2B5EF4-FFF2-40B4-BE49-F238E27FC236}">
                  <ns2:creationId id="{EA5F346A-89BF-1F1D-0C48-8D9068602B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275924" y="2611667"/>
              <a:ext cx="468000" cy="468000"/>
            </a:xfrm>
            <a:prstGeom prst="rect">
              <a:avLst/>
            </a:prstGeom>
          </p:spPr>
        </p:pic>
        <p:pic>
          <p:nvPicPr>
            <p:cNvPr id="68" name="Graphic 67" descr="User with solid fill">
              <a:extLst>
                <a:ext uri="{FF2B5EF4-FFF2-40B4-BE49-F238E27FC236}">
                  <ns2:creationId id="{E1BD84D7-BC98-3C97-FB9B-818D02B9260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4556735"/>
              <a:ext cx="468000" cy="468000"/>
            </a:xfrm>
            <a:prstGeom prst="rect">
              <a:avLst/>
            </a:prstGeom>
          </p:spPr>
        </p:pic>
        <p:pic>
          <p:nvPicPr>
            <p:cNvPr id="75" name="Graphic 74" descr="User with solid fill">
              <a:extLst>
                <a:ext uri="{FF2B5EF4-FFF2-40B4-BE49-F238E27FC236}">
                  <ns2:creationId id="{3F2C9F7C-63E7-1277-9A42-9A3011A07D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5481295"/>
              <a:ext cx="468000" cy="468000"/>
            </a:xfrm>
            <a:prstGeom prst="rect">
              <a:avLst/>
            </a:prstGeom>
          </p:spPr>
        </p:pic>
        <p:sp>
          <p:nvSpPr>
            <p:cNvPr id="76" name="table_TWformat_3_1">
              <a:extLst>
                <a:ext uri="{FF2B5EF4-FFF2-40B4-BE49-F238E27FC236}">
                  <ns2:creationId id="{B1E884B7-8578-F3A6-EE13-893CA9F9B778}"/>
                </a:ext>
              </a:extLst>
            </p:cNvPr>
            <p:cNvSpPr txBox="1"/>
            <p:nvPr/>
          </p:nvSpPr>
          <p:spPr>
            <a:xfrm>
              <a:off x="5913920" y="2595534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7" name="table_TWformat_3_1">
              <a:extLst>
                <a:ext uri="{FF2B5EF4-FFF2-40B4-BE49-F238E27FC236}">
                  <ns2:creationId id="{46BC5784-2CA5-5537-20F0-DFE61C87E96D}"/>
                </a:ext>
              </a:extLst>
            </p:cNvPr>
            <p:cNvSpPr txBox="1"/>
            <p:nvPr/>
          </p:nvSpPr>
          <p:spPr>
            <a:xfrm>
              <a:off x="5913920" y="3550746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8" name="table_TWformat_3_1">
              <a:extLst>
                <a:ext uri="{FF2B5EF4-FFF2-40B4-BE49-F238E27FC236}">
                  <ns2:creationId id="{9FE36C52-4E1D-9B91-CA73-626079221BE4}"/>
                </a:ext>
              </a:extLst>
            </p:cNvPr>
            <p:cNvSpPr txBox="1"/>
            <p:nvPr/>
          </p:nvSpPr>
          <p:spPr>
            <a:xfrm>
              <a:off x="5913920" y="4505958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9" name="table_TWformat_3_1">
              <a:extLst>
                <a:ext uri="{FF2B5EF4-FFF2-40B4-BE49-F238E27FC236}">
                  <ns2:creationId id="{A97EBE59-F4AC-CA09-2BAA-6B4A6A208AEB}"/>
                </a:ext>
              </a:extLst>
            </p:cNvPr>
            <p:cNvSpPr txBox="1"/>
            <p:nvPr/>
          </p:nvSpPr>
          <p:spPr>
            <a:xfrm>
              <a:off x="5913920" y="5461169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53064CDF-E4E4-27F1-1BB2-CF2FE40A1E2B}"/>
                </a:ext>
              </a:extLst>
            </p:cNvPr>
            <p:cNvCxnSpPr/>
            <p:nvPr/>
          </p:nvCxnSpPr>
          <p:spPr>
            <a:xfrm>
              <a:off x="8478520" y="3455293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ns2:creationId id="{6227EFD0-BA91-864D-5016-B9FF125ED83D}"/>
                </a:ext>
              </a:extLst>
            </p:cNvPr>
            <p:cNvCxnSpPr/>
            <p:nvPr/>
          </p:nvCxnSpPr>
          <p:spPr>
            <a:xfrm>
              <a:off x="8478520" y="4410504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ns2:creationId id="{ACA91E6B-F1E4-5641-3D6E-BE56DC2F7060}"/>
                </a:ext>
              </a:extLst>
            </p:cNvPr>
            <p:cNvCxnSpPr/>
            <p:nvPr/>
          </p:nvCxnSpPr>
          <p:spPr>
            <a:xfrm>
              <a:off x="8478520" y="5365716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1_3">
              <a:extLst>
                <a:ext uri="{FF2B5EF4-FFF2-40B4-BE49-F238E27FC236}">
                  <ns2:creationId id="{D9C72DFE-AB9A-A8D5-AC24-C6B339815AE4}"/>
                </a:ext>
              </a:extLst>
            </p:cNvPr>
            <p:cNvSpPr txBox="1"/>
            <p:nvPr/>
          </p:nvSpPr>
          <p:spPr>
            <a:xfrm>
              <a:off x="8478520" y="2174240"/>
              <a:ext cx="3378517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B4AC3D0D-6EFC-8529-3F48-B5A6EBFFF27A}"/>
                </a:ext>
              </a:extLst>
            </p:cNvPr>
            <p:cNvCxnSpPr/>
            <p:nvPr/>
          </p:nvCxnSpPr>
          <p:spPr>
            <a:xfrm>
              <a:off x="8478520" y="2452918"/>
              <a:ext cx="337851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Group 93">
              <a:extLst>
                <a:ext uri="{FF2B5EF4-FFF2-40B4-BE49-F238E27FC236}">
                  <ns2:creationId id="{63DAB0C9-7BCF-D354-B0A9-A90A49888AEC}"/>
                </a:ext>
              </a:extLst>
            </p:cNvPr>
            <p:cNvGrpSpPr/>
            <p:nvPr/>
          </p:nvGrpSpPr>
          <p:grpSpPr>
            <a:xfrm>
              <a:off x="8478523" y="2566013"/>
              <a:ext cx="3378518" cy="800707"/>
              <a:chOff x="8478523" y="2552093"/>
              <a:chExt cx="3378518" cy="800707"/>
            </a:xfrm>
          </p:grpSpPr>
          <p:grpSp>
            <p:nvGrpSpPr>
              <p:cNvPr id="82" name="Group 81">
                <a:extLst>
                  <a:ext uri="{FF2B5EF4-FFF2-40B4-BE49-F238E27FC236}">
                    <ns2:creationId id="{7370B76C-A859-F42B-CC3E-E88EC160DA2B}"/>
                  </a:ext>
                </a:extLst>
              </p:cNvPr>
              <p:cNvGrpSpPr/>
              <p:nvPr/>
            </p:nvGrpSpPr>
            <p:grpSpPr>
              <a:xfrm>
                <a:off x="8478523" y="2552093"/>
                <a:ext cx="3378518" cy="366663"/>
                <a:chOff x="8663413" y="5395130"/>
                <a:chExt cx="3119436" cy="258252"/>
              </a:xfrm>
            </p:grpSpPr>
            <p:sp>
              <p:nvSpPr>
                <p:cNvPr id="83" name="テキスト ボックス 18">
                  <a:extLst>
                    <a:ext uri="{FF2B5EF4-FFF2-40B4-BE49-F238E27FC236}">
                      <ns2:creationId id="{6376A0E7-4D61-9014-4C78-99A02FB76D91}"/>
                    </a:ext>
                  </a:extLst>
                </p:cNvPr>
                <p:cNvSpPr txBox="1"/>
                <p:nvPr/>
              </p:nvSpPr>
              <p:spPr>
                <a:xfrm>
                  <a:off x="8663413" y="5395184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84" name="直線コネクタ 19">
                  <a:extLst>
                    <a:ext uri="{FF2B5EF4-FFF2-40B4-BE49-F238E27FC236}">
                      <ns2:creationId id="{62525D31-78D6-4113-D784-930C69A58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395130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5" name="テキスト ボックス 18">
                  <a:extLst>
                    <a:ext uri="{FF2B5EF4-FFF2-40B4-BE49-F238E27FC236}">
                      <ns2:creationId id="{4DD231B2-CCAA-6001-0CD4-3B020719A6F4}"/>
                    </a:ext>
                  </a:extLst>
                </p:cNvPr>
                <p:cNvSpPr txBox="1"/>
                <p:nvPr/>
              </p:nvSpPr>
              <p:spPr>
                <a:xfrm>
                  <a:off x="9575437" y="5395134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ns2:creationId id="{A8997B5A-2CCD-F219-44EA-F6EBDAFA9892}"/>
                  </a:ext>
                </a:extLst>
              </p:cNvPr>
              <p:cNvGrpSpPr/>
              <p:nvPr/>
            </p:nvGrpSpPr>
            <p:grpSpPr>
              <a:xfrm>
                <a:off x="8478523" y="2986214"/>
                <a:ext cx="3378518" cy="366586"/>
                <a:chOff x="8663413" y="5411082"/>
                <a:chExt cx="3119436" cy="258198"/>
              </a:xfrm>
            </p:grpSpPr>
            <p:sp>
              <p:nvSpPr>
                <p:cNvPr id="89" name="テキスト ボックス 18">
                  <a:extLst>
                    <a:ext uri="{FF2B5EF4-FFF2-40B4-BE49-F238E27FC236}">
                      <ns2:creationId id="{C5973CA9-18F3-D5C4-A702-978A040517C4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0" name="直線コネクタ 19">
                  <a:extLst>
                    <a:ext uri="{FF2B5EF4-FFF2-40B4-BE49-F238E27FC236}">
                      <ns2:creationId id="{25BF82A1-CCD4-18D7-AFDC-C0E0120E0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1" name="テキスト ボックス 18">
                  <a:extLst>
                    <a:ext uri="{FF2B5EF4-FFF2-40B4-BE49-F238E27FC236}">
                      <ns2:creationId id="{3BE478AD-AA06-BB26-56DB-9BE42B46A97F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ns2:creationId id="{3DC1C13A-ED47-7F92-2B98-33BCCF74FA83}"/>
                </a:ext>
              </a:extLst>
            </p:cNvPr>
            <p:cNvGrpSpPr/>
            <p:nvPr/>
          </p:nvGrpSpPr>
          <p:grpSpPr>
            <a:xfrm>
              <a:off x="8478523" y="3514163"/>
              <a:ext cx="3378518" cy="837472"/>
              <a:chOff x="8478523" y="3518466"/>
              <a:chExt cx="3378518" cy="837472"/>
            </a:xfrm>
          </p:grpSpPr>
          <p:grpSp>
            <p:nvGrpSpPr>
              <p:cNvPr id="96" name="Group 95">
                <a:extLst>
                  <a:ext uri="{FF2B5EF4-FFF2-40B4-BE49-F238E27FC236}">
                    <ns2:creationId id="{21FF2438-F46E-4B29-E08A-B288DF54718F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01" name="テキスト ボックス 18">
                  <a:extLst>
                    <a:ext uri="{FF2B5EF4-FFF2-40B4-BE49-F238E27FC236}">
                      <ns2:creationId id="{B67DC7A3-E3D1-788E-3278-747A4E98228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02" name="直線コネクタ 19">
                  <a:extLst>
                    <a:ext uri="{FF2B5EF4-FFF2-40B4-BE49-F238E27FC236}">
                      <ns2:creationId id="{1658902D-7423-7AD1-504C-B7A880E30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3" name="テキスト ボックス 18">
                  <a:extLst>
                    <a:ext uri="{FF2B5EF4-FFF2-40B4-BE49-F238E27FC236}">
                      <ns2:creationId id="{47F1B0A2-43CF-73E2-7C74-7D3E40E91D51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ns2:creationId id="{DC99AA07-8BD3-EEBE-E6EF-AD464E5DDF07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98" name="テキスト ボックス 18">
                  <a:extLst>
                    <a:ext uri="{FF2B5EF4-FFF2-40B4-BE49-F238E27FC236}">
                      <ns2:creationId id="{E928D8E7-7B0D-FA7B-9909-E77175982D1D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9" name="直線コネクタ 19">
                  <a:extLst>
                    <a:ext uri="{FF2B5EF4-FFF2-40B4-BE49-F238E27FC236}">
                      <ns2:creationId id="{A4125F2F-FFF2-A740-76E1-4E442E1D5F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テキスト ボックス 18">
                  <a:extLst>
                    <a:ext uri="{FF2B5EF4-FFF2-40B4-BE49-F238E27FC236}">
                      <ns2:creationId id="{C78C5B46-7173-463F-1B17-6F5D5B174422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ns2:creationId id="{73B02D75-E622-C53F-0F96-0018DA167E95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23" name="テキスト ボックス 18">
                  <a:extLst>
                    <a:ext uri="{FF2B5EF4-FFF2-40B4-BE49-F238E27FC236}">
                      <ns2:creationId id="{E9821760-9EDA-5E31-C447-3FCF1C1C0D7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24" name="直線コネクタ 19">
                  <a:extLst>
                    <a:ext uri="{FF2B5EF4-FFF2-40B4-BE49-F238E27FC236}">
                      <ns2:creationId id="{F8DC304D-6FB3-D078-476B-56F39BFDC0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5" name="テキスト ボックス 18">
                  <a:extLst>
                    <a:ext uri="{FF2B5EF4-FFF2-40B4-BE49-F238E27FC236}">
                      <ns2:creationId id="{64EBB00E-62F3-BB00-ACFF-309F8F59B7B7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7" name="Group 126">
              <a:extLst>
                <a:ext uri="{FF2B5EF4-FFF2-40B4-BE49-F238E27FC236}">
                  <ns2:creationId id="{5CD48D59-6D8F-2E8C-1E56-459C50E6F0E8}"/>
                </a:ext>
              </a:extLst>
            </p:cNvPr>
            <p:cNvGrpSpPr/>
            <p:nvPr/>
          </p:nvGrpSpPr>
          <p:grpSpPr>
            <a:xfrm>
              <a:off x="8478523" y="4469375"/>
              <a:ext cx="3378518" cy="837472"/>
              <a:chOff x="8478523" y="3518466"/>
              <a:chExt cx="3378518" cy="837472"/>
            </a:xfrm>
          </p:grpSpPr>
          <p:grpSp>
            <p:nvGrpSpPr>
              <p:cNvPr id="128" name="Group 127">
                <a:extLst>
                  <a:ext uri="{FF2B5EF4-FFF2-40B4-BE49-F238E27FC236}">
                    <ns2:creationId id="{E65BADB3-4ECD-ECA5-8B6C-34A160A5C159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7" name="テキスト ボックス 18">
                  <a:extLst>
                    <a:ext uri="{FF2B5EF4-FFF2-40B4-BE49-F238E27FC236}">
                      <ns2:creationId id="{61334309-32C3-9F42-8F4B-1374AC9C44F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38" name="直線コネクタ 19">
                  <a:extLst>
                    <a:ext uri="{FF2B5EF4-FFF2-40B4-BE49-F238E27FC236}">
                      <ns2:creationId id="{B4F1BB81-83EC-FBEF-7E2D-D9DE1E6D0E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9" name="テキスト ボックス 18">
                  <a:extLst>
                    <a:ext uri="{FF2B5EF4-FFF2-40B4-BE49-F238E27FC236}">
                      <ns2:creationId id="{2932859A-2A71-7B59-95E1-1F9FC0B6C083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9" name="Group 128">
                <a:extLst>
                  <a:ext uri="{FF2B5EF4-FFF2-40B4-BE49-F238E27FC236}">
                    <ns2:creationId id="{A2EF514C-19D9-E638-C7E7-99213F103B0D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4" name="テキスト ボックス 18">
                  <a:extLst>
                    <a:ext uri="{FF2B5EF4-FFF2-40B4-BE49-F238E27FC236}">
                      <ns2:creationId id="{C9E6E165-C037-D652-9AF2-8EC91536006E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5" name="直線コネクタ 19">
                  <a:extLst>
                    <a:ext uri="{FF2B5EF4-FFF2-40B4-BE49-F238E27FC236}">
                      <ns2:creationId id="{96A102A4-CF03-6CB9-9F7E-C433EBC2D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6" name="テキスト ボックス 18">
                  <a:extLst>
                    <a:ext uri="{FF2B5EF4-FFF2-40B4-BE49-F238E27FC236}">
                      <ns2:creationId id="{FE384B62-D5C0-4851-94CD-545F8304231E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ns2:creationId id="{32C6B598-71FC-880F-4900-00C5884696B2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1" name="テキスト ボックス 18">
                  <a:extLst>
                    <a:ext uri="{FF2B5EF4-FFF2-40B4-BE49-F238E27FC236}">
                      <ns2:creationId id="{B0A67B6F-9A21-59DA-F9FF-51E844E11970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2" name="直線コネクタ 19">
                  <a:extLst>
                    <a:ext uri="{FF2B5EF4-FFF2-40B4-BE49-F238E27FC236}">
                      <ns2:creationId id="{01116999-1C6D-6E65-FFFD-E5D92D5D21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3" name="テキスト ボックス 18">
                  <a:extLst>
                    <a:ext uri="{FF2B5EF4-FFF2-40B4-BE49-F238E27FC236}">
                      <ns2:creationId id="{5240C2A5-81A4-D98A-5580-56DD0094D2BD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ns2:creationId id="{C4B78B31-287B-A2F5-DD8D-0C1A7E569F0C}"/>
                </a:ext>
              </a:extLst>
            </p:cNvPr>
            <p:cNvGrpSpPr/>
            <p:nvPr/>
          </p:nvGrpSpPr>
          <p:grpSpPr>
            <a:xfrm>
              <a:off x="8478523" y="5424586"/>
              <a:ext cx="3378518" cy="837472"/>
              <a:chOff x="8478523" y="3518466"/>
              <a:chExt cx="3378518" cy="837472"/>
            </a:xfrm>
          </p:grpSpPr>
          <p:grpSp>
            <p:nvGrpSpPr>
              <p:cNvPr id="141" name="Group 140">
                <a:extLst>
                  <a:ext uri="{FF2B5EF4-FFF2-40B4-BE49-F238E27FC236}">
                    <ns2:creationId id="{B05B2547-DA48-1A32-115A-8FCEFBF75762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50" name="テキスト ボックス 18">
                  <a:extLst>
                    <a:ext uri="{FF2B5EF4-FFF2-40B4-BE49-F238E27FC236}">
                      <ns2:creationId id="{A5946C4D-9AB9-921F-6EAC-6B12AEE3D249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51" name="直線コネクタ 19">
                  <a:extLst>
                    <a:ext uri="{FF2B5EF4-FFF2-40B4-BE49-F238E27FC236}">
                      <ns2:creationId id="{7E3DAB44-4C6B-D37A-7EFC-F6EA90940C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2" name="テキスト ボックス 18">
                  <a:extLst>
                    <a:ext uri="{FF2B5EF4-FFF2-40B4-BE49-F238E27FC236}">
                      <ns2:creationId id="{C69F12EF-6CE3-6A7D-5BA3-2A93C711A394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ns2:creationId id="{7D0F81E7-BF82-E0AA-E977-D9397472E1EB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7" name="テキスト ボックス 18">
                  <a:extLst>
                    <a:ext uri="{FF2B5EF4-FFF2-40B4-BE49-F238E27FC236}">
                      <ns2:creationId id="{97C2351D-B17A-25D0-9E70-5E63EF66AC6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8" name="直線コネクタ 19">
                  <a:extLst>
                    <a:ext uri="{FF2B5EF4-FFF2-40B4-BE49-F238E27FC236}">
                      <ns2:creationId id="{8858D5B4-8FFA-E286-0C23-A39859987F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9" name="テキスト ボックス 18">
                  <a:extLst>
                    <a:ext uri="{FF2B5EF4-FFF2-40B4-BE49-F238E27FC236}">
                      <ns2:creationId id="{5F32F9AC-E272-6157-E28D-59EFFE692066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ns2:creationId id="{EAE3550E-D1B4-AAA7-237C-18745CC15CC1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4" name="テキスト ボックス 18">
                  <a:extLst>
                    <a:ext uri="{FF2B5EF4-FFF2-40B4-BE49-F238E27FC236}">
                      <ns2:creationId id="{1698EF67-11E5-AF12-85A4-E2904DDC17F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5" name="直線コネクタ 19">
                  <a:extLst>
                    <a:ext uri="{FF2B5EF4-FFF2-40B4-BE49-F238E27FC236}">
                      <ns2:creationId id="{7603915A-29B9-5D7F-908F-015E42F076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6" name="テキスト ボックス 18">
                  <a:extLst>
                    <a:ext uri="{FF2B5EF4-FFF2-40B4-BE49-F238E27FC236}">
                      <ns2:creationId id="{BBAF750C-C55B-75C3-C9A5-CB34A765D91C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PM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Group 157">
            <a:extLst>
              <a:ext uri="{FF2B5EF4-FFF2-40B4-BE49-F238E27FC236}">
                <ns2:creationId id="{6237E9E5-626E-F6FA-EFF6-8111AF39EF45}"/>
              </a:ext>
            </a:extLst>
          </p:cNvPr>
          <p:cNvGrpSpPr/>
          <p:nvPr/>
        </p:nvGrpSpPr>
        <p:grpSpPr>
          <a:xfrm>
            <a:off x="5135881" y="1647821"/>
            <a:ext cx="6710346" cy="394238"/>
            <a:chOff x="5135881" y="1647821"/>
            <a:chExt cx="6710346" cy="394238"/>
          </a:xfrm>
        </p:grpSpPr>
        <p:grpSp>
          <p:nvGrpSpPr>
            <p:cNvPr id="13" name="Group 12">
              <a:extLst>
                <a:ext uri="{FF2B5EF4-FFF2-40B4-BE49-F238E27FC236}">
                  <ns2:creationId id="{CABC55F7-6692-68F5-06AB-B1C0CBEB1CA8}"/>
                </a:ext>
              </a:extLst>
            </p:cNvPr>
            <p:cNvGrpSpPr/>
            <p:nvPr/>
          </p:nvGrpSpPr>
          <p:grpSpPr>
            <a:xfrm>
              <a:off x="5135881" y="1698819"/>
              <a:ext cx="6710346" cy="343240"/>
              <a:chOff x="6852621" y="1656438"/>
              <a:chExt cx="4993605" cy="284479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0AD77732-187F-2AFA-4E1B-BC1B393E0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52621" y="1940917"/>
                <a:ext cx="499360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テキスト ボックス 26">
                <a:extLst>
                  <a:ext uri="{FF2B5EF4-FFF2-40B4-BE49-F238E27FC236}">
                    <ns2:creationId id="{E0CBB8E2-41BC-558A-1C4C-8C2CC9236874}"/>
                  </a:ext>
                </a:extLst>
              </p:cNvPr>
              <p:cNvSpPr txBox="1"/>
              <p:nvPr/>
            </p:nvSpPr>
            <p:spPr>
              <a:xfrm>
                <a:off x="6852621" y="1656438"/>
                <a:ext cx="4993605" cy="280595"/>
              </a:xfrm>
              <a:prstGeom prst="rect">
                <a:avLst/>
              </a:prstGeom>
              <a:noFill/>
            </p:spPr>
            <p:txBody>
              <a:bodyPr wrap="square" lIns="576000" rtlCol="0" anchor="b">
                <a:spAutoFit/>
              </a:bodyPr>
              <a:lstStyle/>
              <a:p>
                <a:r>
                  <a:rPr lang="ja-JP" altLang="en-US" sz="1600" dirty="0">
                    <a:latin typeface="+mn-ea"/>
                  </a:rPr>
                  <a:t>XX</a:t>
                </a:r>
              </a:p>
            </p:txBody>
          </p:sp>
        </p:grpSp>
        <p:pic>
          <p:nvPicPr>
            <p:cNvPr id="156" name="Graphic 155" descr="Remote work outline">
              <a:extLst>
                <a:ext uri="{FF2B5EF4-FFF2-40B4-BE49-F238E27FC236}">
                  <ns2:creationId id="{6E166AC8-E1C0-879D-712E-8244FBE756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204600" y="1647821"/>
              <a:ext cx="363859" cy="36385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68062728"/>
      </p:ext>
    </p:extLst>
  </p:cSld>
  <p:clrMapOvr>
    <a:masterClrMapping/>
  </p:clrMapOvr>
</p:sld>
</file>

<file path=ppt/slides/slide1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B1ACC16-0F9E-D463-D1CE-6312EF1DB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EC4B58-AFFD-86A4-C3A0-A69D77AD75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CE5A3D0-7649-F9FB-9474-C664097E08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/ </a:t>
            </a:r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29" name="グループ化 28">
            <a:extLst>
              <a:ext uri="{FF2B5EF4-FFF2-40B4-BE49-F238E27FC236}">
                <ns2:creationId id="{BDF475F7-D697-4E1F-1FE6-625E3AC40EEE}"/>
              </a:ext>
            </a:extLst>
          </p:cNvPr>
          <p:cNvGrpSpPr/>
          <p:nvPr/>
        </p:nvGrpSpPr>
        <p:grpSpPr>
          <a:xfrm>
            <a:off x="334963" y="1628775"/>
            <a:ext cx="11522074" cy="962025"/>
            <a:chOff x="334963" y="1628775"/>
            <a:chExt cx="11522074" cy="962025"/>
          </a:xfrm>
        </p:grpSpPr>
        <p:sp>
          <p:nvSpPr>
            <p:cNvPr id="14" name="正方形/長方形 13">
              <a:extLst>
                <a:ext uri="{FF2B5EF4-FFF2-40B4-BE49-F238E27FC236}">
                  <ns2:creationId id="{287D7E7F-EABE-E9A5-FE58-D03EB9EACA34}"/>
                </a:ext>
              </a:extLst>
            </p:cNvPr>
            <p:cNvSpPr/>
            <p:nvPr/>
          </p:nvSpPr>
          <p:spPr>
            <a:xfrm>
              <a:off x="334963" y="1628775"/>
              <a:ext cx="11522074" cy="962025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A900743-0035-E89C-08D6-19FB17B27C2D}"/>
                </a:ext>
              </a:extLst>
            </p:cNvPr>
            <p:cNvSpPr/>
            <p:nvPr/>
          </p:nvSpPr>
          <p:spPr>
            <a:xfrm>
              <a:off x="436881" y="2263980"/>
              <a:ext cx="1225006" cy="25132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鉛筆 単色塗りつぶし">
              <a:extLst>
                <a:ext uri="{FF2B5EF4-FFF2-40B4-BE49-F238E27FC236}">
                  <ns2:creationId id="{BDFB5B0D-B16D-38D3-C428-4D60BC24AF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41309" y="1768568"/>
              <a:ext cx="416150" cy="416150"/>
            </a:xfrm>
            <a:prstGeom prst="rect">
              <a:avLst/>
            </a:prstGeom>
          </p:spPr>
        </p:pic>
        <p:grpSp>
          <p:nvGrpSpPr>
            <p:cNvPr id="26" name="グループ化 25">
              <a:extLst>
                <a:ext uri="{FF2B5EF4-FFF2-40B4-BE49-F238E27FC236}">
                  <ns2:creationId id="{298B4A76-5C4A-100B-169F-BBDC113BD439}"/>
                </a:ext>
              </a:extLst>
            </p:cNvPr>
            <p:cNvGrpSpPr/>
            <p:nvPr/>
          </p:nvGrpSpPr>
          <p:grpSpPr>
            <a:xfrm>
              <a:off x="1872342" y="1696790"/>
              <a:ext cx="9882778" cy="825995"/>
              <a:chOff x="2117274" y="1689306"/>
              <a:chExt cx="9637846" cy="825995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CCED542A-4B64-5E0E-F645-B242B02F1B46}"/>
                  </a:ext>
                </a:extLst>
              </p:cNvPr>
              <p:cNvSpPr/>
              <p:nvPr/>
            </p:nvSpPr>
            <p:spPr>
              <a:xfrm>
                <a:off x="2117274" y="1689306"/>
                <a:ext cx="2449646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5E9E852-32A6-6521-997B-F775084DCCC1}"/>
                  </a:ext>
                </a:extLst>
              </p:cNvPr>
              <p:cNvSpPr/>
              <p:nvPr/>
            </p:nvSpPr>
            <p:spPr>
              <a:xfrm>
                <a:off x="4627880" y="1689306"/>
                <a:ext cx="7127240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783AC917-E846-C92A-792A-EFFACC70F398}"/>
                  </a:ext>
                </a:extLst>
              </p:cNvPr>
              <p:cNvSpPr/>
              <p:nvPr/>
            </p:nvSpPr>
            <p:spPr>
              <a:xfrm>
                <a:off x="2117274" y="1976643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0B6426BC-844A-B380-AC9D-FD7499A8208A}"/>
                  </a:ext>
                </a:extLst>
              </p:cNvPr>
              <p:cNvSpPr/>
              <p:nvPr/>
            </p:nvSpPr>
            <p:spPr>
              <a:xfrm>
                <a:off x="4627880" y="1976643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02E264F-66F6-4028-CEBE-956362F99CCF}"/>
                  </a:ext>
                </a:extLst>
              </p:cNvPr>
              <p:cNvSpPr/>
              <p:nvPr/>
            </p:nvSpPr>
            <p:spPr>
              <a:xfrm>
                <a:off x="2117274" y="2263980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6343B4F1-AA65-B7F4-782B-97B55EE6F73F}"/>
                  </a:ext>
                </a:extLst>
              </p:cNvPr>
              <p:cNvSpPr/>
              <p:nvPr/>
            </p:nvSpPr>
            <p:spPr>
              <a:xfrm>
                <a:off x="4627880" y="2263980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8ACBA012-A5F0-D58B-CAFD-224E175AC502}"/>
                  </a:ext>
                </a:extLst>
              </p:cNvPr>
              <p:cNvCxnSpPr/>
              <p:nvPr/>
            </p:nvCxnSpPr>
            <p:spPr>
              <a:xfrm>
                <a:off x="2117274" y="2245972"/>
                <a:ext cx="244964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2B3CC47-EE93-E65D-A96D-17B47B68069D}"/>
                  </a:ext>
                </a:extLst>
              </p:cNvPr>
              <p:cNvCxnSpPr/>
              <p:nvPr/>
            </p:nvCxnSpPr>
            <p:spPr>
              <a:xfrm>
                <a:off x="4627880" y="2245972"/>
                <a:ext cx="7127239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8" name="直線コネクタ 27">
              <a:extLst>
                <a:ext uri="{FF2B5EF4-FFF2-40B4-BE49-F238E27FC236}">
                  <ns2:creationId id="{E69A2708-3BA2-7906-DDD9-6B129CE88CEA}"/>
                </a:ext>
              </a:extLst>
            </p:cNvPr>
            <p:cNvCxnSpPr/>
            <p:nvPr/>
          </p:nvCxnSpPr>
          <p:spPr>
            <a:xfrm>
              <a:off x="1767114" y="1696790"/>
              <a:ext cx="0" cy="825995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4F680B33-1DE0-D870-9581-3380A8AE1E89}"/>
              </a:ext>
            </a:extLst>
          </p:cNvPr>
          <p:cNvGrpSpPr/>
          <p:nvPr/>
        </p:nvGrpSpPr>
        <p:grpSpPr>
          <a:xfrm>
            <a:off x="334963" y="2654631"/>
            <a:ext cx="11522075" cy="3654094"/>
            <a:chOff x="334963" y="2654631"/>
            <a:chExt cx="11522075" cy="3654094"/>
          </a:xfrm>
        </p:grpSpPr>
        <p:grpSp>
          <p:nvGrpSpPr>
            <p:cNvPr id="32" name="グループ化 31">
              <a:extLst>
                <a:ext uri="{FF2B5EF4-FFF2-40B4-BE49-F238E27FC236}">
                  <ns2:creationId id="{4116F24E-34BE-5B11-D9A0-00450A40CA2D}"/>
                </a:ext>
              </a:extLst>
            </p:cNvPr>
            <p:cNvGrpSpPr/>
            <p:nvPr/>
          </p:nvGrpSpPr>
          <p:grpSpPr>
            <a:xfrm>
              <a:off x="334963" y="2654631"/>
              <a:ext cx="867975" cy="330583"/>
              <a:chOff x="319475" y="2654631"/>
              <a:chExt cx="867975" cy="330583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3CC30C95-5964-E368-728D-1375250D75A5}"/>
                  </a:ext>
                </a:extLst>
              </p:cNvPr>
              <p:cNvSpPr/>
              <p:nvPr/>
            </p:nvSpPr>
            <p:spPr>
              <a:xfrm>
                <a:off x="650058" y="2654631"/>
                <a:ext cx="537392" cy="330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30" descr="ドキュメント 単色塗りつぶし">
                <a:extLst>
                  <a:ext uri="{FF2B5EF4-FFF2-40B4-BE49-F238E27FC236}">
                    <ns2:creationId id="{468768C0-D9AB-3F08-4B16-FE6FD53EA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19475" y="2654631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3" name="グループ化 92">
              <a:extLst>
                <a:ext uri="{FF2B5EF4-FFF2-40B4-BE49-F238E27FC236}">
                  <ns2:creationId id="{F3778EA6-BD04-A56A-442C-C7B01EDBDCDF}"/>
                </a:ext>
              </a:extLst>
            </p:cNvPr>
            <p:cNvGrpSpPr/>
            <p:nvPr/>
          </p:nvGrpSpPr>
          <p:grpSpPr>
            <a:xfrm>
              <a:off x="334963" y="3049045"/>
              <a:ext cx="11522075" cy="3259680"/>
              <a:chOff x="334963" y="3049045"/>
              <a:chExt cx="11522075" cy="3259680"/>
            </a:xfrm>
          </p:grpSpPr>
          <p:grpSp>
            <p:nvGrpSpPr>
              <p:cNvPr id="65" name="グループ化 64">
                <a:extLst>
                  <a:ext uri="{FF2B5EF4-FFF2-40B4-BE49-F238E27FC236}">
                    <ns2:creationId id="{5072AFD3-15CA-2255-679D-C6F15D893A5C}"/>
                  </a:ext>
                </a:extLst>
              </p:cNvPr>
              <p:cNvGrpSpPr/>
              <p:nvPr/>
            </p:nvGrpSpPr>
            <p:grpSpPr>
              <a:xfrm>
                <a:off x="334963" y="3049045"/>
                <a:ext cx="1802870" cy="330583"/>
                <a:chOff x="334963" y="3049045"/>
                <a:chExt cx="1802870" cy="330583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9B41777-BD0D-070E-22A3-17884750A392}"/>
                    </a:ext>
                  </a:extLst>
                </p:cNvPr>
                <p:cNvSpPr/>
                <p:nvPr/>
              </p:nvSpPr>
              <p:spPr>
                <a:xfrm>
                  <a:off x="334963" y="3049045"/>
                  <a:ext cx="1802870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4" name="直線コネクタ 33">
                  <a:extLst>
                    <a:ext uri="{FF2B5EF4-FFF2-40B4-BE49-F238E27FC236}">
                      <ns2:creationId id="{5CF266CA-C452-7FFC-0145-F28AD1A91E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3379628"/>
                  <a:ext cx="180287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6" name="グラフィックス 45" descr="開いたフォルダー 単色塗りつぶし">
                  <a:extLst>
                    <a:ext uri="{FF2B5EF4-FFF2-40B4-BE49-F238E27FC236}">
                      <ns2:creationId id="{8CB0E865-C203-6392-55BB-30822B6E16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841309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75" name="グループ化 74">
                <a:extLst>
                  <a:ext uri="{FF2B5EF4-FFF2-40B4-BE49-F238E27FC236}">
                    <ns2:creationId id="{8BABF26B-FE94-36AF-823F-74493847E62E}"/>
                  </a:ext>
                </a:extLst>
              </p:cNvPr>
              <p:cNvGrpSpPr/>
              <p:nvPr/>
            </p:nvGrpSpPr>
            <p:grpSpPr>
              <a:xfrm>
                <a:off x="2198247" y="3049045"/>
                <a:ext cx="1230753" cy="330583"/>
                <a:chOff x="2198247" y="3049045"/>
                <a:chExt cx="1230753" cy="330583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B27F3C1D-A83C-249B-3466-5149C0ADDDCA}"/>
                    </a:ext>
                  </a:extLst>
                </p:cNvPr>
                <p:cNvSpPr/>
                <p:nvPr/>
              </p:nvSpPr>
              <p:spPr>
                <a:xfrm>
                  <a:off x="2198247" y="3049045"/>
                  <a:ext cx="1230753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8" name="直線コネクタ 37">
                  <a:extLst>
                    <a:ext uri="{FF2B5EF4-FFF2-40B4-BE49-F238E27FC236}">
                      <ns2:creationId id="{A69393E6-1D67-8135-C268-F604E3D200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8247" y="3379628"/>
                  <a:ext cx="123075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7" name="グラフィックス 46" descr="チェックリスト 単色塗りつぶし">
                  <a:extLst>
                    <a:ext uri="{FF2B5EF4-FFF2-40B4-BE49-F238E27FC236}">
                      <ns2:creationId id="{252BCE38-24CE-EBB8-510D-510F35656C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407971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82" name="グループ化 81">
                <a:extLst>
                  <a:ext uri="{FF2B5EF4-FFF2-40B4-BE49-F238E27FC236}">
                    <ns2:creationId id="{74F9C494-D515-71FF-21B0-22DA429BFBD6}"/>
                  </a:ext>
                </a:extLst>
              </p:cNvPr>
              <p:cNvGrpSpPr/>
              <p:nvPr/>
            </p:nvGrpSpPr>
            <p:grpSpPr>
              <a:xfrm>
                <a:off x="3489414" y="3049045"/>
                <a:ext cx="4349026" cy="330583"/>
                <a:chOff x="3489414" y="3049045"/>
                <a:chExt cx="4349026" cy="330583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E41EA1CA-34D2-ED43-D805-4BAB09BDABE5}"/>
                    </a:ext>
                  </a:extLst>
                </p:cNvPr>
                <p:cNvSpPr/>
                <p:nvPr/>
              </p:nvSpPr>
              <p:spPr>
                <a:xfrm>
                  <a:off x="3489414" y="3049045"/>
                  <a:ext cx="4349026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F95C5500-87B7-6BA6-C7CD-8D0B79196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89414" y="3379628"/>
                  <a:ext cx="434902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8" name="グラフィックス 47" descr="ベン図 単色塗りつぶし">
                  <a:extLst>
                    <a:ext uri="{FF2B5EF4-FFF2-40B4-BE49-F238E27FC236}">
                      <ns2:creationId id="{CC21E2DE-952D-5DD8-4254-6760E704A1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039898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D212C7EC-C20E-6FBD-B46B-829961EC41E2}"/>
                  </a:ext>
                </a:extLst>
              </p:cNvPr>
              <p:cNvGrpSpPr/>
              <p:nvPr/>
            </p:nvGrpSpPr>
            <p:grpSpPr>
              <a:xfrm>
                <a:off x="7893183" y="3049045"/>
                <a:ext cx="3963855" cy="330583"/>
                <a:chOff x="7893183" y="3049045"/>
                <a:chExt cx="3963855" cy="330583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85EC8031-90D2-F6FC-3958-6244F147632B}"/>
                    </a:ext>
                  </a:extLst>
                </p:cNvPr>
                <p:cNvSpPr/>
                <p:nvPr/>
              </p:nvSpPr>
              <p:spPr>
                <a:xfrm>
                  <a:off x="7893183" y="3049045"/>
                  <a:ext cx="3963855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ns2:creationId id="{9416FF38-8B3D-A17C-462D-540662BEAF17}"/>
                    </a:ext>
                  </a:extLst>
                </p:cNvPr>
                <p:cNvCxnSpPr/>
                <p:nvPr/>
              </p:nvCxnSpPr>
              <p:spPr>
                <a:xfrm>
                  <a:off x="7893183" y="3379628"/>
                  <a:ext cx="396385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9" name="グラフィックス 48" descr="オフィス ワーカー (男性) 単色塗りつぶし">
                  <a:extLst>
                    <a:ext uri="{FF2B5EF4-FFF2-40B4-BE49-F238E27FC236}">
                      <ns2:creationId id="{EFF08A80-B24C-0132-C9E7-0C8BB6127E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593184" y="3049045"/>
                  <a:ext cx="330583" cy="330583"/>
                </a:xfrm>
                <a:prstGeom prst="rect">
                  <a:avLst/>
                </a:prstGeom>
              </p:spPr>
            </p:pic>
          </p:grpSp>
          <p:sp>
            <p:nvSpPr>
              <p:cNvPr id="50" name="正方形/長方形 49">
                <a:extLst>
                  <a:ext uri="{FF2B5EF4-FFF2-40B4-BE49-F238E27FC236}">
                    <ns2:creationId id="{5BC3B846-7819-72C4-8BA8-F1FF6EB2A237}"/>
                  </a:ext>
                </a:extLst>
              </p:cNvPr>
              <p:cNvSpPr/>
              <p:nvPr/>
            </p:nvSpPr>
            <p:spPr>
              <a:xfrm>
                <a:off x="2198247" y="342900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E2DBB5B5-5E3C-5ADD-F1F2-C6FC305CB391}"/>
                  </a:ext>
                </a:extLst>
              </p:cNvPr>
              <p:cNvSpPr/>
              <p:nvPr/>
            </p:nvSpPr>
            <p:spPr>
              <a:xfrm>
                <a:off x="2198247" y="3914955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4DC91F2E-455A-1119-7A60-FF7E794327CD}"/>
                  </a:ext>
                </a:extLst>
              </p:cNvPr>
              <p:cNvSpPr/>
              <p:nvPr/>
            </p:nvSpPr>
            <p:spPr>
              <a:xfrm>
                <a:off x="2198247" y="4400909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68E93C4F-122B-7F4C-DFDC-9490FCB25BAA}"/>
                  </a:ext>
                </a:extLst>
              </p:cNvPr>
              <p:cNvSpPr/>
              <p:nvPr/>
            </p:nvSpPr>
            <p:spPr>
              <a:xfrm>
                <a:off x="2198247" y="4886863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5906D13-184A-AE31-DA8B-94FA5CB8D832}"/>
                  </a:ext>
                </a:extLst>
              </p:cNvPr>
              <p:cNvSpPr/>
              <p:nvPr/>
            </p:nvSpPr>
            <p:spPr>
              <a:xfrm>
                <a:off x="2198247" y="5372817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3231484B-966B-A3BB-5077-3D38F792E780}"/>
                  </a:ext>
                </a:extLst>
              </p:cNvPr>
              <p:cNvSpPr/>
              <p:nvPr/>
            </p:nvSpPr>
            <p:spPr>
              <a:xfrm>
                <a:off x="2198247" y="585877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389FD83C-8122-740A-C75C-D2569C08688A}"/>
                  </a:ext>
                </a:extLst>
              </p:cNvPr>
              <p:cNvSpPr/>
              <p:nvPr/>
            </p:nvSpPr>
            <p:spPr>
              <a:xfrm>
                <a:off x="334963" y="342900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A1C4B532-0045-C64C-A9F1-5383992873AB}"/>
                  </a:ext>
                </a:extLst>
              </p:cNvPr>
              <p:cNvSpPr/>
              <p:nvPr/>
            </p:nvSpPr>
            <p:spPr>
              <a:xfrm>
                <a:off x="334963" y="391293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A7269D94-D6B6-D965-071E-A3DE1992DAE5}"/>
                  </a:ext>
                </a:extLst>
              </p:cNvPr>
              <p:cNvSpPr/>
              <p:nvPr/>
            </p:nvSpPr>
            <p:spPr>
              <a:xfrm>
                <a:off x="334963" y="488686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ADDADB81-C171-D4B3-7E97-2E7EE4049A0C}"/>
                  </a:ext>
                </a:extLst>
              </p:cNvPr>
              <p:cNvSpPr/>
              <p:nvPr/>
            </p:nvSpPr>
            <p:spPr>
              <a:xfrm>
                <a:off x="334963" y="585877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374FAFA5-58FC-93D6-3E31-C2D05AA61BAD}"/>
                  </a:ext>
                </a:extLst>
              </p:cNvPr>
              <p:cNvSpPr/>
              <p:nvPr/>
            </p:nvSpPr>
            <p:spPr>
              <a:xfrm>
                <a:off x="3489414" y="342900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0570CFE0-A1D9-ED18-0C90-7BB0280267D8}"/>
                  </a:ext>
                </a:extLst>
              </p:cNvPr>
              <p:cNvSpPr/>
              <p:nvPr/>
            </p:nvSpPr>
            <p:spPr>
              <a:xfrm>
                <a:off x="3489414" y="3914955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69BD93E-D9A4-8770-DA0F-01D56E1545E7}"/>
                  </a:ext>
                </a:extLst>
              </p:cNvPr>
              <p:cNvSpPr/>
              <p:nvPr/>
            </p:nvSpPr>
            <p:spPr>
              <a:xfrm>
                <a:off x="3489414" y="4400909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D0BFD2CB-85C9-7E72-4D11-5F4DF75402D0}"/>
                  </a:ext>
                </a:extLst>
              </p:cNvPr>
              <p:cNvSpPr/>
              <p:nvPr/>
            </p:nvSpPr>
            <p:spPr>
              <a:xfrm>
                <a:off x="3489414" y="4886863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C6446599-A205-75F4-5D43-7B708B442EC4}"/>
                  </a:ext>
                </a:extLst>
              </p:cNvPr>
              <p:cNvSpPr/>
              <p:nvPr/>
            </p:nvSpPr>
            <p:spPr>
              <a:xfrm>
                <a:off x="3489414" y="5372817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F160ECE-9654-2BFD-4C3A-EC5B5110F75A}"/>
                  </a:ext>
                </a:extLst>
              </p:cNvPr>
              <p:cNvSpPr/>
              <p:nvPr/>
            </p:nvSpPr>
            <p:spPr>
              <a:xfrm>
                <a:off x="3489414" y="585877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61CEB643-4A61-9ECE-42E5-8AE3BC377C00}"/>
                  </a:ext>
                </a:extLst>
              </p:cNvPr>
              <p:cNvSpPr/>
              <p:nvPr/>
            </p:nvSpPr>
            <p:spPr>
              <a:xfrm>
                <a:off x="7893183" y="342900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ECEC3F37-6617-60B8-EC5E-CBB7CBF5DDB5}"/>
                  </a:ext>
                </a:extLst>
              </p:cNvPr>
              <p:cNvSpPr/>
              <p:nvPr/>
            </p:nvSpPr>
            <p:spPr>
              <a:xfrm>
                <a:off x="7893183" y="3914955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C3271F5F-DC97-0A80-14FC-7281F25F3667}"/>
                  </a:ext>
                </a:extLst>
              </p:cNvPr>
              <p:cNvSpPr/>
              <p:nvPr/>
            </p:nvSpPr>
            <p:spPr>
              <a:xfrm>
                <a:off x="7893183" y="4400909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102F4C59-8C24-1D79-B582-B6202AB2B259}"/>
                  </a:ext>
                </a:extLst>
              </p:cNvPr>
              <p:cNvSpPr/>
              <p:nvPr/>
            </p:nvSpPr>
            <p:spPr>
              <a:xfrm>
                <a:off x="7893183" y="4886863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4716A888-BF61-C5A9-EF84-AFAFB6DC65F3}"/>
                  </a:ext>
                </a:extLst>
              </p:cNvPr>
              <p:cNvSpPr/>
              <p:nvPr/>
            </p:nvSpPr>
            <p:spPr>
              <a:xfrm>
                <a:off x="7893183" y="5372817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4595C127-3D76-4F2E-FB59-ED7A13315E46}"/>
                  </a:ext>
                </a:extLst>
              </p:cNvPr>
              <p:cNvSpPr/>
              <p:nvPr/>
            </p:nvSpPr>
            <p:spPr>
              <a:xfrm>
                <a:off x="7893183" y="585877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3E9EB6C8-B349-0340-B1D4-F008F46DA11C}"/>
                  </a:ext>
                </a:extLst>
              </p:cNvPr>
              <p:cNvCxnSpPr/>
              <p:nvPr/>
            </p:nvCxnSpPr>
            <p:spPr>
              <a:xfrm>
                <a:off x="3489414" y="3896955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1F56219-D1DD-E1D2-9B7B-9F86B4C0DDD6}"/>
                  </a:ext>
                </a:extLst>
              </p:cNvPr>
              <p:cNvCxnSpPr/>
              <p:nvPr/>
            </p:nvCxnSpPr>
            <p:spPr>
              <a:xfrm>
                <a:off x="3489414" y="4382909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2C9C96FE-C6F5-DE57-1FB6-0D46372F4B16}"/>
                  </a:ext>
                </a:extLst>
              </p:cNvPr>
              <p:cNvCxnSpPr/>
              <p:nvPr/>
            </p:nvCxnSpPr>
            <p:spPr>
              <a:xfrm>
                <a:off x="3489414" y="4868863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1A32FB4-2733-8B62-4140-9221D4E54666}"/>
                  </a:ext>
                </a:extLst>
              </p:cNvPr>
              <p:cNvCxnSpPr/>
              <p:nvPr/>
            </p:nvCxnSpPr>
            <p:spPr>
              <a:xfrm>
                <a:off x="3489414" y="5354817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8FFEABBA-3E96-59F9-F38B-ED69F092A9D5}"/>
                  </a:ext>
                </a:extLst>
              </p:cNvPr>
              <p:cNvCxnSpPr/>
              <p:nvPr/>
            </p:nvCxnSpPr>
            <p:spPr>
              <a:xfrm>
                <a:off x="3489414" y="5840771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B3D74BF6-D562-91ED-CD6F-DF646CFD4499}"/>
                  </a:ext>
                </a:extLst>
              </p:cNvPr>
              <p:cNvCxnSpPr/>
              <p:nvPr/>
            </p:nvCxnSpPr>
            <p:spPr>
              <a:xfrm>
                <a:off x="7893183" y="3896955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7E04A9F4-4190-86A7-D3C5-442516870025}"/>
                  </a:ext>
                </a:extLst>
              </p:cNvPr>
              <p:cNvCxnSpPr/>
              <p:nvPr/>
            </p:nvCxnSpPr>
            <p:spPr>
              <a:xfrm>
                <a:off x="7893183" y="4382909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ABCC5369-A497-E486-FF51-FF63CDB0B9D6}"/>
                  </a:ext>
                </a:extLst>
              </p:cNvPr>
              <p:cNvCxnSpPr/>
              <p:nvPr/>
            </p:nvCxnSpPr>
            <p:spPr>
              <a:xfrm>
                <a:off x="7893183" y="4868863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180F7890-6036-1416-FA70-083D9C6C0650}"/>
                  </a:ext>
                </a:extLst>
              </p:cNvPr>
              <p:cNvCxnSpPr/>
              <p:nvPr/>
            </p:nvCxnSpPr>
            <p:spPr>
              <a:xfrm>
                <a:off x="7893183" y="5354817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B4C32B24-27A0-24E1-49C2-64645B4189AA}"/>
                  </a:ext>
                </a:extLst>
              </p:cNvPr>
              <p:cNvCxnSpPr/>
              <p:nvPr/>
            </p:nvCxnSpPr>
            <p:spPr>
              <a:xfrm>
                <a:off x="7893183" y="5840771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616915304"/>
      </p:ext>
    </p:extLst>
  </p:cSld>
  <p:clrMapOvr>
    <a:masterClrMapping/>
  </p:clrMapOvr>
</p:sld>
</file>

<file path=ppt/slides/slide1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64481E-21E2-B671-7DD6-534A78E1F5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EA85A28-504E-BA7E-E83F-922647536A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9CD2742-F066-AB81-E5D1-B0B920A24A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208" name="グループ化 207">
            <a:extLst>
              <a:ext uri="{FF2B5EF4-FFF2-40B4-BE49-F238E27FC236}">
                <ns2:creationId id="{788ECE9B-8306-B408-3FF2-10F5B55C3E62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97" name="グループ化 96">
              <a:extLst>
                <a:ext uri="{FF2B5EF4-FFF2-40B4-BE49-F238E27FC236}">
                  <ns2:creationId id="{13330D34-2414-2495-D980-7CB17D3D6BC6}"/>
                </a:ext>
              </a:extLst>
            </p:cNvPr>
            <p:cNvGrpSpPr/>
            <p:nvPr/>
          </p:nvGrpSpPr>
          <p:grpSpPr>
            <a:xfrm>
              <a:off x="334963" y="1628775"/>
              <a:ext cx="1091670" cy="330583"/>
              <a:chOff x="334963" y="1628775"/>
              <a:chExt cx="1091670" cy="33058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B6D7D343-AD5E-E076-8CAC-035E9A345253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091670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" name="直線コネクタ 33">
                <a:extLst>
                  <a:ext uri="{FF2B5EF4-FFF2-40B4-BE49-F238E27FC236}">
                    <ns2:creationId id="{F853BB37-FFE5-0693-F531-90417A9B9B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59358"/>
                <a:ext cx="109167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6" name="グラフィックス 45" descr="チャット 枠線">
                <a:extLst>
                  <a:ext uri="{FF2B5EF4-FFF2-40B4-BE49-F238E27FC236}">
                    <ns2:creationId id="{D9A619A8-00CB-3717-F832-6B0F6C3C4B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60362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147" name="グループ化 146">
              <a:extLst>
                <a:ext uri="{FF2B5EF4-FFF2-40B4-BE49-F238E27FC236}">
                  <ns2:creationId id="{42913F8C-9F45-636E-40D6-F76F06B1C4D1}"/>
                </a:ext>
              </a:extLst>
            </p:cNvPr>
            <p:cNvGrpSpPr/>
            <p:nvPr/>
          </p:nvGrpSpPr>
          <p:grpSpPr>
            <a:xfrm>
              <a:off x="1483782" y="1628775"/>
              <a:ext cx="1957918" cy="330583"/>
              <a:chOff x="1483782" y="1628775"/>
              <a:chExt cx="1957918" cy="330583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AB43027A-DA38-5967-E673-909AD0AA43BD}"/>
                  </a:ext>
                </a:extLst>
              </p:cNvPr>
              <p:cNvSpPr/>
              <p:nvPr/>
            </p:nvSpPr>
            <p:spPr>
              <a:xfrm>
                <a:off x="1483782" y="1628775"/>
                <a:ext cx="195791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087E271D-0431-0340-EF73-47D1C09F9E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83782" y="1959358"/>
                <a:ext cx="195791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グラフィックス 9" descr="鉛筆 枠線">
                <a:extLst>
                  <a:ext uri="{FF2B5EF4-FFF2-40B4-BE49-F238E27FC236}">
                    <ns2:creationId id="{D3E15233-BA8B-1755-D573-9BD7C8C6A1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935479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D409CCC9-0822-4183-44E4-6536612CCF8B}"/>
                </a:ext>
              </a:extLst>
            </p:cNvPr>
            <p:cNvGrpSpPr/>
            <p:nvPr/>
          </p:nvGrpSpPr>
          <p:grpSpPr>
            <a:xfrm>
              <a:off x="3498848" y="1628775"/>
              <a:ext cx="1595968" cy="330583"/>
              <a:chOff x="3712632" y="1628775"/>
              <a:chExt cx="1595968" cy="330583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DB00A914-C4BC-05A8-5508-0B0F66D4DE40}"/>
                  </a:ext>
                </a:extLst>
              </p:cNvPr>
              <p:cNvSpPr/>
              <p:nvPr/>
            </p:nvSpPr>
            <p:spPr>
              <a:xfrm>
                <a:off x="3712632" y="1628775"/>
                <a:ext cx="159596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DF6B05C-5554-2701-BAE6-104B65735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2632" y="1959358"/>
                <a:ext cx="15959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日毎カレンダー 枠線">
                <a:extLst>
                  <a:ext uri="{FF2B5EF4-FFF2-40B4-BE49-F238E27FC236}">
                    <ns2:creationId id="{3F4F7744-F0FD-DF4A-A883-D236EEEDD2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924298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45" name="正方形/長方形 44">
              <a:extLst>
                <a:ext uri="{FF2B5EF4-FFF2-40B4-BE49-F238E27FC236}">
                  <ns2:creationId id="{F770EB90-23A9-ADE5-1D3C-040A5539BB65}"/>
                </a:ext>
              </a:extLst>
            </p:cNvPr>
            <p:cNvSpPr/>
            <p:nvPr/>
          </p:nvSpPr>
          <p:spPr>
            <a:xfrm>
              <a:off x="5151964" y="1628775"/>
              <a:ext cx="2875649" cy="33058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8A06BE07-76E7-1158-DBB6-2962315B4B3D}"/>
                </a:ext>
              </a:extLst>
            </p:cNvPr>
            <p:cNvCxnSpPr>
              <a:cxnSpLocks/>
            </p:cNvCxnSpPr>
            <p:nvPr/>
          </p:nvCxnSpPr>
          <p:spPr>
            <a:xfrm>
              <a:off x="5151964" y="1959358"/>
              <a:ext cx="28756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ユーザー 枠線">
              <a:extLst>
                <a:ext uri="{FF2B5EF4-FFF2-40B4-BE49-F238E27FC236}">
                  <ns2:creationId id="{E07AF8F6-4E5A-AD2C-7165-AE9A9DCC02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072339" y="1628775"/>
              <a:ext cx="330583" cy="330583"/>
            </a:xfrm>
            <a:prstGeom prst="rect">
              <a:avLst/>
            </a:prstGeom>
          </p:spPr>
        </p:pic>
        <p:grpSp>
          <p:nvGrpSpPr>
            <p:cNvPr id="95" name="グループ化 94">
              <a:extLst>
                <a:ext uri="{FF2B5EF4-FFF2-40B4-BE49-F238E27FC236}">
                  <ns2:creationId id="{226CEC78-2938-2104-112E-FC17D72848CE}"/>
                </a:ext>
              </a:extLst>
            </p:cNvPr>
            <p:cNvGrpSpPr/>
            <p:nvPr/>
          </p:nvGrpSpPr>
          <p:grpSpPr>
            <a:xfrm>
              <a:off x="8084761" y="1628775"/>
              <a:ext cx="3772277" cy="330583"/>
              <a:chOff x="7962052" y="1628775"/>
              <a:chExt cx="3772277" cy="330583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27735DDF-2FAD-4496-23C1-B3CE355E1B6B}"/>
                  </a:ext>
                </a:extLst>
              </p:cNvPr>
              <p:cNvSpPr/>
              <p:nvPr/>
            </p:nvSpPr>
            <p:spPr>
              <a:xfrm>
                <a:off x="7962052" y="1628775"/>
                <a:ext cx="3772277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6" name="直線コネクタ 65">
                <a:extLst>
                  <a:ext uri="{FF2B5EF4-FFF2-40B4-BE49-F238E27FC236}">
                    <ns2:creationId id="{27AFA566-E13C-BAC6-3459-C7A8641C12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62052" y="1959358"/>
                <a:ext cx="377227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7" name="グラフィックス 66" descr="的中 枠線">
                <a:extLst>
                  <a:ext uri="{FF2B5EF4-FFF2-40B4-BE49-F238E27FC236}">
                    <ns2:creationId id="{CBC2917A-281F-5712-D50B-C753B2EABA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271000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100" name="正方形/長方形 99">
              <a:extLst>
                <a:ext uri="{FF2B5EF4-FFF2-40B4-BE49-F238E27FC236}">
                  <ns2:creationId id="{C7A169E0-A410-39A3-726D-AD39521D0C84}"/>
                </a:ext>
              </a:extLst>
            </p:cNvPr>
            <p:cNvSpPr/>
            <p:nvPr/>
          </p:nvSpPr>
          <p:spPr>
            <a:xfrm>
              <a:off x="1483782" y="2017907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DC9141E7-4BB3-718B-ED56-8C95E891175A}"/>
                </a:ext>
              </a:extLst>
            </p:cNvPr>
            <p:cNvSpPr/>
            <p:nvPr/>
          </p:nvSpPr>
          <p:spPr>
            <a:xfrm>
              <a:off x="1483782" y="2506101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3007467-6787-BC0F-94EA-23F330ED362A}"/>
                </a:ext>
              </a:extLst>
            </p:cNvPr>
            <p:cNvSpPr/>
            <p:nvPr/>
          </p:nvSpPr>
          <p:spPr>
            <a:xfrm>
              <a:off x="1483782" y="3119570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BAFFD26-7C09-F744-6B3A-B314D9549BF4}"/>
                </a:ext>
              </a:extLst>
            </p:cNvPr>
            <p:cNvSpPr/>
            <p:nvPr/>
          </p:nvSpPr>
          <p:spPr>
            <a:xfrm>
              <a:off x="1483782" y="3607764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7873AE9-B1FF-43E3-5E5B-13DC1352EDB5}"/>
                </a:ext>
              </a:extLst>
            </p:cNvPr>
            <p:cNvSpPr/>
            <p:nvPr/>
          </p:nvSpPr>
          <p:spPr>
            <a:xfrm>
              <a:off x="1483782" y="4095958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804A6143-A115-1AE1-872B-4DD4A0584D37}"/>
                </a:ext>
              </a:extLst>
            </p:cNvPr>
            <p:cNvSpPr/>
            <p:nvPr/>
          </p:nvSpPr>
          <p:spPr>
            <a:xfrm>
              <a:off x="1483782" y="4584152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F037BE1-E085-E72A-B330-053470AD542A}"/>
                </a:ext>
              </a:extLst>
            </p:cNvPr>
            <p:cNvSpPr/>
            <p:nvPr/>
          </p:nvSpPr>
          <p:spPr>
            <a:xfrm>
              <a:off x="1483782" y="5197621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42E468A8-8823-9FDA-182A-1DA05A99DBC0}"/>
                </a:ext>
              </a:extLst>
            </p:cNvPr>
            <p:cNvSpPr/>
            <p:nvPr/>
          </p:nvSpPr>
          <p:spPr>
            <a:xfrm>
              <a:off x="1483782" y="5582467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E51421B4-C6D0-5519-6257-9F0863FD75F0}"/>
                </a:ext>
              </a:extLst>
            </p:cNvPr>
            <p:cNvSpPr/>
            <p:nvPr/>
          </p:nvSpPr>
          <p:spPr>
            <a:xfrm>
              <a:off x="1483782" y="5967312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2BCDC02-C82E-A345-FB1F-EEE1089D4316}"/>
                </a:ext>
              </a:extLst>
            </p:cNvPr>
            <p:cNvSpPr/>
            <p:nvPr/>
          </p:nvSpPr>
          <p:spPr>
            <a:xfrm>
              <a:off x="334963" y="2017907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4906FCE-157E-D12D-4166-E66E91DF39B4}"/>
                </a:ext>
              </a:extLst>
            </p:cNvPr>
            <p:cNvSpPr/>
            <p:nvPr/>
          </p:nvSpPr>
          <p:spPr>
            <a:xfrm>
              <a:off x="334963" y="2506101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3395298B-D9C1-7773-59B8-DFEE354043AE}"/>
                </a:ext>
              </a:extLst>
            </p:cNvPr>
            <p:cNvSpPr/>
            <p:nvPr/>
          </p:nvSpPr>
          <p:spPr>
            <a:xfrm>
              <a:off x="334963" y="3119570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8F71A170-134B-90E4-0C7D-7BE75EA75F46}"/>
                </a:ext>
              </a:extLst>
            </p:cNvPr>
            <p:cNvSpPr/>
            <p:nvPr/>
          </p:nvSpPr>
          <p:spPr>
            <a:xfrm>
              <a:off x="334963" y="3607764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75D7B3A5-1044-D8E9-2FC0-F89457E6A10B}"/>
                </a:ext>
              </a:extLst>
            </p:cNvPr>
            <p:cNvSpPr/>
            <p:nvPr/>
          </p:nvSpPr>
          <p:spPr>
            <a:xfrm>
              <a:off x="334963" y="4095958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20DB8-6FB0-EFCC-968D-35F0CCAEAE4F}"/>
                </a:ext>
              </a:extLst>
            </p:cNvPr>
            <p:cNvSpPr/>
            <p:nvPr/>
          </p:nvSpPr>
          <p:spPr>
            <a:xfrm>
              <a:off x="334963" y="4584152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EE08991-B035-B843-0157-1F38CCE42F78}"/>
                </a:ext>
              </a:extLst>
            </p:cNvPr>
            <p:cNvSpPr/>
            <p:nvPr/>
          </p:nvSpPr>
          <p:spPr>
            <a:xfrm>
              <a:off x="334963" y="5197621"/>
              <a:ext cx="1091670" cy="34140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C250429-D1A9-0283-0D3D-2D56671C75EF}"/>
                </a:ext>
              </a:extLst>
            </p:cNvPr>
            <p:cNvSpPr/>
            <p:nvPr/>
          </p:nvSpPr>
          <p:spPr>
            <a:xfrm>
              <a:off x="334963" y="5582467"/>
              <a:ext cx="1091670" cy="7262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00E58A52-39D5-BBC0-4105-494FDA2C8FBF}"/>
                </a:ext>
              </a:extLst>
            </p:cNvPr>
            <p:cNvSpPr/>
            <p:nvPr/>
          </p:nvSpPr>
          <p:spPr>
            <a:xfrm>
              <a:off x="3498848" y="2017907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1934F938-2731-7748-AF46-441CC6F03E9D}"/>
                </a:ext>
              </a:extLst>
            </p:cNvPr>
            <p:cNvSpPr/>
            <p:nvPr/>
          </p:nvSpPr>
          <p:spPr>
            <a:xfrm>
              <a:off x="3498848" y="2506100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09C81B1-1953-91E6-988D-37B156B5F9A6}"/>
                </a:ext>
              </a:extLst>
            </p:cNvPr>
            <p:cNvSpPr/>
            <p:nvPr/>
          </p:nvSpPr>
          <p:spPr>
            <a:xfrm>
              <a:off x="3498848" y="3119568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48BEDD-FABC-EBCB-87D1-AD8BBFD8941E}"/>
                </a:ext>
              </a:extLst>
            </p:cNvPr>
            <p:cNvSpPr/>
            <p:nvPr/>
          </p:nvSpPr>
          <p:spPr>
            <a:xfrm>
              <a:off x="3498848" y="3607761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3636B57-2A80-1606-1F1A-79600098084E}"/>
                </a:ext>
              </a:extLst>
            </p:cNvPr>
            <p:cNvSpPr/>
            <p:nvPr/>
          </p:nvSpPr>
          <p:spPr>
            <a:xfrm>
              <a:off x="3498848" y="4095954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23C4BE2-BB9E-42F2-E980-B20E6B56EFDC}"/>
                </a:ext>
              </a:extLst>
            </p:cNvPr>
            <p:cNvSpPr/>
            <p:nvPr/>
          </p:nvSpPr>
          <p:spPr>
            <a:xfrm>
              <a:off x="3498848" y="4584147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B4B4C027-7186-6417-B4D7-344951D3F497}"/>
                </a:ext>
              </a:extLst>
            </p:cNvPr>
            <p:cNvSpPr/>
            <p:nvPr/>
          </p:nvSpPr>
          <p:spPr>
            <a:xfrm>
              <a:off x="3498848" y="5197615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F84F8A73-1AB5-0249-9304-97AA2B78EF26}"/>
                </a:ext>
              </a:extLst>
            </p:cNvPr>
            <p:cNvSpPr/>
            <p:nvPr/>
          </p:nvSpPr>
          <p:spPr>
            <a:xfrm>
              <a:off x="3498848" y="5582460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5C23839C-A758-2BA1-0E0C-060F803A70A9}"/>
                </a:ext>
              </a:extLst>
            </p:cNvPr>
            <p:cNvSpPr/>
            <p:nvPr/>
          </p:nvSpPr>
          <p:spPr>
            <a:xfrm>
              <a:off x="3498848" y="5967312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51BC3D63-5109-6B87-3BD2-34C6687CC346}"/>
                </a:ext>
              </a:extLst>
            </p:cNvPr>
            <p:cNvSpPr/>
            <p:nvPr/>
          </p:nvSpPr>
          <p:spPr>
            <a:xfrm>
              <a:off x="5151965" y="2017907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66978C71-CC57-6B83-1E54-06370999C44A}"/>
                </a:ext>
              </a:extLst>
            </p:cNvPr>
            <p:cNvSpPr/>
            <p:nvPr/>
          </p:nvSpPr>
          <p:spPr>
            <a:xfrm>
              <a:off x="6428958" y="2017907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4EA96-F2E5-046C-8C30-921C16CCA2B4}"/>
                </a:ext>
              </a:extLst>
            </p:cNvPr>
            <p:cNvSpPr/>
            <p:nvPr/>
          </p:nvSpPr>
          <p:spPr>
            <a:xfrm>
              <a:off x="5151965" y="2258285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C8BB4831-A355-ACCC-A5DC-2E4371278727}"/>
                </a:ext>
              </a:extLst>
            </p:cNvPr>
            <p:cNvSpPr/>
            <p:nvPr/>
          </p:nvSpPr>
          <p:spPr>
            <a:xfrm>
              <a:off x="6428958" y="2258285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614D59D9-56A7-8D1C-E1C5-6FDAFDD87CA2}"/>
                </a:ext>
              </a:extLst>
            </p:cNvPr>
            <p:cNvSpPr/>
            <p:nvPr/>
          </p:nvSpPr>
          <p:spPr>
            <a:xfrm>
              <a:off x="5151965" y="2506102"/>
              <a:ext cx="745066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4C4327A4-F20D-0241-351B-682EEE8C9694}"/>
                </a:ext>
              </a:extLst>
            </p:cNvPr>
            <p:cNvSpPr/>
            <p:nvPr/>
          </p:nvSpPr>
          <p:spPr>
            <a:xfrm>
              <a:off x="5151965" y="2708113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E413B9BC-976C-8B58-296B-BE1321538126}"/>
                </a:ext>
              </a:extLst>
            </p:cNvPr>
            <p:cNvSpPr/>
            <p:nvPr/>
          </p:nvSpPr>
          <p:spPr>
            <a:xfrm>
              <a:off x="6428957" y="2506103"/>
              <a:ext cx="1598657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7F4A98E-A0A9-0346-66F9-F51567102CC6}"/>
                </a:ext>
              </a:extLst>
            </p:cNvPr>
            <p:cNvSpPr/>
            <p:nvPr/>
          </p:nvSpPr>
          <p:spPr>
            <a:xfrm>
              <a:off x="5935776" y="2506102"/>
              <a:ext cx="457183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D6107931-B4BD-6343-1B1D-B9FEDAC1CBAB}"/>
                </a:ext>
              </a:extLst>
            </p:cNvPr>
            <p:cNvSpPr/>
            <p:nvPr/>
          </p:nvSpPr>
          <p:spPr>
            <a:xfrm>
              <a:off x="5151964" y="2910122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56EAB816-A377-D05E-D640-4730F519E1B0}"/>
                </a:ext>
              </a:extLst>
            </p:cNvPr>
            <p:cNvSpPr/>
            <p:nvPr/>
          </p:nvSpPr>
          <p:spPr>
            <a:xfrm>
              <a:off x="6428957" y="2708114"/>
              <a:ext cx="1598657" cy="3680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6676D7-95AE-73BF-FD98-56451EB1D81C}"/>
                </a:ext>
              </a:extLst>
            </p:cNvPr>
            <p:cNvSpPr/>
            <p:nvPr/>
          </p:nvSpPr>
          <p:spPr>
            <a:xfrm>
              <a:off x="5151965" y="3119570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DAE6A3B-12CF-04A7-56E2-F530A15ABD9C}"/>
                </a:ext>
              </a:extLst>
            </p:cNvPr>
            <p:cNvSpPr/>
            <p:nvPr/>
          </p:nvSpPr>
          <p:spPr>
            <a:xfrm>
              <a:off x="5151965" y="3359948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FAFA5BB7-8FE3-394D-7D36-C524E7FE2428}"/>
                </a:ext>
              </a:extLst>
            </p:cNvPr>
            <p:cNvSpPr/>
            <p:nvPr/>
          </p:nvSpPr>
          <p:spPr>
            <a:xfrm>
              <a:off x="6428957" y="3119570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E78109-63C8-F959-D170-40467534A406}"/>
                </a:ext>
              </a:extLst>
            </p:cNvPr>
            <p:cNvSpPr/>
            <p:nvPr/>
          </p:nvSpPr>
          <p:spPr>
            <a:xfrm>
              <a:off x="6428957" y="3359948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FA9CDB90-78E9-5CEC-0A07-9B8A0A1A3197}"/>
                </a:ext>
              </a:extLst>
            </p:cNvPr>
            <p:cNvSpPr/>
            <p:nvPr/>
          </p:nvSpPr>
          <p:spPr>
            <a:xfrm>
              <a:off x="5151965" y="3607764"/>
              <a:ext cx="1598657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33838BC9-D4D9-E6BA-ED45-CBBF480FDF71}"/>
                </a:ext>
              </a:extLst>
            </p:cNvPr>
            <p:cNvSpPr/>
            <p:nvPr/>
          </p:nvSpPr>
          <p:spPr>
            <a:xfrm>
              <a:off x="6786620" y="3607764"/>
              <a:ext cx="1240994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0D75BD07-09ED-3C41-660D-91BB3DBC4F81}"/>
                </a:ext>
              </a:extLst>
            </p:cNvPr>
            <p:cNvSpPr/>
            <p:nvPr/>
          </p:nvSpPr>
          <p:spPr>
            <a:xfrm>
              <a:off x="5151965" y="4584152"/>
              <a:ext cx="1240994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478782E-52E8-2021-8F33-C826C198D71D}"/>
                </a:ext>
              </a:extLst>
            </p:cNvPr>
            <p:cNvSpPr/>
            <p:nvPr/>
          </p:nvSpPr>
          <p:spPr>
            <a:xfrm>
              <a:off x="6428957" y="4584152"/>
              <a:ext cx="1598657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47CC8120-5E83-D138-10FA-C34BF3FF3CD0}"/>
                </a:ext>
              </a:extLst>
            </p:cNvPr>
            <p:cNvSpPr/>
            <p:nvPr/>
          </p:nvSpPr>
          <p:spPr>
            <a:xfrm>
              <a:off x="5151965" y="4095956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75E611E5-E690-5F25-1A68-4A7582E642D5}"/>
                </a:ext>
              </a:extLst>
            </p:cNvPr>
            <p:cNvSpPr/>
            <p:nvPr/>
          </p:nvSpPr>
          <p:spPr>
            <a:xfrm>
              <a:off x="5151965" y="4336334"/>
              <a:ext cx="904792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BD8B3725-2125-2B77-8E64-B3DC80CF3DC1}"/>
                </a:ext>
              </a:extLst>
            </p:cNvPr>
            <p:cNvSpPr/>
            <p:nvPr/>
          </p:nvSpPr>
          <p:spPr>
            <a:xfrm>
              <a:off x="6428957" y="4095956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DCEEC38B-9A76-1325-E91B-DCF4D7BE6456}"/>
                </a:ext>
              </a:extLst>
            </p:cNvPr>
            <p:cNvSpPr/>
            <p:nvPr/>
          </p:nvSpPr>
          <p:spPr>
            <a:xfrm>
              <a:off x="6096000" y="4336334"/>
              <a:ext cx="1214291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763D6DF4-208B-F642-7C1D-EE553975E2DA}"/>
                </a:ext>
              </a:extLst>
            </p:cNvPr>
            <p:cNvSpPr/>
            <p:nvPr/>
          </p:nvSpPr>
          <p:spPr>
            <a:xfrm>
              <a:off x="7349534" y="4336334"/>
              <a:ext cx="678080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6A3A8111-2589-95A1-8990-9AD060329009}"/>
                </a:ext>
              </a:extLst>
            </p:cNvPr>
            <p:cNvSpPr/>
            <p:nvPr/>
          </p:nvSpPr>
          <p:spPr>
            <a:xfrm>
              <a:off x="5151964" y="5197621"/>
              <a:ext cx="2875649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EF6B541E-0F3B-A00D-CF19-B5E6F8219897}"/>
                </a:ext>
              </a:extLst>
            </p:cNvPr>
            <p:cNvSpPr/>
            <p:nvPr/>
          </p:nvSpPr>
          <p:spPr>
            <a:xfrm>
              <a:off x="51519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FEEDEAE2-4A8B-1B3D-9EDE-95F08943D521}"/>
                </a:ext>
              </a:extLst>
            </p:cNvPr>
            <p:cNvSpPr/>
            <p:nvPr/>
          </p:nvSpPr>
          <p:spPr>
            <a:xfrm>
              <a:off x="6122514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E16B46C3-EBAB-4031-3B0C-90B4CDDA0DDE}"/>
                </a:ext>
              </a:extLst>
            </p:cNvPr>
            <p:cNvSpPr/>
            <p:nvPr/>
          </p:nvSpPr>
          <p:spPr>
            <a:xfrm>
              <a:off x="70930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281B4BAA-9622-7BDC-AAC7-76E89D5EC3A7}"/>
                </a:ext>
              </a:extLst>
            </p:cNvPr>
            <p:cNvSpPr/>
            <p:nvPr/>
          </p:nvSpPr>
          <p:spPr>
            <a:xfrm>
              <a:off x="51519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E72BC8A8-3B62-A259-9462-C4914E786FEB}"/>
                </a:ext>
              </a:extLst>
            </p:cNvPr>
            <p:cNvSpPr/>
            <p:nvPr/>
          </p:nvSpPr>
          <p:spPr>
            <a:xfrm>
              <a:off x="6122516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908B323-849A-A1E7-9996-57BB682A2FB0}"/>
                </a:ext>
              </a:extLst>
            </p:cNvPr>
            <p:cNvSpPr/>
            <p:nvPr/>
          </p:nvSpPr>
          <p:spPr>
            <a:xfrm>
              <a:off x="70930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92C1853-1BBF-321E-09E8-ED66D8FB2A7A}"/>
                </a:ext>
              </a:extLst>
            </p:cNvPr>
            <p:cNvSpPr/>
            <p:nvPr/>
          </p:nvSpPr>
          <p:spPr>
            <a:xfrm>
              <a:off x="8084761" y="2017907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BDF8659-D054-1C9B-DB61-B958EF960039}"/>
                </a:ext>
              </a:extLst>
            </p:cNvPr>
            <p:cNvSpPr/>
            <p:nvPr/>
          </p:nvSpPr>
          <p:spPr>
            <a:xfrm>
              <a:off x="8084761" y="2506101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73CE2915-31EF-D0AD-811C-07853268F41A}"/>
                </a:ext>
              </a:extLst>
            </p:cNvPr>
            <p:cNvSpPr/>
            <p:nvPr/>
          </p:nvSpPr>
          <p:spPr>
            <a:xfrm>
              <a:off x="8084761" y="3119570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C94907E3-A26B-5D38-670E-620A487FA460}"/>
                </a:ext>
              </a:extLst>
            </p:cNvPr>
            <p:cNvSpPr/>
            <p:nvPr/>
          </p:nvSpPr>
          <p:spPr>
            <a:xfrm>
              <a:off x="8084761" y="3607764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0FF17C74-B94B-3DE5-64BF-555D4650D23B}"/>
                </a:ext>
              </a:extLst>
            </p:cNvPr>
            <p:cNvSpPr/>
            <p:nvPr/>
          </p:nvSpPr>
          <p:spPr>
            <a:xfrm>
              <a:off x="8084761" y="4095958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CC24B5D-D2B1-30D6-FF61-E3E0A003C568}"/>
                </a:ext>
              </a:extLst>
            </p:cNvPr>
            <p:cNvSpPr/>
            <p:nvPr/>
          </p:nvSpPr>
          <p:spPr>
            <a:xfrm>
              <a:off x="8084761" y="4584152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B4CF43E2-C7B5-67CC-C1A1-02E2C60E0859}"/>
                </a:ext>
              </a:extLst>
            </p:cNvPr>
            <p:cNvSpPr/>
            <p:nvPr/>
          </p:nvSpPr>
          <p:spPr>
            <a:xfrm>
              <a:off x="8084761" y="5197621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B98ECA7C-88C4-01B1-3506-2610594DBC4F}"/>
                </a:ext>
              </a:extLst>
            </p:cNvPr>
            <p:cNvSpPr/>
            <p:nvPr/>
          </p:nvSpPr>
          <p:spPr>
            <a:xfrm>
              <a:off x="8084761" y="5582467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DDB2A883-A9A2-C961-C951-B8AECEDC1BA4}"/>
                </a:ext>
              </a:extLst>
            </p:cNvPr>
            <p:cNvSpPr/>
            <p:nvPr/>
          </p:nvSpPr>
          <p:spPr>
            <a:xfrm>
              <a:off x="8084761" y="5967312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EEBCFA5B-251D-E07A-A787-1289D78BAD5C}"/>
                </a:ext>
              </a:extLst>
            </p:cNvPr>
            <p:cNvSpPr/>
            <p:nvPr/>
          </p:nvSpPr>
          <p:spPr>
            <a:xfrm>
              <a:off x="10461625" y="2017907"/>
              <a:ext cx="1395412" cy="26491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4" name="直線コネクタ 183">
              <a:extLst>
                <a:ext uri="{FF2B5EF4-FFF2-40B4-BE49-F238E27FC236}">
                  <ns2:creationId id="{BA4D4DB4-28A0-2635-C082-863E5D2C687E}"/>
                </a:ext>
              </a:extLst>
            </p:cNvPr>
            <p:cNvCxnSpPr/>
            <p:nvPr/>
          </p:nvCxnSpPr>
          <p:spPr>
            <a:xfrm>
              <a:off x="3498848" y="248438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ns2:creationId id="{89093D65-112B-CF63-FA1F-24B6C83EEA83}"/>
                </a:ext>
              </a:extLst>
            </p:cNvPr>
            <p:cNvCxnSpPr/>
            <p:nvPr/>
          </p:nvCxnSpPr>
          <p:spPr>
            <a:xfrm>
              <a:off x="3498848" y="3097850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ns2:creationId id="{BC897401-F775-D69B-A685-5BE90FA28810}"/>
                </a:ext>
              </a:extLst>
            </p:cNvPr>
            <p:cNvCxnSpPr/>
            <p:nvPr/>
          </p:nvCxnSpPr>
          <p:spPr>
            <a:xfrm>
              <a:off x="3498848" y="3586043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9D50BF3E-DA9C-097A-4728-05DD13961031}"/>
                </a:ext>
              </a:extLst>
            </p:cNvPr>
            <p:cNvCxnSpPr/>
            <p:nvPr/>
          </p:nvCxnSpPr>
          <p:spPr>
            <a:xfrm>
              <a:off x="3498848" y="4074236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A16A8BFB-0861-A433-4FE6-1B0204EE0A6D}"/>
                </a:ext>
              </a:extLst>
            </p:cNvPr>
            <p:cNvCxnSpPr/>
            <p:nvPr/>
          </p:nvCxnSpPr>
          <p:spPr>
            <a:xfrm>
              <a:off x="3498848" y="4562429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1DD9A28F-65E6-50A5-F07F-C0E7190487D4}"/>
                </a:ext>
              </a:extLst>
            </p:cNvPr>
            <p:cNvCxnSpPr/>
            <p:nvPr/>
          </p:nvCxnSpPr>
          <p:spPr>
            <a:xfrm>
              <a:off x="3498848" y="517589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2C8D0768-14F0-10BB-7801-A2FEC99FB772}"/>
                </a:ext>
              </a:extLst>
            </p:cNvPr>
            <p:cNvCxnSpPr/>
            <p:nvPr/>
          </p:nvCxnSpPr>
          <p:spPr>
            <a:xfrm>
              <a:off x="3498848" y="556074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線コネクタ 190">
              <a:extLst>
                <a:ext uri="{FF2B5EF4-FFF2-40B4-BE49-F238E27FC236}">
                  <ns2:creationId id="{F016384A-5D77-1537-F4A4-1C59400E2A40}"/>
                </a:ext>
              </a:extLst>
            </p:cNvPr>
            <p:cNvCxnSpPr/>
            <p:nvPr/>
          </p:nvCxnSpPr>
          <p:spPr>
            <a:xfrm>
              <a:off x="3498848" y="594558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CDAA1252-2115-95AB-49CD-03371872DB4E}"/>
                </a:ext>
              </a:extLst>
            </p:cNvPr>
            <p:cNvCxnSpPr/>
            <p:nvPr/>
          </p:nvCxnSpPr>
          <p:spPr>
            <a:xfrm>
              <a:off x="8084761" y="248438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D9C634D-2FA9-C4E2-6225-1635C2B11626}"/>
                </a:ext>
              </a:extLst>
            </p:cNvPr>
            <p:cNvCxnSpPr/>
            <p:nvPr/>
          </p:nvCxnSpPr>
          <p:spPr>
            <a:xfrm>
              <a:off x="8084761" y="3097850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35BFF822-3D3B-2E68-747D-FD57286BC76C}"/>
                </a:ext>
              </a:extLst>
            </p:cNvPr>
            <p:cNvCxnSpPr/>
            <p:nvPr/>
          </p:nvCxnSpPr>
          <p:spPr>
            <a:xfrm>
              <a:off x="8084761" y="3586043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8163682-4F72-EC0B-554D-88A13F0D867A}"/>
                </a:ext>
              </a:extLst>
            </p:cNvPr>
            <p:cNvCxnSpPr/>
            <p:nvPr/>
          </p:nvCxnSpPr>
          <p:spPr>
            <a:xfrm>
              <a:off x="8084761" y="4074236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F31A7A84-AF3E-D3F4-7A39-888AAAC84CB3}"/>
                </a:ext>
              </a:extLst>
            </p:cNvPr>
            <p:cNvCxnSpPr/>
            <p:nvPr/>
          </p:nvCxnSpPr>
          <p:spPr>
            <a:xfrm>
              <a:off x="8084761" y="4562429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5E9FDFEA-2B17-D92E-29EF-5C2FCA76C2FC}"/>
                </a:ext>
              </a:extLst>
            </p:cNvPr>
            <p:cNvCxnSpPr/>
            <p:nvPr/>
          </p:nvCxnSpPr>
          <p:spPr>
            <a:xfrm>
              <a:off x="8084761" y="517589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02B4675-5F6E-CE91-54D5-BF983514B6C5}"/>
                </a:ext>
              </a:extLst>
            </p:cNvPr>
            <p:cNvCxnSpPr/>
            <p:nvPr/>
          </p:nvCxnSpPr>
          <p:spPr>
            <a:xfrm>
              <a:off x="8084761" y="556074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F222BE5-29D1-E274-FE00-E9351ECF8E47}"/>
                </a:ext>
              </a:extLst>
            </p:cNvPr>
            <p:cNvCxnSpPr/>
            <p:nvPr/>
          </p:nvCxnSpPr>
          <p:spPr>
            <a:xfrm>
              <a:off x="8084761" y="594558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6F2E5216-CE2F-101B-4A14-9B208A86DE20}"/>
                </a:ext>
              </a:extLst>
            </p:cNvPr>
            <p:cNvCxnSpPr/>
            <p:nvPr/>
          </p:nvCxnSpPr>
          <p:spPr>
            <a:xfrm>
              <a:off x="5151964" y="248438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319F635F-13B1-4A1A-05A6-F3FEA70C008F}"/>
                </a:ext>
              </a:extLst>
            </p:cNvPr>
            <p:cNvCxnSpPr/>
            <p:nvPr/>
          </p:nvCxnSpPr>
          <p:spPr>
            <a:xfrm>
              <a:off x="5151964" y="3097850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60345D6B-BBD4-2CB2-D934-5A1C57AE3F24}"/>
                </a:ext>
              </a:extLst>
            </p:cNvPr>
            <p:cNvCxnSpPr/>
            <p:nvPr/>
          </p:nvCxnSpPr>
          <p:spPr>
            <a:xfrm>
              <a:off x="5151964" y="3586043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08791408-495A-B6EF-E1DE-DEF069309ADB}"/>
                </a:ext>
              </a:extLst>
            </p:cNvPr>
            <p:cNvCxnSpPr/>
            <p:nvPr/>
          </p:nvCxnSpPr>
          <p:spPr>
            <a:xfrm>
              <a:off x="5151964" y="4074236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725446D3-AA7C-6EB7-3F40-C37E2D69B16B}"/>
                </a:ext>
              </a:extLst>
            </p:cNvPr>
            <p:cNvCxnSpPr/>
            <p:nvPr/>
          </p:nvCxnSpPr>
          <p:spPr>
            <a:xfrm>
              <a:off x="5151964" y="4562429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0A8B38C-9F12-994B-AFF6-AC46F2FE7FD0}"/>
                </a:ext>
              </a:extLst>
            </p:cNvPr>
            <p:cNvCxnSpPr/>
            <p:nvPr/>
          </p:nvCxnSpPr>
          <p:spPr>
            <a:xfrm>
              <a:off x="5151964" y="517589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40952A3B-683E-3F8C-AD83-CC88994935CC}"/>
                </a:ext>
              </a:extLst>
            </p:cNvPr>
            <p:cNvCxnSpPr/>
            <p:nvPr/>
          </p:nvCxnSpPr>
          <p:spPr>
            <a:xfrm>
              <a:off x="5151964" y="556074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B104AC72-DD75-F901-1E4D-6EFB39B9A9E5}"/>
                </a:ext>
              </a:extLst>
            </p:cNvPr>
            <p:cNvCxnSpPr/>
            <p:nvPr/>
          </p:nvCxnSpPr>
          <p:spPr>
            <a:xfrm>
              <a:off x="5151964" y="594558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22071661"/>
      </p:ext>
    </p:extLst>
  </p:cSld>
  <p:clrMapOvr>
    <a:masterClrMapping/>
  </p:clrMapOvr>
</p:sld>
</file>

<file path=ppt/slides/slide1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28DDD90-5D3C-0E31-AAB2-963E5910C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A86C83-F20B-0F63-60E9-B2407AE631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FCB6C51-BA21-A02C-77BA-B5AF8F7399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grpSp>
        <p:nvGrpSpPr>
          <p:cNvPr id="121" name="Group 120">
            <a:extLst>
              <a:ext uri="{FF2B5EF4-FFF2-40B4-BE49-F238E27FC236}">
                <ns2:creationId id="{BE518EE2-C57E-1A0E-64A9-4CAE2E85AFA7}"/>
              </a:ext>
            </a:extLst>
          </p:cNvPr>
          <p:cNvGrpSpPr/>
          <p:nvPr/>
        </p:nvGrpSpPr>
        <p:grpSpPr>
          <a:xfrm>
            <a:off x="334963" y="1628774"/>
            <a:ext cx="11522074" cy="4679951"/>
            <a:chOff x="334963" y="1628774"/>
            <a:chExt cx="11522074" cy="4679951"/>
          </a:xfrm>
        </p:grpSpPr>
        <p:grpSp>
          <p:nvGrpSpPr>
            <p:cNvPr id="7" name="グループ化 13">
              <a:extLst>
                <a:ext uri="{FF2B5EF4-FFF2-40B4-BE49-F238E27FC236}">
                  <ns2:creationId id="{0A28D4ED-10A0-0C1A-7890-2EE682EA3D78}"/>
                </a:ext>
              </a:extLst>
            </p:cNvPr>
            <p:cNvGrpSpPr/>
            <p:nvPr/>
          </p:nvGrpSpPr>
          <p:grpSpPr>
            <a:xfrm>
              <a:off x="334963" y="1628774"/>
              <a:ext cx="2083117" cy="377826"/>
              <a:chOff x="695325" y="1568906"/>
              <a:chExt cx="1922164" cy="420232"/>
            </a:xfrm>
          </p:grpSpPr>
          <p:sp>
            <p:nvSpPr>
              <p:cNvPr id="10" name="テキスト ボックス 15">
                <a:extLst>
                  <a:ext uri="{FF2B5EF4-FFF2-40B4-BE49-F238E27FC236}">
                    <ns2:creationId id="{670E4543-7B8D-6E0E-1A84-5C04B4DF5F0D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11" name="直線コネクタ 16">
                <a:extLst>
                  <a:ext uri="{FF2B5EF4-FFF2-40B4-BE49-F238E27FC236}">
                    <ns2:creationId id="{A550666E-C6F0-B0B1-26FF-547F8180A5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グループ化 13">
              <a:extLst>
                <a:ext uri="{FF2B5EF4-FFF2-40B4-BE49-F238E27FC236}">
                  <ns2:creationId id="{7FBA907C-0241-EEA8-09CC-CDEA21A5CADA}"/>
                </a:ext>
              </a:extLst>
            </p:cNvPr>
            <p:cNvGrpSpPr/>
            <p:nvPr/>
          </p:nvGrpSpPr>
          <p:grpSpPr>
            <a:xfrm>
              <a:off x="2704465" y="1628774"/>
              <a:ext cx="1653857" cy="377826"/>
              <a:chOff x="695325" y="1568906"/>
              <a:chExt cx="1922164" cy="420232"/>
            </a:xfrm>
          </p:grpSpPr>
          <p:sp>
            <p:nvSpPr>
              <p:cNvPr id="41" name="テキスト ボックス 15">
                <a:extLst>
                  <a:ext uri="{FF2B5EF4-FFF2-40B4-BE49-F238E27FC236}">
                    <ns2:creationId id="{0FC2550D-5DA2-C96B-1815-F500BEFB343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2" name="直線コネクタ 16">
                <a:extLst>
                  <a:ext uri="{FF2B5EF4-FFF2-40B4-BE49-F238E27FC236}">
                    <ns2:creationId id="{5FD2AE3E-B66D-5D87-0837-1BECE25B4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グループ化 13">
              <a:extLst>
                <a:ext uri="{FF2B5EF4-FFF2-40B4-BE49-F238E27FC236}">
                  <ns2:creationId id="{2B92A71F-AC6B-283D-AC97-213059066FD0}"/>
                </a:ext>
              </a:extLst>
            </p:cNvPr>
            <p:cNvGrpSpPr/>
            <p:nvPr/>
          </p:nvGrpSpPr>
          <p:grpSpPr>
            <a:xfrm>
              <a:off x="4644707" y="1628774"/>
              <a:ext cx="1653857" cy="377826"/>
              <a:chOff x="695325" y="1568906"/>
              <a:chExt cx="1922164" cy="420232"/>
            </a:xfrm>
          </p:grpSpPr>
          <p:sp>
            <p:nvSpPr>
              <p:cNvPr id="46" name="テキスト ボックス 15">
                <a:extLst>
                  <a:ext uri="{FF2B5EF4-FFF2-40B4-BE49-F238E27FC236}">
                    <ns2:creationId id="{195FDEBE-2CC6-0C3D-DB4F-F0DDD0612197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7" name="直線コネクタ 16">
                <a:extLst>
                  <a:ext uri="{FF2B5EF4-FFF2-40B4-BE49-F238E27FC236}">
                    <ns2:creationId id="{EB76215C-D6D4-C65C-0643-3CCB9D4E6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13">
              <a:extLst>
                <a:ext uri="{FF2B5EF4-FFF2-40B4-BE49-F238E27FC236}">
                  <ns2:creationId id="{2559298B-A953-CD3F-4E55-B26A4AACA4E0}"/>
                </a:ext>
              </a:extLst>
            </p:cNvPr>
            <p:cNvGrpSpPr/>
            <p:nvPr/>
          </p:nvGrpSpPr>
          <p:grpSpPr>
            <a:xfrm>
              <a:off x="6584950" y="1628774"/>
              <a:ext cx="5272087" cy="377826"/>
              <a:chOff x="695325" y="1568906"/>
              <a:chExt cx="1922164" cy="420232"/>
            </a:xfrm>
          </p:grpSpPr>
          <p:sp>
            <p:nvSpPr>
              <p:cNvPr id="49" name="テキスト ボックス 15">
                <a:extLst>
                  <a:ext uri="{FF2B5EF4-FFF2-40B4-BE49-F238E27FC236}">
                    <ns2:creationId id="{6D54FCD0-E58E-4D65-4A8F-5315CBE3FC0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endParaRPr>
              </a:p>
            </p:txBody>
          </p:sp>
          <p:cxnSp>
            <p:nvCxnSpPr>
              <p:cNvPr id="50" name="直線コネクタ 16">
                <a:extLst>
                  <a:ext uri="{FF2B5EF4-FFF2-40B4-BE49-F238E27FC236}">
                    <ns2:creationId id="{A1FEECB1-FF6E-7B69-9FC1-5D56E64EC0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テキスト ボックス 15">
              <a:extLst>
                <a:ext uri="{FF2B5EF4-FFF2-40B4-BE49-F238E27FC236}">
                  <ns2:creationId id="{4DF9A973-931A-4E7D-F28B-831ADA42E062}"/>
                </a:ext>
              </a:extLst>
            </p:cNvPr>
            <p:cNvSpPr txBox="1"/>
            <p:nvPr/>
          </p:nvSpPr>
          <p:spPr>
            <a:xfrm>
              <a:off x="334963" y="4745598"/>
              <a:ext cx="2083117" cy="694577"/>
            </a:xfrm>
            <a:prstGeom prst="roundRect">
              <a:avLst>
                <a:gd name="adj" fmla="val 2671"/>
              </a:avLst>
            </a:prstGeom>
            <a:solidFill>
              <a:srgbClr val="008000"/>
            </a:solidFill>
          </p:spPr>
          <p:txBody>
            <a:bodyPr wrap="none" lIns="75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5" name="テキスト ボックス 15">
              <a:extLst>
                <a:ext uri="{FF2B5EF4-FFF2-40B4-BE49-F238E27FC236}">
                  <ns2:creationId id="{48F91256-7944-5FC9-89F1-92F835D4D7FB}"/>
                </a:ext>
              </a:extLst>
            </p:cNvPr>
            <p:cNvSpPr txBox="1"/>
            <p:nvPr/>
          </p:nvSpPr>
          <p:spPr>
            <a:xfrm>
              <a:off x="2704465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6" name="テキスト ボックス 15">
              <a:extLst>
                <a:ext uri="{FF2B5EF4-FFF2-40B4-BE49-F238E27FC236}">
                  <ns2:creationId id="{EBD35C78-2024-F873-7988-C8CEE64C0CF2}"/>
                </a:ext>
              </a:extLst>
            </p:cNvPr>
            <p:cNvSpPr txBox="1"/>
            <p:nvPr/>
          </p:nvSpPr>
          <p:spPr>
            <a:xfrm>
              <a:off x="2704465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7" name="テキスト ボックス 15">
              <a:extLst>
                <a:ext uri="{FF2B5EF4-FFF2-40B4-BE49-F238E27FC236}">
                  <ns2:creationId id="{E368C898-A161-DA6E-97BE-6784419A14AC}"/>
                </a:ext>
              </a:extLst>
            </p:cNvPr>
            <p:cNvSpPr txBox="1"/>
            <p:nvPr/>
          </p:nvSpPr>
          <p:spPr>
            <a:xfrm>
              <a:off x="2704465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8" name="テキスト ボックス 15">
              <a:extLst>
                <a:ext uri="{FF2B5EF4-FFF2-40B4-BE49-F238E27FC236}">
                  <ns2:creationId id="{2EFD73AA-8508-EFA2-D4FB-004A9D1CF6C4}"/>
                </a:ext>
              </a:extLst>
            </p:cNvPr>
            <p:cNvSpPr txBox="1"/>
            <p:nvPr/>
          </p:nvSpPr>
          <p:spPr>
            <a:xfrm>
              <a:off x="2704465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9" name="テキスト ボックス 15">
              <a:extLst>
                <a:ext uri="{FF2B5EF4-FFF2-40B4-BE49-F238E27FC236}">
                  <ns2:creationId id="{DAB4933D-2654-2C01-244E-E44C80D9A438}"/>
                </a:ext>
              </a:extLst>
            </p:cNvPr>
            <p:cNvSpPr txBox="1"/>
            <p:nvPr/>
          </p:nvSpPr>
          <p:spPr>
            <a:xfrm>
              <a:off x="2704465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0" name="テキスト ボックス 15">
              <a:extLst>
                <a:ext uri="{FF2B5EF4-FFF2-40B4-BE49-F238E27FC236}">
                  <ns2:creationId id="{D3B196FC-3882-5515-8709-3E03E549359D}"/>
                </a:ext>
              </a:extLst>
            </p:cNvPr>
            <p:cNvSpPr txBox="1"/>
            <p:nvPr/>
          </p:nvSpPr>
          <p:spPr>
            <a:xfrm>
              <a:off x="4644707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1" name="テキスト ボックス 15">
              <a:extLst>
                <a:ext uri="{FF2B5EF4-FFF2-40B4-BE49-F238E27FC236}">
                  <ns2:creationId id="{0AABA1F4-6FEF-6756-0F53-B9E47BD3EDAA}"/>
                </a:ext>
              </a:extLst>
            </p:cNvPr>
            <p:cNvSpPr txBox="1"/>
            <p:nvPr/>
          </p:nvSpPr>
          <p:spPr>
            <a:xfrm>
              <a:off x="4644707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2" name="テキスト ボックス 15">
              <a:extLst>
                <a:ext uri="{FF2B5EF4-FFF2-40B4-BE49-F238E27FC236}">
                  <ns2:creationId id="{5425A623-6715-B311-AD9D-497BEA2F189D}"/>
                </a:ext>
              </a:extLst>
            </p:cNvPr>
            <p:cNvSpPr txBox="1"/>
            <p:nvPr/>
          </p:nvSpPr>
          <p:spPr>
            <a:xfrm>
              <a:off x="4644707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3" name="テキスト ボックス 15">
              <a:extLst>
                <a:ext uri="{FF2B5EF4-FFF2-40B4-BE49-F238E27FC236}">
                  <ns2:creationId id="{EE833BD6-44B3-8CB1-FCC6-E4393FF35243}"/>
                </a:ext>
              </a:extLst>
            </p:cNvPr>
            <p:cNvSpPr txBox="1"/>
            <p:nvPr/>
          </p:nvSpPr>
          <p:spPr>
            <a:xfrm>
              <a:off x="4644707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4" name="テキスト ボックス 15">
              <a:extLst>
                <a:ext uri="{FF2B5EF4-FFF2-40B4-BE49-F238E27FC236}">
                  <ns2:creationId id="{330A9DAD-135E-7614-D8A6-021862FF4BC0}"/>
                </a:ext>
              </a:extLst>
            </p:cNvPr>
            <p:cNvSpPr txBox="1"/>
            <p:nvPr/>
          </p:nvSpPr>
          <p:spPr>
            <a:xfrm>
              <a:off x="4644707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5" name="テキスト ボックス 15">
              <a:extLst>
                <a:ext uri="{FF2B5EF4-FFF2-40B4-BE49-F238E27FC236}">
                  <ns2:creationId id="{4BFA22B0-B828-3ED5-3CA4-68673DBE2DC5}"/>
                </a:ext>
              </a:extLst>
            </p:cNvPr>
            <p:cNvSpPr txBox="1"/>
            <p:nvPr/>
          </p:nvSpPr>
          <p:spPr>
            <a:xfrm>
              <a:off x="6584950" y="2139950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</a:b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6" name="テキスト ボックス 15">
              <a:extLst>
                <a:ext uri="{FF2B5EF4-FFF2-40B4-BE49-F238E27FC236}">
                  <ns2:creationId id="{0CE82B4F-7732-DA09-F400-4D8A0C65B723}"/>
                </a:ext>
              </a:extLst>
            </p:cNvPr>
            <p:cNvSpPr txBox="1"/>
            <p:nvPr/>
          </p:nvSpPr>
          <p:spPr>
            <a:xfrm>
              <a:off x="6584950" y="300849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・</a:t>
              </a:r>
              <a:r>
                <a:rPr lang="en-US" altLang="ja-JP" sz="1400"/>
                <a:t>EBITDA</a:t>
              </a:r>
              <a:r>
                <a:rPr lang="ja-JP" altLang="en-US" sz="1400"/>
                <a:t>XX</a:t>
              </a:r>
              <a:r>
                <a:rPr lang="en-US" altLang="ja-JP" sz="1400"/>
                <a:t>)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「</a:t>
              </a:r>
              <a:r>
                <a:rPr lang="en-US" altLang="ja-JP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/>
                <a:t>XX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7" name="テキスト ボックス 15">
              <a:extLst>
                <a:ext uri="{FF2B5EF4-FFF2-40B4-BE49-F238E27FC236}">
                  <ns2:creationId id="{A3889E47-4D15-7AA3-AD43-7943ED2B565B}"/>
                </a:ext>
              </a:extLst>
            </p:cNvPr>
            <p:cNvSpPr txBox="1"/>
            <p:nvPr/>
          </p:nvSpPr>
          <p:spPr>
            <a:xfrm>
              <a:off x="6584950" y="387704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「</a:t>
              </a:r>
              <a:r>
                <a:rPr lang="en-US" altLang="ja-JP" sz="1600" b="1">
                  <a:solidFill>
                    <a:srgbClr val="008000"/>
                  </a:solidFill>
                </a:rPr>
                <a:t>XX</a:t>
              </a: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600" b="1">
                  <a:solidFill>
                    <a:srgbClr val="008000"/>
                  </a:solidFill>
                </a:rPr>
              </a:b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endParaRPr kumimoji="1" lang="ja-JP" altLang="en-US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8" name="テキスト ボックス 15">
              <a:extLst>
                <a:ext uri="{FF2B5EF4-FFF2-40B4-BE49-F238E27FC236}">
                  <ns2:creationId id="{0152D5A8-D15F-D535-A5CC-57511F6B85A5}"/>
                </a:ext>
              </a:extLst>
            </p:cNvPr>
            <p:cNvSpPr txBox="1"/>
            <p:nvPr/>
          </p:nvSpPr>
          <p:spPr>
            <a:xfrm>
              <a:off x="6584950" y="474559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9" name="テキスト ボックス 15">
              <a:extLst>
                <a:ext uri="{FF2B5EF4-FFF2-40B4-BE49-F238E27FC236}">
                  <ns2:creationId id="{C6FFB4E6-4160-5A40-0404-FA5E89B70F49}"/>
                </a:ext>
              </a:extLst>
            </p:cNvPr>
            <p:cNvSpPr txBox="1"/>
            <p:nvPr/>
          </p:nvSpPr>
          <p:spPr>
            <a:xfrm>
              <a:off x="6584950" y="561414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en-US" altLang="ja-JP" sz="1400"/>
                <a:t>AI</a:t>
              </a: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E7DBD6E-4168-9FAC-6D94-913ED4DCC6AB}"/>
                </a:ext>
              </a:extLst>
            </p:cNvPr>
            <p:cNvCxnSpPr>
              <a:cxnSpLocks/>
              <a:stCxn id="15" idx="3"/>
              <a:endCxn id="25" idx="1"/>
            </p:cNvCxnSpPr>
            <p:nvPr/>
          </p:nvCxnSpPr>
          <p:spPr>
            <a:xfrm>
              <a:off x="2418080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ns2:creationId id="{46784BDB-811C-7E80-E0F2-0F021A87E995}"/>
                </a:ext>
              </a:extLst>
            </p:cNvPr>
            <p:cNvCxnSpPr>
              <a:cxnSpLocks/>
              <a:stCxn id="17" idx="3"/>
              <a:endCxn id="26" idx="1"/>
            </p:cNvCxnSpPr>
            <p:nvPr/>
          </p:nvCxnSpPr>
          <p:spPr>
            <a:xfrm>
              <a:off x="2418080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ns2:creationId id="{EFC9B8CB-ED70-71E4-CEC1-B75C583D2B7E}"/>
                </a:ext>
              </a:extLst>
            </p:cNvPr>
            <p:cNvCxnSpPr>
              <a:cxnSpLocks/>
              <a:stCxn id="18" idx="3"/>
              <a:endCxn id="27" idx="1"/>
            </p:cNvCxnSpPr>
            <p:nvPr/>
          </p:nvCxnSpPr>
          <p:spPr>
            <a:xfrm>
              <a:off x="2418080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ns2:creationId id="{31545DAE-44D1-AC49-2707-23700047F0C7}"/>
                </a:ext>
              </a:extLst>
            </p:cNvPr>
            <p:cNvCxnSpPr>
              <a:cxnSpLocks/>
              <a:stCxn id="19" idx="3"/>
              <a:endCxn id="28" idx="1"/>
            </p:cNvCxnSpPr>
            <p:nvPr/>
          </p:nvCxnSpPr>
          <p:spPr>
            <a:xfrm>
              <a:off x="2418080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ns2:creationId id="{8CF2F86C-C07F-E2A2-5E4A-193999671C24}"/>
                </a:ext>
              </a:extLst>
            </p:cNvPr>
            <p:cNvCxnSpPr>
              <a:cxnSpLocks/>
              <a:stCxn id="23" idx="3"/>
              <a:endCxn id="29" idx="1"/>
            </p:cNvCxnSpPr>
            <p:nvPr/>
          </p:nvCxnSpPr>
          <p:spPr>
            <a:xfrm>
              <a:off x="2418080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ns2:creationId id="{8E74D142-ABF2-4C62-EBE4-BACB001D9B0B}"/>
                </a:ext>
              </a:extLst>
            </p:cNvPr>
            <p:cNvCxnSpPr>
              <a:cxnSpLocks/>
              <a:stCxn id="29" idx="3"/>
              <a:endCxn id="34" idx="1"/>
            </p:cNvCxnSpPr>
            <p:nvPr/>
          </p:nvCxnSpPr>
          <p:spPr>
            <a:xfrm>
              <a:off x="4358322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ns2:creationId id="{F1C2A9C7-884D-CB32-1437-6EBF58CBB8A3}"/>
                </a:ext>
              </a:extLst>
            </p:cNvPr>
            <p:cNvCxnSpPr>
              <a:cxnSpLocks/>
              <a:stCxn id="28" idx="3"/>
              <a:endCxn id="33" idx="1"/>
            </p:cNvCxnSpPr>
            <p:nvPr/>
          </p:nvCxnSpPr>
          <p:spPr>
            <a:xfrm>
              <a:off x="4358322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88F21710-A118-D3AF-AAF2-B4C6582D1651}"/>
                </a:ext>
              </a:extLst>
            </p:cNvPr>
            <p:cNvCxnSpPr>
              <a:cxnSpLocks/>
              <a:stCxn id="25" idx="3"/>
              <a:endCxn id="30" idx="1"/>
            </p:cNvCxnSpPr>
            <p:nvPr/>
          </p:nvCxnSpPr>
          <p:spPr>
            <a:xfrm>
              <a:off x="4358322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BC0C3D40-20B5-9F49-FA64-16B0CDF840BD}"/>
                </a:ext>
              </a:extLst>
            </p:cNvPr>
            <p:cNvCxnSpPr>
              <a:cxnSpLocks/>
              <a:stCxn id="26" idx="3"/>
              <a:endCxn id="31" idx="1"/>
            </p:cNvCxnSpPr>
            <p:nvPr/>
          </p:nvCxnSpPr>
          <p:spPr>
            <a:xfrm>
              <a:off x="4358322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979A50D5-0E25-03ED-2031-797B1CE77879}"/>
                </a:ext>
              </a:extLst>
            </p:cNvPr>
            <p:cNvCxnSpPr>
              <a:cxnSpLocks/>
              <a:stCxn id="27" idx="3"/>
              <a:endCxn id="32" idx="1"/>
            </p:cNvCxnSpPr>
            <p:nvPr/>
          </p:nvCxnSpPr>
          <p:spPr>
            <a:xfrm>
              <a:off x="4358322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ns2:creationId id="{3F63E235-C368-0927-3B1B-4B585F30A1BB}"/>
                </a:ext>
              </a:extLst>
            </p:cNvPr>
            <p:cNvCxnSpPr/>
            <p:nvPr/>
          </p:nvCxnSpPr>
          <p:spPr>
            <a:xfrm>
              <a:off x="6496050" y="2145294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0537EA5D-38D7-7F79-5552-CD24270BC984}"/>
                </a:ext>
              </a:extLst>
            </p:cNvPr>
            <p:cNvCxnSpPr/>
            <p:nvPr/>
          </p:nvCxnSpPr>
          <p:spPr>
            <a:xfrm>
              <a:off x="6496050" y="3013843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95DB8288-7D49-23DA-EB38-CF644A94493A}"/>
                </a:ext>
              </a:extLst>
            </p:cNvPr>
            <p:cNvCxnSpPr/>
            <p:nvPr/>
          </p:nvCxnSpPr>
          <p:spPr>
            <a:xfrm>
              <a:off x="6496050" y="388239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9D464148-CA94-A153-88E5-411318AE4D43}"/>
                </a:ext>
              </a:extLst>
            </p:cNvPr>
            <p:cNvCxnSpPr/>
            <p:nvPr/>
          </p:nvCxnSpPr>
          <p:spPr>
            <a:xfrm>
              <a:off x="6496050" y="475094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F59F903D-D868-10CE-CCAA-2DCB8557DFB1}"/>
                </a:ext>
              </a:extLst>
            </p:cNvPr>
            <p:cNvCxnSpPr/>
            <p:nvPr/>
          </p:nvCxnSpPr>
          <p:spPr>
            <a:xfrm>
              <a:off x="6496050" y="5619491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2" name="Graphic 101" descr="Hierarchy with solid fill">
              <a:extLst>
                <a:ext uri="{FF2B5EF4-FFF2-40B4-BE49-F238E27FC236}">
                  <ns2:creationId id="{3D356650-D04B-8BED-1015-72C68CD6D1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64554" y="4825655"/>
              <a:ext cx="534462" cy="534462"/>
            </a:xfrm>
            <a:prstGeom prst="rect">
              <a:avLst/>
            </a:prstGeom>
          </p:spPr>
        </p:pic>
        <p:grpSp>
          <p:nvGrpSpPr>
            <p:cNvPr id="117" name="Group 116">
              <a:extLst>
                <a:ext uri="{FF2B5EF4-FFF2-40B4-BE49-F238E27FC236}">
                  <ns2:creationId id="{50CF0D6A-8503-9F69-2D20-218F0140C72E}"/>
                </a:ext>
              </a:extLst>
            </p:cNvPr>
            <p:cNvGrpSpPr/>
            <p:nvPr/>
          </p:nvGrpSpPr>
          <p:grpSpPr>
            <a:xfrm>
              <a:off x="334963" y="3877049"/>
              <a:ext cx="2083117" cy="694577"/>
              <a:chOff x="334963" y="3877049"/>
              <a:chExt cx="2083117" cy="694577"/>
            </a:xfrm>
          </p:grpSpPr>
          <p:sp>
            <p:nvSpPr>
              <p:cNvPr id="18" name="テキスト ボックス 15">
                <a:extLst>
                  <a:ext uri="{FF2B5EF4-FFF2-40B4-BE49-F238E27FC236}">
                    <ns2:creationId id="{D8D67270-58B6-19F5-0135-5DA75B2D34CF}"/>
                  </a:ext>
                </a:extLst>
              </p:cNvPr>
              <p:cNvSpPr txBox="1"/>
              <p:nvPr/>
            </p:nvSpPr>
            <p:spPr>
              <a:xfrm>
                <a:off x="334963" y="387704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KPI</a:t>
                </a:r>
              </a:p>
            </p:txBody>
          </p:sp>
          <p:pic>
            <p:nvPicPr>
              <p:cNvPr id="104" name="Graphic 103" descr="Bar chart with solid fill">
                <a:extLst>
                  <a:ext uri="{FF2B5EF4-FFF2-40B4-BE49-F238E27FC236}">
                    <ns2:creationId id="{127B6344-825B-D434-096A-DA4DCC8221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64554" y="3957105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4" name="Group 113">
              <a:extLst>
                <a:ext uri="{FF2B5EF4-FFF2-40B4-BE49-F238E27FC236}">
                  <ns2:creationId id="{6A9530DE-4A49-7A80-E257-0EF06B595A4C}"/>
                </a:ext>
              </a:extLst>
            </p:cNvPr>
            <p:cNvGrpSpPr/>
            <p:nvPr/>
          </p:nvGrpSpPr>
          <p:grpSpPr>
            <a:xfrm>
              <a:off x="334963" y="3008499"/>
              <a:ext cx="2083117" cy="694577"/>
              <a:chOff x="334963" y="3008499"/>
              <a:chExt cx="2083117" cy="694577"/>
            </a:xfrm>
          </p:grpSpPr>
          <p:sp>
            <p:nvSpPr>
              <p:cNvPr id="17" name="テキスト ボックス 15">
                <a:extLst>
                  <a:ext uri="{FF2B5EF4-FFF2-40B4-BE49-F238E27FC236}">
                    <ns2:creationId id="{0592C65F-3028-C76F-5000-EEDD4E6FD2AA}"/>
                  </a:ext>
                </a:extLst>
              </p:cNvPr>
              <p:cNvSpPr txBox="1"/>
              <p:nvPr/>
            </p:nvSpPr>
            <p:spPr>
              <a:xfrm>
                <a:off x="334963" y="300849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>
                  <a:alpha val="99000"/>
                </a:srgbClr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KGI</a:t>
                </a:r>
              </a:p>
            </p:txBody>
          </p:sp>
          <p:pic>
            <p:nvPicPr>
              <p:cNvPr id="108" name="Graphic 107" descr="Bullseye with solid fill">
                <a:extLst>
                  <a:ext uri="{FF2B5EF4-FFF2-40B4-BE49-F238E27FC236}">
                    <ns2:creationId id="{A501BEDD-E449-E06E-0DB9-6F8D8DA2D0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64554" y="3088556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5" name="Group 114">
              <a:extLst>
                <a:ext uri="{FF2B5EF4-FFF2-40B4-BE49-F238E27FC236}">
                  <ns2:creationId id="{E325125B-D3AC-4910-D150-C845DD0B037B}"/>
                </a:ext>
              </a:extLst>
            </p:cNvPr>
            <p:cNvGrpSpPr/>
            <p:nvPr/>
          </p:nvGrpSpPr>
          <p:grpSpPr>
            <a:xfrm>
              <a:off x="334963" y="2139950"/>
              <a:ext cx="2083117" cy="694577"/>
              <a:chOff x="334963" y="2139950"/>
              <a:chExt cx="2083117" cy="694577"/>
            </a:xfrm>
          </p:grpSpPr>
          <p:sp>
            <p:nvSpPr>
              <p:cNvPr id="15" name="テキスト ボックス 15">
                <a:extLst>
                  <a:ext uri="{FF2B5EF4-FFF2-40B4-BE49-F238E27FC236}">
                    <ns2:creationId id="{E60EB679-A8A1-3A22-5C66-FAD6170FE396}"/>
                  </a:ext>
                </a:extLst>
              </p:cNvPr>
              <p:cNvSpPr txBox="1"/>
              <p:nvPr/>
            </p:nvSpPr>
            <p:spPr>
              <a:xfrm>
                <a:off x="334963" y="2139950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0" name="Graphic 109" descr="Aspiration with solid fill">
                <a:extLst>
                  <a:ext uri="{FF2B5EF4-FFF2-40B4-BE49-F238E27FC236}">
                    <ns2:creationId id="{922053E5-78EF-6B75-17C2-33D9668373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64554" y="2220007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20" name="Group 119">
              <a:extLst>
                <a:ext uri="{FF2B5EF4-FFF2-40B4-BE49-F238E27FC236}">
                  <ns2:creationId id="{79AF7357-B382-6721-2386-BFE077269D76}"/>
                </a:ext>
              </a:extLst>
            </p:cNvPr>
            <p:cNvGrpSpPr/>
            <p:nvPr/>
          </p:nvGrpSpPr>
          <p:grpSpPr>
            <a:xfrm>
              <a:off x="334963" y="5614148"/>
              <a:ext cx="2083117" cy="694577"/>
              <a:chOff x="334963" y="5614148"/>
              <a:chExt cx="2083117" cy="694577"/>
            </a:xfrm>
          </p:grpSpPr>
          <p:sp>
            <p:nvSpPr>
              <p:cNvPr id="23" name="テキスト ボックス 15">
                <a:extLst>
                  <a:ext uri="{FF2B5EF4-FFF2-40B4-BE49-F238E27FC236}">
                    <ns2:creationId id="{89504D8B-C314-EF04-3770-4D3F6274ECFF}"/>
                  </a:ext>
                </a:extLst>
              </p:cNvPr>
              <p:cNvSpPr txBox="1"/>
              <p:nvPr/>
            </p:nvSpPr>
            <p:spPr>
              <a:xfrm>
                <a:off x="334963" y="5614148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3" name="Graphic 112" descr="Hierarchy with solid fill">
                <a:extLst>
                  <a:ext uri="{FF2B5EF4-FFF2-40B4-BE49-F238E27FC236}">
                    <ns2:creationId id="{FFFD1838-18EA-58B9-6EE0-1E3DB0708C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64554" y="5694205"/>
                <a:ext cx="534462" cy="5344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510581320"/>
      </p:ext>
    </p:extLst>
  </p:cSld>
  <p:clrMapOvr>
    <a:masterClrMapping/>
  </p:clrMapOvr>
</p:sld>
</file>

<file path=ppt/slides/slide15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EAB5AD-2BAD-2B89-ACEC-01B78F17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2EC7F1A-903D-1FC4-38E4-90C99C008F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AC6B10-8DE6-94B2-8E22-2FFE73090A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227" name="Group 226">
            <a:extLst>
              <a:ext uri="{FF2B5EF4-FFF2-40B4-BE49-F238E27FC236}">
                <ns2:creationId id="{5506575E-726F-96D4-267F-36F2448FA2EE}"/>
              </a:ext>
            </a:extLst>
          </p:cNvPr>
          <p:cNvGrpSpPr/>
          <p:nvPr/>
        </p:nvGrpSpPr>
        <p:grpSpPr>
          <a:xfrm>
            <a:off x="457200" y="5156200"/>
            <a:ext cx="11399837" cy="1152524"/>
            <a:chOff x="457200" y="5156200"/>
            <a:chExt cx="11399837" cy="1152524"/>
          </a:xfrm>
        </p:grpSpPr>
        <p:grpSp>
          <p:nvGrpSpPr>
            <p:cNvPr id="213" name="Group 212">
              <a:extLst>
                <a:ext uri="{FF2B5EF4-FFF2-40B4-BE49-F238E27FC236}">
                  <ns2:creationId id="{3515CF22-8231-5CA7-2C4A-065080539496}"/>
                </a:ext>
              </a:extLst>
            </p:cNvPr>
            <p:cNvGrpSpPr/>
            <p:nvPr/>
          </p:nvGrpSpPr>
          <p:grpSpPr>
            <a:xfrm>
              <a:off x="457200" y="5156200"/>
              <a:ext cx="3041650" cy="1152524"/>
              <a:chOff x="371475" y="1160462"/>
              <a:chExt cx="4203642" cy="2404947"/>
            </a:xfrm>
          </p:grpSpPr>
          <p:sp>
            <p:nvSpPr>
              <p:cNvPr id="214" name="Freeform 8">
                <a:extLst>
                  <a:ext uri="{FF2B5EF4-FFF2-40B4-BE49-F238E27FC236}">
                    <ns2:creationId id="{52A53E2E-076E-D923-EFD4-729FE9ABF336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371476" y="1160462"/>
                <a:ext cx="408614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878" h="258785">
                    <a:moveTo>
                      <a:pt x="0" y="0"/>
                    </a:moveTo>
                    <a:lnTo>
                      <a:pt x="1834" y="0"/>
                    </a:lnTo>
                    <a:lnTo>
                      <a:pt x="1878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15" name="ホームベース 64">
                <a:extLst>
                  <a:ext uri="{FF2B5EF4-FFF2-40B4-BE49-F238E27FC236}">
                    <ns2:creationId id="{C9C8C496-6EE6-E8A9-5002-365779A52BB6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ns2:creationId id="{5E6784A1-F61B-C696-80DB-42E1AE26E6C9}"/>
                </a:ext>
              </a:extLst>
            </p:cNvPr>
            <p:cNvGrpSpPr/>
            <p:nvPr/>
          </p:nvGrpSpPr>
          <p:grpSpPr>
            <a:xfrm>
              <a:off x="3562350" y="5156200"/>
              <a:ext cx="8294687" cy="1152524"/>
              <a:chOff x="371475" y="1160462"/>
              <a:chExt cx="4203642" cy="2404947"/>
            </a:xfrm>
          </p:grpSpPr>
          <p:sp>
            <p:nvSpPr>
              <p:cNvPr id="224" name="Freeform 8">
                <a:extLst>
                  <a:ext uri="{FF2B5EF4-FFF2-40B4-BE49-F238E27FC236}">
                    <ns2:creationId id="{E1E75D6C-DD8B-22AF-3648-31DE70E0B1B9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371482" y="1160462"/>
                <a:ext cx="416012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12" h="258785">
                    <a:moveTo>
                      <a:pt x="0" y="0"/>
                    </a:moveTo>
                    <a:lnTo>
                      <a:pt x="1896" y="0"/>
                    </a:lnTo>
                    <a:lnTo>
                      <a:pt x="1912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>
                <a:solidFill>
                  <a:schemeClr val="accent6">
                    <a:lumMod val="60000"/>
                    <a:lumOff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25" name="ホームベース 64">
                <a:extLst>
                  <a:ext uri="{FF2B5EF4-FFF2-40B4-BE49-F238E27FC236}">
                    <ns2:creationId id="{A377ADF4-9ECA-269E-F97F-D075EEF21EC0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%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SCM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</p:grpSp>
      <p:grpSp>
        <p:nvGrpSpPr>
          <p:cNvPr id="104" name="グループ化 103">
            <a:extLst>
              <a:ext uri="{FF2B5EF4-FFF2-40B4-BE49-F238E27FC236}">
                <ns2:creationId id="{2DB44A95-4DBD-C407-C915-9DC77ACC17BE}"/>
              </a:ext>
            </a:extLst>
          </p:cNvPr>
          <p:cNvGrpSpPr/>
          <p:nvPr/>
        </p:nvGrpSpPr>
        <p:grpSpPr>
          <a:xfrm>
            <a:off x="334963" y="4651375"/>
            <a:ext cx="11522075" cy="433705"/>
            <a:chOff x="334963" y="4651375"/>
            <a:chExt cx="11522075" cy="433705"/>
          </a:xfrm>
        </p:grpSpPr>
        <p:sp>
          <p:nvSpPr>
            <p:cNvPr id="220" name="テキスト ボックス 11">
              <a:extLst>
                <a:ext uri="{FF2B5EF4-FFF2-40B4-BE49-F238E27FC236}">
                  <ns2:creationId id="{8B13ACCC-5635-2B93-CBA6-FC02AD974A93}"/>
                </a:ext>
              </a:extLst>
            </p:cNvPr>
            <p:cNvSpPr txBox="1"/>
            <p:nvPr/>
          </p:nvSpPr>
          <p:spPr>
            <a:xfrm>
              <a:off x="450849" y="4789361"/>
              <a:ext cx="11406189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21" name="Oval 220">
              <a:extLst>
                <a:ext uri="{FF2B5EF4-FFF2-40B4-BE49-F238E27FC236}">
                  <ns2:creationId id="{3308D3CD-0D14-1291-790A-D51DF41F2945}"/>
                </a:ext>
              </a:extLst>
            </p:cNvPr>
            <p:cNvSpPr/>
            <p:nvPr/>
          </p:nvSpPr>
          <p:spPr>
            <a:xfrm>
              <a:off x="334963" y="46513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0" name="Graphic 229" descr="Office worker male with solid fill">
              <a:extLst>
                <a:ext uri="{FF2B5EF4-FFF2-40B4-BE49-F238E27FC236}">
                  <ns2:creationId id="{1FCFA8D4-1C14-9BB2-D270-318EE931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23850" y="48022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3" name="グループ化 102">
            <a:extLst>
              <a:ext uri="{FF2B5EF4-FFF2-40B4-BE49-F238E27FC236}">
                <ns2:creationId id="{BD770EF1-0115-A395-5B3F-321C1E9D95DB}"/>
              </a:ext>
            </a:extLst>
          </p:cNvPr>
          <p:cNvGrpSpPr/>
          <p:nvPr/>
        </p:nvGrpSpPr>
        <p:grpSpPr>
          <a:xfrm>
            <a:off x="6192203" y="1628775"/>
            <a:ext cx="5664835" cy="433705"/>
            <a:chOff x="6192203" y="1628775"/>
            <a:chExt cx="5664835" cy="433705"/>
          </a:xfrm>
        </p:grpSpPr>
        <p:sp>
          <p:nvSpPr>
            <p:cNvPr id="9" name="テキスト ボックス 11">
              <a:extLst>
                <a:ext uri="{FF2B5EF4-FFF2-40B4-BE49-F238E27FC236}">
                  <ns2:creationId id="{7E6ACB98-7083-DE71-E36B-552DEE16697F}"/>
                </a:ext>
              </a:extLst>
            </p:cNvPr>
            <p:cNvSpPr txBox="1"/>
            <p:nvPr/>
          </p:nvSpPr>
          <p:spPr>
            <a:xfrm>
              <a:off x="6300787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】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Oval 115">
              <a:extLst>
                <a:ext uri="{FF2B5EF4-FFF2-40B4-BE49-F238E27FC236}">
                  <ns2:creationId id="{4A03127F-7ADA-D448-7F90-DF4AA2E97968}"/>
                </a:ext>
              </a:extLst>
            </p:cNvPr>
            <p:cNvSpPr/>
            <p:nvPr/>
          </p:nvSpPr>
          <p:spPr>
            <a:xfrm>
              <a:off x="619220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2" name="Graphic 231" descr="Table with solid fill">
              <a:extLst>
                <a:ext uri="{FF2B5EF4-FFF2-40B4-BE49-F238E27FC236}">
                  <ns2:creationId id="{E4985DF3-BADD-A04F-A3EB-41B3FDFD15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65110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2D59C34B-464F-984D-84A6-85ED889B396A}"/>
              </a:ext>
            </a:extLst>
          </p:cNvPr>
          <p:cNvGrpSpPr/>
          <p:nvPr/>
        </p:nvGrpSpPr>
        <p:grpSpPr>
          <a:xfrm>
            <a:off x="334963" y="1628775"/>
            <a:ext cx="5672137" cy="433705"/>
            <a:chOff x="334963" y="1628775"/>
            <a:chExt cx="5672137" cy="433705"/>
          </a:xfrm>
        </p:grpSpPr>
        <p:sp>
          <p:nvSpPr>
            <p:cNvPr id="5" name="テキスト ボックス 11">
              <a:extLst>
                <a:ext uri="{FF2B5EF4-FFF2-40B4-BE49-F238E27FC236}">
                  <ns2:creationId id="{D5D61B08-040E-32A2-1FC9-2CF3D6CEBAB6}"/>
                </a:ext>
              </a:extLst>
            </p:cNvPr>
            <p:cNvSpPr txBox="1"/>
            <p:nvPr/>
          </p:nvSpPr>
          <p:spPr>
            <a:xfrm>
              <a:off x="450849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ROI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ns2:creationId id="{694F5BEF-25A6-71A7-E83B-956A826F7A6D}"/>
                </a:ext>
              </a:extLst>
            </p:cNvPr>
            <p:cNvSpPr/>
            <p:nvPr/>
          </p:nvSpPr>
          <p:spPr>
            <a:xfrm>
              <a:off x="33496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4" name="Graphic 233" descr="Document with solid fill">
              <a:extLst>
                <a:ext uri="{FF2B5EF4-FFF2-40B4-BE49-F238E27FC236}">
                  <ns2:creationId id="{883B15DC-811C-9C91-EDCB-DA418B74F3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6793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6" name="グループ化 105">
            <a:extLst>
              <a:ext uri="{FF2B5EF4-FFF2-40B4-BE49-F238E27FC236}">
                <ns2:creationId id="{E885357F-ED87-5E9F-78F6-E19F82701A9A}"/>
              </a:ext>
            </a:extLst>
          </p:cNvPr>
          <p:cNvGrpSpPr/>
          <p:nvPr/>
        </p:nvGrpSpPr>
        <p:grpSpPr>
          <a:xfrm>
            <a:off x="457200" y="2106994"/>
            <a:ext cx="11399837" cy="2470084"/>
            <a:chOff x="457200" y="2106994"/>
            <a:chExt cx="11399837" cy="2470084"/>
          </a:xfrm>
        </p:grpSpPr>
        <p:grpSp>
          <p:nvGrpSpPr>
            <p:cNvPr id="105" name="グループ化 104">
              <a:extLst>
                <a:ext uri="{FF2B5EF4-FFF2-40B4-BE49-F238E27FC236}">
                  <ns2:creationId id="{93BF9E55-85B6-F753-A2EB-D87C176ED5DA}"/>
                </a:ext>
              </a:extLst>
            </p:cNvPr>
            <p:cNvGrpSpPr/>
            <p:nvPr/>
          </p:nvGrpSpPr>
          <p:grpSpPr>
            <a:xfrm>
              <a:off x="6300786" y="2106994"/>
              <a:ext cx="5556251" cy="2470084"/>
              <a:chOff x="6300786" y="2106994"/>
              <a:chExt cx="5556251" cy="2470084"/>
            </a:xfrm>
          </p:grpSpPr>
          <p:grpSp>
            <p:nvGrpSpPr>
              <p:cNvPr id="209" name="Group 208">
                <a:extLst>
                  <a:ext uri="{FF2B5EF4-FFF2-40B4-BE49-F238E27FC236}">
                    <ns2:creationId id="{5A933298-47A7-7CC5-6455-74757D591CAE}"/>
                  </a:ext>
                </a:extLst>
              </p:cNvPr>
              <p:cNvGrpSpPr/>
              <p:nvPr/>
            </p:nvGrpSpPr>
            <p:grpSpPr>
              <a:xfrm>
                <a:off x="7130415" y="2106994"/>
                <a:ext cx="952692" cy="2470084"/>
                <a:chOff x="7717499" y="2203514"/>
                <a:chExt cx="1343231" cy="2470084"/>
              </a:xfrm>
            </p:grpSpPr>
            <p:sp>
              <p:nvSpPr>
                <p:cNvPr id="176" name="table_TWformat_2_2">
                  <a:extLst>
                    <a:ext uri="{FF2B5EF4-FFF2-40B4-BE49-F238E27FC236}">
                      <ns2:creationId id="{184FBE69-7D09-C228-8899-94A557D1D70F}"/>
                    </a:ext>
                  </a:extLst>
                </p:cNvPr>
                <p:cNvSpPr txBox="1"/>
                <p:nvPr/>
              </p:nvSpPr>
              <p:spPr>
                <a:xfrm>
                  <a:off x="7717499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77" name="table_TWformat_3_2">
                  <a:extLst>
                    <a:ext uri="{FF2B5EF4-FFF2-40B4-BE49-F238E27FC236}">
                      <ns2:creationId id="{183F5B21-CF54-3DFE-8FE1-DF2C918FD60D}"/>
                    </a:ext>
                  </a:extLst>
                </p:cNvPr>
                <p:cNvSpPr txBox="1"/>
                <p:nvPr/>
              </p:nvSpPr>
              <p:spPr>
                <a:xfrm>
                  <a:off x="7717499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78" name="Straight Connector 177">
                  <a:extLst>
                    <a:ext uri="{FF2B5EF4-FFF2-40B4-BE49-F238E27FC236}">
                      <ns2:creationId id="{89DD845E-2DB2-2677-AC4C-D7D89E0E6589}"/>
                    </a:ext>
                  </a:extLst>
                </p:cNvPr>
                <p:cNvCxnSpPr/>
                <p:nvPr/>
              </p:nvCxnSpPr>
              <p:spPr>
                <a:xfrm>
                  <a:off x="7717499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able_TWformat_4_2">
                  <a:extLst>
                    <a:ext uri="{FF2B5EF4-FFF2-40B4-BE49-F238E27FC236}">
                      <ns2:creationId id="{3502C3E1-7C27-3A15-3A0D-A21CCCE3A9A3}"/>
                    </a:ext>
                  </a:extLst>
                </p:cNvPr>
                <p:cNvSpPr txBox="1"/>
                <p:nvPr/>
              </p:nvSpPr>
              <p:spPr>
                <a:xfrm>
                  <a:off x="7717499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80" name="Straight Connector 179">
                  <a:extLst>
                    <a:ext uri="{FF2B5EF4-FFF2-40B4-BE49-F238E27FC236}">
                      <ns2:creationId id="{83A947EC-8D5E-4FA3-C190-755D6692BA84}"/>
                    </a:ext>
                  </a:extLst>
                </p:cNvPr>
                <p:cNvCxnSpPr/>
                <p:nvPr/>
              </p:nvCxnSpPr>
              <p:spPr>
                <a:xfrm>
                  <a:off x="7717499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1" name="table_TWformat_5_2">
                  <a:extLst>
                    <a:ext uri="{FF2B5EF4-FFF2-40B4-BE49-F238E27FC236}">
                      <ns2:creationId id="{577EA684-740A-59F2-F9D5-6E6BBAA016AA}"/>
                    </a:ext>
                  </a:extLst>
                </p:cNvPr>
                <p:cNvSpPr txBox="1"/>
                <p:nvPr/>
              </p:nvSpPr>
              <p:spPr>
                <a:xfrm>
                  <a:off x="7717499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2" name="Straight Connector 181">
                  <a:extLst>
                    <a:ext uri="{FF2B5EF4-FFF2-40B4-BE49-F238E27FC236}">
                      <ns2:creationId id="{A7FEF221-34C4-6F66-10C6-6C5F09868261}"/>
                    </a:ext>
                  </a:extLst>
                </p:cNvPr>
                <p:cNvCxnSpPr/>
                <p:nvPr/>
              </p:nvCxnSpPr>
              <p:spPr>
                <a:xfrm>
                  <a:off x="7717499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table_TWformat_1_2">
                  <a:extLst>
                    <a:ext uri="{FF2B5EF4-FFF2-40B4-BE49-F238E27FC236}">
                      <ns2:creationId id="{287411E3-6D72-9B45-60E1-5F7E625F13F1}"/>
                    </a:ext>
                  </a:extLst>
                </p:cNvPr>
                <p:cNvSpPr txBox="1"/>
                <p:nvPr/>
              </p:nvSpPr>
              <p:spPr>
                <a:xfrm>
                  <a:off x="7717499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>
                      <a:latin typeface="+mn-ea"/>
                      <a:ea typeface="+mn-ea"/>
                    </a:rPr>
                    <a:t>XX</a:t>
                  </a:r>
                  <a:r>
                    <a:rPr lang="en-US" altLang="ja-JP">
                      <a:latin typeface="+mn-ea"/>
                      <a:ea typeface="+mn-ea"/>
                    </a:rPr>
                    <a:t>XX</a:t>
                  </a:r>
                  <a:endParaRPr lang="ja-JP" altLang="en-US">
                    <a:latin typeface="+mn-ea"/>
                    <a:ea typeface="+mn-ea"/>
                  </a:endParaRPr>
                </a:p>
              </p:txBody>
            </p:sp>
            <p:cxnSp>
              <p:nvCxnSpPr>
                <p:cNvPr id="199" name="Straight Connector 198">
                  <a:extLst>
                    <a:ext uri="{FF2B5EF4-FFF2-40B4-BE49-F238E27FC236}">
                      <ns2:creationId id="{7E00B3EC-9CCA-1833-B36D-120CFD0D83D3}"/>
                    </a:ext>
                  </a:extLst>
                </p:cNvPr>
                <p:cNvCxnSpPr/>
                <p:nvPr/>
              </p:nvCxnSpPr>
              <p:spPr>
                <a:xfrm>
                  <a:off x="7717499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>
                <a:extLst>
                  <a:ext uri="{FF2B5EF4-FFF2-40B4-BE49-F238E27FC236}">
                    <ns2:creationId id="{FD785E5E-729A-7601-E64F-EE2EC3CC9B3E}"/>
                  </a:ext>
                </a:extLst>
              </p:cNvPr>
              <p:cNvGrpSpPr/>
              <p:nvPr/>
            </p:nvGrpSpPr>
            <p:grpSpPr>
              <a:xfrm>
                <a:off x="8124904" y="2106994"/>
                <a:ext cx="2259833" cy="2470084"/>
                <a:chOff x="9084998" y="2203514"/>
                <a:chExt cx="1343230" cy="2470084"/>
              </a:xfrm>
            </p:grpSpPr>
            <p:sp>
              <p:nvSpPr>
                <p:cNvPr id="183" name="table_TWformat_2_3">
                  <a:extLst>
                    <a:ext uri="{FF2B5EF4-FFF2-40B4-BE49-F238E27FC236}">
                      <ns2:creationId id="{41B077F0-F351-97CF-6F20-5C3716D48427}"/>
                    </a:ext>
                  </a:extLst>
                </p:cNvPr>
                <p:cNvSpPr txBox="1"/>
                <p:nvPr/>
              </p:nvSpPr>
              <p:spPr>
                <a:xfrm>
                  <a:off x="9084998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en-US" altLang="ja-JP" sz="100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84" name="table_TWformat_3_3">
                  <a:extLst>
                    <a:ext uri="{FF2B5EF4-FFF2-40B4-BE49-F238E27FC236}">
                      <ns2:creationId id="{C8D6280F-B8E1-5FD9-8AF5-2B12465B01C0}"/>
                    </a:ext>
                  </a:extLst>
                </p:cNvPr>
                <p:cNvSpPr txBox="1"/>
                <p:nvPr/>
              </p:nvSpPr>
              <p:spPr>
                <a:xfrm>
                  <a:off x="9084998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5" name="Straight Connector 184">
                  <a:extLst>
                    <a:ext uri="{FF2B5EF4-FFF2-40B4-BE49-F238E27FC236}">
                      <ns2:creationId id="{6261B691-8C50-B0DA-445E-23CB2F8294DA}"/>
                    </a:ext>
                  </a:extLst>
                </p:cNvPr>
                <p:cNvCxnSpPr/>
                <p:nvPr/>
              </p:nvCxnSpPr>
              <p:spPr>
                <a:xfrm>
                  <a:off x="9084998" y="3024811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6" name="table_TWformat_4_3">
                  <a:extLst>
                    <a:ext uri="{FF2B5EF4-FFF2-40B4-BE49-F238E27FC236}">
                      <ns2:creationId id="{E4D94713-F19C-D402-E982-53F123C3EFB3}"/>
                    </a:ext>
                  </a:extLst>
                </p:cNvPr>
                <p:cNvSpPr txBox="1"/>
                <p:nvPr/>
              </p:nvSpPr>
              <p:spPr>
                <a:xfrm>
                  <a:off x="9084998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AI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7" name="Straight Connector 186">
                  <a:extLst>
                    <a:ext uri="{FF2B5EF4-FFF2-40B4-BE49-F238E27FC236}">
                      <ns2:creationId id="{02F9F15D-0575-DCE3-FB78-12CDC631666F}"/>
                    </a:ext>
                  </a:extLst>
                </p:cNvPr>
                <p:cNvCxnSpPr/>
                <p:nvPr/>
              </p:nvCxnSpPr>
              <p:spPr>
                <a:xfrm>
                  <a:off x="9084998" y="357675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8" name="table_TWformat_5_3">
                  <a:extLst>
                    <a:ext uri="{FF2B5EF4-FFF2-40B4-BE49-F238E27FC236}">
                      <ns2:creationId id="{E4BC3FC3-F306-A1E7-D3B2-9F8B3784AB86}"/>
                    </a:ext>
                  </a:extLst>
                </p:cNvPr>
                <p:cNvSpPr txBox="1"/>
                <p:nvPr/>
              </p:nvSpPr>
              <p:spPr>
                <a:xfrm>
                  <a:off x="9084998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例 </a:t>
                  </a:r>
                  <a:r>
                    <a:rPr kumimoji="1" lang="en-US" altLang="ja-JP" sz="1000">
                      <a:latin typeface="+mn-ea"/>
                    </a:rPr>
                    <a:t>: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89" name="Straight Connector 188">
                  <a:extLst>
                    <a:ext uri="{FF2B5EF4-FFF2-40B4-BE49-F238E27FC236}">
                      <ns2:creationId id="{2AE03C41-0221-512F-C365-4373F28F8BC1}"/>
                    </a:ext>
                  </a:extLst>
                </p:cNvPr>
                <p:cNvCxnSpPr/>
                <p:nvPr/>
              </p:nvCxnSpPr>
              <p:spPr>
                <a:xfrm>
                  <a:off x="9084998" y="4128703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table_TWformat_1_3">
                  <a:extLst>
                    <a:ext uri="{FF2B5EF4-FFF2-40B4-BE49-F238E27FC236}">
                      <ns2:creationId id="{70460016-5B67-15C5-06C5-28AA94DCB550}"/>
                    </a:ext>
                  </a:extLst>
                </p:cNvPr>
                <p:cNvSpPr txBox="1"/>
                <p:nvPr/>
              </p:nvSpPr>
              <p:spPr>
                <a:xfrm>
                  <a:off x="9084998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1" name="Straight Connector 200">
                  <a:extLst>
                    <a:ext uri="{FF2B5EF4-FFF2-40B4-BE49-F238E27FC236}">
                      <ns2:creationId id="{2C0025E3-C90B-791C-C821-C9D74A150959}"/>
                    </a:ext>
                  </a:extLst>
                </p:cNvPr>
                <p:cNvCxnSpPr/>
                <p:nvPr/>
              </p:nvCxnSpPr>
              <p:spPr>
                <a:xfrm>
                  <a:off x="9084998" y="241642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1" name="Group 210">
                <a:extLst>
                  <a:ext uri="{FF2B5EF4-FFF2-40B4-BE49-F238E27FC236}">
                    <ns2:creationId id="{19771AD4-0D15-A5A7-A449-EBDE7E1D0B13}"/>
                  </a:ext>
                </a:extLst>
              </p:cNvPr>
              <p:cNvGrpSpPr/>
              <p:nvPr/>
            </p:nvGrpSpPr>
            <p:grpSpPr>
              <a:xfrm>
                <a:off x="10426534" y="2106994"/>
                <a:ext cx="1430503" cy="2470084"/>
                <a:chOff x="10452496" y="2203514"/>
                <a:chExt cx="1343231" cy="2470084"/>
              </a:xfrm>
            </p:grpSpPr>
            <p:sp>
              <p:nvSpPr>
                <p:cNvPr id="190" name="table_TWformat_2_4">
                  <a:extLst>
                    <a:ext uri="{FF2B5EF4-FFF2-40B4-BE49-F238E27FC236}">
                      <ns2:creationId id="{26F4EF1E-7EF9-DAD1-FDDB-E2086C12498B}"/>
                    </a:ext>
                  </a:extLst>
                </p:cNvPr>
                <p:cNvSpPr txBox="1"/>
                <p:nvPr/>
              </p:nvSpPr>
              <p:spPr>
                <a:xfrm>
                  <a:off x="10452496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91" name="table_TWformat_3_4">
                  <a:extLst>
                    <a:ext uri="{FF2B5EF4-FFF2-40B4-BE49-F238E27FC236}">
                      <ns2:creationId id="{04D84057-BDCD-3FDD-25FC-9D8C4DDC1759}"/>
                    </a:ext>
                  </a:extLst>
                </p:cNvPr>
                <p:cNvSpPr txBox="1"/>
                <p:nvPr/>
              </p:nvSpPr>
              <p:spPr>
                <a:xfrm>
                  <a:off x="10452496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ns2:creationId id="{A8A2F02D-A560-4B45-5120-D522C81DC076}"/>
                    </a:ext>
                  </a:extLst>
                </p:cNvPr>
                <p:cNvCxnSpPr/>
                <p:nvPr/>
              </p:nvCxnSpPr>
              <p:spPr>
                <a:xfrm>
                  <a:off x="10452496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3" name="table_TWformat_4_4">
                  <a:extLst>
                    <a:ext uri="{FF2B5EF4-FFF2-40B4-BE49-F238E27FC236}">
                      <ns2:creationId id="{0C87C382-CD7F-F7F4-3418-450A29FB4899}"/>
                    </a:ext>
                  </a:extLst>
                </p:cNvPr>
                <p:cNvSpPr txBox="1"/>
                <p:nvPr/>
              </p:nvSpPr>
              <p:spPr>
                <a:xfrm>
                  <a:off x="10452496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zh-TW" sz="1000">
                      <a:latin typeface="+mn-ea"/>
                    </a:rPr>
                    <a:t>(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en-US" altLang="zh-TW" sz="1000">
                      <a:latin typeface="+mn-ea"/>
                    </a:rPr>
                    <a:t>)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94" name="Straight Connector 193">
                  <a:extLst>
                    <a:ext uri="{FF2B5EF4-FFF2-40B4-BE49-F238E27FC236}">
                      <ns2:creationId id="{58A6C1B1-4431-1146-D908-FC9FD04EB8A7}"/>
                    </a:ext>
                  </a:extLst>
                </p:cNvPr>
                <p:cNvCxnSpPr/>
                <p:nvPr/>
              </p:nvCxnSpPr>
              <p:spPr>
                <a:xfrm>
                  <a:off x="10452496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5" name="table_TWformat_5_4">
                  <a:extLst>
                    <a:ext uri="{FF2B5EF4-FFF2-40B4-BE49-F238E27FC236}">
                      <ns2:creationId id="{47B61CF4-7944-69A9-7C6E-66CF26FE8457}"/>
                    </a:ext>
                  </a:extLst>
                </p:cNvPr>
                <p:cNvSpPr txBox="1"/>
                <p:nvPr/>
              </p:nvSpPr>
              <p:spPr>
                <a:xfrm>
                  <a:off x="10452496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6" name="Straight Connector 195">
                  <a:extLst>
                    <a:ext uri="{FF2B5EF4-FFF2-40B4-BE49-F238E27FC236}">
                      <ns2:creationId id="{4BBE79CC-BEF5-6D32-0A10-5AD936F39E89}"/>
                    </a:ext>
                  </a:extLst>
                </p:cNvPr>
                <p:cNvCxnSpPr/>
                <p:nvPr/>
              </p:nvCxnSpPr>
              <p:spPr>
                <a:xfrm>
                  <a:off x="10452496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2" name="table_TWformat_1_4">
                  <a:extLst>
                    <a:ext uri="{FF2B5EF4-FFF2-40B4-BE49-F238E27FC236}">
                      <ns2:creationId id="{3B3AFDE1-A05E-83EA-B8F9-0332DF7E6F83}"/>
                    </a:ext>
                  </a:extLst>
                </p:cNvPr>
                <p:cNvSpPr txBox="1"/>
                <p:nvPr/>
              </p:nvSpPr>
              <p:spPr>
                <a:xfrm>
                  <a:off x="10452496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3" name="Straight Connector 202">
                  <a:extLst>
                    <a:ext uri="{FF2B5EF4-FFF2-40B4-BE49-F238E27FC236}">
                      <ns2:creationId id="{5BADDEFE-BF90-F333-C1B9-F754F8E1C26E}"/>
                    </a:ext>
                  </a:extLst>
                </p:cNvPr>
                <p:cNvCxnSpPr/>
                <p:nvPr/>
              </p:nvCxnSpPr>
              <p:spPr>
                <a:xfrm>
                  <a:off x="10452496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" name="table_TWformat_2_1">
                <a:extLst>
                  <a:ext uri="{FF2B5EF4-FFF2-40B4-BE49-F238E27FC236}">
                    <ns2:creationId id="{D5F2070A-BED2-2267-750C-CDDD1F1996FF}"/>
                  </a:ext>
                </a:extLst>
              </p:cNvPr>
              <p:cNvSpPr txBox="1"/>
              <p:nvPr/>
            </p:nvSpPr>
            <p:spPr>
              <a:xfrm>
                <a:off x="6300786" y="2383396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3" name="table_TWformat_3_1">
                <a:extLst>
                  <a:ext uri="{FF2B5EF4-FFF2-40B4-BE49-F238E27FC236}">
                    <ns2:creationId id="{AE88E681-9048-0432-34E0-50BAB3A34A12}"/>
                  </a:ext>
                </a:extLst>
              </p:cNvPr>
              <p:cNvSpPr txBox="1"/>
              <p:nvPr/>
            </p:nvSpPr>
            <p:spPr>
              <a:xfrm>
                <a:off x="6300786" y="2935342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4" name="table_TWformat_4_1">
                <a:extLst>
                  <a:ext uri="{FF2B5EF4-FFF2-40B4-BE49-F238E27FC236}">
                    <ns2:creationId id="{4C3F098C-41E8-F5B4-1A8E-45138ADE0742}"/>
                  </a:ext>
                </a:extLst>
              </p:cNvPr>
              <p:cNvSpPr txBox="1"/>
              <p:nvPr/>
            </p:nvSpPr>
            <p:spPr>
              <a:xfrm>
                <a:off x="6300786" y="3487288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5" name="table_TWformat_5_1">
                <a:extLst>
                  <a:ext uri="{FF2B5EF4-FFF2-40B4-BE49-F238E27FC236}">
                    <ns2:creationId id="{389D90F2-826D-7364-4D16-78B9FC380537}"/>
                  </a:ext>
                </a:extLst>
              </p:cNvPr>
              <p:cNvSpPr txBox="1"/>
              <p:nvPr/>
            </p:nvSpPr>
            <p:spPr>
              <a:xfrm>
                <a:off x="6300786" y="4039234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97" name="table_TWformat_1_1">
                <a:extLst>
                  <a:ext uri="{FF2B5EF4-FFF2-40B4-BE49-F238E27FC236}">
                    <ns2:creationId id="{24D0B608-32D2-0DDA-65C2-A069BCEB684C}"/>
                  </a:ext>
                </a:extLst>
              </p:cNvPr>
              <p:cNvSpPr txBox="1"/>
              <p:nvPr/>
            </p:nvSpPr>
            <p:spPr>
              <a:xfrm>
                <a:off x="6300786" y="2106994"/>
                <a:ext cx="787831" cy="209598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ns2:creationId id="{E54801C1-DF14-7798-B950-3F7FF7AF4322}"/>
                  </a:ext>
                </a:extLst>
              </p:cNvPr>
              <p:cNvCxnSpPr/>
              <p:nvPr/>
            </p:nvCxnSpPr>
            <p:spPr>
              <a:xfrm>
                <a:off x="6300786" y="2319907"/>
                <a:ext cx="78783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 44">
              <a:extLst>
                <a:ext uri="{FF2B5EF4-FFF2-40B4-BE49-F238E27FC236}">
                  <ns2:creationId id="{E4AE86FB-B0DA-C2DA-9F1A-D12D23C5F5F1}"/>
                </a:ext>
              </a:extLst>
            </p:cNvPr>
            <p:cNvGrpSpPr/>
            <p:nvPr/>
          </p:nvGrpSpPr>
          <p:grpSpPr>
            <a:xfrm>
              <a:off x="457200" y="2106994"/>
              <a:ext cx="5549900" cy="2470084"/>
              <a:chOff x="457200" y="2106994"/>
              <a:chExt cx="5549900" cy="2470084"/>
            </a:xfrm>
          </p:grpSpPr>
          <p:grpSp>
            <p:nvGrpSpPr>
              <p:cNvPr id="43" name="Group 42">
                <a:extLst>
                  <a:ext uri="{FF2B5EF4-FFF2-40B4-BE49-F238E27FC236}">
                    <ns2:creationId id="{4EE4337A-43B7-DBFD-5F46-D7EF13455339}"/>
                  </a:ext>
                </a:extLst>
              </p:cNvPr>
              <p:cNvGrpSpPr/>
              <p:nvPr/>
            </p:nvGrpSpPr>
            <p:grpSpPr>
              <a:xfrm>
                <a:off x="1203845" y="2106994"/>
                <a:ext cx="998241" cy="2470084"/>
                <a:chOff x="2315411" y="2106994"/>
                <a:chExt cx="1833479" cy="2470084"/>
              </a:xfrm>
            </p:grpSpPr>
            <p:sp>
              <p:nvSpPr>
                <p:cNvPr id="22" name="table_TWformat_6_2">
                  <a:extLst>
                    <a:ext uri="{FF2B5EF4-FFF2-40B4-BE49-F238E27FC236}">
                      <ns2:creationId id="{920E0EEE-8F30-E777-C762-053AB52B7008}"/>
                    </a:ext>
                  </a:extLst>
                </p:cNvPr>
                <p:cNvSpPr txBox="1"/>
                <p:nvPr/>
              </p:nvSpPr>
              <p:spPr>
                <a:xfrm>
                  <a:off x="2315411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2" name="Group 41">
                  <a:extLst>
                    <a:ext uri="{FF2B5EF4-FFF2-40B4-BE49-F238E27FC236}">
                      <ns2:creationId id="{71833AD6-6515-6FCA-CCFD-E25EB2D79B68}"/>
                    </a:ext>
                  </a:extLst>
                </p:cNvPr>
                <p:cNvGrpSpPr/>
                <p:nvPr/>
              </p:nvGrpSpPr>
              <p:grpSpPr>
                <a:xfrm>
                  <a:off x="2315411" y="2106994"/>
                  <a:ext cx="1833479" cy="2035408"/>
                  <a:chOff x="2315411" y="2106994"/>
                  <a:chExt cx="1833479" cy="2035408"/>
                </a:xfrm>
              </p:grpSpPr>
              <p:sp>
                <p:nvSpPr>
                  <p:cNvPr id="14" name="table_TWformat_2_2">
                    <a:extLst>
                      <a:ext uri="{FF2B5EF4-FFF2-40B4-BE49-F238E27FC236}">
                        <ns2:creationId id="{C3F64E11-7533-3A8E-C962-DEAEFBB4C706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38339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6" name="table_TWformat_3_2">
                    <a:extLst>
                      <a:ext uri="{FF2B5EF4-FFF2-40B4-BE49-F238E27FC236}">
                        <ns2:creationId id="{C10636DD-F4B1-B549-32FF-E6F919127FF9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824839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7" name="Straight Connector 16">
                    <a:extLst>
                      <a:ext uri="{FF2B5EF4-FFF2-40B4-BE49-F238E27FC236}">
                        <ns2:creationId id="{7DD14589-F0E3-AFE6-A88E-BF5E30736017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81807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" name="table_TWformat_4_2">
                    <a:extLst>
                      <a:ext uri="{FF2B5EF4-FFF2-40B4-BE49-F238E27FC236}">
                        <ns2:creationId id="{C8E18996-2378-2EBE-8A3F-5CC4ABBEAC9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266283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(</a:t>
                    </a:r>
                    <a:r>
                      <a:rPr kumimoji="1" lang="en-US" altLang="ja-JP" sz="1000" err="1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9" name="Straight Connector 18">
                    <a:extLst>
                      <a:ext uri="{FF2B5EF4-FFF2-40B4-BE49-F238E27FC236}">
                        <ns2:creationId id="{A9985E52-0296-0A32-00C1-9A8DAC539BB4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259515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0" name="table_TWformat_5_2">
                    <a:extLst>
                      <a:ext uri="{FF2B5EF4-FFF2-40B4-BE49-F238E27FC236}">
                        <ns2:creationId id="{EA292232-7F45-FBEE-078E-4360ED357F5E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70772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21" name="Straight Connector 20">
                    <a:extLst>
                      <a:ext uri="{FF2B5EF4-FFF2-40B4-BE49-F238E27FC236}">
                        <ns2:creationId id="{AF99ECBD-85FF-4BAE-F90F-61C9F80D69D2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700959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Connector 22">
                    <a:extLst>
                      <a:ext uri="{FF2B5EF4-FFF2-40B4-BE49-F238E27FC236}">
                        <ns2:creationId id="{30302BF0-F07E-30C0-318B-DFF98F8DC03D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414240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" name="table_TWformat_1_2">
                    <a:extLst>
                      <a:ext uri="{FF2B5EF4-FFF2-40B4-BE49-F238E27FC236}">
                        <ns2:creationId id="{CC7474BA-4F1E-6DA1-D4F2-26BC143409F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106994"/>
                    <a:ext cx="1833478" cy="209598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>
                    <a:defPPr>
                      <a:defRPr lang="ja-JP"/>
                    </a:defPPr>
                    <a:lvl1pPr algn="ctr">
                      <a:buClr>
                        <a:schemeClr val="accent1"/>
                      </a:buClr>
                      <a:defRPr sz="1050">
                        <a:latin typeface="Trebuchet MS" panose="020B0703020202090204" pitchFamily="34" charset="0"/>
                        <a:ea typeface="Meiryo" panose="020B0604030504040204" pitchFamily="34" charset="-128"/>
                      </a:defRPr>
                    </a:lvl1pPr>
                  </a:lstStyle>
                  <a:p>
                    <a:r>
                      <a:rPr lang="ja-JP" altLang="en-US" sz="1000">
                        <a:latin typeface="+mn-ea"/>
                        <a:ea typeface="+mn-ea"/>
                      </a:rPr>
                      <a:t>XX</a:t>
                    </a:r>
                  </a:p>
                </p:txBody>
              </p:sp>
              <p:cxnSp>
                <p:nvCxnSpPr>
                  <p:cNvPr id="15" name="Straight Connector 14">
                    <a:extLst>
                      <a:ext uri="{FF2B5EF4-FFF2-40B4-BE49-F238E27FC236}">
                        <ns2:creationId id="{A7001DA3-BFA4-A4D4-7A38-497A5C6E2FAA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319907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Group 43">
                <a:extLst>
                  <a:ext uri="{FF2B5EF4-FFF2-40B4-BE49-F238E27FC236}">
                    <ns2:creationId id="{BA78E6F0-E94E-A617-1632-BFD3D9EFD5D6}"/>
                  </a:ext>
                </a:extLst>
              </p:cNvPr>
              <p:cNvGrpSpPr/>
              <p:nvPr/>
            </p:nvGrpSpPr>
            <p:grpSpPr>
              <a:xfrm>
                <a:off x="2281806" y="2106994"/>
                <a:ext cx="3725294" cy="2470084"/>
                <a:chOff x="4173622" y="2106994"/>
                <a:chExt cx="1833478" cy="2470084"/>
              </a:xfrm>
            </p:grpSpPr>
            <p:sp>
              <p:nvSpPr>
                <p:cNvPr id="25" name="table_TWformat_2_3">
                  <a:extLst>
                    <a:ext uri="{FF2B5EF4-FFF2-40B4-BE49-F238E27FC236}">
                      <ns2:creationId id="{EBC297E7-3362-F892-103C-1F08999385E4}"/>
                    </a:ext>
                  </a:extLst>
                </p:cNvPr>
                <p:cNvSpPr txBox="1"/>
                <p:nvPr/>
              </p:nvSpPr>
              <p:spPr>
                <a:xfrm>
                  <a:off x="4173622" y="238339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sp>
              <p:nvSpPr>
                <p:cNvPr id="27" name="table_TWformat_3_3">
                  <a:extLst>
                    <a:ext uri="{FF2B5EF4-FFF2-40B4-BE49-F238E27FC236}">
                      <ns2:creationId id="{03DE3299-EF80-4383-B216-D00666F327FB}"/>
                    </a:ext>
                  </a:extLst>
                </p:cNvPr>
                <p:cNvSpPr txBox="1"/>
                <p:nvPr/>
              </p:nvSpPr>
              <p:spPr>
                <a:xfrm>
                  <a:off x="4173622" y="282483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05611002-7ADD-C693-D222-0EAC380EEAC5}"/>
                    </a:ext>
                  </a:extLst>
                </p:cNvPr>
                <p:cNvCxnSpPr/>
                <p:nvPr/>
              </p:nvCxnSpPr>
              <p:spPr>
                <a:xfrm>
                  <a:off x="4173622" y="281807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3">
                  <a:extLst>
                    <a:ext uri="{FF2B5EF4-FFF2-40B4-BE49-F238E27FC236}">
                      <ns2:creationId id="{D01712E9-B26B-086D-6B8E-10AB298FB975}"/>
                    </a:ext>
                  </a:extLst>
                </p:cNvPr>
                <p:cNvSpPr txBox="1"/>
                <p:nvPr/>
              </p:nvSpPr>
              <p:spPr>
                <a:xfrm>
                  <a:off x="4173622" y="3266283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FBBF7156-CA5C-D86B-CC41-D66FBEF889B4}"/>
                    </a:ext>
                  </a:extLst>
                </p:cNvPr>
                <p:cNvCxnSpPr/>
                <p:nvPr/>
              </p:nvCxnSpPr>
              <p:spPr>
                <a:xfrm>
                  <a:off x="4173622" y="3259515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3">
                  <a:extLst>
                    <a:ext uri="{FF2B5EF4-FFF2-40B4-BE49-F238E27FC236}">
                      <ns2:creationId id="{74F6086E-E127-FF1E-46FA-1C501401FD1E}"/>
                    </a:ext>
                  </a:extLst>
                </p:cNvPr>
                <p:cNvSpPr txBox="1"/>
                <p:nvPr/>
              </p:nvSpPr>
              <p:spPr>
                <a:xfrm>
                  <a:off x="4173622" y="370772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D2041692-88FD-A87B-C4CD-E70F17EF979F}"/>
                    </a:ext>
                  </a:extLst>
                </p:cNvPr>
                <p:cNvCxnSpPr/>
                <p:nvPr/>
              </p:nvCxnSpPr>
              <p:spPr>
                <a:xfrm>
                  <a:off x="4173622" y="3700959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table_TWformat_6_3">
                  <a:extLst>
                    <a:ext uri="{FF2B5EF4-FFF2-40B4-BE49-F238E27FC236}">
                      <ns2:creationId id="{867EA8F5-8E2B-CC85-F8C6-C67B5C733808}"/>
                    </a:ext>
                  </a:extLst>
                </p:cNvPr>
                <p:cNvSpPr txBox="1"/>
                <p:nvPr/>
              </p:nvSpPr>
              <p:spPr>
                <a:xfrm>
                  <a:off x="4173622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PL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5" name="Straight Connector 34">
                  <a:extLst>
                    <a:ext uri="{FF2B5EF4-FFF2-40B4-BE49-F238E27FC236}">
                      <ns2:creationId id="{B4520C06-61C9-6B13-CAC7-AD53AF32EF70}"/>
                    </a:ext>
                  </a:extLst>
                </p:cNvPr>
                <p:cNvCxnSpPr/>
                <p:nvPr/>
              </p:nvCxnSpPr>
              <p:spPr>
                <a:xfrm>
                  <a:off x="4173622" y="414240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3">
                  <a:extLst>
                    <a:ext uri="{FF2B5EF4-FFF2-40B4-BE49-F238E27FC236}">
                      <ns2:creationId id="{B7F05F30-382E-09B5-8CA6-9EF38AAE8F5C}"/>
                    </a:ext>
                  </a:extLst>
                </p:cNvPr>
                <p:cNvSpPr txBox="1"/>
                <p:nvPr/>
              </p:nvSpPr>
              <p:spPr>
                <a:xfrm>
                  <a:off x="4173622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5CA72F55-CF57-8F66-1D7D-C7CFA725557D}"/>
                    </a:ext>
                  </a:extLst>
                </p:cNvPr>
                <p:cNvCxnSpPr/>
                <p:nvPr/>
              </p:nvCxnSpPr>
              <p:spPr>
                <a:xfrm>
                  <a:off x="4173622" y="2319907"/>
                  <a:ext cx="183347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" name="Group 40">
                <a:extLst>
                  <a:ext uri="{FF2B5EF4-FFF2-40B4-BE49-F238E27FC236}">
                    <ns2:creationId id="{AB0472FE-684F-20DE-0298-0D6E37F4B67B}"/>
                  </a:ext>
                </a:extLst>
              </p:cNvPr>
              <p:cNvGrpSpPr/>
              <p:nvPr/>
            </p:nvGrpSpPr>
            <p:grpSpPr>
              <a:xfrm>
                <a:off x="457200" y="2106994"/>
                <a:ext cx="666925" cy="2470084"/>
                <a:chOff x="457200" y="2106994"/>
                <a:chExt cx="1833479" cy="2470084"/>
              </a:xfrm>
            </p:grpSpPr>
            <p:sp>
              <p:nvSpPr>
                <p:cNvPr id="7" name="table_TWformat_2_1">
                  <a:extLst>
                    <a:ext uri="{FF2B5EF4-FFF2-40B4-BE49-F238E27FC236}">
                      <ns2:creationId id="{53E3916D-2C7A-B3BD-D33C-D5FF3C053AD1}"/>
                    </a:ext>
                  </a:extLst>
                </p:cNvPr>
                <p:cNvSpPr txBox="1"/>
                <p:nvPr/>
              </p:nvSpPr>
              <p:spPr>
                <a:xfrm>
                  <a:off x="457200" y="238339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8" name="table_TWformat_3_1">
                  <a:extLst>
                    <a:ext uri="{FF2B5EF4-FFF2-40B4-BE49-F238E27FC236}">
                      <ns2:creationId id="{5432B56F-F274-6867-5C06-0073E9EEC199}"/>
                    </a:ext>
                  </a:extLst>
                </p:cNvPr>
                <p:cNvSpPr txBox="1"/>
                <p:nvPr/>
              </p:nvSpPr>
              <p:spPr>
                <a:xfrm>
                  <a:off x="457200" y="282483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0" name="table_TWformat_4_1">
                  <a:extLst>
                    <a:ext uri="{FF2B5EF4-FFF2-40B4-BE49-F238E27FC236}">
                      <ns2:creationId id="{D11C4D91-4210-0D6F-691B-B475F2C3FD8B}"/>
                    </a:ext>
                  </a:extLst>
                </p:cNvPr>
                <p:cNvSpPr txBox="1"/>
                <p:nvPr/>
              </p:nvSpPr>
              <p:spPr>
                <a:xfrm>
                  <a:off x="457200" y="3266283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F70FF995-8675-CE35-D0FB-207B765233F6}"/>
                    </a:ext>
                  </a:extLst>
                </p:cNvPr>
                <p:cNvSpPr txBox="1"/>
                <p:nvPr/>
              </p:nvSpPr>
              <p:spPr>
                <a:xfrm>
                  <a:off x="457200" y="370772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2" name="table_TWformat_6_1">
                  <a:extLst>
                    <a:ext uri="{FF2B5EF4-FFF2-40B4-BE49-F238E27FC236}">
                      <ns2:creationId id="{FD50821F-7556-4686-DBF2-87AE88CBEF18}"/>
                    </a:ext>
                  </a:extLst>
                </p:cNvPr>
                <p:cNvSpPr txBox="1"/>
                <p:nvPr/>
              </p:nvSpPr>
              <p:spPr>
                <a:xfrm>
                  <a:off x="457200" y="414916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6" name="table_TWformat_1_1">
                  <a:extLst>
                    <a:ext uri="{FF2B5EF4-FFF2-40B4-BE49-F238E27FC236}">
                      <ns2:creationId id="{DEE9B316-9B5A-3191-4CB0-2D7A9AEA18C4}"/>
                    </a:ext>
                  </a:extLst>
                </p:cNvPr>
                <p:cNvSpPr txBox="1"/>
                <p:nvPr/>
              </p:nvSpPr>
              <p:spPr>
                <a:xfrm>
                  <a:off x="457200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5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1000"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8EEFFA2F-8982-9BBA-5FEC-2CE27C1AEB6F}"/>
                    </a:ext>
                  </a:extLst>
                </p:cNvPr>
                <p:cNvCxnSpPr/>
                <p:nvPr/>
              </p:nvCxnSpPr>
              <p:spPr>
                <a:xfrm>
                  <a:off x="457200" y="2319907"/>
                  <a:ext cx="18334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6:creationId val="3931930627"/>
      </p:ext>
    </p:extLst>
  </p:cSld>
  <p:clrMapOvr>
    <a:masterClrMapping/>
  </p:clrMapOvr>
</p:sld>
</file>

<file path=ppt/slides/slide1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CACF9E-1A8E-354E-6120-20DC2E091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1F57DB0-E4FA-A415-841D-EF780A3375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3D8A7F4-435F-AD41-ADAB-C9C8889657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Group 3">
            <a:extLst>
              <a:ext uri="{FF2B5EF4-FFF2-40B4-BE49-F238E27FC236}">
                <ns2:creationId id="{E10DEC82-A3AF-D7E9-6073-B2A6EE31ED8F}"/>
              </a:ext>
            </a:extLst>
          </p:cNvPr>
          <p:cNvGrpSpPr/>
          <p:nvPr/>
        </p:nvGrpSpPr>
        <p:grpSpPr>
          <a:xfrm>
            <a:off x="334963" y="1628775"/>
            <a:ext cx="11522075" cy="4679949"/>
            <a:chOff x="334963" y="1628775"/>
            <a:chExt cx="11522075" cy="4679949"/>
          </a:xfrm>
        </p:grpSpPr>
        <p:sp>
          <p:nvSpPr>
            <p:cNvPr id="164" name="table_TWformat_1_3">
              <a:extLst>
                <a:ext uri="{FF2B5EF4-FFF2-40B4-BE49-F238E27FC236}">
                  <ns2:creationId id="{0F26B80E-15E5-2F8E-FBDF-52E73DA3AB1C}"/>
                </a:ext>
              </a:extLst>
            </p:cNvPr>
            <p:cNvSpPr txBox="1"/>
            <p:nvPr/>
          </p:nvSpPr>
          <p:spPr>
            <a:xfrm>
              <a:off x="1526028" y="2522411"/>
              <a:ext cx="2793999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5" name="table_TWformat_1_4">
              <a:extLst>
                <a:ext uri="{FF2B5EF4-FFF2-40B4-BE49-F238E27FC236}">
                  <ns2:creationId id="{B4FCF371-CB5E-25C0-00CF-325DB9D72E7A}"/>
                </a:ext>
              </a:extLst>
            </p:cNvPr>
            <p:cNvSpPr txBox="1"/>
            <p:nvPr/>
          </p:nvSpPr>
          <p:spPr>
            <a:xfrm>
              <a:off x="4404605" y="2522411"/>
              <a:ext cx="298450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6" name="table_TWformat_1_5">
              <a:extLst>
                <a:ext uri="{FF2B5EF4-FFF2-40B4-BE49-F238E27FC236}">
                  <ns2:creationId id="{366793A8-D54B-21D1-5A91-6D4E7BE946AA}"/>
                </a:ext>
              </a:extLst>
            </p:cNvPr>
            <p:cNvSpPr txBox="1"/>
            <p:nvPr/>
          </p:nvSpPr>
          <p:spPr>
            <a:xfrm>
              <a:off x="7473683" y="2522411"/>
              <a:ext cx="351614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7" name="table_TWformat_1_6">
              <a:extLst>
                <a:ext uri="{FF2B5EF4-FFF2-40B4-BE49-F238E27FC236}">
                  <ns2:creationId id="{1A014679-EF15-2ED1-ECCB-F85822984E83}"/>
                </a:ext>
              </a:extLst>
            </p:cNvPr>
            <p:cNvSpPr txBox="1"/>
            <p:nvPr/>
          </p:nvSpPr>
          <p:spPr>
            <a:xfrm>
              <a:off x="11074400" y="2522411"/>
              <a:ext cx="782638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table_TWformat_2_2">
              <a:extLst>
                <a:ext uri="{FF2B5EF4-FFF2-40B4-BE49-F238E27FC236}">
                  <ns2:creationId id="{DB26AC70-9329-F14D-7271-8B0BEEFBBF1C}"/>
                </a:ext>
              </a:extLst>
            </p:cNvPr>
            <p:cNvSpPr txBox="1"/>
            <p:nvPr/>
          </p:nvSpPr>
          <p:spPr>
            <a:xfrm>
              <a:off x="334963" y="2532760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9" name="table_TWformat_3_2">
              <a:extLst>
                <a:ext uri="{FF2B5EF4-FFF2-40B4-BE49-F238E27FC236}">
                  <ns2:creationId id="{B28F56D0-78D3-4C95-EEBA-A779D4BEB427}"/>
                </a:ext>
              </a:extLst>
            </p:cNvPr>
            <p:cNvSpPr txBox="1"/>
            <p:nvPr/>
          </p:nvSpPr>
          <p:spPr>
            <a:xfrm>
              <a:off x="334963" y="278587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ns2:creationId id="{638EDFB0-9F35-7C4F-9EDF-A2B4363D594A}"/>
                </a:ext>
              </a:extLst>
            </p:cNvPr>
            <p:cNvCxnSpPr/>
            <p:nvPr/>
          </p:nvCxnSpPr>
          <p:spPr>
            <a:xfrm>
              <a:off x="334963" y="2775523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able_TWformat_4_2">
              <a:extLst>
                <a:ext uri="{FF2B5EF4-FFF2-40B4-BE49-F238E27FC236}">
                  <ns2:creationId id="{7C1D5276-5A28-B0EE-7338-C981F144899D}"/>
                </a:ext>
              </a:extLst>
            </p:cNvPr>
            <p:cNvSpPr txBox="1"/>
            <p:nvPr/>
          </p:nvSpPr>
          <p:spPr>
            <a:xfrm>
              <a:off x="334963" y="303898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B100DB-1492-FAAF-3DA0-725B7EFC4E12}"/>
                </a:ext>
              </a:extLst>
            </p:cNvPr>
            <p:cNvCxnSpPr/>
            <p:nvPr/>
          </p:nvCxnSpPr>
          <p:spPr>
            <a:xfrm>
              <a:off x="334963" y="302863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able_TWformat_5_2">
              <a:extLst>
                <a:ext uri="{FF2B5EF4-FFF2-40B4-BE49-F238E27FC236}">
                  <ns2:creationId id="{0B2424DE-CF4D-C5A8-45E1-28CE07FFE4E4}"/>
                </a:ext>
              </a:extLst>
            </p:cNvPr>
            <p:cNvSpPr txBox="1"/>
            <p:nvPr/>
          </p:nvSpPr>
          <p:spPr>
            <a:xfrm>
              <a:off x="334963" y="329209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ns2:creationId id="{CFB133D9-747D-1947-2FEC-4FD53830AFF0}"/>
                </a:ext>
              </a:extLst>
            </p:cNvPr>
            <p:cNvCxnSpPr/>
            <p:nvPr/>
          </p:nvCxnSpPr>
          <p:spPr>
            <a:xfrm>
              <a:off x="334963" y="328174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able_TWformat_6_2">
              <a:extLst>
                <a:ext uri="{FF2B5EF4-FFF2-40B4-BE49-F238E27FC236}">
                  <ns2:creationId id="{746D7E2A-349C-90C7-1E8A-A596F057E6E3}"/>
                </a:ext>
              </a:extLst>
            </p:cNvPr>
            <p:cNvSpPr txBox="1"/>
            <p:nvPr/>
          </p:nvSpPr>
          <p:spPr>
            <a:xfrm>
              <a:off x="334963" y="354520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SCM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ns2:creationId id="{DFA34441-0B08-4F45-582D-FD697169916F}"/>
                </a:ext>
              </a:extLst>
            </p:cNvPr>
            <p:cNvCxnSpPr/>
            <p:nvPr/>
          </p:nvCxnSpPr>
          <p:spPr>
            <a:xfrm>
              <a:off x="334963" y="3534855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able_TWformat_7_2">
              <a:extLst>
                <a:ext uri="{FF2B5EF4-FFF2-40B4-BE49-F238E27FC236}">
                  <ns2:creationId id="{03DE09B0-443C-BA5E-926C-A5E322653DA1}"/>
                </a:ext>
              </a:extLst>
            </p:cNvPr>
            <p:cNvSpPr txBox="1"/>
            <p:nvPr/>
          </p:nvSpPr>
          <p:spPr>
            <a:xfrm>
              <a:off x="334963" y="379831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ns2:creationId id="{C2539A87-5533-BAB8-A338-44729ED55191}"/>
                </a:ext>
              </a:extLst>
            </p:cNvPr>
            <p:cNvCxnSpPr/>
            <p:nvPr/>
          </p:nvCxnSpPr>
          <p:spPr>
            <a:xfrm>
              <a:off x="334963" y="3787966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able_TWformat_8_2">
              <a:extLst>
                <a:ext uri="{FF2B5EF4-FFF2-40B4-BE49-F238E27FC236}">
                  <ns2:creationId id="{351D8618-34F3-46A4-CF1A-99665A454DFC}"/>
                </a:ext>
              </a:extLst>
            </p:cNvPr>
            <p:cNvSpPr txBox="1"/>
            <p:nvPr/>
          </p:nvSpPr>
          <p:spPr>
            <a:xfrm>
              <a:off x="334963" y="405142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ns2:creationId id="{2846C1A5-8348-5226-A4C7-206CF4C35E38}"/>
                </a:ext>
              </a:extLst>
            </p:cNvPr>
            <p:cNvCxnSpPr/>
            <p:nvPr/>
          </p:nvCxnSpPr>
          <p:spPr>
            <a:xfrm>
              <a:off x="334963" y="404107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9_2">
              <a:extLst>
                <a:ext uri="{FF2B5EF4-FFF2-40B4-BE49-F238E27FC236}">
                  <ns2:creationId id="{63B1394E-8893-8515-6F1C-2E9883F41978}"/>
                </a:ext>
              </a:extLst>
            </p:cNvPr>
            <p:cNvSpPr txBox="1"/>
            <p:nvPr/>
          </p:nvSpPr>
          <p:spPr>
            <a:xfrm>
              <a:off x="334963" y="430453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D94AC583-E0E2-96DE-CC28-F48158159BA6}"/>
                </a:ext>
              </a:extLst>
            </p:cNvPr>
            <p:cNvCxnSpPr/>
            <p:nvPr/>
          </p:nvCxnSpPr>
          <p:spPr>
            <a:xfrm>
              <a:off x="334963" y="429418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able_TWformat_10_2">
              <a:extLst>
                <a:ext uri="{FF2B5EF4-FFF2-40B4-BE49-F238E27FC236}">
                  <ns2:creationId id="{B5DD4C27-86F0-83F2-E316-E77C179CA7DA}"/>
                </a:ext>
              </a:extLst>
            </p:cNvPr>
            <p:cNvSpPr txBox="1"/>
            <p:nvPr/>
          </p:nvSpPr>
          <p:spPr>
            <a:xfrm>
              <a:off x="334963" y="4557644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ns2:creationId id="{2DFD5B4D-DEA4-E96D-F0D4-91652650B180}"/>
                </a:ext>
              </a:extLst>
            </p:cNvPr>
            <p:cNvCxnSpPr/>
            <p:nvPr/>
          </p:nvCxnSpPr>
          <p:spPr>
            <a:xfrm>
              <a:off x="334963" y="454729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able_TWformat_11_2">
              <a:extLst>
                <a:ext uri="{FF2B5EF4-FFF2-40B4-BE49-F238E27FC236}">
                  <ns2:creationId id="{89F2CD1B-6FF1-E99F-6263-1EA8214BBBA1}"/>
                </a:ext>
              </a:extLst>
            </p:cNvPr>
            <p:cNvSpPr txBox="1"/>
            <p:nvPr/>
          </p:nvSpPr>
          <p:spPr>
            <a:xfrm>
              <a:off x="334963" y="481075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ns2:creationId id="{9BA9B917-D658-ABCB-F452-2C93125BD24E}"/>
                </a:ext>
              </a:extLst>
            </p:cNvPr>
            <p:cNvCxnSpPr/>
            <p:nvPr/>
          </p:nvCxnSpPr>
          <p:spPr>
            <a:xfrm>
              <a:off x="334963" y="4800408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12_2">
              <a:extLst>
                <a:ext uri="{FF2B5EF4-FFF2-40B4-BE49-F238E27FC236}">
                  <ns2:creationId id="{C61680BC-B94A-72C3-65BC-DF4D7234D0E9}"/>
                </a:ext>
              </a:extLst>
            </p:cNvPr>
            <p:cNvSpPr txBox="1"/>
            <p:nvPr/>
          </p:nvSpPr>
          <p:spPr>
            <a:xfrm>
              <a:off x="334963" y="506386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ns2:creationId id="{F0A2837C-2554-5FBC-B7D9-B3D0ADD0D864}"/>
                </a:ext>
              </a:extLst>
            </p:cNvPr>
            <p:cNvCxnSpPr/>
            <p:nvPr/>
          </p:nvCxnSpPr>
          <p:spPr>
            <a:xfrm>
              <a:off x="334963" y="5053519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able_TWformat_13_2">
              <a:extLst>
                <a:ext uri="{FF2B5EF4-FFF2-40B4-BE49-F238E27FC236}">
                  <ns2:creationId id="{90F8C2CC-3ED9-ACB3-6F4F-2CC4FA9AD24E}"/>
                </a:ext>
              </a:extLst>
            </p:cNvPr>
            <p:cNvSpPr txBox="1"/>
            <p:nvPr/>
          </p:nvSpPr>
          <p:spPr>
            <a:xfrm>
              <a:off x="334963" y="531697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ns2:creationId id="{C4EE08AB-8F71-7EC0-1EBC-68C9590E17DB}"/>
                </a:ext>
              </a:extLst>
            </p:cNvPr>
            <p:cNvCxnSpPr/>
            <p:nvPr/>
          </p:nvCxnSpPr>
          <p:spPr>
            <a:xfrm>
              <a:off x="334963" y="530663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able_TWformat_14_2">
              <a:extLst>
                <a:ext uri="{FF2B5EF4-FFF2-40B4-BE49-F238E27FC236}">
                  <ns2:creationId id="{3038E9FD-5411-4671-5CA6-213923258DE4}"/>
                </a:ext>
              </a:extLst>
            </p:cNvPr>
            <p:cNvSpPr txBox="1"/>
            <p:nvPr/>
          </p:nvSpPr>
          <p:spPr>
            <a:xfrm>
              <a:off x="334963" y="557008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ns2:creationId id="{7E5593E3-1C03-1EEE-D84C-19CC4865945A}"/>
                </a:ext>
              </a:extLst>
            </p:cNvPr>
            <p:cNvCxnSpPr/>
            <p:nvPr/>
          </p:nvCxnSpPr>
          <p:spPr>
            <a:xfrm>
              <a:off x="334963" y="555974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able_TWformat_15_2">
              <a:extLst>
                <a:ext uri="{FF2B5EF4-FFF2-40B4-BE49-F238E27FC236}">
                  <ns2:creationId id="{0C702BC2-466F-7814-A6AB-DF59BC3B04A4}"/>
                </a:ext>
              </a:extLst>
            </p:cNvPr>
            <p:cNvSpPr txBox="1"/>
            <p:nvPr/>
          </p:nvSpPr>
          <p:spPr>
            <a:xfrm>
              <a:off x="334963" y="582319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ns2:creationId id="{A9619CFF-ADD5-8D5F-2396-5D2123C4D0ED}"/>
                </a:ext>
              </a:extLst>
            </p:cNvPr>
            <p:cNvCxnSpPr/>
            <p:nvPr/>
          </p:nvCxnSpPr>
          <p:spPr>
            <a:xfrm>
              <a:off x="334963" y="581285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able_TWformat_16_2">
              <a:extLst>
                <a:ext uri="{FF2B5EF4-FFF2-40B4-BE49-F238E27FC236}">
                  <ns2:creationId id="{42E1995A-E56F-BC70-A137-3AB305C25F29}"/>
                </a:ext>
              </a:extLst>
            </p:cNvPr>
            <p:cNvSpPr txBox="1"/>
            <p:nvPr/>
          </p:nvSpPr>
          <p:spPr>
            <a:xfrm>
              <a:off x="334963" y="6076308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6" name="Straight Connector 35">
              <a:extLst>
                <a:ext uri="{FF2B5EF4-FFF2-40B4-BE49-F238E27FC236}">
                  <ns2:creationId id="{4546B368-4D75-E9F6-4B52-6A6DB0D29879}"/>
                </a:ext>
              </a:extLst>
            </p:cNvPr>
            <p:cNvCxnSpPr/>
            <p:nvPr/>
          </p:nvCxnSpPr>
          <p:spPr>
            <a:xfrm>
              <a:off x="334963" y="606596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able_TWformat_2_3">
              <a:extLst>
                <a:ext uri="{FF2B5EF4-FFF2-40B4-BE49-F238E27FC236}">
                  <ns2:creationId id="{783D951B-E7CC-545A-A7BA-4AE08619E5CB}"/>
                </a:ext>
              </a:extLst>
            </p:cNvPr>
            <p:cNvSpPr txBox="1"/>
            <p:nvPr/>
          </p:nvSpPr>
          <p:spPr>
            <a:xfrm>
              <a:off x="1526028" y="2532760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65DB53D5-5CBB-B13F-C4C0-FA0B637151E5}"/>
                </a:ext>
              </a:extLst>
            </p:cNvPr>
            <p:cNvSpPr txBox="1"/>
            <p:nvPr/>
          </p:nvSpPr>
          <p:spPr>
            <a:xfrm>
              <a:off x="1526028" y="278587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A7134911-6C0D-4DC4-2997-57DD14FF988A}"/>
                </a:ext>
              </a:extLst>
            </p:cNvPr>
            <p:cNvCxnSpPr/>
            <p:nvPr/>
          </p:nvCxnSpPr>
          <p:spPr>
            <a:xfrm>
              <a:off x="1526028" y="2775523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FDEC5029-305D-DE85-3125-F3C19A42CB84}"/>
                </a:ext>
              </a:extLst>
            </p:cNvPr>
            <p:cNvSpPr txBox="1"/>
            <p:nvPr/>
          </p:nvSpPr>
          <p:spPr>
            <a:xfrm>
              <a:off x="1526028" y="303898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B5B33BE4-0582-F223-0C0E-D610037BEB40}"/>
                </a:ext>
              </a:extLst>
            </p:cNvPr>
            <p:cNvCxnSpPr/>
            <p:nvPr/>
          </p:nvCxnSpPr>
          <p:spPr>
            <a:xfrm>
              <a:off x="1526028" y="302863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FA860794-373E-9B5E-8FB5-BC423B790E5F}"/>
                </a:ext>
              </a:extLst>
            </p:cNvPr>
            <p:cNvSpPr txBox="1"/>
            <p:nvPr/>
          </p:nvSpPr>
          <p:spPr>
            <a:xfrm>
              <a:off x="1526028" y="329209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631BD3CB-7ACA-2477-6F23-D9E48A0152C4}"/>
                </a:ext>
              </a:extLst>
            </p:cNvPr>
            <p:cNvCxnSpPr/>
            <p:nvPr/>
          </p:nvCxnSpPr>
          <p:spPr>
            <a:xfrm>
              <a:off x="1526028" y="328174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81DD013A-9FB6-D703-55C3-D8A13FDC6596}"/>
                </a:ext>
              </a:extLst>
            </p:cNvPr>
            <p:cNvSpPr txBox="1"/>
            <p:nvPr/>
          </p:nvSpPr>
          <p:spPr>
            <a:xfrm>
              <a:off x="1526028" y="354520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6DB253FE-452B-352B-B02F-B78DD3C3B64C}"/>
                </a:ext>
              </a:extLst>
            </p:cNvPr>
            <p:cNvCxnSpPr/>
            <p:nvPr/>
          </p:nvCxnSpPr>
          <p:spPr>
            <a:xfrm>
              <a:off x="1526028" y="3534855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5B8372CF-96B8-9995-5A19-33EC35516ACB}"/>
                </a:ext>
              </a:extLst>
            </p:cNvPr>
            <p:cNvSpPr txBox="1"/>
            <p:nvPr/>
          </p:nvSpPr>
          <p:spPr>
            <a:xfrm>
              <a:off x="1526028" y="379831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4F3009BD-9C94-5B05-4A97-00EC0910BDF7}"/>
                </a:ext>
              </a:extLst>
            </p:cNvPr>
            <p:cNvCxnSpPr/>
            <p:nvPr/>
          </p:nvCxnSpPr>
          <p:spPr>
            <a:xfrm>
              <a:off x="1526028" y="3787966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50ADC893-05C4-811D-A59E-3AEC3962B7C0}"/>
                </a:ext>
              </a:extLst>
            </p:cNvPr>
            <p:cNvSpPr txBox="1"/>
            <p:nvPr/>
          </p:nvSpPr>
          <p:spPr>
            <a:xfrm>
              <a:off x="1526028" y="405142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485496B5-8C9F-0C28-3FA1-FD35D60D1AD6}"/>
                </a:ext>
              </a:extLst>
            </p:cNvPr>
            <p:cNvCxnSpPr/>
            <p:nvPr/>
          </p:nvCxnSpPr>
          <p:spPr>
            <a:xfrm>
              <a:off x="1526028" y="404107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9_3">
              <a:extLst>
                <a:ext uri="{FF2B5EF4-FFF2-40B4-BE49-F238E27FC236}">
                  <ns2:creationId id="{A164A2D7-972A-9FB5-4E4D-DBAFB71D3D9F}"/>
                </a:ext>
              </a:extLst>
            </p:cNvPr>
            <p:cNvSpPr txBox="1"/>
            <p:nvPr/>
          </p:nvSpPr>
          <p:spPr>
            <a:xfrm>
              <a:off x="1526028" y="430453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ns2:creationId id="{5EA3779E-1AAD-319A-DCBB-93ACDA17A4BE}"/>
                </a:ext>
              </a:extLst>
            </p:cNvPr>
            <p:cNvCxnSpPr/>
            <p:nvPr/>
          </p:nvCxnSpPr>
          <p:spPr>
            <a:xfrm>
              <a:off x="1526028" y="429418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able_TWformat_10_3">
              <a:extLst>
                <a:ext uri="{FF2B5EF4-FFF2-40B4-BE49-F238E27FC236}">
                  <ns2:creationId id="{652ECFC9-1E23-0F3A-5FF0-42B051BB0FA4}"/>
                </a:ext>
              </a:extLst>
            </p:cNvPr>
            <p:cNvSpPr txBox="1"/>
            <p:nvPr/>
          </p:nvSpPr>
          <p:spPr>
            <a:xfrm>
              <a:off x="1526028" y="4557644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ns2:creationId id="{457CE429-A2BE-6435-32CB-3505B7076CD3}"/>
                </a:ext>
              </a:extLst>
            </p:cNvPr>
            <p:cNvCxnSpPr/>
            <p:nvPr/>
          </p:nvCxnSpPr>
          <p:spPr>
            <a:xfrm>
              <a:off x="1526028" y="454729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able_TWformat_11_3">
              <a:extLst>
                <a:ext uri="{FF2B5EF4-FFF2-40B4-BE49-F238E27FC236}">
                  <ns2:creationId id="{706C96AE-88AE-BDD0-F43D-4ACA26376743}"/>
                </a:ext>
              </a:extLst>
            </p:cNvPr>
            <p:cNvSpPr txBox="1"/>
            <p:nvPr/>
          </p:nvSpPr>
          <p:spPr>
            <a:xfrm>
              <a:off x="1526028" y="481075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4FC2F871-85B0-2C11-35FF-FA2907AEFF54}"/>
                </a:ext>
              </a:extLst>
            </p:cNvPr>
            <p:cNvCxnSpPr/>
            <p:nvPr/>
          </p:nvCxnSpPr>
          <p:spPr>
            <a:xfrm>
              <a:off x="1526028" y="4800408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12_3">
              <a:extLst>
                <a:ext uri="{FF2B5EF4-FFF2-40B4-BE49-F238E27FC236}">
                  <ns2:creationId id="{37A8266A-BF14-0078-5BC4-B27EEC911F61}"/>
                </a:ext>
              </a:extLst>
            </p:cNvPr>
            <p:cNvSpPr txBox="1"/>
            <p:nvPr/>
          </p:nvSpPr>
          <p:spPr>
            <a:xfrm>
              <a:off x="1526028" y="506386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4041DBA-75EF-6BAE-82BE-83B90836D397}"/>
                </a:ext>
              </a:extLst>
            </p:cNvPr>
            <p:cNvCxnSpPr/>
            <p:nvPr/>
          </p:nvCxnSpPr>
          <p:spPr>
            <a:xfrm>
              <a:off x="1526028" y="5053519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able_TWformat_13_3">
              <a:extLst>
                <a:ext uri="{FF2B5EF4-FFF2-40B4-BE49-F238E27FC236}">
                  <ns2:creationId id="{6E1BEB55-843E-E423-E07E-2119F6E9EAE2}"/>
                </a:ext>
              </a:extLst>
            </p:cNvPr>
            <p:cNvSpPr txBox="1"/>
            <p:nvPr/>
          </p:nvSpPr>
          <p:spPr>
            <a:xfrm>
              <a:off x="1526028" y="531697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0" name="Straight Connector 59">
              <a:extLst>
                <a:ext uri="{FF2B5EF4-FFF2-40B4-BE49-F238E27FC236}">
                  <ns2:creationId id="{9BB64C4C-2D6A-CAA8-EC93-AA89CA381CFA}"/>
                </a:ext>
              </a:extLst>
            </p:cNvPr>
            <p:cNvCxnSpPr/>
            <p:nvPr/>
          </p:nvCxnSpPr>
          <p:spPr>
            <a:xfrm>
              <a:off x="1526028" y="530663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able_TWformat_14_3">
              <a:extLst>
                <a:ext uri="{FF2B5EF4-FFF2-40B4-BE49-F238E27FC236}">
                  <ns2:creationId id="{458B9075-C4B3-C49A-F681-D7F5C59C9A9F}"/>
                </a:ext>
              </a:extLst>
            </p:cNvPr>
            <p:cNvSpPr txBox="1"/>
            <p:nvPr/>
          </p:nvSpPr>
          <p:spPr>
            <a:xfrm>
              <a:off x="1526028" y="557008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ns2:creationId id="{BC4110F8-023F-F0CC-3837-EF5AEB19CE01}"/>
                </a:ext>
              </a:extLst>
            </p:cNvPr>
            <p:cNvCxnSpPr/>
            <p:nvPr/>
          </p:nvCxnSpPr>
          <p:spPr>
            <a:xfrm>
              <a:off x="1526028" y="555974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able_TWformat_15_3">
              <a:extLst>
                <a:ext uri="{FF2B5EF4-FFF2-40B4-BE49-F238E27FC236}">
                  <ns2:creationId id="{A9F5B9DE-B0A6-D13F-8FDF-B62185444734}"/>
                </a:ext>
              </a:extLst>
            </p:cNvPr>
            <p:cNvSpPr txBox="1"/>
            <p:nvPr/>
          </p:nvSpPr>
          <p:spPr>
            <a:xfrm>
              <a:off x="1526028" y="582319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ns2:creationId id="{D46609C7-AB16-E76B-1A45-FB392C8AF3E8}"/>
                </a:ext>
              </a:extLst>
            </p:cNvPr>
            <p:cNvCxnSpPr/>
            <p:nvPr/>
          </p:nvCxnSpPr>
          <p:spPr>
            <a:xfrm>
              <a:off x="1526028" y="581285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table_TWformat_16_3">
              <a:extLst>
                <a:ext uri="{FF2B5EF4-FFF2-40B4-BE49-F238E27FC236}">
                  <ns2:creationId id="{FCAD3B3A-608C-FB20-D501-A33E5E8DD2F3}"/>
                </a:ext>
              </a:extLst>
            </p:cNvPr>
            <p:cNvSpPr txBox="1"/>
            <p:nvPr/>
          </p:nvSpPr>
          <p:spPr>
            <a:xfrm>
              <a:off x="1526028" y="6076308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ns2:creationId id="{89702B70-CDB6-D7E9-BCF3-06DA00E107BE}"/>
                </a:ext>
              </a:extLst>
            </p:cNvPr>
            <p:cNvCxnSpPr/>
            <p:nvPr/>
          </p:nvCxnSpPr>
          <p:spPr>
            <a:xfrm>
              <a:off x="1526028" y="606596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table_TWformat_2_4">
              <a:extLst>
                <a:ext uri="{FF2B5EF4-FFF2-40B4-BE49-F238E27FC236}">
                  <ns2:creationId id="{FABB9A7D-D816-12B4-3CBA-E25235D3BE94}"/>
                </a:ext>
              </a:extLst>
            </p:cNvPr>
            <p:cNvSpPr txBox="1"/>
            <p:nvPr/>
          </p:nvSpPr>
          <p:spPr>
            <a:xfrm>
              <a:off x="4404605" y="2532760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③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69" name="table_TWformat_3_4">
              <a:extLst>
                <a:ext uri="{FF2B5EF4-FFF2-40B4-BE49-F238E27FC236}">
                  <ns2:creationId id="{A2FA2037-3307-D182-F67A-7C9DF3D7820F}"/>
                </a:ext>
              </a:extLst>
            </p:cNvPr>
            <p:cNvSpPr txBox="1"/>
            <p:nvPr/>
          </p:nvSpPr>
          <p:spPr>
            <a:xfrm>
              <a:off x="4404605" y="278587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ns2:creationId id="{45B8510B-7527-9C41-E59F-8CBF08D4FD6A}"/>
                </a:ext>
              </a:extLst>
            </p:cNvPr>
            <p:cNvCxnSpPr/>
            <p:nvPr/>
          </p:nvCxnSpPr>
          <p:spPr>
            <a:xfrm>
              <a:off x="4404605" y="2775523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able_TWformat_4_4">
              <a:extLst>
                <a:ext uri="{FF2B5EF4-FFF2-40B4-BE49-F238E27FC236}">
                  <ns2:creationId id="{A9CDF558-0C6A-8E67-B7CC-485CECEF4022}"/>
                </a:ext>
              </a:extLst>
            </p:cNvPr>
            <p:cNvSpPr txBox="1"/>
            <p:nvPr/>
          </p:nvSpPr>
          <p:spPr>
            <a:xfrm>
              <a:off x="4404605" y="303898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ns2:creationId id="{7C3E322F-E8A8-6BA9-5CCA-6B3E576FFEE6}"/>
                </a:ext>
              </a:extLst>
            </p:cNvPr>
            <p:cNvCxnSpPr/>
            <p:nvPr/>
          </p:nvCxnSpPr>
          <p:spPr>
            <a:xfrm>
              <a:off x="4404605" y="302863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able_TWformat_5_4">
              <a:extLst>
                <a:ext uri="{FF2B5EF4-FFF2-40B4-BE49-F238E27FC236}">
                  <ns2:creationId id="{F926ED4D-FCA7-9FAC-8045-34EB7B75BF70}"/>
                </a:ext>
              </a:extLst>
            </p:cNvPr>
            <p:cNvSpPr txBox="1"/>
            <p:nvPr/>
          </p:nvSpPr>
          <p:spPr>
            <a:xfrm>
              <a:off x="4404605" y="329209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CRM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ns2:creationId id="{5161BE58-BC1F-F646-21EC-1CB3631EE86C}"/>
                </a:ext>
              </a:extLst>
            </p:cNvPr>
            <p:cNvCxnSpPr/>
            <p:nvPr/>
          </p:nvCxnSpPr>
          <p:spPr>
            <a:xfrm>
              <a:off x="4404605" y="328174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able_TWformat_6_4">
              <a:extLst>
                <a:ext uri="{FF2B5EF4-FFF2-40B4-BE49-F238E27FC236}">
                  <ns2:creationId id="{83691238-DB71-FB70-24D6-46DB6E7615C2}"/>
                </a:ext>
              </a:extLst>
            </p:cNvPr>
            <p:cNvSpPr txBox="1"/>
            <p:nvPr/>
          </p:nvSpPr>
          <p:spPr>
            <a:xfrm>
              <a:off x="4404605" y="354520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ns2:creationId id="{C6552006-FABE-840D-1CC3-9A3FFA45C74C}"/>
                </a:ext>
              </a:extLst>
            </p:cNvPr>
            <p:cNvCxnSpPr/>
            <p:nvPr/>
          </p:nvCxnSpPr>
          <p:spPr>
            <a:xfrm>
              <a:off x="4404605" y="3534855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table_TWformat_7_4">
              <a:extLst>
                <a:ext uri="{FF2B5EF4-FFF2-40B4-BE49-F238E27FC236}">
                  <ns2:creationId id="{81FF3B77-685C-E934-DC6B-70B8D9D431C2}"/>
                </a:ext>
              </a:extLst>
            </p:cNvPr>
            <p:cNvSpPr txBox="1"/>
            <p:nvPr/>
          </p:nvSpPr>
          <p:spPr>
            <a:xfrm>
              <a:off x="4404605" y="379831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ns2:creationId id="{B66D300B-065B-C856-2477-3A433C564181}"/>
                </a:ext>
              </a:extLst>
            </p:cNvPr>
            <p:cNvCxnSpPr/>
            <p:nvPr/>
          </p:nvCxnSpPr>
          <p:spPr>
            <a:xfrm>
              <a:off x="4404605" y="3787966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able_TWformat_8_4">
              <a:extLst>
                <a:ext uri="{FF2B5EF4-FFF2-40B4-BE49-F238E27FC236}">
                  <ns2:creationId id="{2E1464F7-DAA4-960B-C0D7-6BB654216F88}"/>
                </a:ext>
              </a:extLst>
            </p:cNvPr>
            <p:cNvSpPr txBox="1"/>
            <p:nvPr/>
          </p:nvSpPr>
          <p:spPr>
            <a:xfrm>
              <a:off x="4404605" y="405142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ns2:creationId id="{D62E7917-2E11-6E9A-1F0A-E7872FB7F4FD}"/>
                </a:ext>
              </a:extLst>
            </p:cNvPr>
            <p:cNvCxnSpPr/>
            <p:nvPr/>
          </p:nvCxnSpPr>
          <p:spPr>
            <a:xfrm>
              <a:off x="4404605" y="404107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able_TWformat_9_4">
              <a:extLst>
                <a:ext uri="{FF2B5EF4-FFF2-40B4-BE49-F238E27FC236}">
                  <ns2:creationId id="{C36069F7-50A3-BC77-5096-CEDBAF3772CA}"/>
                </a:ext>
              </a:extLst>
            </p:cNvPr>
            <p:cNvSpPr txBox="1"/>
            <p:nvPr/>
          </p:nvSpPr>
          <p:spPr>
            <a:xfrm>
              <a:off x="4404605" y="430453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ns2:creationId id="{A53CA896-0102-4691-8D3A-587C29CF45EA}"/>
                </a:ext>
              </a:extLst>
            </p:cNvPr>
            <p:cNvCxnSpPr/>
            <p:nvPr/>
          </p:nvCxnSpPr>
          <p:spPr>
            <a:xfrm>
              <a:off x="4404605" y="429418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able_TWformat_10_4">
              <a:extLst>
                <a:ext uri="{FF2B5EF4-FFF2-40B4-BE49-F238E27FC236}">
                  <ns2:creationId id="{FAF27336-061A-C0C7-8A8B-6C1DED08280B}"/>
                </a:ext>
              </a:extLst>
            </p:cNvPr>
            <p:cNvSpPr txBox="1"/>
            <p:nvPr/>
          </p:nvSpPr>
          <p:spPr>
            <a:xfrm>
              <a:off x="4404605" y="4557644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ns2:creationId id="{7E83D869-E096-3E80-3B86-0ED6431A6664}"/>
                </a:ext>
              </a:extLst>
            </p:cNvPr>
            <p:cNvCxnSpPr/>
            <p:nvPr/>
          </p:nvCxnSpPr>
          <p:spPr>
            <a:xfrm>
              <a:off x="4404605" y="454729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able_TWformat_11_4">
              <a:extLst>
                <a:ext uri="{FF2B5EF4-FFF2-40B4-BE49-F238E27FC236}">
                  <ns2:creationId id="{4E554F5D-1B7E-91A0-16F1-481CF6C6C020}"/>
                </a:ext>
              </a:extLst>
            </p:cNvPr>
            <p:cNvSpPr txBox="1"/>
            <p:nvPr/>
          </p:nvSpPr>
          <p:spPr>
            <a:xfrm>
              <a:off x="4404605" y="481075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6" name="Straight Connector 85">
              <a:extLst>
                <a:ext uri="{FF2B5EF4-FFF2-40B4-BE49-F238E27FC236}">
                  <ns2:creationId id="{2D18B4C0-02FE-B0D1-61E4-44A3D3575572}"/>
                </a:ext>
              </a:extLst>
            </p:cNvPr>
            <p:cNvCxnSpPr/>
            <p:nvPr/>
          </p:nvCxnSpPr>
          <p:spPr>
            <a:xfrm>
              <a:off x="4404605" y="4800408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table_TWformat_12_4">
              <a:extLst>
                <a:ext uri="{FF2B5EF4-FFF2-40B4-BE49-F238E27FC236}">
                  <ns2:creationId id="{BA5D8CB5-F810-0676-12BD-4AF284B824DE}"/>
                </a:ext>
              </a:extLst>
            </p:cNvPr>
            <p:cNvSpPr txBox="1"/>
            <p:nvPr/>
          </p:nvSpPr>
          <p:spPr>
            <a:xfrm>
              <a:off x="4404605" y="506386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(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88" name="Straight Connector 87">
              <a:extLst>
                <a:ext uri="{FF2B5EF4-FFF2-40B4-BE49-F238E27FC236}">
                  <ns2:creationId id="{079239F2-A9FA-359F-BAAA-299BE116CA4D}"/>
                </a:ext>
              </a:extLst>
            </p:cNvPr>
            <p:cNvCxnSpPr/>
            <p:nvPr/>
          </p:nvCxnSpPr>
          <p:spPr>
            <a:xfrm>
              <a:off x="4404605" y="5053519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able_TWformat_13_4">
              <a:extLst>
                <a:ext uri="{FF2B5EF4-FFF2-40B4-BE49-F238E27FC236}">
                  <ns2:creationId id="{35757787-9BE5-518A-0861-18BC89ACDEAF}"/>
                </a:ext>
              </a:extLst>
            </p:cNvPr>
            <p:cNvSpPr txBox="1"/>
            <p:nvPr/>
          </p:nvSpPr>
          <p:spPr>
            <a:xfrm>
              <a:off x="4404605" y="531697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55C53D8F-A7AC-A60E-1EAA-EFE66190A1F6}"/>
                </a:ext>
              </a:extLst>
            </p:cNvPr>
            <p:cNvCxnSpPr/>
            <p:nvPr/>
          </p:nvCxnSpPr>
          <p:spPr>
            <a:xfrm>
              <a:off x="4404605" y="530663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able_TWformat_14_4">
              <a:extLst>
                <a:ext uri="{FF2B5EF4-FFF2-40B4-BE49-F238E27FC236}">
                  <ns2:creationId id="{90437D31-8321-21E3-FE92-33C3E4A48D89}"/>
                </a:ext>
              </a:extLst>
            </p:cNvPr>
            <p:cNvSpPr txBox="1"/>
            <p:nvPr/>
          </p:nvSpPr>
          <p:spPr>
            <a:xfrm>
              <a:off x="4404605" y="557008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ns2:creationId id="{38AA3523-01BA-F350-574C-74CBAB048DF8}"/>
                </a:ext>
              </a:extLst>
            </p:cNvPr>
            <p:cNvCxnSpPr/>
            <p:nvPr/>
          </p:nvCxnSpPr>
          <p:spPr>
            <a:xfrm>
              <a:off x="4404605" y="555974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able_TWformat_15_4">
              <a:extLst>
                <a:ext uri="{FF2B5EF4-FFF2-40B4-BE49-F238E27FC236}">
                  <ns2:creationId id="{90DCB3C7-EEB2-3610-0B3E-6B6CE2AE8695}"/>
                </a:ext>
              </a:extLst>
            </p:cNvPr>
            <p:cNvSpPr txBox="1"/>
            <p:nvPr/>
          </p:nvSpPr>
          <p:spPr>
            <a:xfrm>
              <a:off x="4404605" y="582319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ns2:creationId id="{4646E8DB-A5A5-1436-3A0C-9B5554777030}"/>
                </a:ext>
              </a:extLst>
            </p:cNvPr>
            <p:cNvCxnSpPr/>
            <p:nvPr/>
          </p:nvCxnSpPr>
          <p:spPr>
            <a:xfrm>
              <a:off x="4404605" y="581285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able_TWformat_16_4">
              <a:extLst>
                <a:ext uri="{FF2B5EF4-FFF2-40B4-BE49-F238E27FC236}">
                  <ns2:creationId id="{1E7D6B34-CF94-4BAB-3CE2-1C385D2F9BC8}"/>
                </a:ext>
              </a:extLst>
            </p:cNvPr>
            <p:cNvSpPr txBox="1"/>
            <p:nvPr/>
          </p:nvSpPr>
          <p:spPr>
            <a:xfrm>
              <a:off x="4404605" y="6076308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ns2:creationId id="{00070EC1-60C6-D350-8F1A-24D2B961A4A3}"/>
                </a:ext>
              </a:extLst>
            </p:cNvPr>
            <p:cNvCxnSpPr/>
            <p:nvPr/>
          </p:nvCxnSpPr>
          <p:spPr>
            <a:xfrm>
              <a:off x="4404605" y="606596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able_TWformat_2_5">
              <a:extLst>
                <a:ext uri="{FF2B5EF4-FFF2-40B4-BE49-F238E27FC236}">
                  <ns2:creationId id="{55AB42D9-2CB7-7E08-778A-84A4A9C1B322}"/>
                </a:ext>
              </a:extLst>
            </p:cNvPr>
            <p:cNvSpPr txBox="1"/>
            <p:nvPr/>
          </p:nvSpPr>
          <p:spPr>
            <a:xfrm>
              <a:off x="7473683" y="2532760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99" name="table_TWformat_3_5">
              <a:extLst>
                <a:ext uri="{FF2B5EF4-FFF2-40B4-BE49-F238E27FC236}">
                  <ns2:creationId id="{01E645DB-52F5-F9B3-C323-863349EA04A0}"/>
                </a:ext>
              </a:extLst>
            </p:cNvPr>
            <p:cNvSpPr txBox="1"/>
            <p:nvPr/>
          </p:nvSpPr>
          <p:spPr>
            <a:xfrm>
              <a:off x="7473683" y="278587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ns2:creationId id="{C560E206-0E1D-770E-138C-1F9034167AF9}"/>
                </a:ext>
              </a:extLst>
            </p:cNvPr>
            <p:cNvCxnSpPr/>
            <p:nvPr/>
          </p:nvCxnSpPr>
          <p:spPr>
            <a:xfrm>
              <a:off x="7473683" y="2775523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table_TWformat_4_5">
              <a:extLst>
                <a:ext uri="{FF2B5EF4-FFF2-40B4-BE49-F238E27FC236}">
                  <ns2:creationId id="{4B9292BB-5C18-BE1A-0FE0-03E2426674A7}"/>
                </a:ext>
              </a:extLst>
            </p:cNvPr>
            <p:cNvSpPr txBox="1"/>
            <p:nvPr/>
          </p:nvSpPr>
          <p:spPr>
            <a:xfrm>
              <a:off x="7473683" y="303898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: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ns2:creationId id="{2C4E46CB-E52D-3ED9-9F86-CC27D51C6D3F}"/>
                </a:ext>
              </a:extLst>
            </p:cNvPr>
            <p:cNvCxnSpPr/>
            <p:nvPr/>
          </p:nvCxnSpPr>
          <p:spPr>
            <a:xfrm>
              <a:off x="7473683" y="302863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able_TWformat_5_5">
              <a:extLst>
                <a:ext uri="{FF2B5EF4-FFF2-40B4-BE49-F238E27FC236}">
                  <ns2:creationId id="{95AFFAF8-1737-196C-DA3D-8D4BAE090627}"/>
                </a:ext>
              </a:extLst>
            </p:cNvPr>
            <p:cNvSpPr txBox="1"/>
            <p:nvPr/>
          </p:nvSpPr>
          <p:spPr>
            <a:xfrm>
              <a:off x="7473683" y="329209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ns2:creationId id="{C468C26A-CD4B-F32E-5CEA-272309C2769A}"/>
                </a:ext>
              </a:extLst>
            </p:cNvPr>
            <p:cNvCxnSpPr/>
            <p:nvPr/>
          </p:nvCxnSpPr>
          <p:spPr>
            <a:xfrm>
              <a:off x="7473683" y="328174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able_TWformat_6_5">
              <a:extLst>
                <a:ext uri="{FF2B5EF4-FFF2-40B4-BE49-F238E27FC236}">
                  <ns2:creationId id="{A7F20406-F495-2C84-4A0B-6FC54F37EFF9}"/>
                </a:ext>
              </a:extLst>
            </p:cNvPr>
            <p:cNvSpPr txBox="1"/>
            <p:nvPr/>
          </p:nvSpPr>
          <p:spPr>
            <a:xfrm>
              <a:off x="7473683" y="354520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ns2:creationId id="{7A700AB2-DFEE-B9E2-25F5-09EC3E0C6EFE}"/>
                </a:ext>
              </a:extLst>
            </p:cNvPr>
            <p:cNvCxnSpPr/>
            <p:nvPr/>
          </p:nvCxnSpPr>
          <p:spPr>
            <a:xfrm>
              <a:off x="7473683" y="3534855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able_TWformat_7_5">
              <a:extLst>
                <a:ext uri="{FF2B5EF4-FFF2-40B4-BE49-F238E27FC236}">
                  <ns2:creationId id="{F2EA0BF9-EF80-4C7C-AEE3-FAAF7F8FE7C5}"/>
                </a:ext>
              </a:extLst>
            </p:cNvPr>
            <p:cNvSpPr txBox="1"/>
            <p:nvPr/>
          </p:nvSpPr>
          <p:spPr>
            <a:xfrm>
              <a:off x="7473683" y="379831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ns2:creationId id="{747270CF-C11C-2FD6-F905-5F900D24392E}"/>
                </a:ext>
              </a:extLst>
            </p:cNvPr>
            <p:cNvCxnSpPr/>
            <p:nvPr/>
          </p:nvCxnSpPr>
          <p:spPr>
            <a:xfrm>
              <a:off x="7473683" y="3787966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able_TWformat_8_5">
              <a:extLst>
                <a:ext uri="{FF2B5EF4-FFF2-40B4-BE49-F238E27FC236}">
                  <ns2:creationId id="{BD10DE6B-7CD4-8B7E-B5FC-381073AAED13}"/>
                </a:ext>
              </a:extLst>
            </p:cNvPr>
            <p:cNvSpPr txBox="1"/>
            <p:nvPr/>
          </p:nvSpPr>
          <p:spPr>
            <a:xfrm>
              <a:off x="7473683" y="405142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ns2:creationId id="{A96FDFF7-A9C0-7477-59F0-B4AD57D162FF}"/>
                </a:ext>
              </a:extLst>
            </p:cNvPr>
            <p:cNvCxnSpPr/>
            <p:nvPr/>
          </p:nvCxnSpPr>
          <p:spPr>
            <a:xfrm>
              <a:off x="7473683" y="404107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able_TWformat_9_5">
              <a:extLst>
                <a:ext uri="{FF2B5EF4-FFF2-40B4-BE49-F238E27FC236}">
                  <ns2:creationId id="{888CADE7-7EEB-C3E2-3F67-8144866ED992}"/>
                </a:ext>
              </a:extLst>
            </p:cNvPr>
            <p:cNvSpPr txBox="1"/>
            <p:nvPr/>
          </p:nvSpPr>
          <p:spPr>
            <a:xfrm>
              <a:off x="7473683" y="430453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ns2:creationId id="{E0150D76-AEB7-1FF1-A0B4-C0E0C674A3CD}"/>
                </a:ext>
              </a:extLst>
            </p:cNvPr>
            <p:cNvCxnSpPr/>
            <p:nvPr/>
          </p:nvCxnSpPr>
          <p:spPr>
            <a:xfrm>
              <a:off x="7473683" y="429418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10_5">
              <a:extLst>
                <a:ext uri="{FF2B5EF4-FFF2-40B4-BE49-F238E27FC236}">
                  <ns2:creationId id="{B7573172-6335-101E-C4EE-7654409B040B}"/>
                </a:ext>
              </a:extLst>
            </p:cNvPr>
            <p:cNvSpPr txBox="1"/>
            <p:nvPr/>
          </p:nvSpPr>
          <p:spPr>
            <a:xfrm>
              <a:off x="7473683" y="4557644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4" name="Straight Connector 113">
              <a:extLst>
                <a:ext uri="{FF2B5EF4-FFF2-40B4-BE49-F238E27FC236}">
                  <ns2:creationId id="{C9E68E96-F1FD-B28B-8959-9B10BF6D78B3}"/>
                </a:ext>
              </a:extLst>
            </p:cNvPr>
            <p:cNvCxnSpPr/>
            <p:nvPr/>
          </p:nvCxnSpPr>
          <p:spPr>
            <a:xfrm>
              <a:off x="7473683" y="454729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able_TWformat_11_5">
              <a:extLst>
                <a:ext uri="{FF2B5EF4-FFF2-40B4-BE49-F238E27FC236}">
                  <ns2:creationId id="{376297E6-D5E5-5D34-C69D-F123D0482F22}"/>
                </a:ext>
              </a:extLst>
            </p:cNvPr>
            <p:cNvSpPr txBox="1"/>
            <p:nvPr/>
          </p:nvSpPr>
          <p:spPr>
            <a:xfrm>
              <a:off x="7473683" y="481075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、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ns2:creationId id="{E9E9761F-A8CE-0217-1C6C-9F952B188617}"/>
                </a:ext>
              </a:extLst>
            </p:cNvPr>
            <p:cNvCxnSpPr/>
            <p:nvPr/>
          </p:nvCxnSpPr>
          <p:spPr>
            <a:xfrm>
              <a:off x="7473683" y="4800408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able_TWformat_12_5">
              <a:extLst>
                <a:ext uri="{FF2B5EF4-FFF2-40B4-BE49-F238E27FC236}">
                  <ns2:creationId id="{D2B2A181-1478-A906-3BB3-2ACC4A2B444D}"/>
                </a:ext>
              </a:extLst>
            </p:cNvPr>
            <p:cNvSpPr txBox="1"/>
            <p:nvPr/>
          </p:nvSpPr>
          <p:spPr>
            <a:xfrm>
              <a:off x="7473683" y="506386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ns2:creationId id="{9BB143C1-25A8-D76A-78A6-801EE6BF5704}"/>
                </a:ext>
              </a:extLst>
            </p:cNvPr>
            <p:cNvCxnSpPr/>
            <p:nvPr/>
          </p:nvCxnSpPr>
          <p:spPr>
            <a:xfrm>
              <a:off x="7473683" y="5053519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table_TWformat_13_5">
              <a:extLst>
                <a:ext uri="{FF2B5EF4-FFF2-40B4-BE49-F238E27FC236}">
                  <ns2:creationId id="{6F86EB7E-F37D-0CD3-5B8D-CC85E2ECEB5B}"/>
                </a:ext>
              </a:extLst>
            </p:cNvPr>
            <p:cNvSpPr txBox="1"/>
            <p:nvPr/>
          </p:nvSpPr>
          <p:spPr>
            <a:xfrm>
              <a:off x="7473683" y="531697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ns2:creationId id="{9CD29438-D2C2-54B4-5C64-933C2702EBAD}"/>
                </a:ext>
              </a:extLst>
            </p:cNvPr>
            <p:cNvCxnSpPr/>
            <p:nvPr/>
          </p:nvCxnSpPr>
          <p:spPr>
            <a:xfrm>
              <a:off x="7473683" y="530663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table_TWformat_14_5">
              <a:extLst>
                <a:ext uri="{FF2B5EF4-FFF2-40B4-BE49-F238E27FC236}">
                  <ns2:creationId id="{AF48A3EB-479A-B33B-B987-4189EE59840C}"/>
                </a:ext>
              </a:extLst>
            </p:cNvPr>
            <p:cNvSpPr txBox="1"/>
            <p:nvPr/>
          </p:nvSpPr>
          <p:spPr>
            <a:xfrm>
              <a:off x="7473683" y="557008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 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ns2:creationId id="{7B38EAE5-B1AA-D929-AF5E-67CE26C30A99}"/>
                </a:ext>
              </a:extLst>
            </p:cNvPr>
            <p:cNvCxnSpPr/>
            <p:nvPr/>
          </p:nvCxnSpPr>
          <p:spPr>
            <a:xfrm>
              <a:off x="7473683" y="555974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able_TWformat_15_5">
              <a:extLst>
                <a:ext uri="{FF2B5EF4-FFF2-40B4-BE49-F238E27FC236}">
                  <ns2:creationId id="{FEF79D82-8C7D-35D8-BA87-7142FE356D48}"/>
                </a:ext>
              </a:extLst>
            </p:cNvPr>
            <p:cNvSpPr txBox="1"/>
            <p:nvPr/>
          </p:nvSpPr>
          <p:spPr>
            <a:xfrm>
              <a:off x="7473683" y="582319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4" name="Straight Connector 123">
              <a:extLst>
                <a:ext uri="{FF2B5EF4-FFF2-40B4-BE49-F238E27FC236}">
                  <ns2:creationId id="{FE191CAE-2931-8D33-7424-5436D6339780}"/>
                </a:ext>
              </a:extLst>
            </p:cNvPr>
            <p:cNvCxnSpPr/>
            <p:nvPr/>
          </p:nvCxnSpPr>
          <p:spPr>
            <a:xfrm>
              <a:off x="7473683" y="581285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table_TWformat_16_5">
              <a:extLst>
                <a:ext uri="{FF2B5EF4-FFF2-40B4-BE49-F238E27FC236}">
                  <ns2:creationId id="{721D7F7E-6A16-E89B-5E15-DF02445240E4}"/>
                </a:ext>
              </a:extLst>
            </p:cNvPr>
            <p:cNvSpPr txBox="1"/>
            <p:nvPr/>
          </p:nvSpPr>
          <p:spPr>
            <a:xfrm>
              <a:off x="7473683" y="6076308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ns2:creationId id="{2FFD8934-DA68-CC1C-B7A3-F31BBB414F69}"/>
                </a:ext>
              </a:extLst>
            </p:cNvPr>
            <p:cNvCxnSpPr/>
            <p:nvPr/>
          </p:nvCxnSpPr>
          <p:spPr>
            <a:xfrm>
              <a:off x="7473683" y="606596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able_TWformat_2_6">
              <a:extLst>
                <a:ext uri="{FF2B5EF4-FFF2-40B4-BE49-F238E27FC236}">
                  <ns2:creationId id="{D0A30374-5AF9-63CD-BB55-F68742FE67BC}"/>
                </a:ext>
              </a:extLst>
            </p:cNvPr>
            <p:cNvSpPr txBox="1"/>
            <p:nvPr/>
          </p:nvSpPr>
          <p:spPr>
            <a:xfrm>
              <a:off x="11074400" y="2532760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129" name="table_TWformat_3_6">
              <a:extLst>
                <a:ext uri="{FF2B5EF4-FFF2-40B4-BE49-F238E27FC236}">
                  <ns2:creationId id="{458D6FD4-50A6-E645-4DE9-F0B255F11728}"/>
                </a:ext>
              </a:extLst>
            </p:cNvPr>
            <p:cNvSpPr txBox="1"/>
            <p:nvPr/>
          </p:nvSpPr>
          <p:spPr>
            <a:xfrm>
              <a:off x="11074400" y="278587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ns2:creationId id="{EC7D7C5B-E339-3BF3-0FFF-0251CE1AD21E}"/>
                </a:ext>
              </a:extLst>
            </p:cNvPr>
            <p:cNvCxnSpPr/>
            <p:nvPr/>
          </p:nvCxnSpPr>
          <p:spPr>
            <a:xfrm>
              <a:off x="11074400" y="2775523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able_TWformat_4_6">
              <a:extLst>
                <a:ext uri="{FF2B5EF4-FFF2-40B4-BE49-F238E27FC236}">
                  <ns2:creationId id="{70163AE0-B3AC-8A5B-65E1-A60FF3D1DBA9}"/>
                </a:ext>
              </a:extLst>
            </p:cNvPr>
            <p:cNvSpPr txBox="1"/>
            <p:nvPr/>
          </p:nvSpPr>
          <p:spPr>
            <a:xfrm>
              <a:off x="11074400" y="303898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ns2:creationId id="{10871B3B-1B76-A3A1-399A-A7C6ED2C77EC}"/>
                </a:ext>
              </a:extLst>
            </p:cNvPr>
            <p:cNvCxnSpPr/>
            <p:nvPr/>
          </p:nvCxnSpPr>
          <p:spPr>
            <a:xfrm>
              <a:off x="11074400" y="302863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table_TWformat_5_6">
              <a:extLst>
                <a:ext uri="{FF2B5EF4-FFF2-40B4-BE49-F238E27FC236}">
                  <ns2:creationId id="{E878D76E-8C03-D071-83F0-73148C480C87}"/>
                </a:ext>
              </a:extLst>
            </p:cNvPr>
            <p:cNvSpPr txBox="1"/>
            <p:nvPr/>
          </p:nvSpPr>
          <p:spPr>
            <a:xfrm>
              <a:off x="11074400" y="329209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ns2:creationId id="{6A436FBE-D55B-A9FB-6DDC-EA4E8D515B54}"/>
                </a:ext>
              </a:extLst>
            </p:cNvPr>
            <p:cNvCxnSpPr/>
            <p:nvPr/>
          </p:nvCxnSpPr>
          <p:spPr>
            <a:xfrm>
              <a:off x="11074400" y="328174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able_TWformat_6_6">
              <a:extLst>
                <a:ext uri="{FF2B5EF4-FFF2-40B4-BE49-F238E27FC236}">
                  <ns2:creationId id="{25300002-E7E6-ED52-6429-DF9B0F74BEDB}"/>
                </a:ext>
              </a:extLst>
            </p:cNvPr>
            <p:cNvSpPr txBox="1"/>
            <p:nvPr/>
          </p:nvSpPr>
          <p:spPr>
            <a:xfrm>
              <a:off x="11074400" y="354520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ns2:creationId id="{65137E03-C833-9BD4-7B94-5897B2F94EC7}"/>
                </a:ext>
              </a:extLst>
            </p:cNvPr>
            <p:cNvCxnSpPr/>
            <p:nvPr/>
          </p:nvCxnSpPr>
          <p:spPr>
            <a:xfrm>
              <a:off x="11074400" y="3534855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able_TWformat_7_6">
              <a:extLst>
                <a:ext uri="{FF2B5EF4-FFF2-40B4-BE49-F238E27FC236}">
                  <ns2:creationId id="{BE29202C-D1E7-4C92-9821-E328F94BEEE0}"/>
                </a:ext>
              </a:extLst>
            </p:cNvPr>
            <p:cNvSpPr txBox="1"/>
            <p:nvPr/>
          </p:nvSpPr>
          <p:spPr>
            <a:xfrm>
              <a:off x="11074400" y="379831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ns2:creationId id="{DCAFEA8B-C092-70BD-D425-85449D9AC56F}"/>
                </a:ext>
              </a:extLst>
            </p:cNvPr>
            <p:cNvCxnSpPr/>
            <p:nvPr/>
          </p:nvCxnSpPr>
          <p:spPr>
            <a:xfrm>
              <a:off x="11074400" y="3787966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table_TWformat_8_6">
              <a:extLst>
                <a:ext uri="{FF2B5EF4-FFF2-40B4-BE49-F238E27FC236}">
                  <ns2:creationId id="{9DEB72E6-8C0C-9CF5-9CA1-FF1B8CD33CBE}"/>
                </a:ext>
              </a:extLst>
            </p:cNvPr>
            <p:cNvSpPr txBox="1"/>
            <p:nvPr/>
          </p:nvSpPr>
          <p:spPr>
            <a:xfrm>
              <a:off x="11074400" y="405142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0" name="Straight Connector 139">
              <a:extLst>
                <a:ext uri="{FF2B5EF4-FFF2-40B4-BE49-F238E27FC236}">
                  <ns2:creationId id="{1E7744FB-2D24-DB97-B132-8DCC2F739A22}"/>
                </a:ext>
              </a:extLst>
            </p:cNvPr>
            <p:cNvCxnSpPr/>
            <p:nvPr/>
          </p:nvCxnSpPr>
          <p:spPr>
            <a:xfrm>
              <a:off x="11074400" y="404107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able_TWformat_9_6">
              <a:extLst>
                <a:ext uri="{FF2B5EF4-FFF2-40B4-BE49-F238E27FC236}">
                  <ns2:creationId id="{499B873D-D4E1-49CD-A6CB-055FECF9BADF}"/>
                </a:ext>
              </a:extLst>
            </p:cNvPr>
            <p:cNvSpPr txBox="1"/>
            <p:nvPr/>
          </p:nvSpPr>
          <p:spPr>
            <a:xfrm>
              <a:off x="11074400" y="430453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2" name="Straight Connector 141">
              <a:extLst>
                <a:ext uri="{FF2B5EF4-FFF2-40B4-BE49-F238E27FC236}">
                  <ns2:creationId id="{EF475EF6-11A1-A232-1A22-4AFDF0A73025}"/>
                </a:ext>
              </a:extLst>
            </p:cNvPr>
            <p:cNvCxnSpPr/>
            <p:nvPr/>
          </p:nvCxnSpPr>
          <p:spPr>
            <a:xfrm>
              <a:off x="11074400" y="429418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able_TWformat_10_6">
              <a:extLst>
                <a:ext uri="{FF2B5EF4-FFF2-40B4-BE49-F238E27FC236}">
                  <ns2:creationId id="{11C0A2B9-2809-73CB-35C9-7C023A05B8B9}"/>
                </a:ext>
              </a:extLst>
            </p:cNvPr>
            <p:cNvSpPr txBox="1"/>
            <p:nvPr/>
          </p:nvSpPr>
          <p:spPr>
            <a:xfrm>
              <a:off x="11074400" y="4557644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4" name="Straight Connector 143">
              <a:extLst>
                <a:ext uri="{FF2B5EF4-FFF2-40B4-BE49-F238E27FC236}">
                  <ns2:creationId id="{175A0C73-6213-0C2E-B10A-1B1B6CFFF147}"/>
                </a:ext>
              </a:extLst>
            </p:cNvPr>
            <p:cNvCxnSpPr/>
            <p:nvPr/>
          </p:nvCxnSpPr>
          <p:spPr>
            <a:xfrm>
              <a:off x="11074400" y="454729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able_TWformat_11_6">
              <a:extLst>
                <a:ext uri="{FF2B5EF4-FFF2-40B4-BE49-F238E27FC236}">
                  <ns2:creationId id="{7FF4159D-90CB-D49E-C9DA-285F439A30CF}"/>
                </a:ext>
              </a:extLst>
            </p:cNvPr>
            <p:cNvSpPr txBox="1"/>
            <p:nvPr/>
          </p:nvSpPr>
          <p:spPr>
            <a:xfrm>
              <a:off x="11074400" y="481075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6" name="Straight Connector 145">
              <a:extLst>
                <a:ext uri="{FF2B5EF4-FFF2-40B4-BE49-F238E27FC236}">
                  <ns2:creationId id="{EFD7EC9A-1B61-F8A7-48B7-B11751013015}"/>
                </a:ext>
              </a:extLst>
            </p:cNvPr>
            <p:cNvCxnSpPr/>
            <p:nvPr/>
          </p:nvCxnSpPr>
          <p:spPr>
            <a:xfrm>
              <a:off x="11074400" y="4800408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able_TWformat_12_6">
              <a:extLst>
                <a:ext uri="{FF2B5EF4-FFF2-40B4-BE49-F238E27FC236}">
                  <ns2:creationId id="{3AD4DA34-68D5-3CA3-6B62-2E2113F7A5E5}"/>
                </a:ext>
              </a:extLst>
            </p:cNvPr>
            <p:cNvSpPr txBox="1"/>
            <p:nvPr/>
          </p:nvSpPr>
          <p:spPr>
            <a:xfrm>
              <a:off x="11074400" y="506386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8" name="Straight Connector 147">
              <a:extLst>
                <a:ext uri="{FF2B5EF4-FFF2-40B4-BE49-F238E27FC236}">
                  <ns2:creationId id="{B7D15CA9-6A31-AE2E-AE8D-34FD203808D1}"/>
                </a:ext>
              </a:extLst>
            </p:cNvPr>
            <p:cNvCxnSpPr/>
            <p:nvPr/>
          </p:nvCxnSpPr>
          <p:spPr>
            <a:xfrm>
              <a:off x="11074400" y="5053519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table_TWformat_13_6">
              <a:extLst>
                <a:ext uri="{FF2B5EF4-FFF2-40B4-BE49-F238E27FC236}">
                  <ns2:creationId id="{E56D1B9B-AA86-B65C-969C-679147CD7E9E}"/>
                </a:ext>
              </a:extLst>
            </p:cNvPr>
            <p:cNvSpPr txBox="1"/>
            <p:nvPr/>
          </p:nvSpPr>
          <p:spPr>
            <a:xfrm>
              <a:off x="11074400" y="531697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ns2:creationId id="{99459B10-EA2B-2DDA-3905-7853CA778D91}"/>
                </a:ext>
              </a:extLst>
            </p:cNvPr>
            <p:cNvCxnSpPr/>
            <p:nvPr/>
          </p:nvCxnSpPr>
          <p:spPr>
            <a:xfrm>
              <a:off x="11074400" y="530663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able_TWformat_14_6">
              <a:extLst>
                <a:ext uri="{FF2B5EF4-FFF2-40B4-BE49-F238E27FC236}">
                  <ns2:creationId id="{1C9EB4A4-7489-3A14-714E-3811B1857BEA}"/>
                </a:ext>
              </a:extLst>
            </p:cNvPr>
            <p:cNvSpPr txBox="1"/>
            <p:nvPr/>
          </p:nvSpPr>
          <p:spPr>
            <a:xfrm>
              <a:off x="11074400" y="557008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ns2:creationId id="{A21CC246-5112-6ED4-57B4-D984AE5A3B01}"/>
                </a:ext>
              </a:extLst>
            </p:cNvPr>
            <p:cNvCxnSpPr/>
            <p:nvPr/>
          </p:nvCxnSpPr>
          <p:spPr>
            <a:xfrm>
              <a:off x="11074400" y="555974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able_TWformat_15_6">
              <a:extLst>
                <a:ext uri="{FF2B5EF4-FFF2-40B4-BE49-F238E27FC236}">
                  <ns2:creationId id="{0A59A558-7F5B-CDDB-63CD-73A2987740CD}"/>
                </a:ext>
              </a:extLst>
            </p:cNvPr>
            <p:cNvSpPr txBox="1"/>
            <p:nvPr/>
          </p:nvSpPr>
          <p:spPr>
            <a:xfrm>
              <a:off x="11074400" y="582319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4" name="Straight Connector 153">
              <a:extLst>
                <a:ext uri="{FF2B5EF4-FFF2-40B4-BE49-F238E27FC236}">
                  <ns2:creationId id="{A525770F-AB11-6C58-22B8-0C86BEB8407C}"/>
                </a:ext>
              </a:extLst>
            </p:cNvPr>
            <p:cNvCxnSpPr/>
            <p:nvPr/>
          </p:nvCxnSpPr>
          <p:spPr>
            <a:xfrm>
              <a:off x="11074400" y="581285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able_TWformat_16_6">
              <a:extLst>
                <a:ext uri="{FF2B5EF4-FFF2-40B4-BE49-F238E27FC236}">
                  <ns2:creationId id="{36940823-E4C8-BCBC-BB22-DBC3C20B819C}"/>
                </a:ext>
              </a:extLst>
            </p:cNvPr>
            <p:cNvSpPr txBox="1"/>
            <p:nvPr/>
          </p:nvSpPr>
          <p:spPr>
            <a:xfrm>
              <a:off x="11074400" y="6076308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6" name="Straight Connector 155">
              <a:extLst>
                <a:ext uri="{FF2B5EF4-FFF2-40B4-BE49-F238E27FC236}">
                  <ns2:creationId id="{16DA385B-7D84-9F64-64DD-E1C7E67EBD6D}"/>
                </a:ext>
              </a:extLst>
            </p:cNvPr>
            <p:cNvCxnSpPr/>
            <p:nvPr/>
          </p:nvCxnSpPr>
          <p:spPr>
            <a:xfrm>
              <a:off x="11074400" y="606596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" name="Group 181">
              <a:extLst>
                <a:ext uri="{FF2B5EF4-FFF2-40B4-BE49-F238E27FC236}">
                  <ns2:creationId id="{6CC1B9C9-803B-C420-21F5-001284F5AD89}"/>
                </a:ext>
              </a:extLst>
            </p:cNvPr>
            <p:cNvGrpSpPr/>
            <p:nvPr/>
          </p:nvGrpSpPr>
          <p:grpSpPr>
            <a:xfrm>
              <a:off x="334963" y="1628775"/>
              <a:ext cx="1106487" cy="883291"/>
              <a:chOff x="334963" y="1628775"/>
              <a:chExt cx="1106487" cy="883291"/>
            </a:xfrm>
          </p:grpSpPr>
          <p:sp>
            <p:nvSpPr>
              <p:cNvPr id="7" name="table_TWformat_1_2">
                <a:extLst>
                  <a:ext uri="{FF2B5EF4-FFF2-40B4-BE49-F238E27FC236}">
                    <ns2:creationId id="{D33FE90F-F03E-1E6A-354D-906B736CA846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1106487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9" name="Graphic 168" descr="Clipboard with solid fill">
                <a:extLst>
                  <a:ext uri="{FF2B5EF4-FFF2-40B4-BE49-F238E27FC236}">
                    <ns2:creationId id="{B7C764D1-6E93-1B61-9494-05E130526E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4003" y="1928094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1" name="Group 180">
              <a:extLst>
                <a:ext uri="{FF2B5EF4-FFF2-40B4-BE49-F238E27FC236}">
                  <ns2:creationId id="{A14B7E01-9291-5F5B-8A64-6510621009AA}"/>
                </a:ext>
              </a:extLst>
            </p:cNvPr>
            <p:cNvGrpSpPr/>
            <p:nvPr/>
          </p:nvGrpSpPr>
          <p:grpSpPr>
            <a:xfrm>
              <a:off x="11074400" y="1628775"/>
              <a:ext cx="782638" cy="883291"/>
              <a:chOff x="11074400" y="1628775"/>
              <a:chExt cx="782638" cy="883291"/>
            </a:xfrm>
          </p:grpSpPr>
          <p:sp>
            <p:nvSpPr>
              <p:cNvPr id="127" name="table_TWformat_1_6">
                <a:extLst>
                  <a:ext uri="{FF2B5EF4-FFF2-40B4-BE49-F238E27FC236}">
                    <ns2:creationId id="{849D264C-447D-A236-9C9E-38AD6AD2232C}"/>
                  </a:ext>
                </a:extLst>
              </p:cNvPr>
              <p:cNvSpPr txBox="1"/>
              <p:nvPr/>
            </p:nvSpPr>
            <p:spPr>
              <a:xfrm>
                <a:off x="11074400" y="1628775"/>
                <a:ext cx="782638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0" tIns="72000" rIns="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ROI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) </a:t>
                </a:r>
                <a:endParaRPr kumimoji="1" lang="ja-JP" altLang="en-US" sz="11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1" name="Graphic 170" descr="Treasure chest with solid fill">
                <a:extLst>
                  <a:ext uri="{FF2B5EF4-FFF2-40B4-BE49-F238E27FC236}">
                    <ns2:creationId id="{17060312-5FE3-62E6-63FB-09DBB4BDDD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262710" y="2094540"/>
                <a:ext cx="406014" cy="40601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72B87E37-0F5D-0705-24CE-56C8809E462B}"/>
                </a:ext>
              </a:extLst>
            </p:cNvPr>
            <p:cNvGrpSpPr/>
            <p:nvPr/>
          </p:nvGrpSpPr>
          <p:grpSpPr>
            <a:xfrm>
              <a:off x="4404605" y="1628775"/>
              <a:ext cx="2984500" cy="883291"/>
              <a:chOff x="4404605" y="1628775"/>
              <a:chExt cx="2984500" cy="883291"/>
            </a:xfrm>
          </p:grpSpPr>
          <p:sp>
            <p:nvSpPr>
              <p:cNvPr id="67" name="table_TWformat_1_4">
                <a:extLst>
                  <a:ext uri="{FF2B5EF4-FFF2-40B4-BE49-F238E27FC236}">
                    <ns2:creationId id="{74390F48-AD96-6B86-0E80-6E00EF9A8553}"/>
                  </a:ext>
                </a:extLst>
              </p:cNvPr>
              <p:cNvSpPr txBox="1"/>
              <p:nvPr/>
            </p:nvSpPr>
            <p:spPr>
              <a:xfrm>
                <a:off x="4404605" y="1628775"/>
                <a:ext cx="298450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3" name="Graphic 172" descr="Bar chart with solid fill">
                <a:extLst>
                  <a:ext uri="{FF2B5EF4-FFF2-40B4-BE49-F238E27FC236}">
                    <ns2:creationId id="{F570598F-FED1-BA4B-9EC8-EB7991B22E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622652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0" name="Group 179">
              <a:extLst>
                <a:ext uri="{FF2B5EF4-FFF2-40B4-BE49-F238E27FC236}">
                  <ns2:creationId id="{0CC0AB2F-EA61-85B7-961D-985E4C30A330}"/>
                </a:ext>
              </a:extLst>
            </p:cNvPr>
            <p:cNvGrpSpPr/>
            <p:nvPr/>
          </p:nvGrpSpPr>
          <p:grpSpPr>
            <a:xfrm>
              <a:off x="7473683" y="1628775"/>
              <a:ext cx="3516140" cy="883291"/>
              <a:chOff x="7473683" y="1628775"/>
              <a:chExt cx="3516140" cy="883291"/>
            </a:xfrm>
          </p:grpSpPr>
          <p:sp>
            <p:nvSpPr>
              <p:cNvPr id="97" name="table_TWformat_1_5">
                <a:extLst>
                  <a:ext uri="{FF2B5EF4-FFF2-40B4-BE49-F238E27FC236}">
                    <ns2:creationId id="{2BDB3627-179A-198D-125A-9F0CB636B6BA}"/>
                  </a:ext>
                </a:extLst>
              </p:cNvPr>
              <p:cNvSpPr txBox="1"/>
              <p:nvPr/>
            </p:nvSpPr>
            <p:spPr>
              <a:xfrm>
                <a:off x="7473683" y="1628775"/>
                <a:ext cx="351614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5" name="Graphic 174" descr="Open hand with plant with solid fill">
                <a:extLst>
                  <a:ext uri="{FF2B5EF4-FFF2-40B4-BE49-F238E27FC236}">
                    <ns2:creationId id="{04635671-3C31-F8C9-707A-13974B0439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57551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79" name="Group 178">
              <a:extLst>
                <a:ext uri="{FF2B5EF4-FFF2-40B4-BE49-F238E27FC236}">
                  <ns2:creationId id="{FE2C60E5-FF26-F089-E81A-44A570F43DFB}"/>
                </a:ext>
              </a:extLst>
            </p:cNvPr>
            <p:cNvGrpSpPr/>
            <p:nvPr/>
          </p:nvGrpSpPr>
          <p:grpSpPr>
            <a:xfrm>
              <a:off x="1526028" y="1628775"/>
              <a:ext cx="2793999" cy="883291"/>
              <a:chOff x="1526028" y="1628775"/>
              <a:chExt cx="2793999" cy="883291"/>
            </a:xfrm>
          </p:grpSpPr>
          <p:sp>
            <p:nvSpPr>
              <p:cNvPr id="37" name="table_TWformat_1_3">
                <a:extLst>
                  <a:ext uri="{FF2B5EF4-FFF2-40B4-BE49-F238E27FC236}">
                    <ns2:creationId id="{62434877-6467-4E8C-DA01-87F21F3126E0}"/>
                  </a:ext>
                </a:extLst>
              </p:cNvPr>
              <p:cNvSpPr txBox="1"/>
              <p:nvPr/>
            </p:nvSpPr>
            <p:spPr>
              <a:xfrm>
                <a:off x="1526028" y="1628775"/>
                <a:ext cx="2793999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7" name="Graphic 176" descr="Aspiration with solid fill">
                <a:extLst>
                  <a:ext uri="{FF2B5EF4-FFF2-40B4-BE49-F238E27FC236}">
                    <ns2:creationId id="{55528CCC-7DFA-F081-C373-510B257807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648825" y="1928094"/>
                <a:ext cx="548406" cy="548408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3198353"/>
      </p:ext>
    </p:extLst>
  </p:cSld>
  <p:clrMapOvr>
    <a:masterClrMapping/>
  </p:clrMapOvr>
</p:sld>
</file>

<file path=ppt/slides/slide1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995491729"/>
      </p:ext>
    </p:extLst>
  </p:cSld>
  <p:clrMapOvr>
    <a:masterClrMapping/>
  </p:clrMapOvr>
</p:sld>
</file>

<file path=ppt/slides/slide155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59700884"/>
      </p:ext>
    </p:extLst>
  </p:cSld>
  <p:clrMapOvr>
    <a:masterClrMapping/>
  </p:clrMapOvr>
</p:sld>
</file>

<file path=ppt/slides/slide15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432747315"/>
      </p:ext>
    </p:extLst>
  </p:cSld>
  <p:clrMapOvr>
    <a:masterClrMapping/>
  </p:clrMapOvr>
</p:sld>
</file>

<file path=ppt/slides/slide1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7667260"/>
      </p:ext>
    </p:extLst>
  </p:cSld>
  <p:clrMapOvr>
    <a:masterClrMapping/>
  </p:clrMapOvr>
</p:sld>
</file>

<file path=ppt/slides/slide1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6100328"/>
      </p:ext>
    </p:extLst>
  </p:cSld>
  <p:clrMapOvr>
    <a:masterClrMapping/>
  </p:clrMapOvr>
</p:sld>
</file>

<file path=ppt/slides/slide1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B76A6C3-D995-BBAB-0801-1FF2760B14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463694A-3361-E31B-FEC2-D9622F65BC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4" name="table_TWformat_1_3">
            <a:extLst>
              <a:ext uri="{FF2B5EF4-FFF2-40B4-BE49-F238E27FC236}">
                <ns2:creationId id="{7A849911-C7CF-8C44-24E8-4E402A77E5E0}"/>
              </a:ext>
            </a:extLst>
          </p:cNvPr>
          <p:cNvSpPr txBox="1"/>
          <p:nvPr/>
        </p:nvSpPr>
        <p:spPr>
          <a:xfrm>
            <a:off x="5736650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(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例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)</a:t>
            </a:r>
          </a:p>
        </p:txBody>
      </p:sp>
      <p:sp>
        <p:nvSpPr>
          <p:cNvPr id="115" name="table_TWformat_1_1">
            <a:extLst>
              <a:ext uri="{FF2B5EF4-FFF2-40B4-BE49-F238E27FC236}">
                <ns2:creationId id="{67EDF382-3031-F2E3-15BF-03F83BF3E585}"/>
              </a:ext>
            </a:extLst>
          </p:cNvPr>
          <p:cNvSpPr txBox="1"/>
          <p:nvPr/>
        </p:nvSpPr>
        <p:spPr>
          <a:xfrm>
            <a:off x="334962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例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)</a:t>
            </a:r>
          </a:p>
        </p:txBody>
      </p:sp>
      <p:grpSp>
        <p:nvGrpSpPr>
          <p:cNvPr id="148" name="Group 147">
            <a:extLst>
              <a:ext uri="{FF2B5EF4-FFF2-40B4-BE49-F238E27FC236}">
                <ns2:creationId id="{AFB55DE6-D0FC-AB59-F02D-C8D96BD21475}"/>
              </a:ext>
            </a:extLst>
          </p:cNvPr>
          <p:cNvGrpSpPr/>
          <p:nvPr/>
        </p:nvGrpSpPr>
        <p:grpSpPr>
          <a:xfrm>
            <a:off x="334962" y="4610100"/>
            <a:ext cx="11522076" cy="1698625"/>
            <a:chOff x="334962" y="4610100"/>
            <a:chExt cx="11522076" cy="1698625"/>
          </a:xfrm>
        </p:grpSpPr>
        <p:grpSp>
          <p:nvGrpSpPr>
            <p:cNvPr id="119" name="Group 118">
              <a:extLst>
                <a:ext uri="{FF2B5EF4-FFF2-40B4-BE49-F238E27FC236}">
                  <ns2:creationId id="{1C91ACF3-B08C-DB6C-A39B-9739CA70AE8B}"/>
                </a:ext>
              </a:extLst>
            </p:cNvPr>
            <p:cNvGrpSpPr/>
            <p:nvPr/>
          </p:nvGrpSpPr>
          <p:grpSpPr>
            <a:xfrm>
              <a:off x="1866726" y="4610100"/>
              <a:ext cx="3815110" cy="1698625"/>
              <a:chOff x="1506250" y="4610100"/>
              <a:chExt cx="4178300" cy="1698625"/>
            </a:xfrm>
          </p:grpSpPr>
          <p:cxnSp>
            <p:nvCxnSpPr>
              <p:cNvPr id="58" name="Straight Connector 57">
                <a:extLst>
                  <a:ext uri="{FF2B5EF4-FFF2-40B4-BE49-F238E27FC236}">
                    <ns2:creationId id="{56C12E3A-4E57-4017-2E61-F952FFDEB501}"/>
                  </a:ext>
                </a:extLst>
              </p:cNvPr>
              <p:cNvCxnSpPr/>
              <p:nvPr/>
            </p:nvCxnSpPr>
            <p:spPr>
              <a:xfrm>
                <a:off x="1506250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ns2:creationId id="{189DFD65-C9A0-4AC8-8002-ACAC47AB69D3}"/>
                  </a:ext>
                </a:extLst>
              </p:cNvPr>
              <p:cNvCxnSpPr/>
              <p:nvPr/>
            </p:nvCxnSpPr>
            <p:spPr>
              <a:xfrm>
                <a:off x="1506250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ns2:creationId id="{0D0A2F1A-4014-50B5-5A25-D4CD749BB408}"/>
                  </a:ext>
                </a:extLst>
              </p:cNvPr>
              <p:cNvCxnSpPr/>
              <p:nvPr/>
            </p:nvCxnSpPr>
            <p:spPr>
              <a:xfrm>
                <a:off x="1506250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table_TWformat_2_2">
                <a:extLst>
                  <a:ext uri="{FF2B5EF4-FFF2-40B4-BE49-F238E27FC236}">
                    <ns2:creationId id="{4B68594D-0E7C-A6A5-F0E7-97A827A4D4F7}"/>
                  </a:ext>
                </a:extLst>
              </p:cNvPr>
              <p:cNvSpPr txBox="1"/>
              <p:nvPr/>
            </p:nvSpPr>
            <p:spPr>
              <a:xfrm>
                <a:off x="1506250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r>
                  <a:rPr lang="en-US" altLang="ja-JP" dirty="0"/>
                  <a:t>XX</a:t>
                </a:r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7" name="table_TWformat_3_2">
                <a:extLst>
                  <a:ext uri="{FF2B5EF4-FFF2-40B4-BE49-F238E27FC236}">
                    <ns2:creationId id="{0C108D1D-2A3C-5550-80E6-BB4811EF5925}"/>
                  </a:ext>
                </a:extLst>
              </p:cNvPr>
              <p:cNvSpPr txBox="1"/>
              <p:nvPr/>
            </p:nvSpPr>
            <p:spPr>
              <a:xfrm>
                <a:off x="1506250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9" name="table_TWformat_4_2">
                <a:extLst>
                  <a:ext uri="{FF2B5EF4-FFF2-40B4-BE49-F238E27FC236}">
                    <ns2:creationId id="{E4DCE338-62F8-41BF-C739-826DC6CB557E}"/>
                  </a:ext>
                </a:extLst>
              </p:cNvPr>
              <p:cNvSpPr txBox="1"/>
              <p:nvPr/>
            </p:nvSpPr>
            <p:spPr>
              <a:xfrm>
                <a:off x="1506250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『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』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61" name="table_TWformat_5_2">
                <a:extLst>
                  <a:ext uri="{FF2B5EF4-FFF2-40B4-BE49-F238E27FC236}">
                    <ns2:creationId id="{AF4B1DBB-62EC-ECC2-AEF4-8BA922631670}"/>
                  </a:ext>
                </a:extLst>
              </p:cNvPr>
              <p:cNvSpPr txBox="1"/>
              <p:nvPr/>
            </p:nvSpPr>
            <p:spPr>
              <a:xfrm>
                <a:off x="1506250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4" name="table_TWformat_1_2">
                <a:extLst>
                  <a:ext uri="{FF2B5EF4-FFF2-40B4-BE49-F238E27FC236}">
                    <ns2:creationId id="{485B8C26-6175-274B-F0F5-7B38F7B4AAC4}"/>
                  </a:ext>
                </a:extLst>
              </p:cNvPr>
              <p:cNvSpPr txBox="1"/>
              <p:nvPr/>
            </p:nvSpPr>
            <p:spPr>
              <a:xfrm>
                <a:off x="1506250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ns2:creationId id="{F54063FE-8AF3-D4D1-EC3E-93433A792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250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" name="Group 119">
              <a:extLst>
                <a:ext uri="{FF2B5EF4-FFF2-40B4-BE49-F238E27FC236}">
                  <ns2:creationId id="{B447EA76-EDBF-C2D4-976B-0D7003160DD4}"/>
                </a:ext>
              </a:extLst>
            </p:cNvPr>
            <p:cNvGrpSpPr/>
            <p:nvPr/>
          </p:nvGrpSpPr>
          <p:grpSpPr>
            <a:xfrm>
              <a:off x="5736650" y="4610100"/>
              <a:ext cx="1476950" cy="1698625"/>
              <a:chOff x="5736650" y="4610100"/>
              <a:chExt cx="1119188" cy="1698625"/>
            </a:xfrm>
          </p:grpSpPr>
          <p:sp>
            <p:nvSpPr>
              <p:cNvPr id="64" name="table_TWformat_2_3">
                <a:extLst>
                  <a:ext uri="{FF2B5EF4-FFF2-40B4-BE49-F238E27FC236}">
                    <ns2:creationId id="{0F92A62A-6D64-EA02-0924-91415AD42EBC}"/>
                  </a:ext>
                </a:extLst>
              </p:cNvPr>
              <p:cNvSpPr txBox="1"/>
              <p:nvPr/>
            </p:nvSpPr>
            <p:spPr>
              <a:xfrm>
                <a:off x="5736650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66" name="table_TWformat_3_3">
                <a:extLst>
                  <a:ext uri="{FF2B5EF4-FFF2-40B4-BE49-F238E27FC236}">
                    <ns2:creationId id="{E051ECB9-57A4-0208-206E-E5D3CC7160E7}"/>
                  </a:ext>
                </a:extLst>
              </p:cNvPr>
              <p:cNvSpPr txBox="1"/>
              <p:nvPr/>
            </p:nvSpPr>
            <p:spPr>
              <a:xfrm>
                <a:off x="5736650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8" name="table_TWformat_4_3">
                <a:extLst>
                  <a:ext uri="{FF2B5EF4-FFF2-40B4-BE49-F238E27FC236}">
                    <ns2:creationId id="{4F24DA2B-5F9C-16BD-55B1-BB5BE44E368B}"/>
                  </a:ext>
                </a:extLst>
              </p:cNvPr>
              <p:cNvSpPr txBox="1"/>
              <p:nvPr/>
            </p:nvSpPr>
            <p:spPr>
              <a:xfrm>
                <a:off x="5736650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70" name="table_TWformat_5_3">
                <a:extLst>
                  <a:ext uri="{FF2B5EF4-FFF2-40B4-BE49-F238E27FC236}">
                    <ns2:creationId id="{79F488D0-A842-FDFB-1057-94AAFE6381E0}"/>
                  </a:ext>
                </a:extLst>
              </p:cNvPr>
              <p:cNvSpPr txBox="1"/>
              <p:nvPr/>
            </p:nvSpPr>
            <p:spPr>
              <a:xfrm>
                <a:off x="5736650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3" name="table_TWformat_1_3">
                <a:extLst>
                  <a:ext uri="{FF2B5EF4-FFF2-40B4-BE49-F238E27FC236}">
                    <ns2:creationId id="{D9AA3577-B828-C01B-5E0A-6C6E25D6EAD3}"/>
                  </a:ext>
                </a:extLst>
              </p:cNvPr>
              <p:cNvSpPr txBox="1"/>
              <p:nvPr/>
            </p:nvSpPr>
            <p:spPr>
              <a:xfrm>
                <a:off x="5736650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ns2:creationId id="{A70A6920-AA06-0D6A-5AAD-727081162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6650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8" name="Group 117">
              <a:extLst>
                <a:ext uri="{FF2B5EF4-FFF2-40B4-BE49-F238E27FC236}">
                  <ns2:creationId id="{75E28979-FBE6-A777-414B-655BCED0DF70}"/>
                </a:ext>
              </a:extLst>
            </p:cNvPr>
            <p:cNvGrpSpPr/>
            <p:nvPr/>
          </p:nvGrpSpPr>
          <p:grpSpPr>
            <a:xfrm>
              <a:off x="7268414" y="4610100"/>
              <a:ext cx="3815110" cy="1698625"/>
              <a:chOff x="6907938" y="4610100"/>
              <a:chExt cx="4178300" cy="1698625"/>
            </a:xfrm>
          </p:grpSpPr>
          <p:cxnSp>
            <p:nvCxnSpPr>
              <p:cNvPr id="76" name="Straight Connector 75">
                <a:extLst>
                  <a:ext uri="{FF2B5EF4-FFF2-40B4-BE49-F238E27FC236}">
                    <ns2:creationId id="{2A7B8D74-FEEA-7EA0-192A-D534746123C7}"/>
                  </a:ext>
                </a:extLst>
              </p:cNvPr>
              <p:cNvCxnSpPr/>
              <p:nvPr/>
            </p:nvCxnSpPr>
            <p:spPr>
              <a:xfrm>
                <a:off x="6907938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ns2:creationId id="{04E82CAE-B8B3-DFB5-2DF7-2B40A3D3FB50}"/>
                  </a:ext>
                </a:extLst>
              </p:cNvPr>
              <p:cNvCxnSpPr/>
              <p:nvPr/>
            </p:nvCxnSpPr>
            <p:spPr>
              <a:xfrm>
                <a:off x="6907938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ns2:creationId id="{3D415EDE-4469-93CC-0D99-99761D0A4C0C}"/>
                  </a:ext>
                </a:extLst>
              </p:cNvPr>
              <p:cNvCxnSpPr/>
              <p:nvPr/>
            </p:nvCxnSpPr>
            <p:spPr>
              <a:xfrm>
                <a:off x="6907938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table_TWformat_2_4">
                <a:extLst>
                  <a:ext uri="{FF2B5EF4-FFF2-40B4-BE49-F238E27FC236}">
                    <ns2:creationId id="{A013ED9E-9177-521A-28E5-C174DAB3BC05}"/>
                  </a:ext>
                </a:extLst>
              </p:cNvPr>
              <p:cNvSpPr txBox="1"/>
              <p:nvPr/>
            </p:nvSpPr>
            <p:spPr>
              <a:xfrm>
                <a:off x="6907938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en-US" altLang="ja-JP" dirty="0"/>
                  <a:t>(</a:t>
                </a:r>
                <a:r>
                  <a:rPr lang="ja-JP" altLang="en-US" dirty="0"/>
                  <a:t>XX</a:t>
                </a:r>
                <a:r>
                  <a:rPr lang="en-US" altLang="ja-JP" dirty="0"/>
                  <a:t>) </a:t>
                </a:r>
                <a:r>
                  <a:rPr lang="ja-JP" altLang="en-US" dirty="0"/>
                  <a:t>XX</a:t>
                </a:r>
              </a:p>
            </p:txBody>
          </p:sp>
          <p:sp>
            <p:nvSpPr>
              <p:cNvPr id="75" name="table_TWformat_3_4">
                <a:extLst>
                  <a:ext uri="{FF2B5EF4-FFF2-40B4-BE49-F238E27FC236}">
                    <ns2:creationId id="{48204C6A-B491-71D9-5004-52637EBE051D}"/>
                  </a:ext>
                </a:extLst>
              </p:cNvPr>
              <p:cNvSpPr txBox="1"/>
              <p:nvPr/>
            </p:nvSpPr>
            <p:spPr>
              <a:xfrm>
                <a:off x="6907938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7" name="table_TWformat_4_4">
                <a:extLst>
                  <a:ext uri="{FF2B5EF4-FFF2-40B4-BE49-F238E27FC236}">
                    <ns2:creationId id="{4C33CE4D-7CB5-3429-B936-38F0E826F532}"/>
                  </a:ext>
                </a:extLst>
              </p:cNvPr>
              <p:cNvSpPr txBox="1"/>
              <p:nvPr/>
            </p:nvSpPr>
            <p:spPr>
              <a:xfrm>
                <a:off x="6907938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9" name="table_TWformat_5_4">
                <a:extLst>
                  <a:ext uri="{FF2B5EF4-FFF2-40B4-BE49-F238E27FC236}">
                    <ns2:creationId id="{2661C9CE-D9D7-8C3A-682C-124010B087D6}"/>
                  </a:ext>
                </a:extLst>
              </p:cNvPr>
              <p:cNvSpPr txBox="1"/>
              <p:nvPr/>
            </p:nvSpPr>
            <p:spPr>
              <a:xfrm>
                <a:off x="6907938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2" name="table_TWformat_1_4">
                <a:extLst>
                  <a:ext uri="{FF2B5EF4-FFF2-40B4-BE49-F238E27FC236}">
                    <ns2:creationId id="{A09FABF4-FE80-7062-DB4C-078C359C49A9}"/>
                  </a:ext>
                </a:extLst>
              </p:cNvPr>
              <p:cNvSpPr txBox="1"/>
              <p:nvPr/>
            </p:nvSpPr>
            <p:spPr>
              <a:xfrm>
                <a:off x="6907938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ns2:creationId id="{4A009848-3C76-787B-25C3-79A0F68ECB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07938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" name="Group 116">
              <a:extLst>
                <a:ext uri="{FF2B5EF4-FFF2-40B4-BE49-F238E27FC236}">
                  <ns2:creationId id="{F59317F4-67EC-7716-6BA5-1719AB222AF4}"/>
                </a:ext>
              </a:extLst>
            </p:cNvPr>
            <p:cNvGrpSpPr/>
            <p:nvPr/>
          </p:nvGrpSpPr>
          <p:grpSpPr>
            <a:xfrm>
              <a:off x="11138338" y="4610100"/>
              <a:ext cx="718700" cy="1698625"/>
              <a:chOff x="11138338" y="4610100"/>
              <a:chExt cx="718700" cy="1698625"/>
            </a:xfrm>
          </p:grpSpPr>
          <p:cxnSp>
            <p:nvCxnSpPr>
              <p:cNvPr id="85" name="Straight Connector 84">
                <a:extLst>
                  <a:ext uri="{FF2B5EF4-FFF2-40B4-BE49-F238E27FC236}">
                    <ns2:creationId id="{6010A95C-172B-20B3-168B-A401E19AF2FF}"/>
                  </a:ext>
                </a:extLst>
              </p:cNvPr>
              <p:cNvCxnSpPr/>
              <p:nvPr/>
            </p:nvCxnSpPr>
            <p:spPr>
              <a:xfrm>
                <a:off x="11138338" y="5231949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ns2:creationId id="{DF0A0310-CFF1-18DA-7488-2332D9C6F8F1}"/>
                  </a:ext>
                </a:extLst>
              </p:cNvPr>
              <p:cNvCxnSpPr/>
              <p:nvPr/>
            </p:nvCxnSpPr>
            <p:spPr>
              <a:xfrm>
                <a:off x="11138338" y="5595862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ns2:creationId id="{2DED2867-2FE8-D5AD-5759-0650B49BAC01}"/>
                  </a:ext>
                </a:extLst>
              </p:cNvPr>
              <p:cNvCxnSpPr/>
              <p:nvPr/>
            </p:nvCxnSpPr>
            <p:spPr>
              <a:xfrm>
                <a:off x="11138338" y="5959775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table_TWformat_2_5">
                <a:extLst>
                  <a:ext uri="{FF2B5EF4-FFF2-40B4-BE49-F238E27FC236}">
                    <ns2:creationId id="{428AC03D-A4B5-10A7-D610-14C30C4DDE1D}"/>
                  </a:ext>
                </a:extLst>
              </p:cNvPr>
              <p:cNvSpPr txBox="1"/>
              <p:nvPr/>
            </p:nvSpPr>
            <p:spPr>
              <a:xfrm>
                <a:off x="11138338" y="4882998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4" name="table_TWformat_3_5">
                <a:extLst>
                  <a:ext uri="{FF2B5EF4-FFF2-40B4-BE49-F238E27FC236}">
                    <ns2:creationId id="{7B59B606-C476-D1C9-5022-E3B50D46209E}"/>
                  </a:ext>
                </a:extLst>
              </p:cNvPr>
              <p:cNvSpPr txBox="1"/>
              <p:nvPr/>
            </p:nvSpPr>
            <p:spPr>
              <a:xfrm>
                <a:off x="11138338" y="5246911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86" name="table_TWformat_4_5">
                <a:extLst>
                  <a:ext uri="{FF2B5EF4-FFF2-40B4-BE49-F238E27FC236}">
                    <ns2:creationId id="{8E08CC72-31BD-0B96-15BE-9161C9EC463F}"/>
                  </a:ext>
                </a:extLst>
              </p:cNvPr>
              <p:cNvSpPr txBox="1"/>
              <p:nvPr/>
            </p:nvSpPr>
            <p:spPr>
              <a:xfrm>
                <a:off x="11138338" y="5610824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8" name="table_TWformat_5_5">
                <a:extLst>
                  <a:ext uri="{FF2B5EF4-FFF2-40B4-BE49-F238E27FC236}">
                    <ns2:creationId id="{51DFA112-7439-DB01-CBBC-AC0F383D4D42}"/>
                  </a:ext>
                </a:extLst>
              </p:cNvPr>
              <p:cNvSpPr txBox="1"/>
              <p:nvPr/>
            </p:nvSpPr>
            <p:spPr>
              <a:xfrm>
                <a:off x="11138338" y="5974736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1" name="table_TWformat_1_5">
                <a:extLst>
                  <a:ext uri="{FF2B5EF4-FFF2-40B4-BE49-F238E27FC236}">
                    <ns2:creationId id="{0217B161-086A-3670-23FE-F86BDCF47EF8}"/>
                  </a:ext>
                </a:extLst>
              </p:cNvPr>
              <p:cNvSpPr txBox="1"/>
              <p:nvPr/>
            </p:nvSpPr>
            <p:spPr>
              <a:xfrm>
                <a:off x="11138338" y="4610100"/>
                <a:ext cx="7187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ns2:creationId id="{EAA231C2-3A56-703A-3998-74F84D390F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8338" y="4796068"/>
                <a:ext cx="7187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 120">
              <a:extLst>
                <a:ext uri="{FF2B5EF4-FFF2-40B4-BE49-F238E27FC236}">
                  <ns2:creationId id="{72DA5372-CB8A-E80B-16CC-942397C4B3F8}"/>
                </a:ext>
              </a:extLst>
            </p:cNvPr>
            <p:cNvGrpSpPr/>
            <p:nvPr/>
          </p:nvGrpSpPr>
          <p:grpSpPr>
            <a:xfrm>
              <a:off x="334962" y="4610100"/>
              <a:ext cx="1476950" cy="1698625"/>
              <a:chOff x="334962" y="4610100"/>
              <a:chExt cx="1119188" cy="1698625"/>
            </a:xfrm>
          </p:grpSpPr>
          <p:sp>
            <p:nvSpPr>
              <p:cNvPr id="50" name="table_TWformat_2_1">
                <a:extLst>
                  <a:ext uri="{FF2B5EF4-FFF2-40B4-BE49-F238E27FC236}">
                    <ns2:creationId id="{90337237-F707-60A6-EFB2-68AD1D3A99BE}"/>
                  </a:ext>
                </a:extLst>
              </p:cNvPr>
              <p:cNvSpPr txBox="1"/>
              <p:nvPr/>
            </p:nvSpPr>
            <p:spPr>
              <a:xfrm>
                <a:off x="334962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1" name="table_TWformat_3_1">
                <a:extLst>
                  <a:ext uri="{FF2B5EF4-FFF2-40B4-BE49-F238E27FC236}">
                    <ns2:creationId id="{B4AE2A2E-8459-8213-9CF2-4963F4C74335}"/>
                  </a:ext>
                </a:extLst>
              </p:cNvPr>
              <p:cNvSpPr txBox="1"/>
              <p:nvPr/>
            </p:nvSpPr>
            <p:spPr>
              <a:xfrm>
                <a:off x="334962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2" name="table_TWformat_4_1">
                <a:extLst>
                  <a:ext uri="{FF2B5EF4-FFF2-40B4-BE49-F238E27FC236}">
                    <ns2:creationId id="{22E192C3-8583-BEC1-3BA2-3DC7A55E6DAB}"/>
                  </a:ext>
                </a:extLst>
              </p:cNvPr>
              <p:cNvSpPr txBox="1"/>
              <p:nvPr/>
            </p:nvSpPr>
            <p:spPr>
              <a:xfrm>
                <a:off x="334962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3" name="table_TWformat_5_1">
                <a:extLst>
                  <a:ext uri="{FF2B5EF4-FFF2-40B4-BE49-F238E27FC236}">
                    <ns2:creationId id="{32B4D525-626E-65C2-D342-EC1CBBA80CBB}"/>
                  </a:ext>
                </a:extLst>
              </p:cNvPr>
              <p:cNvSpPr txBox="1"/>
              <p:nvPr/>
            </p:nvSpPr>
            <p:spPr>
              <a:xfrm>
                <a:off x="334962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49" name="table_TWformat_1_1">
                <a:extLst>
                  <a:ext uri="{FF2B5EF4-FFF2-40B4-BE49-F238E27FC236}">
                    <ns2:creationId id="{EB37A8BA-E367-B6B4-DB39-E7BA93A9163D}"/>
                  </a:ext>
                </a:extLst>
              </p:cNvPr>
              <p:cNvSpPr txBox="1"/>
              <p:nvPr/>
            </p:nvSpPr>
            <p:spPr>
              <a:xfrm>
                <a:off x="334962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ns2:creationId id="{9AF44BC6-FAC5-AC5C-7201-EADCC3DD91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3" name="Graphic 122" descr="Office Chair with solid fill">
              <a:extLst>
                <a:ext uri="{FF2B5EF4-FFF2-40B4-BE49-F238E27FC236}">
                  <ns2:creationId id="{5815D546-C558-084F-D582-23510792C8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787104" y="5630324"/>
              <a:ext cx="294986" cy="294986"/>
            </a:xfrm>
            <a:prstGeom prst="rect">
              <a:avLst/>
            </a:prstGeom>
          </p:spPr>
        </p:pic>
        <p:pic>
          <p:nvPicPr>
            <p:cNvPr id="125" name="Graphic 124" descr="Raised hand with solid fill">
              <a:extLst>
                <a:ext uri="{FF2B5EF4-FFF2-40B4-BE49-F238E27FC236}">
                  <ns2:creationId id="{56A5101B-4C56-9A9C-7DF5-03B2D56F13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87105" y="5994237"/>
              <a:ext cx="294986" cy="294986"/>
            </a:xfrm>
            <a:prstGeom prst="rect">
              <a:avLst/>
            </a:prstGeom>
          </p:spPr>
        </p:pic>
        <p:pic>
          <p:nvPicPr>
            <p:cNvPr id="127" name="Graphic 126" descr="Management with solid fill">
              <a:extLst>
                <a:ext uri="{FF2B5EF4-FFF2-40B4-BE49-F238E27FC236}">
                  <ns2:creationId id="{4A750899-371C-F2AF-E2D0-1A4C0D0411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87104" y="5266412"/>
              <a:ext cx="294986" cy="294986"/>
            </a:xfrm>
            <a:prstGeom prst="rect">
              <a:avLst/>
            </a:prstGeom>
          </p:spPr>
        </p:pic>
        <p:pic>
          <p:nvPicPr>
            <p:cNvPr id="129" name="Graphic 128" descr="Share with solid fill">
              <a:extLst>
                <a:ext uri="{FF2B5EF4-FFF2-40B4-BE49-F238E27FC236}">
                  <ns2:creationId id="{BACF8F1A-6907-300F-98B8-4CA643D34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87104" y="4902500"/>
              <a:ext cx="294986" cy="294986"/>
            </a:xfrm>
            <a:prstGeom prst="rect">
              <a:avLst/>
            </a:prstGeom>
          </p:spPr>
        </p:pic>
        <p:pic>
          <p:nvPicPr>
            <p:cNvPr id="131" name="Graphic 130" descr="Boardroom with solid fill">
              <a:extLst>
                <a:ext uri="{FF2B5EF4-FFF2-40B4-BE49-F238E27FC236}">
                  <ns2:creationId id="{25D25AB1-CA56-4967-47DF-28DC1EDCC4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7939" y="5994238"/>
              <a:ext cx="294986" cy="294986"/>
            </a:xfrm>
            <a:prstGeom prst="rect">
              <a:avLst/>
            </a:prstGeom>
          </p:spPr>
        </p:pic>
        <p:pic>
          <p:nvPicPr>
            <p:cNvPr id="133" name="Graphic 132" descr="Aspiration with solid fill">
              <a:extLst>
                <a:ext uri="{FF2B5EF4-FFF2-40B4-BE49-F238E27FC236}">
                  <ns2:creationId id="{6F403E66-97BF-94AD-8847-C931059631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77939" y="5630326"/>
              <a:ext cx="294986" cy="294986"/>
            </a:xfrm>
            <a:prstGeom prst="rect">
              <a:avLst/>
            </a:prstGeom>
          </p:spPr>
        </p:pic>
        <p:pic>
          <p:nvPicPr>
            <p:cNvPr id="137" name="Graphic 136" descr="Thought bubble with solid fill">
              <a:extLst>
                <a:ext uri="{FF2B5EF4-FFF2-40B4-BE49-F238E27FC236}">
                  <ns2:creationId id="{95F6E4AE-3F4C-3AE0-31C0-23953AC59E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377939" y="5266413"/>
              <a:ext cx="294986" cy="294986"/>
            </a:xfrm>
            <a:prstGeom prst="rect">
              <a:avLst/>
            </a:prstGeom>
          </p:spPr>
        </p:pic>
        <p:pic>
          <p:nvPicPr>
            <p:cNvPr id="139" name="Graphic 138" descr="Checkbox Ticked with solid fill">
              <a:extLst>
                <a:ext uri="{FF2B5EF4-FFF2-40B4-BE49-F238E27FC236}">
                  <ns2:creationId id="{7AD55140-B42E-51C7-4E95-6D089BC36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7939" y="4902500"/>
              <a:ext cx="294986" cy="294986"/>
            </a:xfrm>
            <a:prstGeom prst="rect">
              <a:avLst/>
            </a:prstGeom>
          </p:spPr>
        </p:pic>
      </p:grpSp>
      <p:grpSp>
        <p:nvGrpSpPr>
          <p:cNvPr id="147" name="Group 146">
            <a:extLst>
              <a:ext uri="{FF2B5EF4-FFF2-40B4-BE49-F238E27FC236}">
                <ns2:creationId id="{45B5D96C-8F62-BD21-7150-BD91579FE74F}"/>
              </a:ext>
            </a:extLst>
          </p:cNvPr>
          <p:cNvGrpSpPr/>
          <p:nvPr/>
        </p:nvGrpSpPr>
        <p:grpSpPr>
          <a:xfrm>
            <a:off x="406216" y="2096770"/>
            <a:ext cx="11450820" cy="2095500"/>
            <a:chOff x="406216" y="2096770"/>
            <a:chExt cx="11450820" cy="2095500"/>
          </a:xfrm>
        </p:grpSpPr>
        <p:grpSp>
          <p:nvGrpSpPr>
            <p:cNvPr id="103" name="Group 102">
              <a:extLst>
                <a:ext uri="{FF2B5EF4-FFF2-40B4-BE49-F238E27FC236}">
                  <ns2:creationId id="{94F8E877-DDDA-C01F-85CF-8B07D1C5A36A}"/>
                </a:ext>
              </a:extLst>
            </p:cNvPr>
            <p:cNvGrpSpPr/>
            <p:nvPr/>
          </p:nvGrpSpPr>
          <p:grpSpPr>
            <a:xfrm>
              <a:off x="761999" y="2096770"/>
              <a:ext cx="11095037" cy="2095500"/>
              <a:chOff x="761999" y="2096770"/>
              <a:chExt cx="11095037" cy="2095500"/>
            </a:xfrm>
          </p:grpSpPr>
          <p:grpSp>
            <p:nvGrpSpPr>
              <p:cNvPr id="14" name="Group 13">
                <a:extLst>
                  <a:ext uri="{FF2B5EF4-FFF2-40B4-BE49-F238E27FC236}">
                    <ns2:creationId id="{C7EC7750-F549-80E4-6AF7-5322A1579197}"/>
                  </a:ext>
                </a:extLst>
              </p:cNvPr>
              <p:cNvGrpSpPr/>
              <p:nvPr/>
            </p:nvGrpSpPr>
            <p:grpSpPr>
              <a:xfrm>
                <a:off x="761999" y="2096770"/>
                <a:ext cx="1082972" cy="570230"/>
                <a:chOff x="8378572" y="5411082"/>
                <a:chExt cx="1082972" cy="258198"/>
              </a:xfrm>
            </p:grpSpPr>
            <p:sp>
              <p:nvSpPr>
                <p:cNvPr id="15" name="テキスト ボックス 18">
                  <a:extLst>
                    <a:ext uri="{FF2B5EF4-FFF2-40B4-BE49-F238E27FC236}">
                      <ns2:creationId id="{A4BEA169-0C48-819C-0345-70FB8A317C75}"/>
                    </a:ext>
                  </a:extLst>
                </p:cNvPr>
                <p:cNvSpPr txBox="1"/>
                <p:nvPr/>
              </p:nvSpPr>
              <p:spPr>
                <a:xfrm>
                  <a:off x="8378572" y="5411082"/>
                  <a:ext cx="988947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36000" bIns="36000" rtlCol="0" anchor="ctr">
                  <a:noAutofit/>
                </a:bodyPr>
                <a:lstStyle/>
                <a:p>
                  <a:pPr algn="just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例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endParaRPr kumimoji="1"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6" name="直線コネクタ 19">
                  <a:extLst>
                    <a:ext uri="{FF2B5EF4-FFF2-40B4-BE49-F238E27FC236}">
                      <ns2:creationId id="{8C48CE03-6DD4-7869-5C08-7907A07D7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テキスト ボックス 18">
                <a:extLst>
                  <a:ext uri="{FF2B5EF4-FFF2-40B4-BE49-F238E27FC236}">
                    <ns2:creationId id="{96450E00-05B3-E75E-2B00-77AE834AFD4C}"/>
                  </a:ext>
                </a:extLst>
              </p:cNvPr>
              <p:cNvSpPr txBox="1"/>
              <p:nvPr/>
            </p:nvSpPr>
            <p:spPr>
              <a:xfrm>
                <a:off x="205075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0" name="テキスト ボックス 18">
                <a:extLst>
                  <a:ext uri="{FF2B5EF4-FFF2-40B4-BE49-F238E27FC236}">
                    <ns2:creationId id="{0DE8EF6A-A9C0-B8D1-1560-97F0669DC0FE}"/>
                  </a:ext>
                </a:extLst>
              </p:cNvPr>
              <p:cNvSpPr txBox="1"/>
              <p:nvPr/>
            </p:nvSpPr>
            <p:spPr>
              <a:xfrm>
                <a:off x="405538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1" name="テキスト ボックス 18">
                <a:extLst>
                  <a:ext uri="{FF2B5EF4-FFF2-40B4-BE49-F238E27FC236}">
                    <ns2:creationId id="{5928B49B-931E-7253-89DF-C965C65843CC}"/>
                  </a:ext>
                </a:extLst>
              </p:cNvPr>
              <p:cNvSpPr txBox="1"/>
              <p:nvPr/>
            </p:nvSpPr>
            <p:spPr>
              <a:xfrm>
                <a:off x="606001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2" name="テキスト ボックス 18">
                <a:extLst>
                  <a:ext uri="{FF2B5EF4-FFF2-40B4-BE49-F238E27FC236}">
                    <ns2:creationId id="{B271B224-9836-A708-30DF-A3222BE5891B}"/>
                  </a:ext>
                </a:extLst>
              </p:cNvPr>
              <p:cNvSpPr txBox="1"/>
              <p:nvPr/>
            </p:nvSpPr>
            <p:spPr>
              <a:xfrm>
                <a:off x="806464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3" name="テキスト ボックス 18">
                <a:extLst>
                  <a:ext uri="{FF2B5EF4-FFF2-40B4-BE49-F238E27FC236}">
                    <ns2:creationId id="{67B4A29F-9E28-2612-7A2D-AB140252148A}"/>
                  </a:ext>
                </a:extLst>
              </p:cNvPr>
              <p:cNvSpPr txBox="1"/>
              <p:nvPr/>
            </p:nvSpPr>
            <p:spPr>
              <a:xfrm>
                <a:off x="10069270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ns2:creationId id="{2AA9169E-7565-2ED9-5CE8-D86141D16EAE}"/>
                  </a:ext>
                </a:extLst>
              </p:cNvPr>
              <p:cNvSpPr/>
              <p:nvPr/>
            </p:nvSpPr>
            <p:spPr>
              <a:xfrm>
                <a:off x="1948815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ns2:creationId id="{5502380A-B289-A33A-BB59-142C9534F6CE}"/>
                  </a:ext>
                </a:extLst>
              </p:cNvPr>
              <p:cNvSpPr/>
              <p:nvPr/>
            </p:nvSpPr>
            <p:spPr>
              <a:xfrm>
                <a:off x="395065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ns2:creationId id="{25862ED0-FAC4-BCC2-CFFE-896443CF51B8}"/>
                  </a:ext>
                </a:extLst>
              </p:cNvPr>
              <p:cNvSpPr/>
              <p:nvPr/>
            </p:nvSpPr>
            <p:spPr>
              <a:xfrm>
                <a:off x="5965190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ns2:creationId id="{0DCDB084-AC1B-11AC-6A6B-44117C6ACF94}"/>
                  </a:ext>
                </a:extLst>
              </p:cNvPr>
              <p:cNvSpPr/>
              <p:nvPr/>
            </p:nvSpPr>
            <p:spPr>
              <a:xfrm>
                <a:off x="7967027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ns2:creationId id="{B603DBED-262A-2F81-94E5-A56BDF30C873}"/>
                  </a:ext>
                </a:extLst>
              </p:cNvPr>
              <p:cNvSpPr/>
              <p:nvPr/>
            </p:nvSpPr>
            <p:spPr>
              <a:xfrm>
                <a:off x="997680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8" name="Group 37">
                <a:extLst>
                  <a:ext uri="{FF2B5EF4-FFF2-40B4-BE49-F238E27FC236}">
                    <ns2:creationId id="{A878179D-3BC7-1EC3-3067-B5309D26B1B9}"/>
                  </a:ext>
                </a:extLst>
              </p:cNvPr>
              <p:cNvGrpSpPr/>
              <p:nvPr/>
            </p:nvGrpSpPr>
            <p:grpSpPr>
              <a:xfrm>
                <a:off x="761999" y="2748403"/>
                <a:ext cx="11095037" cy="511052"/>
                <a:chOff x="761999" y="2821428"/>
                <a:chExt cx="11095037" cy="572012"/>
              </a:xfrm>
            </p:grpSpPr>
            <p:grpSp>
              <p:nvGrpSpPr>
                <p:cNvPr id="30" name="Group 29">
                  <a:extLst>
                    <a:ext uri="{FF2B5EF4-FFF2-40B4-BE49-F238E27FC236}">
                      <ns2:creationId id="{7CF2E84F-0691-EC98-CF5E-66F518D703C3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31" name="テキスト ボックス 18">
                    <a:extLst>
                      <a:ext uri="{FF2B5EF4-FFF2-40B4-BE49-F238E27FC236}">
                        <ns2:creationId id="{769EFDEB-A22E-0414-F3AC-99CBD7D544D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32" name="直線コネクタ 19">
                    <a:extLst>
                      <a:ext uri="{FF2B5EF4-FFF2-40B4-BE49-F238E27FC236}">
                        <ns2:creationId id="{65E976AC-6D76-EAC1-3009-C9CDE282B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3" name="テキスト ボックス 18">
                  <a:extLst>
                    <a:ext uri="{FF2B5EF4-FFF2-40B4-BE49-F238E27FC236}">
                      <ns2:creationId id="{67721CD0-CB17-1F6E-A088-EA4A49B5C3FD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34" name="テキスト ボックス 18">
                  <a:extLst>
                    <a:ext uri="{FF2B5EF4-FFF2-40B4-BE49-F238E27FC236}">
                      <ns2:creationId id="{D94038E8-740C-C5FB-14C4-8CA857F6AA2A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5" name="テキスト ボックス 18">
                  <a:extLst>
                    <a:ext uri="{FF2B5EF4-FFF2-40B4-BE49-F238E27FC236}">
                      <ns2:creationId id="{B12CC752-BFDB-0FEB-D3A8-352DCB161B62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6" name="テキスト ボックス 18">
                  <a:extLst>
                    <a:ext uri="{FF2B5EF4-FFF2-40B4-BE49-F238E27FC236}">
                      <ns2:creationId id="{87211BF0-3D66-A524-DEC5-51CE8D47645A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7" name="テキスト ボックス 18">
                  <a:extLst>
                    <a:ext uri="{FF2B5EF4-FFF2-40B4-BE49-F238E27FC236}">
                      <ns2:creationId id="{06C9DA15-B3AC-5646-A62F-C322A8E07934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br>
                    <a:rPr lang="en-US" altLang="ja-JP" sz="1050" dirty="0"/>
                  </a:br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ns2:creationId id="{DA897584-9578-4297-A48F-5E67111B64D6}"/>
                  </a:ext>
                </a:extLst>
              </p:cNvPr>
              <p:cNvGrpSpPr/>
              <p:nvPr/>
            </p:nvGrpSpPr>
            <p:grpSpPr>
              <a:xfrm>
                <a:off x="761999" y="3340858"/>
                <a:ext cx="11095037" cy="851412"/>
                <a:chOff x="761999" y="2821428"/>
                <a:chExt cx="11095037" cy="572012"/>
              </a:xfrm>
            </p:grpSpPr>
            <p:grpSp>
              <p:nvGrpSpPr>
                <p:cNvPr id="40" name="Group 39">
                  <a:extLst>
                    <a:ext uri="{FF2B5EF4-FFF2-40B4-BE49-F238E27FC236}">
                      <ns2:creationId id="{2FB94992-9EB1-600E-919A-7CA3163F9215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46" name="テキスト ボックス 18">
                    <a:extLst>
                      <a:ext uri="{FF2B5EF4-FFF2-40B4-BE49-F238E27FC236}">
                        <ns2:creationId id="{C43D1FAB-0B29-D698-70AD-C93B0D761CC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47" name="直線コネクタ 19">
                    <a:extLst>
                      <a:ext uri="{FF2B5EF4-FFF2-40B4-BE49-F238E27FC236}">
                        <ns2:creationId id="{0AC0E5F9-36F3-D1ED-42A3-E423A0B69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41" name="テキスト ボックス 18">
                  <a:extLst>
                    <a:ext uri="{FF2B5EF4-FFF2-40B4-BE49-F238E27FC236}">
                      <ns2:creationId id="{7F0520CD-DC0E-3917-3F54-4EA684A7EF2F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en-US" altLang="ja-JP" sz="800" dirty="0">
                      <a:latin typeface="+mn-ea"/>
                    </a:rPr>
                    <a:t>XX</a:t>
                  </a: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42" name="テキスト ボックス 18">
                  <a:extLst>
                    <a:ext uri="{FF2B5EF4-FFF2-40B4-BE49-F238E27FC236}">
                      <ns2:creationId id="{88D05A64-DCCD-54B0-F8F8-67B0FCE63B2B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3" name="テキスト ボックス 18">
                  <a:extLst>
                    <a:ext uri="{FF2B5EF4-FFF2-40B4-BE49-F238E27FC236}">
                      <ns2:creationId id="{3F7EAD49-8851-78E8-0AC5-BB4C6CAF46FE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4" name="テキスト ボックス 18">
                  <a:extLst>
                    <a:ext uri="{FF2B5EF4-FFF2-40B4-BE49-F238E27FC236}">
                      <ns2:creationId id="{66537DBB-DF1F-9259-3FB9-8FBB97C65D25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5" name="テキスト ボックス 18">
                  <a:extLst>
                    <a:ext uri="{FF2B5EF4-FFF2-40B4-BE49-F238E27FC236}">
                      <ns2:creationId id="{88CD06DB-B282-DDC2-FADD-B6B6D58657A8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  <a:endParaRPr lang="en-US" altLang="ja-JP" sz="800" dirty="0"/>
                </a:p>
              </p:txBody>
            </p:sp>
          </p:grpSp>
        </p:grpSp>
        <p:pic>
          <p:nvPicPr>
            <p:cNvPr id="135" name="Graphic 134" descr="Lightbulb and pencil with solid fill">
              <a:extLst>
                <a:ext uri="{FF2B5EF4-FFF2-40B4-BE49-F238E27FC236}">
                  <ns2:creationId id="{2ABE80A2-A32F-2265-C420-C919B629A0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06216" y="2831913"/>
              <a:ext cx="345624" cy="345624"/>
            </a:xfrm>
            <a:prstGeom prst="rect">
              <a:avLst/>
            </a:prstGeom>
          </p:spPr>
        </p:pic>
        <p:pic>
          <p:nvPicPr>
            <p:cNvPr id="141" name="Graphic 140" descr="Questions with solid fill">
              <a:extLst>
                <a:ext uri="{FF2B5EF4-FFF2-40B4-BE49-F238E27FC236}">
                  <ns2:creationId id="{013EC308-CBDF-B243-F0F9-245FFAF832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06216" y="3595077"/>
              <a:ext cx="345624" cy="345624"/>
            </a:xfrm>
            <a:prstGeom prst="rect">
              <a:avLst/>
            </a:prstGeom>
          </p:spPr>
        </p:pic>
        <p:pic>
          <p:nvPicPr>
            <p:cNvPr id="143" name="Graphic 142" descr="Clipboard with solid fill">
              <a:extLst>
                <a:ext uri="{FF2B5EF4-FFF2-40B4-BE49-F238E27FC236}">
                  <ns2:creationId id="{D009B027-DDFB-DED2-DA66-A547EB606A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06216" y="2209073"/>
              <a:ext cx="345624" cy="345624"/>
            </a:xfrm>
            <a:prstGeom prst="rect">
              <a:avLst/>
            </a:prstGeom>
          </p:spPr>
        </p:pic>
      </p:grpSp>
      <p:grpSp>
        <p:nvGrpSpPr>
          <p:cNvPr id="146" name="Group 145">
            <a:extLst>
              <a:ext uri="{FF2B5EF4-FFF2-40B4-BE49-F238E27FC236}">
                <ns2:creationId id="{224E681B-497E-B6F8-CC37-5406506CA902}"/>
              </a:ext>
            </a:extLst>
          </p:cNvPr>
          <p:cNvGrpSpPr/>
          <p:nvPr/>
        </p:nvGrpSpPr>
        <p:grpSpPr>
          <a:xfrm>
            <a:off x="334962" y="1628775"/>
            <a:ext cx="11522075" cy="362585"/>
            <a:chOff x="334962" y="1628775"/>
            <a:chExt cx="11522075" cy="362585"/>
          </a:xfrm>
        </p:grpSpPr>
        <p:grpSp>
          <p:nvGrpSpPr>
            <p:cNvPr id="11" name="Group 10">
              <a:extLst>
                <a:ext uri="{FF2B5EF4-FFF2-40B4-BE49-F238E27FC236}">
                  <ns2:creationId id="{86AD3E19-8F1B-FF96-70D1-35B73A6DF826}"/>
                </a:ext>
              </a:extLst>
            </p:cNvPr>
            <p:cNvGrpSpPr/>
            <p:nvPr/>
          </p:nvGrpSpPr>
          <p:grpSpPr>
            <a:xfrm>
              <a:off x="334962" y="1628775"/>
              <a:ext cx="11522075" cy="362585"/>
              <a:chOff x="8101666" y="4970359"/>
              <a:chExt cx="11522075" cy="540000"/>
            </a:xfrm>
          </p:grpSpPr>
          <p:sp>
            <p:nvSpPr>
              <p:cNvPr id="12" name="Rectangle: Rounded Corners 30">
                <a:extLst>
                  <a:ext uri="{FF2B5EF4-FFF2-40B4-BE49-F238E27FC236}">
                    <ns2:creationId id="{9B4A9B85-47D1-2FD6-0175-FEB64DD90F24}"/>
                  </a:ext>
                </a:extLst>
              </p:cNvPr>
              <p:cNvSpPr/>
              <p:nvPr/>
            </p:nvSpPr>
            <p:spPr>
              <a:xfrm rot="16200000">
                <a:off x="8489685" y="4582340"/>
                <a:ext cx="540000" cy="131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43200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Rectangle: Rounded Corners 30">
                <a:extLst>
                  <a:ext uri="{FF2B5EF4-FFF2-40B4-BE49-F238E27FC236}">
                    <ns2:creationId id="{434CCCAC-1B02-9521-C75D-A3780BBAAE57}"/>
                  </a:ext>
                </a:extLst>
              </p:cNvPr>
              <p:cNvSpPr/>
              <p:nvPr/>
            </p:nvSpPr>
            <p:spPr>
              <a:xfrm rot="16200000">
                <a:off x="14250723" y="137340"/>
                <a:ext cx="540000" cy="1020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45" name="Graphic 144" descr="Bullseye with solid fill">
              <a:extLst>
                <a:ext uri="{FF2B5EF4-FFF2-40B4-BE49-F238E27FC236}">
                  <ns2:creationId id="{423E8826-6AAF-0C81-BEFC-D81511228C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66262" y="1632585"/>
              <a:ext cx="354964" cy="35496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10865966"/>
      </p:ext>
    </p:extLst>
  </p:cSld>
  <p:clrMapOvr>
    <a:masterClrMapping/>
  </p:clrMapOvr>
</p:sld>
</file>

<file path=ppt/slides/slide160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752BEF6-CC28-8466-E59B-C237D6418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D41294D-A3FF-F4DE-7564-24C3A523DC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ns2:creationId id="{C2E2E068-B8DB-5827-D251-96EBEE92B7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dirty="0"/>
              <a:t>XX</a:t>
            </a:r>
            <a:endParaRPr lang="ja-JP" altLang="en-US" sz="16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" name="矢印: 五方向 25">
            <a:extLst>
              <a:ext uri="{FF2B5EF4-FFF2-40B4-BE49-F238E27FC236}">
                <ns2:creationId id="{1ACDEA01-530E-9499-3BE5-158DEB55630A}"/>
              </a:ext>
            </a:extLst>
          </p:cNvPr>
          <p:cNvSpPr/>
          <p:nvPr/>
        </p:nvSpPr>
        <p:spPr>
          <a:xfrm>
            <a:off x="334965" y="1628775"/>
            <a:ext cx="2128174" cy="4679947"/>
          </a:xfrm>
          <a:prstGeom prst="homePlate">
            <a:avLst>
              <a:gd name="adj" fmla="val 24875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016E655-2118-7F29-459A-C0C781B63DBF}"/>
              </a:ext>
            </a:extLst>
          </p:cNvPr>
          <p:cNvSpPr/>
          <p:nvPr/>
        </p:nvSpPr>
        <p:spPr>
          <a:xfrm>
            <a:off x="334963" y="1628775"/>
            <a:ext cx="1708990" cy="337267"/>
          </a:xfrm>
          <a:prstGeom prst="rect">
            <a:avLst/>
          </a:prstGeom>
          <a:solidFill>
            <a:srgbClr val="008D2D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759E6B6-09A2-809A-0C54-F810CE47C90D}"/>
              </a:ext>
            </a:extLst>
          </p:cNvPr>
          <p:cNvSpPr/>
          <p:nvPr/>
        </p:nvSpPr>
        <p:spPr>
          <a:xfrm>
            <a:off x="2775474" y="1893805"/>
            <a:ext cx="9081562" cy="2116062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83">
            <a:extLst>
              <a:ext uri="{FF2B5EF4-FFF2-40B4-BE49-F238E27FC236}">
                <ns2:creationId id="{7D66B558-D4A1-56D2-16DE-D410088A2669}"/>
              </a:ext>
            </a:extLst>
          </p:cNvPr>
          <p:cNvSpPr/>
          <p:nvPr/>
        </p:nvSpPr>
        <p:spPr>
          <a:xfrm>
            <a:off x="2541579" y="2044838"/>
            <a:ext cx="9340655" cy="198943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5" name="正方形/長方形 84">
            <a:extLst>
              <a:ext uri="{FF2B5EF4-FFF2-40B4-BE49-F238E27FC236}">
                <ns2:creationId id="{A946150C-1922-5B95-57D1-B67C40D943C9}"/>
              </a:ext>
            </a:extLst>
          </p:cNvPr>
          <p:cNvSpPr/>
          <p:nvPr/>
        </p:nvSpPr>
        <p:spPr>
          <a:xfrm>
            <a:off x="2516382" y="1637484"/>
            <a:ext cx="9340656" cy="328558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CD2813CE-4E4E-1B47-0561-7230382D49E6}"/>
              </a:ext>
            </a:extLst>
          </p:cNvPr>
          <p:cNvSpPr/>
          <p:nvPr/>
        </p:nvSpPr>
        <p:spPr>
          <a:xfrm>
            <a:off x="2516382" y="4061139"/>
            <a:ext cx="9287505" cy="293015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6" name="グループ化 85">
            <a:extLst>
              <a:ext uri="{FF2B5EF4-FFF2-40B4-BE49-F238E27FC236}">
                <ns2:creationId id="{830F619D-6A4D-50E9-FB7D-EFF4196C5B7E}"/>
              </a:ext>
            </a:extLst>
          </p:cNvPr>
          <p:cNvGrpSpPr/>
          <p:nvPr/>
        </p:nvGrpSpPr>
        <p:grpSpPr>
          <a:xfrm>
            <a:off x="2516379" y="2045866"/>
            <a:ext cx="2624174" cy="384134"/>
            <a:chOff x="371475" y="1366240"/>
            <a:chExt cx="5635625" cy="1123242"/>
          </a:xfrm>
        </p:grpSpPr>
        <p:sp>
          <p:nvSpPr>
            <p:cNvPr id="111" name="テキスト ボックス 10">
              <a:extLst>
                <a:ext uri="{FF2B5EF4-FFF2-40B4-BE49-F238E27FC236}">
                  <ns2:creationId id="{42EF1834-3076-EF71-80B8-445C9B3DCAF0}"/>
                </a:ext>
              </a:extLst>
            </p:cNvPr>
            <p:cNvSpPr txBox="1"/>
            <p:nvPr/>
          </p:nvSpPr>
          <p:spPr>
            <a:xfrm>
              <a:off x="371475" y="1366240"/>
              <a:ext cx="5635625" cy="1092627"/>
            </a:xfrm>
            <a:prstGeom prst="rect">
              <a:avLst/>
            </a:prstGeom>
            <a:noFill/>
          </p:spPr>
          <p:txBody>
            <a:bodyPr wrap="none" lIns="36000" tIns="72000" rIns="36000" bIns="0" rtlCol="0" anchor="b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br>
                <a:rPr lang="en-US" altLang="ja-JP" sz="1200" dirty="0">
                  <a:solidFill>
                    <a:srgbClr val="008D2D"/>
                  </a:solidFill>
                </a:rPr>
              </a:br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3" name="直線コネクタ 11">
              <a:extLst>
                <a:ext uri="{FF2B5EF4-FFF2-40B4-BE49-F238E27FC236}">
                  <ns2:creationId id="{F2A9CACE-F6E5-2F69-FD96-D76B4609678A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2489482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四角形: 角を丸くする 174">
            <a:extLst>
              <a:ext uri="{FF2B5EF4-FFF2-40B4-BE49-F238E27FC236}">
                <ns2:creationId id="{9B939D90-420F-72B1-D11D-B62E82A0C47D}"/>
              </a:ext>
            </a:extLst>
          </p:cNvPr>
          <p:cNvSpPr/>
          <p:nvPr/>
        </p:nvSpPr>
        <p:spPr>
          <a:xfrm>
            <a:off x="2516379" y="2429565"/>
            <a:ext cx="2624174" cy="373664"/>
          </a:xfrm>
          <a:prstGeom prst="roundRect">
            <a:avLst>
              <a:gd name="adj" fmla="val 3388"/>
            </a:avLst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50" dirty="0">
                <a:solidFill>
                  <a:schemeClr val="tx1"/>
                </a:solidFill>
              </a:rPr>
              <a:t>XX</a:t>
            </a: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br>
              <a:rPr lang="en-US" altLang="ja-JP" sz="1050" dirty="0">
                <a:solidFill>
                  <a:srgbClr val="008D2D"/>
                </a:solidFill>
              </a:rPr>
            </a:b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endParaRPr lang="en-US" altLang="ja-JP" sz="1050" dirty="0">
              <a:solidFill>
                <a:srgbClr val="008D2D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3" name="図 92">
            <a:extLst>
              <a:ext uri="{FF2B5EF4-FFF2-40B4-BE49-F238E27FC236}">
                <ns2:creationId id="{1B855A04-78F0-8036-FE33-31201DE48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1357" y="2817419"/>
            <a:ext cx="2514983" cy="995492"/>
          </a:xfrm>
          <a:prstGeom prst="rect">
            <a:avLst/>
          </a:prstGeom>
        </p:spPr>
      </p:pic>
      <p:grpSp>
        <p:nvGrpSpPr>
          <p:cNvPr id="102" name="グループ化 101">
            <a:extLst>
              <a:ext uri="{FF2B5EF4-FFF2-40B4-BE49-F238E27FC236}">
                <ns2:creationId id="{526097FF-B65C-58C4-7126-4DF091C6DCD6}"/>
              </a:ext>
            </a:extLst>
          </p:cNvPr>
          <p:cNvGrpSpPr/>
          <p:nvPr/>
        </p:nvGrpSpPr>
        <p:grpSpPr>
          <a:xfrm>
            <a:off x="8717427" y="1975494"/>
            <a:ext cx="3139607" cy="1920010"/>
            <a:chOff x="542611" y="5343390"/>
            <a:chExt cx="5351045" cy="826157"/>
          </a:xfrm>
        </p:grpSpPr>
        <p:sp>
          <p:nvSpPr>
            <p:cNvPr id="104" name="四角形: 角を丸くする 174">
              <a:extLst>
                <a:ext uri="{FF2B5EF4-FFF2-40B4-BE49-F238E27FC236}">
                  <ns2:creationId id="{68B8FF24-7A1D-6862-2AA1-6F397B76B831}"/>
                </a:ext>
              </a:extLst>
            </p:cNvPr>
            <p:cNvSpPr/>
            <p:nvPr/>
          </p:nvSpPr>
          <p:spPr>
            <a:xfrm>
              <a:off x="686026" y="5508711"/>
              <a:ext cx="5207630" cy="507551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5" name="四角形: 角を丸くする 174">
              <a:extLst>
                <a:ext uri="{FF2B5EF4-FFF2-40B4-BE49-F238E27FC236}">
                  <ns2:creationId id="{679DD501-D51B-7935-2504-A499FFAF98A1}"/>
                </a:ext>
              </a:extLst>
            </p:cNvPr>
            <p:cNvSpPr/>
            <p:nvPr/>
          </p:nvSpPr>
          <p:spPr>
            <a:xfrm>
              <a:off x="1073658" y="5608175"/>
              <a:ext cx="2196147" cy="561372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endParaRPr lang="en-US" altLang="ja-JP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06" name="グループ化 105">
              <a:extLst>
                <a:ext uri="{FF2B5EF4-FFF2-40B4-BE49-F238E27FC236}">
                  <ns2:creationId id="{BD795D2E-1B80-E6FB-A8B6-3474386EEE71}"/>
                </a:ext>
              </a:extLst>
            </p:cNvPr>
            <p:cNvGrpSpPr/>
            <p:nvPr/>
          </p:nvGrpSpPr>
          <p:grpSpPr>
            <a:xfrm>
              <a:off x="542611" y="5343390"/>
              <a:ext cx="5207631" cy="195569"/>
              <a:chOff x="542611" y="5343390"/>
              <a:chExt cx="5207631" cy="195569"/>
            </a:xfrm>
          </p:grpSpPr>
          <p:sp>
            <p:nvSpPr>
              <p:cNvPr id="107" name="テキスト ボックス 10">
                <a:extLst>
                  <a:ext uri="{FF2B5EF4-FFF2-40B4-BE49-F238E27FC236}">
                    <ns2:creationId id="{A9EEAB9D-017F-D42B-D893-9B9AA4F9EBF1}"/>
                  </a:ext>
                </a:extLst>
              </p:cNvPr>
              <p:cNvSpPr txBox="1"/>
              <p:nvPr/>
            </p:nvSpPr>
            <p:spPr>
              <a:xfrm>
                <a:off x="542611" y="5343390"/>
                <a:ext cx="5207631" cy="195381"/>
              </a:xfrm>
              <a:prstGeom prst="rect">
                <a:avLst/>
              </a:prstGeom>
              <a:noFill/>
            </p:spPr>
            <p:txBody>
              <a:bodyPr wrap="none" lIns="36000" tIns="72000" rIns="36000" bIns="0" rtlCol="0" anchor="ctr">
                <a:noAutofit/>
              </a:bodyPr>
              <a:lstStyle/>
              <a:p>
                <a:pPr algn="ctr"/>
                <a:r>
                  <a:rPr lang="en" altLang="ja-JP" sz="12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XX</a:t>
                </a:r>
                <a:endParaRPr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8" name="直線コネクタ 11">
                <a:extLst>
                  <a:ext uri="{FF2B5EF4-FFF2-40B4-BE49-F238E27FC236}">
                    <ns2:creationId id="{63C65A9D-703D-5CBC-92A6-85C382EC03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2611" y="5538959"/>
                <a:ext cx="520763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四角形: 角を丸くする 174">
            <a:extLst>
              <a:ext uri="{FF2B5EF4-FFF2-40B4-BE49-F238E27FC236}">
                <ns2:creationId id="{B17950C3-3466-CA34-9EC7-1EE59B2C71D3}"/>
              </a:ext>
            </a:extLst>
          </p:cNvPr>
          <p:cNvSpPr/>
          <p:nvPr/>
        </p:nvSpPr>
        <p:spPr>
          <a:xfrm>
            <a:off x="5533412" y="2751082"/>
            <a:ext cx="916037" cy="56182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8" name="四角形: 角を丸くする 174">
            <a:extLst>
              <a:ext uri="{FF2B5EF4-FFF2-40B4-BE49-F238E27FC236}">
                <ns2:creationId id="{E63416E1-707F-4E47-E69C-EE4DFF974B13}"/>
              </a:ext>
            </a:extLst>
          </p:cNvPr>
          <p:cNvSpPr/>
          <p:nvPr/>
        </p:nvSpPr>
        <p:spPr>
          <a:xfrm>
            <a:off x="5877393" y="3516191"/>
            <a:ext cx="1078208" cy="517710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7C3E4A28-36B5-E262-7900-6B7102ADD3E5}"/>
              </a:ext>
            </a:extLst>
          </p:cNvPr>
          <p:cNvGrpSpPr/>
          <p:nvPr/>
        </p:nvGrpSpPr>
        <p:grpSpPr>
          <a:xfrm>
            <a:off x="5650237" y="1975492"/>
            <a:ext cx="2624174" cy="454071"/>
            <a:chOff x="371475" y="1160463"/>
            <a:chExt cx="5635625" cy="828675"/>
          </a:xfrm>
        </p:grpSpPr>
        <p:sp>
          <p:nvSpPr>
            <p:cNvPr id="109" name="テキスト ボックス 10">
              <a:extLst>
                <a:ext uri="{FF2B5EF4-FFF2-40B4-BE49-F238E27FC236}">
                  <ns2:creationId id="{37D1FB53-EC7F-F313-14C1-10CD45AA056A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0" rtlCol="0" anchor="ctr">
              <a:noAutofit/>
            </a:bodyPr>
            <a:lstStyle/>
            <a:p>
              <a:pPr algn="ctr"/>
              <a:r>
                <a:rPr lang="en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0" name="直線コネクタ 11">
              <a:extLst>
                <a:ext uri="{FF2B5EF4-FFF2-40B4-BE49-F238E27FC236}">
                  <ns2:creationId id="{76B2D206-55B9-D1D3-8970-8008D6028A0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グラフィックス 89">
            <a:extLst>
              <a:ext uri="{FF2B5EF4-FFF2-40B4-BE49-F238E27FC236}">
                <ns2:creationId id="{DEC3FF97-832D-AC24-5D82-337EFF031C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4"/>
              </a:ext>
            </a:extLst>
          </a:blip>
          <a:srcRect/>
          <a:stretch/>
        </p:blipFill>
        <p:spPr>
          <a:xfrm>
            <a:off x="5822102" y="2431284"/>
            <a:ext cx="338656" cy="324000"/>
          </a:xfrm>
          <a:prstGeom prst="rect">
            <a:avLst/>
          </a:prstGeom>
        </p:spPr>
      </p:pic>
      <p:pic>
        <p:nvPicPr>
          <p:cNvPr id="94" name="グラフィックス 93">
            <a:extLst>
              <a:ext uri="{FF2B5EF4-FFF2-40B4-BE49-F238E27FC236}">
                <ns2:creationId id="{04E29767-777D-78A9-E55D-3143D6D17B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rcRect/>
          <a:stretch/>
        </p:blipFill>
        <p:spPr>
          <a:xfrm>
            <a:off x="6780944" y="2431284"/>
            <a:ext cx="338656" cy="324000"/>
          </a:xfrm>
          <a:prstGeom prst="rect">
            <a:avLst/>
          </a:prstGeom>
        </p:spPr>
      </p:pic>
      <p:pic>
        <p:nvPicPr>
          <p:cNvPr id="95" name="グラフィックス 94">
            <a:extLst>
              <a:ext uri="{FF2B5EF4-FFF2-40B4-BE49-F238E27FC236}">
                <ns2:creationId id="{9458A4D0-C03F-9076-52A6-935BD4EF8B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6"/>
              </a:ext>
            </a:extLst>
          </a:blip>
          <a:srcRect/>
          <a:stretch/>
        </p:blipFill>
        <p:spPr>
          <a:xfrm>
            <a:off x="7764243" y="2431284"/>
            <a:ext cx="338656" cy="324000"/>
          </a:xfrm>
          <a:prstGeom prst="rect">
            <a:avLst/>
          </a:prstGeom>
        </p:spPr>
      </p:pic>
      <p:pic>
        <p:nvPicPr>
          <p:cNvPr id="96" name="グラフィックス 95">
            <a:extLst>
              <a:ext uri="{FF2B5EF4-FFF2-40B4-BE49-F238E27FC236}">
                <ns2:creationId id="{B820E7B7-AE50-8539-DD23-233B3C6BBF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rcRect/>
          <a:stretch/>
        </p:blipFill>
        <p:spPr>
          <a:xfrm>
            <a:off x="6301523" y="3170216"/>
            <a:ext cx="338656" cy="324000"/>
          </a:xfrm>
          <a:prstGeom prst="rect">
            <a:avLst/>
          </a:prstGeom>
        </p:spPr>
      </p:pic>
      <p:pic>
        <p:nvPicPr>
          <p:cNvPr id="97" name="グラフィックス 96">
            <a:extLst>
              <a:ext uri="{FF2B5EF4-FFF2-40B4-BE49-F238E27FC236}">
                <ns2:creationId id="{C7EA85FF-7B50-BED6-68D5-06F68646B2E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rcRect/>
          <a:stretch/>
        </p:blipFill>
        <p:spPr>
          <a:xfrm>
            <a:off x="7260365" y="3170216"/>
            <a:ext cx="363114" cy="347400"/>
          </a:xfrm>
          <a:prstGeom prst="rect">
            <a:avLst/>
          </a:prstGeom>
        </p:spPr>
      </p:pic>
      <p:sp>
        <p:nvSpPr>
          <p:cNvPr id="99" name="四角形: 角を丸くする 174">
            <a:extLst>
              <a:ext uri="{FF2B5EF4-FFF2-40B4-BE49-F238E27FC236}">
                <ns2:creationId id="{096714C1-0B31-FCCA-5F63-D675E865C75E}"/>
              </a:ext>
            </a:extLst>
          </p:cNvPr>
          <p:cNvSpPr/>
          <p:nvPr/>
        </p:nvSpPr>
        <p:spPr>
          <a:xfrm>
            <a:off x="7494867" y="2751082"/>
            <a:ext cx="877408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0" name="四角形: 角を丸くする 174">
            <a:extLst>
              <a:ext uri="{FF2B5EF4-FFF2-40B4-BE49-F238E27FC236}">
                <ns2:creationId id="{1DB3BBD4-6535-636A-41C5-945B5FAB3C3D}"/>
              </a:ext>
            </a:extLst>
          </p:cNvPr>
          <p:cNvSpPr/>
          <p:nvPr/>
        </p:nvSpPr>
        <p:spPr>
          <a:xfrm>
            <a:off x="6913886" y="3516191"/>
            <a:ext cx="1180650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1" name="四角形: 角を丸くする 174">
            <a:extLst>
              <a:ext uri="{FF2B5EF4-FFF2-40B4-BE49-F238E27FC236}">
                <ns2:creationId id="{F760EF75-9FBD-BC97-F990-A2C763AB2D21}"/>
              </a:ext>
            </a:extLst>
          </p:cNvPr>
          <p:cNvSpPr/>
          <p:nvPr/>
        </p:nvSpPr>
        <p:spPr>
          <a:xfrm>
            <a:off x="6502576" y="2751082"/>
            <a:ext cx="895393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03" name="グラフィックス 102">
            <a:extLst>
              <a:ext uri="{FF2B5EF4-FFF2-40B4-BE49-F238E27FC236}">
                <ns2:creationId id="{5FE63C8D-1875-9215-4606-15C1EDB215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rcRect/>
          <a:stretch/>
        </p:blipFill>
        <p:spPr>
          <a:xfrm>
            <a:off x="5368762" y="1669906"/>
            <a:ext cx="256320" cy="256320"/>
          </a:xfrm>
          <a:prstGeom prst="rect">
            <a:avLst/>
          </a:prstGeom>
        </p:spPr>
      </p:pic>
      <p:pic>
        <p:nvPicPr>
          <p:cNvPr id="129" name="グラフィックス 128">
            <a:extLst>
              <a:ext uri="{FF2B5EF4-FFF2-40B4-BE49-F238E27FC236}">
                <ns2:creationId id="{D0BA86D3-36D1-9505-95E8-B10381DED3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0"/>
              </a:ext>
            </a:extLst>
          </a:blip>
          <a:srcRect/>
          <a:stretch/>
        </p:blipFill>
        <p:spPr>
          <a:xfrm>
            <a:off x="4680000" y="4075028"/>
            <a:ext cx="256320" cy="256320"/>
          </a:xfrm>
          <a:prstGeom prst="rect">
            <a:avLst/>
          </a:prstGeom>
        </p:spPr>
      </p:pic>
      <p:sp>
        <p:nvSpPr>
          <p:cNvPr id="227" name="正方形/長方形 226">
            <a:extLst>
              <a:ext uri="{FF2B5EF4-FFF2-40B4-BE49-F238E27FC236}">
                <ns2:creationId id="{BD971A32-3F82-A8B5-E931-3455F26972CA}"/>
              </a:ext>
            </a:extLst>
          </p:cNvPr>
          <p:cNvSpPr/>
          <p:nvPr/>
        </p:nvSpPr>
        <p:spPr>
          <a:xfrm rot="20538236">
            <a:off x="1949323" y="1469916"/>
            <a:ext cx="334396" cy="51453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正方形/長方形 2">
            <a:extLst>
              <a:ext uri="{FF2B5EF4-FFF2-40B4-BE49-F238E27FC236}">
                <ns2:creationId id="{C1DFC007-778A-B5DA-C2C8-45F01E6FC6D7}"/>
              </a:ext>
            </a:extLst>
          </p:cNvPr>
          <p:cNvSpPr/>
          <p:nvPr/>
        </p:nvSpPr>
        <p:spPr>
          <a:xfrm>
            <a:off x="2516336" y="2009121"/>
            <a:ext cx="2870983" cy="2012441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3021473673"/>
      </p:ext>
    </p:extLst>
  </p:cSld>
  <p:clrMapOvr>
    <a:masterClrMapping/>
  </p:clrMapOvr>
</p:sld>
</file>

<file path=ppt/slides/slide1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7EA72EE-E6B8-E276-6EF6-36F96CE03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E96433-5A4E-80AA-1ED6-5122736AC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67" name="テキスト ボックス 66">
            <a:extLst>
              <a:ext uri="{FF2B5EF4-FFF2-40B4-BE49-F238E27FC236}">
                <ns2:creationId id="{EB76B3A2-5C97-41D1-C49B-B33456E636BD}"/>
              </a:ext>
            </a:extLst>
          </p:cNvPr>
          <p:cNvSpPr txBox="1"/>
          <p:nvPr/>
        </p:nvSpPr>
        <p:spPr>
          <a:xfrm>
            <a:off x="334963" y="1655861"/>
            <a:ext cx="5662398" cy="359998"/>
          </a:xfrm>
          <a:prstGeom prst="rect">
            <a:avLst/>
          </a:prstGeom>
          <a:noFill/>
          <a:ln w="9525">
            <a:noFill/>
          </a:ln>
        </p:spPr>
        <p:txBody>
          <a:bodyPr wrap="none" lIns="36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rgbClr val="008D2D"/>
                </a:solidFill>
              </a:rPr>
              <a:t>XX</a:t>
            </a:r>
            <a:endParaRPr kumimoji="1" lang="ja-JP" altLang="en-US" sz="1400" dirty="0">
              <a:solidFill>
                <a:srgbClr val="008D2D"/>
              </a:solidFill>
            </a:endParaRPr>
          </a:p>
        </p:txBody>
      </p:sp>
      <p:pic>
        <p:nvPicPr>
          <p:cNvPr id="9" name="グラフィックス 8">
            <a:extLst>
              <a:ext uri="{FF2B5EF4-FFF2-40B4-BE49-F238E27FC236}">
                <ns2:creationId id="{E9BB6BF2-ED17-9F5B-58D5-037709782B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2540" y="1628644"/>
            <a:ext cx="414431" cy="414431"/>
          </a:xfrm>
          <a:prstGeom prst="rect">
            <a:avLst/>
          </a:prstGeom>
        </p:spPr>
      </p:pic>
      <p:cxnSp>
        <p:nvCxnSpPr>
          <p:cNvPr id="6" name="直線コネクタ 5">
            <a:extLst>
              <a:ext uri="{FF2B5EF4-FFF2-40B4-BE49-F238E27FC236}">
                <ns2:creationId id="{64DB29F3-534A-8EEC-339D-CE31C369788D}"/>
              </a:ext>
            </a:extLst>
          </p:cNvPr>
          <p:cNvCxnSpPr>
            <a:cxnSpLocks/>
          </p:cNvCxnSpPr>
          <p:nvPr/>
        </p:nvCxnSpPr>
        <p:spPr>
          <a:xfrm>
            <a:off x="358301" y="2015858"/>
            <a:ext cx="5598797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グループ化 19">
            <a:extLst>
              <a:ext uri="{FF2B5EF4-FFF2-40B4-BE49-F238E27FC236}">
                <ns2:creationId id="{59AFEB83-7A8C-BCAF-97AB-FFD051C6A623}"/>
              </a:ext>
            </a:extLst>
          </p:cNvPr>
          <p:cNvGrpSpPr/>
          <p:nvPr/>
        </p:nvGrpSpPr>
        <p:grpSpPr>
          <a:xfrm>
            <a:off x="6171299" y="1637860"/>
            <a:ext cx="5691038" cy="396000"/>
            <a:chOff x="6171299" y="1637860"/>
            <a:chExt cx="5691038" cy="396000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166316B1-D45B-4D41-3997-9080F84E6165}"/>
                </a:ext>
              </a:extLst>
            </p:cNvPr>
            <p:cNvSpPr txBox="1"/>
            <p:nvPr/>
          </p:nvSpPr>
          <p:spPr>
            <a:xfrm>
              <a:off x="6271299" y="1655861"/>
              <a:ext cx="5578932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pPr algn="ctr"/>
              <a:r>
                <a:rPr lang="en" altLang="ja-JP" sz="1600" dirty="0">
                  <a:solidFill>
                    <a:srgbClr val="008D2D"/>
                  </a:solidFill>
                </a:rPr>
                <a:t>XX</a:t>
              </a:r>
              <a:endParaRPr kumimoji="1" lang="ja-JP" altLang="en-US" sz="1600">
                <a:solidFill>
                  <a:srgbClr val="008D2D"/>
                </a:solidFill>
              </a:endParaRPr>
            </a:p>
          </p:txBody>
        </p:sp>
        <p:pic>
          <p:nvPicPr>
            <p:cNvPr id="7" name="グラフィックス 6">
              <a:extLst>
                <a:ext uri="{FF2B5EF4-FFF2-40B4-BE49-F238E27FC236}">
                  <ns2:creationId id="{23E7F81B-5C3F-D3A9-A069-F409139D64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711936" y="1637860"/>
              <a:ext cx="396000" cy="396000"/>
            </a:xfrm>
            <a:prstGeom prst="rect">
              <a:avLst/>
            </a:prstGeom>
          </p:spPr>
        </p:pic>
        <p:cxnSp>
          <p:nvCxnSpPr>
            <p:cNvPr id="11" name="直線コネクタ 10">
              <a:extLst>
                <a:ext uri="{FF2B5EF4-FFF2-40B4-BE49-F238E27FC236}">
                  <ns2:creationId id="{827D78C6-E808-B279-A43F-EEC6C8C5E58E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二等辺三角形 77">
            <a:extLst>
              <a:ext uri="{FF2B5EF4-FFF2-40B4-BE49-F238E27FC236}">
                <ns2:creationId id="{895AB947-3CC2-D044-EB94-9C12DC3FC7B7}"/>
              </a:ext>
            </a:extLst>
          </p:cNvPr>
          <p:cNvSpPr/>
          <p:nvPr/>
        </p:nvSpPr>
        <p:spPr>
          <a:xfrm rot="5400000">
            <a:off x="5845098" y="2877745"/>
            <a:ext cx="692326" cy="18414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二等辺三角形 78">
            <a:extLst>
              <a:ext uri="{FF2B5EF4-FFF2-40B4-BE49-F238E27FC236}">
                <ns2:creationId id="{EA62095E-E204-E32C-114A-992E31194EEC}"/>
              </a:ext>
            </a:extLst>
          </p:cNvPr>
          <p:cNvSpPr/>
          <p:nvPr/>
        </p:nvSpPr>
        <p:spPr>
          <a:xfrm rot="5400000">
            <a:off x="5954991" y="3632611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二等辺三角形 79">
            <a:extLst>
              <a:ext uri="{FF2B5EF4-FFF2-40B4-BE49-F238E27FC236}">
                <ns2:creationId id="{30300F7A-5D49-D83E-9F92-AC730327A78E}"/>
              </a:ext>
            </a:extLst>
          </p:cNvPr>
          <p:cNvSpPr/>
          <p:nvPr/>
        </p:nvSpPr>
        <p:spPr>
          <a:xfrm rot="5400000">
            <a:off x="5954991" y="4147548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二等辺三角形 80">
            <a:extLst>
              <a:ext uri="{FF2B5EF4-FFF2-40B4-BE49-F238E27FC236}">
                <ns2:creationId id="{CB8785B7-36E4-2721-B2BB-26914EB518EC}"/>
              </a:ext>
            </a:extLst>
          </p:cNvPr>
          <p:cNvSpPr/>
          <p:nvPr/>
        </p:nvSpPr>
        <p:spPr>
          <a:xfrm rot="5400000">
            <a:off x="5954991" y="4591772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二等辺三角形 82">
            <a:extLst>
              <a:ext uri="{FF2B5EF4-FFF2-40B4-BE49-F238E27FC236}">
                <ns2:creationId id="{97B84DE2-C702-A90E-AB3D-09231DA6A4FA}"/>
              </a:ext>
            </a:extLst>
          </p:cNvPr>
          <p:cNvSpPr/>
          <p:nvPr/>
        </p:nvSpPr>
        <p:spPr>
          <a:xfrm rot="5400000">
            <a:off x="5545513" y="5522534"/>
            <a:ext cx="1291494" cy="184139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ns2:creationId id="{206CB497-74ED-4F9E-2025-0F2E61EAD059}"/>
              </a:ext>
            </a:extLst>
          </p:cNvPr>
          <p:cNvGrpSpPr/>
          <p:nvPr/>
        </p:nvGrpSpPr>
        <p:grpSpPr>
          <a:xfrm>
            <a:off x="446313" y="2533213"/>
            <a:ext cx="3522383" cy="3760627"/>
            <a:chOff x="446313" y="2533213"/>
            <a:chExt cx="3522383" cy="3760627"/>
          </a:xfrm>
        </p:grpSpPr>
        <p:sp>
          <p:nvSpPr>
            <p:cNvPr id="5" name="正方形/長方形 4">
              <a:extLst>
                <a:ext uri="{FF2B5EF4-FFF2-40B4-BE49-F238E27FC236}">
                  <ns2:creationId id="{07630AC5-B422-F6CC-4C83-A2C82E8CD179}"/>
                </a:ext>
              </a:extLst>
            </p:cNvPr>
            <p:cNvSpPr/>
            <p:nvPr/>
          </p:nvSpPr>
          <p:spPr>
            <a:xfrm>
              <a:off x="446313" y="3535351"/>
              <a:ext cx="694716" cy="135278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B210BC6-CA14-13C0-6E5D-79FF17BCDD91}"/>
                </a:ext>
              </a:extLst>
            </p:cNvPr>
            <p:cNvSpPr/>
            <p:nvPr/>
          </p:nvSpPr>
          <p:spPr>
            <a:xfrm>
              <a:off x="446313" y="2533213"/>
              <a:ext cx="694716" cy="95916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8ECC562-06CD-7C27-D5F6-C609E458E20B}"/>
                </a:ext>
              </a:extLst>
            </p:cNvPr>
            <p:cNvSpPr/>
            <p:nvPr/>
          </p:nvSpPr>
          <p:spPr>
            <a:xfrm>
              <a:off x="446313" y="4941054"/>
              <a:ext cx="694716" cy="1352786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</a:p>
            <a:p>
              <a:pPr algn="ctr"/>
              <a:r>
                <a:rPr lang="en" altLang="ja-JP" sz="1200" dirty="0"/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BA3458D-0F2B-5816-7707-1EC427DAC859}"/>
                </a:ext>
              </a:extLst>
            </p:cNvPr>
            <p:cNvSpPr/>
            <p:nvPr/>
          </p:nvSpPr>
          <p:spPr>
            <a:xfrm>
              <a:off x="1141029" y="2533213"/>
              <a:ext cx="2620083" cy="95916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  <a:endParaRPr lang="en-US" altLang="ja-JP" sz="1100" b="1" dirty="0">
                <a:solidFill>
                  <a:srgbClr val="008D2D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3C7EE51-FACE-1078-D20C-A5631AB801A0}"/>
                </a:ext>
              </a:extLst>
            </p:cNvPr>
            <p:cNvSpPr/>
            <p:nvPr/>
          </p:nvSpPr>
          <p:spPr>
            <a:xfrm>
              <a:off x="1141029" y="3537541"/>
              <a:ext cx="2620083" cy="135278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A36B0C2-AD15-24B6-8F85-E5FE81FA7E11}"/>
                </a:ext>
              </a:extLst>
            </p:cNvPr>
            <p:cNvSpPr/>
            <p:nvPr/>
          </p:nvSpPr>
          <p:spPr>
            <a:xfrm>
              <a:off x="1141029" y="4941053"/>
              <a:ext cx="2620083" cy="1352786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86" name="コネクタ: カギ線 85">
              <a:extLst>
                <a:ext uri="{FF2B5EF4-FFF2-40B4-BE49-F238E27FC236}">
                  <ns2:creationId id="{2CC91EDA-41D4-4592-197A-F745802E1FD9}"/>
                </a:ext>
              </a:extLst>
            </p:cNvPr>
            <p:cNvCxnSpPr>
              <a:cxnSpLocks/>
              <a:stCxn id="33" idx="3"/>
              <a:endCxn id="41" idx="1"/>
            </p:cNvCxnSpPr>
            <p:nvPr/>
          </p:nvCxnSpPr>
          <p:spPr>
            <a:xfrm flipV="1">
              <a:off x="3761112" y="2730026"/>
              <a:ext cx="207584" cy="282767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A3B22E51-AD84-12A4-7C64-911F76BC83DB}"/>
                </a:ext>
              </a:extLst>
            </p:cNvPr>
            <p:cNvCxnSpPr>
              <a:cxnSpLocks/>
              <a:stCxn id="33" idx="3"/>
              <a:endCxn id="42" idx="1"/>
            </p:cNvCxnSpPr>
            <p:nvPr/>
          </p:nvCxnSpPr>
          <p:spPr>
            <a:xfrm>
              <a:off x="3761112" y="3012793"/>
              <a:ext cx="207584" cy="1968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A98842C3-3CF0-24B9-9DB3-A2CEE58C8B4C}"/>
                </a:ext>
              </a:extLst>
            </p:cNvPr>
            <p:cNvCxnSpPr>
              <a:cxnSpLocks/>
              <a:stCxn id="62" idx="3"/>
              <a:endCxn id="115" idx="1"/>
            </p:cNvCxnSpPr>
            <p:nvPr/>
          </p:nvCxnSpPr>
          <p:spPr>
            <a:xfrm flipV="1">
              <a:off x="3761112" y="3699125"/>
              <a:ext cx="207584" cy="51480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コネクタ: カギ線 100">
              <a:extLst>
                <a:ext uri="{FF2B5EF4-FFF2-40B4-BE49-F238E27FC236}">
                  <ns2:creationId id="{C9714FC6-D11A-E49F-221D-B00C30014D9D}"/>
                </a:ext>
              </a:extLst>
            </p:cNvPr>
            <p:cNvCxnSpPr>
              <a:cxnSpLocks/>
              <a:stCxn id="62" idx="3"/>
              <a:endCxn id="117" idx="1"/>
            </p:cNvCxnSpPr>
            <p:nvPr/>
          </p:nvCxnSpPr>
          <p:spPr>
            <a:xfrm>
              <a:off x="3761112" y="4213934"/>
              <a:ext cx="207584" cy="4443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106">
              <a:extLst>
                <a:ext uri="{FF2B5EF4-FFF2-40B4-BE49-F238E27FC236}">
                  <ns2:creationId id="{35A078C5-101E-C17F-6AAC-F412F476A518}"/>
                </a:ext>
              </a:extLst>
            </p:cNvPr>
            <p:cNvCxnSpPr>
              <a:cxnSpLocks/>
              <a:stCxn id="64" idx="3"/>
              <a:endCxn id="120" idx="1"/>
            </p:cNvCxnSpPr>
            <p:nvPr/>
          </p:nvCxnSpPr>
          <p:spPr>
            <a:xfrm>
              <a:off x="3761112" y="5617446"/>
              <a:ext cx="207584" cy="47958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109">
              <a:extLst>
                <a:ext uri="{FF2B5EF4-FFF2-40B4-BE49-F238E27FC236}">
                  <ns2:creationId id="{DF736A83-995F-BBA8-30E5-8DCA8A00F35C}"/>
                </a:ext>
              </a:extLst>
            </p:cNvPr>
            <p:cNvCxnSpPr>
              <a:cxnSpLocks/>
              <a:stCxn id="64" idx="3"/>
              <a:endCxn id="118" idx="1"/>
            </p:cNvCxnSpPr>
            <p:nvPr/>
          </p:nvCxnSpPr>
          <p:spPr>
            <a:xfrm flipV="1">
              <a:off x="3761112" y="5137866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矢印コネクタ 129">
              <a:extLst>
                <a:ext uri="{FF2B5EF4-FFF2-40B4-BE49-F238E27FC236}">
                  <ns2:creationId id="{9DD96D11-42CF-3584-6EDC-FA465F4F336F}"/>
                </a:ext>
              </a:extLst>
            </p:cNvPr>
            <p:cNvCxnSpPr>
              <a:cxnSpLocks/>
              <a:stCxn id="62" idx="3"/>
              <a:endCxn id="116" idx="1"/>
            </p:cNvCxnSpPr>
            <p:nvPr/>
          </p:nvCxnSpPr>
          <p:spPr>
            <a:xfrm>
              <a:off x="3761112" y="4213934"/>
              <a:ext cx="207584" cy="128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矢印コネクタ 142">
              <a:extLst>
                <a:ext uri="{FF2B5EF4-FFF2-40B4-BE49-F238E27FC236}">
                  <ns2:creationId id="{F5E5550C-04E8-0E83-7462-23BDC0C60C43}"/>
                </a:ext>
              </a:extLst>
            </p:cNvPr>
            <p:cNvCxnSpPr>
              <a:cxnSpLocks/>
              <a:stCxn id="64" idx="3"/>
              <a:endCxn id="119" idx="1"/>
            </p:cNvCxnSpPr>
            <p:nvPr/>
          </p:nvCxnSpPr>
          <p:spPr>
            <a:xfrm>
              <a:off x="3761112" y="5617446"/>
              <a:ext cx="207584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" name="グラフィックス 12">
              <a:extLst>
                <a:ext uri="{FF2B5EF4-FFF2-40B4-BE49-F238E27FC236}">
                  <ns2:creationId id="{9300DEC2-1380-19F6-879C-50B78E8B37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7671" y="3731006"/>
              <a:ext cx="432000" cy="432000"/>
            </a:xfrm>
            <a:prstGeom prst="rect">
              <a:avLst/>
            </a:prstGeom>
          </p:spPr>
        </p:pic>
        <p:pic>
          <p:nvPicPr>
            <p:cNvPr id="15" name="グラフィックス 14">
              <a:extLst>
                <a:ext uri="{FF2B5EF4-FFF2-40B4-BE49-F238E27FC236}">
                  <ns2:creationId id="{5CA2558D-1196-895A-301C-41E0FCF82E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77671" y="2592580"/>
              <a:ext cx="432000" cy="432000"/>
            </a:xfrm>
            <a:prstGeom prst="rect">
              <a:avLst/>
            </a:prstGeom>
          </p:spPr>
        </p:pic>
        <p:pic>
          <p:nvPicPr>
            <p:cNvPr id="38" name="グラフィックス 37">
              <a:extLst>
                <a:ext uri="{FF2B5EF4-FFF2-40B4-BE49-F238E27FC236}">
                  <ns2:creationId id="{8CF5FCC4-8540-F201-09DA-B5AD8A366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7671" y="5071994"/>
              <a:ext cx="432000" cy="432000"/>
            </a:xfrm>
            <a:prstGeom prst="rect">
              <a:avLst/>
            </a:prstGeom>
          </p:spPr>
        </p:pic>
      </p:grpSp>
      <p:sp>
        <p:nvSpPr>
          <p:cNvPr id="47" name="テキスト ボックス 46">
            <a:extLst>
              <a:ext uri="{FF2B5EF4-FFF2-40B4-BE49-F238E27FC236}">
                <ns2:creationId id="{94D8B8D7-8ED0-2900-E277-F007AA450567}"/>
              </a:ext>
            </a:extLst>
          </p:cNvPr>
          <p:cNvSpPr txBox="1">
            <a:spLocks/>
          </p:cNvSpPr>
          <p:nvPr/>
        </p:nvSpPr>
        <p:spPr>
          <a:xfrm>
            <a:off x="3968695" y="2109214"/>
            <a:ext cx="2057306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9" name="グラフィックス 48">
            <a:extLst>
              <a:ext uri="{FF2B5EF4-FFF2-40B4-BE49-F238E27FC236}">
                <ns2:creationId id="{EE947F8C-DD73-ABDA-4550-B55714AA7F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 rot="10800000">
            <a:off x="4004575" y="2143913"/>
            <a:ext cx="324000" cy="324000"/>
          </a:xfrm>
          <a:prstGeom prst="rect">
            <a:avLst/>
          </a:prstGeom>
        </p:spPr>
      </p:pic>
      <p:sp>
        <p:nvSpPr>
          <p:cNvPr id="41" name="正方形/長方形 40">
            <a:extLst>
              <a:ext uri="{FF2B5EF4-FFF2-40B4-BE49-F238E27FC236}">
                <ns2:creationId id="{7BC9E09D-4590-192E-DC87-4512530B322C}"/>
              </a:ext>
            </a:extLst>
          </p:cNvPr>
          <p:cNvSpPr>
            <a:spLocks/>
          </p:cNvSpPr>
          <p:nvPr/>
        </p:nvSpPr>
        <p:spPr>
          <a:xfrm>
            <a:off x="3968696" y="253321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F0C7868A-92D8-74E9-4E7A-5D9614C85DA5}"/>
              </a:ext>
            </a:extLst>
          </p:cNvPr>
          <p:cNvSpPr>
            <a:spLocks/>
          </p:cNvSpPr>
          <p:nvPr/>
        </p:nvSpPr>
        <p:spPr>
          <a:xfrm>
            <a:off x="3968696" y="301279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351F616E-7EBA-C705-B361-B6FB0D7418BA}"/>
              </a:ext>
            </a:extLst>
          </p:cNvPr>
          <p:cNvSpPr>
            <a:spLocks/>
          </p:cNvSpPr>
          <p:nvPr/>
        </p:nvSpPr>
        <p:spPr>
          <a:xfrm>
            <a:off x="3968696" y="3502312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ns2:creationId id="{72EDCED9-596F-056B-4727-29730E8A912D}"/>
              </a:ext>
            </a:extLst>
          </p:cNvPr>
          <p:cNvSpPr>
            <a:spLocks/>
          </p:cNvSpPr>
          <p:nvPr/>
        </p:nvSpPr>
        <p:spPr>
          <a:xfrm>
            <a:off x="3968696" y="4017249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7693A3F-9ECF-83CE-6A22-E390C3FA1B99}"/>
              </a:ext>
            </a:extLst>
          </p:cNvPr>
          <p:cNvSpPr>
            <a:spLocks/>
          </p:cNvSpPr>
          <p:nvPr/>
        </p:nvSpPr>
        <p:spPr>
          <a:xfrm>
            <a:off x="3968696" y="446147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ns2:creationId id="{45A58A68-5BA0-D79E-031D-1CAB0D9C669D}"/>
              </a:ext>
            </a:extLst>
          </p:cNvPr>
          <p:cNvSpPr>
            <a:spLocks/>
          </p:cNvSpPr>
          <p:nvPr/>
        </p:nvSpPr>
        <p:spPr>
          <a:xfrm>
            <a:off x="3968696" y="494105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ns2:creationId id="{2294891F-9E34-267F-5833-C343BDCDB2C3}"/>
              </a:ext>
            </a:extLst>
          </p:cNvPr>
          <p:cNvSpPr>
            <a:spLocks/>
          </p:cNvSpPr>
          <p:nvPr/>
        </p:nvSpPr>
        <p:spPr>
          <a:xfrm>
            <a:off x="3968696" y="542063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ns2:creationId id="{E42E3AA5-4A6D-8007-1D51-FAA590DE5372}"/>
              </a:ext>
            </a:extLst>
          </p:cNvPr>
          <p:cNvSpPr>
            <a:spLocks/>
          </p:cNvSpPr>
          <p:nvPr/>
        </p:nvSpPr>
        <p:spPr>
          <a:xfrm>
            <a:off x="3968696" y="5900214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" name="グラフィックス 25">
            <a:extLst>
              <a:ext uri="{FF2B5EF4-FFF2-40B4-BE49-F238E27FC236}">
                <ns2:creationId id="{332C85F8-5F72-53E2-5DCF-D4FF439F9C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026962" y="4993865"/>
            <a:ext cx="288000" cy="288000"/>
          </a:xfrm>
          <a:prstGeom prst="rect">
            <a:avLst/>
          </a:prstGeom>
        </p:spPr>
      </p:pic>
      <p:pic>
        <p:nvPicPr>
          <p:cNvPr id="30" name="グラフィックス 29">
            <a:extLst>
              <a:ext uri="{FF2B5EF4-FFF2-40B4-BE49-F238E27FC236}">
                <ns2:creationId id="{7E16937A-5C7F-07C8-7E88-527321F8BB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4026961" y="5953026"/>
            <a:ext cx="288000" cy="288000"/>
          </a:xfrm>
          <a:prstGeom prst="rect">
            <a:avLst/>
          </a:prstGeom>
        </p:spPr>
      </p:pic>
      <p:pic>
        <p:nvPicPr>
          <p:cNvPr id="34" name="グラフィックス 33">
            <a:extLst>
              <a:ext uri="{FF2B5EF4-FFF2-40B4-BE49-F238E27FC236}">
                <ns2:creationId id="{E965C792-94E8-3284-BA4B-53EA9FEAEE3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54692" y="4514285"/>
            <a:ext cx="288000" cy="288000"/>
          </a:xfrm>
          <a:prstGeom prst="rect">
            <a:avLst/>
          </a:prstGeom>
        </p:spPr>
      </p:pic>
      <p:pic>
        <p:nvPicPr>
          <p:cNvPr id="46" name="グラフィックス 45">
            <a:extLst>
              <a:ext uri="{FF2B5EF4-FFF2-40B4-BE49-F238E27FC236}">
                <ns2:creationId id="{5A6CD5F8-C33D-DB31-F59B-F7FB21F949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6962" y="5473445"/>
            <a:ext cx="288000" cy="288000"/>
          </a:xfrm>
          <a:prstGeom prst="rect">
            <a:avLst/>
          </a:prstGeom>
        </p:spPr>
      </p:pic>
      <p:pic>
        <p:nvPicPr>
          <p:cNvPr id="151" name="グラフィックス 150">
            <a:extLst>
              <a:ext uri="{FF2B5EF4-FFF2-40B4-BE49-F238E27FC236}">
                <ns2:creationId id="{51385AB3-7DEB-55B5-48B4-66794BCE202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4026961" y="4043941"/>
            <a:ext cx="288000" cy="288000"/>
          </a:xfrm>
          <a:prstGeom prst="rect">
            <a:avLst/>
          </a:prstGeom>
        </p:spPr>
      </p:pic>
      <p:pic>
        <p:nvPicPr>
          <p:cNvPr id="154" name="グラフィックス 153">
            <a:extLst>
              <a:ext uri="{FF2B5EF4-FFF2-40B4-BE49-F238E27FC236}">
                <ns2:creationId id="{7E5E4CB1-D301-0E39-FC13-F4FE2ABDBE1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25287" y="2586026"/>
            <a:ext cx="288000" cy="288000"/>
          </a:xfrm>
          <a:prstGeom prst="rect">
            <a:avLst/>
          </a:prstGeom>
        </p:spPr>
      </p:pic>
      <p:pic>
        <p:nvPicPr>
          <p:cNvPr id="155" name="グラフィックス 154">
            <a:extLst>
              <a:ext uri="{FF2B5EF4-FFF2-40B4-BE49-F238E27FC236}">
                <ns2:creationId id="{1597EB13-A588-5B5E-E15F-C20A276AB1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7951" y="3555125"/>
            <a:ext cx="288000" cy="288000"/>
          </a:xfrm>
          <a:prstGeom prst="rect">
            <a:avLst/>
          </a:prstGeom>
        </p:spPr>
      </p:pic>
      <p:pic>
        <p:nvPicPr>
          <p:cNvPr id="156" name="グラフィックス 155">
            <a:extLst>
              <a:ext uri="{FF2B5EF4-FFF2-40B4-BE49-F238E27FC236}">
                <ns2:creationId id="{FF208C12-EED0-9E34-BF53-84F81D59C4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rcRect/>
          <a:stretch/>
        </p:blipFill>
        <p:spPr>
          <a:xfrm>
            <a:off x="4041885" y="3065606"/>
            <a:ext cx="288000" cy="28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A177B306-2601-FAF7-0468-688A9616DA6A}"/>
              </a:ext>
            </a:extLst>
          </p:cNvPr>
          <p:cNvGrpSpPr/>
          <p:nvPr/>
        </p:nvGrpSpPr>
        <p:grpSpPr>
          <a:xfrm>
            <a:off x="6356519" y="2543152"/>
            <a:ext cx="5505818" cy="3722239"/>
            <a:chOff x="6356519" y="2543152"/>
            <a:chExt cx="2011767" cy="3722239"/>
          </a:xfrm>
        </p:grpSpPr>
        <p:sp>
          <p:nvSpPr>
            <p:cNvPr id="85" name="正方形/長方形 84">
              <a:extLst>
                <a:ext uri="{FF2B5EF4-FFF2-40B4-BE49-F238E27FC236}">
                  <ns2:creationId id="{783A22BF-66ED-2E40-7427-56BC93611269}"/>
                </a:ext>
              </a:extLst>
            </p:cNvPr>
            <p:cNvSpPr/>
            <p:nvPr/>
          </p:nvSpPr>
          <p:spPr>
            <a:xfrm>
              <a:off x="6356522" y="2543152"/>
              <a:ext cx="2011764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ja-JP" altLang="en-US" sz="1400">
                <a:solidFill>
                  <a:schemeClr val="tx1"/>
                </a:solidFill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56A2E9-B6B5-9DCD-BCA5-C8C09A4F73E9}"/>
                </a:ext>
              </a:extLst>
            </p:cNvPr>
            <p:cNvSpPr/>
            <p:nvPr/>
          </p:nvSpPr>
          <p:spPr>
            <a:xfrm>
              <a:off x="6356522" y="3502313"/>
              <a:ext cx="2007341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9737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B1803B41-2ED6-F8CE-A2CA-94387EDEA84E}"/>
                </a:ext>
              </a:extLst>
            </p:cNvPr>
            <p:cNvSpPr/>
            <p:nvPr/>
          </p:nvSpPr>
          <p:spPr>
            <a:xfrm>
              <a:off x="6356522" y="4941053"/>
              <a:ext cx="2011764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49263" indent="-180975">
                <a:buClr>
                  <a:schemeClr val="accent5"/>
                </a:buClr>
                <a:buFont typeface="Wingdings" panose="05000000000000000000" pitchFamily="2" charset="2"/>
                <a:buChar char="Ø"/>
                <a:tabLst>
                  <a:tab pos="392113" algn="l"/>
                </a:tabLst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29E9A107-8322-7D3C-EF24-9DE3BE4913F9}"/>
                </a:ext>
              </a:extLst>
            </p:cNvPr>
            <p:cNvCxnSpPr/>
            <p:nvPr/>
          </p:nvCxnSpPr>
          <p:spPr>
            <a:xfrm>
              <a:off x="6356519" y="345933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D1B2541-2E8F-9492-413B-C72055EB48B0}"/>
                </a:ext>
              </a:extLst>
            </p:cNvPr>
            <p:cNvCxnSpPr/>
            <p:nvPr/>
          </p:nvCxnSpPr>
          <p:spPr>
            <a:xfrm>
              <a:off x="6356519" y="489807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テキスト ボックス 76">
            <a:extLst>
              <a:ext uri="{FF2B5EF4-FFF2-40B4-BE49-F238E27FC236}">
                <ns2:creationId id="{D2A5A86D-A03A-D5E2-436C-D8B39F7AA1A7}"/>
              </a:ext>
            </a:extLst>
          </p:cNvPr>
          <p:cNvSpPr txBox="1">
            <a:spLocks/>
          </p:cNvSpPr>
          <p:nvPr/>
        </p:nvSpPr>
        <p:spPr>
          <a:xfrm>
            <a:off x="6356521" y="2109214"/>
            <a:ext cx="5493709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A1014159-8AFD-ED80-7B8C-17BCB67D9179}"/>
              </a:ext>
            </a:extLst>
          </p:cNvPr>
          <p:cNvSpPr txBox="1">
            <a:spLocks/>
          </p:cNvSpPr>
          <p:nvPr/>
        </p:nvSpPr>
        <p:spPr>
          <a:xfrm>
            <a:off x="430306" y="2109214"/>
            <a:ext cx="3336124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テキスト プレースホルダー 9">
            <a:extLst>
              <a:ext uri="{FF2B5EF4-FFF2-40B4-BE49-F238E27FC236}">
                <ns2:creationId id="{44626076-C339-060D-85D7-843EDEECD2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pic>
        <p:nvPicPr>
          <p:cNvPr id="17" name="グラフィックス 16">
            <a:extLst>
              <a:ext uri="{FF2B5EF4-FFF2-40B4-BE49-F238E27FC236}">
                <ns2:creationId id="{2F7C9DEB-5C39-3E23-32F8-1B69AFA857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7950930" y="2143913"/>
            <a:ext cx="324000" cy="324000"/>
          </a:xfrm>
          <a:prstGeom prst="rect">
            <a:avLst/>
          </a:prstGeom>
        </p:spPr>
      </p:pic>
      <p:pic>
        <p:nvPicPr>
          <p:cNvPr id="27" name="グラフィックス 26">
            <a:extLst>
              <a:ext uri="{FF2B5EF4-FFF2-40B4-BE49-F238E27FC236}">
                <ns2:creationId id="{63D7E3F0-2DE2-1DAC-B072-59F0A83AF5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414839" y="2143913"/>
            <a:ext cx="324000" cy="324000"/>
          </a:xfrm>
          <a:prstGeom prst="rect">
            <a:avLst/>
          </a:prstGeom>
        </p:spPr>
      </p:pic>
    </p:spTree>
    <p:extLst>
      <p:ext uri="{BB962C8B-B14F-4D97-AF65-F5344CB8AC3E}">
        <ns5:creationId val="790359217"/>
      </p:ext>
    </p:extLst>
  </p:cSld>
  <p:clrMapOvr>
    <a:masterClrMapping/>
  </p:clrMapOvr>
</p:sld>
</file>

<file path=ppt/slides/slide16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119ED26-3F80-A82F-6542-BD36E027F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>
            <a:extLst>
              <a:ext uri="{FF2B5EF4-FFF2-40B4-BE49-F238E27FC236}">
                <ns2:creationId id="{A137C51C-8F6A-6592-3B2E-78D818793B8D}"/>
              </a:ext>
            </a:extLst>
          </p:cNvPr>
          <p:cNvSpPr/>
          <p:nvPr/>
        </p:nvSpPr>
        <p:spPr>
          <a:xfrm>
            <a:off x="8176973" y="81764"/>
            <a:ext cx="3680178" cy="75087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タイトル 1">
            <a:extLst>
              <a:ext uri="{FF2B5EF4-FFF2-40B4-BE49-F238E27FC236}">
                <ns2:creationId id="{9CA3D71E-96C0-00D1-CC62-05EBA1E384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" altLang="ja-JP" sz="2000" dirty="0"/>
              <a:t>XX</a:t>
            </a:r>
            <a:br>
              <a:rPr lang="en" altLang="ja-JP" sz="2000" dirty="0"/>
            </a:br>
            <a:r>
              <a:rPr lang="en" altLang="ja-JP" sz="2000" dirty="0"/>
              <a:t>XX</a:t>
            </a:r>
            <a:endParaRPr kumimoji="1" lang="ja-JP" altLang="en-US" sz="2000" dirty="0">
              <a:latin typeface="+mn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7EB5EB2-45A1-1D61-33F3-5F1CDA72A7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en-US" altLang="ja-JP" sz="1800" dirty="0" err="1"/>
              <a:t>XX</a:t>
            </a:r>
            <a:r>
              <a:rPr lang="en-US" altLang="ja-JP" sz="1800" dirty="0"/>
              <a:t>XX</a:t>
            </a:r>
            <a:endParaRPr lang="en-US" altLang="ja-JP" sz="1800" dirty="0">
              <a:solidFill>
                <a:prstClr val="black"/>
              </a:solidFill>
            </a:endParaRPr>
          </a:p>
        </p:txBody>
      </p:sp>
      <p:graphicFrame>
        <p:nvGraphicFramePr>
          <p:cNvPr id="5" name="表 4">
            <a:extLst>
              <a:ext uri="{FF2B5EF4-FFF2-40B4-BE49-F238E27FC236}">
                <ns2:creationId id="{B5C6BAE0-7828-89D3-9F6D-74F576F8B3C3}"/>
              </a:ext>
            </a:extLst>
          </p:cNvPr>
          <p:cNvGraphicFramePr>
            <a:graphicFrameLocks noGrp="1"/>
          </p:cNvGraphicFramePr>
          <p:nvPr/>
        </p:nvGraphicFramePr>
        <p:xfrm>
          <a:off x="334963" y="1631951"/>
          <a:ext cx="11522072" cy="4819574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47461">
                  <a:extLst>
                    <a:ext uri="{9D8B030D-6E8A-4147-A177-3AD203B41FA5}">
                      <ns2:colId val="347634967"/>
                    </a:ext>
                  </a:extLst>
                </a:gridCol>
                <a:gridCol w="1047461">
                  <a:extLst>
                    <a:ext uri="{9D8B030D-6E8A-4147-A177-3AD203B41FA5}">
                      <ns2:colId val="1446221549"/>
                    </a:ext>
                  </a:extLst>
                </a:gridCol>
                <a:gridCol w="1885430">
                  <a:extLst>
                    <a:ext uri="{9D8B030D-6E8A-4147-A177-3AD203B41FA5}">
                      <ns2:colId val="2048477591"/>
                    </a:ext>
                  </a:extLst>
                </a:gridCol>
                <a:gridCol w="1885430">
                  <a:extLst>
                    <a:ext uri="{9D8B030D-6E8A-4147-A177-3AD203B41FA5}">
                      <ns2:colId val="2517947562"/>
                    </a:ext>
                  </a:extLst>
                </a:gridCol>
                <a:gridCol w="1885430">
                  <a:extLst>
                    <a:ext uri="{9D8B030D-6E8A-4147-A177-3AD203B41FA5}">
                      <ns2:colId val="1023087325"/>
                    </a:ext>
                  </a:extLst>
                </a:gridCol>
                <a:gridCol w="1885430">
                  <a:extLst>
                    <a:ext uri="{9D8B030D-6E8A-4147-A177-3AD203B41FA5}">
                      <ns2:colId val="4056056041"/>
                    </a:ext>
                  </a:extLst>
                </a:gridCol>
                <a:gridCol w="1885430">
                  <a:extLst>
                    <a:ext uri="{9D8B030D-6E8A-4147-A177-3AD203B41FA5}">
                      <ns2:colId val="1449485578"/>
                    </a:ext>
                  </a:extLst>
                </a:gridCol>
              </a:tblGrid>
              <a:tr h="335997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ja-JP" altLang="en-US" sz="14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ja-JP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ns2:rowId val="2671442428"/>
                  </a:ext>
                </a:extLst>
              </a:tr>
              <a:tr h="509750">
                <a:tc gridSpan="2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u="sng" strike="noStrike" dirty="0"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ja-JP" altLang="en-US" sz="1400" b="1" u="sng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ja-JP" alt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ns2:rowId val="4214057806"/>
                  </a:ext>
                </a:extLst>
              </a:tr>
              <a:tr h="62969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4099334057"/>
                  </a:ext>
                </a:extLst>
              </a:tr>
              <a:tr h="1319354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459035184"/>
                  </a:ext>
                </a:extLst>
              </a:tr>
              <a:tr h="5902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993663400"/>
                  </a:ext>
                </a:extLst>
              </a:tr>
              <a:tr h="118057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ja-JP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ja-JP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/>
                        <a:t>: </a:t>
                      </a:r>
                      <a:r>
                        <a:rPr lang="en" altLang="ja-JP" sz="1100" b="1"/>
                        <a:t>XX</a:t>
                      </a:r>
                      <a:r>
                        <a:rPr lang="en" altLang="ja-JP" sz="1100" b="1" dirty="0"/>
                        <a:t>XX</a:t>
                      </a:r>
                      <a:r>
                        <a:rPr lang="en" altLang="ja-JP" sz="1100" b="1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3778485881"/>
                  </a:ext>
                </a:extLst>
              </a:tr>
            </a:tbl>
          </a:graphicData>
        </a:graphic>
      </p:graphicFrame>
      <p:sp>
        <p:nvSpPr>
          <p:cNvPr id="6" name="正方形/長方形 5">
            <a:extLst>
              <a:ext uri="{FF2B5EF4-FFF2-40B4-BE49-F238E27FC236}">
                <ns2:creationId id="{30D91C3B-D5B2-091F-F275-B05BE5C71AFF}"/>
              </a:ext>
            </a:extLst>
          </p:cNvPr>
          <p:cNvSpPr/>
          <p:nvPr/>
        </p:nvSpPr>
        <p:spPr>
          <a:xfrm>
            <a:off x="8972724" y="409683"/>
            <a:ext cx="676037" cy="40194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3175">
            <a:solidFill>
              <a:schemeClr val="accent2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kumimoji="1" lang="en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2835B07E-B504-45EF-D781-CC0F4B3CD8CE}"/>
              </a:ext>
            </a:extLst>
          </p:cNvPr>
          <p:cNvSpPr/>
          <p:nvPr/>
        </p:nvSpPr>
        <p:spPr>
          <a:xfrm>
            <a:off x="9692135" y="409683"/>
            <a:ext cx="676037" cy="40194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accent2">
                <a:lumMod val="20000"/>
                <a:lumOff val="8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DFBCFC27-9660-51FD-5E62-F5B29CD142CB}"/>
              </a:ext>
            </a:extLst>
          </p:cNvPr>
          <p:cNvSpPr/>
          <p:nvPr/>
        </p:nvSpPr>
        <p:spPr>
          <a:xfrm>
            <a:off x="11130957" y="409683"/>
            <a:ext cx="676037" cy="401944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kumimoji="1" lang="zh-TW" altLang="en-US" sz="9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B412D76A-E634-1EA0-8BEA-6EBF5EC11CC9}"/>
              </a:ext>
            </a:extLst>
          </p:cNvPr>
          <p:cNvSpPr/>
          <p:nvPr/>
        </p:nvSpPr>
        <p:spPr>
          <a:xfrm>
            <a:off x="8253312" y="409683"/>
            <a:ext cx="676037" cy="40194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3175">
            <a:solidFill>
              <a:schemeClr val="accent2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008EEE2E-D706-BF79-04BE-04E71E8DABB5}"/>
              </a:ext>
            </a:extLst>
          </p:cNvPr>
          <p:cNvSpPr/>
          <p:nvPr/>
        </p:nvSpPr>
        <p:spPr>
          <a:xfrm>
            <a:off x="10411547" y="409683"/>
            <a:ext cx="676037" cy="40194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3:creationId val="1170736876"/>
      </p:ext>
    </p:extLst>
  </p:cSld>
  <p:clrMapOvr>
    <a:masterClrMapping/>
  </p:clrMapOvr>
</p:sld>
</file>

<file path=ppt/slides/slide1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957075784"/>
      </p:ext>
    </p:extLst>
  </p:cSld>
  <p:clrMapOvr>
    <a:masterClrMapping/>
  </p:clrMapOvr>
</p:sld>
</file>

<file path=ppt/slides/slide16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45365946"/>
      </p:ext>
    </p:extLst>
  </p:cSld>
  <p:clrMapOvr>
    <a:masterClrMapping/>
  </p:clrMapOvr>
</p:sld>
</file>

<file path=ppt/slides/slide16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69470919"/>
      </p:ext>
    </p:extLst>
  </p:cSld>
  <p:clrMapOvr>
    <a:masterClrMapping/>
  </p:clrMapOvr>
</p:sld>
</file>

<file path=ppt/slides/slide1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542585637"/>
      </p:ext>
    </p:extLst>
  </p:cSld>
  <p:clrMapOvr>
    <a:masterClrMapping/>
  </p:clrMapOvr>
</p:sld>
</file>

<file path=ppt/slides/slide1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206807483"/>
      </p:ext>
    </p:extLst>
  </p:cSld>
  <p:clrMapOvr>
    <a:masterClrMapping/>
  </p:clrMapOvr>
</p:sld>
</file>

<file path=ppt/slides/slide1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430744082"/>
      </p:ext>
    </p:extLst>
  </p:cSld>
  <p:clrMapOvr>
    <a:masterClrMapping/>
  </p:clrMapOvr>
</p:sld>
</file>

<file path=ppt/slides/slide16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4198232786"/>
      </p:ext>
    </p:extLst>
  </p:cSld>
  <p:clrMapOvr>
    <a:masterClrMapping/>
  </p:clrMapOvr>
</p:sld>
</file>

<file path=ppt/slides/slide1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07765663"/>
      </p:ext>
    </p:extLst>
  </p:cSld>
  <p:clrMapOvr>
    <a:masterClrMapping/>
  </p:clrMapOvr>
</p:sld>
</file>

<file path=ppt/slides/slide17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109737204"/>
      </p:ext>
    </p:extLst>
  </p:cSld>
  <p:clrMapOvr>
    <a:masterClrMapping/>
  </p:clrMapOvr>
</p:sld>
</file>

<file path=ppt/slides/slide1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607056394"/>
      </p:ext>
    </p:extLst>
  </p:cSld>
  <p:clrMapOvr>
    <a:masterClrMapping/>
  </p:clrMapOvr>
</p:sld>
</file>

<file path=ppt/slides/slide1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869144710"/>
      </p:ext>
    </p:extLst>
  </p:cSld>
  <p:clrMapOvr>
    <a:masterClrMapping/>
  </p:clrMapOvr>
</p:sld>
</file>

<file path=ppt/slides/slide17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8741942"/>
      </p:ext>
    </p:extLst>
  </p:cSld>
  <p:clrMapOvr>
    <a:masterClrMapping/>
  </p:clrMapOvr>
</p:sld>
</file>

<file path=ppt/slides/slide1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410434126"/>
      </p:ext>
    </p:extLst>
  </p:cSld>
  <p:clrMapOvr>
    <a:masterClrMapping/>
  </p:clrMapOvr>
</p:sld>
</file>

<file path=ppt/slides/slide1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624365254"/>
      </p:ext>
    </p:extLst>
  </p:cSld>
  <p:clrMapOvr>
    <a:masterClrMapping/>
  </p:clrMapOvr>
</p:sld>
</file>

<file path=ppt/slides/slide1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935918708"/>
      </p:ext>
    </p:extLst>
  </p:cSld>
  <p:clrMapOvr>
    <a:masterClrMapping/>
  </p:clrMapOvr>
</p:sld>
</file>

<file path=ppt/slides/slide1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66729225"/>
      </p:ext>
    </p:extLst>
  </p:cSld>
  <p:clrMapOvr>
    <a:masterClrMapping/>
  </p:clrMapOvr>
</p:sld>
</file>

<file path=ppt/slides/slide17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510336430"/>
      </p:ext>
    </p:extLst>
  </p:cSld>
  <p:clrMapOvr>
    <a:masterClrMapping/>
  </p:clrMapOvr>
</p:sld>
</file>

<file path=ppt/slides/slide1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240597703"/>
      </p:ext>
    </p:extLst>
  </p:cSld>
  <p:clrMapOvr>
    <a:masterClrMapping/>
  </p:clrMapOvr>
</p:sld>
</file>

<file path=ppt/slides/slide1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8082603"/>
      </p:ext>
    </p:extLst>
  </p:cSld>
  <p:clrMapOvr>
    <a:masterClrMapping/>
  </p:clrMapOvr>
</p:sld>
</file>

<file path=ppt/slides/slide1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376417503"/>
      </p:ext>
    </p:extLst>
  </p:cSld>
  <p:clrMapOvr>
    <a:masterClrMapping/>
  </p:clrMapOvr>
</p:sld>
</file>

<file path=ppt/slides/slide1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04043198"/>
      </p:ext>
    </p:extLst>
  </p:cSld>
  <p:clrMapOvr>
    <a:masterClrMapping/>
  </p:clrMapOvr>
</p:sld>
</file>

<file path=ppt/slides/slide1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E9DA4F-9FB5-6C92-0144-8B82562CF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8A95CAA3-2EAF-AFF4-D483-16A245CFF0B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000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01852FF0-09CF-1CF9-9928-746C1A77C5B6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4CC5797B-151A-8CC0-3AB8-ABF5F8CE3DD3}"/>
              </a:ext>
            </a:extLst>
          </p:cNvPr>
          <p:cNvSpPr/>
          <p:nvPr/>
        </p:nvSpPr>
        <p:spPr>
          <a:xfrm>
            <a:off x="340505" y="1900862"/>
            <a:ext cx="504000" cy="12348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E697CFCB-DC6A-5060-6E22-54BCC7A0B473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ja-KR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E9A30DD0-5A1F-5394-84F8-718424BF646C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833BFE15-5AFB-1483-65BF-77B6DC881937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0F58BB96-CEC1-E13D-69A4-954A9FEF6A9F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817200ED-97FF-91D8-4F9C-E3FF220483FA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KR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85676898-5F21-7B93-1DED-39C1D0FA4F77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91CD154E-892F-62AF-B6C3-B70B5E626869}"/>
              </a:ext>
            </a:extLst>
          </p:cNvPr>
          <p:cNvSpPr txBox="1"/>
          <p:nvPr/>
        </p:nvSpPr>
        <p:spPr>
          <a:xfrm>
            <a:off x="6133387" y="1623187"/>
            <a:ext cx="5723098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D509B3A9-5F29-3FCA-ADBD-ABD6C55EA9CB}"/>
              </a:ext>
            </a:extLst>
          </p:cNvPr>
          <p:cNvCxnSpPr>
            <a:cxnSpLocks/>
          </p:cNvCxnSpPr>
          <p:nvPr/>
        </p:nvCxnSpPr>
        <p:spPr>
          <a:xfrm>
            <a:off x="6133386" y="1874765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D8B1E846-3196-BDFC-4E4A-05BF97ED88C2}"/>
              </a:ext>
            </a:extLst>
          </p:cNvPr>
          <p:cNvSpPr/>
          <p:nvPr/>
        </p:nvSpPr>
        <p:spPr>
          <a:xfrm>
            <a:off x="882149" y="1901122"/>
            <a:ext cx="2088000" cy="12348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645B97C-8802-A7B1-7CF5-DC0D442D6374}"/>
              </a:ext>
            </a:extLst>
          </p:cNvPr>
          <p:cNvSpPr/>
          <p:nvPr/>
        </p:nvSpPr>
        <p:spPr>
          <a:xfrm>
            <a:off x="6133387" y="1900862"/>
            <a:ext cx="5723098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 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ns2:creationId id="{53367616-1491-0513-B876-9A84DF36578A}"/>
              </a:ext>
            </a:extLst>
          </p:cNvPr>
          <p:cNvSpPr/>
          <p:nvPr/>
        </p:nvSpPr>
        <p:spPr>
          <a:xfrm>
            <a:off x="3012840" y="1900862"/>
            <a:ext cx="3083160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662E6BA2-E107-77E5-AAB7-0A553500A324}"/>
              </a:ext>
            </a:extLst>
          </p:cNvPr>
          <p:cNvCxnSpPr>
            <a:cxnSpLocks/>
          </p:cNvCxnSpPr>
          <p:nvPr/>
        </p:nvCxnSpPr>
        <p:spPr>
          <a:xfrm>
            <a:off x="3012839" y="3156830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749FFEA7-F3D7-4579-1D83-8A75A0C3933B}"/>
              </a:ext>
            </a:extLst>
          </p:cNvPr>
          <p:cNvCxnSpPr>
            <a:cxnSpLocks/>
          </p:cNvCxnSpPr>
          <p:nvPr/>
        </p:nvCxnSpPr>
        <p:spPr>
          <a:xfrm>
            <a:off x="6133386" y="3156830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CC5D694B-760D-87CA-1147-7FD25257DFE0}"/>
              </a:ext>
            </a:extLst>
          </p:cNvPr>
          <p:cNvSpPr/>
          <p:nvPr/>
        </p:nvSpPr>
        <p:spPr>
          <a:xfrm>
            <a:off x="340505" y="3178480"/>
            <a:ext cx="504000" cy="41212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9ADD8D4A-21ED-9D0B-E49B-CFD13300BC4B}"/>
              </a:ext>
            </a:extLst>
          </p:cNvPr>
          <p:cNvSpPr/>
          <p:nvPr/>
        </p:nvSpPr>
        <p:spPr>
          <a:xfrm>
            <a:off x="882149" y="3177998"/>
            <a:ext cx="2088000" cy="41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50A4720C-BBE7-C895-DFF5-2C68294A243F}"/>
              </a:ext>
            </a:extLst>
          </p:cNvPr>
          <p:cNvSpPr/>
          <p:nvPr/>
        </p:nvSpPr>
        <p:spPr>
          <a:xfrm>
            <a:off x="3012840" y="3177998"/>
            <a:ext cx="3083160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A6B464D0-36B1-9C4F-88A5-072DFF896A04}"/>
              </a:ext>
            </a:extLst>
          </p:cNvPr>
          <p:cNvSpPr/>
          <p:nvPr/>
        </p:nvSpPr>
        <p:spPr>
          <a:xfrm>
            <a:off x="6133387" y="3177998"/>
            <a:ext cx="5723098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9E12D043-5191-D840-39B0-1EE97A2A2C56}"/>
              </a:ext>
            </a:extLst>
          </p:cNvPr>
          <p:cNvCxnSpPr>
            <a:cxnSpLocks/>
          </p:cNvCxnSpPr>
          <p:nvPr/>
        </p:nvCxnSpPr>
        <p:spPr>
          <a:xfrm>
            <a:off x="3012839" y="3613166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14F0DD8E-8A17-3A1A-D155-29D8DD9EE8B1}"/>
              </a:ext>
            </a:extLst>
          </p:cNvPr>
          <p:cNvCxnSpPr>
            <a:cxnSpLocks/>
          </p:cNvCxnSpPr>
          <p:nvPr/>
        </p:nvCxnSpPr>
        <p:spPr>
          <a:xfrm>
            <a:off x="6133386" y="3613166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D35DC0E9-6613-FDBD-3AB6-487D90307B4F}"/>
              </a:ext>
            </a:extLst>
          </p:cNvPr>
          <p:cNvSpPr>
            <a:spLocks/>
          </p:cNvSpPr>
          <p:nvPr/>
        </p:nvSpPr>
        <p:spPr>
          <a:xfrm>
            <a:off x="882149" y="3634334"/>
            <a:ext cx="2088000" cy="3744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05F33E27-54CE-832B-2AA2-92962C044A5B}"/>
              </a:ext>
            </a:extLst>
          </p:cNvPr>
          <p:cNvSpPr/>
          <p:nvPr/>
        </p:nvSpPr>
        <p:spPr>
          <a:xfrm>
            <a:off x="3012840" y="3634334"/>
            <a:ext cx="3083160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0751FCFB-2333-C915-7A67-81CA1DFA1833}"/>
              </a:ext>
            </a:extLst>
          </p:cNvPr>
          <p:cNvSpPr/>
          <p:nvPr/>
        </p:nvSpPr>
        <p:spPr>
          <a:xfrm>
            <a:off x="6133387" y="3634334"/>
            <a:ext cx="5723098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D2C6818F-E2FF-0DDE-C0AA-0F31DC029D17}"/>
              </a:ext>
            </a:extLst>
          </p:cNvPr>
          <p:cNvSpPr>
            <a:spLocks/>
          </p:cNvSpPr>
          <p:nvPr/>
        </p:nvSpPr>
        <p:spPr>
          <a:xfrm>
            <a:off x="340505" y="3633419"/>
            <a:ext cx="504000" cy="3744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148E7BD2-E626-18C9-75FA-39AF2D8AE83B}"/>
              </a:ext>
            </a:extLst>
          </p:cNvPr>
          <p:cNvSpPr>
            <a:spLocks/>
          </p:cNvSpPr>
          <p:nvPr/>
        </p:nvSpPr>
        <p:spPr>
          <a:xfrm>
            <a:off x="883745" y="4051070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AE281FCC-A7F5-533D-05CB-23BA78BCB023}"/>
              </a:ext>
            </a:extLst>
          </p:cNvPr>
          <p:cNvSpPr>
            <a:spLocks/>
          </p:cNvSpPr>
          <p:nvPr/>
        </p:nvSpPr>
        <p:spPr>
          <a:xfrm>
            <a:off x="340505" y="4050637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7218FAA0-8EC7-B9D4-8F8F-FD8BCEEB61F6}"/>
              </a:ext>
            </a:extLst>
          </p:cNvPr>
          <p:cNvCxnSpPr>
            <a:cxnSpLocks/>
          </p:cNvCxnSpPr>
          <p:nvPr/>
        </p:nvCxnSpPr>
        <p:spPr>
          <a:xfrm>
            <a:off x="3012839" y="40299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1D9E3E6A-E331-85DE-5AC4-E1A28C80E228}"/>
              </a:ext>
            </a:extLst>
          </p:cNvPr>
          <p:cNvSpPr/>
          <p:nvPr/>
        </p:nvSpPr>
        <p:spPr>
          <a:xfrm>
            <a:off x="3010986" y="4051070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DA10A318-9240-DC79-CF76-A5BB8D3344DE}"/>
              </a:ext>
            </a:extLst>
          </p:cNvPr>
          <p:cNvCxnSpPr>
            <a:cxnSpLocks/>
          </p:cNvCxnSpPr>
          <p:nvPr/>
        </p:nvCxnSpPr>
        <p:spPr>
          <a:xfrm>
            <a:off x="6133386" y="4029902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41FFFDEB-BD90-1908-4BA2-93A100A5B4DF}"/>
              </a:ext>
            </a:extLst>
          </p:cNvPr>
          <p:cNvSpPr/>
          <p:nvPr/>
        </p:nvSpPr>
        <p:spPr>
          <a:xfrm>
            <a:off x="6133387" y="4051070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B57C7030-2FBF-DDBD-7595-C1F9FCD19F85}"/>
              </a:ext>
            </a:extLst>
          </p:cNvPr>
          <p:cNvCxnSpPr>
            <a:cxnSpLocks/>
          </p:cNvCxnSpPr>
          <p:nvPr/>
        </p:nvCxnSpPr>
        <p:spPr>
          <a:xfrm>
            <a:off x="3012839" y="490383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FC7A135B-B2B8-F59B-4615-84D3ADD3C309}"/>
              </a:ext>
            </a:extLst>
          </p:cNvPr>
          <p:cNvCxnSpPr>
            <a:cxnSpLocks/>
          </p:cNvCxnSpPr>
          <p:nvPr/>
        </p:nvCxnSpPr>
        <p:spPr>
          <a:xfrm>
            <a:off x="6133386" y="4903838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EC738B4-3195-79D9-C84A-1CA2FDF9CC9E}"/>
              </a:ext>
            </a:extLst>
          </p:cNvPr>
          <p:cNvSpPr>
            <a:spLocks/>
          </p:cNvSpPr>
          <p:nvPr/>
        </p:nvSpPr>
        <p:spPr>
          <a:xfrm>
            <a:off x="883745" y="4928325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BA086EB1-0A36-83AC-6529-22AD2D60A5B8}"/>
              </a:ext>
            </a:extLst>
          </p:cNvPr>
          <p:cNvSpPr>
            <a:spLocks/>
          </p:cNvSpPr>
          <p:nvPr/>
        </p:nvSpPr>
        <p:spPr>
          <a:xfrm>
            <a:off x="340505" y="4925055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2B18C57F-D05E-3504-4D13-738A9DD169AD}"/>
              </a:ext>
            </a:extLst>
          </p:cNvPr>
          <p:cNvSpPr/>
          <p:nvPr/>
        </p:nvSpPr>
        <p:spPr>
          <a:xfrm>
            <a:off x="3010986" y="4925006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4F5D9FEB-6492-F7AC-65DD-B6D9C4E8BBF5}"/>
              </a:ext>
            </a:extLst>
          </p:cNvPr>
          <p:cNvSpPr/>
          <p:nvPr/>
        </p:nvSpPr>
        <p:spPr>
          <a:xfrm>
            <a:off x="6133387" y="4925006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7" name="直線コネクタ 156">
            <a:extLst>
              <a:ext uri="{FF2B5EF4-FFF2-40B4-BE49-F238E27FC236}">
                <ns2:creationId id="{4E26212A-5592-43A3-35C8-26AEC4A0B85C}"/>
              </a:ext>
            </a:extLst>
          </p:cNvPr>
          <p:cNvCxnSpPr>
            <a:cxnSpLocks/>
          </p:cNvCxnSpPr>
          <p:nvPr/>
        </p:nvCxnSpPr>
        <p:spPr>
          <a:xfrm>
            <a:off x="3012839" y="5777774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線コネクタ 157">
            <a:extLst>
              <a:ext uri="{FF2B5EF4-FFF2-40B4-BE49-F238E27FC236}">
                <ns2:creationId id="{912DCD68-B4B6-10B5-5847-3FEAC9F269C9}"/>
              </a:ext>
            </a:extLst>
          </p:cNvPr>
          <p:cNvCxnSpPr>
            <a:cxnSpLocks/>
          </p:cNvCxnSpPr>
          <p:nvPr/>
        </p:nvCxnSpPr>
        <p:spPr>
          <a:xfrm>
            <a:off x="6133386" y="5777774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正方形/長方形 158">
            <a:extLst>
              <a:ext uri="{FF2B5EF4-FFF2-40B4-BE49-F238E27FC236}">
                <ns2:creationId id="{E779A4E6-25C8-B475-50EC-C1EC3F5F31FE}"/>
              </a:ext>
            </a:extLst>
          </p:cNvPr>
          <p:cNvSpPr>
            <a:spLocks/>
          </p:cNvSpPr>
          <p:nvPr/>
        </p:nvSpPr>
        <p:spPr>
          <a:xfrm>
            <a:off x="883745" y="5800888"/>
            <a:ext cx="2088000" cy="5112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5DE2E46B-BDF1-7252-F784-BDB60D21F509}"/>
              </a:ext>
            </a:extLst>
          </p:cNvPr>
          <p:cNvSpPr>
            <a:spLocks/>
          </p:cNvSpPr>
          <p:nvPr/>
        </p:nvSpPr>
        <p:spPr>
          <a:xfrm>
            <a:off x="340505" y="5799471"/>
            <a:ext cx="504000" cy="511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1766E4A0-5FBB-375B-88F9-452EA6B9B0AD}"/>
              </a:ext>
            </a:extLst>
          </p:cNvPr>
          <p:cNvSpPr/>
          <p:nvPr/>
        </p:nvSpPr>
        <p:spPr>
          <a:xfrm>
            <a:off x="3010986" y="5798941"/>
            <a:ext cx="3083160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C4237762-84F9-FCBA-E29F-375B4CBC2858}"/>
              </a:ext>
            </a:extLst>
          </p:cNvPr>
          <p:cNvSpPr/>
          <p:nvPr/>
        </p:nvSpPr>
        <p:spPr>
          <a:xfrm>
            <a:off x="6133387" y="5798941"/>
            <a:ext cx="5723098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69" name="グラフィックス 168" descr="本 単色塗りつぶし">
            <a:extLst>
              <a:ext uri="{FF2B5EF4-FFF2-40B4-BE49-F238E27FC236}">
                <ns2:creationId id="{1A2FCAFE-8C84-EBCC-F005-718539CAF8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10149" y="3231998"/>
            <a:ext cx="360000" cy="360000"/>
          </a:xfrm>
          <a:prstGeom prst="rect">
            <a:avLst/>
          </a:prstGeom>
        </p:spPr>
      </p:pic>
      <p:pic>
        <p:nvPicPr>
          <p:cNvPr id="173" name="グラフィックス 172" descr="対象の人々 単色塗りつぶし">
            <a:extLst>
              <a:ext uri="{FF2B5EF4-FFF2-40B4-BE49-F238E27FC236}">
                <ns2:creationId id="{D150E071-AAFD-DE03-C3F6-1E69595010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10149" y="3645415"/>
            <a:ext cx="360000" cy="360000"/>
          </a:xfrm>
          <a:prstGeom prst="rect">
            <a:avLst/>
          </a:prstGeom>
        </p:spPr>
      </p:pic>
      <p:pic>
        <p:nvPicPr>
          <p:cNvPr id="175" name="グラフィックス 174" descr="的中 単色塗りつぶし">
            <a:extLst>
              <a:ext uri="{FF2B5EF4-FFF2-40B4-BE49-F238E27FC236}">
                <ns2:creationId id="{3D1F3F38-6A9C-DF5C-2938-DA8F544607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10149" y="2775922"/>
            <a:ext cx="360000" cy="360000"/>
          </a:xfrm>
          <a:prstGeom prst="rect">
            <a:avLst/>
          </a:prstGeom>
        </p:spPr>
      </p:pic>
      <p:pic>
        <p:nvPicPr>
          <p:cNvPr id="179" name="グラフィックス 178" descr="マーケティング 単色塗りつぶし">
            <a:extLst>
              <a:ext uri="{FF2B5EF4-FFF2-40B4-BE49-F238E27FC236}">
                <ns2:creationId id="{FBF2B0A4-BC85-675D-20D8-FEE7097318A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10149" y="5952088"/>
            <a:ext cx="360000" cy="360000"/>
          </a:xfrm>
          <a:prstGeom prst="rect">
            <a:avLst/>
          </a:prstGeom>
        </p:spPr>
      </p:pic>
      <p:pic>
        <p:nvPicPr>
          <p:cNvPr id="94" name="グラフィックス 93" descr="グループでのブレーンストーミング 単色塗りつぶし">
            <a:extLst>
              <a:ext uri="{FF2B5EF4-FFF2-40B4-BE49-F238E27FC236}">
                <ns2:creationId id="{FD749DBA-9576-09B0-A092-C1751F0B66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10149" y="5396606"/>
            <a:ext cx="360000" cy="360000"/>
          </a:xfrm>
          <a:prstGeom prst="rect">
            <a:avLst/>
          </a:prstGeom>
        </p:spPr>
      </p:pic>
      <p:pic>
        <p:nvPicPr>
          <p:cNvPr id="96" name="グラフィックス 95" descr="オフィス ワーカー (男性) 単色塗りつぶし">
            <a:extLst>
              <a:ext uri="{FF2B5EF4-FFF2-40B4-BE49-F238E27FC236}">
                <ns2:creationId id="{8314DC2B-0325-8917-EDE2-461176740D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611949" y="4516955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944598326"/>
      </p:ext>
    </p:extLst>
  </p:cSld>
  <p:clrMapOvr>
    <a:masterClrMapping/>
  </p:clrMapOvr>
</p:sld>
</file>

<file path=ppt/slides/slide1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B467809-9E62-BE58-5846-B56C4F870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C9BD345-C6B5-0F4C-41CA-7C57A925655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41541B56-6104-0261-7C6A-1C6DF1B8494C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C33B9E-02E4-78A7-DDDA-1A9BD5A902E8}"/>
              </a:ext>
            </a:extLst>
          </p:cNvPr>
          <p:cNvSpPr/>
          <p:nvPr/>
        </p:nvSpPr>
        <p:spPr>
          <a:xfrm>
            <a:off x="340505" y="1900862"/>
            <a:ext cx="504000" cy="80076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2BE9703F-3470-3A03-6396-B90207A5436B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19EE316D-A65F-F210-D6B1-7A36309F4D97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3530C7D2-4E2C-7FF9-D97B-7E7AE95CC9E8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48A60C4E-34EB-9832-B967-12E38E8F0FD2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D65ED2B0-259B-C629-3A72-64F600FB0FD6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4D8783D3-4649-61DA-B90B-17DC8F0B67A1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2C40CEA5-2309-CE81-1FC5-4F8EF91DC0B9}"/>
              </a:ext>
            </a:extLst>
          </p:cNvPr>
          <p:cNvSpPr txBox="1"/>
          <p:nvPr/>
        </p:nvSpPr>
        <p:spPr>
          <a:xfrm>
            <a:off x="6138691" y="1623187"/>
            <a:ext cx="5722439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7876F1D2-641B-BFEA-4DCD-621203B76C41}"/>
              </a:ext>
            </a:extLst>
          </p:cNvPr>
          <p:cNvCxnSpPr>
            <a:cxnSpLocks/>
          </p:cNvCxnSpPr>
          <p:nvPr/>
        </p:nvCxnSpPr>
        <p:spPr>
          <a:xfrm>
            <a:off x="6138691" y="187476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6D86F675-01AA-8D8A-CFEF-5A1B56FBF646}"/>
              </a:ext>
            </a:extLst>
          </p:cNvPr>
          <p:cNvSpPr/>
          <p:nvPr/>
        </p:nvSpPr>
        <p:spPr>
          <a:xfrm>
            <a:off x="882149" y="1901122"/>
            <a:ext cx="2088000" cy="800767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9573B115-2042-85EF-63D2-2851C0AA1E89}"/>
              </a:ext>
            </a:extLst>
          </p:cNvPr>
          <p:cNvSpPr/>
          <p:nvPr/>
        </p:nvSpPr>
        <p:spPr>
          <a:xfrm>
            <a:off x="6138691" y="1900862"/>
            <a:ext cx="5722439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3" name="正方形/長方形 122">
            <a:extLst>
              <a:ext uri="{FF2B5EF4-FFF2-40B4-BE49-F238E27FC236}">
                <ns2:creationId id="{A78D35DE-9CB0-7FD4-BE0F-DC4958731B3C}"/>
              </a:ext>
            </a:extLst>
          </p:cNvPr>
          <p:cNvSpPr/>
          <p:nvPr/>
        </p:nvSpPr>
        <p:spPr>
          <a:xfrm>
            <a:off x="3012840" y="1900862"/>
            <a:ext cx="3083160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C55CB20A-5296-2DBB-97BE-0BFA520EFD4F}"/>
              </a:ext>
            </a:extLst>
          </p:cNvPr>
          <p:cNvCxnSpPr>
            <a:cxnSpLocks/>
          </p:cNvCxnSpPr>
          <p:nvPr/>
        </p:nvCxnSpPr>
        <p:spPr>
          <a:xfrm>
            <a:off x="3012839" y="2730535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27D9CC01-4CF1-34B3-623D-C085B7369823}"/>
              </a:ext>
            </a:extLst>
          </p:cNvPr>
          <p:cNvCxnSpPr>
            <a:cxnSpLocks/>
          </p:cNvCxnSpPr>
          <p:nvPr/>
        </p:nvCxnSpPr>
        <p:spPr>
          <a:xfrm>
            <a:off x="6138691" y="273053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18350620-5808-528D-7312-E4341938F99D}"/>
              </a:ext>
            </a:extLst>
          </p:cNvPr>
          <p:cNvSpPr/>
          <p:nvPr/>
        </p:nvSpPr>
        <p:spPr>
          <a:xfrm>
            <a:off x="340505" y="2752185"/>
            <a:ext cx="504000" cy="95842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69811406-9D2C-E89A-273A-A00F69670AE5}"/>
              </a:ext>
            </a:extLst>
          </p:cNvPr>
          <p:cNvSpPr/>
          <p:nvPr/>
        </p:nvSpPr>
        <p:spPr>
          <a:xfrm>
            <a:off x="882149" y="2751702"/>
            <a:ext cx="2088000" cy="96279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B5C58EF1-3A58-94DD-3519-0DB839A8F485}"/>
              </a:ext>
            </a:extLst>
          </p:cNvPr>
          <p:cNvSpPr/>
          <p:nvPr/>
        </p:nvSpPr>
        <p:spPr>
          <a:xfrm>
            <a:off x="3012840" y="2751702"/>
            <a:ext cx="3083160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EB1A3B05-79D4-6192-CD48-F074F0F78A1D}"/>
              </a:ext>
            </a:extLst>
          </p:cNvPr>
          <p:cNvSpPr/>
          <p:nvPr/>
        </p:nvSpPr>
        <p:spPr>
          <a:xfrm>
            <a:off x="6138691" y="2751702"/>
            <a:ext cx="5722439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D1C4145B-7FAB-3927-93DC-CF11E8FAFF61}"/>
              </a:ext>
            </a:extLst>
          </p:cNvPr>
          <p:cNvCxnSpPr>
            <a:cxnSpLocks/>
          </p:cNvCxnSpPr>
          <p:nvPr/>
        </p:nvCxnSpPr>
        <p:spPr>
          <a:xfrm>
            <a:off x="3012839" y="3735671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4E8AC19B-593C-19C2-7F6C-8E73198AA04D}"/>
              </a:ext>
            </a:extLst>
          </p:cNvPr>
          <p:cNvCxnSpPr>
            <a:cxnSpLocks/>
          </p:cNvCxnSpPr>
          <p:nvPr/>
        </p:nvCxnSpPr>
        <p:spPr>
          <a:xfrm>
            <a:off x="6138691" y="3735671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B50215D3-7FA1-10F6-C610-EAB1DEFF637B}"/>
              </a:ext>
            </a:extLst>
          </p:cNvPr>
          <p:cNvSpPr>
            <a:spLocks/>
          </p:cNvSpPr>
          <p:nvPr/>
        </p:nvSpPr>
        <p:spPr>
          <a:xfrm>
            <a:off x="882149" y="3756831"/>
            <a:ext cx="2088000" cy="80070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B1F8114A-90F6-E18A-17E2-60B8E15593D0}"/>
              </a:ext>
            </a:extLst>
          </p:cNvPr>
          <p:cNvSpPr/>
          <p:nvPr/>
        </p:nvSpPr>
        <p:spPr>
          <a:xfrm>
            <a:off x="3012840" y="3756831"/>
            <a:ext cx="3083160" cy="8007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7E68D7C6-7C38-AC7E-C519-A980EE683A2C}"/>
              </a:ext>
            </a:extLst>
          </p:cNvPr>
          <p:cNvSpPr/>
          <p:nvPr/>
        </p:nvSpPr>
        <p:spPr>
          <a:xfrm>
            <a:off x="6138691" y="3756839"/>
            <a:ext cx="5722439" cy="80069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43512A6-82DE-C399-2EC3-C87B1BA9D862}"/>
              </a:ext>
            </a:extLst>
          </p:cNvPr>
          <p:cNvSpPr>
            <a:spLocks/>
          </p:cNvSpPr>
          <p:nvPr/>
        </p:nvSpPr>
        <p:spPr>
          <a:xfrm>
            <a:off x="340505" y="3755916"/>
            <a:ext cx="504000" cy="80070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5392309B-2CA3-3B12-C5F1-FEA48412EDED}"/>
              </a:ext>
            </a:extLst>
          </p:cNvPr>
          <p:cNvSpPr>
            <a:spLocks/>
          </p:cNvSpPr>
          <p:nvPr/>
        </p:nvSpPr>
        <p:spPr>
          <a:xfrm>
            <a:off x="883745" y="4599870"/>
            <a:ext cx="2088000" cy="634931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7ABF3CA4-5EF5-49C7-575E-9CDE3D7807EB}"/>
              </a:ext>
            </a:extLst>
          </p:cNvPr>
          <p:cNvSpPr>
            <a:spLocks/>
          </p:cNvSpPr>
          <p:nvPr/>
        </p:nvSpPr>
        <p:spPr>
          <a:xfrm>
            <a:off x="340505" y="4599437"/>
            <a:ext cx="504000" cy="63493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F4458986-FE4B-502E-90AE-E802E434088A}"/>
              </a:ext>
            </a:extLst>
          </p:cNvPr>
          <p:cNvCxnSpPr>
            <a:cxnSpLocks/>
          </p:cNvCxnSpPr>
          <p:nvPr/>
        </p:nvCxnSpPr>
        <p:spPr>
          <a:xfrm>
            <a:off x="3012839" y="45787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37AE6EBC-9EE4-C420-9D29-8E5414CDADD7}"/>
              </a:ext>
            </a:extLst>
          </p:cNvPr>
          <p:cNvSpPr/>
          <p:nvPr/>
        </p:nvSpPr>
        <p:spPr>
          <a:xfrm>
            <a:off x="3010986" y="4599870"/>
            <a:ext cx="3083160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37FFF740-47F7-BE47-045B-D2FA92BA020C}"/>
              </a:ext>
            </a:extLst>
          </p:cNvPr>
          <p:cNvCxnSpPr>
            <a:cxnSpLocks/>
          </p:cNvCxnSpPr>
          <p:nvPr/>
        </p:nvCxnSpPr>
        <p:spPr>
          <a:xfrm>
            <a:off x="6138691" y="4578702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E4D9964A-31E7-530E-5F09-193C0634C22F}"/>
              </a:ext>
            </a:extLst>
          </p:cNvPr>
          <p:cNvSpPr/>
          <p:nvPr/>
        </p:nvSpPr>
        <p:spPr>
          <a:xfrm>
            <a:off x="6138691" y="4599870"/>
            <a:ext cx="5722439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E880A2CA-17F0-F51D-5180-32A6FF9C5045}"/>
              </a:ext>
            </a:extLst>
          </p:cNvPr>
          <p:cNvCxnSpPr>
            <a:cxnSpLocks/>
          </p:cNvCxnSpPr>
          <p:nvPr/>
        </p:nvCxnSpPr>
        <p:spPr>
          <a:xfrm>
            <a:off x="3012839" y="525470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62510B3B-670C-9714-D1D4-FBB5976A299E}"/>
              </a:ext>
            </a:extLst>
          </p:cNvPr>
          <p:cNvCxnSpPr>
            <a:cxnSpLocks/>
          </p:cNvCxnSpPr>
          <p:nvPr/>
        </p:nvCxnSpPr>
        <p:spPr>
          <a:xfrm>
            <a:off x="6138691" y="5254708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6B2E1CD-48B0-7AE8-3E60-AF87175CAE6E}"/>
              </a:ext>
            </a:extLst>
          </p:cNvPr>
          <p:cNvSpPr>
            <a:spLocks/>
          </p:cNvSpPr>
          <p:nvPr/>
        </p:nvSpPr>
        <p:spPr>
          <a:xfrm>
            <a:off x="883745" y="5279194"/>
            <a:ext cx="2088000" cy="103284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08EA842E-5FD2-9F96-D63D-A3427D260597}"/>
              </a:ext>
            </a:extLst>
          </p:cNvPr>
          <p:cNvSpPr>
            <a:spLocks/>
          </p:cNvSpPr>
          <p:nvPr/>
        </p:nvSpPr>
        <p:spPr>
          <a:xfrm>
            <a:off x="340505" y="5275924"/>
            <a:ext cx="504000" cy="10328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1CF98561-40FC-B37A-26B7-DF0C91A5BA79}"/>
              </a:ext>
            </a:extLst>
          </p:cNvPr>
          <p:cNvSpPr/>
          <p:nvPr/>
        </p:nvSpPr>
        <p:spPr>
          <a:xfrm>
            <a:off x="3010986" y="5275875"/>
            <a:ext cx="3083160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FD466647-86F4-81C1-8AEC-DE5AE55D155B}"/>
              </a:ext>
            </a:extLst>
          </p:cNvPr>
          <p:cNvSpPr/>
          <p:nvPr/>
        </p:nvSpPr>
        <p:spPr>
          <a:xfrm>
            <a:off x="6138691" y="5275875"/>
            <a:ext cx="5722439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69" name="グラフィックス 68" descr="役員室 単色塗りつぶし">
            <a:extLst>
              <a:ext uri="{FF2B5EF4-FFF2-40B4-BE49-F238E27FC236}">
                <ns2:creationId id="{A8838E9F-1F7D-CC47-985F-B2470B5B30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06803" y="4193468"/>
            <a:ext cx="360000" cy="360000"/>
          </a:xfrm>
          <a:prstGeom prst="rect">
            <a:avLst/>
          </a:prstGeom>
        </p:spPr>
      </p:pic>
      <p:pic>
        <p:nvPicPr>
          <p:cNvPr id="73" name="グラフィックス 72" descr="拡大鏡 単色塗りつぶし">
            <a:extLst>
              <a:ext uri="{FF2B5EF4-FFF2-40B4-BE49-F238E27FC236}">
                <ns2:creationId id="{348EA02E-A846-13E7-C601-64C5064FEB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06803" y="4867065"/>
            <a:ext cx="360000" cy="360000"/>
          </a:xfrm>
          <a:prstGeom prst="rect">
            <a:avLst/>
          </a:prstGeom>
        </p:spPr>
      </p:pic>
      <p:pic>
        <p:nvPicPr>
          <p:cNvPr id="75" name="グラフィックス 74" descr="握手 単色塗りつぶし">
            <a:extLst>
              <a:ext uri="{FF2B5EF4-FFF2-40B4-BE49-F238E27FC236}">
                <ns2:creationId id="{FFB0A28A-E593-1776-B3D9-8EA0541623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06803" y="5948725"/>
            <a:ext cx="360000" cy="360000"/>
          </a:xfrm>
          <a:prstGeom prst="rect">
            <a:avLst/>
          </a:prstGeom>
        </p:spPr>
      </p:pic>
      <p:pic>
        <p:nvPicPr>
          <p:cNvPr id="78" name="グラフィックス 77" descr="裁判官男性 単色塗りつぶし">
            <a:extLst>
              <a:ext uri="{FF2B5EF4-FFF2-40B4-BE49-F238E27FC236}">
                <ns2:creationId id="{D5AF2C8E-A22F-4DBF-834F-3A005A24FD5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06803" y="3350608"/>
            <a:ext cx="360000" cy="360000"/>
          </a:xfrm>
          <a:prstGeom prst="rect">
            <a:avLst/>
          </a:prstGeom>
        </p:spPr>
      </p:pic>
      <p:pic>
        <p:nvPicPr>
          <p:cNvPr id="82" name="グラフィックス 81" descr="プレゼンテーション (チェックリスト) 単色塗りつぶし">
            <a:extLst>
              <a:ext uri="{FF2B5EF4-FFF2-40B4-BE49-F238E27FC236}">
                <ns2:creationId id="{57122BB1-5C3D-5833-5BA2-EA912F506F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08603" y="2345229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2296150995"/>
      </p:ext>
    </p:extLst>
  </p:cSld>
  <p:clrMapOvr>
    <a:masterClrMapping/>
  </p:clrMapOvr>
</p:sld>
</file>

<file path=ppt/slides/slide18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180821862"/>
      </p:ext>
    </p:extLst>
  </p:cSld>
  <p:clrMapOvr>
    <a:masterClrMapping/>
  </p:clrMapOvr>
</p:sld>
</file>

<file path=ppt/slides/slide18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281375895"/>
      </p:ext>
    </p:extLst>
  </p:cSld>
  <p:clrMapOvr>
    <a:masterClrMapping/>
  </p:clrMapOvr>
</p:sld>
</file>

<file path=ppt/slides/slide1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3775301095"/>
      </p:ext>
    </p:extLst>
  </p:cSld>
  <p:clrMapOvr>
    <a:masterClrMapping/>
  </p:clrMapOvr>
</p:sld>
</file>

<file path=ppt/slides/slide18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118A611-B124-5F94-796B-BBEEC0344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AAE714-4C76-0E74-1E44-A7F061B2C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) 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722E377-F154-89A5-626E-DFE947BF0F3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86211"/>
          </a:xfrm>
        </p:spPr>
        <p:txBody>
          <a:bodyPr/>
          <a:lstStyle/>
          <a:p>
            <a:r>
              <a:rPr lang="ja-JP" altLang="en-US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</a:p>
        </p:txBody>
      </p:sp>
      <p:sp>
        <p:nvSpPr>
          <p:cNvPr id="262" name="テキスト ボックス 261">
            <a:extLst>
              <a:ext uri="{FF2B5EF4-FFF2-40B4-BE49-F238E27FC236}">
                <ns2:creationId id="{6245AE00-7404-CF26-64A3-C85760BE3ADA}"/>
              </a:ext>
            </a:extLst>
          </p:cNvPr>
          <p:cNvSpPr txBox="1"/>
          <p:nvPr/>
        </p:nvSpPr>
        <p:spPr>
          <a:xfrm>
            <a:off x="6920345" y="6339898"/>
            <a:ext cx="49262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58" name="Group 557">
            <a:extLst>
              <a:ext uri="{FF2B5EF4-FFF2-40B4-BE49-F238E27FC236}">
                <ns2:creationId id="{42EDDA27-A36C-A7B1-4AA1-A51628E1956D}"/>
              </a:ext>
            </a:extLst>
          </p:cNvPr>
          <p:cNvGrpSpPr/>
          <p:nvPr/>
        </p:nvGrpSpPr>
        <p:grpSpPr>
          <a:xfrm>
            <a:off x="7101150" y="321903"/>
            <a:ext cx="3565119" cy="507459"/>
            <a:chOff x="7101150" y="321903"/>
            <a:chExt cx="3565119" cy="507459"/>
          </a:xfrm>
        </p:grpSpPr>
        <p:sp>
          <p:nvSpPr>
            <p:cNvPr id="228" name="Shape 116">
              <a:extLst>
                <a:ext uri="{FF2B5EF4-FFF2-40B4-BE49-F238E27FC236}">
                  <ns2:creationId id="{BE849413-362E-0291-E39A-015B53D8F981}"/>
                </a:ext>
              </a:extLst>
            </p:cNvPr>
            <p:cNvSpPr/>
            <p:nvPr/>
          </p:nvSpPr>
          <p:spPr>
            <a:xfrm>
              <a:off x="8441460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60000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2" name="Shape 118">
              <a:extLst>
                <a:ext uri="{FF2B5EF4-FFF2-40B4-BE49-F238E27FC236}">
                  <ns2:creationId id="{187FD8C1-95F2-5438-FE61-2011A6BBAE37}"/>
                </a:ext>
              </a:extLst>
            </p:cNvPr>
            <p:cNvSpPr/>
            <p:nvPr/>
          </p:nvSpPr>
          <p:spPr>
            <a:xfrm>
              <a:off x="9198842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2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36" name="Shape 120">
              <a:extLst>
                <a:ext uri="{FF2B5EF4-FFF2-40B4-BE49-F238E27FC236}">
                  <ns2:creationId id="{34EB078A-5A79-B0B1-BF86-0136CAEE65D6}"/>
                </a:ext>
              </a:extLst>
            </p:cNvPr>
            <p:cNvSpPr/>
            <p:nvPr/>
          </p:nvSpPr>
          <p:spPr>
            <a:xfrm>
              <a:off x="9956224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24" name="Shape 114">
              <a:extLst>
                <a:ext uri="{FF2B5EF4-FFF2-40B4-BE49-F238E27FC236}">
                  <ns2:creationId id="{B44E74E2-E4CE-0210-6EA2-C0A961313C57}"/>
                </a:ext>
              </a:extLst>
            </p:cNvPr>
            <p:cNvSpPr/>
            <p:nvPr/>
          </p:nvSpPr>
          <p:spPr>
            <a:xfrm>
              <a:off x="7684078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F05BF773-5E1D-2FCA-1D6F-BA73AEB0A081}"/>
                </a:ext>
              </a:extLst>
            </p:cNvPr>
            <p:cNvSpPr/>
            <p:nvPr/>
          </p:nvSpPr>
          <p:spPr>
            <a:xfrm>
              <a:off x="7672821" y="609239"/>
              <a:ext cx="716972" cy="220122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26C967B5-19B2-07B8-35B6-F3A2601D7B43}"/>
                </a:ext>
              </a:extLst>
            </p:cNvPr>
            <p:cNvSpPr txBox="1"/>
            <p:nvPr/>
          </p:nvSpPr>
          <p:spPr>
            <a:xfrm>
              <a:off x="8441461" y="609240"/>
              <a:ext cx="710044" cy="220122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7ECD9BAD-1CE7-A1D9-8C54-4DC97EBDBB3B}"/>
                </a:ext>
              </a:extLst>
            </p:cNvPr>
            <p:cNvSpPr txBox="1"/>
            <p:nvPr/>
          </p:nvSpPr>
          <p:spPr>
            <a:xfrm>
              <a:off x="7101150" y="421744"/>
              <a:ext cx="535592" cy="307777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1" name="グループ化 50">
            <a:extLst>
              <a:ext uri="{FF2B5EF4-FFF2-40B4-BE49-F238E27FC236}">
                <ns2:creationId id="{950B00EB-EE74-927C-69BC-AFCC30C8D386}"/>
              </a:ext>
            </a:extLst>
          </p:cNvPr>
          <p:cNvGrpSpPr/>
          <p:nvPr/>
        </p:nvGrpSpPr>
        <p:grpSpPr>
          <a:xfrm>
            <a:off x="330538" y="1634294"/>
            <a:ext cx="11532035" cy="4675426"/>
            <a:chOff x="330538" y="1634294"/>
            <a:chExt cx="11532035" cy="4675426"/>
          </a:xfrm>
        </p:grpSpPr>
        <p:sp>
          <p:nvSpPr>
            <p:cNvPr id="12" name="Richtungspfeil 1">
              <a:extLst>
                <a:ext uri="{FF2B5EF4-FFF2-40B4-BE49-F238E27FC236}">
                  <ns2:creationId id="{B61E2793-BB53-5141-9E4A-8DFE0C3F419C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2" y="1942873"/>
              <a:ext cx="7417464" cy="4000728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Richtungspfeil 1">
              <a:extLst>
                <a:ext uri="{FF2B5EF4-FFF2-40B4-BE49-F238E27FC236}">
                  <ns2:creationId id="{307FFB9C-7558-6903-5F0B-E011F3FEEEF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7730420" y="1939521"/>
              <a:ext cx="4116149" cy="4004080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8" name="正方形/長方形 3">
              <a:extLst>
                <a:ext uri="{FF2B5EF4-FFF2-40B4-BE49-F238E27FC236}">
                  <ns2:creationId id="{F123D057-EE2E-151C-7EC4-83E7E7FF4909}"/>
                </a:ext>
              </a:extLst>
            </p:cNvPr>
            <p:cNvSpPr/>
            <p:nvPr/>
          </p:nvSpPr>
          <p:spPr>
            <a:xfrm>
              <a:off x="330538" y="1942873"/>
              <a:ext cx="11526500" cy="334800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Text 7">
              <a:extLst>
                <a:ext uri="{FF2B5EF4-FFF2-40B4-BE49-F238E27FC236}">
                  <ns2:creationId id="{5C86D51E-B610-95AD-1FA0-EDF1D0F06F44}"/>
                </a:ext>
              </a:extLst>
            </p:cNvPr>
            <p:cNvSpPr txBox="1"/>
            <p:nvPr/>
          </p:nvSpPr>
          <p:spPr>
            <a:xfrm>
              <a:off x="330538" y="1634294"/>
              <a:ext cx="45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1" name="background">
              <a:extLst>
                <a:ext uri="{FF2B5EF4-FFF2-40B4-BE49-F238E27FC236}">
                  <ns2:creationId id="{4D49A0AF-CE8C-CEA4-5CE8-7A9E88DB8467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69138" y="202750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2" name="background">
              <a:extLst>
                <a:ext uri="{FF2B5EF4-FFF2-40B4-BE49-F238E27FC236}">
                  <ns2:creationId id="{8F57ED9A-1D23-B994-4B5A-85221E7BFFA5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469138" y="236257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background">
              <a:extLst>
                <a:ext uri="{FF2B5EF4-FFF2-40B4-BE49-F238E27FC236}">
                  <ns2:creationId id="{E2416C6F-C5D2-BFD1-2C0F-F51FE75C9D43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469138" y="269764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background">
              <a:extLst>
                <a:ext uri="{FF2B5EF4-FFF2-40B4-BE49-F238E27FC236}">
                  <ns2:creationId id="{6AB0F1C3-253A-AFF8-79A8-848594B6AD56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37117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background">
              <a:extLst>
                <a:ext uri="{FF2B5EF4-FFF2-40B4-BE49-F238E27FC236}">
                  <ns2:creationId id="{F7F0839E-633B-B4F7-EC72-346E54E6F594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56709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background">
              <a:extLst>
                <a:ext uri="{FF2B5EF4-FFF2-40B4-BE49-F238E27FC236}">
                  <ns2:creationId id="{2FBF8C0C-7BC2-B524-5645-4FC1A2961A1C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469138" y="470807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7" name="background">
              <a:extLst>
                <a:ext uri="{FF2B5EF4-FFF2-40B4-BE49-F238E27FC236}">
                  <ns2:creationId id="{07EBA4EF-CEB8-8B8E-D7B3-6D1EB2040BD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469138" y="5378216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8" name="background">
              <a:extLst>
                <a:ext uri="{FF2B5EF4-FFF2-40B4-BE49-F238E27FC236}">
                  <ns2:creationId id="{256DAE24-1BCE-5366-9E97-291BF74C0A41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469138" y="504314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9" name="background">
              <a:extLst>
                <a:ext uri="{FF2B5EF4-FFF2-40B4-BE49-F238E27FC236}">
                  <ns2:creationId id="{6EB74735-FBF1-C484-B401-F93E7A52E67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469138" y="370286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0" name="background">
              <a:extLst>
                <a:ext uri="{FF2B5EF4-FFF2-40B4-BE49-F238E27FC236}">
                  <ns2:creationId id="{F0CC3DA6-ABB4-18D6-5B75-B4CDEAFA11AB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9138" y="437300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background">
              <a:extLst>
                <a:ext uri="{FF2B5EF4-FFF2-40B4-BE49-F238E27FC236}">
                  <ns2:creationId id="{65058F37-EFDE-AB5F-3019-F83C12A6B73F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469138" y="303271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background">
              <a:extLst>
                <a:ext uri="{FF2B5EF4-FFF2-40B4-BE49-F238E27FC236}">
                  <ns2:creationId id="{BCD19CE2-BF9D-5303-0989-E6FF65BD537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>
            <a:xfrm>
              <a:off x="469138" y="336778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background">
              <a:extLst>
                <a:ext uri="{FF2B5EF4-FFF2-40B4-BE49-F238E27FC236}">
                  <ns2:creationId id="{D2170A43-3E9A-C9B2-3F13-A70C8ED298A7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>
            <a:xfrm>
              <a:off x="469138" y="403793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Text 7">
              <a:extLst>
                <a:ext uri="{FF2B5EF4-FFF2-40B4-BE49-F238E27FC236}">
                  <ns2:creationId id="{4CFF435D-A936-4F58-5431-C484F0449EC3}"/>
                </a:ext>
              </a:extLst>
            </p:cNvPr>
            <p:cNvSpPr txBox="1"/>
            <p:nvPr/>
          </p:nvSpPr>
          <p:spPr>
            <a:xfrm>
              <a:off x="330539" y="196721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Text 7">
              <a:extLst>
                <a:ext uri="{FF2B5EF4-FFF2-40B4-BE49-F238E27FC236}">
                  <ns2:creationId id="{4CFD08E3-1FEC-784A-9CC8-7470D32F12A8}"/>
                </a:ext>
              </a:extLst>
            </p:cNvPr>
            <p:cNvSpPr txBox="1"/>
            <p:nvPr/>
          </p:nvSpPr>
          <p:spPr>
            <a:xfrm>
              <a:off x="330539" y="230229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Text 7">
              <a:extLst>
                <a:ext uri="{FF2B5EF4-FFF2-40B4-BE49-F238E27FC236}">
                  <ns2:creationId id="{34660A5A-E41D-65BA-C88B-C7C3AD79B9D3}"/>
                </a:ext>
              </a:extLst>
            </p:cNvPr>
            <p:cNvSpPr txBox="1"/>
            <p:nvPr/>
          </p:nvSpPr>
          <p:spPr>
            <a:xfrm>
              <a:off x="330539" y="263736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Text 7">
              <a:extLst>
                <a:ext uri="{FF2B5EF4-FFF2-40B4-BE49-F238E27FC236}">
                  <ns2:creationId id="{1513F1F8-7EFE-65AA-18D1-E3D7E2F8E1F8}"/>
                </a:ext>
              </a:extLst>
            </p:cNvPr>
            <p:cNvSpPr txBox="1"/>
            <p:nvPr/>
          </p:nvSpPr>
          <p:spPr>
            <a:xfrm>
              <a:off x="330539" y="297243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Text 7">
              <a:extLst>
                <a:ext uri="{FF2B5EF4-FFF2-40B4-BE49-F238E27FC236}">
                  <ns2:creationId id="{552CB1F3-2739-0615-E95A-C72F482C1790}"/>
                </a:ext>
              </a:extLst>
            </p:cNvPr>
            <p:cNvSpPr txBox="1"/>
            <p:nvPr/>
          </p:nvSpPr>
          <p:spPr>
            <a:xfrm>
              <a:off x="330539" y="330750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7">
              <a:extLst>
                <a:ext uri="{FF2B5EF4-FFF2-40B4-BE49-F238E27FC236}">
                  <ns2:creationId id="{6E2C751A-FEE3-EA55-D2ED-94E2C7139052}"/>
                </a:ext>
              </a:extLst>
            </p:cNvPr>
            <p:cNvSpPr txBox="1"/>
            <p:nvPr/>
          </p:nvSpPr>
          <p:spPr>
            <a:xfrm>
              <a:off x="330539" y="364257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7">
              <a:extLst>
                <a:ext uri="{FF2B5EF4-FFF2-40B4-BE49-F238E27FC236}">
                  <ns2:creationId id="{70F5AA1D-04D9-7155-A3C1-3E496EB884EA}"/>
                </a:ext>
              </a:extLst>
            </p:cNvPr>
            <p:cNvSpPr txBox="1"/>
            <p:nvPr/>
          </p:nvSpPr>
          <p:spPr>
            <a:xfrm>
              <a:off x="330539" y="397765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Text 7">
              <a:extLst>
                <a:ext uri="{FF2B5EF4-FFF2-40B4-BE49-F238E27FC236}">
                  <ns2:creationId id="{46C4E2D2-894A-D061-6C4B-912F1BB68C99}"/>
                </a:ext>
              </a:extLst>
            </p:cNvPr>
            <p:cNvSpPr txBox="1"/>
            <p:nvPr/>
          </p:nvSpPr>
          <p:spPr>
            <a:xfrm>
              <a:off x="330539" y="431272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Text 7">
              <a:extLst>
                <a:ext uri="{FF2B5EF4-FFF2-40B4-BE49-F238E27FC236}">
                  <ns2:creationId id="{54C69120-1930-CDAF-52E1-8A3C8734DB95}"/>
                </a:ext>
              </a:extLst>
            </p:cNvPr>
            <p:cNvSpPr txBox="1"/>
            <p:nvPr/>
          </p:nvSpPr>
          <p:spPr>
            <a:xfrm>
              <a:off x="330539" y="464779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Text 7">
              <a:extLst>
                <a:ext uri="{FF2B5EF4-FFF2-40B4-BE49-F238E27FC236}">
                  <ns2:creationId id="{DE0FA287-DA03-D580-99F2-D34D80CEAE42}"/>
                </a:ext>
              </a:extLst>
            </p:cNvPr>
            <p:cNvSpPr txBox="1"/>
            <p:nvPr/>
          </p:nvSpPr>
          <p:spPr>
            <a:xfrm>
              <a:off x="330539" y="498286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Text 7">
              <a:extLst>
                <a:ext uri="{FF2B5EF4-FFF2-40B4-BE49-F238E27FC236}">
                  <ns2:creationId id="{6311EBF9-D4B6-22B8-9A9E-CC22D1326C15}"/>
                </a:ext>
              </a:extLst>
            </p:cNvPr>
            <p:cNvSpPr txBox="1"/>
            <p:nvPr/>
          </p:nvSpPr>
          <p:spPr>
            <a:xfrm>
              <a:off x="330539" y="5317934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Text 7">
              <a:extLst>
                <a:ext uri="{FF2B5EF4-FFF2-40B4-BE49-F238E27FC236}">
                  <ns2:creationId id="{6B6DE2EA-F57C-F326-B1C1-A37CAC4F3FCB}"/>
                </a:ext>
              </a:extLst>
            </p:cNvPr>
            <p:cNvSpPr txBox="1"/>
            <p:nvPr/>
          </p:nvSpPr>
          <p:spPr>
            <a:xfrm>
              <a:off x="330539" y="565301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Text 7">
              <a:extLst>
                <a:ext uri="{FF2B5EF4-FFF2-40B4-BE49-F238E27FC236}">
                  <ns2:creationId id="{E4C7C47A-4B9B-3EA1-519B-584D1BF92F8B}"/>
                </a:ext>
              </a:extLst>
            </p:cNvPr>
            <p:cNvSpPr txBox="1"/>
            <p:nvPr/>
          </p:nvSpPr>
          <p:spPr>
            <a:xfrm>
              <a:off x="330539" y="5988088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Text 11">
              <a:extLst>
                <a:ext uri="{FF2B5EF4-FFF2-40B4-BE49-F238E27FC236}">
                  <ns2:creationId id="{2B5608DF-940E-CE79-9947-DF8B502AA3AA}"/>
                </a:ext>
              </a:extLst>
            </p:cNvPr>
            <p:cNvSpPr txBox="1"/>
            <p:nvPr/>
          </p:nvSpPr>
          <p:spPr>
            <a:xfrm>
              <a:off x="2313940" y="1634294"/>
              <a:ext cx="10944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Text 22">
              <a:extLst>
                <a:ext uri="{FF2B5EF4-FFF2-40B4-BE49-F238E27FC236}">
                  <ns2:creationId id="{B23E0E17-62D1-DA46-EAFE-13202530F280}"/>
                </a:ext>
              </a:extLst>
            </p:cNvPr>
            <p:cNvSpPr txBox="1"/>
            <p:nvPr/>
          </p:nvSpPr>
          <p:spPr>
            <a:xfrm>
              <a:off x="2314052" y="19672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Text 46">
              <a:extLst>
                <a:ext uri="{FF2B5EF4-FFF2-40B4-BE49-F238E27FC236}">
                  <ns2:creationId id="{CA22B4A9-38DA-C9DC-5704-2C9B472BFC49}"/>
                </a:ext>
              </a:extLst>
            </p:cNvPr>
            <p:cNvSpPr txBox="1"/>
            <p:nvPr/>
          </p:nvSpPr>
          <p:spPr>
            <a:xfrm>
              <a:off x="2314052" y="29707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Text 54">
              <a:extLst>
                <a:ext uri="{FF2B5EF4-FFF2-40B4-BE49-F238E27FC236}">
                  <ns2:creationId id="{F352A132-659A-B9A2-45AE-AE95D26D59BF}"/>
                </a:ext>
              </a:extLst>
            </p:cNvPr>
            <p:cNvSpPr txBox="1"/>
            <p:nvPr/>
          </p:nvSpPr>
          <p:spPr>
            <a:xfrm>
              <a:off x="2314052" y="330530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Text 62">
              <a:extLst>
                <a:ext uri="{FF2B5EF4-FFF2-40B4-BE49-F238E27FC236}">
                  <ns2:creationId id="{B8A550FE-6F7C-795D-EE13-6785F1C2F70E}"/>
                </a:ext>
              </a:extLst>
            </p:cNvPr>
            <p:cNvSpPr txBox="1"/>
            <p:nvPr/>
          </p:nvSpPr>
          <p:spPr>
            <a:xfrm>
              <a:off x="2314052" y="36398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9" name="Text 78">
              <a:extLst>
                <a:ext uri="{FF2B5EF4-FFF2-40B4-BE49-F238E27FC236}">
                  <ns2:creationId id="{1F7ADF52-2C6D-FD28-BB7F-17F4F6A75348}"/>
                </a:ext>
              </a:extLst>
            </p:cNvPr>
            <p:cNvSpPr txBox="1"/>
            <p:nvPr/>
          </p:nvSpPr>
          <p:spPr>
            <a:xfrm>
              <a:off x="2314052" y="43088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5" name="Text 86">
              <a:extLst>
                <a:ext uri="{FF2B5EF4-FFF2-40B4-BE49-F238E27FC236}">
                  <ns2:creationId id="{3BBACC00-03BE-BCBF-D846-21FE52CE14CD}"/>
                </a:ext>
              </a:extLst>
            </p:cNvPr>
            <p:cNvSpPr txBox="1"/>
            <p:nvPr/>
          </p:nvSpPr>
          <p:spPr>
            <a:xfrm>
              <a:off x="2314052" y="46433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9" name="Text 94">
              <a:extLst>
                <a:ext uri="{FF2B5EF4-FFF2-40B4-BE49-F238E27FC236}">
                  <ns2:creationId id="{88D88B10-0B39-71E0-5091-C19D2CC077C6}"/>
                </a:ext>
              </a:extLst>
            </p:cNvPr>
            <p:cNvSpPr txBox="1"/>
            <p:nvPr/>
          </p:nvSpPr>
          <p:spPr>
            <a:xfrm>
              <a:off x="2314052" y="497789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3" name="Text 102">
              <a:extLst>
                <a:ext uri="{FF2B5EF4-FFF2-40B4-BE49-F238E27FC236}">
                  <ns2:creationId id="{2F47DFC9-E035-E6B9-04E8-753604A13F47}"/>
                </a:ext>
              </a:extLst>
            </p:cNvPr>
            <p:cNvSpPr txBox="1"/>
            <p:nvPr/>
          </p:nvSpPr>
          <p:spPr>
            <a:xfrm>
              <a:off x="2314052" y="53124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2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7" name="Text 110">
              <a:extLst>
                <a:ext uri="{FF2B5EF4-FFF2-40B4-BE49-F238E27FC236}">
                  <ns2:creationId id="{B949C322-D5B3-77AB-BC54-6AF9B4D57CB4}"/>
                </a:ext>
              </a:extLst>
            </p:cNvPr>
            <p:cNvSpPr txBox="1"/>
            <p:nvPr/>
          </p:nvSpPr>
          <p:spPr>
            <a:xfrm>
              <a:off x="2314052" y="56469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1" name="Text 30">
              <a:extLst>
                <a:ext uri="{FF2B5EF4-FFF2-40B4-BE49-F238E27FC236}">
                  <ns2:creationId id="{3650C05A-3224-E339-2B0E-634FB83A4B9F}"/>
                </a:ext>
              </a:extLst>
            </p:cNvPr>
            <p:cNvSpPr txBox="1"/>
            <p:nvPr/>
          </p:nvSpPr>
          <p:spPr>
            <a:xfrm>
              <a:off x="2314052" y="39743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60000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7" name="Text 22">
              <a:extLst>
                <a:ext uri="{FF2B5EF4-FFF2-40B4-BE49-F238E27FC236}">
                  <ns2:creationId id="{8F24D569-CC3A-B974-238D-178D7606A4F1}"/>
                </a:ext>
              </a:extLst>
            </p:cNvPr>
            <p:cNvSpPr txBox="1"/>
            <p:nvPr/>
          </p:nvSpPr>
          <p:spPr>
            <a:xfrm>
              <a:off x="2314052" y="230174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Text 22">
              <a:extLst>
                <a:ext uri="{FF2B5EF4-FFF2-40B4-BE49-F238E27FC236}">
                  <ns2:creationId id="{83F21CD3-919E-C403-C765-5C05012E39CB}"/>
                </a:ext>
              </a:extLst>
            </p:cNvPr>
            <p:cNvSpPr txBox="1"/>
            <p:nvPr/>
          </p:nvSpPr>
          <p:spPr>
            <a:xfrm>
              <a:off x="2314052" y="26362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1" name="Text 22">
              <a:extLst>
                <a:ext uri="{FF2B5EF4-FFF2-40B4-BE49-F238E27FC236}">
                  <ns2:creationId id="{A5093B05-AA91-80A4-48A1-3F1869A3ACA5}"/>
                </a:ext>
              </a:extLst>
            </p:cNvPr>
            <p:cNvSpPr txBox="1"/>
            <p:nvPr/>
          </p:nvSpPr>
          <p:spPr>
            <a:xfrm>
              <a:off x="2314052" y="5981464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Text 13">
              <a:extLst>
                <a:ext uri="{FF2B5EF4-FFF2-40B4-BE49-F238E27FC236}">
                  <ns2:creationId id="{519CFD8D-60D9-4624-8585-05F02DA7336D}"/>
                </a:ext>
              </a:extLst>
            </p:cNvPr>
            <p:cNvSpPr txBox="1"/>
            <p:nvPr/>
          </p:nvSpPr>
          <p:spPr>
            <a:xfrm>
              <a:off x="3446421" y="1634294"/>
              <a:ext cx="4284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3" name="Text 23">
              <a:extLst>
                <a:ext uri="{FF2B5EF4-FFF2-40B4-BE49-F238E27FC236}">
                  <ns2:creationId id="{362CAAC5-901E-ED4B-1483-6D9C6637567A}"/>
                </a:ext>
              </a:extLst>
            </p:cNvPr>
            <p:cNvSpPr txBox="1"/>
            <p:nvPr/>
          </p:nvSpPr>
          <p:spPr>
            <a:xfrm>
              <a:off x="3446421" y="19672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5" name="Text 31">
              <a:extLst>
                <a:ext uri="{FF2B5EF4-FFF2-40B4-BE49-F238E27FC236}">
                  <ns2:creationId id="{18D709B3-3CC4-4136-3FC5-C75E4D3D12B8}"/>
                </a:ext>
              </a:extLst>
            </p:cNvPr>
            <p:cNvSpPr txBox="1"/>
            <p:nvPr/>
          </p:nvSpPr>
          <p:spPr>
            <a:xfrm>
              <a:off x="3446421" y="2298612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Text 39">
              <a:extLst>
                <a:ext uri="{FF2B5EF4-FFF2-40B4-BE49-F238E27FC236}">
                  <ns2:creationId id="{B119C09A-DCCE-3130-8BA4-7E48817C7C2D}"/>
                </a:ext>
              </a:extLst>
            </p:cNvPr>
            <p:cNvSpPr txBox="1"/>
            <p:nvPr/>
          </p:nvSpPr>
          <p:spPr>
            <a:xfrm>
              <a:off x="3446421" y="2633315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9" name="Text 47">
              <a:extLst>
                <a:ext uri="{FF2B5EF4-FFF2-40B4-BE49-F238E27FC236}">
                  <ns2:creationId id="{23FEC2F8-308C-25D4-6A4C-8D7BAA51013D}"/>
                </a:ext>
              </a:extLst>
            </p:cNvPr>
            <p:cNvSpPr txBox="1"/>
            <p:nvPr/>
          </p:nvSpPr>
          <p:spPr>
            <a:xfrm>
              <a:off x="3446421" y="296801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1" name="Text 55">
              <a:extLst>
                <a:ext uri="{FF2B5EF4-FFF2-40B4-BE49-F238E27FC236}">
                  <ns2:creationId id="{17740702-5138-0F7F-92DA-C38770041790}"/>
                </a:ext>
              </a:extLst>
            </p:cNvPr>
            <p:cNvSpPr txBox="1"/>
            <p:nvPr/>
          </p:nvSpPr>
          <p:spPr>
            <a:xfrm>
              <a:off x="3446421" y="33027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63">
              <a:extLst>
                <a:ext uri="{FF2B5EF4-FFF2-40B4-BE49-F238E27FC236}">
                  <ns2:creationId id="{235D6492-CF7B-62B3-8BDE-B6954F5BB981}"/>
                </a:ext>
              </a:extLst>
            </p:cNvPr>
            <p:cNvSpPr txBox="1"/>
            <p:nvPr/>
          </p:nvSpPr>
          <p:spPr>
            <a:xfrm>
              <a:off x="3446421" y="363742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Text 71">
              <a:extLst>
                <a:ext uri="{FF2B5EF4-FFF2-40B4-BE49-F238E27FC236}">
                  <ns2:creationId id="{811C444C-24AC-308F-7ED6-2FAE5C272D1A}"/>
                </a:ext>
              </a:extLst>
            </p:cNvPr>
            <p:cNvSpPr txBox="1"/>
            <p:nvPr/>
          </p:nvSpPr>
          <p:spPr>
            <a:xfrm>
              <a:off x="3446421" y="3972126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9">
              <a:extLst>
                <a:ext uri="{FF2B5EF4-FFF2-40B4-BE49-F238E27FC236}">
                  <ns2:creationId id="{26B0CEAA-B397-4472-FFE1-ADCBB4CBB2F1}"/>
                </a:ext>
              </a:extLst>
            </p:cNvPr>
            <p:cNvSpPr txBox="1"/>
            <p:nvPr/>
          </p:nvSpPr>
          <p:spPr>
            <a:xfrm>
              <a:off x="3446421" y="430683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9" name="Text 87">
              <a:extLst>
                <a:ext uri="{FF2B5EF4-FFF2-40B4-BE49-F238E27FC236}">
                  <ns2:creationId id="{4F67893B-2C96-E247-552E-D822A15BC7BF}"/>
                </a:ext>
              </a:extLst>
            </p:cNvPr>
            <p:cNvSpPr txBox="1"/>
            <p:nvPr/>
          </p:nvSpPr>
          <p:spPr>
            <a:xfrm>
              <a:off x="3446421" y="464153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1" name="Text 95">
              <a:extLst>
                <a:ext uri="{FF2B5EF4-FFF2-40B4-BE49-F238E27FC236}">
                  <ns2:creationId id="{51D6BD8D-EF9F-CF0C-ED2C-2B1DF4A80DB4}"/>
                </a:ext>
              </a:extLst>
            </p:cNvPr>
            <p:cNvSpPr txBox="1"/>
            <p:nvPr/>
          </p:nvSpPr>
          <p:spPr>
            <a:xfrm>
              <a:off x="3446421" y="497623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Text 103">
              <a:extLst>
                <a:ext uri="{FF2B5EF4-FFF2-40B4-BE49-F238E27FC236}">
                  <ns2:creationId id="{EB59E183-1C89-364C-9443-570A0198D948}"/>
                </a:ext>
              </a:extLst>
            </p:cNvPr>
            <p:cNvSpPr txBox="1"/>
            <p:nvPr/>
          </p:nvSpPr>
          <p:spPr>
            <a:xfrm>
              <a:off x="3446421" y="531094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Text 111">
              <a:extLst>
                <a:ext uri="{FF2B5EF4-FFF2-40B4-BE49-F238E27FC236}">
                  <ns2:creationId id="{38F4C1D8-3776-1EAE-911A-3FA60CAAB62C}"/>
                </a:ext>
              </a:extLst>
            </p:cNvPr>
            <p:cNvSpPr txBox="1"/>
            <p:nvPr/>
          </p:nvSpPr>
          <p:spPr>
            <a:xfrm>
              <a:off x="3446421" y="564564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7" name="Text 103">
              <a:extLst>
                <a:ext uri="{FF2B5EF4-FFF2-40B4-BE49-F238E27FC236}">
                  <ns2:creationId id="{24B65B3B-B361-66F7-3DA6-3F35AD5A5C34}"/>
                </a:ext>
              </a:extLst>
            </p:cNvPr>
            <p:cNvSpPr txBox="1"/>
            <p:nvPr/>
          </p:nvSpPr>
          <p:spPr>
            <a:xfrm>
              <a:off x="3446421" y="5980347"/>
              <a:ext cx="4284000" cy="300566"/>
            </a:xfrm>
            <a:prstGeom prst="rect">
              <a:avLst/>
            </a:prstGeom>
            <a:noFill/>
            <a:ln/>
          </p:spPr>
          <p:txBody>
            <a:bodyPr wrap="none" lIns="72000" tIns="0" rIns="0" bIns="0" rtlCol="0" anchor="ctr"/>
            <a:lstStyle/>
            <a:p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sz="87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03" name="Straight Connector 502">
              <a:extLst>
                <a:ext uri="{FF2B5EF4-FFF2-40B4-BE49-F238E27FC236}">
                  <ns2:creationId id="{37FEE1F4-717F-309F-3E30-78B3139692B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27841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ns2:creationId id="{3896660F-41F5-172F-D00F-B9853728F1F3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61348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ns2:creationId id="{12D6F9CB-5C18-4224-4AF2-3F28834B2884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94856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ns2:creationId id="{A54ED348-B5B1-1555-80C4-852D6201155A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28363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ns2:creationId id="{2A9D4F13-4554-8BCE-3956-BD38547DEA0C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61870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ns2:creationId id="{A8AC953A-4083-66F3-BA56-6F825A342ECB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953776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ns2:creationId id="{DA8156C8-490A-4173-B40D-ABE9A0A34B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28884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ns2:creationId id="{59097DA3-A0C3-2C6F-E5B8-C1744A262EA1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62392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ns2:creationId id="{022B916A-17BA-CEF8-0670-8464AAD6E740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95899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ns2:creationId id="{7AF4E3A6-BD80-9F92-17B8-E6B5EAE081A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29406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ns2:creationId id="{675AF53E-07C1-6F68-644D-76BE8BA4A7CE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629137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ns2:creationId id="{E0B97F0C-DB13-C0BB-DAB3-1A2397804A0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964211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15">
              <a:extLst>
                <a:ext uri="{FF2B5EF4-FFF2-40B4-BE49-F238E27FC236}">
                  <ns2:creationId id="{8D6830CA-C4D1-7D63-F124-6FB958D904D5}"/>
                </a:ext>
              </a:extLst>
            </p:cNvPr>
            <p:cNvSpPr txBox="1"/>
            <p:nvPr/>
          </p:nvSpPr>
          <p:spPr>
            <a:xfrm>
              <a:off x="8010105" y="1634294"/>
              <a:ext cx="3852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Text 24">
              <a:extLst>
                <a:ext uri="{FF2B5EF4-FFF2-40B4-BE49-F238E27FC236}">
                  <ns2:creationId id="{0C40EDC8-1F6C-4BC2-8FEA-616FE4D10951}"/>
                </a:ext>
              </a:extLst>
            </p:cNvPr>
            <p:cNvSpPr txBox="1"/>
            <p:nvPr/>
          </p:nvSpPr>
          <p:spPr>
            <a:xfrm>
              <a:off x="8009637" y="19672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3" name="Text 32">
              <a:extLst>
                <a:ext uri="{FF2B5EF4-FFF2-40B4-BE49-F238E27FC236}">
                  <ns2:creationId id="{5F8459E0-3DB1-72EC-8E64-87A7D4F0D210}"/>
                </a:ext>
              </a:extLst>
            </p:cNvPr>
            <p:cNvSpPr txBox="1"/>
            <p:nvPr/>
          </p:nvSpPr>
          <p:spPr>
            <a:xfrm>
              <a:off x="8009637" y="2298612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5" name="Text 40">
              <a:extLst>
                <a:ext uri="{FF2B5EF4-FFF2-40B4-BE49-F238E27FC236}">
                  <ns2:creationId id="{9174BE6F-489C-56D4-4520-014721599EC1}"/>
                </a:ext>
              </a:extLst>
            </p:cNvPr>
            <p:cNvSpPr txBox="1"/>
            <p:nvPr/>
          </p:nvSpPr>
          <p:spPr>
            <a:xfrm>
              <a:off x="8009637" y="2633315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7" name="Text 48">
              <a:extLst>
                <a:ext uri="{FF2B5EF4-FFF2-40B4-BE49-F238E27FC236}">
                  <ns2:creationId id="{6BC496E1-A14A-07EE-D2F7-7ECCB3BBD438}"/>
                </a:ext>
              </a:extLst>
            </p:cNvPr>
            <p:cNvSpPr txBox="1"/>
            <p:nvPr/>
          </p:nvSpPr>
          <p:spPr>
            <a:xfrm>
              <a:off x="8009637" y="296801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9" name="Text 56">
              <a:extLst>
                <a:ext uri="{FF2B5EF4-FFF2-40B4-BE49-F238E27FC236}">
                  <ns2:creationId id="{25957378-65D1-C1F6-F409-856983A1FDB6}"/>
                </a:ext>
              </a:extLst>
            </p:cNvPr>
            <p:cNvSpPr txBox="1"/>
            <p:nvPr/>
          </p:nvSpPr>
          <p:spPr>
            <a:xfrm>
              <a:off x="8009637" y="33027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1" name="Text 64">
              <a:extLst>
                <a:ext uri="{FF2B5EF4-FFF2-40B4-BE49-F238E27FC236}">
                  <ns2:creationId id="{3133B464-4EC7-AE0E-6083-E6436B4D15C8}"/>
                </a:ext>
              </a:extLst>
            </p:cNvPr>
            <p:cNvSpPr txBox="1"/>
            <p:nvPr/>
          </p:nvSpPr>
          <p:spPr>
            <a:xfrm>
              <a:off x="8009637" y="363742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aseline="30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3" name="Text 72">
              <a:extLst>
                <a:ext uri="{FF2B5EF4-FFF2-40B4-BE49-F238E27FC236}">
                  <ns2:creationId id="{58DA8575-0B81-7BEC-F98B-542F1E5A4948}"/>
                </a:ext>
              </a:extLst>
            </p:cNvPr>
            <p:cNvSpPr txBox="1"/>
            <p:nvPr/>
          </p:nvSpPr>
          <p:spPr>
            <a:xfrm>
              <a:off x="8009637" y="3972126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5" name="Text 80">
              <a:extLst>
                <a:ext uri="{FF2B5EF4-FFF2-40B4-BE49-F238E27FC236}">
                  <ns2:creationId id="{C8080C49-F600-F710-0F47-D40CD65E121C}"/>
                </a:ext>
              </a:extLst>
            </p:cNvPr>
            <p:cNvSpPr txBox="1"/>
            <p:nvPr/>
          </p:nvSpPr>
          <p:spPr>
            <a:xfrm>
              <a:off x="8009637" y="430683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5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</a:p>
          </p:txBody>
        </p:sp>
        <p:sp>
          <p:nvSpPr>
            <p:cNvPr id="427" name="Text 88">
              <a:extLst>
                <a:ext uri="{FF2B5EF4-FFF2-40B4-BE49-F238E27FC236}">
                  <ns2:creationId id="{81F7C26C-AA39-4F9A-DD68-907FF1CEC501}"/>
                </a:ext>
              </a:extLst>
            </p:cNvPr>
            <p:cNvSpPr txBox="1"/>
            <p:nvPr/>
          </p:nvSpPr>
          <p:spPr>
            <a:xfrm>
              <a:off x="8009637" y="464153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9" name="Text 96">
              <a:extLst>
                <a:ext uri="{FF2B5EF4-FFF2-40B4-BE49-F238E27FC236}">
                  <ns2:creationId id="{D8350587-6521-BC92-6B48-3CDF45CBB0D6}"/>
                </a:ext>
              </a:extLst>
            </p:cNvPr>
            <p:cNvSpPr txBox="1"/>
            <p:nvPr/>
          </p:nvSpPr>
          <p:spPr>
            <a:xfrm>
              <a:off x="8009637" y="497623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Text 104">
              <a:extLst>
                <a:ext uri="{FF2B5EF4-FFF2-40B4-BE49-F238E27FC236}">
                  <ns2:creationId id="{CFF97FF5-2A65-168F-6A8A-5D886CA7C088}"/>
                </a:ext>
              </a:extLst>
            </p:cNvPr>
            <p:cNvSpPr txBox="1"/>
            <p:nvPr/>
          </p:nvSpPr>
          <p:spPr>
            <a:xfrm>
              <a:off x="8009637" y="531094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3" name="Text 112">
              <a:extLst>
                <a:ext uri="{FF2B5EF4-FFF2-40B4-BE49-F238E27FC236}">
                  <ns2:creationId id="{63E0E96A-57AE-DFA9-FFFF-C6B6F3171C31}"/>
                </a:ext>
              </a:extLst>
            </p:cNvPr>
            <p:cNvSpPr txBox="1"/>
            <p:nvPr/>
          </p:nvSpPr>
          <p:spPr>
            <a:xfrm>
              <a:off x="8009637" y="564564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5" name="Text 104">
              <a:extLst>
                <a:ext uri="{FF2B5EF4-FFF2-40B4-BE49-F238E27FC236}">
                  <ns2:creationId id="{4120B1E0-EB85-F42C-EE5E-6DE85B85DDDA}"/>
                </a:ext>
              </a:extLst>
            </p:cNvPr>
            <p:cNvSpPr txBox="1"/>
            <p:nvPr/>
          </p:nvSpPr>
          <p:spPr>
            <a:xfrm>
              <a:off x="8009637" y="598034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Straight Connector 515">
              <a:extLst>
                <a:ext uri="{FF2B5EF4-FFF2-40B4-BE49-F238E27FC236}">
                  <ns2:creationId id="{CF83A504-7099-B6C7-57AC-E4CA0AD0108E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27841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ns2:creationId id="{A39C3C4D-A425-02BE-6F25-BF5B75462BA6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61348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ns2:creationId id="{2064A501-EBCA-24AF-A114-B12B88D66A1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94856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ns2:creationId id="{62E11729-A6C9-0497-E645-4C858BB3FB0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28363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ns2:creationId id="{5CF883CE-6ECE-310A-F7F9-65C9A161AB43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61870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ns2:creationId id="{F6D4BB72-1AFD-6EC4-18BC-3C3A441FBB7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953776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ns2:creationId id="{ACFE0B29-CC79-149B-33E5-545154353D8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28884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ns2:creationId id="{76B3F21D-550B-DB58-2C6A-AFC62C95670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62392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ns2:creationId id="{0F224868-FE0D-7251-E31E-86794F3553B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958992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ns2:creationId id="{60BBA7DF-45EF-A3FD-7985-CD3C79B74414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29406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Straight Connector 525">
              <a:extLst>
                <a:ext uri="{FF2B5EF4-FFF2-40B4-BE49-F238E27FC236}">
                  <ns2:creationId id="{63D88799-8CB0-A6AB-8F5E-CBCF4A228BDB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629137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Straight Connector 526">
              <a:extLst>
                <a:ext uri="{FF2B5EF4-FFF2-40B4-BE49-F238E27FC236}">
                  <ns2:creationId id="{BD8710A8-BEAC-3CF3-DBD4-598B065A26B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964211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正方形/長方形 3">
              <a:extLst>
                <a:ext uri="{FF2B5EF4-FFF2-40B4-BE49-F238E27FC236}">
                  <ns2:creationId id="{BF34D7E5-D7F4-1075-4877-9B0F5A22688B}"/>
                </a:ext>
              </a:extLst>
            </p:cNvPr>
            <p:cNvSpPr/>
            <p:nvPr/>
          </p:nvSpPr>
          <p:spPr>
            <a:xfrm>
              <a:off x="330539" y="5960296"/>
              <a:ext cx="11526499" cy="349424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E39913B3-310C-E2CA-2263-4D0A2113D195}"/>
                </a:ext>
              </a:extLst>
            </p:cNvPr>
            <p:cNvGrpSpPr/>
            <p:nvPr/>
          </p:nvGrpSpPr>
          <p:grpSpPr>
            <a:xfrm>
              <a:off x="7798029" y="2009504"/>
              <a:ext cx="144000" cy="4229126"/>
              <a:chOff x="7798029" y="2009504"/>
              <a:chExt cx="144000" cy="4229126"/>
            </a:xfrm>
          </p:grpSpPr>
          <p:sp>
            <p:nvSpPr>
              <p:cNvPr id="544" name="Isosceles Triangle 543">
                <a:extLst>
                  <a:ext uri="{FF2B5EF4-FFF2-40B4-BE49-F238E27FC236}">
                    <ns2:creationId id="{336B192B-14AE-5800-991F-C7BC1404AE27}"/>
                  </a:ext>
                </a:extLst>
              </p:cNvPr>
              <p:cNvSpPr/>
              <p:nvPr/>
            </p:nvSpPr>
            <p:spPr>
              <a:xfrm rot="5400000" flipH="1">
                <a:off x="7762029" y="20455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Isosceles Triangle 544">
                <a:extLst>
                  <a:ext uri="{FF2B5EF4-FFF2-40B4-BE49-F238E27FC236}">
                    <ns2:creationId id="{FDB0E239-466F-8143-AA11-6354BB4B208C}"/>
                  </a:ext>
                </a:extLst>
              </p:cNvPr>
              <p:cNvSpPr/>
              <p:nvPr/>
            </p:nvSpPr>
            <p:spPr>
              <a:xfrm rot="5400000" flipH="1">
                <a:off x="7762029" y="2376895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Isosceles Triangle 545">
                <a:extLst>
                  <a:ext uri="{FF2B5EF4-FFF2-40B4-BE49-F238E27FC236}">
                    <ns2:creationId id="{5F1B7575-06C8-E073-D311-F6DA15369B3F}"/>
                  </a:ext>
                </a:extLst>
              </p:cNvPr>
              <p:cNvSpPr/>
              <p:nvPr/>
            </p:nvSpPr>
            <p:spPr>
              <a:xfrm rot="5400000" flipH="1">
                <a:off x="7762029" y="2711598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Isosceles Triangle 546">
                <a:extLst>
                  <a:ext uri="{FF2B5EF4-FFF2-40B4-BE49-F238E27FC236}">
                    <ns2:creationId id="{D138C00A-1580-4BA4-2EFB-F9CDA6B625FC}"/>
                  </a:ext>
                </a:extLst>
              </p:cNvPr>
              <p:cNvSpPr/>
              <p:nvPr/>
            </p:nvSpPr>
            <p:spPr>
              <a:xfrm rot="5400000" flipH="1">
                <a:off x="7762029" y="304630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Isosceles Triangle 547">
                <a:extLst>
                  <a:ext uri="{FF2B5EF4-FFF2-40B4-BE49-F238E27FC236}">
                    <ns2:creationId id="{74588D08-C7A6-C241-E66C-9BAC04674A73}"/>
                  </a:ext>
                </a:extLst>
              </p:cNvPr>
              <p:cNvSpPr/>
              <p:nvPr/>
            </p:nvSpPr>
            <p:spPr>
              <a:xfrm rot="5400000" flipH="1">
                <a:off x="7762029" y="33810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Isosceles Triangle 548">
                <a:extLst>
                  <a:ext uri="{FF2B5EF4-FFF2-40B4-BE49-F238E27FC236}">
                    <ns2:creationId id="{0DE34044-F104-FA0E-A389-DEF500128DE4}"/>
                  </a:ext>
                </a:extLst>
              </p:cNvPr>
              <p:cNvSpPr/>
              <p:nvPr/>
            </p:nvSpPr>
            <p:spPr>
              <a:xfrm rot="5400000" flipH="1">
                <a:off x="7762029" y="371570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Isosceles Triangle 549">
                <a:extLst>
                  <a:ext uri="{FF2B5EF4-FFF2-40B4-BE49-F238E27FC236}">
                    <ns2:creationId id="{A2F10A4A-9A49-993B-B3B2-73EC45FC5914}"/>
                  </a:ext>
                </a:extLst>
              </p:cNvPr>
              <p:cNvSpPr/>
              <p:nvPr/>
            </p:nvSpPr>
            <p:spPr>
              <a:xfrm rot="5400000" flipH="1">
                <a:off x="7762029" y="4050409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Isosceles Triangle 550">
                <a:extLst>
                  <a:ext uri="{FF2B5EF4-FFF2-40B4-BE49-F238E27FC236}">
                    <ns2:creationId id="{DEEB7A8F-14E6-B852-8119-A24DBC3CC112}"/>
                  </a:ext>
                </a:extLst>
              </p:cNvPr>
              <p:cNvSpPr/>
              <p:nvPr/>
            </p:nvSpPr>
            <p:spPr>
              <a:xfrm rot="5400000" flipH="1">
                <a:off x="7762029" y="438511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Isosceles Triangle 551">
                <a:extLst>
                  <a:ext uri="{FF2B5EF4-FFF2-40B4-BE49-F238E27FC236}">
                    <ns2:creationId id="{8B34EAC8-BD80-65B3-E70B-74DD4FC79CC2}"/>
                  </a:ext>
                </a:extLst>
              </p:cNvPr>
              <p:cNvSpPr/>
              <p:nvPr/>
            </p:nvSpPr>
            <p:spPr>
              <a:xfrm rot="5400000" flipH="1">
                <a:off x="7762029" y="471981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3" name="Isosceles Triangle 552">
                <a:extLst>
                  <a:ext uri="{FF2B5EF4-FFF2-40B4-BE49-F238E27FC236}">
                    <ns2:creationId id="{DD478848-9E46-3F63-EC88-F042AC527DAB}"/>
                  </a:ext>
                </a:extLst>
              </p:cNvPr>
              <p:cNvSpPr/>
              <p:nvPr/>
            </p:nvSpPr>
            <p:spPr>
              <a:xfrm rot="5400000" flipH="1">
                <a:off x="7762029" y="505452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Isosceles Triangle 553">
                <a:extLst>
                  <a:ext uri="{FF2B5EF4-FFF2-40B4-BE49-F238E27FC236}">
                    <ns2:creationId id="{4EA49B93-E804-BAC2-8E30-1373BBF09388}"/>
                  </a:ext>
                </a:extLst>
              </p:cNvPr>
              <p:cNvSpPr/>
              <p:nvPr/>
            </p:nvSpPr>
            <p:spPr>
              <a:xfrm rot="5400000" flipH="1">
                <a:off x="7762029" y="572392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5" name="Isosceles Triangle 554">
                <a:extLst>
                  <a:ext uri="{FF2B5EF4-FFF2-40B4-BE49-F238E27FC236}">
                    <ns2:creationId id="{8F58E502-ECB3-D57E-806C-BF04DA173C6B}"/>
                  </a:ext>
                </a:extLst>
              </p:cNvPr>
              <p:cNvSpPr/>
              <p:nvPr/>
            </p:nvSpPr>
            <p:spPr>
              <a:xfrm rot="5400000" flipH="1">
                <a:off x="7762029" y="538922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Isosceles Triangle 555">
                <a:extLst>
                  <a:ext uri="{FF2B5EF4-FFF2-40B4-BE49-F238E27FC236}">
                    <ns2:creationId id="{B03852D7-A78D-06A6-B18E-4E9ED094A3F4}"/>
                  </a:ext>
                </a:extLst>
              </p:cNvPr>
              <p:cNvSpPr/>
              <p:nvPr/>
            </p:nvSpPr>
            <p:spPr>
              <a:xfrm rot="5400000" flipH="1">
                <a:off x="7762029" y="605863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5" name="Text 9">
              <a:extLst>
                <a:ext uri="{FF2B5EF4-FFF2-40B4-BE49-F238E27FC236}">
                  <ns2:creationId id="{CD7A0918-AB89-C04E-5D1E-42F3EA80974F}"/>
                </a:ext>
              </a:extLst>
            </p:cNvPr>
            <p:cNvSpPr txBox="1"/>
            <p:nvPr/>
          </p:nvSpPr>
          <p:spPr>
            <a:xfrm>
              <a:off x="826519" y="1634294"/>
              <a:ext cx="144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75273684-175B-3FD0-060A-E943743AC197}"/>
                </a:ext>
              </a:extLst>
            </p:cNvPr>
            <p:cNvGrpSpPr/>
            <p:nvPr/>
          </p:nvGrpSpPr>
          <p:grpSpPr>
            <a:xfrm>
              <a:off x="330538" y="1850294"/>
              <a:ext cx="11531567" cy="1"/>
              <a:chOff x="330538" y="1850294"/>
              <a:chExt cx="11531567" cy="1"/>
            </a:xfrm>
          </p:grpSpPr>
          <p:cxnSp>
            <p:nvCxnSpPr>
              <p:cNvPr id="13" name="Straight Connector 12">
                <a:extLst>
                  <a:ext uri="{FF2B5EF4-FFF2-40B4-BE49-F238E27FC236}">
                    <ns2:creationId id="{630808CD-D91D-AC96-7FCC-848E6A230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0538" y="1850294"/>
                <a:ext cx="45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ns2:creationId id="{8CD4C62B-38EC-0209-3DDE-BC2434BB6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2500" y="1850294"/>
                <a:ext cx="10972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Straight Connector 496">
                <a:extLst>
                  <a:ext uri="{FF2B5EF4-FFF2-40B4-BE49-F238E27FC236}">
                    <ns2:creationId id="{1D5BBF00-BEA0-D247-B1D2-24922A81B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3940" y="1850294"/>
                <a:ext cx="1094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Straight Connector 495">
                <a:extLst>
                  <a:ext uri="{FF2B5EF4-FFF2-40B4-BE49-F238E27FC236}">
                    <ns2:creationId id="{6A38502C-F25A-8D99-7B91-3E358704F0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6421" y="1850294"/>
                <a:ext cx="428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ns2:creationId id="{2998A9DA-EACC-4E65-4C2B-46D7BD7AF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5"/>
                <a:ext cx="385200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Straight Connector 499">
                <a:extLst>
                  <a:ext uri="{FF2B5EF4-FFF2-40B4-BE49-F238E27FC236}">
                    <ns2:creationId id="{33B66FD6-A138-8A4A-7B75-69E609C0D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4"/>
                <a:ext cx="38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" name="Straight Connector 4">
                <a:extLst>
                  <a:ext uri="{FF2B5EF4-FFF2-40B4-BE49-F238E27FC236}">
                    <ns2:creationId id="{183969A2-BC9E-628E-2CBD-42CC0E8DC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4379" y="1850294"/>
                <a:ext cx="14514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Straight Connector 493">
                <a:extLst>
                  <a:ext uri="{FF2B5EF4-FFF2-40B4-BE49-F238E27FC236}">
                    <ns2:creationId id="{0B325976-6CD0-1C09-0DA7-3991CA9B90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6519" y="1850294"/>
                <a:ext cx="144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3" name="Text 20">
              <a:extLst>
                <a:ext uri="{FF2B5EF4-FFF2-40B4-BE49-F238E27FC236}">
                  <ns2:creationId id="{F268F925-FF64-C177-671D-23484231A5DC}"/>
                </a:ext>
              </a:extLst>
            </p:cNvPr>
            <p:cNvSpPr txBox="1"/>
            <p:nvPr/>
          </p:nvSpPr>
          <p:spPr>
            <a:xfrm>
              <a:off x="827245" y="196059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Text 28">
              <a:extLst>
                <a:ext uri="{FF2B5EF4-FFF2-40B4-BE49-F238E27FC236}">
                  <ns2:creationId id="{2EB6A5B2-9CB6-F4A2-9CDD-ADB7CB7E2BD4}"/>
                </a:ext>
              </a:extLst>
            </p:cNvPr>
            <p:cNvSpPr txBox="1"/>
            <p:nvPr/>
          </p:nvSpPr>
          <p:spPr>
            <a:xfrm>
              <a:off x="827245" y="229566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36">
              <a:extLst>
                <a:ext uri="{FF2B5EF4-FFF2-40B4-BE49-F238E27FC236}">
                  <ns2:creationId id="{BC7DFD94-ADDB-EDE8-1785-DC3ADB9621AC}"/>
                </a:ext>
              </a:extLst>
            </p:cNvPr>
            <p:cNvSpPr txBox="1"/>
            <p:nvPr/>
          </p:nvSpPr>
          <p:spPr>
            <a:xfrm>
              <a:off x="827245" y="2630739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Text 44">
              <a:extLst>
                <a:ext uri="{FF2B5EF4-FFF2-40B4-BE49-F238E27FC236}">
                  <ns2:creationId id="{1B62D8FD-E508-528D-1E62-21135647069A}"/>
                </a:ext>
              </a:extLst>
            </p:cNvPr>
            <p:cNvSpPr txBox="1"/>
            <p:nvPr/>
          </p:nvSpPr>
          <p:spPr>
            <a:xfrm>
              <a:off x="827245" y="296581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Text 52">
              <a:extLst>
                <a:ext uri="{FF2B5EF4-FFF2-40B4-BE49-F238E27FC236}">
                  <ns2:creationId id="{02327119-34C9-0863-C2F9-5BF61D7C4D04}"/>
                </a:ext>
              </a:extLst>
            </p:cNvPr>
            <p:cNvSpPr txBox="1"/>
            <p:nvPr/>
          </p:nvSpPr>
          <p:spPr>
            <a:xfrm>
              <a:off x="827245" y="330088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Text 60">
              <a:extLst>
                <a:ext uri="{FF2B5EF4-FFF2-40B4-BE49-F238E27FC236}">
                  <ns2:creationId id="{B8125E69-2478-34C0-8EC1-6F7BDB053C32}"/>
                </a:ext>
              </a:extLst>
            </p:cNvPr>
            <p:cNvSpPr txBox="1"/>
            <p:nvPr/>
          </p:nvSpPr>
          <p:spPr>
            <a:xfrm>
              <a:off x="827245" y="363595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Text 68">
              <a:extLst>
                <a:ext uri="{FF2B5EF4-FFF2-40B4-BE49-F238E27FC236}">
                  <ns2:creationId id="{FBAE9F16-6A72-040D-4D80-A19EA31D9E33}"/>
                </a:ext>
              </a:extLst>
            </p:cNvPr>
            <p:cNvSpPr txBox="1"/>
            <p:nvPr/>
          </p:nvSpPr>
          <p:spPr>
            <a:xfrm>
              <a:off x="827245" y="397102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Text 76">
              <a:extLst>
                <a:ext uri="{FF2B5EF4-FFF2-40B4-BE49-F238E27FC236}">
                  <ns2:creationId id="{6C01A5E2-D559-5BE9-E043-ADE73BAF6817}"/>
                </a:ext>
              </a:extLst>
            </p:cNvPr>
            <p:cNvSpPr txBox="1"/>
            <p:nvPr/>
          </p:nvSpPr>
          <p:spPr>
            <a:xfrm>
              <a:off x="827245" y="430610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Text 84">
              <a:extLst>
                <a:ext uri="{FF2B5EF4-FFF2-40B4-BE49-F238E27FC236}">
                  <ns2:creationId id="{EAA9C9F1-F4F4-996F-7D4B-6B806A12B028}"/>
                </a:ext>
              </a:extLst>
            </p:cNvPr>
            <p:cNvSpPr txBox="1"/>
            <p:nvPr/>
          </p:nvSpPr>
          <p:spPr>
            <a:xfrm>
              <a:off x="827245" y="464117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Text 92">
              <a:extLst>
                <a:ext uri="{FF2B5EF4-FFF2-40B4-BE49-F238E27FC236}">
                  <ns2:creationId id="{C7F0A348-F3B0-EB28-0446-52176A27BCB0}"/>
                </a:ext>
              </a:extLst>
            </p:cNvPr>
            <p:cNvSpPr txBox="1"/>
            <p:nvPr/>
          </p:nvSpPr>
          <p:spPr>
            <a:xfrm>
              <a:off x="827245" y="497624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Text 100">
              <a:extLst>
                <a:ext uri="{FF2B5EF4-FFF2-40B4-BE49-F238E27FC236}">
                  <ns2:creationId id="{7DA5EBBC-8C06-3BF7-82DF-19656EC1E668}"/>
                </a:ext>
              </a:extLst>
            </p:cNvPr>
            <p:cNvSpPr txBox="1"/>
            <p:nvPr/>
          </p:nvSpPr>
          <p:spPr>
            <a:xfrm>
              <a:off x="827245" y="531131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Text 108">
              <a:extLst>
                <a:ext uri="{FF2B5EF4-FFF2-40B4-BE49-F238E27FC236}">
                  <ns2:creationId id="{98950A1A-7BD8-D2DA-5DEA-2B5737190370}"/>
                </a:ext>
              </a:extLst>
            </p:cNvPr>
            <p:cNvSpPr txBox="1"/>
            <p:nvPr/>
          </p:nvSpPr>
          <p:spPr>
            <a:xfrm>
              <a:off x="827245" y="564638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Text 100">
              <a:extLst>
                <a:ext uri="{FF2B5EF4-FFF2-40B4-BE49-F238E27FC236}">
                  <ns2:creationId id="{05E31350-0123-3305-BC1F-D58096CAB515}"/>
                </a:ext>
              </a:extLst>
            </p:cNvPr>
            <p:cNvSpPr txBox="1"/>
            <p:nvPr/>
          </p:nvSpPr>
          <p:spPr>
            <a:xfrm>
              <a:off x="827245" y="5981464"/>
              <a:ext cx="1445748" cy="300566"/>
            </a:xfrm>
            <a:prstGeom prst="rect">
              <a:avLst/>
            </a:prstGeom>
            <a:solidFill>
              <a:srgbClr val="70AD47">
                <a:alpha val="10000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altLang="ja-JP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5DFE8890-D5BE-E054-9958-3AC74F52EB1C}"/>
                </a:ext>
              </a:extLst>
            </p:cNvPr>
            <p:cNvGrpSpPr/>
            <p:nvPr/>
          </p:nvGrpSpPr>
          <p:grpSpPr>
            <a:xfrm>
              <a:off x="2017571" y="2009161"/>
              <a:ext cx="252000" cy="4272869"/>
              <a:chOff x="2037712" y="2009161"/>
              <a:chExt cx="252000" cy="4272869"/>
            </a:xfrm>
            <a:solidFill>
              <a:srgbClr val="008D2E">
                <a:alpha val="29804"/>
              </a:srgbClr>
            </a:solidFill>
          </p:grpSpPr>
          <p:pic>
            <p:nvPicPr>
              <p:cNvPr id="11" name="Graphic 10" descr="User with solid fill">
                <a:extLst>
                  <a:ext uri="{FF2B5EF4-FFF2-40B4-BE49-F238E27FC236}">
                    <ns2:creationId id="{0654C346-10AC-4435-AB49-AD0F6A66F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712" y="301437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5" name="Graphic 14" descr="Users with solid fill">
                <a:extLst>
                  <a:ext uri="{FF2B5EF4-FFF2-40B4-BE49-F238E27FC236}">
                    <ns2:creationId id="{D9567CAC-CB12-9F65-768B-B30CECAB97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712" y="603003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7" name="Graphic 16" descr="Truck with solid fill">
                <a:extLst>
                  <a:ext uri="{FF2B5EF4-FFF2-40B4-BE49-F238E27FC236}">
                    <ns2:creationId id="{E1534DA7-0411-ED4C-CD37-E9A72ACE6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712" y="569495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0" name="Graphic 19" descr="Tools with solid fill">
                <a:extLst>
                  <a:ext uri="{FF2B5EF4-FFF2-40B4-BE49-F238E27FC236}">
                    <ns2:creationId id="{BAA34356-392C-4495-7F9A-F35F31CEB6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712" y="368452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3" name="Graphic 22" descr="Work from home desk with solid fill">
                <a:extLst>
                  <a:ext uri="{FF2B5EF4-FFF2-40B4-BE49-F238E27FC236}">
                    <ns2:creationId id="{0D7314EF-8BD2-8612-FA8A-0E7469E4A3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712" y="334944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" name="Graphic 25" descr="Link with solid fill">
                <a:extLst>
                  <a:ext uri="{FF2B5EF4-FFF2-40B4-BE49-F238E27FC236}">
                    <ns2:creationId id="{F0202A38-C82E-373D-62F3-F1708FE1F3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2037712" y="502480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9" name="Graphic 28" descr="Network with solid fill">
                <a:extLst>
                  <a:ext uri="{FF2B5EF4-FFF2-40B4-BE49-F238E27FC236}">
                    <ns2:creationId id="{17EF2249-D3B9-5566-AFFE-7B3A5B1F76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2037712" y="4019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1" name="Graphic 30" descr="Boardroom with solid fill">
                <a:extLst>
                  <a:ext uri="{FF2B5EF4-FFF2-40B4-BE49-F238E27FC236}">
                    <ns2:creationId id="{031188E8-7275-AD3F-BF3F-12DD4205AA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2037712" y="468973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3" name="Graphic 32" descr="Watering Plant with solid fill">
                <a:extLst>
                  <a:ext uri="{FF2B5EF4-FFF2-40B4-BE49-F238E27FC236}">
                    <ns2:creationId id="{656E967B-B45C-E31F-79C0-6EBB19069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2037712" y="435466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5" name="Graphic 34" descr="Factory with solid fill">
                <a:extLst>
                  <a:ext uri="{FF2B5EF4-FFF2-40B4-BE49-F238E27FC236}">
                    <ns2:creationId id="{04D0D001-7068-D67C-AFC4-AB0F7A2430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6"/>
                  </a:ext>
                </a:extLst>
              </a:blip>
              <a:stretch>
                <a:fillRect/>
              </a:stretch>
            </p:blipFill>
            <p:spPr>
              <a:xfrm>
                <a:off x="2037712" y="535988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9" name="Graphic 38" descr="World with solid fill">
                <a:extLst>
                  <a:ext uri="{FF2B5EF4-FFF2-40B4-BE49-F238E27FC236}">
                    <ns2:creationId id="{9C90FD7B-555F-BBD0-2184-074B1469E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2037712" y="267930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2" name="Graphic 41" descr="Upward trend with solid fill">
                <a:extLst>
                  <a:ext uri="{FF2B5EF4-FFF2-40B4-BE49-F238E27FC236}">
                    <ns2:creationId id="{9AAB6548-7BF8-1180-2EF3-1DFC3095F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2037712" y="234423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5" name="Graphic 44" descr="Building with solid fill">
                <a:extLst>
                  <a:ext uri="{FF2B5EF4-FFF2-40B4-BE49-F238E27FC236}">
                    <ns2:creationId id="{99EEC9EC-1DB4-AB31-3CFD-EA29C2F8A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2037712" y="200916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60184982"/>
      </p:ext>
    </p:extLst>
  </p:cSld>
  <p:clrMapOvr>
    <a:masterClrMapping/>
  </p:clrMapOvr>
</p:sld>
</file>

<file path=ppt/slides/slide190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FB39B6E-9588-3FEA-2604-3AC4862E3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E0B3B10-6526-2837-5752-CECF669A3D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E7CC881-B405-75D5-91F9-29209A1453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5" name="グループ化 54">
            <a:extLst>
              <a:ext uri="{FF2B5EF4-FFF2-40B4-BE49-F238E27FC236}">
                <ns2:creationId id="{BFC24595-D20D-7835-9470-8145EE2D5E83}"/>
              </a:ext>
            </a:extLst>
          </p:cNvPr>
          <p:cNvGrpSpPr/>
          <p:nvPr/>
        </p:nvGrpSpPr>
        <p:grpSpPr>
          <a:xfrm>
            <a:off x="334962" y="1634429"/>
            <a:ext cx="11524704" cy="4674296"/>
            <a:chOff x="334962" y="1634429"/>
            <a:chExt cx="11524704" cy="4674296"/>
          </a:xfrm>
        </p:grpSpPr>
        <p:sp>
          <p:nvSpPr>
            <p:cNvPr id="53" name="正方形/長方形 52">
              <a:extLst>
                <a:ext uri="{FF2B5EF4-FFF2-40B4-BE49-F238E27FC236}">
                  <ns2:creationId id="{B35FF792-34DE-0110-C7D3-584D95DF3D6B}"/>
                </a:ext>
              </a:extLst>
            </p:cNvPr>
            <p:cNvSpPr/>
            <p:nvPr/>
          </p:nvSpPr>
          <p:spPr>
            <a:xfrm>
              <a:off x="11232242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6DA0469-8073-7A22-412D-D67BE6E3F9BC}"/>
                </a:ext>
              </a:extLst>
            </p:cNvPr>
            <p:cNvSpPr/>
            <p:nvPr/>
          </p:nvSpPr>
          <p:spPr>
            <a:xfrm>
              <a:off x="7845046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75C8EC57-916A-CBC3-8F36-DE04E378B44B}"/>
                </a:ext>
              </a:extLst>
            </p:cNvPr>
            <p:cNvSpPr/>
            <p:nvPr/>
          </p:nvSpPr>
          <p:spPr>
            <a:xfrm>
              <a:off x="4457850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7B6402C1-2658-79CB-FBC4-8A0FE44E2075}"/>
                </a:ext>
              </a:extLst>
            </p:cNvPr>
            <p:cNvSpPr/>
            <p:nvPr/>
          </p:nvSpPr>
          <p:spPr>
            <a:xfrm>
              <a:off x="1822450" y="1634429"/>
              <a:ext cx="10034588" cy="32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64E65FA9-83C0-35DE-FF23-2509A38525CC}"/>
                </a:ext>
              </a:extLst>
            </p:cNvPr>
            <p:cNvSpPr/>
            <p:nvPr/>
          </p:nvSpPr>
          <p:spPr>
            <a:xfrm>
              <a:off x="334963" y="3657439"/>
              <a:ext cx="1429657" cy="110913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4DD2167D-C210-2FBA-ED47-B14A6F2FCAF8}"/>
                </a:ext>
              </a:extLst>
            </p:cNvPr>
            <p:cNvSpPr/>
            <p:nvPr/>
          </p:nvSpPr>
          <p:spPr>
            <a:xfrm>
              <a:off x="334962" y="4810125"/>
              <a:ext cx="757237" cy="14986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58F3D255-1059-941C-498C-47496CB32C3E}"/>
                </a:ext>
              </a:extLst>
            </p:cNvPr>
            <p:cNvSpPr/>
            <p:nvPr/>
          </p:nvSpPr>
          <p:spPr>
            <a:xfrm>
              <a:off x="1139824" y="5199590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59568BA4-9497-B568-85BE-33E9CB39B76F}"/>
                </a:ext>
              </a:extLst>
            </p:cNvPr>
            <p:cNvSpPr/>
            <p:nvPr/>
          </p:nvSpPr>
          <p:spPr>
            <a:xfrm>
              <a:off x="1139824" y="5775932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1822450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5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5209646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8596842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7">
              <a:extLst>
                <a:ext uri="{FF2B5EF4-FFF2-40B4-BE49-F238E27FC236}">
                  <ns2:creationId id="{6A55CDC5-9540-017C-FFE7-EE9836044FA3}"/>
                </a:ext>
              </a:extLst>
            </p:cNvPr>
            <p:cNvSpPr txBox="1"/>
            <p:nvPr/>
          </p:nvSpPr>
          <p:spPr>
            <a:xfrm>
              <a:off x="1822450" y="2757713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13" name="Text 21">
              <a:extLst>
                <a:ext uri="{FF2B5EF4-FFF2-40B4-BE49-F238E27FC236}">
                  <ns2:creationId id="{F0AE9DF8-5839-7ABC-B9B8-E760E45BFB3C}"/>
                </a:ext>
              </a:extLst>
            </p:cNvPr>
            <p:cNvSpPr txBox="1"/>
            <p:nvPr/>
          </p:nvSpPr>
          <p:spPr>
            <a:xfrm>
              <a:off x="5209646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17" name="Text 25">
              <a:extLst>
                <a:ext uri="{FF2B5EF4-FFF2-40B4-BE49-F238E27FC236}">
                  <ns2:creationId id="{73323049-2BB5-66E5-A8F6-EB91822C41E8}"/>
                </a:ext>
              </a:extLst>
            </p:cNvPr>
            <p:cNvSpPr txBox="1"/>
            <p:nvPr/>
          </p:nvSpPr>
          <p:spPr>
            <a:xfrm>
              <a:off x="8596842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3A2E4145-FE6C-EE61-8B33-9CF43BB8409F}"/>
                </a:ext>
              </a:extLst>
            </p:cNvPr>
            <p:cNvSpPr/>
            <p:nvPr/>
          </p:nvSpPr>
          <p:spPr>
            <a:xfrm>
              <a:off x="1822450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6B25C2B-7B6B-3815-6A2D-51B07950DF03}"/>
                </a:ext>
              </a:extLst>
            </p:cNvPr>
            <p:cNvSpPr/>
            <p:nvPr/>
          </p:nvSpPr>
          <p:spPr>
            <a:xfrm>
              <a:off x="5209646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42747439-EA12-3306-666D-8A70137A6DC2}"/>
                </a:ext>
              </a:extLst>
            </p:cNvPr>
            <p:cNvSpPr/>
            <p:nvPr/>
          </p:nvSpPr>
          <p:spPr>
            <a:xfrm>
              <a:off x="8596842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DD24D3E0-EFD7-1A9A-3C3D-121B8CB8185F}"/>
                </a:ext>
              </a:extLst>
            </p:cNvPr>
            <p:cNvSpPr/>
            <p:nvPr/>
          </p:nvSpPr>
          <p:spPr>
            <a:xfrm>
              <a:off x="1993711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3">
              <a:extLst>
                <a:ext uri="{FF2B5EF4-FFF2-40B4-BE49-F238E27FC236}">
                  <ns2:creationId id="{C1C5DEEE-EE86-1874-1F71-64B7195D9935}"/>
                </a:ext>
              </a:extLst>
            </p:cNvPr>
            <p:cNvSpPr/>
            <p:nvPr/>
          </p:nvSpPr>
          <p:spPr>
            <a:xfrm>
              <a:off x="5380907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A0B937E-1E6A-1E99-2301-BF830F415BBA}"/>
                </a:ext>
              </a:extLst>
            </p:cNvPr>
            <p:cNvSpPr/>
            <p:nvPr/>
          </p:nvSpPr>
          <p:spPr>
            <a:xfrm>
              <a:off x="8768103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91589DC-5690-E6DF-F958-EFC2FC350A18}"/>
                </a:ext>
              </a:extLst>
            </p:cNvPr>
            <p:cNvSpPr/>
            <p:nvPr/>
          </p:nvSpPr>
          <p:spPr>
            <a:xfrm>
              <a:off x="182245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61FBD14-2DC6-B474-C662-B5239D5E651F}"/>
                </a:ext>
              </a:extLst>
            </p:cNvPr>
            <p:cNvSpPr/>
            <p:nvPr/>
          </p:nvSpPr>
          <p:spPr>
            <a:xfrm>
              <a:off x="182245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891F0534-2E98-AC19-E30F-9D0F3EA731AA}"/>
                </a:ext>
              </a:extLst>
            </p:cNvPr>
            <p:cNvSpPr/>
            <p:nvPr/>
          </p:nvSpPr>
          <p:spPr>
            <a:xfrm>
              <a:off x="1139824" y="4810124"/>
              <a:ext cx="624795" cy="345918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182245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7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290918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8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3995914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576A5CD7-5B5C-9672-277A-973C61B7EBA6}"/>
                </a:ext>
              </a:extLst>
            </p:cNvPr>
            <p:cNvCxnSpPr/>
            <p:nvPr/>
          </p:nvCxnSpPr>
          <p:spPr>
            <a:xfrm>
              <a:off x="182245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855086CF-CE4C-29BE-EEB3-9C74D545870D}"/>
                </a:ext>
              </a:extLst>
            </p:cNvPr>
            <p:cNvSpPr/>
            <p:nvPr/>
          </p:nvSpPr>
          <p:spPr>
            <a:xfrm>
              <a:off x="5209646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4F36BD4-8444-185E-643E-8C688E0BF260}"/>
                </a:ext>
              </a:extLst>
            </p:cNvPr>
            <p:cNvSpPr/>
            <p:nvPr/>
          </p:nvSpPr>
          <p:spPr>
            <a:xfrm>
              <a:off x="5209646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8D6D95FB-3E08-3D8E-E404-1AF381CC136B}"/>
                </a:ext>
              </a:extLst>
            </p:cNvPr>
            <p:cNvCxnSpPr/>
            <p:nvPr/>
          </p:nvCxnSpPr>
          <p:spPr>
            <a:xfrm>
              <a:off x="5209646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97DDBEB8-BA3C-303F-6617-1E00EF3D344A}"/>
                </a:ext>
              </a:extLst>
            </p:cNvPr>
            <p:cNvSpPr/>
            <p:nvPr/>
          </p:nvSpPr>
          <p:spPr>
            <a:xfrm>
              <a:off x="859947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964CDF2-1175-0796-94A0-3CF85B5EEA67}"/>
                </a:ext>
              </a:extLst>
            </p:cNvPr>
            <p:cNvSpPr/>
            <p:nvPr/>
          </p:nvSpPr>
          <p:spPr>
            <a:xfrm>
              <a:off x="859947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2" name="矢印: 五方向 21">
              <a:extLst>
                <a:ext uri="{FF2B5EF4-FFF2-40B4-BE49-F238E27FC236}">
                  <ns2:creationId id="{01A8BA94-C1BB-FA0B-AF54-DB02EC40A4B3}"/>
                </a:ext>
              </a:extLst>
            </p:cNvPr>
            <p:cNvSpPr/>
            <p:nvPr/>
          </p:nvSpPr>
          <p:spPr>
            <a:xfrm>
              <a:off x="859947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五方向 68">
              <a:extLst>
                <a:ext uri="{FF2B5EF4-FFF2-40B4-BE49-F238E27FC236}">
                  <ns2:creationId id="{6131410F-E902-65F3-FBFD-8323B5731E55}"/>
                </a:ext>
              </a:extLst>
            </p:cNvPr>
            <p:cNvSpPr/>
            <p:nvPr/>
          </p:nvSpPr>
          <p:spPr>
            <a:xfrm>
              <a:off x="968620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6FF001FB-C58C-D5B4-5DC9-5684C90AA928}"/>
                </a:ext>
              </a:extLst>
            </p:cNvPr>
            <p:cNvCxnSpPr/>
            <p:nvPr/>
          </p:nvCxnSpPr>
          <p:spPr>
            <a:xfrm>
              <a:off x="859947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 35">
              <a:extLst>
                <a:ext uri="{FF2B5EF4-FFF2-40B4-BE49-F238E27FC236}">
                  <ns2:creationId id="{FFB04B1A-7496-2D6C-2315-3752611B4110}"/>
                </a:ext>
              </a:extLst>
            </p:cNvPr>
            <p:cNvSpPr txBox="1"/>
            <p:nvPr/>
          </p:nvSpPr>
          <p:spPr>
            <a:xfrm>
              <a:off x="5209646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4" name="Text 40">
              <a:extLst>
                <a:ext uri="{FF2B5EF4-FFF2-40B4-BE49-F238E27FC236}">
                  <ns2:creationId id="{7C756370-2D42-CC75-AF81-DB4930CAA95D}"/>
                </a:ext>
              </a:extLst>
            </p:cNvPr>
            <p:cNvSpPr txBox="1"/>
            <p:nvPr/>
          </p:nvSpPr>
          <p:spPr>
            <a:xfrm>
              <a:off x="8596842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l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5" name="二等辺三角形 34">
              <a:extLst>
                <a:ext uri="{FF2B5EF4-FFF2-40B4-BE49-F238E27FC236}">
                  <ns2:creationId id="{BAC39EF1-28B5-D176-987C-07D1E6B18C67}"/>
                </a:ext>
              </a:extLst>
            </p:cNvPr>
            <p:cNvSpPr/>
            <p:nvPr/>
          </p:nvSpPr>
          <p:spPr>
            <a:xfrm flipV="1">
              <a:off x="2763118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二等辺三角形 36">
              <a:extLst>
                <a:ext uri="{FF2B5EF4-FFF2-40B4-BE49-F238E27FC236}">
                  <ns2:creationId id="{56ADD25C-623F-5954-149B-BE1F7A8CA3A5}"/>
                </a:ext>
              </a:extLst>
            </p:cNvPr>
            <p:cNvSpPr/>
            <p:nvPr/>
          </p:nvSpPr>
          <p:spPr>
            <a:xfrm flipV="1">
              <a:off x="6150314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5A7CC437-73E7-EC84-6F27-297A572BAA02}"/>
                </a:ext>
              </a:extLst>
            </p:cNvPr>
            <p:cNvSpPr/>
            <p:nvPr/>
          </p:nvSpPr>
          <p:spPr>
            <a:xfrm flipV="1">
              <a:off x="9537510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矢印: 五方向 68">
              <a:extLst>
                <a:ext uri="{FF2B5EF4-FFF2-40B4-BE49-F238E27FC236}">
                  <ns2:creationId id="{2BE24FA6-88FB-BBCF-A5F3-5A976E1D4695}"/>
                </a:ext>
              </a:extLst>
            </p:cNvPr>
            <p:cNvSpPr/>
            <p:nvPr/>
          </p:nvSpPr>
          <p:spPr>
            <a:xfrm>
              <a:off x="10770306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3" name="矢印: 五方向 42">
              <a:extLst>
                <a:ext uri="{FF2B5EF4-FFF2-40B4-BE49-F238E27FC236}">
                  <ns2:creationId id="{CDD2F6B4-8257-D087-E838-DFDD52BF2072}"/>
                </a:ext>
              </a:extLst>
            </p:cNvPr>
            <p:cNvSpPr/>
            <p:nvPr/>
          </p:nvSpPr>
          <p:spPr>
            <a:xfrm>
              <a:off x="5209646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矢印: 五方向 68">
              <a:extLst>
                <a:ext uri="{FF2B5EF4-FFF2-40B4-BE49-F238E27FC236}">
                  <ns2:creationId id="{E9031868-9771-9BB0-1CEC-50F908E4A91A}"/>
                </a:ext>
              </a:extLst>
            </p:cNvPr>
            <p:cNvSpPr/>
            <p:nvPr/>
          </p:nvSpPr>
          <p:spPr>
            <a:xfrm>
              <a:off x="6296378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7" name="矢印: 五方向 68">
              <a:extLst>
                <a:ext uri="{FF2B5EF4-FFF2-40B4-BE49-F238E27FC236}">
                  <ns2:creationId id="{08C72FE5-FE53-5EC4-4BE5-D040B2A69013}"/>
                </a:ext>
              </a:extLst>
            </p:cNvPr>
            <p:cNvSpPr/>
            <p:nvPr/>
          </p:nvSpPr>
          <p:spPr>
            <a:xfrm>
              <a:off x="7383110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8" name="Text 30">
              <a:extLst>
                <a:ext uri="{FF2B5EF4-FFF2-40B4-BE49-F238E27FC236}">
                  <ns2:creationId id="{6E7698C4-C4C3-2E2C-9019-52C6918B8527}"/>
                </a:ext>
              </a:extLst>
            </p:cNvPr>
            <p:cNvSpPr txBox="1"/>
            <p:nvPr/>
          </p:nvSpPr>
          <p:spPr>
            <a:xfrm>
              <a:off x="1822450" y="4018648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>
                  <a:latin typeface="+mn-ea"/>
                  <a:cs typeface="Meiryo" pitchFamily="34" charset="-120"/>
                </a:rPr>
                <a:t> 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</p:grpSp>
    </p:spTree>
    <p:extLst>
      <p:ext uri="{BB962C8B-B14F-4D97-AF65-F5344CB8AC3E}">
        <ns3:creationId val="267184268"/>
      </p:ext>
    </p:extLst>
  </p:cSld>
  <p:clrMapOvr>
    <a:masterClrMapping/>
  </p:clrMapOvr>
</p:sld>
</file>

<file path=ppt/slides/slide1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F28F096-335B-CCD1-C482-09193CFAFA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670B06-7B5F-7D15-0629-66F3CC1E02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027EC87B-EF97-51B6-1BAC-7B4AEA6462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766F95B-CB08-2F6B-2502-DD2978860750}"/>
              </a:ext>
            </a:extLst>
          </p:cNvPr>
          <p:cNvSpPr/>
          <p:nvPr/>
        </p:nvSpPr>
        <p:spPr>
          <a:xfrm>
            <a:off x="334963" y="6308725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93" name="グループ化 292">
            <a:extLst>
              <a:ext uri="{FF2B5EF4-FFF2-40B4-BE49-F238E27FC236}">
                <ns2:creationId id="{A13C8C80-174B-572D-D9A0-559FBFD5B420}"/>
              </a:ext>
            </a:extLst>
          </p:cNvPr>
          <p:cNvGrpSpPr/>
          <p:nvPr/>
        </p:nvGrpSpPr>
        <p:grpSpPr>
          <a:xfrm>
            <a:off x="334963" y="4698695"/>
            <a:ext cx="11532772" cy="1602773"/>
            <a:chOff x="334963" y="4698695"/>
            <a:chExt cx="11532772" cy="1602773"/>
          </a:xfrm>
        </p:grpSpPr>
        <p:sp>
          <p:nvSpPr>
            <p:cNvPr id="14" name="四角形: 角を丸くする 13">
              <a:extLst>
                <a:ext uri="{FF2B5EF4-FFF2-40B4-BE49-F238E27FC236}">
                  <ns2:creationId id="{168FE11F-DF4E-58C0-411E-45D6D0D4433B}"/>
                </a:ext>
              </a:extLst>
            </p:cNvPr>
            <p:cNvSpPr/>
            <p:nvPr/>
          </p:nvSpPr>
          <p:spPr>
            <a:xfrm>
              <a:off x="3592064" y="4698695"/>
              <a:ext cx="5018570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F2CC9F4-17C9-AB76-6109-18BDC85DCDEB}"/>
                </a:ext>
              </a:extLst>
            </p:cNvPr>
            <p:cNvSpPr/>
            <p:nvPr/>
          </p:nvSpPr>
          <p:spPr>
            <a:xfrm>
              <a:off x="334963" y="6041873"/>
              <a:ext cx="11532772" cy="25959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2336F229-E8C8-7AA0-C43C-1B5145409DDE}"/>
                </a:ext>
              </a:extLst>
            </p:cNvPr>
            <p:cNvGrpSpPr/>
            <p:nvPr/>
          </p:nvGrpSpPr>
          <p:grpSpPr>
            <a:xfrm>
              <a:off x="334963" y="5021623"/>
              <a:ext cx="11532772" cy="1008743"/>
              <a:chOff x="334963" y="4969479"/>
              <a:chExt cx="11532772" cy="1008743"/>
            </a:xfrm>
          </p:grpSpPr>
          <p:sp>
            <p:nvSpPr>
              <p:cNvPr id="25" name="楕円 24">
                <a:extLst>
                  <a:ext uri="{FF2B5EF4-FFF2-40B4-BE49-F238E27FC236}">
                    <ns2:creationId id="{B785308E-4B82-CA2D-53BB-B02C928805D3}"/>
                  </a:ext>
                </a:extLst>
              </p:cNvPr>
              <p:cNvSpPr/>
              <p:nvPr/>
            </p:nvSpPr>
            <p:spPr>
              <a:xfrm>
                <a:off x="5275390" y="4969479"/>
                <a:ext cx="1008743" cy="1008743"/>
              </a:xfrm>
              <a:prstGeom prst="ellipse">
                <a:avLst/>
              </a:prstGeom>
              <a:solidFill>
                <a:schemeClr val="accent5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9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楕円 26">
                <a:extLst>
                  <a:ext uri="{FF2B5EF4-FFF2-40B4-BE49-F238E27FC236}">
                    <ns2:creationId id="{9C018D8D-5FFA-4D1D-CEB9-59A627D1D74D}"/>
                  </a:ext>
                </a:extLst>
              </p:cNvPr>
              <p:cNvSpPr/>
              <p:nvPr/>
            </p:nvSpPr>
            <p:spPr>
              <a:xfrm>
                <a:off x="5876523" y="4969479"/>
                <a:ext cx="1008743" cy="1008743"/>
              </a:xfrm>
              <a:prstGeom prst="ellipse">
                <a:avLst/>
              </a:prstGeom>
              <a:solidFill>
                <a:schemeClr val="accent6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9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CF97383-E968-4F96-F204-9F5ED73E06DE}"/>
                  </a:ext>
                </a:extLst>
              </p:cNvPr>
              <p:cNvSpPr/>
              <p:nvPr/>
            </p:nvSpPr>
            <p:spPr>
              <a:xfrm>
                <a:off x="5882647" y="5378978"/>
                <a:ext cx="395363" cy="1897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建物 単色塗りつぶし">
                <a:extLst>
                  <a:ext uri="{FF2B5EF4-FFF2-40B4-BE49-F238E27FC236}">
                    <ns2:creationId id="{32195845-3CAF-156C-25B7-C6EDDD8637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435274" y="5123391"/>
                <a:ext cx="330200" cy="330200"/>
              </a:xfrm>
              <a:prstGeom prst="rect">
                <a:avLst/>
              </a:prstGeom>
            </p:spPr>
          </p:pic>
          <p:pic>
            <p:nvPicPr>
              <p:cNvPr id="38" name="グラフィックス 37" descr="インターネット 単色塗りつぶし">
                <a:extLst>
                  <a:ext uri="{FF2B5EF4-FFF2-40B4-BE49-F238E27FC236}">
                    <ns2:creationId id="{FDADF5A9-366B-653C-6A0F-7E64BCB90C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393028" y="5123391"/>
                <a:ext cx="330200" cy="330200"/>
              </a:xfrm>
              <a:prstGeom prst="rect">
                <a:avLst/>
              </a:prstGeom>
            </p:spPr>
          </p:pic>
          <p:sp>
            <p:nvSpPr>
              <p:cNvPr id="40" name="正方形/長方形 39">
                <a:extLst>
                  <a:ext uri="{FF2B5EF4-FFF2-40B4-BE49-F238E27FC236}">
                    <ns2:creationId id="{F6C24FB4-08BA-3111-C289-B582DB1EC529}"/>
                  </a:ext>
                </a:extLst>
              </p:cNvPr>
              <p:cNvSpPr/>
              <p:nvPr/>
            </p:nvSpPr>
            <p:spPr>
              <a:xfrm>
                <a:off x="7209320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9DF63B37-62E8-E1F5-460A-4DC3B6A933FB}"/>
                  </a:ext>
                </a:extLst>
              </p:cNvPr>
              <p:cNvSpPr/>
              <p:nvPr/>
            </p:nvSpPr>
            <p:spPr>
              <a:xfrm>
                <a:off x="334963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144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2BEAD3E9-A112-3153-1547-72284729D8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93377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BAB3BC7-BE96-7CD2-3037-1F63500338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09319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6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7C025870-30B9-195F-4A83-04D502E33588}"/>
                  </a:ext>
                </a:extLst>
              </p:cNvPr>
              <p:cNvCxnSpPr>
                <a:cxnSpLocks/>
                <a:stCxn id="4" idx="3"/>
                <a:endCxn id="25" idx="2"/>
              </p:cNvCxnSpPr>
              <p:nvPr/>
            </p:nvCxnSpPr>
            <p:spPr>
              <a:xfrm>
                <a:off x="4993378" y="5473850"/>
                <a:ext cx="282012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線矢印コネクタ 15">
                <a:extLst>
                  <a:ext uri="{FF2B5EF4-FFF2-40B4-BE49-F238E27FC236}">
                    <ns2:creationId id="{BBF793AA-8F32-B7D6-6622-8C8C1F779BFB}"/>
                  </a:ext>
                </a:extLst>
              </p:cNvPr>
              <p:cNvCxnSpPr>
                <a:cxnSpLocks/>
                <a:stCxn id="40" idx="1"/>
                <a:endCxn id="27" idx="6"/>
              </p:cNvCxnSpPr>
              <p:nvPr/>
            </p:nvCxnSpPr>
            <p:spPr>
              <a:xfrm flipH="1">
                <a:off x="6885266" y="5473850"/>
                <a:ext cx="324054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" name="四角形: 角を丸くする 41">
            <a:extLst>
              <a:ext uri="{FF2B5EF4-FFF2-40B4-BE49-F238E27FC236}">
                <ns2:creationId id="{9742EA17-E949-977D-013D-1D0A3395805A}"/>
              </a:ext>
            </a:extLst>
          </p:cNvPr>
          <p:cNvSpPr/>
          <p:nvPr/>
        </p:nvSpPr>
        <p:spPr>
          <a:xfrm>
            <a:off x="334963" y="1631530"/>
            <a:ext cx="4616374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3" name="グループ化 142">
            <a:extLst>
              <a:ext uri="{FF2B5EF4-FFF2-40B4-BE49-F238E27FC236}">
                <ns2:creationId id="{7B5A59AC-7EB4-0AD9-82F5-D327556A50A9}"/>
              </a:ext>
            </a:extLst>
          </p:cNvPr>
          <p:cNvGrpSpPr/>
          <p:nvPr/>
        </p:nvGrpSpPr>
        <p:grpSpPr>
          <a:xfrm>
            <a:off x="705390" y="3589811"/>
            <a:ext cx="3875518" cy="128017"/>
            <a:chOff x="5219841" y="4131622"/>
            <a:chExt cx="3875518" cy="128017"/>
          </a:xfrm>
        </p:grpSpPr>
        <p:grpSp>
          <p:nvGrpSpPr>
            <p:cNvPr id="141" name="グループ化 140">
              <a:extLst>
                <a:ext uri="{FF2B5EF4-FFF2-40B4-BE49-F238E27FC236}">
                  <ns2:creationId id="{789D3B90-E4ED-3911-6745-BE5A60AA8457}"/>
                </a:ext>
              </a:extLst>
            </p:cNvPr>
            <p:cNvGrpSpPr/>
            <p:nvPr/>
          </p:nvGrpSpPr>
          <p:grpSpPr>
            <a:xfrm>
              <a:off x="5219841" y="4131622"/>
              <a:ext cx="729982" cy="128017"/>
              <a:chOff x="5219841" y="4131622"/>
              <a:chExt cx="729982" cy="128017"/>
            </a:xfrm>
          </p:grpSpPr>
          <p:sp>
            <p:nvSpPr>
              <p:cNvPr id="202" name="Shape 76">
                <a:extLst>
                  <a:ext uri="{FF2B5EF4-FFF2-40B4-BE49-F238E27FC236}">
                    <ns2:creationId id="{B7AC2F60-F022-DC7C-B306-E13B8A57A15F}"/>
                  </a:ext>
                </a:extLst>
              </p:cNvPr>
              <p:cNvSpPr/>
              <p:nvPr/>
            </p:nvSpPr>
            <p:spPr>
              <a:xfrm>
                <a:off x="5219841" y="4131623"/>
                <a:ext cx="146304" cy="128016"/>
              </a:xfrm>
              <a:prstGeom prst="rect">
                <a:avLst/>
              </a:prstGeom>
              <a:solidFill>
                <a:srgbClr val="C00000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4" name="Text 77">
                <a:extLst>
                  <a:ext uri="{FF2B5EF4-FFF2-40B4-BE49-F238E27FC236}">
                    <ns2:creationId id="{471AA3C6-74AD-6725-2BEF-F5068BCAA625}"/>
                  </a:ext>
                </a:extLst>
              </p:cNvPr>
              <p:cNvSpPr txBox="1"/>
              <p:nvPr/>
            </p:nvSpPr>
            <p:spPr>
              <a:xfrm>
                <a:off x="5393577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9" name="グループ化 138">
              <a:extLst>
                <a:ext uri="{FF2B5EF4-FFF2-40B4-BE49-F238E27FC236}">
                  <ns2:creationId id="{F7B98668-4B9E-E335-048A-7D5B88541BB6}"/>
                </a:ext>
              </a:extLst>
            </p:cNvPr>
            <p:cNvGrpSpPr/>
            <p:nvPr/>
          </p:nvGrpSpPr>
          <p:grpSpPr>
            <a:xfrm>
              <a:off x="6006225" y="4131622"/>
              <a:ext cx="729982" cy="128017"/>
              <a:chOff x="6006225" y="4131622"/>
              <a:chExt cx="729982" cy="128017"/>
            </a:xfrm>
          </p:grpSpPr>
          <p:sp>
            <p:nvSpPr>
              <p:cNvPr id="206" name="Shape 78">
                <a:extLst>
                  <a:ext uri="{FF2B5EF4-FFF2-40B4-BE49-F238E27FC236}">
                    <ns2:creationId id="{8224E416-F6E5-34EF-4E0E-35080FB0B6DB}"/>
                  </a:ext>
                </a:extLst>
              </p:cNvPr>
              <p:cNvSpPr/>
              <p:nvPr/>
            </p:nvSpPr>
            <p:spPr>
              <a:xfrm>
                <a:off x="6006225" y="4131623"/>
                <a:ext cx="146304" cy="128016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8" name="Text 79">
                <a:extLst>
                  <a:ext uri="{FF2B5EF4-FFF2-40B4-BE49-F238E27FC236}">
                    <ns2:creationId id="{4FE64D9D-8B12-6BFD-B363-8FB76A0DD908}"/>
                  </a:ext>
                </a:extLst>
              </p:cNvPr>
              <p:cNvSpPr txBox="1"/>
              <p:nvPr/>
            </p:nvSpPr>
            <p:spPr>
              <a:xfrm>
                <a:off x="6179961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7" name="グループ化 136">
              <a:extLst>
                <a:ext uri="{FF2B5EF4-FFF2-40B4-BE49-F238E27FC236}">
                  <ns2:creationId id="{335E9CC0-7991-4A68-6F5C-C054BA0D2680}"/>
                </a:ext>
              </a:extLst>
            </p:cNvPr>
            <p:cNvGrpSpPr/>
            <p:nvPr/>
          </p:nvGrpSpPr>
          <p:grpSpPr>
            <a:xfrm>
              <a:off x="6792609" y="4131622"/>
              <a:ext cx="729982" cy="128017"/>
              <a:chOff x="6792609" y="4131622"/>
              <a:chExt cx="729982" cy="128017"/>
            </a:xfrm>
          </p:grpSpPr>
          <p:sp>
            <p:nvSpPr>
              <p:cNvPr id="210" name="Shape 80">
                <a:extLst>
                  <a:ext uri="{FF2B5EF4-FFF2-40B4-BE49-F238E27FC236}">
                    <ns2:creationId id="{670F4634-D50C-B385-664F-0F325FCA9AC0}"/>
                  </a:ext>
                </a:extLst>
              </p:cNvPr>
              <p:cNvSpPr/>
              <p:nvPr/>
            </p:nvSpPr>
            <p:spPr>
              <a:xfrm>
                <a:off x="6792609" y="4131623"/>
                <a:ext cx="146304" cy="128016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2" name="Text 81">
                <a:extLst>
                  <a:ext uri="{FF2B5EF4-FFF2-40B4-BE49-F238E27FC236}">
                    <ns2:creationId id="{634B3325-6BA6-6F0D-ABB2-F2E00CBD341C}"/>
                  </a:ext>
                </a:extLst>
              </p:cNvPr>
              <p:cNvSpPr txBox="1"/>
              <p:nvPr/>
            </p:nvSpPr>
            <p:spPr>
              <a:xfrm>
                <a:off x="6966345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5" name="グループ化 134">
              <a:extLst>
                <a:ext uri="{FF2B5EF4-FFF2-40B4-BE49-F238E27FC236}">
                  <ns2:creationId id="{07DC0322-DD51-35FA-DD29-B870A453A6B6}"/>
                </a:ext>
              </a:extLst>
            </p:cNvPr>
            <p:cNvGrpSpPr/>
            <p:nvPr/>
          </p:nvGrpSpPr>
          <p:grpSpPr>
            <a:xfrm>
              <a:off x="7578993" y="4131622"/>
              <a:ext cx="729982" cy="128017"/>
              <a:chOff x="7578993" y="4131622"/>
              <a:chExt cx="729982" cy="128017"/>
            </a:xfrm>
          </p:grpSpPr>
          <p:sp>
            <p:nvSpPr>
              <p:cNvPr id="214" name="Shape 82">
                <a:extLst>
                  <a:ext uri="{FF2B5EF4-FFF2-40B4-BE49-F238E27FC236}">
                    <ns2:creationId id="{5B239A9E-DC36-F30C-E39F-03802FCF2974}"/>
                  </a:ext>
                </a:extLst>
              </p:cNvPr>
              <p:cNvSpPr/>
              <p:nvPr/>
            </p:nvSpPr>
            <p:spPr>
              <a:xfrm>
                <a:off x="7578993" y="4131623"/>
                <a:ext cx="146304" cy="128016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6" name="Text 83">
                <a:extLst>
                  <a:ext uri="{FF2B5EF4-FFF2-40B4-BE49-F238E27FC236}">
                    <ns2:creationId id="{586342CD-2288-EDC7-C37A-CFCBEE62AA74}"/>
                  </a:ext>
                </a:extLst>
              </p:cNvPr>
              <p:cNvSpPr txBox="1"/>
              <p:nvPr/>
            </p:nvSpPr>
            <p:spPr>
              <a:xfrm>
                <a:off x="7752729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3" name="グループ化 132">
              <a:extLst>
                <a:ext uri="{FF2B5EF4-FFF2-40B4-BE49-F238E27FC236}">
                  <ns2:creationId id="{4331592C-B188-54A2-176E-D897166782F1}"/>
                </a:ext>
              </a:extLst>
            </p:cNvPr>
            <p:cNvGrpSpPr/>
            <p:nvPr/>
          </p:nvGrpSpPr>
          <p:grpSpPr>
            <a:xfrm>
              <a:off x="8365377" y="4131622"/>
              <a:ext cx="729982" cy="128017"/>
              <a:chOff x="8365377" y="4131622"/>
              <a:chExt cx="729982" cy="128017"/>
            </a:xfrm>
          </p:grpSpPr>
          <p:sp>
            <p:nvSpPr>
              <p:cNvPr id="218" name="Shape 84">
                <a:extLst>
                  <a:ext uri="{FF2B5EF4-FFF2-40B4-BE49-F238E27FC236}">
                    <ns2:creationId id="{576505AD-9C7B-379B-3EA1-B3BBF237B60A}"/>
                  </a:ext>
                </a:extLst>
              </p:cNvPr>
              <p:cNvSpPr/>
              <p:nvPr/>
            </p:nvSpPr>
            <p:spPr>
              <a:xfrm>
                <a:off x="8365377" y="4131623"/>
                <a:ext cx="146304" cy="1280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20" name="Text 85">
                <a:extLst>
                  <a:ext uri="{FF2B5EF4-FFF2-40B4-BE49-F238E27FC236}">
                    <ns2:creationId id="{524B1E67-70E0-35C5-339E-BF185934DBF6}"/>
                  </a:ext>
                </a:extLst>
              </p:cNvPr>
              <p:cNvSpPr txBox="1"/>
              <p:nvPr/>
            </p:nvSpPr>
            <p:spPr>
              <a:xfrm>
                <a:off x="8539113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</p:grpSp>
      <p:sp>
        <p:nvSpPr>
          <p:cNvPr id="234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334963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2706649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" name="正方形/長方形 2">
            <a:extLst>
              <a:ext uri="{FF2B5EF4-FFF2-40B4-BE49-F238E27FC236}">
                <ns2:creationId id="{D95FC844-616E-7245-E785-349F3C6C40D4}"/>
              </a:ext>
            </a:extLst>
          </p:cNvPr>
          <p:cNvSpPr/>
          <p:nvPr/>
        </p:nvSpPr>
        <p:spPr>
          <a:xfrm>
            <a:off x="334963" y="3787835"/>
            <a:ext cx="4616372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34963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6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1276017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7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2217071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8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158125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4099179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5" name="グループ化 144">
            <a:extLst>
              <a:ext uri="{FF2B5EF4-FFF2-40B4-BE49-F238E27FC236}">
                <ns2:creationId id="{60DBCE2A-7FFD-EAD9-91EA-46088B54D9A0}"/>
              </a:ext>
            </a:extLst>
          </p:cNvPr>
          <p:cNvGrpSpPr/>
          <p:nvPr/>
        </p:nvGrpSpPr>
        <p:grpSpPr>
          <a:xfrm>
            <a:off x="367847" y="1937057"/>
            <a:ext cx="4550601" cy="1358075"/>
            <a:chOff x="367847" y="1937063"/>
            <a:chExt cx="4550601" cy="1255664"/>
          </a:xfrm>
        </p:grpSpPr>
        <p:sp>
          <p:nvSpPr>
            <p:cNvPr id="80" name="正方形/長方形 4">
              <a:extLst>
                <a:ext uri="{FF2B5EF4-FFF2-40B4-BE49-F238E27FC236}">
                  <ns2:creationId id="{76FFC39E-36C1-324B-DC70-2D90D7ECC716}"/>
                </a:ext>
              </a:extLst>
            </p:cNvPr>
            <p:cNvSpPr/>
            <p:nvPr/>
          </p:nvSpPr>
          <p:spPr>
            <a:xfrm>
              <a:off x="367847" y="2564895"/>
              <a:ext cx="786384" cy="156958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48BD5B1A-2F60-6782-8B67-40EF7AAC744F}"/>
                </a:ext>
              </a:extLst>
            </p:cNvPr>
            <p:cNvGrpSpPr/>
            <p:nvPr/>
          </p:nvGrpSpPr>
          <p:grpSpPr>
            <a:xfrm>
              <a:off x="3191010" y="1937063"/>
              <a:ext cx="786384" cy="1255664"/>
              <a:chOff x="3191010" y="1937063"/>
              <a:chExt cx="786384" cy="1255664"/>
            </a:xfrm>
          </p:grpSpPr>
          <p:sp>
            <p:nvSpPr>
              <p:cNvPr id="240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094021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25097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407937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564895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4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878811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30357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正方形/長方形 4">
                <a:extLst>
                  <a:ext uri="{FF2B5EF4-FFF2-40B4-BE49-F238E27FC236}">
                    <ns2:creationId id="{55AAB43C-0740-A94D-BFD9-0C3BFBFD2D0D}"/>
                  </a:ext>
                </a:extLst>
              </p:cNvPr>
              <p:cNvSpPr/>
              <p:nvPr/>
            </p:nvSpPr>
            <p:spPr>
              <a:xfrm>
                <a:off x="3748794" y="209402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4">
                <a:extLst>
                  <a:ext uri="{FF2B5EF4-FFF2-40B4-BE49-F238E27FC236}">
                    <ns2:creationId id="{37BA3C35-E8E0-909E-9CBE-443A296BC3FB}"/>
                  </a:ext>
                </a:extLst>
              </p:cNvPr>
              <p:cNvSpPr/>
              <p:nvPr/>
            </p:nvSpPr>
            <p:spPr>
              <a:xfrm>
                <a:off x="3748794" y="225097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4">
                <a:extLst>
                  <a:ext uri="{FF2B5EF4-FFF2-40B4-BE49-F238E27FC236}">
                    <ns2:creationId id="{1C54C4B8-79D6-3713-4A3A-EAC6B771FC71}"/>
                  </a:ext>
                </a:extLst>
              </p:cNvPr>
              <p:cNvSpPr/>
              <p:nvPr/>
            </p:nvSpPr>
            <p:spPr>
              <a:xfrm>
                <a:off x="3748794" y="2407937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4">
                <a:extLst>
                  <a:ext uri="{FF2B5EF4-FFF2-40B4-BE49-F238E27FC236}">
                    <ns2:creationId id="{A31D3D17-7728-3977-5CBB-6431E785D7A5}"/>
                  </a:ext>
                </a:extLst>
              </p:cNvPr>
              <p:cNvSpPr/>
              <p:nvPr/>
            </p:nvSpPr>
            <p:spPr>
              <a:xfrm>
                <a:off x="3748794" y="2564895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4">
                <a:extLst>
                  <a:ext uri="{FF2B5EF4-FFF2-40B4-BE49-F238E27FC236}">
                    <ns2:creationId id="{8072BEEB-4B15-9269-3163-6A41345AC0C5}"/>
                  </a:ext>
                </a:extLst>
              </p:cNvPr>
              <p:cNvSpPr/>
              <p:nvPr/>
            </p:nvSpPr>
            <p:spPr>
              <a:xfrm>
                <a:off x="3748794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4">
                <a:extLst>
                  <a:ext uri="{FF2B5EF4-FFF2-40B4-BE49-F238E27FC236}">
                    <ns2:creationId id="{75FDB65D-565E-7804-097D-C824793EF3D0}"/>
                  </a:ext>
                </a:extLst>
              </p:cNvPr>
              <p:cNvSpPr/>
              <p:nvPr/>
            </p:nvSpPr>
            <p:spPr>
              <a:xfrm>
                <a:off x="3748794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4">
                <a:extLst>
                  <a:ext uri="{FF2B5EF4-FFF2-40B4-BE49-F238E27FC236}">
                    <ns2:creationId id="{34F34101-E364-4EE2-2436-9B36C6B73A2B}"/>
                  </a:ext>
                </a:extLst>
              </p:cNvPr>
              <p:cNvSpPr/>
              <p:nvPr/>
            </p:nvSpPr>
            <p:spPr>
              <a:xfrm>
                <a:off x="3748794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1937063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19050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2EB71EA1-4FFC-6552-F77A-8904E3BC747E}"/>
                  </a:ext>
                </a:extLst>
              </p:cNvPr>
              <p:cNvSpPr/>
              <p:nvPr/>
            </p:nvSpPr>
            <p:spPr>
              <a:xfrm>
                <a:off x="3748794" y="193706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3EF0C260-7BC4-EC61-F1F2-A16281D2E6E0}"/>
                </a:ext>
              </a:extLst>
            </p:cNvPr>
            <p:cNvGrpSpPr/>
            <p:nvPr/>
          </p:nvGrpSpPr>
          <p:grpSpPr>
            <a:xfrm>
              <a:off x="2249955" y="2721853"/>
              <a:ext cx="786384" cy="470874"/>
              <a:chOff x="2249955" y="2721853"/>
              <a:chExt cx="786384" cy="470874"/>
            </a:xfrm>
          </p:grpSpPr>
          <p:sp>
            <p:nvSpPr>
              <p:cNvPr id="34" name="正方形/長方形 4">
                <a:extLst>
                  <a:ext uri="{FF2B5EF4-FFF2-40B4-BE49-F238E27FC236}">
                    <ns2:creationId id="{C84C188C-9DF1-8ED7-7283-56389FDB1FE4}"/>
                  </a:ext>
                </a:extLst>
              </p:cNvPr>
              <p:cNvSpPr/>
              <p:nvPr/>
            </p:nvSpPr>
            <p:spPr>
              <a:xfrm>
                <a:off x="2249955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4">
                <a:extLst>
                  <a:ext uri="{FF2B5EF4-FFF2-40B4-BE49-F238E27FC236}">
                    <ns2:creationId id="{3FFAA1DB-BEF7-5CBE-F730-15F0580DE7E2}"/>
                  </a:ext>
                </a:extLst>
              </p:cNvPr>
              <p:cNvSpPr/>
              <p:nvPr/>
            </p:nvSpPr>
            <p:spPr>
              <a:xfrm>
                <a:off x="2249955" y="2878811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4">
                <a:extLst>
                  <a:ext uri="{FF2B5EF4-FFF2-40B4-BE49-F238E27FC236}">
                    <ns2:creationId id="{1166B34F-00C2-BFFA-8BDB-215EF0DED857}"/>
                  </a:ext>
                </a:extLst>
              </p:cNvPr>
              <p:cNvSpPr/>
              <p:nvPr/>
            </p:nvSpPr>
            <p:spPr>
              <a:xfrm>
                <a:off x="2249955" y="303576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">
                <a:extLst>
                  <a:ext uri="{FF2B5EF4-FFF2-40B4-BE49-F238E27FC236}">
                    <ns2:creationId id="{82C67327-92BD-5032-D43E-3328F4AA5474}"/>
                  </a:ext>
                </a:extLst>
              </p:cNvPr>
              <p:cNvSpPr/>
              <p:nvPr/>
            </p:nvSpPr>
            <p:spPr>
              <a:xfrm>
                <a:off x="2807739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">
                <a:extLst>
                  <a:ext uri="{FF2B5EF4-FFF2-40B4-BE49-F238E27FC236}">
                    <ns2:creationId id="{10F1EFA1-047F-638A-B995-602DA388AF66}"/>
                  </a:ext>
                </a:extLst>
              </p:cNvPr>
              <p:cNvSpPr/>
              <p:nvPr/>
            </p:nvSpPr>
            <p:spPr>
              <a:xfrm>
                <a:off x="2807739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">
                <a:extLst>
                  <a:ext uri="{FF2B5EF4-FFF2-40B4-BE49-F238E27FC236}">
                    <ns2:creationId id="{FCF6378B-32F9-2736-D08D-978D9F672589}"/>
                  </a:ext>
                </a:extLst>
              </p:cNvPr>
              <p:cNvSpPr/>
              <p:nvPr/>
            </p:nvSpPr>
            <p:spPr>
              <a:xfrm>
                <a:off x="2807739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78" name="正方形/長方形 4">
              <a:extLst>
                <a:ext uri="{FF2B5EF4-FFF2-40B4-BE49-F238E27FC236}">
                  <ns2:creationId id="{23684E92-B33D-99E1-F9F8-3764C5C7AEE4}"/>
                </a:ext>
              </a:extLst>
            </p:cNvPr>
            <p:cNvSpPr/>
            <p:nvPr/>
          </p:nvSpPr>
          <p:spPr>
            <a:xfrm>
              <a:off x="367847" y="2407937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4">
              <a:extLst>
                <a:ext uri="{FF2B5EF4-FFF2-40B4-BE49-F238E27FC236}">
                  <ns2:creationId id="{1737FE51-3094-361B-66B2-27FC3D8B8515}"/>
                </a:ext>
              </a:extLst>
            </p:cNvPr>
            <p:cNvSpPr/>
            <p:nvPr/>
          </p:nvSpPr>
          <p:spPr>
            <a:xfrm>
              <a:off x="367847" y="2721853"/>
              <a:ext cx="786384" cy="15695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4">
              <a:extLst>
                <a:ext uri="{FF2B5EF4-FFF2-40B4-BE49-F238E27FC236}">
                  <ns2:creationId id="{56397D9C-C0EA-87E5-B31B-B3557ECF647B}"/>
                </a:ext>
              </a:extLst>
            </p:cNvPr>
            <p:cNvSpPr/>
            <p:nvPr/>
          </p:nvSpPr>
          <p:spPr>
            <a:xfrm>
              <a:off x="367847" y="2878811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4">
              <a:extLst>
                <a:ext uri="{FF2B5EF4-FFF2-40B4-BE49-F238E27FC236}">
                  <ns2:creationId id="{2BB2384C-9BF8-66C4-ED55-43F28A1414E6}"/>
                </a:ext>
              </a:extLst>
            </p:cNvPr>
            <p:cNvSpPr/>
            <p:nvPr/>
          </p:nvSpPr>
          <p:spPr>
            <a:xfrm>
              <a:off x="367847" y="3035769"/>
              <a:ext cx="786384" cy="156958"/>
            </a:xfrm>
            <a:prstGeom prst="rect">
              <a:avLst/>
            </a:prstGeom>
            <a:solidFill>
              <a:schemeClr val="accent4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4">
              <a:extLst>
                <a:ext uri="{FF2B5EF4-FFF2-40B4-BE49-F238E27FC236}">
                  <ns2:creationId id="{B3FE39D4-9567-386D-4A30-469128E1100F}"/>
                </a:ext>
              </a:extLst>
            </p:cNvPr>
            <p:cNvSpPr/>
            <p:nvPr/>
          </p:nvSpPr>
          <p:spPr>
            <a:xfrm>
              <a:off x="925631" y="2407937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4">
              <a:extLst>
                <a:ext uri="{FF2B5EF4-FFF2-40B4-BE49-F238E27FC236}">
                  <ns2:creationId id="{80442A4F-8EEC-012A-5F97-683E7F5391A1}"/>
                </a:ext>
              </a:extLst>
            </p:cNvPr>
            <p:cNvSpPr/>
            <p:nvPr/>
          </p:nvSpPr>
          <p:spPr>
            <a:xfrm>
              <a:off x="925631" y="2564895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4">
              <a:extLst>
                <a:ext uri="{FF2B5EF4-FFF2-40B4-BE49-F238E27FC236}">
                  <ns2:creationId id="{D77F0022-A464-9A58-FF57-4969937F4285}"/>
                </a:ext>
              </a:extLst>
            </p:cNvPr>
            <p:cNvSpPr/>
            <p:nvPr/>
          </p:nvSpPr>
          <p:spPr>
            <a:xfrm>
              <a:off x="925631" y="2721853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4">
              <a:extLst>
                <a:ext uri="{FF2B5EF4-FFF2-40B4-BE49-F238E27FC236}">
                  <ns2:creationId id="{165C125E-C354-29DB-5D69-1F0814447061}"/>
                </a:ext>
              </a:extLst>
            </p:cNvPr>
            <p:cNvSpPr/>
            <p:nvPr/>
          </p:nvSpPr>
          <p:spPr>
            <a:xfrm>
              <a:off x="925631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4">
              <a:extLst>
                <a:ext uri="{FF2B5EF4-FFF2-40B4-BE49-F238E27FC236}">
                  <ns2:creationId id="{199B5B83-ED8B-9602-3913-816395296D3E}"/>
                </a:ext>
              </a:extLst>
            </p:cNvPr>
            <p:cNvSpPr/>
            <p:nvPr/>
          </p:nvSpPr>
          <p:spPr>
            <a:xfrm>
              <a:off x="925631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13" name="グループ化 112">
              <a:extLst>
                <a:ext uri="{FF2B5EF4-FFF2-40B4-BE49-F238E27FC236}">
                  <ns2:creationId id="{8989E84E-8E65-AE14-59C1-BBC72C8A1CDB}"/>
                </a:ext>
              </a:extLst>
            </p:cNvPr>
            <p:cNvGrpSpPr/>
            <p:nvPr/>
          </p:nvGrpSpPr>
          <p:grpSpPr>
            <a:xfrm>
              <a:off x="1308901" y="3035768"/>
              <a:ext cx="786384" cy="156958"/>
              <a:chOff x="2402355" y="3188169"/>
              <a:chExt cx="786384" cy="156958"/>
            </a:xfrm>
          </p:grpSpPr>
          <p:sp>
            <p:nvSpPr>
              <p:cNvPr id="107" name="正方形/長方形 4">
                <a:extLst>
                  <a:ext uri="{FF2B5EF4-FFF2-40B4-BE49-F238E27FC236}">
                    <ns2:creationId id="{29CC097F-C6E0-E19D-C0D5-9DBB58DE015E}"/>
                  </a:ext>
                </a:extLst>
              </p:cNvPr>
              <p:cNvSpPr/>
              <p:nvPr/>
            </p:nvSpPr>
            <p:spPr>
              <a:xfrm>
                <a:off x="2402355" y="31881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4">
                <a:extLst>
                  <a:ext uri="{FF2B5EF4-FFF2-40B4-BE49-F238E27FC236}">
                    <ns2:creationId id="{00E3DE83-4E8F-77F5-45F2-F5FFBE301270}"/>
                  </a:ext>
                </a:extLst>
              </p:cNvPr>
              <p:cNvSpPr/>
              <p:nvPr/>
            </p:nvSpPr>
            <p:spPr>
              <a:xfrm>
                <a:off x="2960139" y="31881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1" name="正方形/長方形 4">
              <a:extLst>
                <a:ext uri="{FF2B5EF4-FFF2-40B4-BE49-F238E27FC236}">
                  <ns2:creationId id="{CFDC18C0-BEC2-CA50-1997-A27A2AFF1E28}"/>
                </a:ext>
              </a:extLst>
            </p:cNvPr>
            <p:cNvSpPr/>
            <p:nvPr/>
          </p:nvSpPr>
          <p:spPr>
            <a:xfrm>
              <a:off x="4132064" y="2878811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4">
              <a:extLst>
                <a:ext uri="{FF2B5EF4-FFF2-40B4-BE49-F238E27FC236}">
                  <ns2:creationId id="{D8584714-1CB5-613A-CC7A-02441942D0C0}"/>
                </a:ext>
              </a:extLst>
            </p:cNvPr>
            <p:cNvSpPr/>
            <p:nvPr/>
          </p:nvSpPr>
          <p:spPr>
            <a:xfrm>
              <a:off x="4132064" y="3035769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4">
              <a:extLst>
                <a:ext uri="{FF2B5EF4-FFF2-40B4-BE49-F238E27FC236}">
                  <ns2:creationId id="{A358AADC-6EDE-F9EC-AE1F-07348816E341}"/>
                </a:ext>
              </a:extLst>
            </p:cNvPr>
            <p:cNvSpPr/>
            <p:nvPr/>
          </p:nvSpPr>
          <p:spPr>
            <a:xfrm>
              <a:off x="4689848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4">
              <a:extLst>
                <a:ext uri="{FF2B5EF4-FFF2-40B4-BE49-F238E27FC236}">
                  <ns2:creationId id="{0487AB38-E98B-FE4E-4A1B-7F32A0ED2C17}"/>
                </a:ext>
              </a:extLst>
            </p:cNvPr>
            <p:cNvSpPr/>
            <p:nvPr/>
          </p:nvSpPr>
          <p:spPr>
            <a:xfrm>
              <a:off x="4689848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233" name="直線コネクタ 232">
            <a:extLst>
              <a:ext uri="{FF2B5EF4-FFF2-40B4-BE49-F238E27FC236}">
                <ns2:creationId id="{6CA29149-22D3-E08F-949D-A6623ECA5B45}"/>
              </a:ext>
            </a:extLst>
          </p:cNvPr>
          <p:cNvCxnSpPr/>
          <p:nvPr/>
        </p:nvCxnSpPr>
        <p:spPr>
          <a:xfrm>
            <a:off x="334963" y="3302399"/>
            <a:ext cx="461637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9" name="グループ化 278">
            <a:extLst>
              <a:ext uri="{FF2B5EF4-FFF2-40B4-BE49-F238E27FC236}">
                <ns2:creationId id="{48F5EBD4-5159-E3BB-CCA3-C3A84C70C710}"/>
              </a:ext>
            </a:extLst>
          </p:cNvPr>
          <p:cNvGrpSpPr/>
          <p:nvPr/>
        </p:nvGrpSpPr>
        <p:grpSpPr>
          <a:xfrm>
            <a:off x="8856776" y="1628775"/>
            <a:ext cx="2989939" cy="162810"/>
            <a:chOff x="7047293" y="1628775"/>
            <a:chExt cx="2989939" cy="162810"/>
          </a:xfrm>
        </p:grpSpPr>
        <p:sp>
          <p:nvSpPr>
            <p:cNvPr id="274" name="正方形/長方形 18">
              <a:extLst>
                <a:ext uri="{FF2B5EF4-FFF2-40B4-BE49-F238E27FC236}">
                  <ns2:creationId id="{F8268BC3-2F1D-46AB-C0CA-FCD7697269DC}"/>
                </a:ext>
              </a:extLst>
            </p:cNvPr>
            <p:cNvSpPr/>
            <p:nvPr/>
          </p:nvSpPr>
          <p:spPr>
            <a:xfrm>
              <a:off x="7282313" y="1631531"/>
              <a:ext cx="924004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92">
              <a:extLst>
                <a:ext uri="{FF2B5EF4-FFF2-40B4-BE49-F238E27FC236}">
                  <ns2:creationId id="{3092A851-F338-643E-1882-806AA5FF74E2}"/>
                </a:ext>
              </a:extLst>
            </p:cNvPr>
            <p:cNvSpPr txBox="1"/>
            <p:nvPr/>
          </p:nvSpPr>
          <p:spPr>
            <a:xfrm>
              <a:off x="7047293" y="1628775"/>
              <a:ext cx="217107" cy="16005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277" name="正方形/長方形 18">
              <a:extLst>
                <a:ext uri="{FF2B5EF4-FFF2-40B4-BE49-F238E27FC236}">
                  <ns2:creationId id="{BD5DC0A2-CE14-11F5-14DA-1F5C009F1E97}"/>
                </a:ext>
              </a:extLst>
            </p:cNvPr>
            <p:cNvSpPr/>
            <p:nvPr/>
          </p:nvSpPr>
          <p:spPr>
            <a:xfrm>
              <a:off x="8567129" y="1631531"/>
              <a:ext cx="1470103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8" name="Text 92">
              <a:extLst>
                <a:ext uri="{FF2B5EF4-FFF2-40B4-BE49-F238E27FC236}">
                  <ns2:creationId id="{249C9662-2F5A-7361-D0D6-5666CF72EE55}"/>
                </a:ext>
              </a:extLst>
            </p:cNvPr>
            <p:cNvSpPr txBox="1"/>
            <p:nvPr/>
          </p:nvSpPr>
          <p:spPr>
            <a:xfrm>
              <a:off x="8332110" y="1628775"/>
              <a:ext cx="217107" cy="16005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</p:grpSp>
      <p:grpSp>
        <p:nvGrpSpPr>
          <p:cNvPr id="291" name="グループ化 290">
            <a:extLst>
              <a:ext uri="{FF2B5EF4-FFF2-40B4-BE49-F238E27FC236}">
                <ns2:creationId id="{AD2A7303-B0BF-140C-8341-5500A6EAF889}"/>
              </a:ext>
            </a:extLst>
          </p:cNvPr>
          <p:cNvGrpSpPr/>
          <p:nvPr/>
        </p:nvGrpSpPr>
        <p:grpSpPr>
          <a:xfrm>
            <a:off x="5186527" y="1826155"/>
            <a:ext cx="6660188" cy="879510"/>
            <a:chOff x="5186527" y="1826155"/>
            <a:chExt cx="6660188" cy="879510"/>
          </a:xfrm>
        </p:grpSpPr>
        <p:sp>
          <p:nvSpPr>
            <p:cNvPr id="263" name="Text 92">
              <a:extLst>
                <a:ext uri="{FF2B5EF4-FFF2-40B4-BE49-F238E27FC236}">
                  <ns2:creationId id="{A0EF4368-3082-5F80-C22B-6F3A279B8F4F}"/>
                </a:ext>
              </a:extLst>
            </p:cNvPr>
            <p:cNvSpPr txBox="1"/>
            <p:nvPr/>
          </p:nvSpPr>
          <p:spPr>
            <a:xfrm>
              <a:off x="5186527" y="1826155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4" name="Text 92">
              <a:extLst>
                <a:ext uri="{FF2B5EF4-FFF2-40B4-BE49-F238E27FC236}">
                  <ns2:creationId id="{7F834D87-2467-C67A-1644-445DF13B8AEF}"/>
                </a:ext>
              </a:extLst>
            </p:cNvPr>
            <p:cNvSpPr txBox="1"/>
            <p:nvPr/>
          </p:nvSpPr>
          <p:spPr>
            <a:xfrm>
              <a:off x="5186527" y="2265910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2" name="グラフィックス 281" descr="羽ペン 単色塗りつぶし">
              <a:extLst>
                <a:ext uri="{FF2B5EF4-FFF2-40B4-BE49-F238E27FC236}">
                  <ns2:creationId id="{E7F656F5-17EA-7FD1-D3F9-767A2B1D6E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330890" y="2283748"/>
              <a:ext cx="404078" cy="404078"/>
            </a:xfrm>
            <a:prstGeom prst="rect">
              <a:avLst/>
            </a:prstGeom>
          </p:spPr>
        </p:pic>
        <p:pic>
          <p:nvPicPr>
            <p:cNvPr id="283" name="グラフィックス 282" descr="ルーラー 単色塗りつぶし">
              <a:extLst>
                <a:ext uri="{FF2B5EF4-FFF2-40B4-BE49-F238E27FC236}">
                  <ns2:creationId id="{3B45ACFE-38BA-35BB-274E-A43DA6301F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30890" y="1843993"/>
              <a:ext cx="404078" cy="404078"/>
            </a:xfrm>
            <a:prstGeom prst="rect">
              <a:avLst/>
            </a:prstGeom>
          </p:spPr>
        </p:pic>
      </p:grpSp>
      <p:grpSp>
        <p:nvGrpSpPr>
          <p:cNvPr id="289" name="グループ化 288">
            <a:extLst>
              <a:ext uri="{FF2B5EF4-FFF2-40B4-BE49-F238E27FC236}">
                <ns2:creationId id="{295E0E0C-6B36-02E4-516A-832593F0BDEA}"/>
              </a:ext>
            </a:extLst>
          </p:cNvPr>
          <p:cNvGrpSpPr/>
          <p:nvPr/>
        </p:nvGrpSpPr>
        <p:grpSpPr>
          <a:xfrm>
            <a:off x="5186527" y="2803158"/>
            <a:ext cx="6660188" cy="879510"/>
            <a:chOff x="5186527" y="2772702"/>
            <a:chExt cx="6660188" cy="879510"/>
          </a:xfrm>
        </p:grpSpPr>
        <p:sp>
          <p:nvSpPr>
            <p:cNvPr id="267" name="Text 92">
              <a:extLst>
                <a:ext uri="{FF2B5EF4-FFF2-40B4-BE49-F238E27FC236}">
                  <ns2:creationId id="{FF5E08EB-7CFA-8F75-6E47-933F5F030319}"/>
                </a:ext>
              </a:extLst>
            </p:cNvPr>
            <p:cNvSpPr txBox="1"/>
            <p:nvPr/>
          </p:nvSpPr>
          <p:spPr>
            <a:xfrm>
              <a:off x="5186527" y="2772702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8" name="Text 92">
              <a:extLst>
                <a:ext uri="{FF2B5EF4-FFF2-40B4-BE49-F238E27FC236}">
                  <ns2:creationId id="{6495D704-D85D-EF40-B792-118A619E5BC2}"/>
                </a:ext>
              </a:extLst>
            </p:cNvPr>
            <p:cNvSpPr txBox="1"/>
            <p:nvPr/>
          </p:nvSpPr>
          <p:spPr>
            <a:xfrm>
              <a:off x="5186527" y="3212457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)</a:t>
              </a:r>
              <a:endParaRPr lang="ja-JP" altLang="en-US" sz="1200" dirty="0">
                <a:latin typeface="+mn-ea"/>
                <a:cs typeface="Meiryo" pitchFamily="34" charset="-120"/>
              </a:endParaRPr>
            </a:p>
          </p:txBody>
        </p:sp>
        <p:pic>
          <p:nvPicPr>
            <p:cNvPr id="280" name="グラフィックス 279" descr="植物 単色塗りつぶし">
              <a:extLst>
                <a:ext uri="{FF2B5EF4-FFF2-40B4-BE49-F238E27FC236}">
                  <ns2:creationId id="{2A8F3F65-A7ED-800A-0F81-D71BF3C7C8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330890" y="3230295"/>
              <a:ext cx="404078" cy="404078"/>
            </a:xfrm>
            <a:prstGeom prst="rect">
              <a:avLst/>
            </a:prstGeom>
          </p:spPr>
        </p:pic>
        <p:pic>
          <p:nvPicPr>
            <p:cNvPr id="284" name="グラフィックス 283" descr="2 人の男性 単色塗りつぶし">
              <a:extLst>
                <a:ext uri="{FF2B5EF4-FFF2-40B4-BE49-F238E27FC236}">
                  <ns2:creationId id="{BC26E66C-6E7A-0479-CCB7-A8075B871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30890" y="2790540"/>
              <a:ext cx="404078" cy="404078"/>
            </a:xfrm>
            <a:prstGeom prst="rect">
              <a:avLst/>
            </a:prstGeom>
          </p:spPr>
        </p:pic>
      </p:grpSp>
      <p:grpSp>
        <p:nvGrpSpPr>
          <p:cNvPr id="288" name="グループ化 287">
            <a:extLst>
              <a:ext uri="{FF2B5EF4-FFF2-40B4-BE49-F238E27FC236}">
                <ns2:creationId id="{89D97118-4FBE-969A-EF83-3E154786CFB1}"/>
              </a:ext>
            </a:extLst>
          </p:cNvPr>
          <p:cNvGrpSpPr/>
          <p:nvPr/>
        </p:nvGrpSpPr>
        <p:grpSpPr>
          <a:xfrm>
            <a:off x="5186527" y="3780161"/>
            <a:ext cx="6660188" cy="879510"/>
            <a:chOff x="5186527" y="3719249"/>
            <a:chExt cx="6660188" cy="879510"/>
          </a:xfrm>
        </p:grpSpPr>
        <p:sp>
          <p:nvSpPr>
            <p:cNvPr id="270" name="Text 92">
              <a:extLst>
                <a:ext uri="{FF2B5EF4-FFF2-40B4-BE49-F238E27FC236}">
                  <ns2:creationId id="{49FED80D-4169-0FC4-5693-F2D79273F46D}"/>
                </a:ext>
              </a:extLst>
            </p:cNvPr>
            <p:cNvSpPr txBox="1"/>
            <p:nvPr/>
          </p:nvSpPr>
          <p:spPr>
            <a:xfrm>
              <a:off x="5186527" y="3719249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71" name="Text 92">
              <a:extLst>
                <a:ext uri="{FF2B5EF4-FFF2-40B4-BE49-F238E27FC236}">
                  <ns2:creationId id="{A0CB80F2-E287-6B22-3C4E-A76F7E1D079E}"/>
                </a:ext>
              </a:extLst>
            </p:cNvPr>
            <p:cNvSpPr txBox="1"/>
            <p:nvPr/>
          </p:nvSpPr>
          <p:spPr>
            <a:xfrm>
              <a:off x="5186527" y="4159004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PL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KPI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1" name="グラフィックス 280" descr="レーダー チャート 単色塗りつぶし">
              <a:extLst>
                <a:ext uri="{FF2B5EF4-FFF2-40B4-BE49-F238E27FC236}">
                  <ns2:creationId id="{D7C5847F-7494-74C8-CD7A-AC2E5A3D2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30890" y="4176842"/>
              <a:ext cx="404078" cy="404078"/>
            </a:xfrm>
            <a:prstGeom prst="rect">
              <a:avLst/>
            </a:prstGeom>
          </p:spPr>
        </p:pic>
        <p:pic>
          <p:nvPicPr>
            <p:cNvPr id="285" name="グラフィックス 284" descr="山形の矢印 単色塗りつぶし">
              <a:extLst>
                <a:ext uri="{FF2B5EF4-FFF2-40B4-BE49-F238E27FC236}">
                  <ns2:creationId id="{BC3FFB18-8EF8-0BE1-527C-BBB826B425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5330890" y="3737087"/>
              <a:ext cx="404078" cy="404078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78068470"/>
      </p:ext>
    </p:extLst>
  </p:cSld>
  <p:clrMapOvr>
    <a:masterClrMapping/>
  </p:clrMapOvr>
</p:sld>
</file>

<file path=ppt/slides/slide19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CA20CB-1D73-DC24-8B2D-4A8664D97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60CE826-7EDC-DBAD-12DF-28AEBAC909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CACCB371-527E-FB99-9503-6665CAF11F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5D19A11-9938-6380-9DE3-D2209A1AC6D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、</a:t>
            </a:r>
            <a:r>
              <a:rPr lang="en-US" altLang="ja-JP" sz="1000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26" name="グループ化 525">
            <a:extLst>
              <a:ext uri="{FF2B5EF4-FFF2-40B4-BE49-F238E27FC236}">
                <ns2:creationId id="{9CD53322-E25B-8483-A0D0-865EFDB92D14}"/>
              </a:ext>
            </a:extLst>
          </p:cNvPr>
          <p:cNvGrpSpPr/>
          <p:nvPr/>
        </p:nvGrpSpPr>
        <p:grpSpPr>
          <a:xfrm>
            <a:off x="334962" y="1631530"/>
            <a:ext cx="11511754" cy="2222013"/>
            <a:chOff x="334962" y="1631530"/>
            <a:chExt cx="11511754" cy="2222013"/>
          </a:xfrm>
        </p:grpSpPr>
        <p:sp>
          <p:nvSpPr>
            <p:cNvPr id="30" name="正方形/長方形 29">
              <a:extLst>
                <a:ext uri="{FF2B5EF4-FFF2-40B4-BE49-F238E27FC236}">
                  <ns2:creationId id="{CD260276-4E3F-4534-1D87-DA14A5A252B3}"/>
                </a:ext>
              </a:extLst>
            </p:cNvPr>
            <p:cNvSpPr/>
            <p:nvPr/>
          </p:nvSpPr>
          <p:spPr>
            <a:xfrm>
              <a:off x="334962" y="1631530"/>
              <a:ext cx="7627937" cy="222201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541338" algn="ctr"/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7" name="正方形/長方形 546">
              <a:extLst>
                <a:ext uri="{FF2B5EF4-FFF2-40B4-BE49-F238E27FC236}">
                  <ns2:creationId id="{6B658362-04AE-D562-99DC-DF188D28EDB1}"/>
                </a:ext>
              </a:extLst>
            </p:cNvPr>
            <p:cNvSpPr/>
            <p:nvPr/>
          </p:nvSpPr>
          <p:spPr>
            <a:xfrm>
              <a:off x="8026400" y="1631530"/>
              <a:ext cx="3820316" cy="2222013"/>
            </a:xfrm>
            <a:prstGeom prst="rect">
              <a:avLst/>
            </a:prstGeom>
            <a:noFill/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b="1" dirty="0">
                <a:solidFill>
                  <a:schemeClr val="accent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50" name="Picture 2" descr="今日を愛する。ライオン。">
              <a:extLst>
                <a:ext uri="{FF2B5EF4-FFF2-40B4-BE49-F238E27FC236}">
                  <ns2:creationId id="{B18128E5-737C-4E16-3E51-5407A0BF089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ns4:useLocalDpi/>
                </a:ext>
              </a:extLst>
            </a:blip>
            <a:srcRect t="13567" b="11841"/>
            <a:stretch/>
          </p:blipFill>
          <p:spPr bwMode="auto">
            <a:xfrm>
              <a:off x="2447827" y="1663700"/>
              <a:ext cx="436030" cy="213639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552" name="Text 14">
              <a:extLst>
                <a:ext uri="{FF2B5EF4-FFF2-40B4-BE49-F238E27FC236}">
                  <ns2:creationId id="{095C90C5-52F8-0D36-CD70-028F2CCA1602}"/>
                </a:ext>
              </a:extLst>
            </p:cNvPr>
            <p:cNvSpPr txBox="1"/>
            <p:nvPr/>
          </p:nvSpPr>
          <p:spPr>
            <a:xfrm>
              <a:off x="407193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4" name="Text 26">
              <a:extLst>
                <a:ext uri="{FF2B5EF4-FFF2-40B4-BE49-F238E27FC236}">
                  <ns2:creationId id="{73D9A45F-A88D-CEFA-5B6F-987E5F990C2A}"/>
                </a:ext>
              </a:extLst>
            </p:cNvPr>
            <p:cNvSpPr txBox="1"/>
            <p:nvPr/>
          </p:nvSpPr>
          <p:spPr>
            <a:xfrm>
              <a:off x="2303726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1" name="Text 18">
              <a:extLst>
                <a:ext uri="{FF2B5EF4-FFF2-40B4-BE49-F238E27FC236}">
                  <ns2:creationId id="{2148710E-74AF-F2E6-BC35-C57691D64D88}"/>
                </a:ext>
              </a:extLst>
            </p:cNvPr>
            <p:cNvSpPr txBox="1"/>
            <p:nvPr/>
          </p:nvSpPr>
          <p:spPr>
            <a:xfrm>
              <a:off x="407193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3" name="Text 30">
              <a:extLst>
                <a:ext uri="{FF2B5EF4-FFF2-40B4-BE49-F238E27FC236}">
                  <ns2:creationId id="{DDFCACFE-8756-699A-35DC-90EB7C09BA81}"/>
                </a:ext>
              </a:extLst>
            </p:cNvPr>
            <p:cNvSpPr txBox="1"/>
            <p:nvPr/>
          </p:nvSpPr>
          <p:spPr>
            <a:xfrm>
              <a:off x="2303725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8" name="Text 18">
              <a:extLst>
                <a:ext uri="{FF2B5EF4-FFF2-40B4-BE49-F238E27FC236}">
                  <ns2:creationId id="{B549DCAD-1A8E-682B-4F92-8D90AAD48A7D}"/>
                </a:ext>
              </a:extLst>
            </p:cNvPr>
            <p:cNvSpPr txBox="1"/>
            <p:nvPr/>
          </p:nvSpPr>
          <p:spPr>
            <a:xfrm>
              <a:off x="407193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9" name="Text 30">
              <a:extLst>
                <a:ext uri="{FF2B5EF4-FFF2-40B4-BE49-F238E27FC236}">
                  <ns2:creationId id="{F9D5EA31-C5DD-EC3C-AA12-ECEB6850038D}"/>
                </a:ext>
              </a:extLst>
            </p:cNvPr>
            <p:cNvSpPr txBox="1"/>
            <p:nvPr/>
          </p:nvSpPr>
          <p:spPr>
            <a:xfrm>
              <a:off x="2303725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3" name="Text 16">
              <a:extLst>
                <a:ext uri="{FF2B5EF4-FFF2-40B4-BE49-F238E27FC236}">
                  <ns2:creationId id="{91BE9F05-6557-3BAE-63D7-9C24A5F1B63B}"/>
                </a:ext>
              </a:extLst>
            </p:cNvPr>
            <p:cNvSpPr txBox="1"/>
            <p:nvPr/>
          </p:nvSpPr>
          <p:spPr>
            <a:xfrm>
              <a:off x="674329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5" name="Text 28">
              <a:extLst>
                <a:ext uri="{FF2B5EF4-FFF2-40B4-BE49-F238E27FC236}">
                  <ns2:creationId id="{996A017F-F08F-C4EC-28BA-4BE5CDDFECD1}"/>
                </a:ext>
              </a:extLst>
            </p:cNvPr>
            <p:cNvSpPr txBox="1"/>
            <p:nvPr/>
          </p:nvSpPr>
          <p:spPr>
            <a:xfrm>
              <a:off x="2570861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0" name="Text 18">
              <a:extLst>
                <a:ext uri="{FF2B5EF4-FFF2-40B4-BE49-F238E27FC236}">
                  <ns2:creationId id="{B6AACF48-224D-A302-429C-30E865773815}"/>
                </a:ext>
              </a:extLst>
            </p:cNvPr>
            <p:cNvSpPr txBox="1"/>
            <p:nvPr/>
          </p:nvSpPr>
          <p:spPr>
            <a:xfrm>
              <a:off x="407193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1" name="Text 30">
              <a:extLst>
                <a:ext uri="{FF2B5EF4-FFF2-40B4-BE49-F238E27FC236}">
                  <ns2:creationId id="{F27E32CD-AAB0-E1F8-0078-90AF30F90F94}"/>
                </a:ext>
              </a:extLst>
            </p:cNvPr>
            <p:cNvSpPr txBox="1"/>
            <p:nvPr/>
          </p:nvSpPr>
          <p:spPr>
            <a:xfrm>
              <a:off x="2303725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「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zh-TW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56" name="Text 38">
              <a:extLst>
                <a:ext uri="{FF2B5EF4-FFF2-40B4-BE49-F238E27FC236}">
                  <ns2:creationId id="{769B572F-D65D-56E5-FEEC-81E8C9B04BDD}"/>
                </a:ext>
              </a:extLst>
            </p:cNvPr>
            <p:cNvSpPr txBox="1"/>
            <p:nvPr/>
          </p:nvSpPr>
          <p:spPr>
            <a:xfrm>
              <a:off x="4200259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8" name="Text 50">
              <a:extLst>
                <a:ext uri="{FF2B5EF4-FFF2-40B4-BE49-F238E27FC236}">
                  <ns2:creationId id="{B9844B35-32D7-51F0-CCFC-F12D4D290BD4}"/>
                </a:ext>
              </a:extLst>
            </p:cNvPr>
            <p:cNvSpPr txBox="1"/>
            <p:nvPr/>
          </p:nvSpPr>
          <p:spPr>
            <a:xfrm>
              <a:off x="6096792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5" name="Text 42">
              <a:extLst>
                <a:ext uri="{FF2B5EF4-FFF2-40B4-BE49-F238E27FC236}">
                  <ns2:creationId id="{D874982D-07E5-5D19-5280-1562556A9C11}"/>
                </a:ext>
              </a:extLst>
            </p:cNvPr>
            <p:cNvSpPr txBox="1"/>
            <p:nvPr/>
          </p:nvSpPr>
          <p:spPr>
            <a:xfrm>
              <a:off x="4200258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7" name="Text 54">
              <a:extLst>
                <a:ext uri="{FF2B5EF4-FFF2-40B4-BE49-F238E27FC236}">
                  <ns2:creationId id="{447A54A2-8FA3-3B42-AA7B-69AF47459AB2}"/>
                </a:ext>
              </a:extLst>
            </p:cNvPr>
            <p:cNvSpPr txBox="1"/>
            <p:nvPr/>
          </p:nvSpPr>
          <p:spPr>
            <a:xfrm>
              <a:off x="6096791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0" name="Text 42">
              <a:extLst>
                <a:ext uri="{FF2B5EF4-FFF2-40B4-BE49-F238E27FC236}">
                  <ns2:creationId id="{18130A06-44BD-974F-A95F-1524A982444F}"/>
                </a:ext>
              </a:extLst>
            </p:cNvPr>
            <p:cNvSpPr txBox="1"/>
            <p:nvPr/>
          </p:nvSpPr>
          <p:spPr>
            <a:xfrm>
              <a:off x="4200258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1" name="Text 54">
              <a:extLst>
                <a:ext uri="{FF2B5EF4-FFF2-40B4-BE49-F238E27FC236}">
                  <ns2:creationId id="{C8E3436F-6BCD-D70D-76C2-E6D6EA3C477F}"/>
                </a:ext>
              </a:extLst>
            </p:cNvPr>
            <p:cNvSpPr txBox="1"/>
            <p:nvPr/>
          </p:nvSpPr>
          <p:spPr>
            <a:xfrm>
              <a:off x="6096791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7" name="Text 40">
              <a:extLst>
                <a:ext uri="{FF2B5EF4-FFF2-40B4-BE49-F238E27FC236}">
                  <ns2:creationId id="{8CF659FE-8C53-1721-22FB-8E1515735BD7}"/>
                </a:ext>
              </a:extLst>
            </p:cNvPr>
            <p:cNvSpPr txBox="1"/>
            <p:nvPr/>
          </p:nvSpPr>
          <p:spPr>
            <a:xfrm>
              <a:off x="4467394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9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)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9" name="Text 52">
              <a:extLst>
                <a:ext uri="{FF2B5EF4-FFF2-40B4-BE49-F238E27FC236}">
                  <ns2:creationId id="{1B89E2D8-AF07-E4D1-3916-4EA8EE149451}"/>
                </a:ext>
              </a:extLst>
            </p:cNvPr>
            <p:cNvSpPr txBox="1"/>
            <p:nvPr/>
          </p:nvSpPr>
          <p:spPr>
            <a:xfrm>
              <a:off x="6363927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2" name="Text 42">
              <a:extLst>
                <a:ext uri="{FF2B5EF4-FFF2-40B4-BE49-F238E27FC236}">
                  <ns2:creationId id="{BD7ACE42-215D-EC58-97A4-03FBFD1058C6}"/>
                </a:ext>
              </a:extLst>
            </p:cNvPr>
            <p:cNvSpPr txBox="1"/>
            <p:nvPr/>
          </p:nvSpPr>
          <p:spPr>
            <a:xfrm>
              <a:off x="4200258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3" name="Text 54">
              <a:extLst>
                <a:ext uri="{FF2B5EF4-FFF2-40B4-BE49-F238E27FC236}">
                  <ns2:creationId id="{8499FE02-6767-D9F8-6FD9-8492B6B67C45}"/>
                </a:ext>
              </a:extLst>
            </p:cNvPr>
            <p:cNvSpPr txBox="1"/>
            <p:nvPr/>
          </p:nvSpPr>
          <p:spPr>
            <a:xfrm>
              <a:off x="6096791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6" name="Text 38">
              <a:extLst>
                <a:ext uri="{FF2B5EF4-FFF2-40B4-BE49-F238E27FC236}">
                  <ns2:creationId id="{91BFCC66-E28D-6D8F-25A6-EEBDBF4B71C9}"/>
                </a:ext>
              </a:extLst>
            </p:cNvPr>
            <p:cNvSpPr txBox="1"/>
            <p:nvPr/>
          </p:nvSpPr>
          <p:spPr>
            <a:xfrm>
              <a:off x="8091355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7" name="Text 50">
              <a:extLst>
                <a:ext uri="{FF2B5EF4-FFF2-40B4-BE49-F238E27FC236}">
                  <ns2:creationId id="{7E592442-09BC-C20B-E14C-5BDEBD72E869}"/>
                </a:ext>
              </a:extLst>
            </p:cNvPr>
            <p:cNvSpPr txBox="1"/>
            <p:nvPr/>
          </p:nvSpPr>
          <p:spPr>
            <a:xfrm>
              <a:off x="9987888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/ 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8" name="Text 42">
              <a:extLst>
                <a:ext uri="{FF2B5EF4-FFF2-40B4-BE49-F238E27FC236}">
                  <ns2:creationId id="{B33ABF8F-5294-3801-A7E2-95F7178A5ECB}"/>
                </a:ext>
              </a:extLst>
            </p:cNvPr>
            <p:cNvSpPr txBox="1"/>
            <p:nvPr/>
          </p:nvSpPr>
          <p:spPr>
            <a:xfrm>
              <a:off x="8091354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9" name="Text 54">
              <a:extLst>
                <a:ext uri="{FF2B5EF4-FFF2-40B4-BE49-F238E27FC236}">
                  <ns2:creationId id="{6749E86E-A7B1-EC4A-15FB-FDC89C321D90}"/>
                </a:ext>
              </a:extLst>
            </p:cNvPr>
            <p:cNvSpPr txBox="1"/>
            <p:nvPr/>
          </p:nvSpPr>
          <p:spPr>
            <a:xfrm>
              <a:off x="9987887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0" name="Text 42">
              <a:extLst>
                <a:ext uri="{FF2B5EF4-FFF2-40B4-BE49-F238E27FC236}">
                  <ns2:creationId id="{34E92DD8-29BF-6544-834E-AB74DD2144A4}"/>
                </a:ext>
              </a:extLst>
            </p:cNvPr>
            <p:cNvSpPr txBox="1"/>
            <p:nvPr/>
          </p:nvSpPr>
          <p:spPr>
            <a:xfrm>
              <a:off x="8091354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1" name="Text 54">
              <a:extLst>
                <a:ext uri="{FF2B5EF4-FFF2-40B4-BE49-F238E27FC236}">
                  <ns2:creationId id="{E33A2C9A-4738-C86B-FC55-77CA6F6E03FC}"/>
                </a:ext>
              </a:extLst>
            </p:cNvPr>
            <p:cNvSpPr txBox="1"/>
            <p:nvPr/>
          </p:nvSpPr>
          <p:spPr>
            <a:xfrm>
              <a:off x="9987887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2" name="Text 40">
              <a:extLst>
                <a:ext uri="{FF2B5EF4-FFF2-40B4-BE49-F238E27FC236}">
                  <ns2:creationId id="{A833A246-303F-65C5-8C66-731A4EDFCBE1}"/>
                </a:ext>
              </a:extLst>
            </p:cNvPr>
            <p:cNvSpPr txBox="1"/>
            <p:nvPr/>
          </p:nvSpPr>
          <p:spPr>
            <a:xfrm>
              <a:off x="8358490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3" name="Text 52">
              <a:extLst>
                <a:ext uri="{FF2B5EF4-FFF2-40B4-BE49-F238E27FC236}">
                  <ns2:creationId id="{18E324DC-475E-0BFC-A0DF-0228DB5A7F89}"/>
                </a:ext>
              </a:extLst>
            </p:cNvPr>
            <p:cNvSpPr txBox="1"/>
            <p:nvPr/>
          </p:nvSpPr>
          <p:spPr>
            <a:xfrm>
              <a:off x="10255023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4" name="Text 42">
              <a:extLst>
                <a:ext uri="{FF2B5EF4-FFF2-40B4-BE49-F238E27FC236}">
                  <ns2:creationId id="{1756C7FB-B8BB-4DA3-D7AF-EB0C2BD5BC5F}"/>
                </a:ext>
              </a:extLst>
            </p:cNvPr>
            <p:cNvSpPr txBox="1"/>
            <p:nvPr/>
          </p:nvSpPr>
          <p:spPr>
            <a:xfrm>
              <a:off x="8091354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5" name="Text 54">
              <a:extLst>
                <a:ext uri="{FF2B5EF4-FFF2-40B4-BE49-F238E27FC236}">
                  <ns2:creationId id="{69A8F88A-CCC1-8CEA-E3CD-C58D4313440A}"/>
                </a:ext>
              </a:extLst>
            </p:cNvPr>
            <p:cNvSpPr txBox="1"/>
            <p:nvPr/>
          </p:nvSpPr>
          <p:spPr>
            <a:xfrm>
              <a:off x="9987887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525" name="グループ化 524">
            <a:extLst>
              <a:ext uri="{FF2B5EF4-FFF2-40B4-BE49-F238E27FC236}">
                <ns2:creationId id="{83B513CF-1AB7-4ABC-36CF-EBC545ACB001}"/>
              </a:ext>
            </a:extLst>
          </p:cNvPr>
          <p:cNvGrpSpPr/>
          <p:nvPr/>
        </p:nvGrpSpPr>
        <p:grpSpPr>
          <a:xfrm>
            <a:off x="334962" y="3945919"/>
            <a:ext cx="11522076" cy="2362805"/>
            <a:chOff x="334962" y="3945919"/>
            <a:chExt cx="11522076" cy="2362805"/>
          </a:xfrm>
        </p:grpSpPr>
        <p:sp>
          <p:nvSpPr>
            <p:cNvPr id="517" name="矢印: 下 516">
              <a:extLst>
                <a:ext uri="{FF2B5EF4-FFF2-40B4-BE49-F238E27FC236}">
                  <ns2:creationId id="{892EFF1C-4FF6-F33E-D660-7E464BC582DD}"/>
                </a:ext>
              </a:extLst>
            </p:cNvPr>
            <p:cNvSpPr/>
            <p:nvPr/>
          </p:nvSpPr>
          <p:spPr>
            <a:xfrm>
              <a:off x="9340690" y="4240048"/>
              <a:ext cx="276225" cy="2068676"/>
            </a:xfrm>
            <a:prstGeom prst="downArrow">
              <a:avLst/>
            </a:prstGeom>
            <a:gradFill>
              <a:gsLst>
                <a:gs pos="0">
                  <a:srgbClr val="C5E0B4">
                    <a:alpha val="30000"/>
                  </a:srgbClr>
                </a:gs>
                <a:gs pos="80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1" name="グループ化 700">
              <a:extLst>
                <a:ext uri="{FF2B5EF4-FFF2-40B4-BE49-F238E27FC236}">
                  <ns2:creationId id="{E5BC1D30-AE05-E15D-F6B6-2FBC693540F1}"/>
                </a:ext>
              </a:extLst>
            </p:cNvPr>
            <p:cNvGrpSpPr/>
            <p:nvPr/>
          </p:nvGrpSpPr>
          <p:grpSpPr>
            <a:xfrm>
              <a:off x="334962" y="3945919"/>
              <a:ext cx="2989736" cy="259595"/>
              <a:chOff x="334962" y="3911383"/>
              <a:chExt cx="2652078" cy="259595"/>
            </a:xfrm>
          </p:grpSpPr>
          <p:sp>
            <p:nvSpPr>
              <p:cNvPr id="698" name="正方形/長方形 697">
                <a:extLst>
                  <a:ext uri="{FF2B5EF4-FFF2-40B4-BE49-F238E27FC236}">
                    <ns2:creationId id="{1EF2AEA0-A445-C069-52ED-C44F0DFC02BB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0" name="直線コネクタ 699">
                <a:extLst>
                  <a:ext uri="{FF2B5EF4-FFF2-40B4-BE49-F238E27FC236}">
                    <ns2:creationId id="{AB4F526C-CE89-085F-0219-AECFDD99ECF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2" name="グループ化 701">
              <a:extLst>
                <a:ext uri="{FF2B5EF4-FFF2-40B4-BE49-F238E27FC236}">
                  <ns2:creationId id="{85924C99-3160-A435-1137-7287E79C52E0}"/>
                </a:ext>
              </a:extLst>
            </p:cNvPr>
            <p:cNvGrpSpPr/>
            <p:nvPr/>
          </p:nvGrpSpPr>
          <p:grpSpPr>
            <a:xfrm>
              <a:off x="3404180" y="3945919"/>
              <a:ext cx="2989736" cy="259595"/>
              <a:chOff x="334962" y="3911383"/>
              <a:chExt cx="2652078" cy="259595"/>
            </a:xfrm>
          </p:grpSpPr>
          <p:sp>
            <p:nvSpPr>
              <p:cNvPr id="703" name="正方形/長方形 702">
                <a:extLst>
                  <a:ext uri="{FF2B5EF4-FFF2-40B4-BE49-F238E27FC236}">
                    <ns2:creationId id="{DA49EF3E-83D9-1F46-D5DC-FFFA17AAA8FC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4" name="直線コネクタ 703">
                <a:extLst>
                  <a:ext uri="{FF2B5EF4-FFF2-40B4-BE49-F238E27FC236}">
                    <ns2:creationId id="{CEC69776-9581-4118-8E90-98EB821D1AA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5" name="グループ化 704">
              <a:extLst>
                <a:ext uri="{FF2B5EF4-FFF2-40B4-BE49-F238E27FC236}">
                  <ns2:creationId id="{F7F04D45-2F07-8F05-8305-FA464083B5F0}"/>
                </a:ext>
              </a:extLst>
            </p:cNvPr>
            <p:cNvGrpSpPr/>
            <p:nvPr/>
          </p:nvGrpSpPr>
          <p:grpSpPr>
            <a:xfrm>
              <a:off x="6473399" y="3945919"/>
              <a:ext cx="2652078" cy="259595"/>
              <a:chOff x="334962" y="3911383"/>
              <a:chExt cx="2652078" cy="259595"/>
            </a:xfrm>
          </p:grpSpPr>
          <p:sp>
            <p:nvSpPr>
              <p:cNvPr id="706" name="正方形/長方形 705">
                <a:extLst>
                  <a:ext uri="{FF2B5EF4-FFF2-40B4-BE49-F238E27FC236}">
                    <ns2:creationId id="{B647494A-00DE-FAD8-B17B-70F0FB7438B4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7" name="直線コネクタ 706">
                <a:extLst>
                  <a:ext uri="{FF2B5EF4-FFF2-40B4-BE49-F238E27FC236}">
                    <ns2:creationId id="{C50701CD-2DCC-02BE-78A2-133A34809FD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8" name="グループ化 707">
              <a:extLst>
                <a:ext uri="{FF2B5EF4-FFF2-40B4-BE49-F238E27FC236}">
                  <ns2:creationId id="{2B9A67A3-0C46-193B-82AD-8E8424DAA02B}"/>
                </a:ext>
              </a:extLst>
            </p:cNvPr>
            <p:cNvGrpSpPr/>
            <p:nvPr/>
          </p:nvGrpSpPr>
          <p:grpSpPr>
            <a:xfrm>
              <a:off x="9204960" y="3945919"/>
              <a:ext cx="2652078" cy="259595"/>
              <a:chOff x="334962" y="3911383"/>
              <a:chExt cx="2652078" cy="259595"/>
            </a:xfrm>
          </p:grpSpPr>
          <p:sp>
            <p:nvSpPr>
              <p:cNvPr id="709" name="正方形/長方形 708">
                <a:extLst>
                  <a:ext uri="{FF2B5EF4-FFF2-40B4-BE49-F238E27FC236}">
                    <ns2:creationId id="{3AA5B7AE-3898-AC78-0156-F3D15D15D898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10" name="直線コネクタ 709">
                <a:extLst>
                  <a:ext uri="{FF2B5EF4-FFF2-40B4-BE49-F238E27FC236}">
                    <ns2:creationId id="{1DC10AAA-6969-1FFF-0D14-F8646EA8C310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79F246FE-2DD2-F564-E1CD-26D1F18B6B1A}"/>
                </a:ext>
              </a:extLst>
            </p:cNvPr>
            <p:cNvGrpSpPr/>
            <p:nvPr/>
          </p:nvGrpSpPr>
          <p:grpSpPr>
            <a:xfrm>
              <a:off x="334962" y="4246365"/>
              <a:ext cx="2989736" cy="487725"/>
              <a:chOff x="334962" y="4246365"/>
              <a:chExt cx="2989736" cy="487725"/>
            </a:xfrm>
          </p:grpSpPr>
          <p:sp>
            <p:nvSpPr>
              <p:cNvPr id="713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246365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" name="グラフィックス 4" descr="右向き指示マーク 単色塗りつぶし">
                <a:extLst>
                  <a:ext uri="{FF2B5EF4-FFF2-40B4-BE49-F238E27FC236}">
                    <ns2:creationId id="{FAAF9A53-1596-C468-F606-68B66F7B99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3"/>
                  </a:ext>
                </a:extLst>
              </a:blip>
              <a:srcRect/>
              <a:stretch/>
            </p:blipFill>
            <p:spPr>
              <a:xfrm>
                <a:off x="405247" y="4324758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671AC59D-623E-B677-7FEC-8773F25C9E0D}"/>
                </a:ext>
              </a:extLst>
            </p:cNvPr>
            <p:cNvGrpSpPr/>
            <p:nvPr/>
          </p:nvGrpSpPr>
          <p:grpSpPr>
            <a:xfrm>
              <a:off x="334962" y="4771243"/>
              <a:ext cx="2989736" cy="487725"/>
              <a:chOff x="334962" y="4771243"/>
              <a:chExt cx="2989736" cy="487725"/>
            </a:xfrm>
          </p:grpSpPr>
          <p:sp>
            <p:nvSpPr>
              <p:cNvPr id="714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771243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" name="グラフィックス 5" descr="植物 単色塗りつぶし">
                <a:extLst>
                  <a:ext uri="{FF2B5EF4-FFF2-40B4-BE49-F238E27FC236}">
                    <ns2:creationId id="{5AF574A6-8398-331D-FC71-8EAC6C6D83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rcRect/>
              <a:stretch/>
            </p:blipFill>
            <p:spPr>
              <a:xfrm>
                <a:off x="405247" y="4849636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FF47DB2D-4CDB-7079-7329-5600D9D16101}"/>
                </a:ext>
              </a:extLst>
            </p:cNvPr>
            <p:cNvGrpSpPr/>
            <p:nvPr/>
          </p:nvGrpSpPr>
          <p:grpSpPr>
            <a:xfrm>
              <a:off x="334962" y="5296121"/>
              <a:ext cx="2989736" cy="487725"/>
              <a:chOff x="334962" y="5296121"/>
              <a:chExt cx="2989736" cy="487725"/>
            </a:xfrm>
          </p:grpSpPr>
          <p:sp>
            <p:nvSpPr>
              <p:cNvPr id="715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296121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" name="グラフィックス 6" descr="上昇基調 単色塗りつぶし">
                <a:extLst>
                  <a:ext uri="{FF2B5EF4-FFF2-40B4-BE49-F238E27FC236}">
                    <ns2:creationId id="{C034E698-64BA-84DD-4F67-C7B1F33418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405247" y="5374515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5BBB9DA9-F220-A5B3-EDFB-B678FCF30A54}"/>
                </a:ext>
              </a:extLst>
            </p:cNvPr>
            <p:cNvGrpSpPr/>
            <p:nvPr/>
          </p:nvGrpSpPr>
          <p:grpSpPr>
            <a:xfrm>
              <a:off x="334962" y="5820999"/>
              <a:ext cx="2989736" cy="487725"/>
              <a:chOff x="334962" y="5820999"/>
              <a:chExt cx="2989736" cy="487725"/>
            </a:xfrm>
          </p:grpSpPr>
          <p:sp>
            <p:nvSpPr>
              <p:cNvPr id="716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820999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" name="グラフィックス 7" descr="リスト 単色塗りつぶし">
                <a:extLst>
                  <a:ext uri="{FF2B5EF4-FFF2-40B4-BE49-F238E27FC236}">
                    <ns2:creationId id="{0E97B456-E60E-D6BA-0022-04F536E9D0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405247" y="5899393"/>
                <a:ext cx="330936" cy="330936"/>
              </a:xfrm>
              <a:prstGeom prst="rect">
                <a:avLst/>
              </a:prstGeom>
            </p:spPr>
          </p:pic>
        </p:grpSp>
        <p:sp>
          <p:nvSpPr>
            <p:cNvPr id="15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246365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7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417406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8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588447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12D5946F-A0E0-C20D-DFC9-10B2A6909EAE}"/>
                </a:ext>
              </a:extLst>
            </p:cNvPr>
            <p:cNvSpPr/>
            <p:nvPr/>
          </p:nvSpPr>
          <p:spPr>
            <a:xfrm>
              <a:off x="4362496" y="4246365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正方形/長方形 14">
              <a:extLst>
                <a:ext uri="{FF2B5EF4-FFF2-40B4-BE49-F238E27FC236}">
                  <ns2:creationId id="{9C3FD587-615C-A591-7719-79C3F6AA6173}"/>
                </a:ext>
              </a:extLst>
            </p:cNvPr>
            <p:cNvSpPr/>
            <p:nvPr/>
          </p:nvSpPr>
          <p:spPr>
            <a:xfrm>
              <a:off x="4362496" y="4417406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4">
              <a:extLst>
                <a:ext uri="{FF2B5EF4-FFF2-40B4-BE49-F238E27FC236}">
                  <ns2:creationId id="{06E4D99C-C883-C029-5976-6054ABD007CA}"/>
                </a:ext>
              </a:extLst>
            </p:cNvPr>
            <p:cNvSpPr/>
            <p:nvPr/>
          </p:nvSpPr>
          <p:spPr>
            <a:xfrm>
              <a:off x="4362496" y="4588447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4781458"/>
              <a:ext cx="2989736" cy="218462"/>
              <a:chOff x="3404180" y="4783504"/>
              <a:chExt cx="2989736" cy="145641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9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5030290"/>
              <a:ext cx="2989736" cy="218462"/>
              <a:chOff x="3404180" y="4783504"/>
              <a:chExt cx="2989736" cy="145641"/>
            </a:xfrm>
          </p:grpSpPr>
          <p:sp>
            <p:nvSpPr>
              <p:cNvPr id="720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1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86E6730E-38FD-7F23-9C7C-455822702AEC}"/>
                </a:ext>
              </a:extLst>
            </p:cNvPr>
            <p:cNvGrpSpPr/>
            <p:nvPr/>
          </p:nvGrpSpPr>
          <p:grpSpPr>
            <a:xfrm>
              <a:off x="3404180" y="5306336"/>
              <a:ext cx="2989736" cy="218462"/>
              <a:chOff x="3404180" y="4783504"/>
              <a:chExt cx="2989736" cy="14564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167AF8F2-3863-FACA-2893-AC1C14CDBC80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7E4D753-7858-4B60-3886-685D2E5725F1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2" name="グループ化 17">
              <a:extLst>
                <a:ext uri="{FF2B5EF4-FFF2-40B4-BE49-F238E27FC236}">
                  <ns2:creationId id="{BAEF3309-9816-665A-D4FB-D838EA545397}"/>
                </a:ext>
              </a:extLst>
            </p:cNvPr>
            <p:cNvGrpSpPr/>
            <p:nvPr/>
          </p:nvGrpSpPr>
          <p:grpSpPr>
            <a:xfrm>
              <a:off x="3404180" y="5555168"/>
              <a:ext cx="2989736" cy="218462"/>
              <a:chOff x="3404180" y="4783504"/>
              <a:chExt cx="2989736" cy="145641"/>
            </a:xfrm>
          </p:grpSpPr>
          <p:sp>
            <p:nvSpPr>
              <p:cNvPr id="23" name="正方形/長方形 15">
                <a:extLst>
                  <a:ext uri="{FF2B5EF4-FFF2-40B4-BE49-F238E27FC236}">
                    <ns2:creationId id="{EF07462D-A412-F48B-2909-1F11A8949F0D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16">
                <a:extLst>
                  <a:ext uri="{FF2B5EF4-FFF2-40B4-BE49-F238E27FC236}">
                    <ns2:creationId id="{B5311BE7-513B-11A5-9DC3-D5A195BAA777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9" name="正方形/長方形 15">
              <a:extLst>
                <a:ext uri="{FF2B5EF4-FFF2-40B4-BE49-F238E27FC236}">
                  <ns2:creationId id="{DEAA0D6F-D26B-7D4F-841E-4D169FD42729}"/>
                </a:ext>
              </a:extLst>
            </p:cNvPr>
            <p:cNvSpPr/>
            <p:nvPr/>
          </p:nvSpPr>
          <p:spPr>
            <a:xfrm>
              <a:off x="3404180" y="5892580"/>
              <a:ext cx="901120" cy="344563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16">
              <a:extLst>
                <a:ext uri="{FF2B5EF4-FFF2-40B4-BE49-F238E27FC236}">
                  <ns2:creationId id="{53A87743-EC48-A26B-2A76-256D9B073E32}"/>
                </a:ext>
              </a:extLst>
            </p:cNvPr>
            <p:cNvSpPr/>
            <p:nvPr/>
          </p:nvSpPr>
          <p:spPr>
            <a:xfrm>
              <a:off x="4362496" y="5892580"/>
              <a:ext cx="2031420" cy="3445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43E8CDBE-221F-5EBB-8E82-7B567454486D}"/>
                </a:ext>
              </a:extLst>
            </p:cNvPr>
            <p:cNvSpPr/>
            <p:nvPr/>
          </p:nvSpPr>
          <p:spPr>
            <a:xfrm>
              <a:off x="6900333" y="4246365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19B1DB-AE1B-3AB3-9CB8-01FA212F8EEF}"/>
                </a:ext>
              </a:extLst>
            </p:cNvPr>
            <p:cNvSpPr/>
            <p:nvPr/>
          </p:nvSpPr>
          <p:spPr>
            <a:xfrm>
              <a:off x="6900333" y="4771242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44C26A1-AE33-8FD3-4E9D-E0C1BC36EBEE}"/>
                </a:ext>
              </a:extLst>
            </p:cNvPr>
            <p:cNvSpPr/>
            <p:nvPr/>
          </p:nvSpPr>
          <p:spPr>
            <a:xfrm>
              <a:off x="6900333" y="5296120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4D63CBA1-AD39-C191-1497-F1BE5D753AFF}"/>
                </a:ext>
              </a:extLst>
            </p:cNvPr>
            <p:cNvSpPr/>
            <p:nvPr/>
          </p:nvSpPr>
          <p:spPr>
            <a:xfrm>
              <a:off x="6900333" y="5820999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935B8B60-BF18-E89C-EDE8-22AC26EF15A2}"/>
                </a:ext>
              </a:extLst>
            </p:cNvPr>
            <p:cNvSpPr/>
            <p:nvPr/>
          </p:nvSpPr>
          <p:spPr>
            <a:xfrm>
              <a:off x="6534149" y="4374587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DE9A8681-3744-1CA4-D011-620DF30CE819}"/>
                </a:ext>
              </a:extLst>
            </p:cNvPr>
            <p:cNvSpPr/>
            <p:nvPr/>
          </p:nvSpPr>
          <p:spPr>
            <a:xfrm>
              <a:off x="6534149" y="4899465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二等辺三角形 40">
              <a:extLst>
                <a:ext uri="{FF2B5EF4-FFF2-40B4-BE49-F238E27FC236}">
                  <ns2:creationId id="{FB4FBD76-D17A-9A94-CFA1-2DDE6685E88D}"/>
                </a:ext>
              </a:extLst>
            </p:cNvPr>
            <p:cNvSpPr/>
            <p:nvPr/>
          </p:nvSpPr>
          <p:spPr>
            <a:xfrm>
              <a:off x="6534149" y="5424343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EEDB661C-E010-7451-E3AA-53358EEA2B5B}"/>
                </a:ext>
              </a:extLst>
            </p:cNvPr>
            <p:cNvSpPr/>
            <p:nvPr/>
          </p:nvSpPr>
          <p:spPr>
            <a:xfrm>
              <a:off x="6534149" y="5929861"/>
              <a:ext cx="268284" cy="270000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CB1AC441-F0DC-00D5-A6BB-B7175E2DB95B}"/>
                </a:ext>
              </a:extLst>
            </p:cNvPr>
            <p:cNvCxnSpPr/>
            <p:nvPr/>
          </p:nvCxnSpPr>
          <p:spPr>
            <a:xfrm>
              <a:off x="6473397" y="4752666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AF7B93A9-4568-5953-FDCE-776176120CA8}"/>
                </a:ext>
              </a:extLst>
            </p:cNvPr>
            <p:cNvCxnSpPr/>
            <p:nvPr/>
          </p:nvCxnSpPr>
          <p:spPr>
            <a:xfrm>
              <a:off x="6473397" y="5277543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4D581E65-926A-AEAE-AC2B-BDF7D47A6863}"/>
                </a:ext>
              </a:extLst>
            </p:cNvPr>
            <p:cNvCxnSpPr/>
            <p:nvPr/>
          </p:nvCxnSpPr>
          <p:spPr>
            <a:xfrm>
              <a:off x="6473397" y="5802422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2DBA558-7900-B685-F704-4281156A7A5C}"/>
                </a:ext>
              </a:extLst>
            </p:cNvPr>
            <p:cNvCxnSpPr/>
            <p:nvPr/>
          </p:nvCxnSpPr>
          <p:spPr>
            <a:xfrm>
              <a:off x="3404180" y="4752666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DACDADA4-FBE0-391F-8AA8-DB4016731518}"/>
                </a:ext>
              </a:extLst>
            </p:cNvPr>
            <p:cNvCxnSpPr/>
            <p:nvPr/>
          </p:nvCxnSpPr>
          <p:spPr>
            <a:xfrm>
              <a:off x="3404180" y="527754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965A4E47-2343-B81D-565A-C96105C3E7AC}"/>
                </a:ext>
              </a:extLst>
            </p:cNvPr>
            <p:cNvCxnSpPr/>
            <p:nvPr/>
          </p:nvCxnSpPr>
          <p:spPr>
            <a:xfrm>
              <a:off x="3404180" y="580242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>
              <a:extLst>
                <a:ext uri="{FF2B5EF4-FFF2-40B4-BE49-F238E27FC236}">
                  <ns2:creationId id="{0309561C-B29D-23B6-B05F-5E18064984C7}"/>
                </a:ext>
              </a:extLst>
            </p:cNvPr>
            <p:cNvSpPr/>
            <p:nvPr/>
          </p:nvSpPr>
          <p:spPr>
            <a:xfrm>
              <a:off x="9912609" y="4417406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7CA4DFA-21F9-280B-952B-3E4E1DBE8A27}"/>
                </a:ext>
              </a:extLst>
            </p:cNvPr>
            <p:cNvSpPr/>
            <p:nvPr/>
          </p:nvSpPr>
          <p:spPr>
            <a:xfrm>
              <a:off x="9912610" y="4942283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DDBBB9E9-4533-3F00-910B-C16FDCC6C7CC}"/>
                </a:ext>
              </a:extLst>
            </p:cNvPr>
            <p:cNvSpPr/>
            <p:nvPr/>
          </p:nvSpPr>
          <p:spPr>
            <a:xfrm>
              <a:off x="9912610" y="5467161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18C3BA2-F5D0-AAEF-E13B-BEAEDE6C7AFD}"/>
                </a:ext>
              </a:extLst>
            </p:cNvPr>
            <p:cNvSpPr/>
            <p:nvPr/>
          </p:nvSpPr>
          <p:spPr>
            <a:xfrm>
              <a:off x="9912610" y="5992040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6C27BCAF-8D02-0843-C37B-B784F3663FE2}"/>
                </a:ext>
              </a:extLst>
            </p:cNvPr>
            <p:cNvSpPr/>
            <p:nvPr/>
          </p:nvSpPr>
          <p:spPr>
            <a:xfrm>
              <a:off x="9204960" y="4245925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59ACB9D5-17EC-3E5A-EAB1-4BB120711FA1}"/>
                </a:ext>
              </a:extLst>
            </p:cNvPr>
            <p:cNvSpPr/>
            <p:nvPr/>
          </p:nvSpPr>
          <p:spPr>
            <a:xfrm>
              <a:off x="9204960" y="4770802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2B172378-16B1-94C9-5AC7-89E97FE2DE4A}"/>
                </a:ext>
              </a:extLst>
            </p:cNvPr>
            <p:cNvSpPr/>
            <p:nvPr/>
          </p:nvSpPr>
          <p:spPr>
            <a:xfrm>
              <a:off x="9204960" y="5295173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ACA319A-7B58-6980-3F34-41FA594C3F9A}"/>
                </a:ext>
              </a:extLst>
            </p:cNvPr>
            <p:cNvSpPr/>
            <p:nvPr/>
          </p:nvSpPr>
          <p:spPr>
            <a:xfrm>
              <a:off x="9204960" y="5819544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918BF519-5AB0-994B-EB72-9C6ED90337E2}"/>
                </a:ext>
              </a:extLst>
            </p:cNvPr>
            <p:cNvSpPr/>
            <p:nvPr/>
          </p:nvSpPr>
          <p:spPr>
            <a:xfrm>
              <a:off x="9912608" y="4258625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47B4263-F34B-DCC5-E94E-73B41E8297D1}"/>
                </a:ext>
              </a:extLst>
            </p:cNvPr>
            <p:cNvSpPr/>
            <p:nvPr/>
          </p:nvSpPr>
          <p:spPr>
            <a:xfrm>
              <a:off x="9912608" y="4783502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79B6457C-AEE0-02D2-9311-B3474DF83BD9}"/>
                </a:ext>
              </a:extLst>
            </p:cNvPr>
            <p:cNvSpPr/>
            <p:nvPr/>
          </p:nvSpPr>
          <p:spPr>
            <a:xfrm>
              <a:off x="9912608" y="5307873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DCACBCC8-6454-8583-653D-1421DC98F19F}"/>
                </a:ext>
              </a:extLst>
            </p:cNvPr>
            <p:cNvSpPr/>
            <p:nvPr/>
          </p:nvSpPr>
          <p:spPr>
            <a:xfrm>
              <a:off x="9912608" y="5832244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8" name="直線コネクタ 517">
              <a:extLst>
                <a:ext uri="{FF2B5EF4-FFF2-40B4-BE49-F238E27FC236}">
                  <ns2:creationId id="{CD7E63B3-1B79-F6F3-7D67-652986060752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4672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ns2:creationId id="{C818CADA-B7A3-4E8B-CD5E-A516AD789AF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996392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ns2:creationId id="{3A749A09-FB3D-E048-841D-F2E082D74BC7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55086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ns2:creationId id="{905FA60A-F94F-65CA-E81E-9062FB7BD22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60420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252217716"/>
      </p:ext>
    </p:extLst>
  </p:cSld>
  <p:clrMapOvr>
    <a:masterClrMapping/>
  </p:clrMapOvr>
</p:sld>
</file>

<file path=ppt/slides/slide1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CA7A606-3B16-9B9D-4E8B-329C13F0C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27749A3-3FD1-D385-09C2-DBA5D63920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50F7C83A-F215-502E-B128-5A212A838A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kumimoji="1" lang="ja-JP" altLang="en-US" dirty="0"/>
              <a:t>。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9FAF45C-28FA-967F-CF38-6BCEB8C0525D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04" name="グループ化 203">
            <a:extLst>
              <a:ext uri="{FF2B5EF4-FFF2-40B4-BE49-F238E27FC236}">
                <ns2:creationId id="{1AECD598-2565-405D-090C-06C071F5F63A}"/>
              </a:ext>
            </a:extLst>
          </p:cNvPr>
          <p:cNvGrpSpPr/>
          <p:nvPr/>
        </p:nvGrpSpPr>
        <p:grpSpPr>
          <a:xfrm>
            <a:off x="334963" y="1628775"/>
            <a:ext cx="11522073" cy="4679948"/>
            <a:chOff x="334963" y="1628775"/>
            <a:chExt cx="11522073" cy="4679948"/>
          </a:xfrm>
        </p:grpSpPr>
        <p:sp>
          <p:nvSpPr>
            <p:cNvPr id="29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880534" y="5195886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楕円 18">
              <a:extLst>
                <a:ext uri="{FF2B5EF4-FFF2-40B4-BE49-F238E27FC236}">
                  <ns2:creationId id="{480F415F-E143-5701-B3D1-31CA93C31C4F}"/>
                </a:ext>
              </a:extLst>
            </p:cNvPr>
            <p:cNvSpPr/>
            <p:nvPr/>
          </p:nvSpPr>
          <p:spPr>
            <a:xfrm>
              <a:off x="334963" y="541826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sp>
          <p:nvSpPr>
            <p:cNvPr id="8" name="正方形/長方形 19">
              <a:extLst>
                <a:ext uri="{FF2B5EF4-FFF2-40B4-BE49-F238E27FC236}">
                  <ns2:creationId id="{39444F7B-2AF5-42B0-4067-0F6651623A4B}"/>
                </a:ext>
              </a:extLst>
            </p:cNvPr>
            <p:cNvSpPr/>
            <p:nvPr/>
          </p:nvSpPr>
          <p:spPr>
            <a:xfrm>
              <a:off x="2044700" y="5195886"/>
              <a:ext cx="981233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628243" y="1628775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8E6AC23B-350B-4C69-44DE-366A7B62F277}"/>
                </a:ext>
              </a:extLst>
            </p:cNvPr>
            <p:cNvSpPr/>
            <p:nvPr/>
          </p:nvSpPr>
          <p:spPr>
            <a:xfrm>
              <a:off x="2792409" y="1628775"/>
              <a:ext cx="906462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B8AADCF-6EB2-A9D4-99A9-FB6C00BF6DC0}"/>
                </a:ext>
              </a:extLst>
            </p:cNvPr>
            <p:cNvSpPr/>
            <p:nvPr/>
          </p:nvSpPr>
          <p:spPr>
            <a:xfrm>
              <a:off x="1082672" y="179572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5" name="グラフィックス 14" descr="事業の成長 単色塗りつぶし">
              <a:extLst>
                <a:ext uri="{FF2B5EF4-FFF2-40B4-BE49-F238E27FC236}">
                  <ns2:creationId id="{A8EBBD79-14D5-012D-635C-326D73730C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205173" y="1918228"/>
              <a:ext cx="423070" cy="423070"/>
            </a:xfrm>
            <a:prstGeom prst="rect">
              <a:avLst/>
            </a:prstGeom>
          </p:spPr>
        </p:pic>
        <p:sp>
          <p:nvSpPr>
            <p:cNvPr id="27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379008" y="2817812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1200" b="1" dirty="0" err="1">
                  <a:solidFill>
                    <a:srgbClr val="FFFFFF"/>
                  </a:solidFill>
                  <a:latin typeface="Meiryo" pitchFamily="34" charset="0"/>
                  <a:ea typeface="Meiryo" pitchFamily="34" charset="-122"/>
                  <a:cs typeface="Meiryo" pitchFamily="34" charset="-120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楕円 11">
              <a:extLst>
                <a:ext uri="{FF2B5EF4-FFF2-40B4-BE49-F238E27FC236}">
                  <ns2:creationId id="{1FA83B25-E52C-CC78-DE5D-E235C4A1F323}"/>
                </a:ext>
              </a:extLst>
            </p:cNvPr>
            <p:cNvSpPr/>
            <p:nvPr/>
          </p:nvSpPr>
          <p:spPr>
            <a:xfrm>
              <a:off x="833437" y="3003240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6" name="グラフィックス 15" descr="寸法直しと仕立て 単色塗りつぶし">
              <a:extLst>
                <a:ext uri="{FF2B5EF4-FFF2-40B4-BE49-F238E27FC236}">
                  <ns2:creationId id="{B8CC3FE7-4DC0-660A-024C-CEBFFF1AF2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55938" y="3125741"/>
              <a:ext cx="423070" cy="423070"/>
            </a:xfrm>
            <a:prstGeom prst="rect">
              <a:avLst/>
            </a:prstGeom>
          </p:spPr>
        </p:pic>
        <p:sp>
          <p:nvSpPr>
            <p:cNvPr id="28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129770" y="4006849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19">
              <a:extLst>
                <a:ext uri="{FF2B5EF4-FFF2-40B4-BE49-F238E27FC236}">
                  <ns2:creationId id="{E9FA4928-9FEF-AE87-9CF8-0FCBDBD04892}"/>
                </a:ext>
              </a:extLst>
            </p:cNvPr>
            <p:cNvSpPr/>
            <p:nvPr/>
          </p:nvSpPr>
          <p:spPr>
            <a:xfrm>
              <a:off x="2293936" y="4006849"/>
              <a:ext cx="9563100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楕円 9">
              <a:extLst>
                <a:ext uri="{FF2B5EF4-FFF2-40B4-BE49-F238E27FC236}">
                  <ns2:creationId id="{8BCA80FB-08F8-E43F-6624-4143A6F5640D}"/>
                </a:ext>
              </a:extLst>
            </p:cNvPr>
            <p:cNvSpPr/>
            <p:nvPr/>
          </p:nvSpPr>
          <p:spPr>
            <a:xfrm>
              <a:off x="584199" y="4210754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7" name="グラフィックス 16" descr="線形グラフ 単色塗りつぶし">
              <a:extLst>
                <a:ext uri="{FF2B5EF4-FFF2-40B4-BE49-F238E27FC236}">
                  <ns2:creationId id="{64C16DAA-2CCE-B767-85C0-627BC2816A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6700" y="4333255"/>
              <a:ext cx="423070" cy="423070"/>
            </a:xfrm>
            <a:prstGeom prst="rect">
              <a:avLst/>
            </a:prstGeom>
          </p:spPr>
        </p:pic>
        <p:pic>
          <p:nvPicPr>
            <p:cNvPr id="18" name="グラフィックス 17" descr="ユーザー 単色塗りつぶし">
              <a:extLst>
                <a:ext uri="{FF2B5EF4-FFF2-40B4-BE49-F238E27FC236}">
                  <ns2:creationId id="{B1E6CF40-9058-12AB-1B9F-F6AE43B8E8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57464" y="5540768"/>
              <a:ext cx="423070" cy="423070"/>
            </a:xfrm>
            <a:prstGeom prst="rect">
              <a:avLst/>
            </a:prstGeom>
          </p:spPr>
        </p:pic>
        <p:grpSp>
          <p:nvGrpSpPr>
            <p:cNvPr id="102" name="グループ化 101">
              <a:extLst>
                <a:ext uri="{FF2B5EF4-FFF2-40B4-BE49-F238E27FC236}">
                  <ns2:creationId id="{43F7D815-38AD-B583-06B7-B8B7F9AD2D16}"/>
                </a:ext>
              </a:extLst>
            </p:cNvPr>
            <p:cNvGrpSpPr/>
            <p:nvPr/>
          </p:nvGrpSpPr>
          <p:grpSpPr>
            <a:xfrm>
              <a:off x="6707632" y="5269476"/>
              <a:ext cx="2467101" cy="965656"/>
              <a:chOff x="6707632" y="5269476"/>
              <a:chExt cx="2467101" cy="965656"/>
            </a:xfrm>
          </p:grpSpPr>
          <p:sp>
            <p:nvSpPr>
              <p:cNvPr id="52" name="四角形: 角を丸くする 51">
                <a:extLst>
                  <a:ext uri="{FF2B5EF4-FFF2-40B4-BE49-F238E27FC236}">
                    <ns2:creationId id="{09F62B99-28A9-1C99-96FA-1005D859B7B5}"/>
                  </a:ext>
                </a:extLst>
              </p:cNvPr>
              <p:cNvSpPr/>
              <p:nvPr/>
            </p:nvSpPr>
            <p:spPr>
              <a:xfrm>
                <a:off x="6707632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3" name="Text 17">
                <a:extLst>
                  <a:ext uri="{FF2B5EF4-FFF2-40B4-BE49-F238E27FC236}">
                    <ns2:creationId id="{5B8E43B8-E4FC-B628-E70D-881EC9F45CE7}"/>
                  </a:ext>
                </a:extLst>
              </p:cNvPr>
              <p:cNvSpPr txBox="1"/>
              <p:nvPr/>
            </p:nvSpPr>
            <p:spPr>
              <a:xfrm>
                <a:off x="6707632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3" name="グループ化 102">
              <a:extLst>
                <a:ext uri="{FF2B5EF4-FFF2-40B4-BE49-F238E27FC236}">
                  <ns2:creationId id="{5FE76554-557D-EE39-9A4B-11DF5BA12E25}"/>
                </a:ext>
              </a:extLst>
            </p:cNvPr>
            <p:cNvGrpSpPr/>
            <p:nvPr/>
          </p:nvGrpSpPr>
          <p:grpSpPr>
            <a:xfrm>
              <a:off x="9267435" y="5269476"/>
              <a:ext cx="2467101" cy="965656"/>
              <a:chOff x="9267435" y="5269476"/>
              <a:chExt cx="2467101" cy="965656"/>
            </a:xfrm>
          </p:grpSpPr>
          <p:sp>
            <p:nvSpPr>
              <p:cNvPr id="54" name="四角形: 角を丸くする 53">
                <a:extLst>
                  <a:ext uri="{FF2B5EF4-FFF2-40B4-BE49-F238E27FC236}">
                    <ns2:creationId id="{123192D5-4646-7840-9DB4-2C717CCCB3D4}"/>
                  </a:ext>
                </a:extLst>
              </p:cNvPr>
              <p:cNvSpPr/>
              <p:nvPr/>
            </p:nvSpPr>
            <p:spPr>
              <a:xfrm>
                <a:off x="9267435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6" name="Text 17">
                <a:extLst>
                  <a:ext uri="{FF2B5EF4-FFF2-40B4-BE49-F238E27FC236}">
                    <ns2:creationId id="{6D47EE8C-EB33-F6B7-60DA-D45266E8ED9E}"/>
                  </a:ext>
                </a:extLst>
              </p:cNvPr>
              <p:cNvSpPr txBox="1"/>
              <p:nvPr/>
            </p:nvSpPr>
            <p:spPr>
              <a:xfrm>
                <a:off x="9267435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1" name="グループ化 100">
              <a:extLst>
                <a:ext uri="{FF2B5EF4-FFF2-40B4-BE49-F238E27FC236}">
                  <ns2:creationId id="{D641D8FA-367A-ADE9-98AF-B2AF3DE82973}"/>
                </a:ext>
              </a:extLst>
            </p:cNvPr>
            <p:cNvGrpSpPr/>
            <p:nvPr/>
          </p:nvGrpSpPr>
          <p:grpSpPr>
            <a:xfrm>
              <a:off x="2167202" y="5269476"/>
              <a:ext cx="4447728" cy="965656"/>
              <a:chOff x="2167202" y="5269476"/>
              <a:chExt cx="4447728" cy="965656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08CCB8F1-FFCD-09C8-94FE-A30F4CF207BA}"/>
                  </a:ext>
                </a:extLst>
              </p:cNvPr>
              <p:cNvSpPr/>
              <p:nvPr/>
            </p:nvSpPr>
            <p:spPr>
              <a:xfrm>
                <a:off x="2167202" y="5269476"/>
                <a:ext cx="444772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0" name="Text 17">
                <a:extLst>
                  <a:ext uri="{FF2B5EF4-FFF2-40B4-BE49-F238E27FC236}">
                    <ns2:creationId id="{8B46C7D2-26E6-8CBA-B649-7B52BE8A0190}"/>
                  </a:ext>
                </a:extLst>
              </p:cNvPr>
              <p:cNvSpPr txBox="1"/>
              <p:nvPr/>
            </p:nvSpPr>
            <p:spPr>
              <a:xfrm>
                <a:off x="2167202" y="5540768"/>
                <a:ext cx="4447728" cy="39244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grpSp>
            <p:nvGrpSpPr>
              <p:cNvPr id="59" name="グループ化 58">
                <a:extLst>
                  <a:ext uri="{FF2B5EF4-FFF2-40B4-BE49-F238E27FC236}">
                    <ns2:creationId id="{15E9688B-6B24-ADD5-984D-CD9AF5A89FEC}"/>
                  </a:ext>
                </a:extLst>
              </p:cNvPr>
              <p:cNvGrpSpPr/>
              <p:nvPr/>
            </p:nvGrpSpPr>
            <p:grpSpPr>
              <a:xfrm>
                <a:off x="2620737" y="5963085"/>
                <a:ext cx="3540657" cy="217824"/>
                <a:chOff x="2792409" y="5963085"/>
                <a:chExt cx="3540657" cy="217824"/>
              </a:xfrm>
            </p:grpSpPr>
            <p:sp>
              <p:nvSpPr>
                <p:cNvPr id="51" name="Text 17">
                  <a:extLst>
                    <a:ext uri="{FF2B5EF4-FFF2-40B4-BE49-F238E27FC236}">
                      <ns2:creationId id="{9364F776-754B-1AAA-FCF5-77DA6AD4316C}"/>
                    </a:ext>
                  </a:extLst>
                </p:cNvPr>
                <p:cNvSpPr txBox="1"/>
                <p:nvPr/>
              </p:nvSpPr>
              <p:spPr>
                <a:xfrm>
                  <a:off x="3119965" y="5963085"/>
                  <a:ext cx="3213101" cy="21782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numCol="1" rtlCol="0" anchor="ctr" anchorCtr="1"/>
                <a:lstStyle/>
                <a:p>
                  <a:pPr>
                    <a:buClr>
                      <a:schemeClr val="accent5"/>
                    </a:buClr>
                  </a:pP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100" dirty="0">
                      <a:latin typeface="+mn-ea"/>
                      <a:cs typeface="Meiryo" pitchFamily="34" charset="-120"/>
                    </a:rPr>
                    <a:t>DX</a:t>
                  </a: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58" name="Text 17">
                  <a:extLst>
                    <a:ext uri="{FF2B5EF4-FFF2-40B4-BE49-F238E27FC236}">
                      <ns2:creationId id="{1DAF7C1F-4D48-7D95-C883-84B124C61FC1}"/>
                    </a:ext>
                  </a:extLst>
                </p:cNvPr>
                <p:cNvSpPr txBox="1"/>
                <p:nvPr/>
              </p:nvSpPr>
              <p:spPr>
                <a:xfrm>
                  <a:off x="2792409" y="5963085"/>
                  <a:ext cx="237068" cy="21782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numCol="1" rtlCol="0" anchor="ctr" anchorCtr="1"/>
                <a:lstStyle/>
                <a:p>
                  <a:pPr algn="ctr">
                    <a:buClr>
                      <a:schemeClr val="accent5"/>
                    </a:buClr>
                  </a:pPr>
                  <a:r>
                    <a:rPr lang="ja-JP" altLang="en-US" sz="11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例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3853B08-7B7B-7F6A-C287-A93B1755F3CB}"/>
                </a:ext>
              </a:extLst>
            </p:cNvPr>
            <p:cNvSpPr/>
            <p:nvPr/>
          </p:nvSpPr>
          <p:spPr>
            <a:xfrm>
              <a:off x="2416438" y="4080439"/>
              <a:ext cx="6758294" cy="965656"/>
            </a:xfrm>
            <a:prstGeom prst="roundRect">
              <a:avLst>
                <a:gd name="adj" fmla="val 5592"/>
              </a:avLst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17">
              <a:extLst>
                <a:ext uri="{FF2B5EF4-FFF2-40B4-BE49-F238E27FC236}">
                  <ns2:creationId id="{C0B3EEAB-AFBE-4C20-FD1F-859BFE5228EE}"/>
                </a:ext>
              </a:extLst>
            </p:cNvPr>
            <p:cNvSpPr txBox="1"/>
            <p:nvPr/>
          </p:nvSpPr>
          <p:spPr>
            <a:xfrm>
              <a:off x="2512803" y="4351731"/>
              <a:ext cx="3238967" cy="69436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・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2" name="Text 17">
              <a:extLst>
                <a:ext uri="{FF2B5EF4-FFF2-40B4-BE49-F238E27FC236}">
                  <ns2:creationId id="{72EBA7B4-4EAF-9FC0-F1E5-835218A5E784}"/>
                </a:ext>
              </a:extLst>
            </p:cNvPr>
            <p:cNvSpPr txBox="1"/>
            <p:nvPr/>
          </p:nvSpPr>
          <p:spPr>
            <a:xfrm>
              <a:off x="5799540" y="4483100"/>
              <a:ext cx="3300009" cy="514564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2" rtlCol="0" anchor="ctr" anchorCtr="0"/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latin typeface="+mn-ea"/>
                <a:cs typeface="Meiryo" pitchFamily="34" charset="-120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latin typeface="+mn-ea"/>
                  <a:cs typeface="Meiryo" pitchFamily="34" charset="-120"/>
                </a:rPr>
                <a:t>DX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900" dirty="0">
                  <a:latin typeface="+mn-ea"/>
                  <a:cs typeface="Meiryo" pitchFamily="34" charset="-120"/>
                </a:rPr>
              </a:b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11" name="Text 17">
              <a:extLst>
                <a:ext uri="{FF2B5EF4-FFF2-40B4-BE49-F238E27FC236}">
                  <ns2:creationId id="{333CE391-C26E-4129-7EA4-B122ABAA79D8}"/>
                </a:ext>
              </a:extLst>
            </p:cNvPr>
            <p:cNvSpPr txBox="1"/>
            <p:nvPr/>
          </p:nvSpPr>
          <p:spPr>
            <a:xfrm>
              <a:off x="5890981" y="4401217"/>
              <a:ext cx="1450450" cy="153585"/>
            </a:xfrm>
            <a:prstGeom prst="rect">
              <a:avLst/>
            </a:prstGeom>
            <a:solidFill>
              <a:srgbClr val="E5F3EA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)</a:t>
              </a:r>
              <a:endParaRPr lang="ja-JP" altLang="en-US" sz="11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27BE82EA-46CD-43F6-77AE-1B76EF82EEFD}"/>
                </a:ext>
              </a:extLst>
            </p:cNvPr>
            <p:cNvSpPr/>
            <p:nvPr/>
          </p:nvSpPr>
          <p:spPr>
            <a:xfrm>
              <a:off x="9267435" y="4080439"/>
              <a:ext cx="2467101" cy="965656"/>
            </a:xfrm>
            <a:prstGeom prst="roundRect">
              <a:avLst>
                <a:gd name="adj" fmla="val 5592"/>
              </a:avLst>
            </a:prstGeom>
            <a:solidFill>
              <a:schemeClr val="bg1">
                <a:lumMod val="50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119" name="グループ化 118">
              <a:extLst>
                <a:ext uri="{FF2B5EF4-FFF2-40B4-BE49-F238E27FC236}">
                  <ns2:creationId id="{262623A9-5809-BBFF-54F8-69922EDAD7C5}"/>
                </a:ext>
              </a:extLst>
            </p:cNvPr>
            <p:cNvGrpSpPr/>
            <p:nvPr/>
          </p:nvGrpSpPr>
          <p:grpSpPr>
            <a:xfrm>
              <a:off x="9328712" y="4401217"/>
              <a:ext cx="2344546" cy="219456"/>
              <a:chOff x="9389990" y="4401217"/>
              <a:chExt cx="2221991" cy="219456"/>
            </a:xfrm>
          </p:grpSpPr>
          <p:sp>
            <p:nvSpPr>
              <p:cNvPr id="91" name="Shape 56">
                <a:extLst>
                  <a:ext uri="{FF2B5EF4-FFF2-40B4-BE49-F238E27FC236}">
                    <ns2:creationId id="{7665442E-48D8-FC45-4491-99A5C1CC5C98}"/>
                  </a:ext>
                </a:extLst>
              </p:cNvPr>
              <p:cNvSpPr/>
              <p:nvPr/>
            </p:nvSpPr>
            <p:spPr>
              <a:xfrm>
                <a:off x="9389990" y="4401217"/>
                <a:ext cx="1637256" cy="219456"/>
              </a:xfrm>
              <a:prstGeom prst="rect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altLang="ja-JP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Shape 58">
                <a:extLst>
                  <a:ext uri="{FF2B5EF4-FFF2-40B4-BE49-F238E27FC236}">
                    <ns2:creationId id="{D58A2ED4-03F2-BE34-AEB3-3C820E806F69}"/>
                  </a:ext>
                </a:extLst>
              </p:cNvPr>
              <p:cNvSpPr/>
              <p:nvPr/>
            </p:nvSpPr>
            <p:spPr>
              <a:xfrm>
                <a:off x="11027246" y="4401217"/>
                <a:ext cx="584735" cy="219456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lvl="0" algn="ctr">
                  <a:defRPr/>
                </a:pPr>
                <a:r>
                  <a:rPr lang="en-US" altLang="ja-JP" sz="1000" b="1" dirty="0">
                    <a:solidFill>
                      <a:srgbClr val="FFFFFF"/>
                    </a:solidFill>
                    <a:latin typeface="+mn-ea"/>
                    <a:cs typeface="Meiryo" pitchFamily="34" charset="-120"/>
                  </a:rPr>
                  <a:t>XX</a:t>
                </a:r>
                <a:endParaRPr lang="en-US" altLang="ja-JP" sz="1000" b="1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sp>
          <p:nvSpPr>
            <p:cNvPr id="118" name="Text 17">
              <a:extLst>
                <a:ext uri="{FF2B5EF4-FFF2-40B4-BE49-F238E27FC236}">
                  <ns2:creationId id="{68BFD940-1080-7AB8-D0D3-291EA27D25AC}"/>
                </a:ext>
              </a:extLst>
            </p:cNvPr>
            <p:cNvSpPr txBox="1"/>
            <p:nvPr/>
          </p:nvSpPr>
          <p:spPr>
            <a:xfrm>
              <a:off x="9267435" y="4660550"/>
              <a:ext cx="2467100" cy="33711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050" dirty="0">
                  <a:latin typeface="+mn-ea"/>
                  <a:cs typeface="Meiryo" pitchFamily="34" charset="-120"/>
                </a:rPr>
              </a:br>
              <a:r>
                <a:rPr lang="en-US" altLang="ja-JP" sz="105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050" dirty="0">
                  <a:latin typeface="+mn-ea"/>
                  <a:cs typeface="Meiryo" pitchFamily="34" charset="-120"/>
                </a:rPr>
                <a:t>)</a:t>
              </a:r>
              <a:endParaRPr lang="ja-JP" altLang="en-US" sz="1050" dirty="0">
                <a:latin typeface="+mn-ea"/>
                <a:cs typeface="Meiryo" pitchFamily="34" charset="-120"/>
              </a:endParaRPr>
            </a:p>
          </p:txBody>
        </p:sp>
        <p:grpSp>
          <p:nvGrpSpPr>
            <p:cNvPr id="174" name="グループ化 173">
              <a:extLst>
                <a:ext uri="{FF2B5EF4-FFF2-40B4-BE49-F238E27FC236}">
                  <ns2:creationId id="{74E25847-20A7-3244-DCAC-CDC477523383}"/>
                </a:ext>
              </a:extLst>
            </p:cNvPr>
            <p:cNvGrpSpPr/>
            <p:nvPr/>
          </p:nvGrpSpPr>
          <p:grpSpPr>
            <a:xfrm>
              <a:off x="2543174" y="2817812"/>
              <a:ext cx="9313862" cy="1112837"/>
              <a:chOff x="2543174" y="2817812"/>
              <a:chExt cx="9313862" cy="1112837"/>
            </a:xfrm>
          </p:grpSpPr>
          <p:sp>
            <p:nvSpPr>
              <p:cNvPr id="6" name="正方形/長方形 19">
                <a:extLst>
                  <a:ext uri="{FF2B5EF4-FFF2-40B4-BE49-F238E27FC236}">
                    <ns2:creationId id="{D8F4AC7F-2591-03D3-BBDB-C43E8CFC52D5}"/>
                  </a:ext>
                </a:extLst>
              </p:cNvPr>
              <p:cNvSpPr/>
              <p:nvPr/>
            </p:nvSpPr>
            <p:spPr>
              <a:xfrm>
                <a:off x="2543174" y="2817812"/>
                <a:ext cx="9313862" cy="1112837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CC372601-F6BD-7B28-E599-36EB3BF00791}"/>
                  </a:ext>
                </a:extLst>
              </p:cNvPr>
              <p:cNvSpPr/>
              <p:nvPr/>
            </p:nvSpPr>
            <p:spPr>
              <a:xfrm>
                <a:off x="5725568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～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1" name="Text 17">
                <a:extLst>
                  <a:ext uri="{FF2B5EF4-FFF2-40B4-BE49-F238E27FC236}">
                    <ns2:creationId id="{95275274-AA35-755D-09D0-549A47025792}"/>
                  </a:ext>
                </a:extLst>
              </p:cNvPr>
              <p:cNvSpPr txBox="1"/>
              <p:nvPr/>
            </p:nvSpPr>
            <p:spPr>
              <a:xfrm>
                <a:off x="5725568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7E96FA31-8CF6-F1A1-5D84-2DA59009E852}"/>
                  </a:ext>
                </a:extLst>
              </p:cNvPr>
              <p:cNvSpPr/>
              <p:nvPr/>
            </p:nvSpPr>
            <p:spPr>
              <a:xfrm>
                <a:off x="8785459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</a:p>
            </p:txBody>
          </p:sp>
          <p:sp>
            <p:nvSpPr>
              <p:cNvPr id="144" name="Text 17">
                <a:extLst>
                  <a:ext uri="{FF2B5EF4-FFF2-40B4-BE49-F238E27FC236}">
                    <ns2:creationId id="{95DCDC42-F4CB-8ACC-28D1-A7864B6D9FFD}"/>
                  </a:ext>
                </a:extLst>
              </p:cNvPr>
              <p:cNvSpPr txBox="1"/>
              <p:nvPr/>
            </p:nvSpPr>
            <p:spPr>
              <a:xfrm>
                <a:off x="8785459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PL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3047DE48-99B3-C5E8-728C-5E673744C0E8}"/>
                  </a:ext>
                </a:extLst>
              </p:cNvPr>
              <p:cNvSpPr/>
              <p:nvPr/>
            </p:nvSpPr>
            <p:spPr>
              <a:xfrm>
                <a:off x="2665677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7" name="Text 17">
                <a:extLst>
                  <a:ext uri="{FF2B5EF4-FFF2-40B4-BE49-F238E27FC236}">
                    <ns2:creationId id="{405C4FAC-5130-ACC7-175C-E15C33FE9E62}"/>
                  </a:ext>
                </a:extLst>
              </p:cNvPr>
              <p:cNvSpPr txBox="1"/>
              <p:nvPr/>
            </p:nvSpPr>
            <p:spPr>
              <a:xfrm>
                <a:off x="2665677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/ 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76" name="正方形/長方形 19">
              <a:extLst>
                <a:ext uri="{FF2B5EF4-FFF2-40B4-BE49-F238E27FC236}">
                  <ns2:creationId id="{F843450F-2F3A-6893-EF30-DBE9A1CD2C0A}"/>
                </a:ext>
              </a:extLst>
            </p:cNvPr>
            <p:cNvSpPr/>
            <p:nvPr/>
          </p:nvSpPr>
          <p:spPr>
            <a:xfrm>
              <a:off x="2792408" y="1628775"/>
              <a:ext cx="9064627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5" name="グループ化 184">
              <a:extLst>
                <a:ext uri="{FF2B5EF4-FFF2-40B4-BE49-F238E27FC236}">
                  <ns2:creationId id="{D9EB1F91-F30A-A0BA-F720-55BD658AD34D}"/>
                </a:ext>
              </a:extLst>
            </p:cNvPr>
            <p:cNvGrpSpPr/>
            <p:nvPr/>
          </p:nvGrpSpPr>
          <p:grpSpPr>
            <a:xfrm>
              <a:off x="2911633" y="1702365"/>
              <a:ext cx="2140052" cy="965656"/>
              <a:chOff x="2911633" y="1702365"/>
              <a:chExt cx="2870162" cy="965656"/>
            </a:xfrm>
          </p:grpSpPr>
          <p:sp>
            <p:nvSpPr>
              <p:cNvPr id="183" name="四角形: 角を丸くする 182">
                <a:extLst>
                  <a:ext uri="{FF2B5EF4-FFF2-40B4-BE49-F238E27FC236}">
                    <ns2:creationId id="{5790422D-710B-7926-749D-AFBC984D60C5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4" name="Text 17">
                <a:extLst>
                  <a:ext uri="{FF2B5EF4-FFF2-40B4-BE49-F238E27FC236}">
                    <ns2:creationId id="{3F3EBCEB-504E-19B7-2A72-59A9573C7192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6898DD8E-426D-5912-6C4B-40D60425A631}"/>
                </a:ext>
              </a:extLst>
            </p:cNvPr>
            <p:cNvGrpSpPr/>
            <p:nvPr/>
          </p:nvGrpSpPr>
          <p:grpSpPr>
            <a:xfrm>
              <a:off x="5139249" y="1702365"/>
              <a:ext cx="2140052" cy="965656"/>
              <a:chOff x="2911633" y="1702365"/>
              <a:chExt cx="2870162" cy="965656"/>
            </a:xfrm>
          </p:grpSpPr>
          <p:sp>
            <p:nvSpPr>
              <p:cNvPr id="187" name="四角形: 角を丸くする 186">
                <a:extLst>
                  <a:ext uri="{FF2B5EF4-FFF2-40B4-BE49-F238E27FC236}">
                    <ns2:creationId id="{1C5F1F0D-5A45-4B6E-B9FE-FFCD5C873A5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8" name="Text 17">
                <a:extLst>
                  <a:ext uri="{FF2B5EF4-FFF2-40B4-BE49-F238E27FC236}">
                    <ns2:creationId id="{3EE54EEF-99BE-A122-93F8-849B9C014DAD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(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)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9" name="グループ化 188">
              <a:extLst>
                <a:ext uri="{FF2B5EF4-FFF2-40B4-BE49-F238E27FC236}">
                  <ns2:creationId id="{C63E66E9-7C99-D511-F49E-2D3EF81D1287}"/>
                </a:ext>
              </a:extLst>
            </p:cNvPr>
            <p:cNvGrpSpPr/>
            <p:nvPr/>
          </p:nvGrpSpPr>
          <p:grpSpPr>
            <a:xfrm>
              <a:off x="7366866" y="1702365"/>
              <a:ext cx="2140052" cy="965656"/>
              <a:chOff x="2911633" y="1702365"/>
              <a:chExt cx="2870162" cy="965656"/>
            </a:xfrm>
          </p:grpSpPr>
          <p:sp>
            <p:nvSpPr>
              <p:cNvPr id="190" name="四角形: 角を丸くする 189">
                <a:extLst>
                  <a:ext uri="{FF2B5EF4-FFF2-40B4-BE49-F238E27FC236}">
                    <ns2:creationId id="{B9EE985F-9E23-9212-CFD8-C6C07C16BBC6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BPR</a:t>
                </a:r>
              </a:p>
            </p:txBody>
          </p:sp>
          <p:sp>
            <p:nvSpPr>
              <p:cNvPr id="191" name="Text 17">
                <a:extLst>
                  <a:ext uri="{FF2B5EF4-FFF2-40B4-BE49-F238E27FC236}">
                    <ns2:creationId id="{D938EFCF-E534-690F-8BE6-CC1C5C20D2B3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92" name="グループ化 191">
              <a:extLst>
                <a:ext uri="{FF2B5EF4-FFF2-40B4-BE49-F238E27FC236}">
                  <ns2:creationId id="{8E89D283-966F-139F-CD1A-5970BC5085D8}"/>
                </a:ext>
              </a:extLst>
            </p:cNvPr>
            <p:cNvGrpSpPr/>
            <p:nvPr/>
          </p:nvGrpSpPr>
          <p:grpSpPr>
            <a:xfrm>
              <a:off x="9594483" y="1702365"/>
              <a:ext cx="2140052" cy="965656"/>
              <a:chOff x="2911633" y="1702365"/>
              <a:chExt cx="2870162" cy="965656"/>
            </a:xfrm>
          </p:grpSpPr>
          <p:sp>
            <p:nvSpPr>
              <p:cNvPr id="193" name="四角形: 角を丸くする 192">
                <a:extLst>
                  <a:ext uri="{FF2B5EF4-FFF2-40B4-BE49-F238E27FC236}">
                    <ns2:creationId id="{8844DA05-F858-5849-E840-9557AA6AB12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94" name="Text 17">
                <a:extLst>
                  <a:ext uri="{FF2B5EF4-FFF2-40B4-BE49-F238E27FC236}">
                    <ns2:creationId id="{31B81526-085B-2E03-4BDB-761BBA5D2050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AI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cxnSp>
          <p:nvCxnSpPr>
            <p:cNvPr id="196" name="コネクタ: カギ線 195">
              <a:extLst>
                <a:ext uri="{FF2B5EF4-FFF2-40B4-BE49-F238E27FC236}">
                  <ns2:creationId id="{0B217953-0049-6BB7-2755-BC08DF1E84E7}"/>
                </a:ext>
              </a:extLst>
            </p:cNvPr>
            <p:cNvCxnSpPr>
              <a:cxnSpLocks/>
              <a:stCxn id="19" idx="1"/>
              <a:endCxn id="10" idx="2"/>
            </p:cNvCxnSpPr>
            <p:nvPr/>
          </p:nvCxnSpPr>
          <p:spPr>
            <a:xfrm rot="5400000" flipH="1" flipV="1">
              <a:off x="22843" y="4954749"/>
              <a:ext cx="971313" cy="151399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コネクタ: カギ線 197">
              <a:extLst>
                <a:ext uri="{FF2B5EF4-FFF2-40B4-BE49-F238E27FC236}">
                  <ns2:creationId id="{439420B5-ABF9-A779-4C33-7ABD50E05D4B}"/>
                </a:ext>
              </a:extLst>
            </p:cNvPr>
            <p:cNvCxnSpPr>
              <a:cxnSpLocks/>
              <a:stCxn id="10" idx="1"/>
              <a:endCxn id="12" idx="2"/>
            </p:cNvCxnSpPr>
            <p:nvPr/>
          </p:nvCxnSpPr>
          <p:spPr>
            <a:xfrm rot="5400000" flipH="1" flipV="1">
              <a:off x="272079" y="3747234"/>
              <a:ext cx="971314" cy="151401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コネクタ: カギ線 200">
              <a:extLst>
                <a:ext uri="{FF2B5EF4-FFF2-40B4-BE49-F238E27FC236}">
                  <ns2:creationId id="{8FF9D585-5FFB-C6B2-A10A-58F8E9588E02}"/>
                </a:ext>
              </a:extLst>
            </p:cNvPr>
            <p:cNvCxnSpPr>
              <a:cxnSpLocks/>
              <a:stCxn id="12" idx="1"/>
              <a:endCxn id="13" idx="2"/>
            </p:cNvCxnSpPr>
            <p:nvPr/>
          </p:nvCxnSpPr>
          <p:spPr>
            <a:xfrm rot="5400000" flipH="1" flipV="1">
              <a:off x="521317" y="2539722"/>
              <a:ext cx="971313" cy="15139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21604329"/>
      </p:ext>
    </p:extLst>
  </p:cSld>
  <p:clrMapOvr>
    <a:masterClrMapping/>
  </p:clrMapOvr>
</p:sld>
</file>

<file path=ppt/slides/slide19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C97901-EEE4-BB02-63A7-C436DD2F5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ED4AAC2-95D0-83AD-FCA1-DA4D461A1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56668DD-F604-F08F-D1FE-2253D374654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215" name="グループ化 214">
            <a:extLst>
              <a:ext uri="{FF2B5EF4-FFF2-40B4-BE49-F238E27FC236}">
                <ns2:creationId id="{0644770E-D038-A5F3-9AB5-C88C4BA5513A}"/>
              </a:ext>
            </a:extLst>
          </p:cNvPr>
          <p:cNvGrpSpPr/>
          <p:nvPr/>
        </p:nvGrpSpPr>
        <p:grpSpPr>
          <a:xfrm>
            <a:off x="334962" y="1393223"/>
            <a:ext cx="11532773" cy="4915502"/>
            <a:chOff x="334962" y="1393223"/>
            <a:chExt cx="11532773" cy="4915502"/>
          </a:xfrm>
        </p:grpSpPr>
        <p:cxnSp>
          <p:nvCxnSpPr>
            <p:cNvPr id="141" name="直線コネクタ 140">
              <a:extLst>
                <a:ext uri="{FF2B5EF4-FFF2-40B4-BE49-F238E27FC236}">
                  <ns2:creationId id="{0CD3CD12-282C-3B48-9F98-FAA15843BB17}"/>
                </a:ext>
              </a:extLst>
            </p:cNvPr>
            <p:cNvCxnSpPr>
              <a:cxnSpLocks/>
            </p:cNvCxnSpPr>
            <p:nvPr/>
          </p:nvCxnSpPr>
          <p:spPr>
            <a:xfrm>
              <a:off x="9753285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A6FC32D-14BD-5174-4CF4-4985695569A9}"/>
                </a:ext>
              </a:extLst>
            </p:cNvPr>
            <p:cNvCxnSpPr>
              <a:cxnSpLocks/>
            </p:cNvCxnSpPr>
            <p:nvPr/>
          </p:nvCxnSpPr>
          <p:spPr>
            <a:xfrm>
              <a:off x="10177702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98902744-665D-6DA7-F79F-096C6AA273EB}"/>
                </a:ext>
              </a:extLst>
            </p:cNvPr>
            <p:cNvCxnSpPr>
              <a:cxnSpLocks/>
            </p:cNvCxnSpPr>
            <p:nvPr/>
          </p:nvCxnSpPr>
          <p:spPr>
            <a:xfrm>
              <a:off x="10602119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E1C1F3E0-FB71-7169-2874-92AB8A0575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6536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コネクタ 148">
              <a:extLst>
                <a:ext uri="{FF2B5EF4-FFF2-40B4-BE49-F238E27FC236}">
                  <ns2:creationId id="{A04555E3-7EE0-5871-F254-BC37D87A7D46}"/>
                </a:ext>
              </a:extLst>
            </p:cNvPr>
            <p:cNvCxnSpPr>
              <a:cxnSpLocks/>
            </p:cNvCxnSpPr>
            <p:nvPr/>
          </p:nvCxnSpPr>
          <p:spPr>
            <a:xfrm>
              <a:off x="11450953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正方形/長方形 25">
              <a:extLst>
                <a:ext uri="{FF2B5EF4-FFF2-40B4-BE49-F238E27FC236}">
                  <ns2:creationId id="{A1CD0360-EB9A-FA77-504C-2E9C424001B3}"/>
                </a:ext>
              </a:extLst>
            </p:cNvPr>
            <p:cNvSpPr/>
            <p:nvPr/>
          </p:nvSpPr>
          <p:spPr>
            <a:xfrm>
              <a:off x="334963" y="1393223"/>
              <a:ext cx="11532772" cy="2355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accent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D79AA44-60AD-A853-71C5-7313826E35A6}"/>
                </a:ext>
              </a:extLst>
            </p:cNvPr>
            <p:cNvSpPr/>
            <p:nvPr/>
          </p:nvSpPr>
          <p:spPr>
            <a:xfrm>
              <a:off x="334962" y="1628775"/>
              <a:ext cx="3007845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225934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DB9B00F-C1CE-E8DB-229B-C0713C6BED96}"/>
                </a:ext>
              </a:extLst>
            </p:cNvPr>
            <p:cNvSpPr/>
            <p:nvPr/>
          </p:nvSpPr>
          <p:spPr>
            <a:xfrm>
              <a:off x="3409829" y="1628775"/>
              <a:ext cx="2989736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CD7737A-56C4-63E0-A31C-7C66C00F5ED8}"/>
                </a:ext>
              </a:extLst>
            </p:cNvPr>
            <p:cNvSpPr/>
            <p:nvPr/>
          </p:nvSpPr>
          <p:spPr>
            <a:xfrm>
              <a:off x="646658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830621B2-9705-01A6-2594-D92595823BFE}"/>
                </a:ext>
              </a:extLst>
            </p:cNvPr>
            <p:cNvSpPr/>
            <p:nvPr/>
          </p:nvSpPr>
          <p:spPr>
            <a:xfrm>
              <a:off x="7186741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048378-C1CD-1149-4EAA-86CFF36E20DE}"/>
                </a:ext>
              </a:extLst>
            </p:cNvPr>
            <p:cNvSpPr/>
            <p:nvPr/>
          </p:nvSpPr>
          <p:spPr>
            <a:xfrm>
              <a:off x="7906894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804CECE-D61D-91CA-D061-F15E195BD093}"/>
                </a:ext>
              </a:extLst>
            </p:cNvPr>
            <p:cNvSpPr/>
            <p:nvPr/>
          </p:nvSpPr>
          <p:spPr>
            <a:xfrm>
              <a:off x="862704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21E2DA06-7C06-014A-31B1-F57C4B35722C}"/>
                </a:ext>
              </a:extLst>
            </p:cNvPr>
            <p:cNvSpPr/>
            <p:nvPr/>
          </p:nvSpPr>
          <p:spPr>
            <a:xfrm>
              <a:off x="9347201" y="1628776"/>
              <a:ext cx="2509837" cy="26035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08333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907327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473131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555530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AC40424-B482-FAAB-6BFD-44BED9776878}"/>
                </a:ext>
              </a:extLst>
            </p:cNvPr>
            <p:cNvGrpSpPr/>
            <p:nvPr/>
          </p:nvGrpSpPr>
          <p:grpSpPr>
            <a:xfrm>
              <a:off x="550863" y="2302014"/>
              <a:ext cx="668073" cy="668073"/>
              <a:chOff x="334963" y="2302015"/>
              <a:chExt cx="668073" cy="668073"/>
            </a:xfrm>
          </p:grpSpPr>
          <p:sp>
            <p:nvSpPr>
              <p:cNvPr id="6" name="楕円 5">
                <a:extLst>
                  <a:ext uri="{FF2B5EF4-FFF2-40B4-BE49-F238E27FC236}">
                    <ns2:creationId id="{C052683A-FDAA-F8B5-EAB6-3C97838ED6E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8" name="グラフィックス 7" descr="鉛筆 単色塗りつぶし">
                <a:extLst>
                  <a:ext uri="{FF2B5EF4-FFF2-40B4-BE49-F238E27FC236}">
                    <ns2:creationId id="{FF083F1B-15AD-76A0-F4DE-B7C00A0566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F56F923-C60C-BE2D-B3B7-638AB862EF70}"/>
                </a:ext>
              </a:extLst>
            </p:cNvPr>
            <p:cNvGrpSpPr/>
            <p:nvPr/>
          </p:nvGrpSpPr>
          <p:grpSpPr>
            <a:xfrm>
              <a:off x="550863" y="3126005"/>
              <a:ext cx="668073" cy="668073"/>
              <a:chOff x="334963" y="2302015"/>
              <a:chExt cx="668073" cy="668073"/>
            </a:xfrm>
          </p:grpSpPr>
          <p:sp>
            <p:nvSpPr>
              <p:cNvPr id="13" name="楕円 12">
                <a:extLst>
                  <a:ext uri="{FF2B5EF4-FFF2-40B4-BE49-F238E27FC236}">
                    <ns2:creationId id="{886A1B88-9F71-44F1-41E1-595C4965C9D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5" name="グラフィックス 14" descr="クリップボード 単色塗りつぶし">
                <a:extLst>
                  <a:ext uri="{FF2B5EF4-FFF2-40B4-BE49-F238E27FC236}">
                    <ns2:creationId id="{151A6BB6-7926-EF83-A7C2-E14714494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DFDEA0A6-FCFA-7AEC-B214-DC18A88CADB3}"/>
                </a:ext>
              </a:extLst>
            </p:cNvPr>
            <p:cNvGrpSpPr/>
            <p:nvPr/>
          </p:nvGrpSpPr>
          <p:grpSpPr>
            <a:xfrm>
              <a:off x="550863" y="3949995"/>
              <a:ext cx="668073" cy="668073"/>
              <a:chOff x="334963" y="2302015"/>
              <a:chExt cx="668073" cy="668073"/>
            </a:xfrm>
          </p:grpSpPr>
          <p:sp>
            <p:nvSpPr>
              <p:cNvPr id="17" name="楕円 16">
                <a:extLst>
                  <a:ext uri="{FF2B5EF4-FFF2-40B4-BE49-F238E27FC236}">
                    <ns2:creationId id="{FC57806D-855C-A821-4276-D87F0EBC39BB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8" name="グラフィックス 17" descr="人の集団 単色塗りつぶし">
                <a:extLst>
                  <a:ext uri="{FF2B5EF4-FFF2-40B4-BE49-F238E27FC236}">
                    <ns2:creationId id="{5F063A0E-131C-3196-58B6-23163E093A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AB0326DF-AE3D-4F30-E797-9168E017C886}"/>
                </a:ext>
              </a:extLst>
            </p:cNvPr>
            <p:cNvGrpSpPr/>
            <p:nvPr/>
          </p:nvGrpSpPr>
          <p:grpSpPr>
            <a:xfrm>
              <a:off x="550863" y="4773986"/>
              <a:ext cx="668073" cy="668073"/>
              <a:chOff x="334963" y="2302015"/>
              <a:chExt cx="668073" cy="668073"/>
            </a:xfrm>
          </p:grpSpPr>
          <p:sp>
            <p:nvSpPr>
              <p:cNvPr id="20" name="楕円 19">
                <a:extLst>
                  <a:ext uri="{FF2B5EF4-FFF2-40B4-BE49-F238E27FC236}">
                    <ns2:creationId id="{7BEC9D36-3124-E5F9-0CC1-C9813EE58288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27" name="グラフィックス 26" descr="プログラマー男性 単色塗りつぶし">
                <a:extLst>
                  <a:ext uri="{FF2B5EF4-FFF2-40B4-BE49-F238E27FC236}">
                    <ns2:creationId id="{6D5004D6-95BF-CF48-FA49-BDF9E460B5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28" name="グループ化 27">
              <a:extLst>
                <a:ext uri="{FF2B5EF4-FFF2-40B4-BE49-F238E27FC236}">
                  <ns2:creationId id="{9298382D-E149-A199-B4CE-08BF1AD516AC}"/>
                </a:ext>
              </a:extLst>
            </p:cNvPr>
            <p:cNvGrpSpPr/>
            <p:nvPr/>
          </p:nvGrpSpPr>
          <p:grpSpPr>
            <a:xfrm>
              <a:off x="550863" y="5597976"/>
              <a:ext cx="668073" cy="668073"/>
              <a:chOff x="334963" y="2302015"/>
              <a:chExt cx="668073" cy="668073"/>
            </a:xfrm>
          </p:grpSpPr>
          <p:sp>
            <p:nvSpPr>
              <p:cNvPr id="29" name="楕円 28">
                <a:extLst>
                  <a:ext uri="{FF2B5EF4-FFF2-40B4-BE49-F238E27FC236}">
                    <ns2:creationId id="{F6781A97-2BA3-AF89-E5E0-ADFD4608D472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48" name="グラフィックス 47" descr="人工知能 単色塗りつぶし">
                <a:extLst>
                  <a:ext uri="{FF2B5EF4-FFF2-40B4-BE49-F238E27FC236}">
                    <ns2:creationId id="{55885F58-FB0F-C1BD-81C6-3C0CB483A5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sp>
          <p:nvSpPr>
            <p:cNvPr id="50" name="正方形/長方形 49">
              <a:extLst>
                <a:ext uri="{FF2B5EF4-FFF2-40B4-BE49-F238E27FC236}">
                  <ns2:creationId id="{16644732-862E-8D14-481B-1B711F13A5B9}"/>
                </a:ext>
              </a:extLst>
            </p:cNvPr>
            <p:cNvSpPr/>
            <p:nvPr/>
          </p:nvSpPr>
          <p:spPr>
            <a:xfrm>
              <a:off x="334963" y="225934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四角形: 角を丸くする 127">
              <a:extLst>
                <a:ext uri="{FF2B5EF4-FFF2-40B4-BE49-F238E27FC236}">
                  <ns2:creationId id="{6F83F404-0950-8496-CC6C-B540D1A59123}"/>
                </a:ext>
              </a:extLst>
            </p:cNvPr>
            <p:cNvSpPr/>
            <p:nvPr/>
          </p:nvSpPr>
          <p:spPr>
            <a:xfrm>
              <a:off x="334963" y="308333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四角形: 角を丸くする 127">
              <a:extLst>
                <a:ext uri="{FF2B5EF4-FFF2-40B4-BE49-F238E27FC236}">
                  <ns2:creationId id="{AE47191E-B8B7-6491-7985-C209F7293B1A}"/>
                </a:ext>
              </a:extLst>
            </p:cNvPr>
            <p:cNvSpPr/>
            <p:nvPr/>
          </p:nvSpPr>
          <p:spPr>
            <a:xfrm>
              <a:off x="334963" y="3907327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127">
              <a:extLst>
                <a:ext uri="{FF2B5EF4-FFF2-40B4-BE49-F238E27FC236}">
                  <ns2:creationId id="{31A35537-193F-66E5-711E-AA67711E5280}"/>
                </a:ext>
              </a:extLst>
            </p:cNvPr>
            <p:cNvSpPr/>
            <p:nvPr/>
          </p:nvSpPr>
          <p:spPr>
            <a:xfrm>
              <a:off x="334963" y="473131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127">
              <a:extLst>
                <a:ext uri="{FF2B5EF4-FFF2-40B4-BE49-F238E27FC236}">
                  <ns2:creationId id="{0A2487C0-842B-6269-E9BE-7147C0A92DC0}"/>
                </a:ext>
              </a:extLst>
            </p:cNvPr>
            <p:cNvSpPr/>
            <p:nvPr/>
          </p:nvSpPr>
          <p:spPr>
            <a:xfrm>
              <a:off x="334963" y="555530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Text 28">
              <a:extLst>
                <a:ext uri="{FF2B5EF4-FFF2-40B4-BE49-F238E27FC236}">
                  <ns2:creationId id="{FCEE670C-DA8C-62A3-FBD0-41F3EA731981}"/>
                </a:ext>
              </a:extLst>
            </p:cNvPr>
            <p:cNvSpPr txBox="1"/>
            <p:nvPr/>
          </p:nvSpPr>
          <p:spPr>
            <a:xfrm>
              <a:off x="3409829" y="225935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1" name="Text 43">
              <a:extLst>
                <a:ext uri="{FF2B5EF4-FFF2-40B4-BE49-F238E27FC236}">
                  <ns2:creationId id="{30506240-FD7A-95AD-F481-5B2697F5FC65}"/>
                </a:ext>
              </a:extLst>
            </p:cNvPr>
            <p:cNvSpPr txBox="1"/>
            <p:nvPr/>
          </p:nvSpPr>
          <p:spPr>
            <a:xfrm>
              <a:off x="3409829" y="308334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)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1" name="Text 56">
              <a:extLst>
                <a:ext uri="{FF2B5EF4-FFF2-40B4-BE49-F238E27FC236}">
                  <ns2:creationId id="{1BC3CAAE-654F-6CB0-A7D9-B50C39F56F77}"/>
                </a:ext>
              </a:extLst>
            </p:cNvPr>
            <p:cNvSpPr txBox="1"/>
            <p:nvPr/>
          </p:nvSpPr>
          <p:spPr>
            <a:xfrm>
              <a:off x="3409829" y="3907331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numCol="2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3" name="Text 70">
              <a:extLst>
                <a:ext uri="{FF2B5EF4-FFF2-40B4-BE49-F238E27FC236}">
                  <ns2:creationId id="{97CB366F-884D-2053-290B-B965271B4F9C}"/>
                </a:ext>
              </a:extLst>
            </p:cNvPr>
            <p:cNvSpPr txBox="1"/>
            <p:nvPr/>
          </p:nvSpPr>
          <p:spPr>
            <a:xfrm>
              <a:off x="3409829" y="4731322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83">
              <a:extLst>
                <a:ext uri="{FF2B5EF4-FFF2-40B4-BE49-F238E27FC236}">
                  <ns2:creationId id="{E10557CF-88FF-F442-1462-3EC5A789E7DD}"/>
                </a:ext>
              </a:extLst>
            </p:cNvPr>
            <p:cNvSpPr txBox="1"/>
            <p:nvPr/>
          </p:nvSpPr>
          <p:spPr>
            <a:xfrm>
              <a:off x="3409829" y="5555313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/ 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0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771617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347201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196034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620452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044869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469286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0A672AA2-DEC5-A1FE-279F-4A4BF79601A5}"/>
                </a:ext>
              </a:extLst>
            </p:cNvPr>
            <p:cNvGrpSpPr/>
            <p:nvPr/>
          </p:nvGrpSpPr>
          <p:grpSpPr>
            <a:xfrm>
              <a:off x="10419080" y="2443988"/>
              <a:ext cx="1437958" cy="384136"/>
              <a:chOff x="10419080" y="2336800"/>
              <a:chExt cx="1437958" cy="384136"/>
            </a:xfrm>
          </p:grpSpPr>
          <p:sp>
            <p:nvSpPr>
              <p:cNvPr id="147" name="Text 29">
                <a:extLst>
                  <a:ext uri="{FF2B5EF4-FFF2-40B4-BE49-F238E27FC236}">
                    <ns2:creationId id="{876EB8E1-824E-911C-F20C-A268E067655F}"/>
                  </a:ext>
                </a:extLst>
              </p:cNvPr>
              <p:cNvSpPr txBox="1"/>
              <p:nvPr/>
            </p:nvSpPr>
            <p:spPr>
              <a:xfrm>
                <a:off x="10419080" y="2437317"/>
                <a:ext cx="1437957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7" name="直線コネクタ 6">
                <a:extLst>
                  <a:ext uri="{FF2B5EF4-FFF2-40B4-BE49-F238E27FC236}">
                    <ns2:creationId id="{BDBD528F-E285-9B6D-B236-0B0A5D7D34DA}"/>
                  </a:ext>
                </a:extLst>
              </p:cNvPr>
              <p:cNvCxnSpPr/>
              <p:nvPr/>
            </p:nvCxnSpPr>
            <p:spPr>
              <a:xfrm>
                <a:off x="11469286" y="2336800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2A78B3C3-4E53-7207-D678-E2FF289CE514}"/>
                </a:ext>
              </a:extLst>
            </p:cNvPr>
            <p:cNvGrpSpPr/>
            <p:nvPr/>
          </p:nvGrpSpPr>
          <p:grpSpPr>
            <a:xfrm>
              <a:off x="9734954" y="3267979"/>
              <a:ext cx="1576513" cy="384136"/>
              <a:chOff x="9734954" y="3267979"/>
              <a:chExt cx="1576513" cy="384136"/>
            </a:xfrm>
          </p:grpSpPr>
          <p:sp>
            <p:nvSpPr>
              <p:cNvPr id="102" name="Text 29">
                <a:extLst>
                  <a:ext uri="{FF2B5EF4-FFF2-40B4-BE49-F238E27FC236}">
                    <ns2:creationId id="{A9E1C4C6-1E98-697D-2217-40CFFBE09127}"/>
                  </a:ext>
                </a:extLst>
              </p:cNvPr>
              <p:cNvSpPr txBox="1"/>
              <p:nvPr/>
            </p:nvSpPr>
            <p:spPr>
              <a:xfrm>
                <a:off x="9734954" y="3368496"/>
                <a:ext cx="1576513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22562932-1619-2F00-A3DB-60E7C5193762}"/>
                  </a:ext>
                </a:extLst>
              </p:cNvPr>
              <p:cNvCxnSpPr/>
              <p:nvPr/>
            </p:nvCxnSpPr>
            <p:spPr>
              <a:xfrm>
                <a:off x="9771617" y="3267979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" name="グループ化 118">
              <a:extLst>
                <a:ext uri="{FF2B5EF4-FFF2-40B4-BE49-F238E27FC236}">
                  <ns2:creationId id="{941B219E-BCDA-3682-B8EB-1494A11CB98C}"/>
                </a:ext>
              </a:extLst>
            </p:cNvPr>
            <p:cNvGrpSpPr/>
            <p:nvPr/>
          </p:nvGrpSpPr>
          <p:grpSpPr>
            <a:xfrm>
              <a:off x="10319230" y="4091965"/>
              <a:ext cx="990196" cy="384136"/>
              <a:chOff x="10319230" y="4091965"/>
              <a:chExt cx="990196" cy="384136"/>
            </a:xfrm>
          </p:grpSpPr>
          <p:sp>
            <p:nvSpPr>
              <p:cNvPr id="114" name="Text 29">
                <a:extLst>
                  <a:ext uri="{FF2B5EF4-FFF2-40B4-BE49-F238E27FC236}">
                    <ns2:creationId id="{B8ED8017-C89D-744C-29FC-2A20AACAF4EF}"/>
                  </a:ext>
                </a:extLst>
              </p:cNvPr>
              <p:cNvSpPr txBox="1"/>
              <p:nvPr/>
            </p:nvSpPr>
            <p:spPr>
              <a:xfrm>
                <a:off x="10319230" y="4192482"/>
                <a:ext cx="990196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5B31E11D-DF77-58D7-FC2F-FE12170304A5}"/>
                  </a:ext>
                </a:extLst>
              </p:cNvPr>
              <p:cNvCxnSpPr/>
              <p:nvPr/>
            </p:nvCxnSpPr>
            <p:spPr>
              <a:xfrm>
                <a:off x="10620452" y="4091965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F292273-4B5A-DDA5-010F-BD9B072425C5}"/>
                </a:ext>
              </a:extLst>
            </p:cNvPr>
            <p:cNvGrpSpPr/>
            <p:nvPr/>
          </p:nvGrpSpPr>
          <p:grpSpPr>
            <a:xfrm>
              <a:off x="9833214" y="4915954"/>
              <a:ext cx="1113392" cy="384136"/>
              <a:chOff x="9833214" y="4915954"/>
              <a:chExt cx="1113392" cy="384136"/>
            </a:xfrm>
          </p:grpSpPr>
          <p:sp>
            <p:nvSpPr>
              <p:cNvPr id="129" name="Text 29">
                <a:extLst>
                  <a:ext uri="{FF2B5EF4-FFF2-40B4-BE49-F238E27FC236}">
                    <ns2:creationId id="{FAC89B15-F6DC-EEBF-AD0D-A547313685EB}"/>
                  </a:ext>
                </a:extLst>
              </p:cNvPr>
              <p:cNvSpPr txBox="1"/>
              <p:nvPr/>
            </p:nvSpPr>
            <p:spPr>
              <a:xfrm>
                <a:off x="9833214" y="5016471"/>
                <a:ext cx="1113392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cxnSp>
            <p:nvCxnSpPr>
              <p:cNvPr id="130" name="直線コネクタ 129">
                <a:extLst>
                  <a:ext uri="{FF2B5EF4-FFF2-40B4-BE49-F238E27FC236}">
                    <ns2:creationId id="{18793876-70F1-74D0-51DE-1C5DF0BAE89F}"/>
                  </a:ext>
                </a:extLst>
              </p:cNvPr>
              <p:cNvCxnSpPr/>
              <p:nvPr/>
            </p:nvCxnSpPr>
            <p:spPr>
              <a:xfrm>
                <a:off x="10196034" y="4915954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グループ化 150">
              <a:extLst>
                <a:ext uri="{FF2B5EF4-FFF2-40B4-BE49-F238E27FC236}">
                  <ns2:creationId id="{5035969C-AF68-A182-CC24-A5F5F6134C01}"/>
                </a:ext>
              </a:extLst>
            </p:cNvPr>
            <p:cNvGrpSpPr/>
            <p:nvPr/>
          </p:nvGrpSpPr>
          <p:grpSpPr>
            <a:xfrm>
              <a:off x="9347201" y="5739951"/>
              <a:ext cx="1384299" cy="384136"/>
              <a:chOff x="9347201" y="5739951"/>
              <a:chExt cx="1384299" cy="384136"/>
            </a:xfrm>
          </p:grpSpPr>
          <p:cxnSp>
            <p:nvCxnSpPr>
              <p:cNvPr id="136" name="直線コネクタ 135">
                <a:extLst>
                  <a:ext uri="{FF2B5EF4-FFF2-40B4-BE49-F238E27FC236}">
                    <ns2:creationId id="{FB0946E1-F808-499F-38DA-B72F156823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7201" y="5739951"/>
                <a:ext cx="1236586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Text 29">
                <a:extLst>
                  <a:ext uri="{FF2B5EF4-FFF2-40B4-BE49-F238E27FC236}">
                    <ns2:creationId id="{D0011D25-9BE7-C6ED-FACA-5A77DA9ABE9D}"/>
                  </a:ext>
                </a:extLst>
              </p:cNvPr>
              <p:cNvSpPr txBox="1"/>
              <p:nvPr/>
            </p:nvSpPr>
            <p:spPr>
              <a:xfrm>
                <a:off x="9347201" y="5840468"/>
                <a:ext cx="1384299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59" name="楕円 158">
              <a:extLst>
                <a:ext uri="{FF2B5EF4-FFF2-40B4-BE49-F238E27FC236}">
                  <ns2:creationId id="{345E7030-D328-4DAF-75CE-F4B05BDA7E5F}"/>
                </a:ext>
              </a:extLst>
            </p:cNvPr>
            <p:cNvSpPr/>
            <p:nvPr/>
          </p:nvSpPr>
          <p:spPr>
            <a:xfrm>
              <a:off x="7233048" y="5651761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254E158D-2B9D-1087-093B-C6726DBA6943}"/>
                </a:ext>
              </a:extLst>
            </p:cNvPr>
            <p:cNvSpPr/>
            <p:nvPr/>
          </p:nvSpPr>
          <p:spPr>
            <a:xfrm>
              <a:off x="6512893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15709ABF-051F-B853-BE56-ADF3214639CD}"/>
                </a:ext>
              </a:extLst>
            </p:cNvPr>
            <p:cNvSpPr/>
            <p:nvPr/>
          </p:nvSpPr>
          <p:spPr>
            <a:xfrm>
              <a:off x="7233047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0E04C45-89F7-611D-A924-64251167B4C4}"/>
                </a:ext>
              </a:extLst>
            </p:cNvPr>
            <p:cNvSpPr/>
            <p:nvPr/>
          </p:nvSpPr>
          <p:spPr>
            <a:xfrm>
              <a:off x="7953200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5" name="楕円 174">
              <a:extLst>
                <a:ext uri="{FF2B5EF4-FFF2-40B4-BE49-F238E27FC236}">
                  <ns2:creationId id="{7C866ABD-C45A-2FC8-1DB6-335757DCE2D5}"/>
                </a:ext>
              </a:extLst>
            </p:cNvPr>
            <p:cNvSpPr/>
            <p:nvPr/>
          </p:nvSpPr>
          <p:spPr>
            <a:xfrm>
              <a:off x="8673354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6" name="楕円 175">
              <a:extLst>
                <a:ext uri="{FF2B5EF4-FFF2-40B4-BE49-F238E27FC236}">
                  <ns2:creationId id="{AFC8F60F-9F0D-CC13-31FD-D0B10C2317EF}"/>
                </a:ext>
              </a:extLst>
            </p:cNvPr>
            <p:cNvSpPr/>
            <p:nvPr/>
          </p:nvSpPr>
          <p:spPr>
            <a:xfrm>
              <a:off x="6512893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7" name="楕円 176">
              <a:extLst>
                <a:ext uri="{FF2B5EF4-FFF2-40B4-BE49-F238E27FC236}">
                  <ns2:creationId id="{B0B19FB6-D224-1AF1-226A-F3CB0E87FCA3}"/>
                </a:ext>
              </a:extLst>
            </p:cNvPr>
            <p:cNvSpPr/>
            <p:nvPr/>
          </p:nvSpPr>
          <p:spPr>
            <a:xfrm>
              <a:off x="7233047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8" name="楕円 177">
              <a:extLst>
                <a:ext uri="{FF2B5EF4-FFF2-40B4-BE49-F238E27FC236}">
                  <ns2:creationId id="{757257AD-DE83-07AB-BDEC-CCD7F4527E05}"/>
                </a:ext>
              </a:extLst>
            </p:cNvPr>
            <p:cNvSpPr/>
            <p:nvPr/>
          </p:nvSpPr>
          <p:spPr>
            <a:xfrm>
              <a:off x="7953200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9" name="楕円 178">
              <a:extLst>
                <a:ext uri="{FF2B5EF4-FFF2-40B4-BE49-F238E27FC236}">
                  <ns2:creationId id="{B49F2498-E7AD-96C3-C5B5-D4A5D6FA0B4D}"/>
                </a:ext>
              </a:extLst>
            </p:cNvPr>
            <p:cNvSpPr/>
            <p:nvPr/>
          </p:nvSpPr>
          <p:spPr>
            <a:xfrm>
              <a:off x="8673354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0" name="楕円 179">
              <a:extLst>
                <a:ext uri="{FF2B5EF4-FFF2-40B4-BE49-F238E27FC236}">
                  <ns2:creationId id="{453B5C00-4385-26DB-7CC0-94F30E316613}"/>
                </a:ext>
              </a:extLst>
            </p:cNvPr>
            <p:cNvSpPr/>
            <p:nvPr/>
          </p:nvSpPr>
          <p:spPr>
            <a:xfrm>
              <a:off x="6512893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1" name="楕円 180">
              <a:extLst>
                <a:ext uri="{FF2B5EF4-FFF2-40B4-BE49-F238E27FC236}">
                  <ns2:creationId id="{21376381-45F8-A2FE-8828-AA53B7073468}"/>
                </a:ext>
              </a:extLst>
            </p:cNvPr>
            <p:cNvSpPr/>
            <p:nvPr/>
          </p:nvSpPr>
          <p:spPr>
            <a:xfrm>
              <a:off x="7233047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2" name="楕円 181">
              <a:extLst>
                <a:ext uri="{FF2B5EF4-FFF2-40B4-BE49-F238E27FC236}">
                  <ns2:creationId id="{E829E65E-7F68-13FC-7EB8-8A1B72407685}"/>
                </a:ext>
              </a:extLst>
            </p:cNvPr>
            <p:cNvSpPr/>
            <p:nvPr/>
          </p:nvSpPr>
          <p:spPr>
            <a:xfrm>
              <a:off x="7953200" y="400377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3" name="楕円 182">
              <a:extLst>
                <a:ext uri="{FF2B5EF4-FFF2-40B4-BE49-F238E27FC236}">
                  <ns2:creationId id="{613F6BC8-E03F-A2B9-3A78-EA44F8EE70A5}"/>
                </a:ext>
              </a:extLst>
            </p:cNvPr>
            <p:cNvSpPr/>
            <p:nvPr/>
          </p:nvSpPr>
          <p:spPr>
            <a:xfrm>
              <a:off x="8673354" y="400377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4" name="楕円 183">
              <a:extLst>
                <a:ext uri="{FF2B5EF4-FFF2-40B4-BE49-F238E27FC236}">
                  <ns2:creationId id="{8583CA24-0972-99F1-DBF8-A4CD947B19CB}"/>
                </a:ext>
              </a:extLst>
            </p:cNvPr>
            <p:cNvSpPr/>
            <p:nvPr/>
          </p:nvSpPr>
          <p:spPr>
            <a:xfrm>
              <a:off x="6512893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5" name="楕円 184">
              <a:extLst>
                <a:ext uri="{FF2B5EF4-FFF2-40B4-BE49-F238E27FC236}">
                  <ns2:creationId id="{BA8BB6AE-3382-26EA-8E94-73B5487F3387}"/>
                </a:ext>
              </a:extLst>
            </p:cNvPr>
            <p:cNvSpPr/>
            <p:nvPr/>
          </p:nvSpPr>
          <p:spPr>
            <a:xfrm>
              <a:off x="7233047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6" name="楕円 185">
              <a:extLst>
                <a:ext uri="{FF2B5EF4-FFF2-40B4-BE49-F238E27FC236}">
                  <ns2:creationId id="{88C34435-27E1-B727-5D52-81DEF5C5220D}"/>
                </a:ext>
              </a:extLst>
            </p:cNvPr>
            <p:cNvSpPr/>
            <p:nvPr/>
          </p:nvSpPr>
          <p:spPr>
            <a:xfrm>
              <a:off x="7953200" y="482776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7" name="楕円 186">
              <a:extLst>
                <a:ext uri="{FF2B5EF4-FFF2-40B4-BE49-F238E27FC236}">
                  <ns2:creationId id="{467A66C0-84F1-0EFF-56DC-FAB82FC99BA9}"/>
                </a:ext>
              </a:extLst>
            </p:cNvPr>
            <p:cNvSpPr/>
            <p:nvPr/>
          </p:nvSpPr>
          <p:spPr>
            <a:xfrm>
              <a:off x="8673354" y="482776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8" name="楕円 187">
              <a:extLst>
                <a:ext uri="{FF2B5EF4-FFF2-40B4-BE49-F238E27FC236}">
                  <ns2:creationId id="{328EC148-11D5-5C55-418C-79D413A5700A}"/>
                </a:ext>
              </a:extLst>
            </p:cNvPr>
            <p:cNvSpPr/>
            <p:nvPr/>
          </p:nvSpPr>
          <p:spPr>
            <a:xfrm>
              <a:off x="8673354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9" name="楕円 188">
              <a:extLst>
                <a:ext uri="{FF2B5EF4-FFF2-40B4-BE49-F238E27FC236}">
                  <ns2:creationId id="{05F5A3DA-A555-6208-2BE1-FA3B934B6A25}"/>
                </a:ext>
              </a:extLst>
            </p:cNvPr>
            <p:cNvSpPr/>
            <p:nvPr/>
          </p:nvSpPr>
          <p:spPr>
            <a:xfrm>
              <a:off x="7953200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90" name="楕円 189">
              <a:extLst>
                <a:ext uri="{FF2B5EF4-FFF2-40B4-BE49-F238E27FC236}">
                  <ns2:creationId id="{F2AD2AF6-AD96-9C5C-AEE4-DF1B491A30F8}"/>
                </a:ext>
              </a:extLst>
            </p:cNvPr>
            <p:cNvSpPr/>
            <p:nvPr/>
          </p:nvSpPr>
          <p:spPr>
            <a:xfrm>
              <a:off x="6512893" y="5651760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cxnSp>
          <p:nvCxnSpPr>
            <p:cNvPr id="191" name="直線コネクタ 190">
              <a:extLst>
                <a:ext uri="{FF2B5EF4-FFF2-40B4-BE49-F238E27FC236}">
                  <ns2:creationId id="{6FCA233E-8C10-F1B9-8821-64CB2C7BE3D9}"/>
                </a:ext>
              </a:extLst>
            </p:cNvPr>
            <p:cNvCxnSpPr/>
            <p:nvPr/>
          </p:nvCxnSpPr>
          <p:spPr>
            <a:xfrm>
              <a:off x="3409829" y="3048051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6EF9070B-03E1-C8F2-DB91-C227F4EEB7C2}"/>
                </a:ext>
              </a:extLst>
            </p:cNvPr>
            <p:cNvCxnSpPr/>
            <p:nvPr/>
          </p:nvCxnSpPr>
          <p:spPr>
            <a:xfrm>
              <a:off x="3409829" y="387204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6CB0D4D-C4B7-8EC7-B020-4CF02EE22B43}"/>
                </a:ext>
              </a:extLst>
            </p:cNvPr>
            <p:cNvCxnSpPr/>
            <p:nvPr/>
          </p:nvCxnSpPr>
          <p:spPr>
            <a:xfrm>
              <a:off x="3409829" y="469603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23DA4A5D-D7E1-29C6-08A9-7B0941CDD9F0}"/>
                </a:ext>
              </a:extLst>
            </p:cNvPr>
            <p:cNvCxnSpPr/>
            <p:nvPr/>
          </p:nvCxnSpPr>
          <p:spPr>
            <a:xfrm>
              <a:off x="3409829" y="552002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D9D1F39D-B8F9-96AE-0B93-4D2052FBAB49}"/>
                </a:ext>
              </a:extLst>
            </p:cNvPr>
            <p:cNvCxnSpPr/>
            <p:nvPr/>
          </p:nvCxnSpPr>
          <p:spPr>
            <a:xfrm>
              <a:off x="6466586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DAE90475-E955-6F26-16F6-A00928CD5F31}"/>
                </a:ext>
              </a:extLst>
            </p:cNvPr>
            <p:cNvCxnSpPr/>
            <p:nvPr/>
          </p:nvCxnSpPr>
          <p:spPr>
            <a:xfrm>
              <a:off x="6466586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0D503C6D-10A7-9DAA-0F0B-DBE71C32C812}"/>
                </a:ext>
              </a:extLst>
            </p:cNvPr>
            <p:cNvCxnSpPr/>
            <p:nvPr/>
          </p:nvCxnSpPr>
          <p:spPr>
            <a:xfrm>
              <a:off x="6466586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971D38B2-E2CC-885C-E8FF-3BB544D16B16}"/>
                </a:ext>
              </a:extLst>
            </p:cNvPr>
            <p:cNvCxnSpPr/>
            <p:nvPr/>
          </p:nvCxnSpPr>
          <p:spPr>
            <a:xfrm>
              <a:off x="6466586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1FB03876-79C8-AA57-F962-34100EDA5540}"/>
                </a:ext>
              </a:extLst>
            </p:cNvPr>
            <p:cNvCxnSpPr/>
            <p:nvPr/>
          </p:nvCxnSpPr>
          <p:spPr>
            <a:xfrm>
              <a:off x="7186740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9D8A7A34-72DD-8182-B5A3-F3B1B59ED349}"/>
                </a:ext>
              </a:extLst>
            </p:cNvPr>
            <p:cNvCxnSpPr/>
            <p:nvPr/>
          </p:nvCxnSpPr>
          <p:spPr>
            <a:xfrm>
              <a:off x="7186740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E89E84B7-3EA6-8D3D-7F62-CDA61F40EB19}"/>
                </a:ext>
              </a:extLst>
            </p:cNvPr>
            <p:cNvCxnSpPr/>
            <p:nvPr/>
          </p:nvCxnSpPr>
          <p:spPr>
            <a:xfrm>
              <a:off x="7186740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99D1CE7E-3284-4F54-8F7C-D82AC7D592AE}"/>
                </a:ext>
              </a:extLst>
            </p:cNvPr>
            <p:cNvCxnSpPr/>
            <p:nvPr/>
          </p:nvCxnSpPr>
          <p:spPr>
            <a:xfrm>
              <a:off x="7186740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19FF637-1BCA-F554-6E40-AB6F0EBBD8D9}"/>
                </a:ext>
              </a:extLst>
            </p:cNvPr>
            <p:cNvCxnSpPr/>
            <p:nvPr/>
          </p:nvCxnSpPr>
          <p:spPr>
            <a:xfrm>
              <a:off x="7906894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498FD929-AF9A-0D75-ECD1-C172DA776AF4}"/>
                </a:ext>
              </a:extLst>
            </p:cNvPr>
            <p:cNvCxnSpPr/>
            <p:nvPr/>
          </p:nvCxnSpPr>
          <p:spPr>
            <a:xfrm>
              <a:off x="7906894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C17BF2CF-2E19-F290-92B6-73B591B25B33}"/>
                </a:ext>
              </a:extLst>
            </p:cNvPr>
            <p:cNvCxnSpPr/>
            <p:nvPr/>
          </p:nvCxnSpPr>
          <p:spPr>
            <a:xfrm>
              <a:off x="7906894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D326DE5-1747-E68E-D55D-CD7B870D3566}"/>
                </a:ext>
              </a:extLst>
            </p:cNvPr>
            <p:cNvCxnSpPr/>
            <p:nvPr/>
          </p:nvCxnSpPr>
          <p:spPr>
            <a:xfrm>
              <a:off x="7906894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66A04592-DC59-F7CC-1047-60DA2ECBB9F5}"/>
                </a:ext>
              </a:extLst>
            </p:cNvPr>
            <p:cNvCxnSpPr/>
            <p:nvPr/>
          </p:nvCxnSpPr>
          <p:spPr>
            <a:xfrm>
              <a:off x="8627047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AA7EC52F-A35C-28BB-E90D-3F90913CADF9}"/>
                </a:ext>
              </a:extLst>
            </p:cNvPr>
            <p:cNvCxnSpPr/>
            <p:nvPr/>
          </p:nvCxnSpPr>
          <p:spPr>
            <a:xfrm>
              <a:off x="8627047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C6E38331-067A-BFC5-701C-0FCB4191D5D9}"/>
                </a:ext>
              </a:extLst>
            </p:cNvPr>
            <p:cNvCxnSpPr/>
            <p:nvPr/>
          </p:nvCxnSpPr>
          <p:spPr>
            <a:xfrm>
              <a:off x="8627047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9BEA431-DC95-1EE4-9CAA-3D158E5C3FE2}"/>
                </a:ext>
              </a:extLst>
            </p:cNvPr>
            <p:cNvCxnSpPr/>
            <p:nvPr/>
          </p:nvCxnSpPr>
          <p:spPr>
            <a:xfrm>
              <a:off x="8627047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193D77B-B316-354B-4B1D-7538DB2E4019}"/>
                </a:ext>
              </a:extLst>
            </p:cNvPr>
            <p:cNvCxnSpPr/>
            <p:nvPr/>
          </p:nvCxnSpPr>
          <p:spPr>
            <a:xfrm>
              <a:off x="9347201" y="3048051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8A2D817F-3E78-074A-EBB0-6F246092E738}"/>
                </a:ext>
              </a:extLst>
            </p:cNvPr>
            <p:cNvCxnSpPr/>
            <p:nvPr/>
          </p:nvCxnSpPr>
          <p:spPr>
            <a:xfrm>
              <a:off x="9347201" y="387204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8D631A93-4A36-1A12-7E46-27E8B3B56623}"/>
                </a:ext>
              </a:extLst>
            </p:cNvPr>
            <p:cNvCxnSpPr/>
            <p:nvPr/>
          </p:nvCxnSpPr>
          <p:spPr>
            <a:xfrm>
              <a:off x="9347201" y="469603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0D10944-DE52-27CD-CFE6-5CBF93156967}"/>
                </a:ext>
              </a:extLst>
            </p:cNvPr>
            <p:cNvCxnSpPr/>
            <p:nvPr/>
          </p:nvCxnSpPr>
          <p:spPr>
            <a:xfrm>
              <a:off x="9347201" y="5520023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48194868"/>
      </p:ext>
    </p:extLst>
  </p:cSld>
  <p:clrMapOvr>
    <a:masterClrMapping/>
  </p:clrMapOvr>
</p:sld>
</file>

<file path=ppt/slides/slide1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2941F7-36B0-EE2A-3E21-76F6B86E8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488E59-6947-57E1-E9B0-9E6CF711D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1A6969D5-1146-1F7D-FB6B-37D0835ABC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 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PL</a:t>
            </a:r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EE1682BE-60CE-95DF-43A8-C534E0132450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5FC189F9-BA20-E9B9-7F46-E562946D5183}"/>
              </a:ext>
            </a:extLst>
          </p:cNvPr>
          <p:cNvGrpSpPr/>
          <p:nvPr/>
        </p:nvGrpSpPr>
        <p:grpSpPr>
          <a:xfrm>
            <a:off x="334963" y="5881682"/>
            <a:ext cx="11511754" cy="427038"/>
            <a:chOff x="334963" y="5881682"/>
            <a:chExt cx="11511754" cy="427038"/>
          </a:xfrm>
        </p:grpSpPr>
        <p:sp>
          <p:nvSpPr>
            <p:cNvPr id="9" name="四角形: 角を丸くする 127">
              <a:extLst>
                <a:ext uri="{FF2B5EF4-FFF2-40B4-BE49-F238E27FC236}">
                  <ns2:creationId id="{D9B1B7AE-4894-E06F-EE36-117AE61E951A}"/>
                </a:ext>
              </a:extLst>
            </p:cNvPr>
            <p:cNvSpPr/>
            <p:nvPr/>
          </p:nvSpPr>
          <p:spPr>
            <a:xfrm>
              <a:off x="334963" y="5881682"/>
              <a:ext cx="1283379" cy="42703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27">
              <a:extLst>
                <a:ext uri="{FF2B5EF4-FFF2-40B4-BE49-F238E27FC236}">
                  <ns2:creationId id="{06010B82-F570-4321-6A3C-435C121A6A25}"/>
                </a:ext>
              </a:extLst>
            </p:cNvPr>
            <p:cNvSpPr/>
            <p:nvPr/>
          </p:nvSpPr>
          <p:spPr>
            <a:xfrm>
              <a:off x="1618343" y="5881682"/>
              <a:ext cx="10228374" cy="42703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BE1646D6-144C-ED16-DE98-D59387CBC5C4}"/>
              </a:ext>
            </a:extLst>
          </p:cNvPr>
          <p:cNvGrpSpPr/>
          <p:nvPr/>
        </p:nvGrpSpPr>
        <p:grpSpPr>
          <a:xfrm>
            <a:off x="334963" y="1631530"/>
            <a:ext cx="11522074" cy="4190880"/>
            <a:chOff x="334963" y="1631530"/>
            <a:chExt cx="11522074" cy="4190880"/>
          </a:xfrm>
        </p:grpSpPr>
        <p:sp>
          <p:nvSpPr>
            <p:cNvPr id="56" name="Text 26">
              <a:extLst>
                <a:ext uri="{FF2B5EF4-FFF2-40B4-BE49-F238E27FC236}">
                  <ns2:creationId id="{1B506E19-180B-BCBB-0194-42EFCB08854E}"/>
                </a:ext>
              </a:extLst>
            </p:cNvPr>
            <p:cNvSpPr txBox="1"/>
            <p:nvPr/>
          </p:nvSpPr>
          <p:spPr>
            <a:xfrm>
              <a:off x="5525744" y="195039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Text 35">
              <a:extLst>
                <a:ext uri="{FF2B5EF4-FFF2-40B4-BE49-F238E27FC236}">
                  <ns2:creationId id="{6CD9FE51-08EA-62A5-A607-9EB413211D0F}"/>
                </a:ext>
              </a:extLst>
            </p:cNvPr>
            <p:cNvSpPr txBox="1"/>
            <p:nvPr/>
          </p:nvSpPr>
          <p:spPr>
            <a:xfrm>
              <a:off x="5525744" y="326646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" name="Text 44">
              <a:extLst>
                <a:ext uri="{FF2B5EF4-FFF2-40B4-BE49-F238E27FC236}">
                  <ns2:creationId id="{71BD27A5-CE79-7F98-6AFA-AFB43EAD5749}"/>
                </a:ext>
              </a:extLst>
            </p:cNvPr>
            <p:cNvSpPr txBox="1"/>
            <p:nvPr/>
          </p:nvSpPr>
          <p:spPr>
            <a:xfrm>
              <a:off x="5525744" y="4582538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50175B2E-3480-1846-CF01-1678705B6983}"/>
                </a:ext>
              </a:extLst>
            </p:cNvPr>
            <p:cNvSpPr/>
            <p:nvPr/>
          </p:nvSpPr>
          <p:spPr>
            <a:xfrm>
              <a:off x="3460824" y="1631530"/>
              <a:ext cx="4143828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フリーフォーム: 図形 7">
              <a:extLst>
                <a:ext uri="{FF2B5EF4-FFF2-40B4-BE49-F238E27FC236}">
                  <ns2:creationId id="{788D2BC0-DE80-A990-FC8D-B312116EF625}"/>
                </a:ext>
              </a:extLst>
            </p:cNvPr>
            <p:cNvSpPr/>
            <p:nvPr/>
          </p:nvSpPr>
          <p:spPr>
            <a:xfrm>
              <a:off x="4165053" y="3266468"/>
              <a:ext cx="2735369" cy="1239871"/>
            </a:xfrm>
            <a:custGeom>
              <a:avLst/>
              <a:gdLst>
                <a:gd name="csX0" fmla="*/ 663455 w 2735369"/>
                <a:gd name="csY0" fmla="*/ 0 h 1239871"/>
                <a:gd name="csX1" fmla="*/ 2071915 w 2735369"/>
                <a:gd name="csY1" fmla="*/ 0 h 1239871"/>
                <a:gd name="csX2" fmla="*/ 2735369 w 2735369"/>
                <a:gd name="csY2" fmla="*/ 1239871 h 1239871"/>
                <a:gd name="csX3" fmla="*/ 0 w 273536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35369" h="1239871">
                  <a:moveTo>
                    <a:pt x="663455" y="0"/>
                  </a:moveTo>
                  <a:lnTo>
                    <a:pt x="2071915" y="0"/>
                  </a:lnTo>
                  <a:lnTo>
                    <a:pt x="273536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BPR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" name="フリーフォーム: 図形 9">
              <a:extLst>
                <a:ext uri="{FF2B5EF4-FFF2-40B4-BE49-F238E27FC236}">
                  <ns2:creationId id="{AA5CEE64-F73D-DBB6-BF6D-5C2432468CB5}"/>
                </a:ext>
              </a:extLst>
            </p:cNvPr>
            <p:cNvSpPr/>
            <p:nvPr/>
          </p:nvSpPr>
          <p:spPr>
            <a:xfrm>
              <a:off x="3460824" y="4582539"/>
              <a:ext cx="4143829" cy="1239871"/>
            </a:xfrm>
            <a:custGeom>
              <a:avLst/>
              <a:gdLst>
                <a:gd name="csX0" fmla="*/ 663456 w 4143829"/>
                <a:gd name="csY0" fmla="*/ 0 h 1239871"/>
                <a:gd name="csX1" fmla="*/ 3480374 w 4143829"/>
                <a:gd name="csY1" fmla="*/ 0 h 1239871"/>
                <a:gd name="csX2" fmla="*/ 4143829 w 4143829"/>
                <a:gd name="csY2" fmla="*/ 1239871 h 1239871"/>
                <a:gd name="csX3" fmla="*/ 0 w 414382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143829" h="1239871">
                  <a:moveTo>
                    <a:pt x="663456" y="0"/>
                  </a:moveTo>
                  <a:lnTo>
                    <a:pt x="3480374" y="0"/>
                  </a:lnTo>
                  <a:lnTo>
                    <a:pt x="414382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" name="フリーフォーム: 図形 5">
              <a:extLst>
                <a:ext uri="{FF2B5EF4-FFF2-40B4-BE49-F238E27FC236}">
                  <ns2:creationId id="{6237A6D3-14AC-BE87-0DE4-CA5680FFFE67}"/>
                </a:ext>
              </a:extLst>
            </p:cNvPr>
            <p:cNvSpPr/>
            <p:nvPr/>
          </p:nvSpPr>
          <p:spPr>
            <a:xfrm>
              <a:off x="4869283" y="1950397"/>
              <a:ext cx="1326910" cy="1239871"/>
            </a:xfrm>
            <a:custGeom>
              <a:avLst/>
              <a:gdLst>
                <a:gd name="csX0" fmla="*/ 663455 w 1326910"/>
                <a:gd name="csY0" fmla="*/ 0 h 1239871"/>
                <a:gd name="csX1" fmla="*/ 1326910 w 1326910"/>
                <a:gd name="csY1" fmla="*/ 1239871 h 1239871"/>
                <a:gd name="csX2" fmla="*/ 0 w 1326910"/>
                <a:gd name="csY2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326910" h="1239871">
                  <a:moveTo>
                    <a:pt x="663455" y="0"/>
                  </a:moveTo>
                  <a:lnTo>
                    <a:pt x="1326910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kumimoji="1" lang="ja-JP" altLang="en-US" sz="16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Shape 18">
              <a:extLst>
                <a:ext uri="{FF2B5EF4-FFF2-40B4-BE49-F238E27FC236}">
                  <ns2:creationId id="{FB6182C2-CD8E-58F8-3F87-75A3FFA1D87E}"/>
                </a:ext>
              </a:extLst>
            </p:cNvPr>
            <p:cNvSpPr/>
            <p:nvPr/>
          </p:nvSpPr>
          <p:spPr>
            <a:xfrm>
              <a:off x="334963" y="1950396"/>
              <a:ext cx="649076" cy="3872013"/>
            </a:xfrm>
            <a:prstGeom prst="upDownArrow">
              <a:avLst/>
            </a:prstGeom>
            <a:gradFill flip="none" rotWithShape="1">
              <a:gsLst>
                <a:gs pos="0">
                  <a:srgbClr val="C5E0B4">
                    <a:alpha val="30000"/>
                  </a:srgbClr>
                </a:gs>
                <a:gs pos="31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16200000" scaled="1"/>
              <a:tileRect/>
            </a:gra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3945BAA-D0D6-C754-F681-3E7205DBE4FF}"/>
                </a:ext>
              </a:extLst>
            </p:cNvPr>
            <p:cNvSpPr/>
            <p:nvPr/>
          </p:nvSpPr>
          <p:spPr>
            <a:xfrm>
              <a:off x="461536" y="222250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B3505CAC-305A-FB95-ECD3-F9732E49908B}"/>
                </a:ext>
              </a:extLst>
            </p:cNvPr>
            <p:cNvSpPr/>
            <p:nvPr/>
          </p:nvSpPr>
          <p:spPr>
            <a:xfrm>
              <a:off x="461536" y="447096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Text 26">
              <a:extLst>
                <a:ext uri="{FF2B5EF4-FFF2-40B4-BE49-F238E27FC236}">
                  <ns2:creationId id="{B9B4AEB1-AA8C-78EA-1C3F-C95E5317ECFD}"/>
                </a:ext>
              </a:extLst>
            </p:cNvPr>
            <p:cNvSpPr txBox="1"/>
            <p:nvPr/>
          </p:nvSpPr>
          <p:spPr>
            <a:xfrm>
              <a:off x="1110611" y="195039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" name="Text 35">
              <a:extLst>
                <a:ext uri="{FF2B5EF4-FFF2-40B4-BE49-F238E27FC236}">
                  <ns2:creationId id="{ED4A8904-4085-74A2-7FA6-05A3C4CD5409}"/>
                </a:ext>
              </a:extLst>
            </p:cNvPr>
            <p:cNvSpPr txBox="1"/>
            <p:nvPr/>
          </p:nvSpPr>
          <p:spPr>
            <a:xfrm>
              <a:off x="1110611" y="326646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4" name="Text 44">
              <a:extLst>
                <a:ext uri="{FF2B5EF4-FFF2-40B4-BE49-F238E27FC236}">
                  <ns2:creationId id="{9E45DA78-A515-ECCC-CD43-D6222BA38C55}"/>
                </a:ext>
              </a:extLst>
            </p:cNvPr>
            <p:cNvSpPr txBox="1"/>
            <p:nvPr/>
          </p:nvSpPr>
          <p:spPr>
            <a:xfrm>
              <a:off x="1110611" y="4582538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400" dirty="0">
                  <a:latin typeface="+mn-ea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0" name="Text 32">
              <a:extLst>
                <a:ext uri="{FF2B5EF4-FFF2-40B4-BE49-F238E27FC236}">
                  <ns2:creationId id="{9A9AE12D-37CC-03C4-A7E1-15B865860C08}"/>
                </a:ext>
              </a:extLst>
            </p:cNvPr>
            <p:cNvSpPr txBox="1"/>
            <p:nvPr/>
          </p:nvSpPr>
          <p:spPr>
            <a:xfrm>
              <a:off x="8015461" y="209043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2" name="Text 32">
              <a:extLst>
                <a:ext uri="{FF2B5EF4-FFF2-40B4-BE49-F238E27FC236}">
                  <ns2:creationId id="{60556E8E-9673-62E7-E933-1A14AB5A6CD4}"/>
                </a:ext>
              </a:extLst>
            </p:cNvPr>
            <p:cNvSpPr txBox="1"/>
            <p:nvPr/>
          </p:nvSpPr>
          <p:spPr>
            <a:xfrm>
              <a:off x="8015461" y="264858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② 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楕円 65">
              <a:extLst>
                <a:ext uri="{FF2B5EF4-FFF2-40B4-BE49-F238E27FC236}">
                  <ns2:creationId id="{E26369A3-5BA5-57C1-B2DD-1CF20D0F4C6B}"/>
                </a:ext>
              </a:extLst>
            </p:cNvPr>
            <p:cNvSpPr/>
            <p:nvPr/>
          </p:nvSpPr>
          <p:spPr>
            <a:xfrm>
              <a:off x="7467553" y="2061045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楕円 66">
              <a:extLst>
                <a:ext uri="{FF2B5EF4-FFF2-40B4-BE49-F238E27FC236}">
                  <ns2:creationId id="{8DF48851-F8A4-400B-3721-22D56DCC6949}"/>
                </a:ext>
              </a:extLst>
            </p:cNvPr>
            <p:cNvSpPr/>
            <p:nvPr/>
          </p:nvSpPr>
          <p:spPr>
            <a:xfrm>
              <a:off x="7467553" y="2619198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Text 32">
              <a:extLst>
                <a:ext uri="{FF2B5EF4-FFF2-40B4-BE49-F238E27FC236}">
                  <ns2:creationId id="{65356F2F-DDE6-39B3-CE21-06FB705ABF08}"/>
                </a:ext>
              </a:extLst>
            </p:cNvPr>
            <p:cNvSpPr txBox="1"/>
            <p:nvPr/>
          </p:nvSpPr>
          <p:spPr>
            <a:xfrm>
              <a:off x="10070821" y="195039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Text 41">
              <a:extLst>
                <a:ext uri="{FF2B5EF4-FFF2-40B4-BE49-F238E27FC236}">
                  <ns2:creationId id="{8A591E90-B649-E3F1-C297-AF4AD4A5846A}"/>
                </a:ext>
              </a:extLst>
            </p:cNvPr>
            <p:cNvSpPr txBox="1"/>
            <p:nvPr/>
          </p:nvSpPr>
          <p:spPr>
            <a:xfrm>
              <a:off x="10070821" y="326646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Text 50">
              <a:extLst>
                <a:ext uri="{FF2B5EF4-FFF2-40B4-BE49-F238E27FC236}">
                  <ns2:creationId id="{1C4F208C-1618-0C99-000A-821AB77616E5}"/>
                </a:ext>
              </a:extLst>
            </p:cNvPr>
            <p:cNvSpPr txBox="1"/>
            <p:nvPr/>
          </p:nvSpPr>
          <p:spPr>
            <a:xfrm>
              <a:off x="10070821" y="4582538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Text 32">
              <a:extLst>
                <a:ext uri="{FF2B5EF4-FFF2-40B4-BE49-F238E27FC236}">
                  <ns2:creationId id="{B1B03DBE-71FB-2064-A626-C1C168FE00EF}"/>
                </a:ext>
              </a:extLst>
            </p:cNvPr>
            <p:cNvSpPr txBox="1"/>
            <p:nvPr/>
          </p:nvSpPr>
          <p:spPr>
            <a:xfrm>
              <a:off x="8015461" y="340650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BPR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Text 32">
              <a:extLst>
                <a:ext uri="{FF2B5EF4-FFF2-40B4-BE49-F238E27FC236}">
                  <ns2:creationId id="{4191FF14-70EB-4BB4-73C8-80ACC90480CD}"/>
                </a:ext>
              </a:extLst>
            </p:cNvPr>
            <p:cNvSpPr txBox="1"/>
            <p:nvPr/>
          </p:nvSpPr>
          <p:spPr>
            <a:xfrm>
              <a:off x="8015461" y="396465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76" name="楕円 75">
              <a:extLst>
                <a:ext uri="{FF2B5EF4-FFF2-40B4-BE49-F238E27FC236}">
                  <ns2:creationId id="{7C1A9A4C-C414-6BA2-79D0-059C6DA92938}"/>
                </a:ext>
              </a:extLst>
            </p:cNvPr>
            <p:cNvSpPr/>
            <p:nvPr/>
          </p:nvSpPr>
          <p:spPr>
            <a:xfrm>
              <a:off x="7467553" y="3377115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楕円 76">
              <a:extLst>
                <a:ext uri="{FF2B5EF4-FFF2-40B4-BE49-F238E27FC236}">
                  <ns2:creationId id="{AD946DDA-F2E6-0F27-BF77-2A9461A85203}"/>
                </a:ext>
              </a:extLst>
            </p:cNvPr>
            <p:cNvSpPr/>
            <p:nvPr/>
          </p:nvSpPr>
          <p:spPr>
            <a:xfrm>
              <a:off x="7467553" y="3935268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Text 32">
              <a:extLst>
                <a:ext uri="{FF2B5EF4-FFF2-40B4-BE49-F238E27FC236}">
                  <ns2:creationId id="{2F0350D9-705F-B0DF-A97F-427713A9C4FA}"/>
                </a:ext>
              </a:extLst>
            </p:cNvPr>
            <p:cNvSpPr txBox="1"/>
            <p:nvPr/>
          </p:nvSpPr>
          <p:spPr>
            <a:xfrm>
              <a:off x="8015461" y="5001652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③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82" name="楕円 81">
              <a:extLst>
                <a:ext uri="{FF2B5EF4-FFF2-40B4-BE49-F238E27FC236}">
                  <ns2:creationId id="{B43A41CC-CD78-07A6-3075-64AADA49DA66}"/>
                </a:ext>
              </a:extLst>
            </p:cNvPr>
            <p:cNvSpPr/>
            <p:nvPr/>
          </p:nvSpPr>
          <p:spPr>
            <a:xfrm>
              <a:off x="7467553" y="4972262"/>
              <a:ext cx="460422" cy="460422"/>
            </a:xfrm>
            <a:prstGeom prst="ellipse">
              <a:avLst/>
            </a:pr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建物 単色塗りつぶし">
              <a:extLst>
                <a:ext uri="{FF2B5EF4-FFF2-40B4-BE49-F238E27FC236}">
                  <ns2:creationId id="{6F85C518-7854-77EE-F97A-9722957804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41432" y="2134925"/>
              <a:ext cx="312662" cy="312662"/>
            </a:xfrm>
            <a:prstGeom prst="rect">
              <a:avLst/>
            </a:prstGeom>
          </p:spPr>
        </p:pic>
        <p:pic>
          <p:nvPicPr>
            <p:cNvPr id="85" name="グラフィックス 84" descr="グループでのブレーンストーミング 単色塗りつぶし">
              <a:extLst>
                <a:ext uri="{FF2B5EF4-FFF2-40B4-BE49-F238E27FC236}">
                  <ns2:creationId id="{C5862C14-374A-38EF-E295-305E4FAAB9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41432" y="2693078"/>
              <a:ext cx="312662" cy="312662"/>
            </a:xfrm>
            <a:prstGeom prst="rect">
              <a:avLst/>
            </a:prstGeom>
          </p:spPr>
        </p:pic>
        <p:pic>
          <p:nvPicPr>
            <p:cNvPr id="86" name="グラフィックス 85" descr="手のひらと植物 単色塗りつぶし">
              <a:extLst>
                <a:ext uri="{FF2B5EF4-FFF2-40B4-BE49-F238E27FC236}">
                  <ns2:creationId id="{1864D0F1-BE14-21D3-5A8F-F2868F6C0F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41432" y="3450995"/>
              <a:ext cx="312662" cy="312662"/>
            </a:xfrm>
            <a:prstGeom prst="rect">
              <a:avLst/>
            </a:prstGeom>
          </p:spPr>
        </p:pic>
        <p:pic>
          <p:nvPicPr>
            <p:cNvPr id="87" name="グラフィックス 86" descr="プログラマー男性 単色塗りつぶし">
              <a:extLst>
                <a:ext uri="{FF2B5EF4-FFF2-40B4-BE49-F238E27FC236}">
                  <ns2:creationId id="{1E00DD3B-AFA7-017D-032B-1866B2E5EB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541432" y="4009147"/>
              <a:ext cx="312662" cy="312662"/>
            </a:xfrm>
            <a:prstGeom prst="rect">
              <a:avLst/>
            </a:prstGeom>
          </p:spPr>
        </p:pic>
        <p:pic>
          <p:nvPicPr>
            <p:cNvPr id="88" name="グラフィックス 87" descr="人工知能 単色塗りつぶし">
              <a:extLst>
                <a:ext uri="{FF2B5EF4-FFF2-40B4-BE49-F238E27FC236}">
                  <ns2:creationId id="{BF807810-7AB9-F2A0-565A-40913FC0C1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541432" y="5046142"/>
              <a:ext cx="312662" cy="31266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98499610"/>
      </p:ext>
    </p:extLst>
  </p:cSld>
  <p:clrMapOvr>
    <a:masterClrMapping/>
  </p:clrMapOvr>
</p:sld>
</file>

<file path=ppt/slides/slide19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87B839-35F4-104B-7B7E-A018833DC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B2860C-74F7-4DC9-7871-B0E1148BB0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7CA5F21-232C-1A55-36E2-0558FF5A3B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90A0078-EE32-6D79-896A-8B0FA5D51DF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6" name="グループ化 85">
            <a:extLst>
              <a:ext uri="{FF2B5EF4-FFF2-40B4-BE49-F238E27FC236}">
                <ns2:creationId id="{8AD593A3-5BC2-F2A8-DFA4-E8FC872C0877}"/>
              </a:ext>
            </a:extLst>
          </p:cNvPr>
          <p:cNvGrpSpPr/>
          <p:nvPr/>
        </p:nvGrpSpPr>
        <p:grpSpPr>
          <a:xfrm>
            <a:off x="334963" y="5572242"/>
            <a:ext cx="8038570" cy="736483"/>
            <a:chOff x="334963" y="5572242"/>
            <a:chExt cx="8038570" cy="736483"/>
          </a:xfrm>
        </p:grpSpPr>
        <p:sp>
          <p:nvSpPr>
            <p:cNvPr id="12" name="Text 17">
              <a:extLst>
                <a:ext uri="{FF2B5EF4-FFF2-40B4-BE49-F238E27FC236}">
                  <ns2:creationId id="{F5FC803D-6BBB-1D3B-85C6-9AD2E4EEE55F}"/>
                </a:ext>
              </a:extLst>
            </p:cNvPr>
            <p:cNvSpPr txBox="1"/>
            <p:nvPr/>
          </p:nvSpPr>
          <p:spPr>
            <a:xfrm>
              <a:off x="334963" y="5686482"/>
              <a:ext cx="8038570" cy="622243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1" rtlCol="0" anchor="ctr" anchorCtr="0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) 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400" dirty="0">
                  <a:latin typeface="+mn-ea"/>
                  <a:cs typeface="Meiryo" pitchFamily="34" charset="-120"/>
                </a:rPr>
              </a:b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5" name="Text 17">
              <a:extLst>
                <a:ext uri="{FF2B5EF4-FFF2-40B4-BE49-F238E27FC236}">
                  <ns2:creationId id="{BBC4D7BA-770F-910F-1E2C-F8A04ABD29A0}"/>
                </a:ext>
              </a:extLst>
            </p:cNvPr>
            <p:cNvSpPr txBox="1"/>
            <p:nvPr/>
          </p:nvSpPr>
          <p:spPr>
            <a:xfrm>
              <a:off x="461329" y="5572242"/>
              <a:ext cx="535621" cy="2284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8EE5FBE5-5AD2-7686-D851-E6691CB1EAAD}"/>
              </a:ext>
            </a:extLst>
          </p:cNvPr>
          <p:cNvGrpSpPr/>
          <p:nvPr/>
        </p:nvGrpSpPr>
        <p:grpSpPr>
          <a:xfrm>
            <a:off x="334963" y="1628775"/>
            <a:ext cx="8038570" cy="3883699"/>
            <a:chOff x="334963" y="1628775"/>
            <a:chExt cx="8038570" cy="3883699"/>
          </a:xfrm>
        </p:grpSpPr>
        <p:sp>
          <p:nvSpPr>
            <p:cNvPr id="12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220734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05150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89565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473981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94A24325-FF68-4301-AF27-E531802A785B}"/>
                </a:ext>
              </a:extLst>
            </p:cNvPr>
            <p:cNvSpPr/>
            <p:nvPr/>
          </p:nvSpPr>
          <p:spPr>
            <a:xfrm>
              <a:off x="334963" y="1628775"/>
              <a:ext cx="8038570" cy="301625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9CEA7978-48AA-F919-E7FA-5EFD7CD8D11A}"/>
                </a:ext>
              </a:extLst>
            </p:cNvPr>
            <p:cNvSpPr/>
            <p:nvPr/>
          </p:nvSpPr>
          <p:spPr>
            <a:xfrm>
              <a:off x="3212654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8CB8B3BD-2989-D31C-9A21-51D5BCAF1BE2}"/>
                </a:ext>
              </a:extLst>
            </p:cNvPr>
            <p:cNvSpPr/>
            <p:nvPr/>
          </p:nvSpPr>
          <p:spPr>
            <a:xfrm>
              <a:off x="7231273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111937D2-51C1-EAF4-C723-C040DE0A6588}"/>
                </a:ext>
              </a:extLst>
            </p:cNvPr>
            <p:cNvSpPr/>
            <p:nvPr/>
          </p:nvSpPr>
          <p:spPr>
            <a:xfrm>
              <a:off x="5473286" y="1989667"/>
              <a:ext cx="63961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Text 16">
              <a:extLst>
                <a:ext uri="{FF2B5EF4-FFF2-40B4-BE49-F238E27FC236}">
                  <ns2:creationId id="{42A8DAE4-D6B3-BB3D-0677-20B1FE15B4A6}"/>
                </a:ext>
              </a:extLst>
            </p:cNvPr>
            <p:cNvSpPr txBox="1"/>
            <p:nvPr/>
          </p:nvSpPr>
          <p:spPr>
            <a:xfrm>
              <a:off x="1290268" y="2709173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" name="Text 16">
              <a:extLst>
                <a:ext uri="{FF2B5EF4-FFF2-40B4-BE49-F238E27FC236}">
                  <ns2:creationId id="{CCEDC581-6394-3BEB-FA29-95DFA8642017}"/>
                </a:ext>
              </a:extLst>
            </p:cNvPr>
            <p:cNvSpPr txBox="1"/>
            <p:nvPr/>
          </p:nvSpPr>
          <p:spPr>
            <a:xfrm>
              <a:off x="1290268" y="355635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" name="Text 16">
              <a:extLst>
                <a:ext uri="{FF2B5EF4-FFF2-40B4-BE49-F238E27FC236}">
                  <ns2:creationId id="{7A8074F1-5F3F-88C2-169A-E8CBC4270DA1}"/>
                </a:ext>
              </a:extLst>
            </p:cNvPr>
            <p:cNvSpPr txBox="1"/>
            <p:nvPr/>
          </p:nvSpPr>
          <p:spPr>
            <a:xfrm>
              <a:off x="1290268" y="4388527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6">
              <a:extLst>
                <a:ext uri="{FF2B5EF4-FFF2-40B4-BE49-F238E27FC236}">
                  <ns2:creationId id="{3563B236-EC99-879B-E5D6-E36C09E5B6CA}"/>
                </a:ext>
              </a:extLst>
            </p:cNvPr>
            <p:cNvSpPr txBox="1"/>
            <p:nvPr/>
          </p:nvSpPr>
          <p:spPr>
            <a:xfrm>
              <a:off x="1290268" y="523852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FR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D3785EAC-2B85-EF08-642C-7BFB39B2C723}"/>
                </a:ext>
              </a:extLst>
            </p:cNvPr>
            <p:cNvSpPr/>
            <p:nvPr/>
          </p:nvSpPr>
          <p:spPr>
            <a:xfrm>
              <a:off x="345285" y="2207345"/>
              <a:ext cx="795052" cy="2460974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782015-42CE-7D23-7EEE-B6E4A3E0EE56}"/>
                </a:ext>
              </a:extLst>
            </p:cNvPr>
            <p:cNvSpPr/>
            <p:nvPr/>
          </p:nvSpPr>
          <p:spPr>
            <a:xfrm>
              <a:off x="345285" y="4739810"/>
              <a:ext cx="795052" cy="772663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A0515880-732B-C3A5-1FA5-16BBC20D6DDA}"/>
                </a:ext>
              </a:extLst>
            </p:cNvPr>
            <p:cNvGrpSpPr/>
            <p:nvPr/>
          </p:nvGrpSpPr>
          <p:grpSpPr>
            <a:xfrm>
              <a:off x="3207498" y="2207345"/>
              <a:ext cx="5166034" cy="772663"/>
              <a:chOff x="3207498" y="2207345"/>
              <a:chExt cx="5166034" cy="772663"/>
            </a:xfrm>
          </p:grpSpPr>
          <p:sp>
            <p:nvSpPr>
              <p:cNvPr id="121" name="正方形/長方形 120">
                <a:extLst>
                  <a:ext uri="{FF2B5EF4-FFF2-40B4-BE49-F238E27FC236}">
                    <ns2:creationId id="{F5747A6D-E909-D56B-F66F-0F279C17CE8E}"/>
                  </a:ext>
                </a:extLst>
              </p:cNvPr>
              <p:cNvSpPr/>
              <p:nvPr/>
            </p:nvSpPr>
            <p:spPr>
              <a:xfrm>
                <a:off x="3207498" y="2424315"/>
                <a:ext cx="151202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5DF26974-0FBF-C46E-805D-50A972D35A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B1A0644F-53DF-8436-CD09-F180DDDEB874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4ED71B6E-5FEC-97D5-5DC0-249C6522BA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AC24688D-7661-C156-A9B9-E6843BBC43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E565794-93FF-C6A9-ED8D-5BFDEEAB1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555204B3-83F3-1AEB-3582-E300ACC792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2A1D919E-E72A-3356-A6D9-C58A0CFD60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正方形/長方形 15">
                <a:extLst>
                  <a:ext uri="{FF2B5EF4-FFF2-40B4-BE49-F238E27FC236}">
                    <ns2:creationId id="{958886B4-224E-0D95-8C93-A615B4EEA515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右大かっこ 18">
                <a:extLst>
                  <a:ext uri="{FF2B5EF4-FFF2-40B4-BE49-F238E27FC236}">
                    <ns2:creationId id="{9DB6C358-FA0C-1850-B8D0-0847F095381F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A36B27A-1413-D698-EAF0-0151FBFD40AC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75D514E4-312C-21CE-DB08-B40C5B283CA0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ns2:creationId id="{217A8028-8870-452E-E964-94150F07B458}"/>
                </a:ext>
              </a:extLst>
            </p:cNvPr>
            <p:cNvGrpSpPr/>
            <p:nvPr/>
          </p:nvGrpSpPr>
          <p:grpSpPr>
            <a:xfrm>
              <a:off x="3207498" y="3051500"/>
              <a:ext cx="5166034" cy="772663"/>
              <a:chOff x="3207498" y="2207345"/>
              <a:chExt cx="5166034" cy="772663"/>
            </a:xfrm>
          </p:grpSpPr>
          <p:cxnSp>
            <p:nvCxnSpPr>
              <p:cNvPr id="29" name="直線コネクタ 28">
                <a:extLst>
                  <a:ext uri="{FF2B5EF4-FFF2-40B4-BE49-F238E27FC236}">
                    <ns2:creationId id="{96471B59-CD48-62C8-FEDB-2B6A79DFD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B5837F72-7A94-2EC3-1E7D-C5AF4F5A40E7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0099BD27-A9B1-0856-E513-8B0D929698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4A9EA095-F55D-CFCB-7046-1D5EBF66A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31A8128C-671D-3C05-55A9-5105263FE4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8328CD95-07C5-CBAB-326F-9EA1EB8429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CEE5BFFD-A7D7-2815-A129-C296D698F3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正方形/長方形 39">
                <a:extLst>
                  <a:ext uri="{FF2B5EF4-FFF2-40B4-BE49-F238E27FC236}">
                    <ns2:creationId id="{5CEC3108-B1A5-93E3-D502-A5C665990B11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右大かっこ 41">
                <a:extLst>
                  <a:ext uri="{FF2B5EF4-FFF2-40B4-BE49-F238E27FC236}">
                    <ns2:creationId id="{B47CDE12-25C6-960E-0147-C670DD4CAFC0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734EAA6F-62E2-02C1-7EA2-D25F025A16EA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77E8B9A-FADF-A7AA-1752-ACD424D11F3D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ns2:creationId id="{B9FA6462-8A7D-3125-F94D-569967C5300C}"/>
                </a:ext>
              </a:extLst>
            </p:cNvPr>
            <p:cNvGrpSpPr/>
            <p:nvPr/>
          </p:nvGrpSpPr>
          <p:grpSpPr>
            <a:xfrm>
              <a:off x="3207498" y="3895655"/>
              <a:ext cx="5166034" cy="772663"/>
              <a:chOff x="3207498" y="3895655"/>
              <a:chExt cx="5166034" cy="772663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E87D169B-A59A-066C-2348-49C9358DBD74}"/>
                  </a:ext>
                </a:extLst>
              </p:cNvPr>
              <p:cNvSpPr/>
              <p:nvPr/>
            </p:nvSpPr>
            <p:spPr>
              <a:xfrm>
                <a:off x="3212652" y="4112622"/>
                <a:ext cx="1024207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8" name="直線コネクタ 47">
                <a:extLst>
                  <a:ext uri="{FF2B5EF4-FFF2-40B4-BE49-F238E27FC236}">
                    <ns2:creationId id="{0BFC1BED-AB1E-5FDC-8263-88BC293F96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A3955CA4-66D4-82B3-6075-66FF13E70834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C112D191-2BDE-4417-6E6C-DB9ABA7694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2FF38956-A97F-30DA-5ECC-079743AC2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D8AC69C-05DE-07A9-A02E-4180572CCB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5D938372-70FC-2C8B-741D-5B1D5C70EA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6DD8CFD3-79B0-79DC-C22F-02BA19B24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C0F3189C-E541-6935-C5D8-A91064D9919B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右大かっこ 59">
                <a:extLst>
                  <a:ext uri="{FF2B5EF4-FFF2-40B4-BE49-F238E27FC236}">
                    <ns2:creationId id="{EDE2A462-2634-AD5E-BBD3-D932B7F0008A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320C2754-C7B4-79F7-BBF0-37B437AB8147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3AF4579F-5FB4-BECA-9600-B648920D3A66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9" name="グループ化 68">
              <a:extLst>
                <a:ext uri="{FF2B5EF4-FFF2-40B4-BE49-F238E27FC236}">
                  <ns2:creationId id="{2D629065-B4A0-FCB7-B5C8-5BF69D664D64}"/>
                </a:ext>
              </a:extLst>
            </p:cNvPr>
            <p:cNvGrpSpPr/>
            <p:nvPr/>
          </p:nvGrpSpPr>
          <p:grpSpPr>
            <a:xfrm>
              <a:off x="3207498" y="4739811"/>
              <a:ext cx="5166034" cy="772663"/>
              <a:chOff x="3207498" y="3895655"/>
              <a:chExt cx="5166034" cy="772663"/>
            </a:xfrm>
          </p:grpSpPr>
          <p:sp>
            <p:nvSpPr>
              <p:cNvPr id="71" name="正方形/長方形 70">
                <a:extLst>
                  <a:ext uri="{FF2B5EF4-FFF2-40B4-BE49-F238E27FC236}">
                    <ns2:creationId id="{36BAC93F-C95A-DCA2-BE86-459800ED9B2C}"/>
                  </a:ext>
                </a:extLst>
              </p:cNvPr>
              <p:cNvSpPr/>
              <p:nvPr/>
            </p:nvSpPr>
            <p:spPr>
              <a:xfrm>
                <a:off x="3212653" y="4112622"/>
                <a:ext cx="504216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561D8C78-406D-768A-6804-8EBB71A18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ns2:creationId id="{8BAB50BC-CCDC-A589-1FAB-BC6CE699A66E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A113CF86-1DCD-C097-798F-A425D9DE2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9FF4122A-7FD3-CB6D-1CA0-3420857D63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EEDD93D3-C97A-E28F-D4BA-E58A7BEF7F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A65031B7-605C-3DA7-D3D2-8DAD82E79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59AC6F99-2B4D-E10C-E989-477CCFDD0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正方形/長方形 81">
                <a:extLst>
                  <a:ext uri="{FF2B5EF4-FFF2-40B4-BE49-F238E27FC236}">
                    <ns2:creationId id="{715CF8C5-9DC6-7044-784D-B85DDC675B4F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右大かっこ 82">
                <a:extLst>
                  <a:ext uri="{FF2B5EF4-FFF2-40B4-BE49-F238E27FC236}">
                    <ns2:creationId id="{80BC2CE7-2FF2-F99A-57FE-020A82313F3F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EC8E076-AC4D-6CB0-FC26-2E6ECEA61452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9A9189E-BF09-A135-8F87-F0476F873A4D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194" name="図 193">
              <a:extLst>
                <a:ext uri="{FF2B5EF4-FFF2-40B4-BE49-F238E27FC236}">
                  <ns2:creationId id="{91656FB2-A11A-6254-0DDB-EA3CEEAD88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00911" y="3300973"/>
              <a:ext cx="390178" cy="256054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D8B3C125-6926-6A7B-1D28-E965C7E026D9}"/>
              </a:ext>
            </a:extLst>
          </p:cNvPr>
          <p:cNvGrpSpPr/>
          <p:nvPr/>
        </p:nvGrpSpPr>
        <p:grpSpPr>
          <a:xfrm>
            <a:off x="8475133" y="1628775"/>
            <a:ext cx="3371583" cy="4679949"/>
            <a:chOff x="8475133" y="1628775"/>
            <a:chExt cx="3371583" cy="4679949"/>
          </a:xfrm>
        </p:grpSpPr>
        <p:sp>
          <p:nvSpPr>
            <p:cNvPr id="17" name="正方形/長方形 16">
              <a:extLst>
                <a:ext uri="{FF2B5EF4-FFF2-40B4-BE49-F238E27FC236}">
                  <ns2:creationId id="{5E237AC2-2E49-866B-B1E2-404B0EA37B2F}"/>
                </a:ext>
              </a:extLst>
            </p:cNvPr>
            <p:cNvSpPr/>
            <p:nvPr/>
          </p:nvSpPr>
          <p:spPr>
            <a:xfrm>
              <a:off x="8475133" y="1628775"/>
              <a:ext cx="3371583" cy="427039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17B3939C-6AA0-2860-E59A-E5CBE91E7FD1}"/>
                </a:ext>
              </a:extLst>
            </p:cNvPr>
            <p:cNvSpPr/>
            <p:nvPr/>
          </p:nvSpPr>
          <p:spPr>
            <a:xfrm>
              <a:off x="8475133" y="2055813"/>
              <a:ext cx="3371583" cy="4252911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53B5D0C6-94DD-C14B-80E3-02DAABF5CE4B}"/>
                </a:ext>
              </a:extLst>
            </p:cNvPr>
            <p:cNvGrpSpPr/>
            <p:nvPr/>
          </p:nvGrpSpPr>
          <p:grpSpPr>
            <a:xfrm>
              <a:off x="8550141" y="5572242"/>
              <a:ext cx="3221566" cy="655523"/>
              <a:chOff x="8550141" y="5572242"/>
              <a:chExt cx="3221566" cy="655523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521D30E4-B167-FF1C-9D0C-1D43ACFC30E7}"/>
                  </a:ext>
                </a:extLst>
              </p:cNvPr>
              <p:cNvSpPr/>
              <p:nvPr/>
            </p:nvSpPr>
            <p:spPr>
              <a:xfrm>
                <a:off x="8550141" y="5572242"/>
                <a:ext cx="979092" cy="655523"/>
              </a:xfrm>
              <a:prstGeom prst="rect">
                <a:avLst/>
              </a:prstGeom>
              <a:solidFill>
                <a:srgbClr val="4CAF6C"/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9BE0A29D-F77D-7B0B-C57E-6B05928835AE}"/>
                  </a:ext>
                </a:extLst>
              </p:cNvPr>
              <p:cNvSpPr/>
              <p:nvPr/>
            </p:nvSpPr>
            <p:spPr>
              <a:xfrm>
                <a:off x="9529233" y="5572242"/>
                <a:ext cx="2242474" cy="655523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5" name="グラフィックス 184" descr="バッジ: チェックマーク 単色塗りつぶし">
                <a:extLst>
                  <a:ext uri="{FF2B5EF4-FFF2-40B4-BE49-F238E27FC236}">
                    <ns2:creationId id="{80664B5E-7E01-D2AC-F9A9-40B4CAB555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600941" y="5734903"/>
                <a:ext cx="330200" cy="330200"/>
              </a:xfrm>
              <a:prstGeom prst="rect">
                <a:avLst/>
              </a:prstGeom>
            </p:spPr>
          </p:pic>
        </p:grpSp>
        <p:grpSp>
          <p:nvGrpSpPr>
            <p:cNvPr id="47" name="グループ化 46">
              <a:extLst>
                <a:ext uri="{FF2B5EF4-FFF2-40B4-BE49-F238E27FC236}">
                  <ns2:creationId id="{6F33B73D-D064-0C60-2469-F00FA38AFB4C}"/>
                </a:ext>
              </a:extLst>
            </p:cNvPr>
            <p:cNvGrpSpPr/>
            <p:nvPr/>
          </p:nvGrpSpPr>
          <p:grpSpPr>
            <a:xfrm>
              <a:off x="8916257" y="2132180"/>
              <a:ext cx="2489334" cy="1417635"/>
              <a:chOff x="8550141" y="2132180"/>
              <a:chExt cx="2489334" cy="1417635"/>
            </a:xfrm>
          </p:grpSpPr>
          <p:sp>
            <p:nvSpPr>
              <p:cNvPr id="188" name="正方形/長方形 187">
                <a:extLst>
                  <a:ext uri="{FF2B5EF4-FFF2-40B4-BE49-F238E27FC236}">
                    <ns2:creationId id="{720D11A3-3292-6E17-33A8-6D3AE5253B90}"/>
                  </a:ext>
                </a:extLst>
              </p:cNvPr>
              <p:cNvSpPr/>
              <p:nvPr/>
            </p:nvSpPr>
            <p:spPr>
              <a:xfrm>
                <a:off x="8550141" y="2132180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1170263F-B268-358F-5176-A988862A14AC}"/>
                  </a:ext>
                </a:extLst>
              </p:cNvPr>
              <p:cNvSpPr/>
              <p:nvPr/>
            </p:nvSpPr>
            <p:spPr>
              <a:xfrm>
                <a:off x="9201326" y="213218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AEBF8658-5701-CEEC-E157-A11D82F80658}"/>
                  </a:ext>
                </a:extLst>
              </p:cNvPr>
              <p:cNvSpPr/>
              <p:nvPr/>
            </p:nvSpPr>
            <p:spPr>
              <a:xfrm>
                <a:off x="8550141" y="2500535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68FF8043-2F01-41BE-CFB4-1ABCC68D7530}"/>
                  </a:ext>
                </a:extLst>
              </p:cNvPr>
              <p:cNvSpPr/>
              <p:nvPr/>
            </p:nvSpPr>
            <p:spPr>
              <a:xfrm>
                <a:off x="8550141" y="2868891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A29D29AE-455C-1236-A113-B37AB5166087}"/>
                  </a:ext>
                </a:extLst>
              </p:cNvPr>
              <p:cNvSpPr/>
              <p:nvPr/>
            </p:nvSpPr>
            <p:spPr>
              <a:xfrm>
                <a:off x="8550141" y="3237246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C81EE4A-ED78-DD67-16FF-379432EF6042}"/>
                  </a:ext>
                </a:extLst>
              </p:cNvPr>
              <p:cNvSpPr/>
              <p:nvPr/>
            </p:nvSpPr>
            <p:spPr>
              <a:xfrm>
                <a:off x="9201326" y="2500535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76F41298-5DEC-D48E-0240-8A1647956EC5}"/>
                  </a:ext>
                </a:extLst>
              </p:cNvPr>
              <p:cNvSpPr/>
              <p:nvPr/>
            </p:nvSpPr>
            <p:spPr>
              <a:xfrm>
                <a:off x="9201326" y="286889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72372E3-3240-54F0-3F35-BCFD589335FC}"/>
                  </a:ext>
                </a:extLst>
              </p:cNvPr>
              <p:cNvSpPr/>
              <p:nvPr/>
            </p:nvSpPr>
            <p:spPr>
              <a:xfrm>
                <a:off x="9201326" y="3237246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99" name="四角形: 角を丸くする 198">
              <a:extLst>
                <a:ext uri="{FF2B5EF4-FFF2-40B4-BE49-F238E27FC236}">
                  <ns2:creationId id="{CA68ED23-1320-0268-94A9-C6F110E0B0CC}"/>
                </a:ext>
              </a:extLst>
            </p:cNvPr>
            <p:cNvSpPr/>
            <p:nvPr/>
          </p:nvSpPr>
          <p:spPr>
            <a:xfrm>
              <a:off x="8550141" y="3706204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02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8550141" y="4052074"/>
              <a:ext cx="1576454" cy="218182"/>
              <a:chOff x="8550141" y="3660536"/>
              <a:chExt cx="3229109" cy="218182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10202795" y="4052074"/>
              <a:ext cx="1576454" cy="218182"/>
              <a:chOff x="8550141" y="3660536"/>
              <a:chExt cx="3229109" cy="218182"/>
            </a:xfrm>
          </p:grpSpPr>
          <p:sp>
            <p:nvSpPr>
              <p:cNvPr id="204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5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Shape 59">
              <a:extLst>
                <a:ext uri="{FF2B5EF4-FFF2-40B4-BE49-F238E27FC236}">
                  <ns2:creationId id="{B67660DF-C6F5-1B43-3442-826566D4C385}"/>
                </a:ext>
              </a:extLst>
            </p:cNvPr>
            <p:cNvSpPr/>
            <p:nvPr/>
          </p:nvSpPr>
          <p:spPr>
            <a:xfrm rot="16200000">
              <a:off x="8442083" y="4917146"/>
              <a:ext cx="889537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" name="Shape 61">
              <a:extLst>
                <a:ext uri="{FF2B5EF4-FFF2-40B4-BE49-F238E27FC236}">
                  <ns2:creationId id="{F9AA0E3D-C117-C2FA-575A-F35822E94D60}"/>
                </a:ext>
              </a:extLst>
            </p:cNvPr>
            <p:cNvSpPr/>
            <p:nvPr/>
          </p:nvSpPr>
          <p:spPr>
            <a:xfrm rot="16200000">
              <a:off x="9024414" y="5047960"/>
              <a:ext cx="627908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" name="Shape 63">
              <a:extLst>
                <a:ext uri="{FF2B5EF4-FFF2-40B4-BE49-F238E27FC236}">
                  <ns2:creationId id="{D5414EB7-DEF3-0BE5-7528-6851C217534B}"/>
                </a:ext>
              </a:extLst>
            </p:cNvPr>
            <p:cNvSpPr/>
            <p:nvPr/>
          </p:nvSpPr>
          <p:spPr>
            <a:xfrm rot="16200000">
              <a:off x="9580581" y="5152610"/>
              <a:ext cx="418606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7" name="直線コネクタ 36">
              <a:extLst>
                <a:ext uri="{FF2B5EF4-FFF2-40B4-BE49-F238E27FC236}">
                  <ns2:creationId id="{C443550E-A1C5-5E4F-26AD-2B6442EADFAA}"/>
                </a:ext>
              </a:extLst>
            </p:cNvPr>
            <p:cNvCxnSpPr/>
            <p:nvPr/>
          </p:nvCxnSpPr>
          <p:spPr>
            <a:xfrm>
              <a:off x="8550141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正方形/長方形 38">
              <a:extLst>
                <a:ext uri="{FF2B5EF4-FFF2-40B4-BE49-F238E27FC236}">
                  <ns2:creationId id="{27BD27EF-67DF-755F-8173-02E01FBCCE13}"/>
                </a:ext>
              </a:extLst>
            </p:cNvPr>
            <p:cNvSpPr/>
            <p:nvPr/>
          </p:nvSpPr>
          <p:spPr>
            <a:xfrm>
              <a:off x="8682055" y="4338050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7424A81-C1D9-5E7E-3F43-E56ED7C06A1F}"/>
                </a:ext>
              </a:extLst>
            </p:cNvPr>
            <p:cNvSpPr/>
            <p:nvPr/>
          </p:nvSpPr>
          <p:spPr>
            <a:xfrm>
              <a:off x="9133571" y="4585224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941D7DF0-3BD6-D7ED-CB3B-1903C72BA165}"/>
                </a:ext>
              </a:extLst>
            </p:cNvPr>
            <p:cNvSpPr/>
            <p:nvPr/>
          </p:nvSpPr>
          <p:spPr>
            <a:xfrm>
              <a:off x="9585087" y="4819227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0" name="グループ化 69">
              <a:extLst>
                <a:ext uri="{FF2B5EF4-FFF2-40B4-BE49-F238E27FC236}">
                  <ns2:creationId id="{6ECC50E9-27F6-95F1-654C-9D49EF4E4264}"/>
                </a:ext>
              </a:extLst>
            </p:cNvPr>
            <p:cNvGrpSpPr/>
            <p:nvPr/>
          </p:nvGrpSpPr>
          <p:grpSpPr>
            <a:xfrm>
              <a:off x="10419746" y="4739810"/>
              <a:ext cx="1142552" cy="741864"/>
              <a:chOff x="10419746" y="4592137"/>
              <a:chExt cx="1142552" cy="889537"/>
            </a:xfrm>
          </p:grpSpPr>
          <p:sp>
            <p:nvSpPr>
              <p:cNvPr id="49" name="Shape 59">
                <a:extLst>
                  <a:ext uri="{FF2B5EF4-FFF2-40B4-BE49-F238E27FC236}">
                    <ns2:creationId id="{B31E129B-BFF8-E5D9-EBDA-8B1D5FD897A8}"/>
                  </a:ext>
                </a:extLst>
              </p:cNvPr>
              <p:cNvSpPr/>
              <p:nvPr/>
            </p:nvSpPr>
            <p:spPr>
              <a:xfrm rot="16200000">
                <a:off x="10094737" y="4917146"/>
                <a:ext cx="889537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Shape 61">
                <a:extLst>
                  <a:ext uri="{FF2B5EF4-FFF2-40B4-BE49-F238E27FC236}">
                    <ns2:creationId id="{C981434C-FB02-D4F8-25CA-D0D2B9B3747F}"/>
                  </a:ext>
                </a:extLst>
              </p:cNvPr>
              <p:cNvSpPr/>
              <p:nvPr/>
            </p:nvSpPr>
            <p:spPr>
              <a:xfrm rot="16200000">
                <a:off x="10677068" y="5047960"/>
                <a:ext cx="627908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3" name="Shape 63">
                <a:extLst>
                  <a:ext uri="{FF2B5EF4-FFF2-40B4-BE49-F238E27FC236}">
                    <ns2:creationId id="{2D80FA07-72D6-D911-8E84-D60D6670DE7D}"/>
                  </a:ext>
                </a:extLst>
              </p:cNvPr>
              <p:cNvSpPr/>
              <p:nvPr/>
            </p:nvSpPr>
            <p:spPr>
              <a:xfrm rot="16200000">
                <a:off x="11233235" y="5152610"/>
                <a:ext cx="418606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cxnSp>
          <p:nvCxnSpPr>
            <p:cNvPr id="55" name="直線コネクタ 54">
              <a:extLst>
                <a:ext uri="{FF2B5EF4-FFF2-40B4-BE49-F238E27FC236}">
                  <ns2:creationId id="{66B68F39-D3B1-F4D2-AB09-87F2137799EB}"/>
                </a:ext>
              </a:extLst>
            </p:cNvPr>
            <p:cNvCxnSpPr/>
            <p:nvPr/>
          </p:nvCxnSpPr>
          <p:spPr>
            <a:xfrm>
              <a:off x="10202795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正方形/長方形 60">
              <a:extLst>
                <a:ext uri="{FF2B5EF4-FFF2-40B4-BE49-F238E27FC236}">
                  <ns2:creationId id="{19FE6AC7-C9F3-F7A2-DEEA-FEB7BD606009}"/>
                </a:ext>
              </a:extLst>
            </p:cNvPr>
            <p:cNvSpPr/>
            <p:nvPr/>
          </p:nvSpPr>
          <p:spPr>
            <a:xfrm>
              <a:off x="10202795" y="4434756"/>
              <a:ext cx="673422" cy="25408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15F59FA-3F7F-C3DA-9FAC-CE78B7C7773D}"/>
                </a:ext>
              </a:extLst>
            </p:cNvPr>
            <p:cNvSpPr/>
            <p:nvPr/>
          </p:nvSpPr>
          <p:spPr>
            <a:xfrm>
              <a:off x="10654311" y="4750131"/>
              <a:ext cx="673422" cy="1381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9BF8CB6E-478B-A69E-752A-9988BF5FA09F}"/>
                </a:ext>
              </a:extLst>
            </p:cNvPr>
            <p:cNvSpPr/>
            <p:nvPr/>
          </p:nvSpPr>
          <p:spPr>
            <a:xfrm>
              <a:off x="11105827" y="4819227"/>
              <a:ext cx="673422" cy="2857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楕円 71">
              <a:extLst>
                <a:ext uri="{FF2B5EF4-FFF2-40B4-BE49-F238E27FC236}">
                  <ns2:creationId id="{E0864B9F-4D68-7D0B-98E2-4B9A1171F6BE}"/>
                </a:ext>
              </a:extLst>
            </p:cNvPr>
            <p:cNvSpPr/>
            <p:nvPr/>
          </p:nvSpPr>
          <p:spPr>
            <a:xfrm>
              <a:off x="11274186" y="3495282"/>
              <a:ext cx="444213" cy="44421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742344116"/>
      </p:ext>
    </p:extLst>
  </p:cSld>
  <p:clrMapOvr>
    <a:masterClrMapping/>
  </p:clrMapOvr>
</p:sld>
</file>

<file path=ppt/slides/slide1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EEBDE8-03CB-0EB9-E9B3-6360ACB5B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BE6A7D-694E-3377-2C62-776FFDE7E4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D1377FAD-9C57-72D0-B6B7-C32BF5786C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3496E5E5-2697-0CF9-3066-11AEFBAA95D2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7" name="グループ化 46">
            <a:extLst>
              <a:ext uri="{FF2B5EF4-FFF2-40B4-BE49-F238E27FC236}">
                <ns2:creationId id="{FA8893EC-8DA5-3231-1E1E-93308387878C}"/>
              </a:ext>
            </a:extLst>
          </p:cNvPr>
          <p:cNvGrpSpPr/>
          <p:nvPr/>
        </p:nvGrpSpPr>
        <p:grpSpPr>
          <a:xfrm>
            <a:off x="334960" y="1628775"/>
            <a:ext cx="5678490" cy="4679950"/>
            <a:chOff x="334960" y="1628775"/>
            <a:chExt cx="5678490" cy="4679950"/>
          </a:xfrm>
        </p:grpSpPr>
        <p:sp>
          <p:nvSpPr>
            <p:cNvPr id="3" name="二等辺三角形 2">
              <a:extLst>
                <a:ext uri="{FF2B5EF4-FFF2-40B4-BE49-F238E27FC236}">
                  <ns2:creationId id="{193E9AE2-322C-CB67-2860-D7426E9AAE42}"/>
                </a:ext>
              </a:extLst>
            </p:cNvPr>
            <p:cNvSpPr/>
            <p:nvPr/>
          </p:nvSpPr>
          <p:spPr>
            <a:xfrm rot="5400000">
              <a:off x="2714335" y="1320713"/>
              <a:ext cx="919738" cy="5678487"/>
            </a:xfrm>
            <a:prstGeom prst="triangle">
              <a:avLst/>
            </a:prstGeom>
            <a:gradFill>
              <a:gsLst>
                <a:gs pos="0">
                  <a:srgbClr val="E5F3EA"/>
                </a:gs>
                <a:gs pos="100000">
                  <a:schemeClr val="accent5">
                    <a:alpha val="40000"/>
                  </a:schemeClr>
                </a:gs>
              </a:gsLst>
              <a:lin ang="162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C3714DE6-7F0A-9775-CD58-3E6045D313F3}"/>
                </a:ext>
              </a:extLst>
            </p:cNvPr>
            <p:cNvSpPr/>
            <p:nvPr/>
          </p:nvSpPr>
          <p:spPr>
            <a:xfrm>
              <a:off x="334963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Text 16">
              <a:extLst>
                <a:ext uri="{FF2B5EF4-FFF2-40B4-BE49-F238E27FC236}">
                  <ns2:creationId id="{785A9D44-5BFB-99D6-6C7C-5591F45894D4}"/>
                </a:ext>
              </a:extLst>
            </p:cNvPr>
            <p:cNvSpPr txBox="1"/>
            <p:nvPr/>
          </p:nvSpPr>
          <p:spPr>
            <a:xfrm>
              <a:off x="1792514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22C2D4EE-567E-53F1-455D-5086EBB9E310}"/>
                </a:ext>
              </a:extLst>
            </p:cNvPr>
            <p:cNvGrpSpPr/>
            <p:nvPr/>
          </p:nvGrpSpPr>
          <p:grpSpPr>
            <a:xfrm>
              <a:off x="334963" y="2018746"/>
              <a:ext cx="5678487" cy="285785"/>
              <a:chOff x="334963" y="2147327"/>
              <a:chExt cx="5678487" cy="363644"/>
            </a:xfrm>
          </p:grpSpPr>
          <p:sp>
            <p:nvSpPr>
              <p:cNvPr id="68" name="Text 16">
                <a:extLst>
                  <a:ext uri="{FF2B5EF4-FFF2-40B4-BE49-F238E27FC236}">
                    <ns2:creationId id="{80DAF595-B1D5-69D7-CC08-791F4D0FB9F9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87" name="Text 16">
                <a:extLst>
                  <a:ext uri="{FF2B5EF4-FFF2-40B4-BE49-F238E27FC236}">
                    <ns2:creationId id="{1265C56F-FA33-908C-1CC1-119A21E312E3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220936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PM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3" name="四角形: 角を丸くする 92">
              <a:extLst>
                <a:ext uri="{FF2B5EF4-FFF2-40B4-BE49-F238E27FC236}">
                  <ns2:creationId id="{F9A69631-875E-3963-4171-1AAC1DF39D26}"/>
                </a:ext>
              </a:extLst>
            </p:cNvPr>
            <p:cNvSpPr/>
            <p:nvPr/>
          </p:nvSpPr>
          <p:spPr>
            <a:xfrm>
              <a:off x="1559652" y="3381206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Text 16">
              <a:extLst>
                <a:ext uri="{FF2B5EF4-FFF2-40B4-BE49-F238E27FC236}">
                  <ns2:creationId id="{BF9BF137-C22F-FE10-CC4A-1E777D2ED592}"/>
                </a:ext>
              </a:extLst>
            </p:cNvPr>
            <p:cNvSpPr txBox="1"/>
            <p:nvPr/>
          </p:nvSpPr>
          <p:spPr>
            <a:xfrm>
              <a:off x="334963" y="4681062"/>
              <a:ext cx="5678487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grpSp>
          <p:nvGrpSpPr>
            <p:cNvPr id="150" name="グループ化 149">
              <a:extLst>
                <a:ext uri="{FF2B5EF4-FFF2-40B4-BE49-F238E27FC236}">
                  <ns2:creationId id="{34CE17CA-15C8-CAC8-9694-04D4624FA517}"/>
                </a:ext>
              </a:extLst>
            </p:cNvPr>
            <p:cNvGrpSpPr/>
            <p:nvPr/>
          </p:nvGrpSpPr>
          <p:grpSpPr>
            <a:xfrm>
              <a:off x="421718" y="2358979"/>
              <a:ext cx="5504975" cy="900728"/>
              <a:chOff x="421718" y="2577908"/>
              <a:chExt cx="5504975" cy="900728"/>
            </a:xfrm>
          </p:grpSpPr>
          <p:sp>
            <p:nvSpPr>
              <p:cNvPr id="130" name="Shape 13">
                <a:extLst>
                  <a:ext uri="{FF2B5EF4-FFF2-40B4-BE49-F238E27FC236}">
                    <ns2:creationId id="{4834EB6E-5F05-CA8E-E0BE-80C3900EC9D5}"/>
                  </a:ext>
                </a:extLst>
              </p:cNvPr>
              <p:cNvSpPr/>
              <p:nvPr/>
            </p:nvSpPr>
            <p:spPr>
              <a:xfrm>
                <a:off x="421718" y="2641666"/>
                <a:ext cx="2385489" cy="38404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1" name="Shape 16">
                <a:extLst>
                  <a:ext uri="{FF2B5EF4-FFF2-40B4-BE49-F238E27FC236}">
                    <ns2:creationId id="{0AF30DB2-2008-8244-6554-E6384369A270}"/>
                  </a:ext>
                </a:extLst>
              </p:cNvPr>
              <p:cNvSpPr/>
              <p:nvPr/>
            </p:nvSpPr>
            <p:spPr>
              <a:xfrm>
                <a:off x="2807207" y="2641666"/>
                <a:ext cx="1467993" cy="38404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2" name="Shape 19">
                <a:extLst>
                  <a:ext uri="{FF2B5EF4-FFF2-40B4-BE49-F238E27FC236}">
                    <ns2:creationId id="{AE19782F-7391-40B3-1272-915E7F318331}"/>
                  </a:ext>
                </a:extLst>
              </p:cNvPr>
              <p:cNvSpPr/>
              <p:nvPr/>
            </p:nvSpPr>
            <p:spPr>
              <a:xfrm>
                <a:off x="4275201" y="2641666"/>
                <a:ext cx="1651492" cy="384048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5" name="Text 15">
                <a:extLst>
                  <a:ext uri="{FF2B5EF4-FFF2-40B4-BE49-F238E27FC236}">
                    <ns2:creationId id="{651D59FF-425A-551B-EB66-0C70AAE2D5F3}"/>
                  </a:ext>
                </a:extLst>
              </p:cNvPr>
              <p:cNvSpPr txBox="1"/>
              <p:nvPr/>
            </p:nvSpPr>
            <p:spPr>
              <a:xfrm>
                <a:off x="421719" y="3086489"/>
                <a:ext cx="2385488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6" name="Text 18">
                <a:extLst>
                  <a:ext uri="{FF2B5EF4-FFF2-40B4-BE49-F238E27FC236}">
                    <ns2:creationId id="{AB225741-F4EB-EEBF-1AB0-3B4E12EA5CC0}"/>
                  </a:ext>
                </a:extLst>
              </p:cNvPr>
              <p:cNvSpPr txBox="1"/>
              <p:nvPr/>
            </p:nvSpPr>
            <p:spPr>
              <a:xfrm>
                <a:off x="2807207" y="3086489"/>
                <a:ext cx="1467993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7" name="Text 21">
                <a:extLst>
                  <a:ext uri="{FF2B5EF4-FFF2-40B4-BE49-F238E27FC236}">
                    <ns2:creationId id="{8A070A6D-789E-D941-C022-05D6F37CEADC}"/>
                  </a:ext>
                </a:extLst>
              </p:cNvPr>
              <p:cNvSpPr txBox="1"/>
              <p:nvPr/>
            </p:nvSpPr>
            <p:spPr>
              <a:xfrm>
                <a:off x="4275201" y="3086489"/>
                <a:ext cx="1651491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49" name="グループ化 148">
                <a:extLst>
                  <a:ext uri="{FF2B5EF4-FFF2-40B4-BE49-F238E27FC236}">
                    <ns2:creationId id="{3DC7EC09-8278-9A82-1026-CF749D371596}"/>
                  </a:ext>
                </a:extLst>
              </p:cNvPr>
              <p:cNvGrpSpPr/>
              <p:nvPr/>
            </p:nvGrpSpPr>
            <p:grpSpPr>
              <a:xfrm>
                <a:off x="421718" y="2577908"/>
                <a:ext cx="5504974" cy="900728"/>
                <a:chOff x="421718" y="2577908"/>
                <a:chExt cx="5504974" cy="511564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85634E3E-7ED2-8C17-F92A-FAD21266C4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6692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618D4DF7-53CE-4F46-1A61-C586AED720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21718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46" name="直線コネクタ 145">
                <a:extLst>
                  <a:ext uri="{FF2B5EF4-FFF2-40B4-BE49-F238E27FC236}">
                    <ns2:creationId id="{D3054002-1559-C8D8-58D8-B50376783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07207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4AD9D4C7-645B-7D66-9038-03B6F77464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5200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34963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94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1773634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ja-JP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195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212305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96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4650976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0DDB3BFF-AF65-0624-E257-BF0831A80E1F}"/>
                </a:ext>
              </a:extLst>
            </p:cNvPr>
            <p:cNvGrpSpPr/>
            <p:nvPr/>
          </p:nvGrpSpPr>
          <p:grpSpPr>
            <a:xfrm>
              <a:off x="334963" y="4977860"/>
              <a:ext cx="5678484" cy="1330865"/>
              <a:chOff x="334963" y="4977860"/>
              <a:chExt cx="5678484" cy="1330865"/>
            </a:xfrm>
          </p:grpSpPr>
          <p:sp>
            <p:nvSpPr>
              <p:cNvPr id="151" name="正方形/長方形 150">
                <a:extLst>
                  <a:ext uri="{FF2B5EF4-FFF2-40B4-BE49-F238E27FC236}">
                    <ns2:creationId id="{4A920663-BA14-0867-44C3-7A585541E4F0}"/>
                  </a:ext>
                </a:extLst>
              </p:cNvPr>
              <p:cNvSpPr/>
              <p:nvPr/>
            </p:nvSpPr>
            <p:spPr>
              <a:xfrm>
                <a:off x="334963" y="4977862"/>
                <a:ext cx="795337" cy="1330863"/>
              </a:xfrm>
              <a:prstGeom prst="rect">
                <a:avLst/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4977860"/>
                <a:ext cx="1287020" cy="4212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432692"/>
                <a:ext cx="1287020" cy="421200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887524"/>
                <a:ext cx="1287020" cy="4212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B4867C2-F4B9-ECB5-8A2F-6567542F577E}"/>
                  </a:ext>
                </a:extLst>
              </p:cNvPr>
              <p:cNvSpPr/>
              <p:nvPr/>
            </p:nvSpPr>
            <p:spPr>
              <a:xfrm>
                <a:off x="3005667" y="4977860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3">
                <a:extLst>
                  <a:ext uri="{FF2B5EF4-FFF2-40B4-BE49-F238E27FC236}">
                    <ns2:creationId id="{D4567588-3035-4BA7-B95B-F98A18D0F47C}"/>
                  </a:ext>
                </a:extLst>
              </p:cNvPr>
              <p:cNvSpPr/>
              <p:nvPr/>
            </p:nvSpPr>
            <p:spPr>
              <a:xfrm>
                <a:off x="3005667" y="5432692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3">
                <a:extLst>
                  <a:ext uri="{FF2B5EF4-FFF2-40B4-BE49-F238E27FC236}">
                    <ns2:creationId id="{A79E63B1-4E52-AEFC-0041-389666EC8526}"/>
                  </a:ext>
                </a:extLst>
              </p:cNvPr>
              <p:cNvSpPr/>
              <p:nvPr/>
            </p:nvSpPr>
            <p:spPr>
              <a:xfrm>
                <a:off x="3005667" y="5887524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楕円 54">
                <a:extLst>
                  <a:ext uri="{FF2B5EF4-FFF2-40B4-BE49-F238E27FC236}">
                    <ns2:creationId id="{53070B85-62B2-FE85-6FCE-BD1C1166A2EC}"/>
                  </a:ext>
                </a:extLst>
              </p:cNvPr>
              <p:cNvSpPr/>
              <p:nvPr/>
            </p:nvSpPr>
            <p:spPr>
              <a:xfrm>
                <a:off x="1429041" y="5003039"/>
                <a:ext cx="370841" cy="370841"/>
              </a:xfrm>
              <a:prstGeom prst="ellipse">
                <a:avLst/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57" name="グラフィックス 56" descr="山形の矢印 単色塗りつぶし">
                <a:extLst>
                  <a:ext uri="{FF2B5EF4-FFF2-40B4-BE49-F238E27FC236}">
                    <ns2:creationId id="{CEAD0197-D93A-37C8-E1EF-CE0309217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497040" y="5071038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0" name="楕円 59">
                <a:extLst>
                  <a:ext uri="{FF2B5EF4-FFF2-40B4-BE49-F238E27FC236}">
                    <ns2:creationId id="{097BE8C3-F611-DCF6-88C3-17B67C39871A}"/>
                  </a:ext>
                </a:extLst>
              </p:cNvPr>
              <p:cNvSpPr/>
              <p:nvPr/>
            </p:nvSpPr>
            <p:spPr>
              <a:xfrm>
                <a:off x="1429041" y="5457871"/>
                <a:ext cx="370841" cy="37084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1" name="グラフィックス 60" descr="左矢印付きの円 単色塗りつぶし">
                <a:extLst>
                  <a:ext uri="{FF2B5EF4-FFF2-40B4-BE49-F238E27FC236}">
                    <ns2:creationId id="{D1C265CB-8812-8130-C8DB-51EC171DF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 flipH="1">
                <a:off x="1497040" y="5525870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3" name="楕円 62">
                <a:extLst>
                  <a:ext uri="{FF2B5EF4-FFF2-40B4-BE49-F238E27FC236}">
                    <ns2:creationId id="{4551E930-F618-4605-D35C-0459A6465FE3}"/>
                  </a:ext>
                </a:extLst>
              </p:cNvPr>
              <p:cNvSpPr/>
              <p:nvPr/>
            </p:nvSpPr>
            <p:spPr>
              <a:xfrm>
                <a:off x="1429041" y="5912703"/>
                <a:ext cx="370841" cy="37084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4" name="グラフィックス 63" descr="停止 単色塗りつぶし">
                <a:extLst>
                  <a:ext uri="{FF2B5EF4-FFF2-40B4-BE49-F238E27FC236}">
                    <ns2:creationId id="{4748C629-B7B1-DA24-827A-CC75A3CA36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497040" y="5980702"/>
                <a:ext cx="234842" cy="234842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3724E9A7-2931-25D4-6922-B86DBF9459F0}"/>
                  </a:ext>
                </a:extLst>
              </p:cNvPr>
              <p:cNvSpPr/>
              <p:nvPr/>
            </p:nvSpPr>
            <p:spPr>
              <a:xfrm>
                <a:off x="4915462" y="4977860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 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3">
                <a:extLst>
                  <a:ext uri="{FF2B5EF4-FFF2-40B4-BE49-F238E27FC236}">
                    <ns2:creationId id="{B2E08BD4-62DE-EDE2-D6E5-C22B20D67C6F}"/>
                  </a:ext>
                </a:extLst>
              </p:cNvPr>
              <p:cNvSpPr/>
              <p:nvPr/>
            </p:nvSpPr>
            <p:spPr>
              <a:xfrm>
                <a:off x="4915462" y="5432692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zh-TW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4" name="正方形/長方形 3">
                <a:extLst>
                  <a:ext uri="{FF2B5EF4-FFF2-40B4-BE49-F238E27FC236}">
                    <ns2:creationId id="{592E0526-112C-9652-119B-1A0571464FFD}"/>
                  </a:ext>
                </a:extLst>
              </p:cNvPr>
              <p:cNvSpPr/>
              <p:nvPr/>
            </p:nvSpPr>
            <p:spPr>
              <a:xfrm>
                <a:off x="4915462" y="5887524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5" name="直線コネクタ 74">
                <a:extLst>
                  <a:ext uri="{FF2B5EF4-FFF2-40B4-BE49-F238E27FC236}">
                    <ns2:creationId id="{AC012165-8F79-5E96-FF5E-7AD7EC997D19}"/>
                  </a:ext>
                </a:extLst>
              </p:cNvPr>
              <p:cNvCxnSpPr>
                <a:cxnSpLocks/>
                <a:stCxn id="60" idx="2"/>
                <a:endCxn id="151" idx="3"/>
              </p:cNvCxnSpPr>
              <p:nvPr/>
            </p:nvCxnSpPr>
            <p:spPr>
              <a:xfrm flipH="1">
                <a:off x="1130300" y="5643292"/>
                <a:ext cx="298741" cy="2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5" name="グループ化 84">
                <a:extLst>
                  <a:ext uri="{FF2B5EF4-FFF2-40B4-BE49-F238E27FC236}">
                    <ns2:creationId id="{1970D51D-48DD-721E-255E-2B15D59BAAF4}"/>
                  </a:ext>
                </a:extLst>
              </p:cNvPr>
              <p:cNvGrpSpPr/>
              <p:nvPr/>
            </p:nvGrpSpPr>
            <p:grpSpPr>
              <a:xfrm>
                <a:off x="1130300" y="5188460"/>
                <a:ext cx="298741" cy="191544"/>
                <a:chOff x="1130300" y="5188460"/>
                <a:chExt cx="298741" cy="191544"/>
              </a:xfrm>
            </p:grpSpPr>
            <p:cxnSp>
              <p:nvCxnSpPr>
                <p:cNvPr id="78" name="直線コネクタ 77">
                  <a:extLst>
                    <a:ext uri="{FF2B5EF4-FFF2-40B4-BE49-F238E27FC236}">
                      <ns2:creationId id="{E1A7F2F9-37F3-BF43-53CD-D667BF79B8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30300" y="5188460"/>
                  <a:ext cx="144803" cy="1915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259C176C-612A-E498-FB1B-3A82DC3F08FC}"/>
                    </a:ext>
                  </a:extLst>
                </p:cNvPr>
                <p:cNvCxnSpPr>
                  <a:cxnSpLocks/>
                  <a:stCxn id="55" idx="2"/>
                </p:cNvCxnSpPr>
                <p:nvPr/>
              </p:nvCxnSpPr>
              <p:spPr>
                <a:xfrm flipH="1">
                  <a:off x="1275103" y="5188460"/>
                  <a:ext cx="15393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2" name="直線コネクタ 91">
                <a:extLst>
                  <a:ext uri="{FF2B5EF4-FFF2-40B4-BE49-F238E27FC236}">
                    <ns2:creationId id="{37168333-C61C-49E1-B8C7-58C9636B7D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130300" y="5906580"/>
                <a:ext cx="144803" cy="191544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C4C00BAC-032D-C225-E2CA-778513C33485}"/>
                  </a:ext>
                </a:extLst>
              </p:cNvPr>
              <p:cNvCxnSpPr>
                <a:cxnSpLocks/>
                <a:stCxn id="63" idx="2"/>
              </p:cNvCxnSpPr>
              <p:nvPr/>
            </p:nvCxnSpPr>
            <p:spPr>
              <a:xfrm flipH="1" flipV="1">
                <a:off x="1275103" y="6098123"/>
                <a:ext cx="153938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" name="グループ化 44">
            <a:extLst>
              <a:ext uri="{FF2B5EF4-FFF2-40B4-BE49-F238E27FC236}">
                <ns2:creationId id="{A5CD27A0-E957-ACCA-FAA5-18F996C5CC4F}"/>
              </a:ext>
            </a:extLst>
          </p:cNvPr>
          <p:cNvGrpSpPr/>
          <p:nvPr/>
        </p:nvGrpSpPr>
        <p:grpSpPr>
          <a:xfrm>
            <a:off x="6184021" y="1628775"/>
            <a:ext cx="5683714" cy="4682309"/>
            <a:chOff x="6184021" y="1628775"/>
            <a:chExt cx="5683714" cy="4682309"/>
          </a:xfrm>
        </p:grpSpPr>
        <p:sp>
          <p:nvSpPr>
            <p:cNvPr id="35" name="正方形/長方形 34">
              <a:extLst>
                <a:ext uri="{FF2B5EF4-FFF2-40B4-BE49-F238E27FC236}">
                  <ns2:creationId id="{77D31036-B1A4-E778-9227-0AC4B59E1AB6}"/>
                </a:ext>
              </a:extLst>
            </p:cNvPr>
            <p:cNvSpPr/>
            <p:nvPr/>
          </p:nvSpPr>
          <p:spPr>
            <a:xfrm>
              <a:off x="6189248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Text 16">
              <a:extLst>
                <a:ext uri="{FF2B5EF4-FFF2-40B4-BE49-F238E27FC236}">
                  <ns2:creationId id="{DCBBBA2A-92FE-ABB5-3DFD-DC1B6AE9A50D}"/>
                </a:ext>
              </a:extLst>
            </p:cNvPr>
            <p:cNvSpPr txBox="1"/>
            <p:nvPr/>
          </p:nvSpPr>
          <p:spPr>
            <a:xfrm>
              <a:off x="7603256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0D090FDA-CC20-3E87-AF3E-1B34B1D4A22A}"/>
                </a:ext>
              </a:extLst>
            </p:cNvPr>
            <p:cNvGrpSpPr/>
            <p:nvPr/>
          </p:nvGrpSpPr>
          <p:grpSpPr>
            <a:xfrm>
              <a:off x="6265239" y="2018746"/>
              <a:ext cx="5526503" cy="285785"/>
              <a:chOff x="334963" y="2147327"/>
              <a:chExt cx="5526503" cy="363644"/>
            </a:xfrm>
          </p:grpSpPr>
          <p:sp>
            <p:nvSpPr>
              <p:cNvPr id="90" name="Text 16">
                <a:extLst>
                  <a:ext uri="{FF2B5EF4-FFF2-40B4-BE49-F238E27FC236}">
                    <ns2:creationId id="{5A8FCD7A-9FED-4506-0339-A0F34440C620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91" name="Text 16">
                <a:extLst>
                  <a:ext uri="{FF2B5EF4-FFF2-40B4-BE49-F238E27FC236}">
                    <ns2:creationId id="{DEDFF734-67C9-3FD1-C8FC-369654FE2C46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068952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8" name="Text 16">
              <a:extLst>
                <a:ext uri="{FF2B5EF4-FFF2-40B4-BE49-F238E27FC236}">
                  <ns2:creationId id="{9053A975-3FAD-0153-DE81-EFA3F0966BF4}"/>
                </a:ext>
              </a:extLst>
            </p:cNvPr>
            <p:cNvSpPr txBox="1"/>
            <p:nvPr/>
          </p:nvSpPr>
          <p:spPr>
            <a:xfrm>
              <a:off x="6189247" y="4681061"/>
              <a:ext cx="5667791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39" name="Shape 13">
              <a:extLst>
                <a:ext uri="{FF2B5EF4-FFF2-40B4-BE49-F238E27FC236}">
                  <ns2:creationId id="{CDBD92A7-EC8E-73C4-5C98-3EB64833F994}"/>
                </a:ext>
              </a:extLst>
            </p:cNvPr>
            <p:cNvSpPr/>
            <p:nvPr/>
          </p:nvSpPr>
          <p:spPr>
            <a:xfrm>
              <a:off x="6276004" y="2422737"/>
              <a:ext cx="2045996" cy="38404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0" name="Shape 16">
              <a:extLst>
                <a:ext uri="{FF2B5EF4-FFF2-40B4-BE49-F238E27FC236}">
                  <ns2:creationId id="{2FC11836-5295-D199-A8A7-F64EC287C48C}"/>
                </a:ext>
              </a:extLst>
            </p:cNvPr>
            <p:cNvSpPr/>
            <p:nvPr/>
          </p:nvSpPr>
          <p:spPr>
            <a:xfrm>
              <a:off x="8322000" y="2422737"/>
              <a:ext cx="1383592" cy="384048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1" name="Shape 19">
              <a:extLst>
                <a:ext uri="{FF2B5EF4-FFF2-40B4-BE49-F238E27FC236}">
                  <ns2:creationId id="{214A1B9A-8A59-5E78-560A-0A90009A25C1}"/>
                </a:ext>
              </a:extLst>
            </p:cNvPr>
            <p:cNvSpPr/>
            <p:nvPr/>
          </p:nvSpPr>
          <p:spPr>
            <a:xfrm>
              <a:off x="11089182" y="2422737"/>
              <a:ext cx="691796" cy="38404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2" name="Text 15">
              <a:extLst>
                <a:ext uri="{FF2B5EF4-FFF2-40B4-BE49-F238E27FC236}">
                  <ns2:creationId id="{13CAC133-5253-A1BF-BBE0-1C659D523AC9}"/>
                </a:ext>
              </a:extLst>
            </p:cNvPr>
            <p:cNvSpPr txBox="1"/>
            <p:nvPr/>
          </p:nvSpPr>
          <p:spPr>
            <a:xfrm>
              <a:off x="6276004" y="2867560"/>
              <a:ext cx="2045995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sp>
          <p:nvSpPr>
            <p:cNvPr id="143" name="Text 18">
              <a:extLst>
                <a:ext uri="{FF2B5EF4-FFF2-40B4-BE49-F238E27FC236}">
                  <ns2:creationId id="{9ED46731-CA33-D9DD-8E0D-A59853880716}"/>
                </a:ext>
              </a:extLst>
            </p:cNvPr>
            <p:cNvSpPr txBox="1"/>
            <p:nvPr/>
          </p:nvSpPr>
          <p:spPr>
            <a:xfrm>
              <a:off x="8321999" y="2867560"/>
              <a:ext cx="1383592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grpSp>
          <p:nvGrpSpPr>
            <p:cNvPr id="147" name="グループ化 146">
              <a:extLst>
                <a:ext uri="{FF2B5EF4-FFF2-40B4-BE49-F238E27FC236}">
                  <ns2:creationId id="{FC39E572-7E9F-43A2-A134-4EC56C5F1EEF}"/>
                </a:ext>
              </a:extLst>
            </p:cNvPr>
            <p:cNvGrpSpPr/>
            <p:nvPr/>
          </p:nvGrpSpPr>
          <p:grpSpPr>
            <a:xfrm>
              <a:off x="6276003" y="2358979"/>
              <a:ext cx="5504974" cy="900728"/>
              <a:chOff x="421718" y="2577908"/>
              <a:chExt cx="5504974" cy="511564"/>
            </a:xfrm>
          </p:grpSpPr>
          <p:cxnSp>
            <p:nvCxnSpPr>
              <p:cNvPr id="154" name="直線コネクタ 153">
                <a:extLst>
                  <a:ext uri="{FF2B5EF4-FFF2-40B4-BE49-F238E27FC236}">
                    <ns2:creationId id="{E4F688DE-7E3C-7536-744A-4917CE414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26692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2A520C87-FD99-92DC-21E5-D307BD5DE0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1718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2" name="直線コネクタ 151">
              <a:extLst>
                <a:ext uri="{FF2B5EF4-FFF2-40B4-BE49-F238E27FC236}">
                  <ns2:creationId id="{FB120996-C05A-DB2D-41FE-16AC42FCDBFA}"/>
                </a:ext>
              </a:extLst>
            </p:cNvPr>
            <p:cNvCxnSpPr>
              <a:cxnSpLocks/>
            </p:cNvCxnSpPr>
            <p:nvPr/>
          </p:nvCxnSpPr>
          <p:spPr>
            <a:xfrm>
              <a:off x="832200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F7BE09C9-C072-6A91-6948-064A96D1BA26}"/>
                </a:ext>
              </a:extLst>
            </p:cNvPr>
            <p:cNvCxnSpPr>
              <a:cxnSpLocks/>
            </p:cNvCxnSpPr>
            <p:nvPr/>
          </p:nvCxnSpPr>
          <p:spPr>
            <a:xfrm>
              <a:off x="970471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Shape 16">
              <a:extLst>
                <a:ext uri="{FF2B5EF4-FFF2-40B4-BE49-F238E27FC236}">
                  <ns2:creationId id="{435270EC-7E84-95DF-EFD3-31125EF1793C}"/>
                </a:ext>
              </a:extLst>
            </p:cNvPr>
            <p:cNvSpPr/>
            <p:nvPr/>
          </p:nvSpPr>
          <p:spPr>
            <a:xfrm>
              <a:off x="9705592" y="2422737"/>
              <a:ext cx="691790" cy="384048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Shape 16">
              <a:extLst>
                <a:ext uri="{FF2B5EF4-FFF2-40B4-BE49-F238E27FC236}">
                  <ns2:creationId id="{BBD15F1F-2243-0D95-7B27-D4C43219D872}"/>
                </a:ext>
              </a:extLst>
            </p:cNvPr>
            <p:cNvSpPr/>
            <p:nvPr/>
          </p:nvSpPr>
          <p:spPr>
            <a:xfrm>
              <a:off x="10397382" y="2422737"/>
              <a:ext cx="691790" cy="38404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19318D57-ECC7-C77A-8819-02A3B4C93996}"/>
                </a:ext>
              </a:extLst>
            </p:cNvPr>
            <p:cNvCxnSpPr>
              <a:cxnSpLocks/>
            </p:cNvCxnSpPr>
            <p:nvPr/>
          </p:nvCxnSpPr>
          <p:spPr>
            <a:xfrm>
              <a:off x="1039738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27A45CC9-C38C-8298-2CEF-9D573B9B49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8917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18">
              <a:extLst>
                <a:ext uri="{FF2B5EF4-FFF2-40B4-BE49-F238E27FC236}">
                  <ns2:creationId id="{6D2F8838-94EE-FB77-C773-D3533D293646}"/>
                </a:ext>
              </a:extLst>
            </p:cNvPr>
            <p:cNvSpPr txBox="1"/>
            <p:nvPr/>
          </p:nvSpPr>
          <p:spPr>
            <a:xfrm>
              <a:off x="9705592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2" name="Text 18">
              <a:extLst>
                <a:ext uri="{FF2B5EF4-FFF2-40B4-BE49-F238E27FC236}">
                  <ns2:creationId id="{D77B4C40-303E-E766-2018-6F89A7AAA34F}"/>
                </a:ext>
              </a:extLst>
            </p:cNvPr>
            <p:cNvSpPr txBox="1"/>
            <p:nvPr/>
          </p:nvSpPr>
          <p:spPr>
            <a:xfrm>
              <a:off x="10397381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3" name="Text 18">
              <a:extLst>
                <a:ext uri="{FF2B5EF4-FFF2-40B4-BE49-F238E27FC236}">
                  <ns2:creationId id="{E9CFC3DC-5835-9D41-2338-4BF4F63BC91F}"/>
                </a:ext>
              </a:extLst>
            </p:cNvPr>
            <p:cNvSpPr txBox="1"/>
            <p:nvPr/>
          </p:nvSpPr>
          <p:spPr>
            <a:xfrm>
              <a:off x="11089186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139DF0E-6651-B0E4-3E8A-E626FACE78EA}"/>
                </a:ext>
              </a:extLst>
            </p:cNvPr>
            <p:cNvGrpSpPr/>
            <p:nvPr/>
          </p:nvGrpSpPr>
          <p:grpSpPr>
            <a:xfrm>
              <a:off x="6184021" y="3381206"/>
              <a:ext cx="5683713" cy="1238618"/>
              <a:chOff x="6184021" y="3381206"/>
              <a:chExt cx="5683713" cy="1238618"/>
            </a:xfrm>
          </p:grpSpPr>
          <p:sp>
            <p:nvSpPr>
              <p:cNvPr id="94" name="四角形: 角を丸くする 93">
                <a:extLst>
                  <a:ext uri="{FF2B5EF4-FFF2-40B4-BE49-F238E27FC236}">
                    <ns2:creationId id="{DA2A2536-254E-A366-E364-DB0A468D0DF1}"/>
                  </a:ext>
                </a:extLst>
              </p:cNvPr>
              <p:cNvSpPr/>
              <p:nvPr/>
            </p:nvSpPr>
            <p:spPr>
              <a:xfrm>
                <a:off x="7413936" y="3381206"/>
                <a:ext cx="3229109" cy="285785"/>
              </a:xfrm>
              <a:prstGeom prst="roundRect">
                <a:avLst>
                  <a:gd name="adj" fmla="val 50000"/>
                </a:avLst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4" name="直線コネクタ 173">
                <a:extLst>
                  <a:ext uri="{FF2B5EF4-FFF2-40B4-BE49-F238E27FC236}">
                    <ns2:creationId id="{48120F4B-8AE5-7AC9-B78F-DC6560E3F7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9248" y="4106883"/>
                <a:ext cx="567848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楕円 175">
                <a:extLst>
                  <a:ext uri="{FF2B5EF4-FFF2-40B4-BE49-F238E27FC236}">
                    <ns2:creationId id="{9D8E1911-7758-FB15-8CB3-38433924B946}"/>
                  </a:ext>
                </a:extLst>
              </p:cNvPr>
              <p:cNvSpPr/>
              <p:nvPr/>
            </p:nvSpPr>
            <p:spPr>
              <a:xfrm>
                <a:off x="6620420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6184021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7334958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8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8485895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9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9636832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30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10787769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698E5CB8-DA9E-BD22-4629-24B0470E3581}"/>
                  </a:ext>
                </a:extLst>
              </p:cNvPr>
              <p:cNvSpPr/>
              <p:nvPr/>
            </p:nvSpPr>
            <p:spPr>
              <a:xfrm>
                <a:off x="7771357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" name="楕円 6">
                <a:extLst>
                  <a:ext uri="{FF2B5EF4-FFF2-40B4-BE49-F238E27FC236}">
                    <ns2:creationId id="{1D6406C0-8468-A796-D8D5-54DDC94843CE}"/>
                  </a:ext>
                </a:extLst>
              </p:cNvPr>
              <p:cNvSpPr/>
              <p:nvPr/>
            </p:nvSpPr>
            <p:spPr>
              <a:xfrm>
                <a:off x="8922293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楕円 7">
                <a:extLst>
                  <a:ext uri="{FF2B5EF4-FFF2-40B4-BE49-F238E27FC236}">
                    <ns2:creationId id="{C41302BA-86C3-5A5A-1385-78E85E90ABAB}"/>
                  </a:ext>
                </a:extLst>
              </p:cNvPr>
              <p:cNvSpPr/>
              <p:nvPr/>
            </p:nvSpPr>
            <p:spPr>
              <a:xfrm>
                <a:off x="10073232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1F5D1A5C-F8D0-2493-5042-F4AF8A9A4513}"/>
                  </a:ext>
                </a:extLst>
              </p:cNvPr>
              <p:cNvSpPr/>
              <p:nvPr/>
            </p:nvSpPr>
            <p:spPr>
              <a:xfrm>
                <a:off x="11224169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Text 15">
                <a:extLst>
                  <a:ext uri="{FF2B5EF4-FFF2-40B4-BE49-F238E27FC236}">
                    <ns2:creationId id="{6D529B72-2D60-650E-9C72-37DE3A2C7EF5}"/>
                  </a:ext>
                </a:extLst>
              </p:cNvPr>
              <p:cNvSpPr txBox="1"/>
              <p:nvPr/>
            </p:nvSpPr>
            <p:spPr>
              <a:xfrm>
                <a:off x="6184021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2" name="Text 15">
                <a:extLst>
                  <a:ext uri="{FF2B5EF4-FFF2-40B4-BE49-F238E27FC236}">
                    <ns2:creationId id="{6E94C040-6DE6-7F8B-1E4A-A8AAAC274BA7}"/>
                  </a:ext>
                </a:extLst>
              </p:cNvPr>
              <p:cNvSpPr txBox="1"/>
              <p:nvPr/>
            </p:nvSpPr>
            <p:spPr>
              <a:xfrm>
                <a:off x="7334958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3" name="Text 15">
                <a:extLst>
                  <a:ext uri="{FF2B5EF4-FFF2-40B4-BE49-F238E27FC236}">
                    <ns2:creationId id="{FAAD73C5-90EF-CE30-DD93-305514B46008}"/>
                  </a:ext>
                </a:extLst>
              </p:cNvPr>
              <p:cNvSpPr txBox="1"/>
              <p:nvPr/>
            </p:nvSpPr>
            <p:spPr>
              <a:xfrm>
                <a:off x="8485895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5" name="Text 15">
                <a:extLst>
                  <a:ext uri="{FF2B5EF4-FFF2-40B4-BE49-F238E27FC236}">
                    <ns2:creationId id="{49C0E678-7B96-43B0-F27A-478453D75E8E}"/>
                  </a:ext>
                </a:extLst>
              </p:cNvPr>
              <p:cNvSpPr txBox="1"/>
              <p:nvPr/>
            </p:nvSpPr>
            <p:spPr>
              <a:xfrm>
                <a:off x="9636832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6" name="Text 15">
                <a:extLst>
                  <a:ext uri="{FF2B5EF4-FFF2-40B4-BE49-F238E27FC236}">
                    <ns2:creationId id="{C90AA7E6-FF30-A86B-9712-CF2929F009A1}"/>
                  </a:ext>
                </a:extLst>
              </p:cNvPr>
              <p:cNvSpPr txBox="1"/>
              <p:nvPr/>
            </p:nvSpPr>
            <p:spPr>
              <a:xfrm>
                <a:off x="10787769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AA7592B9-6A5E-C5A1-974B-C5CE916AAACD}"/>
                  </a:ext>
                </a:extLst>
              </p:cNvPr>
              <p:cNvSpPr/>
              <p:nvPr/>
            </p:nvSpPr>
            <p:spPr>
              <a:xfrm>
                <a:off x="10711569" y="3457392"/>
                <a:ext cx="133413" cy="13341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8" name="Text 15">
                <a:extLst>
                  <a:ext uri="{FF2B5EF4-FFF2-40B4-BE49-F238E27FC236}">
                    <ns2:creationId id="{BA9EE58D-52C9-9EC1-E818-04FBCC64D3BB}"/>
                  </a:ext>
                </a:extLst>
              </p:cNvPr>
              <p:cNvSpPr txBox="1"/>
              <p:nvPr/>
            </p:nvSpPr>
            <p:spPr>
              <a:xfrm>
                <a:off x="10888739" y="3423129"/>
                <a:ext cx="322185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981EAD09-3694-9B5F-EED8-1610560E200C}"/>
                  </a:ext>
                </a:extLst>
              </p:cNvPr>
              <p:cNvSpPr/>
              <p:nvPr/>
            </p:nvSpPr>
            <p:spPr>
              <a:xfrm>
                <a:off x="11254681" y="3457392"/>
                <a:ext cx="133413" cy="133413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0" name="Text 15">
                <a:extLst>
                  <a:ext uri="{FF2B5EF4-FFF2-40B4-BE49-F238E27FC236}">
                    <ns2:creationId id="{4D78F055-6BBC-C958-1773-0055304CD98F}"/>
                  </a:ext>
                </a:extLst>
              </p:cNvPr>
              <p:cNvSpPr txBox="1"/>
              <p:nvPr/>
            </p:nvSpPr>
            <p:spPr>
              <a:xfrm>
                <a:off x="11431851" y="3423129"/>
                <a:ext cx="42518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54" name="四角形: 角を丸くする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6189247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7625244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2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9061241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3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10497238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Text 15">
              <a:extLst>
                <a:ext uri="{FF2B5EF4-FFF2-40B4-BE49-F238E27FC236}">
                  <ns2:creationId id="{D3EEB2C3-146D-FE47-D446-984A44A20744}"/>
                </a:ext>
              </a:extLst>
            </p:cNvPr>
            <p:cNvSpPr txBox="1"/>
            <p:nvPr/>
          </p:nvSpPr>
          <p:spPr>
            <a:xfrm>
              <a:off x="6189247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" name="Text 15">
              <a:extLst>
                <a:ext uri="{FF2B5EF4-FFF2-40B4-BE49-F238E27FC236}">
                  <ns2:creationId id="{F8493E01-30D9-E94A-DCFB-53FE94C9BBF3}"/>
                </a:ext>
              </a:extLst>
            </p:cNvPr>
            <p:cNvSpPr txBox="1"/>
            <p:nvPr/>
          </p:nvSpPr>
          <p:spPr>
            <a:xfrm>
              <a:off x="7625243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8" name="Text 15">
              <a:extLst>
                <a:ext uri="{FF2B5EF4-FFF2-40B4-BE49-F238E27FC236}">
                  <ns2:creationId id="{72CA38DE-C09C-B0BE-892F-EF32F939E5F0}"/>
                </a:ext>
              </a:extLst>
            </p:cNvPr>
            <p:cNvSpPr txBox="1"/>
            <p:nvPr/>
          </p:nvSpPr>
          <p:spPr>
            <a:xfrm>
              <a:off x="9061240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30" name="Text 15">
              <a:extLst>
                <a:ext uri="{FF2B5EF4-FFF2-40B4-BE49-F238E27FC236}">
                  <ns2:creationId id="{130928ED-BCA8-5680-6D2B-5DCD4B7DA289}"/>
                </a:ext>
              </a:extLst>
            </p:cNvPr>
            <p:cNvSpPr txBox="1"/>
            <p:nvPr/>
          </p:nvSpPr>
          <p:spPr>
            <a:xfrm>
              <a:off x="10497236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pic>
          <p:nvPicPr>
            <p:cNvPr id="36" name="グラフィックス 35" descr="クリップボード 単色塗りつぶし">
              <a:extLst>
                <a:ext uri="{FF2B5EF4-FFF2-40B4-BE49-F238E27FC236}">
                  <ns2:creationId id="{0B0BC4F2-A615-348E-F542-69BF2295F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133034" y="5382854"/>
              <a:ext cx="344216" cy="344216"/>
            </a:xfrm>
            <a:prstGeom prst="rect">
              <a:avLst/>
            </a:prstGeom>
          </p:spPr>
        </p:pic>
        <p:pic>
          <p:nvPicPr>
            <p:cNvPr id="38" name="グラフィックス 37" descr="教師 単色塗りつぶし">
              <a:extLst>
                <a:ext uri="{FF2B5EF4-FFF2-40B4-BE49-F238E27FC236}">
                  <ns2:creationId id="{B51EBC98-BE3C-EDC3-A319-6A50D3D066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697037" y="5348972"/>
              <a:ext cx="344216" cy="344216"/>
            </a:xfrm>
            <a:prstGeom prst="rect">
              <a:avLst/>
            </a:prstGeom>
          </p:spPr>
        </p:pic>
        <p:pic>
          <p:nvPicPr>
            <p:cNvPr id="40" name="グラフィックス 39" descr="歩く 単色塗りつぶし">
              <a:extLst>
                <a:ext uri="{FF2B5EF4-FFF2-40B4-BE49-F238E27FC236}">
                  <ns2:creationId id="{34572D1F-61C3-528E-E53F-12897E32BB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569031" y="5348972"/>
              <a:ext cx="344216" cy="344216"/>
            </a:xfrm>
            <a:prstGeom prst="rect">
              <a:avLst/>
            </a:prstGeom>
          </p:spPr>
        </p:pic>
        <p:pic>
          <p:nvPicPr>
            <p:cNvPr id="43" name="グラフィックス 42" descr="リスト 単色塗りつぶし">
              <a:extLst>
                <a:ext uri="{FF2B5EF4-FFF2-40B4-BE49-F238E27FC236}">
                  <ns2:creationId id="{ED43B8D4-91A2-AAB0-F577-40F3DBA637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1005028" y="5348972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09263145"/>
      </p:ext>
    </p:extLst>
  </p:cSld>
  <p:clrMapOvr>
    <a:masterClrMapping/>
  </p:clrMapOvr>
</p:sld>
</file>

<file path=ppt/slides/slide1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A65594F-6465-1C9E-EC60-AF2DFD61E4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6279AAD-6E29-6D8F-CBB2-E5EF62AB64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BC80496-3689-CEC9-CF7B-CBBEF645FD3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AI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79BFF3F3-A940-BFCC-8C25-B169E7B15FD6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07B79FD5-ED91-4530-FD01-C27C1FFF91CE}"/>
              </a:ext>
            </a:extLst>
          </p:cNvPr>
          <p:cNvSpPr/>
          <p:nvPr/>
        </p:nvSpPr>
        <p:spPr>
          <a:xfrm>
            <a:off x="3709155" y="1631530"/>
            <a:ext cx="4773689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4D3C7CB8-4681-E69A-23CE-CA5F1BC1F78E}"/>
              </a:ext>
            </a:extLst>
          </p:cNvPr>
          <p:cNvSpPr/>
          <p:nvPr/>
        </p:nvSpPr>
        <p:spPr>
          <a:xfrm>
            <a:off x="334963" y="1946151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参考 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1" name="グループ化 190">
            <a:extLst>
              <a:ext uri="{FF2B5EF4-FFF2-40B4-BE49-F238E27FC236}">
                <ns2:creationId id="{590CB04E-A43F-909E-7C55-19ABEAC7C262}"/>
              </a:ext>
            </a:extLst>
          </p:cNvPr>
          <p:cNvGrpSpPr/>
          <p:nvPr/>
        </p:nvGrpSpPr>
        <p:grpSpPr>
          <a:xfrm>
            <a:off x="334963" y="2164534"/>
            <a:ext cx="6469337" cy="3992857"/>
            <a:chOff x="334963" y="2164534"/>
            <a:chExt cx="6469337" cy="3992857"/>
          </a:xfrm>
        </p:grpSpPr>
        <p:sp>
          <p:nvSpPr>
            <p:cNvPr id="44" name="ひし形 43">
              <a:extLst>
                <a:ext uri="{FF2B5EF4-FFF2-40B4-BE49-F238E27FC236}">
                  <ns2:creationId id="{CAB7FCE4-661C-99D0-F9E3-D86E78909AA7}"/>
                </a:ext>
              </a:extLst>
            </p:cNvPr>
            <p:cNvSpPr/>
            <p:nvPr/>
          </p:nvSpPr>
          <p:spPr>
            <a:xfrm>
              <a:off x="2714965" y="5330404"/>
              <a:ext cx="1988379" cy="826987"/>
            </a:xfrm>
            <a:prstGeom prst="diamond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ひし形 47">
              <a:extLst>
                <a:ext uri="{FF2B5EF4-FFF2-40B4-BE49-F238E27FC236}">
                  <ns2:creationId id="{0EBB76C0-735F-962D-EF35-727B26EC0095}"/>
                </a:ext>
              </a:extLst>
            </p:cNvPr>
            <p:cNvSpPr/>
            <p:nvPr/>
          </p:nvSpPr>
          <p:spPr>
            <a:xfrm>
              <a:off x="2714965" y="4660376"/>
              <a:ext cx="1988379" cy="826987"/>
            </a:xfrm>
            <a:prstGeom prst="diamond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ひし形 49">
              <a:extLst>
                <a:ext uri="{FF2B5EF4-FFF2-40B4-BE49-F238E27FC236}">
                  <ns2:creationId id="{7FE12757-8753-AE44-7D28-812FAF7879A5}"/>
                </a:ext>
              </a:extLst>
            </p:cNvPr>
            <p:cNvSpPr/>
            <p:nvPr/>
          </p:nvSpPr>
          <p:spPr>
            <a:xfrm>
              <a:off x="2714965" y="3990350"/>
              <a:ext cx="1988379" cy="826987"/>
            </a:xfrm>
            <a:prstGeom prst="diamond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8" name="ひし形 57">
              <a:extLst>
                <a:ext uri="{FF2B5EF4-FFF2-40B4-BE49-F238E27FC236}">
                  <ns2:creationId id="{759A0606-8357-E7B9-97F5-9B290A951141}"/>
                </a:ext>
              </a:extLst>
            </p:cNvPr>
            <p:cNvSpPr/>
            <p:nvPr/>
          </p:nvSpPr>
          <p:spPr>
            <a:xfrm>
              <a:off x="2714965" y="3320323"/>
              <a:ext cx="1988379" cy="826987"/>
            </a:xfrm>
            <a:prstGeom prst="diamond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633029DD-CD1A-CB08-A58D-50ED2E6A7B58}"/>
                </a:ext>
              </a:extLst>
            </p:cNvPr>
            <p:cNvSpPr/>
            <p:nvPr/>
          </p:nvSpPr>
          <p:spPr>
            <a:xfrm>
              <a:off x="2714965" y="2650296"/>
              <a:ext cx="1988379" cy="826987"/>
            </a:xfrm>
            <a:prstGeom prst="diamond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2A1C0C6F-9E3E-A487-BF3A-BAD23065A9F2}"/>
                </a:ext>
              </a:extLst>
            </p:cNvPr>
            <p:cNvSpPr/>
            <p:nvPr/>
          </p:nvSpPr>
          <p:spPr>
            <a:xfrm>
              <a:off x="4866640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CB73856A-6460-CFC3-B4D8-09BCA8F6952A}"/>
                </a:ext>
              </a:extLst>
            </p:cNvPr>
            <p:cNvSpPr/>
            <p:nvPr/>
          </p:nvSpPr>
          <p:spPr>
            <a:xfrm>
              <a:off x="5873936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35C3C2E7-209C-8E12-5450-2C02D876FE0D}"/>
                </a:ext>
              </a:extLst>
            </p:cNvPr>
            <p:cNvSpPr/>
            <p:nvPr/>
          </p:nvSpPr>
          <p:spPr>
            <a:xfrm>
              <a:off x="2714965" y="2896749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F54EE9BF-8AFB-208A-CA1E-B31DAA0799E4}"/>
                </a:ext>
              </a:extLst>
            </p:cNvPr>
            <p:cNvSpPr/>
            <p:nvPr/>
          </p:nvSpPr>
          <p:spPr>
            <a:xfrm>
              <a:off x="2714965" y="3577085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C36E11B7-9348-9801-80E5-2735E4587FC3}"/>
                </a:ext>
              </a:extLst>
            </p:cNvPr>
            <p:cNvSpPr/>
            <p:nvPr/>
          </p:nvSpPr>
          <p:spPr>
            <a:xfrm>
              <a:off x="2714965" y="4257422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976AE57E-6980-DBED-F2FA-3C8B21924474}"/>
                </a:ext>
              </a:extLst>
            </p:cNvPr>
            <p:cNvSpPr/>
            <p:nvPr/>
          </p:nvSpPr>
          <p:spPr>
            <a:xfrm>
              <a:off x="2714965" y="4937758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CCEFCAE9-13A0-EE96-9D1C-5FA1ACA96C17}"/>
                </a:ext>
              </a:extLst>
            </p:cNvPr>
            <p:cNvSpPr/>
            <p:nvPr/>
          </p:nvSpPr>
          <p:spPr>
            <a:xfrm>
              <a:off x="2714965" y="5618094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CE90E556-FCF6-17F7-3FA7-704CA4C0D7B0}"/>
                </a:ext>
              </a:extLst>
            </p:cNvPr>
            <p:cNvSpPr/>
            <p:nvPr/>
          </p:nvSpPr>
          <p:spPr>
            <a:xfrm>
              <a:off x="1117600" y="2745606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33C4C64A-C704-426B-4810-C0B6C908750F}"/>
                </a:ext>
              </a:extLst>
            </p:cNvPr>
            <p:cNvSpPr/>
            <p:nvPr/>
          </p:nvSpPr>
          <p:spPr>
            <a:xfrm>
              <a:off x="1117600" y="3419828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EC4DB45-CB08-4BA9-37C2-F922ACE36BC4}"/>
                </a:ext>
              </a:extLst>
            </p:cNvPr>
            <p:cNvSpPr/>
            <p:nvPr/>
          </p:nvSpPr>
          <p:spPr>
            <a:xfrm>
              <a:off x="1117600" y="4094051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08A12320-1D87-DBC3-0C3C-59479CA66DEE}"/>
                </a:ext>
              </a:extLst>
            </p:cNvPr>
            <p:cNvSpPr/>
            <p:nvPr/>
          </p:nvSpPr>
          <p:spPr>
            <a:xfrm>
              <a:off x="1117600" y="4768273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2181B5D-3F53-96AB-F525-A1B39316D1DC}"/>
                </a:ext>
              </a:extLst>
            </p:cNvPr>
            <p:cNvSpPr/>
            <p:nvPr/>
          </p:nvSpPr>
          <p:spPr>
            <a:xfrm>
              <a:off x="1117600" y="5442495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9E03CBA-E885-D4E8-798E-FE1628E3CB37}"/>
                </a:ext>
              </a:extLst>
            </p:cNvPr>
            <p:cNvSpPr/>
            <p:nvPr/>
          </p:nvSpPr>
          <p:spPr>
            <a:xfrm>
              <a:off x="4866640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C6B616E-9427-B0C4-437E-7AC496538076}"/>
                </a:ext>
              </a:extLst>
            </p:cNvPr>
            <p:cNvSpPr/>
            <p:nvPr/>
          </p:nvSpPr>
          <p:spPr>
            <a:xfrm>
              <a:off x="4866640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77609F2-6A55-508B-25FD-E3F8EB9F1EE9}"/>
                </a:ext>
              </a:extLst>
            </p:cNvPr>
            <p:cNvSpPr/>
            <p:nvPr/>
          </p:nvSpPr>
          <p:spPr>
            <a:xfrm>
              <a:off x="4866640" y="4094050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5DFCAA5-79B4-C5D2-54C6-F05F9D2B7B2D}"/>
                </a:ext>
              </a:extLst>
            </p:cNvPr>
            <p:cNvSpPr/>
            <p:nvPr/>
          </p:nvSpPr>
          <p:spPr>
            <a:xfrm>
              <a:off x="4866640" y="4768272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851AB924-BBB1-2E1C-66B6-D338E76CAC49}"/>
                </a:ext>
              </a:extLst>
            </p:cNvPr>
            <p:cNvSpPr/>
            <p:nvPr/>
          </p:nvSpPr>
          <p:spPr>
            <a:xfrm>
              <a:off x="4866640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A04BC705-4801-0D56-D973-0AD4DDEFD627}"/>
                </a:ext>
              </a:extLst>
            </p:cNvPr>
            <p:cNvSpPr/>
            <p:nvPr/>
          </p:nvSpPr>
          <p:spPr>
            <a:xfrm>
              <a:off x="5873936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322CEABC-7C50-03A5-8366-A78EA6BF91FE}"/>
                </a:ext>
              </a:extLst>
            </p:cNvPr>
            <p:cNvSpPr/>
            <p:nvPr/>
          </p:nvSpPr>
          <p:spPr>
            <a:xfrm>
              <a:off x="5873936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8836A312-7BBD-BEAC-5DEF-0376306B3DAA}"/>
                </a:ext>
              </a:extLst>
            </p:cNvPr>
            <p:cNvSpPr/>
            <p:nvPr/>
          </p:nvSpPr>
          <p:spPr>
            <a:xfrm>
              <a:off x="5873936" y="4094051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ED7AAB02-DB7B-AB87-98DD-3F00ACE35376}"/>
                </a:ext>
              </a:extLst>
            </p:cNvPr>
            <p:cNvSpPr/>
            <p:nvPr/>
          </p:nvSpPr>
          <p:spPr>
            <a:xfrm>
              <a:off x="5873936" y="4768273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0DF53918-F661-1B91-D921-6CEA269F56C8}"/>
                </a:ext>
              </a:extLst>
            </p:cNvPr>
            <p:cNvSpPr/>
            <p:nvPr/>
          </p:nvSpPr>
          <p:spPr>
            <a:xfrm>
              <a:off x="5873936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矢印: 上下 166">
              <a:extLst>
                <a:ext uri="{FF2B5EF4-FFF2-40B4-BE49-F238E27FC236}">
                  <ns2:creationId id="{96D3F192-829C-7224-A9C6-2D8E131D772C}"/>
                </a:ext>
              </a:extLst>
            </p:cNvPr>
            <p:cNvSpPr/>
            <p:nvPr/>
          </p:nvSpPr>
          <p:spPr>
            <a:xfrm>
              <a:off x="334963" y="2745606"/>
              <a:ext cx="705704" cy="1951250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Aft>
                  <a:spcPts val="600"/>
                </a:spcAft>
              </a:pP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矢印: 上下 174">
              <a:extLst>
                <a:ext uri="{FF2B5EF4-FFF2-40B4-BE49-F238E27FC236}">
                  <ns2:creationId id="{FF45A1B4-D11F-6080-AEEF-1860A20D754D}"/>
                </a:ext>
              </a:extLst>
            </p:cNvPr>
            <p:cNvSpPr/>
            <p:nvPr/>
          </p:nvSpPr>
          <p:spPr>
            <a:xfrm>
              <a:off x="334963" y="4768272"/>
              <a:ext cx="705704" cy="1389119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8" name="直線コネクタ 177">
              <a:extLst>
                <a:ext uri="{FF2B5EF4-FFF2-40B4-BE49-F238E27FC236}">
                  <ns2:creationId id="{20CBD2FC-FDEC-9DB7-DC1E-23B18DAE83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E3A438E6-FC36-E3C6-2380-B50D2069E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E9A52A82-5216-560B-1627-A15890CE65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B6C8CFFF-2267-C06D-E902-2ADA174112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1D2663EE-4182-C745-8CB1-7B1E78A286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E715963A-8C2B-128E-4121-760C608C96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5393A082-1E81-41AB-5F31-36BE30D364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59CEA49C-FD88-428C-FDD2-B762ADFC7D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5" name="グループ化 284">
            <a:extLst>
              <a:ext uri="{FF2B5EF4-FFF2-40B4-BE49-F238E27FC236}">
                <ns2:creationId id="{6E2DD162-F3A1-B783-0512-847EB216A450}"/>
              </a:ext>
            </a:extLst>
          </p:cNvPr>
          <p:cNvGrpSpPr/>
          <p:nvPr/>
        </p:nvGrpSpPr>
        <p:grpSpPr>
          <a:xfrm>
            <a:off x="6967596" y="2164534"/>
            <a:ext cx="4879120" cy="2027597"/>
            <a:chOff x="6967596" y="2164534"/>
            <a:chExt cx="4879120" cy="2027597"/>
          </a:xfrm>
        </p:grpSpPr>
        <p:sp>
          <p:nvSpPr>
            <p:cNvPr id="260" name="正方形/長方形 259">
              <a:extLst>
                <a:ext uri="{FF2B5EF4-FFF2-40B4-BE49-F238E27FC236}">
                  <ns2:creationId id="{001FA947-1F1F-F243-B66B-99972B126FAD}"/>
                </a:ext>
              </a:extLst>
            </p:cNvPr>
            <p:cNvSpPr/>
            <p:nvPr/>
          </p:nvSpPr>
          <p:spPr>
            <a:xfrm>
              <a:off x="6967596" y="2164534"/>
              <a:ext cx="4879120" cy="300522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97E4A649-56C2-D1D0-EE41-41D13CE5F78C}"/>
                </a:ext>
              </a:extLst>
            </p:cNvPr>
            <p:cNvSpPr/>
            <p:nvPr/>
          </p:nvSpPr>
          <p:spPr>
            <a:xfrm>
              <a:off x="6967596" y="2465055"/>
              <a:ext cx="4879120" cy="1727076"/>
            </a:xfrm>
            <a:prstGeom prst="rect">
              <a:avLst/>
            </a:prstGeom>
            <a:noFill/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2" name="四角形: 角を丸くする 261">
              <a:extLst>
                <a:ext uri="{FF2B5EF4-FFF2-40B4-BE49-F238E27FC236}">
                  <ns2:creationId id="{CAF42C75-43E4-BD47-0BA9-A3F36D62451E}"/>
                </a:ext>
              </a:extLst>
            </p:cNvPr>
            <p:cNvSpPr/>
            <p:nvPr/>
          </p:nvSpPr>
          <p:spPr>
            <a:xfrm>
              <a:off x="7008048" y="3842214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1C919045-450D-3955-626C-49E0B187C10D}"/>
                </a:ext>
              </a:extLst>
            </p:cNvPr>
            <p:cNvSpPr/>
            <p:nvPr/>
          </p:nvSpPr>
          <p:spPr>
            <a:xfrm>
              <a:off x="8175319" y="277244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1DE8D6E2-5C58-19DD-0039-89763A5D4FAF}"/>
                </a:ext>
              </a:extLst>
            </p:cNvPr>
            <p:cNvSpPr/>
            <p:nvPr/>
          </p:nvSpPr>
          <p:spPr>
            <a:xfrm>
              <a:off x="8175319" y="313308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389DF7C7-3AC9-967F-86B1-DC26D9DEA4B2}"/>
                </a:ext>
              </a:extLst>
            </p:cNvPr>
            <p:cNvSpPr/>
            <p:nvPr/>
          </p:nvSpPr>
          <p:spPr>
            <a:xfrm>
              <a:off x="8175319" y="349371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7" name="グラフィックス 276" descr="本 単色塗りつぶし">
              <a:extLst>
                <a:ext uri="{FF2B5EF4-FFF2-40B4-BE49-F238E27FC236}">
                  <ns2:creationId id="{9FCA0056-860F-8BB2-98CB-B7878673E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712569" y="2772449"/>
              <a:ext cx="344216" cy="344216"/>
            </a:xfrm>
            <a:prstGeom prst="rect">
              <a:avLst/>
            </a:prstGeom>
          </p:spPr>
        </p:pic>
        <p:pic>
          <p:nvPicPr>
            <p:cNvPr id="278" name="グラフィックス 277" descr="フォルダー検索 単色塗りつぶし">
              <a:extLst>
                <a:ext uri="{FF2B5EF4-FFF2-40B4-BE49-F238E27FC236}">
                  <ns2:creationId id="{0D06366C-5820-C85A-533F-B7EA7E5A2A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712569" y="3124749"/>
              <a:ext cx="344216" cy="344216"/>
            </a:xfrm>
            <a:prstGeom prst="rect">
              <a:avLst/>
            </a:prstGeom>
          </p:spPr>
        </p:pic>
        <p:pic>
          <p:nvPicPr>
            <p:cNvPr id="279" name="グラフィックス 278" descr="会議 単色塗りつぶし">
              <a:extLst>
                <a:ext uri="{FF2B5EF4-FFF2-40B4-BE49-F238E27FC236}">
                  <ns2:creationId id="{566139A0-E712-62E2-09AC-BB5A5BD7C5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12569" y="3477049"/>
              <a:ext cx="344216" cy="344216"/>
            </a:xfrm>
            <a:prstGeom prst="rect">
              <a:avLst/>
            </a:prstGeom>
          </p:spPr>
        </p:pic>
      </p:grpSp>
      <p:grpSp>
        <p:nvGrpSpPr>
          <p:cNvPr id="284" name="グループ化 283">
            <a:extLst>
              <a:ext uri="{FF2B5EF4-FFF2-40B4-BE49-F238E27FC236}">
                <ns2:creationId id="{D8CA8165-4467-71CE-FCCE-D49822A2C6EF}"/>
              </a:ext>
            </a:extLst>
          </p:cNvPr>
          <p:cNvGrpSpPr/>
          <p:nvPr/>
        </p:nvGrpSpPr>
        <p:grpSpPr>
          <a:xfrm>
            <a:off x="6967596" y="4281128"/>
            <a:ext cx="4879120" cy="2027597"/>
            <a:chOff x="6967596" y="4281128"/>
            <a:chExt cx="4879120" cy="2027597"/>
          </a:xfrm>
        </p:grpSpPr>
        <p:sp>
          <p:nvSpPr>
            <p:cNvPr id="266" name="正方形/長方形 265">
              <a:extLst>
                <a:ext uri="{FF2B5EF4-FFF2-40B4-BE49-F238E27FC236}">
                  <ns2:creationId id="{82222FFC-6BAD-C713-301E-760F4E3E39E1}"/>
                </a:ext>
              </a:extLst>
            </p:cNvPr>
            <p:cNvSpPr/>
            <p:nvPr/>
          </p:nvSpPr>
          <p:spPr>
            <a:xfrm>
              <a:off x="6967596" y="4281128"/>
              <a:ext cx="4879120" cy="300522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9AFF979E-45EB-D4EF-EC38-5520D28F7CA0}"/>
                </a:ext>
              </a:extLst>
            </p:cNvPr>
            <p:cNvSpPr/>
            <p:nvPr/>
          </p:nvSpPr>
          <p:spPr>
            <a:xfrm>
              <a:off x="6967596" y="4581649"/>
              <a:ext cx="4879120" cy="1727076"/>
            </a:xfrm>
            <a:prstGeom prst="rect">
              <a:avLst/>
            </a:prstGeom>
            <a:noFill/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4C910B41-AF55-6428-E4D5-8D1274817A88}"/>
                </a:ext>
              </a:extLst>
            </p:cNvPr>
            <p:cNvSpPr/>
            <p:nvPr/>
          </p:nvSpPr>
          <p:spPr>
            <a:xfrm>
              <a:off x="7008048" y="5963820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A085833A-0642-7A5B-1987-1A20832B7D95}"/>
                </a:ext>
              </a:extLst>
            </p:cNvPr>
            <p:cNvSpPr/>
            <p:nvPr/>
          </p:nvSpPr>
          <p:spPr>
            <a:xfrm>
              <a:off x="8240103" y="489811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F7731A20-79A4-AFC3-D173-3EA149EEBF71}"/>
                </a:ext>
              </a:extLst>
            </p:cNvPr>
            <p:cNvSpPr/>
            <p:nvPr/>
          </p:nvSpPr>
          <p:spPr>
            <a:xfrm>
              <a:off x="8240103" y="525875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9AE5291A-4996-C050-7ECA-982BC534873B}"/>
                </a:ext>
              </a:extLst>
            </p:cNvPr>
            <p:cNvSpPr/>
            <p:nvPr/>
          </p:nvSpPr>
          <p:spPr>
            <a:xfrm>
              <a:off x="8240103" y="5604147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1" name="グラフィックス 280" descr="教師 単色塗りつぶし">
              <a:extLst>
                <a:ext uri="{FF2B5EF4-FFF2-40B4-BE49-F238E27FC236}">
                  <ns2:creationId id="{77264D40-8F33-7480-7B26-8074BC7EC5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12569" y="4881459"/>
              <a:ext cx="344216" cy="344216"/>
            </a:xfrm>
            <a:prstGeom prst="rect">
              <a:avLst/>
            </a:prstGeom>
          </p:spPr>
        </p:pic>
        <p:pic>
          <p:nvPicPr>
            <p:cNvPr id="282" name="グラフィックス 281" descr="イラストレーター 単色塗りつぶし">
              <a:extLst>
                <a:ext uri="{FF2B5EF4-FFF2-40B4-BE49-F238E27FC236}">
                  <ns2:creationId id="{4C09E2ED-4077-8817-A7E3-0C879C047E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712569" y="5234473"/>
              <a:ext cx="344216" cy="344216"/>
            </a:xfrm>
            <a:prstGeom prst="rect">
              <a:avLst/>
            </a:prstGeom>
          </p:spPr>
        </p:pic>
        <p:pic>
          <p:nvPicPr>
            <p:cNvPr id="283" name="グラフィックス 282" descr="教授 男性 単色塗りつぶし">
              <a:extLst>
                <a:ext uri="{FF2B5EF4-FFF2-40B4-BE49-F238E27FC236}">
                  <ns2:creationId id="{9C66224E-155A-F361-11D7-A7CD2DC970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2569" y="5587487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25290535"/>
      </p:ext>
    </p:extLst>
  </p:cSld>
  <p:clrMapOvr>
    <a:masterClrMapping/>
  </p:clrMapOvr>
</p:sld>
</file>

<file path=ppt/slides/slide1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20CD8F5-AA6F-F65D-E2D8-81C063E22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239E6DC-4E93-ACD1-68F0-025E9FD935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023DACF-D79A-C28D-80C7-5F1F2DD4E6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PM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E93A8DE3-6630-DB21-505A-64A702E24908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FA0CD206-482A-775F-788C-7ABE391A2A24}"/>
              </a:ext>
            </a:extLst>
          </p:cNvPr>
          <p:cNvGrpSpPr/>
          <p:nvPr/>
        </p:nvGrpSpPr>
        <p:grpSpPr>
          <a:xfrm>
            <a:off x="334963" y="5791200"/>
            <a:ext cx="11522075" cy="517526"/>
            <a:chOff x="334963" y="5748867"/>
            <a:chExt cx="11522075" cy="559859"/>
          </a:xfrm>
        </p:grpSpPr>
        <p:sp>
          <p:nvSpPr>
            <p:cNvPr id="23" name="矢印: 五方向 22">
              <a:extLst>
                <a:ext uri="{FF2B5EF4-FFF2-40B4-BE49-F238E27FC236}">
                  <ns2:creationId id="{565B9AE0-1A41-8F3D-BAB4-9C71C4FC5171}"/>
                </a:ext>
              </a:extLst>
            </p:cNvPr>
            <p:cNvSpPr/>
            <p:nvPr/>
          </p:nvSpPr>
          <p:spPr>
            <a:xfrm>
              <a:off x="334963" y="5748867"/>
              <a:ext cx="2546123" cy="559859"/>
            </a:xfrm>
            <a:prstGeom prst="homePlate">
              <a:avLst>
                <a:gd name="adj" fmla="val 36879"/>
              </a:avLst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07C3B9FC-8DE2-19AC-0243-E42CE8D03A42}"/>
                </a:ext>
              </a:extLst>
            </p:cNvPr>
            <p:cNvSpPr/>
            <p:nvPr/>
          </p:nvSpPr>
          <p:spPr>
            <a:xfrm>
              <a:off x="2583543" y="5748867"/>
              <a:ext cx="9273495" cy="55985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③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9" name="グループ化 48">
            <a:extLst>
              <a:ext uri="{FF2B5EF4-FFF2-40B4-BE49-F238E27FC236}">
                <ns2:creationId id="{46A8E4BE-267F-BE67-F66B-FAF7D179BF44}"/>
              </a:ext>
            </a:extLst>
          </p:cNvPr>
          <p:cNvGrpSpPr/>
          <p:nvPr/>
        </p:nvGrpSpPr>
        <p:grpSpPr>
          <a:xfrm>
            <a:off x="334963" y="1631530"/>
            <a:ext cx="11522072" cy="4106268"/>
            <a:chOff x="334963" y="1631530"/>
            <a:chExt cx="11522072" cy="4106268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3060278C-B1D1-68C5-33D9-A2830ED960FB}"/>
                </a:ext>
              </a:extLst>
            </p:cNvPr>
            <p:cNvSpPr/>
            <p:nvPr/>
          </p:nvSpPr>
          <p:spPr>
            <a:xfrm>
              <a:off x="334963" y="1631530"/>
              <a:ext cx="2840037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1944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421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8977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3743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8509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327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804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5280726"/>
              <a:ext cx="1219200" cy="4512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2F895679-9229-F5B8-8872-33EF93E60043}"/>
                </a:ext>
              </a:extLst>
            </p:cNvPr>
            <p:cNvSpPr/>
            <p:nvPr/>
          </p:nvSpPr>
          <p:spPr>
            <a:xfrm>
              <a:off x="378883" y="1990332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楕円 5">
              <a:extLst>
                <a:ext uri="{FF2B5EF4-FFF2-40B4-BE49-F238E27FC236}">
                  <ns2:creationId id="{4F203EDA-9CD0-26B2-92F4-ECDE31B570BE}"/>
                </a:ext>
              </a:extLst>
            </p:cNvPr>
            <p:cNvSpPr/>
            <p:nvPr/>
          </p:nvSpPr>
          <p:spPr>
            <a:xfrm>
              <a:off x="334963" y="1944526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2A591D8E-2C9A-EF0E-A800-B6BF7F8C8A5F}"/>
                </a:ext>
              </a:extLst>
            </p:cNvPr>
            <p:cNvSpPr/>
            <p:nvPr/>
          </p:nvSpPr>
          <p:spPr>
            <a:xfrm>
              <a:off x="378883" y="2249926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288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9CC234B6-EE90-799D-4704-AA3A9E6AA3B7}"/>
                </a:ext>
              </a:extLst>
            </p:cNvPr>
            <p:cNvSpPr/>
            <p:nvPr/>
          </p:nvSpPr>
          <p:spPr>
            <a:xfrm>
              <a:off x="378883" y="3283296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D4695731-5A59-908E-767C-3B9E3CC92AF0}"/>
                </a:ext>
              </a:extLst>
            </p:cNvPr>
            <p:cNvSpPr/>
            <p:nvPr/>
          </p:nvSpPr>
          <p:spPr>
            <a:xfrm>
              <a:off x="334963" y="3237490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5A0B886-B4CF-65E6-0DF3-CEE121CAFC7B}"/>
                </a:ext>
              </a:extLst>
            </p:cNvPr>
            <p:cNvSpPr/>
            <p:nvPr/>
          </p:nvSpPr>
          <p:spPr>
            <a:xfrm>
              <a:off x="378883" y="3542890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BBD353D-06B3-26D2-94A4-0BCE838BC4AF}"/>
                </a:ext>
              </a:extLst>
            </p:cNvPr>
            <p:cNvSpPr/>
            <p:nvPr/>
          </p:nvSpPr>
          <p:spPr>
            <a:xfrm>
              <a:off x="378883" y="4576260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楕円 76">
              <a:extLst>
                <a:ext uri="{FF2B5EF4-FFF2-40B4-BE49-F238E27FC236}">
                  <ns2:creationId id="{CEC3AEAF-36B7-9015-D8AD-4FAB20EBB3C5}"/>
                </a:ext>
              </a:extLst>
            </p:cNvPr>
            <p:cNvSpPr/>
            <p:nvPr/>
          </p:nvSpPr>
          <p:spPr>
            <a:xfrm>
              <a:off x="334963" y="4530454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0DC49D0-BD6D-7A6E-A881-5F2341DF4C73}"/>
                </a:ext>
              </a:extLst>
            </p:cNvPr>
            <p:cNvSpPr/>
            <p:nvPr/>
          </p:nvSpPr>
          <p:spPr>
            <a:xfrm>
              <a:off x="378883" y="4835854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正方形/長方形 7">
              <a:extLst>
                <a:ext uri="{FF2B5EF4-FFF2-40B4-BE49-F238E27FC236}">
                  <ns2:creationId id="{E21C1BF0-0AF6-D034-00C3-05FE3918885F}"/>
                </a:ext>
              </a:extLst>
            </p:cNvPr>
            <p:cNvSpPr/>
            <p:nvPr/>
          </p:nvSpPr>
          <p:spPr>
            <a:xfrm>
              <a:off x="990601" y="2698195"/>
              <a:ext cx="2350558" cy="407869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">
              <a:extLst>
                <a:ext uri="{FF2B5EF4-FFF2-40B4-BE49-F238E27FC236}">
                  <ns2:creationId id="{7B370F9D-0147-1089-8FDA-2602682E4B02}"/>
                </a:ext>
              </a:extLst>
            </p:cNvPr>
            <p:cNvSpPr/>
            <p:nvPr/>
          </p:nvSpPr>
          <p:spPr>
            <a:xfrm>
              <a:off x="474661" y="4005668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7">
              <a:extLst>
                <a:ext uri="{FF2B5EF4-FFF2-40B4-BE49-F238E27FC236}">
                  <ns2:creationId id="{1B1CDD83-D276-9C2F-500E-D81D7D33D8E4}"/>
                </a:ext>
              </a:extLst>
            </p:cNvPr>
            <p:cNvSpPr/>
            <p:nvPr/>
          </p:nvSpPr>
          <p:spPr>
            <a:xfrm>
              <a:off x="474661" y="5298632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3" name="コネクタ: カギ線 82">
              <a:extLst>
                <a:ext uri="{FF2B5EF4-FFF2-40B4-BE49-F238E27FC236}">
                  <ns2:creationId id="{5686A768-A0F3-850F-4065-ED2E95648344}"/>
                </a:ext>
              </a:extLst>
            </p:cNvPr>
            <p:cNvCxnSpPr>
              <a:cxnSpLocks/>
              <a:stCxn id="69" idx="3"/>
              <a:endCxn id="8" idx="1"/>
            </p:cNvCxnSpPr>
            <p:nvPr/>
          </p:nvCxnSpPr>
          <p:spPr>
            <a:xfrm flipV="1">
              <a:off x="3435350" y="2170126"/>
              <a:ext cx="515938" cy="530772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コネクタ: カギ線 84">
              <a:extLst>
                <a:ext uri="{FF2B5EF4-FFF2-40B4-BE49-F238E27FC236}">
                  <ns2:creationId id="{6676A157-CD98-FEAD-9175-2C02D29979B0}"/>
                </a:ext>
              </a:extLst>
            </p:cNvPr>
            <p:cNvCxnSpPr>
              <a:cxnSpLocks/>
              <a:stCxn id="74" idx="3"/>
              <a:endCxn id="25" idx="1"/>
            </p:cNvCxnSpPr>
            <p:nvPr/>
          </p:nvCxnSpPr>
          <p:spPr>
            <a:xfrm flipV="1">
              <a:off x="3435350" y="3123326"/>
              <a:ext cx="515938" cy="87053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5FD17BC6-E2D7-B223-497D-A33D19AA6B6C}"/>
                </a:ext>
              </a:extLst>
            </p:cNvPr>
            <p:cNvCxnSpPr>
              <a:cxnSpLocks/>
              <a:stCxn id="78" idx="3"/>
              <a:endCxn id="26" idx="1"/>
            </p:cNvCxnSpPr>
            <p:nvPr/>
          </p:nvCxnSpPr>
          <p:spPr>
            <a:xfrm flipV="1">
              <a:off x="3435350" y="3599926"/>
              <a:ext cx="515938" cy="1686900"/>
            </a:xfrm>
            <a:prstGeom prst="bentConnector3">
              <a:avLst>
                <a:gd name="adj1" fmla="val 68656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正方形/長方形 93">
              <a:extLst>
                <a:ext uri="{FF2B5EF4-FFF2-40B4-BE49-F238E27FC236}">
                  <ns2:creationId id="{44FE729B-185A-E975-7B99-9117D0443448}"/>
                </a:ext>
              </a:extLst>
            </p:cNvPr>
            <p:cNvSpPr/>
            <p:nvPr/>
          </p:nvSpPr>
          <p:spPr>
            <a:xfrm>
              <a:off x="3460221" y="2305492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2BB9F1AF-B62D-4377-4DED-5416186B13D9}"/>
                </a:ext>
              </a:extLst>
            </p:cNvPr>
            <p:cNvSpPr/>
            <p:nvPr/>
          </p:nvSpPr>
          <p:spPr>
            <a:xfrm>
              <a:off x="3460221" y="3150110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7D8286A-ACE8-2889-EDE3-41BB90D66A5A}"/>
                </a:ext>
              </a:extLst>
            </p:cNvPr>
            <p:cNvSpPr/>
            <p:nvPr/>
          </p:nvSpPr>
          <p:spPr>
            <a:xfrm>
              <a:off x="3460221" y="4925806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526781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659327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791874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924420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10569670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0D95BF5D-9E6F-B79F-7F2C-74E3FDFE240C}"/>
                </a:ext>
              </a:extLst>
            </p:cNvPr>
            <p:cNvSpPr/>
            <p:nvPr/>
          </p:nvSpPr>
          <p:spPr>
            <a:xfrm>
              <a:off x="5267811" y="2421126"/>
              <a:ext cx="1287365" cy="6499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E9B4DC58-C36F-51AA-71B0-96DD9E414E85}"/>
                </a:ext>
              </a:extLst>
            </p:cNvPr>
            <p:cNvSpPr/>
            <p:nvPr/>
          </p:nvSpPr>
          <p:spPr>
            <a:xfrm>
              <a:off x="5267811" y="3106065"/>
              <a:ext cx="1287365" cy="4693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68FB3DD0-52AD-FC18-A397-4766B847F8B4}"/>
                </a:ext>
              </a:extLst>
            </p:cNvPr>
            <p:cNvSpPr/>
            <p:nvPr/>
          </p:nvSpPr>
          <p:spPr>
            <a:xfrm>
              <a:off x="6593275" y="2421126"/>
              <a:ext cx="1287365" cy="14044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C3B05F-E7C1-FB0A-E049-03D653A2BBDB}"/>
                </a:ext>
              </a:extLst>
            </p:cNvPr>
            <p:cNvSpPr/>
            <p:nvPr/>
          </p:nvSpPr>
          <p:spPr>
            <a:xfrm>
              <a:off x="6593275" y="3850926"/>
              <a:ext cx="1287365" cy="4511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L 字 19">
              <a:extLst>
                <a:ext uri="{FF2B5EF4-FFF2-40B4-BE49-F238E27FC236}">
                  <ns2:creationId id="{409FC973-FE17-375B-8032-480580941E1E}"/>
                </a:ext>
              </a:extLst>
            </p:cNvPr>
            <p:cNvSpPr/>
            <p:nvPr/>
          </p:nvSpPr>
          <p:spPr>
            <a:xfrm flipV="1">
              <a:off x="7918741" y="2421126"/>
              <a:ext cx="1287365" cy="1404400"/>
            </a:xfrm>
            <a:prstGeom prst="corner">
              <a:avLst>
                <a:gd name="adj1" fmla="val 70387"/>
                <a:gd name="adj2" fmla="val 37504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5846DEAC-37A5-FE0B-FD83-B87D2E8EC158}"/>
                </a:ext>
              </a:extLst>
            </p:cNvPr>
            <p:cNvSpPr/>
            <p:nvPr/>
          </p:nvSpPr>
          <p:spPr>
            <a:xfrm>
              <a:off x="7918741" y="2643886"/>
              <a:ext cx="1287365" cy="5062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A4285800-5A9F-F30A-F6EB-8EBAABEF527E}"/>
                </a:ext>
              </a:extLst>
            </p:cNvPr>
            <p:cNvSpPr/>
            <p:nvPr/>
          </p:nvSpPr>
          <p:spPr>
            <a:xfrm>
              <a:off x="8445500" y="3374326"/>
              <a:ext cx="760606" cy="69766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E807D37-E73F-07B3-36AC-573CE3F6A4D1}"/>
                </a:ext>
              </a:extLst>
            </p:cNvPr>
            <p:cNvSpPr/>
            <p:nvPr/>
          </p:nvSpPr>
          <p:spPr>
            <a:xfrm>
              <a:off x="7918741" y="43275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8E3E8A09-C805-A7BD-CD15-8A9941783C2F}"/>
                </a:ext>
              </a:extLst>
            </p:cNvPr>
            <p:cNvSpPr/>
            <p:nvPr/>
          </p:nvSpPr>
          <p:spPr>
            <a:xfrm>
              <a:off x="9244205" y="24211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C8344C25-4AB0-E1EB-9FE8-EAFD84F6554D}"/>
                </a:ext>
              </a:extLst>
            </p:cNvPr>
            <p:cNvSpPr/>
            <p:nvPr/>
          </p:nvSpPr>
          <p:spPr>
            <a:xfrm>
              <a:off x="9244205" y="3374324"/>
              <a:ext cx="1287365" cy="18810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F97A8D9-1D32-B061-CD44-19ABDFCFA6E2}"/>
                </a:ext>
              </a:extLst>
            </p:cNvPr>
            <p:cNvSpPr/>
            <p:nvPr/>
          </p:nvSpPr>
          <p:spPr>
            <a:xfrm>
              <a:off x="10569670" y="5280726"/>
              <a:ext cx="1287365" cy="451199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" name="直線コネクタ 34">
              <a:extLst>
                <a:ext uri="{FF2B5EF4-FFF2-40B4-BE49-F238E27FC236}">
                  <ns2:creationId id="{FE6FD9E3-15C4-DA61-161D-EB6F8BEA7D6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0620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7B8EBC7F-29E9-8849-B7F4-0899B323CA66}"/>
                </a:ext>
              </a:extLst>
            </p:cNvPr>
            <p:cNvCxnSpPr>
              <a:cxnSpLocks/>
            </p:cNvCxnSpPr>
            <p:nvPr/>
          </p:nvCxnSpPr>
          <p:spPr>
            <a:xfrm>
              <a:off x="922515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ADB5DF2A-4CD4-7555-A361-3F5A163C3EDC}"/>
                </a:ext>
              </a:extLst>
            </p:cNvPr>
            <p:cNvCxnSpPr>
              <a:cxnSpLocks/>
            </p:cNvCxnSpPr>
            <p:nvPr/>
          </p:nvCxnSpPr>
          <p:spPr>
            <a:xfrm>
              <a:off x="7899691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4B68F730-8C20-BBC3-7A5C-B8A6B2B5718F}"/>
                </a:ext>
              </a:extLst>
            </p:cNvPr>
            <p:cNvCxnSpPr>
              <a:cxnSpLocks/>
            </p:cNvCxnSpPr>
            <p:nvPr/>
          </p:nvCxnSpPr>
          <p:spPr>
            <a:xfrm>
              <a:off x="659327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4" name="グラフィックス 43" descr="クリップボード 単色塗りつぶし">
              <a:extLst>
                <a:ext uri="{FF2B5EF4-FFF2-40B4-BE49-F238E27FC236}">
                  <ns2:creationId id="{860C6669-2223-9D63-BDC3-4162CD3D6B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210959" y="1714351"/>
              <a:ext cx="344216" cy="344216"/>
            </a:xfrm>
            <a:prstGeom prst="rect">
              <a:avLst/>
            </a:prstGeom>
          </p:spPr>
        </p:pic>
        <p:pic>
          <p:nvPicPr>
            <p:cNvPr id="45" name="グラフィックス 44" descr="建物 単色塗りつぶし">
              <a:extLst>
                <a:ext uri="{FF2B5EF4-FFF2-40B4-BE49-F238E27FC236}">
                  <ns2:creationId id="{5F5D9073-DDF2-BCDC-7D57-318F3B5204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36424" y="1714351"/>
              <a:ext cx="344216" cy="344216"/>
            </a:xfrm>
            <a:prstGeom prst="rect">
              <a:avLst/>
            </a:prstGeom>
          </p:spPr>
        </p:pic>
        <p:pic>
          <p:nvPicPr>
            <p:cNvPr id="46" name="グラフィックス 45" descr="オフィス ワーカー (男性) 単色塗りつぶし">
              <a:extLst>
                <a:ext uri="{FF2B5EF4-FFF2-40B4-BE49-F238E27FC236}">
                  <ns2:creationId id="{3571811C-0175-6952-83CD-BCB0BEC96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61889" y="1714351"/>
              <a:ext cx="344216" cy="344216"/>
            </a:xfrm>
            <a:prstGeom prst="rect">
              <a:avLst/>
            </a:prstGeom>
          </p:spPr>
        </p:pic>
        <p:pic>
          <p:nvPicPr>
            <p:cNvPr id="47" name="グラフィックス 46" descr="人工知能 単色塗りつぶし">
              <a:extLst>
                <a:ext uri="{FF2B5EF4-FFF2-40B4-BE49-F238E27FC236}">
                  <ns2:creationId id="{2241BD79-52A0-D261-2FF6-48BA9C430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0187354" y="1714351"/>
              <a:ext cx="344216" cy="344216"/>
            </a:xfrm>
            <a:prstGeom prst="rect">
              <a:avLst/>
            </a:prstGeom>
          </p:spPr>
        </p:pic>
        <p:pic>
          <p:nvPicPr>
            <p:cNvPr id="48" name="グラフィックス 47" descr="会議 単色塗りつぶし">
              <a:extLst>
                <a:ext uri="{FF2B5EF4-FFF2-40B4-BE49-F238E27FC236}">
                  <ns2:creationId id="{7C32A9D2-AE11-7898-6060-9443DB9DAE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11512818" y="1714351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802351947"/>
      </p:ext>
    </p:extLst>
  </p:cSld>
  <p:clrMapOvr>
    <a:masterClrMapping/>
  </p:clrMapOvr>
</p:sld>
</file>

<file path=ppt/slides/slide2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50AA1-A30B-32FE-B0F9-CCF7EC08B6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" name="グループ化 13">
            <a:extLst>
              <a:ext uri="{FF2B5EF4-FFF2-40B4-BE49-F238E27FC236}">
                <ns2:creationId id="{D9A8329E-7D04-F0CB-E76D-9319C50F167F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5746FBD4-328E-576C-4FE3-1338EB5F2C29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999AF8F-C03C-0ECB-5FD3-E9E9D8FA31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49E5B636-91D1-40EA-F987-8FD354842FA3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: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712274B6-1077-A601-FDBC-20D172EED40C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8BD35527-A118-48C0-4764-B1C9256C9FD9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84802825-97E3-7A8C-A978-203E6DE7FA9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06A52CD6-0A07-50DB-2B7D-4393934861F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07F6985F-D7C7-F21B-5D70-74633DD47828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318F456B-FA5F-658F-5B3B-5F3865AA1E4B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10BF84C9-0461-095A-F7D8-01E56BDF5691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AD449EB0-757B-538C-B0B4-463D75A4A413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5" name="Text 18">
              <a:extLst>
                <a:ext uri="{FF2B5EF4-FFF2-40B4-BE49-F238E27FC236}">
                  <ns2:creationId id="{A7DCE4C2-4A49-0651-5FCD-B96FCB862B43}"/>
                </a:ext>
              </a:extLst>
            </p:cNvPr>
            <p:cNvSpPr txBox="1"/>
            <p:nvPr/>
          </p:nvSpPr>
          <p:spPr>
            <a:xfrm>
              <a:off x="1625601" y="3129002"/>
              <a:ext cx="1894840" cy="739418"/>
            </a:xfrm>
            <a:prstGeom prst="rect">
              <a:avLst/>
            </a:prstGeom>
            <a:noFill/>
            <a:ln/>
          </p:spPr>
          <p:txBody>
            <a:bodyPr wrap="square" lIns="0" tIns="36000" rIns="0" bIns="0" rtlCol="0" anchor="t"/>
            <a:lstStyle/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8B127558-4F88-6E50-11D8-ED5312D0378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A66A310-9A6B-157B-63BD-2285486D48C4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82F42EE0-6CDD-90FF-DB68-D67E72D40E5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C8C06847-4963-534E-412E-EB674B2CF56F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52B54CD9-D5BF-E7E8-BC44-1F617E1B7FA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12016968-2BEC-D4A2-986C-C387816FFCA9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A3B306B9-1FD4-B3A0-35C6-27B5FF82C2F9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C1A48920-2893-0F7E-9D6B-61D0C0C2A017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82D6E953-D89C-A013-921C-AE9C1CF6ABA8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AC27C5EC-200B-2F30-39D8-75808187851A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4F58336C-AC3C-31E4-153E-7D0F03CAEE22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1195176" y="3014711"/>
              <a:ext cx="272679" cy="522127"/>
            </a:xfrm>
            <a:prstGeom prst="homePlate">
              <a:avLst>
                <a:gd name="adj" fmla="val 18206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/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山形 14">
              <a:extLst>
                <a:ext uri="{FF2B5EF4-FFF2-40B4-BE49-F238E27FC236}">
                  <ns2:creationId id="{5170BDBC-4EC2-374C-90B3-7B95935088D5}"/>
                </a:ext>
              </a:extLst>
            </p:cNvPr>
            <p:cNvSpPr/>
            <p:nvPr/>
          </p:nvSpPr>
          <p:spPr>
            <a:xfrm rot="5400000">
              <a:off x="1195176" y="3264453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山形 14">
              <a:extLst>
                <a:ext uri="{FF2B5EF4-FFF2-40B4-BE49-F238E27FC236}">
                  <ns2:creationId id="{F22358EB-9CB5-2834-A745-27193ADD534E}"/>
                </a:ext>
              </a:extLst>
            </p:cNvPr>
            <p:cNvSpPr/>
            <p:nvPr/>
          </p:nvSpPr>
          <p:spPr>
            <a:xfrm rot="5400000">
              <a:off x="1195176" y="3514196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E8DC513F-67D1-52DD-D32A-4B7E2BBAFAD2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3D9EAE78-C835-E8BA-5A01-1965F8FE87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10B0BAA-5488-ED69-4884-C6D284C333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00A711A4-7452-9A57-1714-909F22DE2F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54841090-105D-CA3B-C5CD-B720BBC6EA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グループ化 35">
              <a:extLst>
                <a:ext uri="{FF2B5EF4-FFF2-40B4-BE49-F238E27FC236}">
                  <ns2:creationId id="{28E8F5CE-3BA5-F1E9-F594-53AA5A0735E3}"/>
                </a:ext>
              </a:extLst>
            </p:cNvPr>
            <p:cNvGrpSpPr/>
            <p:nvPr/>
          </p:nvGrpSpPr>
          <p:grpSpPr>
            <a:xfrm>
              <a:off x="334963" y="5101456"/>
              <a:ext cx="11525124" cy="1207269"/>
              <a:chOff x="334963" y="5101456"/>
              <a:chExt cx="11525124" cy="1207269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E5B83749-8363-347D-609F-06463BA86E05}"/>
                  </a:ext>
                </a:extLst>
              </p:cNvPr>
              <p:cNvSpPr/>
              <p:nvPr/>
            </p:nvSpPr>
            <p:spPr>
              <a:xfrm>
                <a:off x="334963" y="5101456"/>
                <a:ext cx="599757" cy="12072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62" name="グループ化 161">
                <a:extLst>
                  <a:ext uri="{FF2B5EF4-FFF2-40B4-BE49-F238E27FC236}">
                    <ns2:creationId id="{341637BD-8C1A-AA0F-763A-4922FABFC655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6947F65C-F6DF-0BF0-34AA-734F4D33521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E7467896-6BDD-1517-2B7A-BA515356191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3B03B05E-1F73-80D4-EC13-3310A2B3325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E0651C40-1D54-12C5-C356-DCF3F584C829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E4705A14-2246-4E28-D420-9E9F4027170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E74C163B-9B79-9F25-FFEE-8182D2BE19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905FDE7E-1756-942A-2C92-89DA2301DFD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9DCA373D-6757-783C-6D65-B0DEFDB819E7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3EE0647E-316A-B1DD-EBF7-510C2E68DC05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09" name="グループ化 208">
                <a:extLst>
                  <a:ext uri="{FF2B5EF4-FFF2-40B4-BE49-F238E27FC236}">
                    <ns2:creationId id="{67FFA08F-8047-6B60-A247-F699FBD020D7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B4817831-A443-59C5-CC6F-A9CB6F9200C7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B910E80C-086F-0251-DB83-BDDD24654BE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/</a:t>
                    </a:r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02990A4F-C689-E83A-F735-D615278DC23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dirty="0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5" name="正方形/長方形 224">
                    <a:extLst>
                      <a:ext uri="{FF2B5EF4-FFF2-40B4-BE49-F238E27FC236}">
                        <ns2:creationId id="{4974D9A5-713E-8128-F492-93960E020FA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D1287DEA-C139-EB28-F872-F59E70CC10E0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15" name="正方形/長方形 214">
                    <a:extLst>
                      <a:ext uri="{FF2B5EF4-FFF2-40B4-BE49-F238E27FC236}">
                        <ns2:creationId id="{0E658434-9E43-80A9-5239-76FFCF2886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217" name="正方形/長方形 216">
                    <a:extLst>
                      <a:ext uri="{FF2B5EF4-FFF2-40B4-BE49-F238E27FC236}">
                        <ns2:creationId id="{4ADA5A50-A011-3BED-37D0-280B4311E04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19" name="正方形/長方形 218">
                    <a:extLst>
                      <a:ext uri="{FF2B5EF4-FFF2-40B4-BE49-F238E27FC236}">
                        <ns2:creationId id="{61D64A2C-D96A-AF31-EB06-256F673A6FE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7C019C26-9C29-B0D8-EF92-37980B32F5B1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 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(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286" name="正方形/長方形 285">
                <a:extLst>
                  <a:ext uri="{FF2B5EF4-FFF2-40B4-BE49-F238E27FC236}">
                    <ns2:creationId id="{F34CE82C-1848-F7E1-900D-6849DCC0210F}"/>
                  </a:ext>
                </a:extLst>
              </p:cNvPr>
              <p:cNvSpPr/>
              <p:nvPr/>
            </p:nvSpPr>
            <p:spPr>
              <a:xfrm>
                <a:off x="6531708" y="5786333"/>
                <a:ext cx="966470" cy="5223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27CAEE37-28F6-4B58-21C2-D46F5C4ABB1B}"/>
                  </a:ext>
                </a:extLst>
              </p:cNvPr>
              <p:cNvSpPr/>
              <p:nvPr/>
            </p:nvSpPr>
            <p:spPr>
              <a:xfrm>
                <a:off x="7722544" y="5786333"/>
                <a:ext cx="1377147" cy="21639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99" name="グループ化 298">
                <a:extLst>
                  <a:ext uri="{FF2B5EF4-FFF2-40B4-BE49-F238E27FC236}">
                    <ns2:creationId id="{55749F3D-170E-2021-DCEF-1BEFBB9E24BE}"/>
                  </a:ext>
                </a:extLst>
              </p:cNvPr>
              <p:cNvGrpSpPr/>
              <p:nvPr/>
            </p:nvGrpSpPr>
            <p:grpSpPr>
              <a:xfrm>
                <a:off x="6531708" y="5112903"/>
                <a:ext cx="2567983" cy="65143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79D0372F-3AB4-579B-DE65-D2EEF4640B45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92087E48-5C3E-3044-F2A3-9B8B1A4D2BD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848FCC9B-1D1F-DC2F-576E-BF8689A13580}"/>
                    </a:ext>
                  </a:extLst>
                </p:cNvPr>
                <p:cNvSpPr/>
                <p:nvPr/>
              </p:nvSpPr>
              <p:spPr>
                <a:xfrm>
                  <a:off x="7525964" y="5112903"/>
                  <a:ext cx="179196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75F7631C-DF96-2ED8-09B5-75A60B4D15E2}"/>
                    </a:ext>
                  </a:extLst>
                </p:cNvPr>
                <p:cNvSpPr/>
                <p:nvPr/>
              </p:nvSpPr>
              <p:spPr>
                <a:xfrm>
                  <a:off x="7525964" y="5520385"/>
                  <a:ext cx="177163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2AECB7BB-B290-5510-4B17-24B75E644BCD}"/>
                    </a:ext>
                  </a:extLst>
                </p:cNvPr>
                <p:cNvSpPr/>
                <p:nvPr/>
              </p:nvSpPr>
              <p:spPr>
                <a:xfrm>
                  <a:off x="7723560" y="5112903"/>
                  <a:ext cx="1376131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ABEBD834-EC75-FDF4-7378-B479F482B083}"/>
                    </a:ext>
                  </a:extLst>
                </p:cNvPr>
                <p:cNvSpPr/>
                <p:nvPr/>
              </p:nvSpPr>
              <p:spPr>
                <a:xfrm>
                  <a:off x="7722545" y="5520385"/>
                  <a:ext cx="1375115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7" name="グループ化 286">
                <a:extLst>
                  <a:ext uri="{FF2B5EF4-FFF2-40B4-BE49-F238E27FC236}">
                    <ns2:creationId id="{B2006B95-1CAE-A50C-644D-D8940B71B13A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1195822"/>
                <a:chOff x="1010920" y="5112903"/>
                <a:chExt cx="2567985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3313F628-A2B2-A2FD-4F5E-D9030A0CCDD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FCB16C62-92BE-C81F-988D-D2209542258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0E279C3-D3DB-CABA-E73C-0F46E33F5C4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D9C9A09A-18C7-B703-E1DF-C56B497C733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E718DA4-3C4B-0BA7-3BB5-D1AD12F25C4E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1195822"/>
                  <a:chOff x="1010144" y="5112903"/>
                  <a:chExt cx="967246" cy="985169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266963A8-B808-3715-3872-B015FCE6A2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2" name="正方形/長方形 291">
                    <a:extLst>
                      <a:ext uri="{FF2B5EF4-FFF2-40B4-BE49-F238E27FC236}">
                        <ns2:creationId id="{81911658-A2EE-204F-0EB4-4FDAF7F95BB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C11BBFE7-085D-A587-D32A-25F63CEA88B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300" name="正方形/長方形 299">
                <a:extLst>
                  <a:ext uri="{FF2B5EF4-FFF2-40B4-BE49-F238E27FC236}">
                    <ns2:creationId id="{F539057A-AA0B-BDFC-FAC3-598A7E189729}"/>
                  </a:ext>
                </a:extLst>
              </p:cNvPr>
              <p:cNvSpPr/>
              <p:nvPr/>
            </p:nvSpPr>
            <p:spPr>
              <a:xfrm>
                <a:off x="7525965" y="6020859"/>
                <a:ext cx="1573728" cy="28786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DD74A100-2B10-4331-0B0F-69639F735606}"/>
                  </a:ext>
                </a:extLst>
              </p:cNvPr>
              <p:cNvSpPr/>
              <p:nvPr/>
            </p:nvSpPr>
            <p:spPr>
              <a:xfrm>
                <a:off x="7525965" y="5786333"/>
                <a:ext cx="177162" cy="21639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" name="グループ化 22">
                <a:extLst>
                  <a:ext uri="{FF2B5EF4-FFF2-40B4-BE49-F238E27FC236}">
                    <ns2:creationId id="{5E6D8FBC-CAFF-B7EF-3044-0A3F601A7858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9E92EFA2-0B7B-385E-3400-A8EFD80CBD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D54416E7-0F7E-BCC1-9415-CC52DEA12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" name="グループ化 23">
                <a:extLst>
                  <a:ext uri="{FF2B5EF4-FFF2-40B4-BE49-F238E27FC236}">
                    <ns2:creationId id="{A0980865-5854-E537-87C3-FC6999198E45}"/>
                  </a:ext>
                </a:extLst>
              </p:cNvPr>
              <p:cNvGrpSpPr/>
              <p:nvPr/>
            </p:nvGrpSpPr>
            <p:grpSpPr>
              <a:xfrm>
                <a:off x="4766098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5" name="直線コネクタ 24">
                  <a:extLst>
                    <a:ext uri="{FF2B5EF4-FFF2-40B4-BE49-F238E27FC236}">
                      <ns2:creationId id="{BC276CC5-4CBA-A9E8-5D7A-20EBC943EC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コネクタ 25">
                  <a:extLst>
                    <a:ext uri="{FF2B5EF4-FFF2-40B4-BE49-F238E27FC236}">
                      <ns2:creationId id="{AF6E3466-512B-AF14-6E5E-FD059D842A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" name="グループ化 26">
                <a:extLst>
                  <a:ext uri="{FF2B5EF4-FFF2-40B4-BE49-F238E27FC236}">
                    <ns2:creationId id="{C9CB1CB2-B9EF-7969-BE8A-DC1B71422409}"/>
                  </a:ext>
                </a:extLst>
              </p:cNvPr>
              <p:cNvGrpSpPr/>
              <p:nvPr/>
            </p:nvGrpSpPr>
            <p:grpSpPr>
              <a:xfrm>
                <a:off x="10286887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D6D8FCB1-A3D4-BA34-F43A-219FF76B7A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153B90F-1F19-89DD-7DED-DD4ACCBA63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グループ化 30">
                <a:extLst>
                  <a:ext uri="{FF2B5EF4-FFF2-40B4-BE49-F238E27FC236}">
                    <ns2:creationId id="{4096A1E9-5FB1-DD1E-0613-D9742BE0F8A3}"/>
                  </a:ext>
                </a:extLst>
              </p:cNvPr>
              <p:cNvGrpSpPr/>
              <p:nvPr/>
            </p:nvGrpSpPr>
            <p:grpSpPr>
              <a:xfrm>
                <a:off x="7526491" y="5437140"/>
                <a:ext cx="1573200" cy="336738"/>
                <a:chOff x="2005176" y="5417330"/>
                <a:chExt cx="1573200" cy="336738"/>
              </a:xfrm>
            </p:grpSpPr>
            <p:cxnSp>
              <p:nvCxnSpPr>
                <p:cNvPr id="32" name="直線コネクタ 31">
                  <a:extLst>
                    <a:ext uri="{FF2B5EF4-FFF2-40B4-BE49-F238E27FC236}">
                      <ns2:creationId id="{07E0D8DF-C29C-17EA-D7C2-EFE47BF35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41733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線コネクタ 32">
                  <a:extLst>
                    <a:ext uri="{FF2B5EF4-FFF2-40B4-BE49-F238E27FC236}">
                      <ns2:creationId id="{424CF7FA-5BEE-24F3-85BA-8EC866E845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754068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" name="グループ化 48">
              <a:extLst>
                <a:ext uri="{FF2B5EF4-FFF2-40B4-BE49-F238E27FC236}">
                  <ns2:creationId id="{612C863B-8829-AC29-2694-145DF0183B7E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AC8A1BBC-994F-E29F-608D-CEC96596460E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547940FD-5EDE-8C16-CE14-7EA713B442D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E0C89A45-4643-6820-4F1E-BA0F2CDCE6AD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DE2222F2-FB81-9079-D0EA-2BA630F728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32CB7368-4E85-EE65-6CD9-FE8586D111F5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D4FF6612-CBF7-8D1B-4DA9-40266C260C9A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66E7D270-C0DF-A9D7-01C1-65DFC0EFD7B9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6AA8D3B8-AF03-B430-7E5A-135742CE60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F0FF9C2A-A7EC-F228-A2ED-DDA01FA8B028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C5083E9F-F388-D9C6-0D0C-990545C3512F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11EB3529-7A50-DE47-DF81-8E7A7E8E7017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E6E3DEF3-BF6C-3271-BC34-99A7DF09387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9888C79E-50AD-981A-226C-09C4BFEBF898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89E9DB34-657C-230F-F3A2-B201027FA711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5F7FE02C-2DDD-4411-8D23-196A15C26CB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7AA81893-C7DD-3ADF-7717-21CF00B7DF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39" name="グラフィックス 38" descr="切断 単色塗りつぶし">
                <a:extLst>
                  <a:ext uri="{FF2B5EF4-FFF2-40B4-BE49-F238E27FC236}">
                    <ns2:creationId id="{F9FBCD7A-61BD-C08F-B4F1-298C2618B3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ユーザー 単色塗りつぶし">
                <a:extLst>
                  <a:ext uri="{FF2B5EF4-FFF2-40B4-BE49-F238E27FC236}">
                    <ns2:creationId id="{44366CBA-6FB9-BC8F-DBAE-37E80A25E0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名案 単色塗りつぶし">
                <a:extLst>
                  <a:ext uri="{FF2B5EF4-FFF2-40B4-BE49-F238E27FC236}">
                    <ns2:creationId id="{41E7B5FC-98E0-0B47-AEB1-9ABD77CAAD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筋骨たくましい腕 単色塗りつぶし">
                <a:extLst>
                  <a:ext uri="{FF2B5EF4-FFF2-40B4-BE49-F238E27FC236}">
                    <ns2:creationId id="{7CD7F0F8-EEA6-91D5-E315-7A95BE8B95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29952903"/>
      </p:ext>
    </p:extLst>
  </p:cSld>
  <p:clrMapOvr>
    <a:masterClrMapping/>
  </p:clrMapOvr>
</p:sld>
</file>

<file path=ppt/slides/slide2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A9337E0-FDFA-57FA-AF18-79722C4AC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F547C65-3FDD-BBCA-1D99-C545EDDEE8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4F89228B-EFBB-9664-2573-77CB47BB44A5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EC3167C5-9FBD-4B8B-DC33-30AAAC5D1B31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17BE411-8DBD-DD75-FA52-8E21A683576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24DDF55-908C-D5DC-1BCF-3B16670970E1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C388EFF-60F0-02DE-5404-BA290D59BED4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813054D-965A-D043-9A78-2D46C1FBE752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10263750-E73E-0F26-67AC-A89808CC379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。</a:t>
              </a:r>
              <a:endParaRPr lang="en-US" sz="1000" dirty="0"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B587C0BE-07EF-C301-D452-CB9D1E22BD17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B300EFED-DEB7-508B-F644-4FD6A5AEE157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BEA14648-4533-0DC8-4F61-9983F9CB5284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C617C193-5426-C5DC-382F-ED8B4F59ECAF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3B07D7E8-6FA8-DAF9-9E1B-CB2EAAE570C9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DCA0879F-91AD-EDCD-3A82-131241B78B48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4F2DB84F-9A41-67EE-FFB2-064C4C9F2A56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4707604A-FF85-AF50-9A91-DA0EB687F1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C822229D-DB1A-9098-39B7-59AFF91124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9E705C20-B41A-09DC-1289-FAD07E9760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1A33E544-4A6A-99EB-4B40-E92D97D7CF3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" name="正方形/長方形 41">
              <a:extLst>
                <a:ext uri="{FF2B5EF4-FFF2-40B4-BE49-F238E27FC236}">
                  <ns2:creationId id="{0A9AA32E-CDC2-0165-91B0-63019BA6C82A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31" name="グループ化 230">
              <a:extLst>
                <a:ext uri="{FF2B5EF4-FFF2-40B4-BE49-F238E27FC236}">
                  <ns2:creationId id="{61E262CC-7446-B4D7-0433-B68340AB5CB7}"/>
                </a:ext>
              </a:extLst>
            </p:cNvPr>
            <p:cNvGrpSpPr/>
            <p:nvPr/>
          </p:nvGrpSpPr>
          <p:grpSpPr>
            <a:xfrm>
              <a:off x="1010920" y="5112903"/>
              <a:ext cx="2567984" cy="1195822"/>
              <a:chOff x="1010920" y="5112903"/>
              <a:chExt cx="2567984" cy="1195822"/>
            </a:xfrm>
          </p:grpSpPr>
          <p:grpSp>
            <p:nvGrpSpPr>
              <p:cNvPr id="162" name="グループ化 161">
                <a:extLst>
                  <a:ext uri="{FF2B5EF4-FFF2-40B4-BE49-F238E27FC236}">
                    <ns2:creationId id="{23B614E8-8369-8D64-C93C-F332A549983C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2F3AF6CF-B412-569B-8436-B54C031C647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5F9BD37F-FFFC-3FB0-180D-0901665266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F5CB7DC4-F148-99B6-1CAB-4905A61AD5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81760E0E-78C5-88A8-62BE-5740E86290F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B53C3093-5435-0D9F-0BBD-CCCF5339255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3E4DC846-8257-3DD8-8501-07E8C7A2021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  <a:alpha val="5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>
                        <a:solidFill>
                          <a:schemeClr val="tx1"/>
                        </a:solidFill>
                        <a:latin typeface="+mn-ea"/>
                      </a:rPr>
                      <a:t>KGI</a:t>
                    </a:r>
                    <a:endParaRPr lang="ja-JP" alt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EE08ACB7-DA55-48C3-5E46-D7BF67F250D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51311620-A1B6-AAD7-A32A-1498F02230C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4000B3F2-A0D5-6BFF-BDCE-E59D3313029B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grpSp>
            <p:nvGrpSpPr>
              <p:cNvPr id="23" name="グループ化 22">
                <a:extLst>
                  <a:ext uri="{FF2B5EF4-FFF2-40B4-BE49-F238E27FC236}">
                    <ns2:creationId id="{DFD614C8-6834-59C3-630E-B44C598BFDB2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603EE802-E117-C7B3-5201-BA180AC49B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B9BA2449-399F-4E6E-9060-6FF9DCA1A2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2" name="グループ化 251">
              <a:extLst>
                <a:ext uri="{FF2B5EF4-FFF2-40B4-BE49-F238E27FC236}">
                  <ns2:creationId id="{8408E44F-2F99-F53F-100E-5A2C69C7A116}"/>
                </a:ext>
              </a:extLst>
            </p:cNvPr>
            <p:cNvGrpSpPr/>
            <p:nvPr/>
          </p:nvGrpSpPr>
          <p:grpSpPr>
            <a:xfrm>
              <a:off x="3771314" y="5112902"/>
              <a:ext cx="2567984" cy="1195815"/>
              <a:chOff x="3771314" y="5112903"/>
              <a:chExt cx="2567984" cy="788340"/>
            </a:xfrm>
          </p:grpSpPr>
          <p:grpSp>
            <p:nvGrpSpPr>
              <p:cNvPr id="209" name="グループ化 208">
                <a:extLst>
                  <a:ext uri="{FF2B5EF4-FFF2-40B4-BE49-F238E27FC236}">
                    <ns2:creationId id="{5AC744AA-6063-719D-8D70-AD8EC26548CA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77659DF6-7401-F2EE-58F1-143C61FA2B88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E2666EEC-0439-8506-329A-0E20AD03DAB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F836AB5F-393F-2914-BFB4-22EA4F4F634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2B5016C8-A6C9-8266-C61F-C3F46102BA5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2B18446F-25CF-9DA2-FBB4-4B94CA2B1AC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A47D8382-9023-27D5-5C4E-CA5238B2BDA7}"/>
                      </a:ext>
                    </a:extLst>
                  </p:cNvPr>
                  <p:cNvSpPr/>
                  <p:nvPr/>
                </p:nvSpPr>
                <p:spPr>
                  <a:xfrm>
                    <a:off x="1011374" y="5112903"/>
                    <a:ext cx="96601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altLang="ja-JP" sz="850" dirty="0">
                      <a:solidFill>
                        <a:schemeClr val="tx1"/>
                      </a:solidFill>
                      <a:latin typeface="+mn-ea"/>
                    </a:endParaRP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4AC45D06-388B-D64C-CF3C-8C34ED09A0F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66098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" name="グループ化 195">
              <a:extLst>
                <a:ext uri="{FF2B5EF4-FFF2-40B4-BE49-F238E27FC236}">
                  <ns2:creationId id="{500B1A39-A94E-2807-9E36-AC42D7246DAB}"/>
                </a:ext>
              </a:extLst>
            </p:cNvPr>
            <p:cNvGrpSpPr/>
            <p:nvPr/>
          </p:nvGrpSpPr>
          <p:grpSpPr>
            <a:xfrm>
              <a:off x="9292102" y="5112902"/>
              <a:ext cx="2567985" cy="1195813"/>
              <a:chOff x="9292102" y="5112903"/>
              <a:chExt cx="2567985" cy="78834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E06119CC-553A-2EDA-8EE6-D19E2A305540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D583F796-17F1-6774-0488-89C592BCF344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1B693F5C-9546-0EFF-1073-7E4E2639ECEE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C72CB50-C75B-2005-7076-AD26B70B9506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3448AAD-519F-625D-712A-94BCA144F033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3B7BFB8C-DDA4-E87A-D836-FBF14496FBB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3F12299A-28FC-C44F-2747-FA3F83AB140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EB50E3C9-470F-075B-45F1-36BC432D9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286887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グループ化 48">
              <a:extLst>
                <a:ext uri="{FF2B5EF4-FFF2-40B4-BE49-F238E27FC236}">
                  <ns2:creationId id="{2C47E569-DD78-175A-9B7B-DA9567E6F2B3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78DEC186-425D-8325-62C4-178A31380784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78BE057F-08B8-BB3F-6F4E-3F7E5E2BBED7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C4FCC9DB-1CFB-2A66-514A-AB26ED0A1A32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FEB182C6-7387-BF33-8AD2-410DA7867D9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DDE433BF-0397-5CFE-B0CA-CA6FDA180A84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1015A046-F54C-9768-A956-C70F8FF3582D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B2DC6D7E-06F9-23C0-8F27-B58274F228E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B550D06D-B863-96DF-1E7B-434E47973C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097B186F-41CA-049E-16FA-A4E353585B29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3A982E77-4F40-2BC5-F164-2C254C8CCF4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7F8C4C3E-9626-686C-6F6C-E1D3E4DA5865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B4A4DC04-5F67-F15E-C71C-BB9A9F95C29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8DDB1547-5E0E-1A03-CF6C-D6381D1BC3E5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D1D1B415-DBFF-12CE-979D-647C107CE4E9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8A0DC92C-32C3-7E08-A713-444EB6C3C631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6243C97B-78DD-F578-D625-4FE7F6D27F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39" name="グラフィックス 38" descr="矢印付きの円 単色塗りつぶし">
                <a:extLst>
                  <a:ext uri="{FF2B5EF4-FFF2-40B4-BE49-F238E27FC236}">
                    <ns2:creationId id="{3D316FF0-1809-5338-B146-31D7BF8BE8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時計 単色塗りつぶし">
                <a:extLst>
                  <a:ext uri="{FF2B5EF4-FFF2-40B4-BE49-F238E27FC236}">
                    <ns2:creationId id="{B7E960D4-93B5-425F-BD4B-79DB6A5E9A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風 単色塗りつぶし">
                <a:extLst>
                  <a:ext uri="{FF2B5EF4-FFF2-40B4-BE49-F238E27FC236}">
                    <ns2:creationId id="{CEE9D516-3491-8776-8170-9637AF3446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的中 単色塗りつぶし">
                <a:extLst>
                  <a:ext uri="{FF2B5EF4-FFF2-40B4-BE49-F238E27FC236}">
                    <ns2:creationId id="{675BDB27-D6B2-5A3A-BDD4-EDA0483ADF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86" name="グループ化 185">
              <a:extLst>
                <a:ext uri="{FF2B5EF4-FFF2-40B4-BE49-F238E27FC236}">
                  <ns2:creationId id="{B65D3842-B1EE-E54F-387A-F3E6C243B65E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187" name="Text 118">
                <a:extLst>
                  <a:ext uri="{FF2B5EF4-FFF2-40B4-BE49-F238E27FC236}">
                    <ns2:creationId id="{F1816BBE-7803-A067-BFC8-2E3073CED6DE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88" name="Shape 119">
                <a:extLst>
                  <a:ext uri="{FF2B5EF4-FFF2-40B4-BE49-F238E27FC236}">
                    <ns2:creationId id="{346D0DB3-35EC-1356-AA5D-78322CCE4791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89" name="Text 120">
                <a:extLst>
                  <a:ext uri="{FF2B5EF4-FFF2-40B4-BE49-F238E27FC236}">
                    <ns2:creationId id="{8861580B-A36C-5D4F-5DE8-EB2D5FA1474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0" name="Shape 121">
                <a:extLst>
                  <a:ext uri="{FF2B5EF4-FFF2-40B4-BE49-F238E27FC236}">
                    <ns2:creationId id="{D5C82D6D-7F2E-CF18-6609-704E8ABDC10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191" name="Text 122">
                <a:extLst>
                  <a:ext uri="{FF2B5EF4-FFF2-40B4-BE49-F238E27FC236}">
                    <ns2:creationId id="{D73C70E6-AF33-CC6B-EC46-7B66FE28729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2" name="Shape 123">
                <a:extLst>
                  <a:ext uri="{FF2B5EF4-FFF2-40B4-BE49-F238E27FC236}">
                    <ns2:creationId id="{DA920206-C360-2020-3E3E-D0B5D2EB1133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3" name="Text 124">
                <a:extLst>
                  <a:ext uri="{FF2B5EF4-FFF2-40B4-BE49-F238E27FC236}">
                    <ns2:creationId id="{1C5B349C-986D-9FEC-4468-492675CECDB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4" name="Shape 125">
                <a:extLst>
                  <a:ext uri="{FF2B5EF4-FFF2-40B4-BE49-F238E27FC236}">
                    <ns2:creationId id="{4282703D-B5B1-2A61-81FD-345C486BD563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5" name="Text 126">
                <a:extLst>
                  <a:ext uri="{FF2B5EF4-FFF2-40B4-BE49-F238E27FC236}">
                    <ns2:creationId id="{B78C4770-7062-6CA5-DF3C-FCF3DA082D84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grpSp>
          <p:nvGrpSpPr>
            <p:cNvPr id="237" name="グループ化 236">
              <a:extLst>
                <a:ext uri="{FF2B5EF4-FFF2-40B4-BE49-F238E27FC236}">
                  <ns2:creationId id="{AD9D5F57-53AB-0897-8A64-664B4FEB30D5}"/>
                </a:ext>
              </a:extLst>
            </p:cNvPr>
            <p:cNvGrpSpPr/>
            <p:nvPr/>
          </p:nvGrpSpPr>
          <p:grpSpPr>
            <a:xfrm>
              <a:off x="6532724" y="5112904"/>
              <a:ext cx="966470" cy="1195821"/>
              <a:chOff x="1010920" y="5112903"/>
              <a:chExt cx="966470" cy="985168"/>
            </a:xfrm>
            <a:solidFill>
              <a:schemeClr val="bg1">
                <a:lumMod val="85000"/>
              </a:schemeClr>
            </a:solidFill>
          </p:grpSpPr>
          <p:sp>
            <p:nvSpPr>
              <p:cNvPr id="243" name="正方形/長方形 242">
                <a:extLst>
                  <a:ext uri="{FF2B5EF4-FFF2-40B4-BE49-F238E27FC236}">
                    <ns2:creationId id="{8A99A276-109F-4A9B-B555-880DC92BCA94}"/>
                  </a:ext>
                </a:extLst>
              </p:cNvPr>
              <p:cNvSpPr/>
              <p:nvPr/>
            </p:nvSpPr>
            <p:spPr>
              <a:xfrm>
                <a:off x="1010920" y="5112903"/>
                <a:ext cx="966470" cy="21354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E6FF45DA-FD38-C422-CA2E-122E4C03025D}"/>
                  </a:ext>
                </a:extLst>
              </p:cNvPr>
              <p:cNvSpPr/>
              <p:nvPr/>
            </p:nvSpPr>
            <p:spPr>
              <a:xfrm>
                <a:off x="1160936" y="5348159"/>
                <a:ext cx="816454" cy="2228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9E99218-0951-9E8B-78F4-ECBCD23286B8}"/>
                  </a:ext>
                </a:extLst>
              </p:cNvPr>
              <p:cNvSpPr/>
              <p:nvPr/>
            </p:nvSpPr>
            <p:spPr>
              <a:xfrm>
                <a:off x="1160936" y="5596490"/>
                <a:ext cx="816454" cy="50158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238" name="グループ化 237">
              <a:extLst>
                <a:ext uri="{FF2B5EF4-FFF2-40B4-BE49-F238E27FC236}">
                  <ns2:creationId id="{6B59CE32-73FD-0320-0403-852982FD4604}"/>
                </a:ext>
              </a:extLst>
            </p:cNvPr>
            <p:cNvGrpSpPr/>
            <p:nvPr/>
          </p:nvGrpSpPr>
          <p:grpSpPr>
            <a:xfrm>
              <a:off x="7526980" y="5112891"/>
              <a:ext cx="1573728" cy="1195833"/>
              <a:chOff x="1010920" y="5112904"/>
              <a:chExt cx="966470" cy="985180"/>
            </a:xfrm>
            <a:solidFill>
              <a:schemeClr val="bg1">
                <a:lumMod val="85000"/>
              </a:schemeClr>
            </a:solidFill>
          </p:grpSpPr>
          <p:sp>
            <p:nvSpPr>
              <p:cNvPr id="239" name="正方形/長方形 238">
                <a:extLst>
                  <a:ext uri="{FF2B5EF4-FFF2-40B4-BE49-F238E27FC236}">
                    <ns2:creationId id="{C9D9CDB3-4C75-195D-512A-55C12FC91D18}"/>
                  </a:ext>
                </a:extLst>
              </p:cNvPr>
              <p:cNvSpPr/>
              <p:nvPr/>
            </p:nvSpPr>
            <p:spPr>
              <a:xfrm>
                <a:off x="1010920" y="5112904"/>
                <a:ext cx="110049" cy="213545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KGI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30BF7162-1E9A-7B9C-DBA2-35B4320A69FF}"/>
                  </a:ext>
                </a:extLst>
              </p:cNvPr>
              <p:cNvSpPr/>
              <p:nvPr/>
            </p:nvSpPr>
            <p:spPr>
              <a:xfrm>
                <a:off x="1010920" y="5348162"/>
                <a:ext cx="966470" cy="2228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C503B0EB-62D5-A609-6A6C-2E64888B5A3C}"/>
                  </a:ext>
                </a:extLst>
              </p:cNvPr>
              <p:cNvSpPr/>
              <p:nvPr/>
            </p:nvSpPr>
            <p:spPr>
              <a:xfrm>
                <a:off x="1130052" y="5596499"/>
                <a:ext cx="847338" cy="21354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3F089EF8-FAAE-EE54-C70D-C46E6DC0CD1C}"/>
                  </a:ext>
                </a:extLst>
              </p:cNvPr>
              <p:cNvSpPr/>
              <p:nvPr/>
            </p:nvSpPr>
            <p:spPr>
              <a:xfrm>
                <a:off x="1132269" y="5112904"/>
                <a:ext cx="845120" cy="2135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2DF490BB-9D6B-F610-82B8-2D12DBE9B79C}"/>
                  </a:ext>
                </a:extLst>
              </p:cNvPr>
              <p:cNvSpPr/>
              <p:nvPr/>
            </p:nvSpPr>
            <p:spPr>
              <a:xfrm>
                <a:off x="1010920" y="5596499"/>
                <a:ext cx="110049" cy="213540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23DDC74E-E037-9809-ED85-633A0288F8EF}"/>
                  </a:ext>
                </a:extLst>
              </p:cNvPr>
              <p:cNvSpPr/>
              <p:nvPr/>
            </p:nvSpPr>
            <p:spPr>
              <a:xfrm>
                <a:off x="1010920" y="5828772"/>
                <a:ext cx="965173" cy="2693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35" name="直線コネクタ 234">
              <a:extLst>
                <a:ext uri="{FF2B5EF4-FFF2-40B4-BE49-F238E27FC236}">
                  <ns2:creationId id="{CF4FC3A2-4560-CE3C-D984-20EED4888F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383040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06E6E40C-F298-CC56-E472-CD5403EFA5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683583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コネクタ: カギ線 248">
              <a:extLst>
                <a:ext uri="{FF2B5EF4-FFF2-40B4-BE49-F238E27FC236}">
                  <ns2:creationId id="{AC584537-F66B-46E9-E894-9165F80786F6}"/>
                </a:ext>
              </a:extLst>
            </p:cNvPr>
            <p:cNvCxnSpPr>
              <a:endCxn id="244" idx="1"/>
            </p:cNvCxnSpPr>
            <p:nvPr/>
          </p:nvCxnSpPr>
          <p:spPr>
            <a:xfrm rot="16200000" flipH="1">
              <a:off x="6559662" y="5410631"/>
              <a:ext cx="161612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コネクタ: カギ線 249">
              <a:extLst>
                <a:ext uri="{FF2B5EF4-FFF2-40B4-BE49-F238E27FC236}">
                  <ns2:creationId id="{86FDF35F-65D0-121C-CF88-913C6B4CA425}"/>
                </a:ext>
              </a:extLst>
            </p:cNvPr>
            <p:cNvCxnSpPr>
              <a:cxnSpLocks/>
              <a:endCxn id="245" idx="1"/>
            </p:cNvCxnSpPr>
            <p:nvPr/>
          </p:nvCxnSpPr>
          <p:spPr>
            <a:xfrm rot="16200000" flipH="1">
              <a:off x="6323980" y="5645550"/>
              <a:ext cx="632976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09439858"/>
      </p:ext>
    </p:extLst>
  </p:cSld>
  <p:clrMapOvr>
    <a:masterClrMapping/>
  </p:clrMapOvr>
</p:sld>
</file>

<file path=ppt/slides/slide2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8495DB3-033D-F570-D488-635FD54550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44BC91F-9998-568E-B96F-53DA696BE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912AB49F-8EEF-7A98-37C7-5E866D686EA3}"/>
              </a:ext>
            </a:extLst>
          </p:cNvPr>
          <p:cNvGrpSpPr/>
          <p:nvPr/>
        </p:nvGrpSpPr>
        <p:grpSpPr>
          <a:xfrm>
            <a:off x="334963" y="1158106"/>
            <a:ext cx="11526634" cy="5150619"/>
            <a:chOff x="334963" y="1158106"/>
            <a:chExt cx="11526634" cy="5150619"/>
          </a:xfrm>
        </p:grpSpPr>
        <p:grpSp>
          <p:nvGrpSpPr>
            <p:cNvPr id="6" name="グループ化 5">
              <a:extLst>
                <a:ext uri="{FF2B5EF4-FFF2-40B4-BE49-F238E27FC236}">
                  <ns2:creationId id="{F29C4877-42F6-9ECA-9D50-69E2C2F32E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C5709205-FB1F-BFF1-6380-8D3852AFC4A0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32340999-FAF0-830B-3E15-6BEADAEE4C6B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393211A0-F9C7-C9D1-578F-4397F576C4E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C4E9385C-DE5A-F0E0-685D-C5AA11675B04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67FEAD2E-33B5-AA18-95ED-0AA0C301F935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6E235FB0-687D-4E65-EDB1-EC7744166657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E4AD98F7-D3F9-41FF-EDDA-FD91E7D5248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3556D31A-1FB1-AC02-8929-2DFD8D1B5D5F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2BE76A8D-46D2-7649-EAF0-24FFC2CCDAA7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BF930685-44C6-13D4-6F70-BCAF9D011503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C966B07-08D0-33F1-9F4F-284A352787B7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78DCC33-09BF-8B50-2898-5C5CCF4AC18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23D6CE9-7053-420D-8671-946C0EAEADCB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82DAB0A7-FC2A-E24C-A6BF-192CDF5099C5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8B036ACF-86FF-EEB0-6541-5F526CFDC746}"/>
                </a:ext>
              </a:extLst>
            </p:cNvPr>
            <p:cNvSpPr txBox="1"/>
            <p:nvPr/>
          </p:nvSpPr>
          <p:spPr>
            <a:xfrm>
              <a:off x="7606505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accent5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B394FD44-7CBA-12F6-9160-3D3707BD2C3D}"/>
                </a:ext>
              </a:extLst>
            </p:cNvPr>
            <p:cNvSpPr txBox="1"/>
            <p:nvPr/>
          </p:nvSpPr>
          <p:spPr>
            <a:xfrm>
              <a:off x="7608186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20C334FC-3044-6669-E4DE-809BEEE2E598}"/>
                </a:ext>
              </a:extLst>
            </p:cNvPr>
            <p:cNvSpPr txBox="1"/>
            <p:nvPr/>
          </p:nvSpPr>
          <p:spPr>
            <a:xfrm>
              <a:off x="5406284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1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 (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) 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endParaRPr lang="en-US" sz="95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9F6BD2CA-24B9-464C-C2D4-31D3DDBE4A80}"/>
                </a:ext>
              </a:extLst>
            </p:cNvPr>
            <p:cNvSpPr txBox="1"/>
            <p:nvPr/>
          </p:nvSpPr>
          <p:spPr>
            <a:xfrm>
              <a:off x="5407965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420D107B-0CB8-2C6D-C5B4-C45448F34BEA}"/>
                </a:ext>
              </a:extLst>
            </p:cNvPr>
            <p:cNvSpPr txBox="1"/>
            <p:nvPr/>
          </p:nvSpPr>
          <p:spPr>
            <a:xfrm>
              <a:off x="3206062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36EEA411-EDA2-75BB-5E29-BE11E0E66089}"/>
                </a:ext>
              </a:extLst>
            </p:cNvPr>
            <p:cNvSpPr txBox="1"/>
            <p:nvPr/>
          </p:nvSpPr>
          <p:spPr>
            <a:xfrm>
              <a:off x="3207743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2" name="Text 17">
              <a:extLst>
                <a:ext uri="{FF2B5EF4-FFF2-40B4-BE49-F238E27FC236}">
                  <ns2:creationId id="{5BF0AEAF-A7AD-AFEF-8EA5-3301ABD0F1FE}"/>
                </a:ext>
              </a:extLst>
            </p:cNvPr>
            <p:cNvSpPr txBox="1"/>
            <p:nvPr/>
          </p:nvSpPr>
          <p:spPr>
            <a:xfrm>
              <a:off x="1005840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ADFD7570-C8ED-219F-72AF-2AA0A9383DB9}"/>
                </a:ext>
              </a:extLst>
            </p:cNvPr>
            <p:cNvSpPr txBox="1"/>
            <p:nvPr/>
          </p:nvSpPr>
          <p:spPr>
            <a:xfrm>
              <a:off x="1007521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8" name="Text 85">
              <a:extLst>
                <a:ext uri="{FF2B5EF4-FFF2-40B4-BE49-F238E27FC236}">
                  <ns2:creationId id="{5074F0E5-A025-E51C-9206-4C78C6F19E40}"/>
                </a:ext>
              </a:extLst>
            </p:cNvPr>
            <p:cNvSpPr txBox="1"/>
            <p:nvPr/>
          </p:nvSpPr>
          <p:spPr>
            <a:xfrm>
              <a:off x="9806728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37" name="Text 85">
              <a:extLst>
                <a:ext uri="{FF2B5EF4-FFF2-40B4-BE49-F238E27FC236}">
                  <ns2:creationId id="{7F9BC5BF-083A-F3B0-7BF2-5A53B7884610}"/>
                </a:ext>
              </a:extLst>
            </p:cNvPr>
            <p:cNvSpPr txBox="1"/>
            <p:nvPr/>
          </p:nvSpPr>
          <p:spPr>
            <a:xfrm>
              <a:off x="9808409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290" name="グループ化 289">
              <a:extLst>
                <a:ext uri="{FF2B5EF4-FFF2-40B4-BE49-F238E27FC236}">
                  <ns2:creationId id="{E2750CF3-6EBB-D704-5593-49A6CA5E3B31}"/>
                </a:ext>
              </a:extLst>
            </p:cNvPr>
            <p:cNvGrpSpPr/>
            <p:nvPr/>
          </p:nvGrpSpPr>
          <p:grpSpPr>
            <a:xfrm>
              <a:off x="1009883" y="5112901"/>
              <a:ext cx="10847154" cy="1195823"/>
              <a:chOff x="1009883" y="5112902"/>
              <a:chExt cx="10847154" cy="78840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5A66C4AB-D1A4-B04F-7F39-097DC1C3D975}"/>
                  </a:ext>
                </a:extLst>
              </p:cNvPr>
              <p:cNvGrpSpPr/>
              <p:nvPr/>
            </p:nvGrpSpPr>
            <p:grpSpPr>
              <a:xfrm>
                <a:off x="7612974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E1259E46-703D-4B11-A7A6-96F484D41E6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92EB7EC7-E8AB-A9E8-0260-9E86289AB4B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5C16FC1B-CBE2-D33B-A6C3-557CA4C746C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6F17AC7C-606B-E529-F4CB-B64C65493F97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B02B49E3-A844-E479-54E9-BF73B6F35AA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AB0CF396-09D7-57AA-9B32-89418BABA5E7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3CE06DC2-9CCA-6608-4A3C-DECAF6C4A8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04716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9" name="グループ化 298">
                <a:extLst>
                  <a:ext uri="{FF2B5EF4-FFF2-40B4-BE49-F238E27FC236}">
                    <ns2:creationId id="{4E17C743-F053-872B-D419-263D5C852A5E}"/>
                  </a:ext>
                </a:extLst>
              </p:cNvPr>
              <p:cNvGrpSpPr/>
              <p:nvPr/>
            </p:nvGrpSpPr>
            <p:grpSpPr>
              <a:xfrm>
                <a:off x="5411944" y="5112902"/>
                <a:ext cx="2043838" cy="78840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C7B59123-323F-7ADA-D2C7-149ADFBAA14E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50" b="1" dirty="0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1A12B9DB-E293-7A5D-7E1C-41C9BF22774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50" b="1" dirty="0">
                      <a:solidFill>
                        <a:srgbClr val="008D2D"/>
                      </a:solidFill>
                      <a:latin typeface="+mn-ea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A6BF3700-02AA-A78C-5BC7-F74BD2BC6748}"/>
                    </a:ext>
                  </a:extLst>
                </p:cNvPr>
                <p:cNvSpPr/>
                <p:nvPr/>
              </p:nvSpPr>
              <p:spPr>
                <a:xfrm>
                  <a:off x="7525963" y="5112903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: 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、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F65B9208-DB7E-2441-4FE4-7B443652F0BD}"/>
                    </a:ext>
                  </a:extLst>
                </p:cNvPr>
                <p:cNvSpPr/>
                <p:nvPr/>
              </p:nvSpPr>
              <p:spPr>
                <a:xfrm>
                  <a:off x="7523933" y="5520385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32" name="直線コネクタ 31">
                <a:extLst>
                  <a:ext uri="{FF2B5EF4-FFF2-40B4-BE49-F238E27FC236}">
                    <ns2:creationId id="{E493E377-80C1-4830-9206-ECF8E6C01A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03685" y="543714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09" name="グループ化 208">
                <a:extLst>
                  <a:ext uri="{FF2B5EF4-FFF2-40B4-BE49-F238E27FC236}">
                    <ns2:creationId id="{41E68B9B-DCB2-D544-A229-AE013EBD1B36}"/>
                  </a:ext>
                </a:extLst>
              </p:cNvPr>
              <p:cNvGrpSpPr/>
              <p:nvPr/>
            </p:nvGrpSpPr>
            <p:grpSpPr>
              <a:xfrm>
                <a:off x="3210914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D8A94826-70BD-84E8-E421-C4AF9180BDEC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18335829-0A04-776F-078A-1DC81C3309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9C4A2DB6-7F9B-0754-03E7-F1D5AD06C51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C171C283-5E59-12A4-4267-A9A32FC3E8E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B0B0764E-4C08-2369-EAD4-C21C115F29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40F7D608-A349-BFD1-F5E1-E02CA2A03AEA}"/>
                      </a:ext>
                    </a:extLst>
                  </p:cNvPr>
                  <p:cNvSpPr/>
                  <p:nvPr/>
                </p:nvSpPr>
                <p:spPr>
                  <a:xfrm>
                    <a:off x="1015461" y="5112903"/>
                    <a:ext cx="961928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272499CB-3E41-4BEA-9CF7-DAAD15792E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002655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2" name="グループ化 161">
                <a:extLst>
                  <a:ext uri="{FF2B5EF4-FFF2-40B4-BE49-F238E27FC236}">
                    <ns2:creationId id="{9FF279AC-2431-E16A-4244-869CC7EEEE3C}"/>
                  </a:ext>
                </a:extLst>
              </p:cNvPr>
              <p:cNvGrpSpPr/>
              <p:nvPr/>
            </p:nvGrpSpPr>
            <p:grpSpPr>
              <a:xfrm>
                <a:off x="1009883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D392AE6F-D62B-4CBC-501B-81EEB4B0A740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2DC7B5F8-8E14-95DE-6567-AAD2025AFE1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21D532EB-72FE-2255-799B-95C840AE0EE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A6FE1264-B536-B6B4-ABD5-0EEE2DF0DAC6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54" name="正方形/長方形 153">
                    <a:extLst>
                      <a:ext uri="{FF2B5EF4-FFF2-40B4-BE49-F238E27FC236}">
                        <ns2:creationId id="{3AF68883-883F-927D-F456-0EF2481F6E1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F8CCBFA1-AD89-8396-F306-895BA55432C9}"/>
                      </a:ext>
                    </a:extLst>
                  </p:cNvPr>
                  <p:cNvSpPr/>
                  <p:nvPr/>
                </p:nvSpPr>
                <p:spPr>
                  <a:xfrm>
                    <a:off x="1018984" y="5112903"/>
                    <a:ext cx="95840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19" name="直線コネクタ 18">
                <a:extLst>
                  <a:ext uri="{FF2B5EF4-FFF2-40B4-BE49-F238E27FC236}">
                    <ns2:creationId id="{3EFB7369-7FED-73CC-1A02-CFF3786DAED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01204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グループ化 39">
                <a:extLst>
                  <a:ext uri="{FF2B5EF4-FFF2-40B4-BE49-F238E27FC236}">
                    <ns2:creationId id="{8DCD19D5-2CAE-79A0-BE01-B9F00B8EE3E3}"/>
                  </a:ext>
                </a:extLst>
              </p:cNvPr>
              <p:cNvGrpSpPr/>
              <p:nvPr/>
            </p:nvGrpSpPr>
            <p:grpSpPr>
              <a:xfrm>
                <a:off x="9813197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60" name="グループ化 59">
                  <a:extLst>
                    <a:ext uri="{FF2B5EF4-FFF2-40B4-BE49-F238E27FC236}">
                      <ns2:creationId id="{F8C5C67F-FAFA-05D4-9BA6-AB6536E11E0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67" name="正方形/長方形 66">
                    <a:extLst>
                      <a:ext uri="{FF2B5EF4-FFF2-40B4-BE49-F238E27FC236}">
                        <ns2:creationId id="{D47E2EA8-7E3A-6CF3-E54E-CF547546AC8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68" name="正方形/長方形 67">
                    <a:extLst>
                      <a:ext uri="{FF2B5EF4-FFF2-40B4-BE49-F238E27FC236}">
                        <ns2:creationId id="{8FF267E7-A8B4-217F-3354-56130B13B8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61" name="グループ化 60">
                  <a:extLst>
                    <a:ext uri="{FF2B5EF4-FFF2-40B4-BE49-F238E27FC236}">
                      <ns2:creationId id="{7AAE237E-13F7-07A4-F024-D1E52C12690D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63" name="正方形/長方形 62">
                    <a:extLst>
                      <a:ext uri="{FF2B5EF4-FFF2-40B4-BE49-F238E27FC236}">
                        <ns2:creationId id="{5CCE92E1-1761-E968-3DC7-E4F98EC92554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65" name="正方形/長方形 64">
                    <a:extLst>
                      <a:ext uri="{FF2B5EF4-FFF2-40B4-BE49-F238E27FC236}">
                        <ns2:creationId id="{D6EBE74A-7F93-0CD4-C39E-35886C80BB38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57" name="直線コネクタ 56">
                <a:extLst>
                  <a:ext uri="{FF2B5EF4-FFF2-40B4-BE49-F238E27FC236}">
                    <ns2:creationId id="{A2A39E33-D229-2166-8AC5-401BE9CFD6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604939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9" name="グループ化 278">
              <a:extLst>
                <a:ext uri="{FF2B5EF4-FFF2-40B4-BE49-F238E27FC236}">
                  <ns2:creationId id="{5BEBC27F-1677-164B-7DC6-413B03D632A7}"/>
                </a:ext>
              </a:extLst>
            </p:cNvPr>
            <p:cNvGrpSpPr/>
            <p:nvPr/>
          </p:nvGrpSpPr>
          <p:grpSpPr>
            <a:xfrm>
              <a:off x="1005840" y="1612875"/>
              <a:ext cx="10848770" cy="886485"/>
              <a:chOff x="1005840" y="1612875"/>
              <a:chExt cx="10848770" cy="886485"/>
            </a:xfrm>
          </p:grpSpPr>
          <p:sp>
            <p:nvSpPr>
              <p:cNvPr id="82" name="四角形: 上の 2 つの角を丸める 81">
                <a:extLst>
                  <a:ext uri="{FF2B5EF4-FFF2-40B4-BE49-F238E27FC236}">
                    <ns2:creationId id="{9428530F-CBA5-7403-8A49-1DFD22D13C7A}"/>
                  </a:ext>
                </a:extLst>
              </p:cNvPr>
              <p:cNvSpPr/>
              <p:nvPr/>
            </p:nvSpPr>
            <p:spPr>
              <a:xfrm>
                <a:off x="7606505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四角形: 上の 2 つの角を丸める 65">
                <a:extLst>
                  <a:ext uri="{FF2B5EF4-FFF2-40B4-BE49-F238E27FC236}">
                    <ns2:creationId id="{3CB1E514-F1F8-A5E7-B815-672BA0723537}"/>
                  </a:ext>
                </a:extLst>
              </p:cNvPr>
              <p:cNvSpPr/>
              <p:nvPr/>
            </p:nvSpPr>
            <p:spPr>
              <a:xfrm>
                <a:off x="5406284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0" name="四角形: 上の 2 つの角を丸める 49">
                <a:extLst>
                  <a:ext uri="{FF2B5EF4-FFF2-40B4-BE49-F238E27FC236}">
                    <ns2:creationId id="{4AD0FE44-4A84-EBA7-F7EA-82729FF4F19E}"/>
                  </a:ext>
                </a:extLst>
              </p:cNvPr>
              <p:cNvSpPr/>
              <p:nvPr/>
            </p:nvSpPr>
            <p:spPr>
              <a:xfrm>
                <a:off x="3206062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" name="四角形: 上の 2 つの角を丸める 7">
                <a:extLst>
                  <a:ext uri="{FF2B5EF4-FFF2-40B4-BE49-F238E27FC236}">
                    <ns2:creationId id="{D1F4DB51-39B4-6298-BEC5-402DFF272660}"/>
                  </a:ext>
                </a:extLst>
              </p:cNvPr>
              <p:cNvSpPr/>
              <p:nvPr/>
            </p:nvSpPr>
            <p:spPr>
              <a:xfrm>
                <a:off x="1005840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四角形: 上の 2 つの角を丸める 52">
                <a:extLst>
                  <a:ext uri="{FF2B5EF4-FFF2-40B4-BE49-F238E27FC236}">
                    <ns2:creationId id="{C9451D89-00E3-5C98-F483-1341D2E04432}"/>
                  </a:ext>
                </a:extLst>
              </p:cNvPr>
              <p:cNvSpPr/>
              <p:nvPr/>
            </p:nvSpPr>
            <p:spPr>
              <a:xfrm>
                <a:off x="9806728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80" name="グループ化 79">
                <a:extLst>
                  <a:ext uri="{FF2B5EF4-FFF2-40B4-BE49-F238E27FC236}">
                    <ns2:creationId id="{670C9488-0026-7FB3-0DDD-F0AD324FC90E}"/>
                  </a:ext>
                </a:extLst>
              </p:cNvPr>
              <p:cNvGrpSpPr/>
              <p:nvPr/>
            </p:nvGrpSpPr>
            <p:grpSpPr>
              <a:xfrm>
                <a:off x="159787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73" name="楕円 72">
                  <a:extLst>
                    <a:ext uri="{FF2B5EF4-FFF2-40B4-BE49-F238E27FC236}">
                      <ns2:creationId id="{D2862D20-8A2F-4B5E-B91C-EC3DEA8AAF7E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楕円 75">
                  <a:extLst>
                    <a:ext uri="{FF2B5EF4-FFF2-40B4-BE49-F238E27FC236}">
                      <ns2:creationId id="{DE5E2786-D032-F863-5B3C-854245BACB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9" name="グラフィックス 78" descr="工場 単色塗りつぶし">
                  <a:extLst>
                    <a:ext uri="{FF2B5EF4-FFF2-40B4-BE49-F238E27FC236}">
                      <ns2:creationId id="{AEA14425-3C26-8A55-F82C-0F5A16400B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1" name="グループ化 80">
                <a:extLst>
                  <a:ext uri="{FF2B5EF4-FFF2-40B4-BE49-F238E27FC236}">
                    <ns2:creationId id="{934C04A0-F3AA-8874-6AFA-0B7BE9BF3150}"/>
                  </a:ext>
                </a:extLst>
              </p:cNvPr>
              <p:cNvGrpSpPr/>
              <p:nvPr/>
            </p:nvGrpSpPr>
            <p:grpSpPr>
              <a:xfrm>
                <a:off x="3798816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26BB454E-D969-D627-6DAA-B955382FF37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楕円 83">
                  <a:extLst>
                    <a:ext uri="{FF2B5EF4-FFF2-40B4-BE49-F238E27FC236}">
                      <ns2:creationId id="{3F0C5DC4-FBD3-9ED3-DF76-A2B894199D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85" name="グラフィックス 84" descr="クラウド コンピューティング 単色塗りつぶし">
                  <a:extLst>
                    <a:ext uri="{FF2B5EF4-FFF2-40B4-BE49-F238E27FC236}">
                      <ns2:creationId id="{EFB8BFE0-8D4A-2DBF-13F0-8AE4C57CBC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91139F7E-E97D-12C4-2906-BD585D0AE036}"/>
                  </a:ext>
                </a:extLst>
              </p:cNvPr>
              <p:cNvGrpSpPr/>
              <p:nvPr/>
            </p:nvGrpSpPr>
            <p:grpSpPr>
              <a:xfrm>
                <a:off x="5999759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8" name="楕円 87">
                  <a:extLst>
                    <a:ext uri="{FF2B5EF4-FFF2-40B4-BE49-F238E27FC236}">
                      <ns2:creationId id="{927753F6-36BC-FB60-E5D0-3912A5B5F2C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0" name="楕円 89">
                  <a:extLst>
                    <a:ext uri="{FF2B5EF4-FFF2-40B4-BE49-F238E27FC236}">
                      <ns2:creationId id="{B66AD059-896C-CE7A-4109-98ABB4141B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1" name="グラフィックス 90" descr="世界 単色塗りつぶし">
                  <a:extLst>
                    <a:ext uri="{FF2B5EF4-FFF2-40B4-BE49-F238E27FC236}">
                      <ns2:creationId id="{5ACAE60A-4381-4F0A-AECE-9D424167B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" name="グループ化 91">
                <a:extLst>
                  <a:ext uri="{FF2B5EF4-FFF2-40B4-BE49-F238E27FC236}">
                    <ns2:creationId id="{57AE908E-DD20-6A5C-DD7D-A591E0368764}"/>
                  </a:ext>
                </a:extLst>
              </p:cNvPr>
              <p:cNvGrpSpPr/>
              <p:nvPr/>
            </p:nvGrpSpPr>
            <p:grpSpPr>
              <a:xfrm>
                <a:off x="820070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6C572285-F559-86CD-BE62-1BC6B82E2695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4" name="楕円 93">
                  <a:extLst>
                    <a:ext uri="{FF2B5EF4-FFF2-40B4-BE49-F238E27FC236}">
                      <ns2:creationId id="{44008D47-5022-9738-B70F-8D83BCF407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5" name="グラフィックス 94" descr="ワークフロー 単色塗りつぶし">
                  <a:extLst>
                    <a:ext uri="{FF2B5EF4-FFF2-40B4-BE49-F238E27FC236}">
                      <ns2:creationId id="{CDB7D587-434D-3D48-D509-84FA00B732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E825C4F1-243E-FDD3-E13E-67FCEF3D9FCB}"/>
                  </a:ext>
                </a:extLst>
              </p:cNvPr>
              <p:cNvGrpSpPr/>
              <p:nvPr/>
            </p:nvGrpSpPr>
            <p:grpSpPr>
              <a:xfrm>
                <a:off x="10401647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7" name="楕円 96">
                  <a:extLst>
                    <a:ext uri="{FF2B5EF4-FFF2-40B4-BE49-F238E27FC236}">
                      <ns2:creationId id="{58FA0EA8-40E1-91DE-75DB-95B50C5FD68C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8" name="楕円 97">
                  <a:extLst>
                    <a:ext uri="{FF2B5EF4-FFF2-40B4-BE49-F238E27FC236}">
                      <ns2:creationId id="{1760527D-BF68-26ED-A2E9-4AF524BD8C8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9" name="グラフィックス 98" descr="建物 単色塗りつぶし">
                  <a:extLst>
                    <a:ext uri="{FF2B5EF4-FFF2-40B4-BE49-F238E27FC236}">
                      <ns2:creationId id="{0DD8522F-78CD-D60C-EBDF-B1F3A47E4D7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5" name="グループ化 304">
              <a:extLst>
                <a:ext uri="{FF2B5EF4-FFF2-40B4-BE49-F238E27FC236}">
                  <ns2:creationId id="{F01B6CCC-A307-3F7F-6B99-721584C00F8E}"/>
                </a:ext>
              </a:extLst>
            </p:cNvPr>
            <p:cNvGrpSpPr/>
            <p:nvPr/>
          </p:nvGrpSpPr>
          <p:grpSpPr>
            <a:xfrm>
              <a:off x="1005840" y="3981854"/>
              <a:ext cx="10855757" cy="0"/>
              <a:chOff x="1005840" y="3981854"/>
              <a:chExt cx="10855757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CFD53AAA-2277-CC05-8D89-BCE638FC85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1C2EB0BF-397C-538A-DE99-66315B33A8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09518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FE61D998-5206-3BE7-A1AE-3AA3383FF2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207679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BDFC4DA7-30A8-14E8-6D15-920DECFA53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135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0222CA67-CD3D-A141-84F7-12519794EC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81319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88309763"/>
      </p:ext>
    </p:extLst>
  </p:cSld>
  <p:clrMapOvr>
    <a:masterClrMapping/>
  </p:clrMapOvr>
</p:sld>
</file>

<file path=ppt/slides/slide2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FE650FE-131B-9226-469B-300ED15FED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DCDDB0-8D72-2A8C-F8DD-46ECE63BA4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629653-835D-485D-BE72-8BC95BBA6F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FFB1B6CA-73A7-A892-43D4-B2BAB24A7C97}"/>
              </a:ext>
            </a:extLst>
          </p:cNvPr>
          <p:cNvGrpSpPr/>
          <p:nvPr/>
        </p:nvGrpSpPr>
        <p:grpSpPr>
          <a:xfrm>
            <a:off x="334963" y="1628775"/>
            <a:ext cx="11522075" cy="4678823"/>
            <a:chOff x="334963" y="1628775"/>
            <a:chExt cx="11522075" cy="4678823"/>
          </a:xfrm>
        </p:grpSpPr>
        <p:grpSp>
          <p:nvGrpSpPr>
            <p:cNvPr id="12" name="グループ化 11">
              <a:extLst>
                <a:ext uri="{FF2B5EF4-FFF2-40B4-BE49-F238E27FC236}">
                  <ns2:creationId id="{5475D09A-2B1A-9D08-9B60-FDDEFACB0901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8F37053-989F-7C4D-E303-6A591996E186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9FB8669B-E267-1387-E8B8-9E761F67DC2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80" name="グループ化 379">
              <a:extLst>
                <a:ext uri="{FF2B5EF4-FFF2-40B4-BE49-F238E27FC236}">
                  <ns2:creationId id="{979ACBCF-A63B-6970-2420-7DE3F3CC8998}"/>
                </a:ext>
              </a:extLst>
            </p:cNvPr>
            <p:cNvGrpSpPr/>
            <p:nvPr/>
          </p:nvGrpSpPr>
          <p:grpSpPr>
            <a:xfrm>
              <a:off x="334963" y="5712492"/>
              <a:ext cx="11522075" cy="595106"/>
              <a:chOff x="334963" y="5712492"/>
              <a:chExt cx="11522075" cy="595106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B36D3A86-00C1-571C-EA11-E6C2A0CE5F04}"/>
                  </a:ext>
                </a:extLst>
              </p:cNvPr>
              <p:cNvSpPr/>
              <p:nvPr/>
            </p:nvSpPr>
            <p:spPr>
              <a:xfrm>
                <a:off x="334963" y="5712492"/>
                <a:ext cx="1303337" cy="59510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4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51EBE0CD-4D6D-DC89-FD77-7DC80445C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76400" y="5712492"/>
                <a:ext cx="0" cy="595106"/>
              </a:xfrm>
              <a:prstGeom prst="line">
                <a:avLst/>
              </a:prstGeom>
              <a:ln w="22225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四角形: 角を丸くする 14">
                <a:extLst>
                  <a:ext uri="{FF2B5EF4-FFF2-40B4-BE49-F238E27FC236}">
                    <ns2:creationId id="{907751D6-A6FB-EEE5-0279-C278EABBD923}"/>
                  </a:ext>
                </a:extLst>
              </p:cNvPr>
              <p:cNvSpPr/>
              <p:nvPr/>
            </p:nvSpPr>
            <p:spPr>
              <a:xfrm>
                <a:off x="1714502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四角形: 角を丸くする 372">
                <a:extLst>
                  <a:ext uri="{FF2B5EF4-FFF2-40B4-BE49-F238E27FC236}">
                    <ns2:creationId id="{C5BEFAA2-DF09-D0BF-413D-ED47B9B4C9C1}"/>
                  </a:ext>
                </a:extLst>
              </p:cNvPr>
              <p:cNvSpPr/>
              <p:nvPr/>
            </p:nvSpPr>
            <p:spPr>
              <a:xfrm>
                <a:off x="424608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4" name="四角形: 角を丸くする 373">
                <a:extLst>
                  <a:ext uri="{FF2B5EF4-FFF2-40B4-BE49-F238E27FC236}">
                    <ns2:creationId id="{28E0634F-0CC8-6965-AD39-3BC5A7ABC5F0}"/>
                  </a:ext>
                </a:extLst>
              </p:cNvPr>
              <p:cNvSpPr/>
              <p:nvPr/>
            </p:nvSpPr>
            <p:spPr>
              <a:xfrm>
                <a:off x="682125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5" name="四角形: 角を丸くする 374">
                <a:extLst>
                  <a:ext uri="{FF2B5EF4-FFF2-40B4-BE49-F238E27FC236}">
                    <ns2:creationId id="{735958B5-8075-1A36-6C5A-3F670B8518D5}"/>
                  </a:ext>
                </a:extLst>
              </p:cNvPr>
              <p:cNvSpPr/>
              <p:nvPr/>
            </p:nvSpPr>
            <p:spPr>
              <a:xfrm>
                <a:off x="9374629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0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7" name="二等辺三角形 376">
                <a:extLst>
                  <a:ext uri="{FF2B5EF4-FFF2-40B4-BE49-F238E27FC236}">
                    <ns2:creationId id="{C6E5D703-B237-221C-9DBD-34456BF1C5D3}"/>
                  </a:ext>
                </a:extLst>
              </p:cNvPr>
              <p:cNvSpPr/>
              <p:nvPr/>
            </p:nvSpPr>
            <p:spPr>
              <a:xfrm flipV="1">
                <a:off x="2803306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8" name="二等辺三角形 377">
                <a:extLst>
                  <a:ext uri="{FF2B5EF4-FFF2-40B4-BE49-F238E27FC236}">
                    <ns2:creationId id="{6E37FE28-DC95-ECD8-0AC8-64F6047CF005}"/>
                  </a:ext>
                </a:extLst>
              </p:cNvPr>
              <p:cNvSpPr/>
              <p:nvPr/>
            </p:nvSpPr>
            <p:spPr>
              <a:xfrm flipV="1">
                <a:off x="533488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9" name="二等辺三角形 378">
                <a:extLst>
                  <a:ext uri="{FF2B5EF4-FFF2-40B4-BE49-F238E27FC236}">
                    <ns2:creationId id="{3AD3281F-DA27-DDE7-D033-8D68F6B41083}"/>
                  </a:ext>
                </a:extLst>
              </p:cNvPr>
              <p:cNvSpPr/>
              <p:nvPr/>
            </p:nvSpPr>
            <p:spPr>
              <a:xfrm flipV="1">
                <a:off x="791005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06" name="グループ化 405">
              <a:extLst>
                <a:ext uri="{FF2B5EF4-FFF2-40B4-BE49-F238E27FC236}">
                  <ns2:creationId id="{C35B072B-9B75-77D7-685C-E0D8D16D47A4}"/>
                </a:ext>
              </a:extLst>
            </p:cNvPr>
            <p:cNvGrpSpPr/>
            <p:nvPr/>
          </p:nvGrpSpPr>
          <p:grpSpPr>
            <a:xfrm>
              <a:off x="334963" y="1935368"/>
              <a:ext cx="11522074" cy="3676929"/>
              <a:chOff x="334963" y="1935368"/>
              <a:chExt cx="11522074" cy="3676929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0DE6954F-7AED-7A43-0D20-92ABBCC722E1}"/>
                  </a:ext>
                </a:extLst>
              </p:cNvPr>
              <p:cNvSpPr/>
              <p:nvPr/>
            </p:nvSpPr>
            <p:spPr>
              <a:xfrm>
                <a:off x="33496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A546B3C-BD6B-60CE-7B24-0DE9322155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5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正方形/長方形 23">
                <a:extLst>
                  <a:ext uri="{FF2B5EF4-FFF2-40B4-BE49-F238E27FC236}">
                    <ns2:creationId id="{844F7457-8573-8721-3BEB-5AFCBDCFBED6}"/>
                  </a:ext>
                </a:extLst>
              </p:cNvPr>
              <p:cNvSpPr/>
              <p:nvPr/>
            </p:nvSpPr>
            <p:spPr>
              <a:xfrm>
                <a:off x="424608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B8F2384-873D-BB60-2D33-597B17DF6255}"/>
                  </a:ext>
                </a:extLst>
              </p:cNvPr>
              <p:cNvSpPr/>
              <p:nvPr/>
            </p:nvSpPr>
            <p:spPr>
              <a:xfrm>
                <a:off x="8157204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76" name="直線コネクタ 275">
                <a:extLst>
                  <a:ext uri="{FF2B5EF4-FFF2-40B4-BE49-F238E27FC236}">
                    <ns2:creationId id="{379DEC77-91ED-B7A2-D02B-1EEB56A9C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608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A45FDA49-E92A-6BB5-ADB7-9C7C514F44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720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9" name="グループ化 398">
                <a:extLst>
                  <a:ext uri="{FF2B5EF4-FFF2-40B4-BE49-F238E27FC236}">
                    <ns2:creationId id="{8F5F84E2-0805-A626-644A-758D461CB36C}"/>
                  </a:ext>
                </a:extLst>
              </p:cNvPr>
              <p:cNvGrpSpPr/>
              <p:nvPr/>
            </p:nvGrpSpPr>
            <p:grpSpPr>
              <a:xfrm>
                <a:off x="334963" y="2327815"/>
                <a:ext cx="11522074" cy="3284482"/>
                <a:chOff x="334963" y="2327815"/>
                <a:chExt cx="11522074" cy="3284482"/>
              </a:xfrm>
            </p:grpSpPr>
            <p:grpSp>
              <p:nvGrpSpPr>
                <p:cNvPr id="369" name="グループ化 368">
                  <a:extLst>
                    <a:ext uri="{FF2B5EF4-FFF2-40B4-BE49-F238E27FC236}">
                      <ns2:creationId id="{512A8ECC-C981-5EDC-1183-DB980C048152}"/>
                    </a:ext>
                  </a:extLst>
                </p:cNvPr>
                <p:cNvGrpSpPr/>
                <p:nvPr/>
              </p:nvGrpSpPr>
              <p:grpSpPr>
                <a:xfrm>
                  <a:off x="334963" y="2327815"/>
                  <a:ext cx="11522074" cy="3284482"/>
                  <a:chOff x="334963" y="2506717"/>
                  <a:chExt cx="11522074" cy="3284482"/>
                </a:xfrm>
              </p:grpSpPr>
              <p:grpSp>
                <p:nvGrpSpPr>
                  <p:cNvPr id="275" name="グループ化 274">
                    <a:extLst>
                      <a:ext uri="{FF2B5EF4-FFF2-40B4-BE49-F238E27FC236}">
                        <ns2:creationId id="{64060BAE-FA50-A47A-505A-29B0C0238681}"/>
                      </a:ext>
                    </a:extLst>
                  </p:cNvPr>
                  <p:cNvGrpSpPr/>
                  <p:nvPr/>
                </p:nvGrpSpPr>
                <p:grpSpPr>
                  <a:xfrm>
                    <a:off x="334963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68" name="グループ化 267">
                      <a:extLst>
                        <a:ext uri="{FF2B5EF4-FFF2-40B4-BE49-F238E27FC236}">
                          <ns2:creationId id="{B55776F6-D3D5-7CA2-BD3E-282546D94A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237" name="グループ化 236">
                        <a:extLst>
                          <a:ext uri="{FF2B5EF4-FFF2-40B4-BE49-F238E27FC236}">
                            <ns2:creationId id="{31D25E0F-72FA-12A3-D22D-77B503488F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233" name="グループ化 232">
                          <a:extLst>
                            <a:ext uri="{FF2B5EF4-FFF2-40B4-BE49-F238E27FC236}">
                              <ns2:creationId id="{571FB988-E771-9C3D-1305-C805A09F2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0" name="正方形/長方形 229">
                            <a:extLst>
                              <a:ext uri="{FF2B5EF4-FFF2-40B4-BE49-F238E27FC236}">
                                <ns2:creationId id="{5C44F65F-6DCA-EEF9-97EB-14A803FD5C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232" name="正方形/長方形 231">
                            <a:extLst>
                              <a:ext uri="{FF2B5EF4-FFF2-40B4-BE49-F238E27FC236}">
                                <ns2:creationId id="{C756508E-558D-A27D-8A46-78554125D7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234" name="グループ化 233">
                          <a:extLst>
                            <a:ext uri="{FF2B5EF4-FFF2-40B4-BE49-F238E27FC236}">
                              <ns2:creationId id="{AC214C92-C9F4-5033-82CC-6037DEEB27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5" name="正方形/長方形 234">
                            <a:extLst>
                              <a:ext uri="{FF2B5EF4-FFF2-40B4-BE49-F238E27FC236}">
                                <ns2:creationId id="{FE68025E-11F8-5CF6-4E96-E6CAC8658F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236" name="正方形/長方形 235">
                            <a:extLst>
                              <a:ext uri="{FF2B5EF4-FFF2-40B4-BE49-F238E27FC236}">
                                <ns2:creationId id="{6C114985-7D74-C298-5542-FE0F122E88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228" name="グループ化 227">
                        <a:extLst>
                          <a:ext uri="{FF2B5EF4-FFF2-40B4-BE49-F238E27FC236}">
                            <ns2:creationId id="{31477E8B-4531-2CFD-61E0-29A9B52E30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03" name="正方形/長方形 202">
                          <a:extLst>
                            <a:ext uri="{FF2B5EF4-FFF2-40B4-BE49-F238E27FC236}">
                              <ns2:creationId id="{EAC78565-D947-EC6A-6CBC-B6A6843EFD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27" name="正方形/長方形 226">
                          <a:extLst>
                            <a:ext uri="{FF2B5EF4-FFF2-40B4-BE49-F238E27FC236}">
                              <ns2:creationId id="{EDC84119-37D5-0209-FA4F-3394BD5598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47" name="Shape 21">
                          <a:extLst>
                            <a:ext uri="{FF2B5EF4-FFF2-40B4-BE49-F238E27FC236}">
                              <ns2:creationId id="{69EE411A-76DC-D20F-4655-6BF5B503D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38" name="正方形/長方形 237">
                        <a:extLst>
                          <a:ext uri="{FF2B5EF4-FFF2-40B4-BE49-F238E27FC236}">
                            <ns2:creationId id="{187663DB-892E-CF93-E059-F04E6E268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5" name="正方形/長方形 254">
                        <a:extLst>
                          <a:ext uri="{FF2B5EF4-FFF2-40B4-BE49-F238E27FC236}">
                            <ns2:creationId id="{290AFE63-48A3-2B6A-E74A-2EBD25CB3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1" name="グループ化 240">
                        <a:extLst>
                          <a:ext uri="{FF2B5EF4-FFF2-40B4-BE49-F238E27FC236}">
                            <ns2:creationId id="{A08491DF-BD6F-8EE2-3B1E-05BAAB09CC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3" name="正方形/長方形 242">
                          <a:extLst>
                            <a:ext uri="{FF2B5EF4-FFF2-40B4-BE49-F238E27FC236}">
                              <ns2:creationId id="{FF0114BA-1DB3-6A2A-4588-037ADF0C6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4" name="正方形/長方形 226">
                          <a:extLst>
                            <a:ext uri="{FF2B5EF4-FFF2-40B4-BE49-F238E27FC236}">
                              <ns2:creationId id="{70A1F9EE-21BA-B46F-FC36-9DEFDDF27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5" name="Shape 21">
                          <a:extLst>
                            <a:ext uri="{FF2B5EF4-FFF2-40B4-BE49-F238E27FC236}">
                              <ns2:creationId id="{24A23524-8AE9-0C26-AD29-BA32B4D70E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2" name="正方形/長方形 241">
                        <a:extLst>
                          <a:ext uri="{FF2B5EF4-FFF2-40B4-BE49-F238E27FC236}">
                            <ns2:creationId id="{7D082927-BDD8-4070-8FAF-9145A8479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6" name="正方形/長方形 255">
                        <a:extLst>
                          <a:ext uri="{FF2B5EF4-FFF2-40B4-BE49-F238E27FC236}">
                            <ns2:creationId id="{5875A5BC-CA34-2726-5BAE-51A715A7F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7" name="グループ化 246">
                        <a:extLst>
                          <a:ext uri="{FF2B5EF4-FFF2-40B4-BE49-F238E27FC236}">
                            <ns2:creationId id="{AF2E70AC-9617-C899-39BD-A5311FC367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9" name="正方形/長方形 248">
                          <a:extLst>
                            <a:ext uri="{FF2B5EF4-FFF2-40B4-BE49-F238E27FC236}">
                              <ns2:creationId id="{0FCAAA88-F3C9-ECEC-D1E2-EA3E80E95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0" name="正方形/長方形 226">
                          <a:extLst>
                            <a:ext uri="{FF2B5EF4-FFF2-40B4-BE49-F238E27FC236}">
                              <ns2:creationId id="{1BECD200-72FA-7CA8-5B81-3C7795BAED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1" name="Shape 21">
                          <a:extLst>
                            <a:ext uri="{FF2B5EF4-FFF2-40B4-BE49-F238E27FC236}">
                              <ns2:creationId id="{9D3ECF3E-48EA-CFBF-80E3-297C01BD4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8" name="正方形/長方形 247">
                        <a:extLst>
                          <a:ext uri="{FF2B5EF4-FFF2-40B4-BE49-F238E27FC236}">
                            <ns2:creationId id="{FC7BC435-DD59-B1E4-D0A1-79F424D80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7" name="正方形/長方形 256">
                        <a:extLst>
                          <a:ext uri="{FF2B5EF4-FFF2-40B4-BE49-F238E27FC236}">
                            <ns2:creationId id="{1DF233F1-DEE0-A5AB-CBBA-FA2E00CDE5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4" name="正方形/長方形 263">
                        <a:extLst>
                          <a:ext uri="{FF2B5EF4-FFF2-40B4-BE49-F238E27FC236}">
                            <ns2:creationId id="{378486F5-9714-7409-4C47-184D224D0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5" name="正方形/長方形 264">
                        <a:extLst>
                          <a:ext uri="{FF2B5EF4-FFF2-40B4-BE49-F238E27FC236}">
                            <ns2:creationId id="{7EBAE218-9AF0-933B-523D-B2399107D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6" name="正方形/長方形 265">
                        <a:extLst>
                          <a:ext uri="{FF2B5EF4-FFF2-40B4-BE49-F238E27FC236}">
                            <ns2:creationId id="{652054C1-F93A-FAB1-3A1D-E52BE53AC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71" name="グループ化 270">
                      <a:extLst>
                        <a:ext uri="{FF2B5EF4-FFF2-40B4-BE49-F238E27FC236}">
                          <ns2:creationId id="{05428940-4BB3-4736-A7BA-EDA17BD3C7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69" name="直線コネクタ 268">
                        <a:extLst>
                          <a:ext uri="{FF2B5EF4-FFF2-40B4-BE49-F238E27FC236}">
                            <ns2:creationId id="{4B198A48-1C19-028B-44F8-D9D7FE882B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0" name="直線コネクタ 269">
                        <a:extLst>
                          <a:ext uri="{FF2B5EF4-FFF2-40B4-BE49-F238E27FC236}">
                            <ns2:creationId id="{5DA9099C-3041-C522-5D03-C4765810F1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72" name="グループ化 271">
                      <a:extLst>
                        <a:ext uri="{FF2B5EF4-FFF2-40B4-BE49-F238E27FC236}">
                          <ns2:creationId id="{68F432BA-2970-F05B-D5F2-CA1CFDD7B6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73" name="直線コネクタ 272">
                        <a:extLst>
                          <a:ext uri="{FF2B5EF4-FFF2-40B4-BE49-F238E27FC236}">
                            <ns2:creationId id="{BD794611-3B25-B732-4DA5-7FE273E45A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4" name="直線コネクタ 273">
                        <a:extLst>
                          <a:ext uri="{FF2B5EF4-FFF2-40B4-BE49-F238E27FC236}">
                            <ns2:creationId id="{FCAF903A-FCE2-2C88-4A81-60F1B67930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278" name="グループ化 277">
                    <a:extLst>
                      <a:ext uri="{FF2B5EF4-FFF2-40B4-BE49-F238E27FC236}">
                        <ns2:creationId id="{4B816FC7-0B02-74D6-6B13-5AB218EFA405}"/>
                      </a:ext>
                    </a:extLst>
                  </p:cNvPr>
                  <p:cNvGrpSpPr/>
                  <p:nvPr/>
                </p:nvGrpSpPr>
                <p:grpSpPr>
                  <a:xfrm>
                    <a:off x="4246084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80" name="グループ化 279">
                      <a:extLst>
                        <a:ext uri="{FF2B5EF4-FFF2-40B4-BE49-F238E27FC236}">
                          <ns2:creationId id="{2BF4A1BF-FD59-2EB9-F499-F5515F891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300" name="グループ化 299">
                        <a:extLst>
                          <a:ext uri="{FF2B5EF4-FFF2-40B4-BE49-F238E27FC236}">
                            <ns2:creationId id="{F9C44135-7087-46EE-066A-FF90F1CBE4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324" name="グループ化 323">
                          <a:extLst>
                            <a:ext uri="{FF2B5EF4-FFF2-40B4-BE49-F238E27FC236}">
                              <ns2:creationId id="{7B9F5D45-B519-DD1E-CDB9-D58A37CA1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8" name="正方形/長方形 327">
                            <a:extLst>
                              <a:ext uri="{FF2B5EF4-FFF2-40B4-BE49-F238E27FC236}">
                                <ns2:creationId id="{7A6BB270-7535-E0B0-F88D-905D5ED5C8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329" name="正方形/長方形 328">
                            <a:extLst>
                              <a:ext uri="{FF2B5EF4-FFF2-40B4-BE49-F238E27FC236}">
                                <ns2:creationId id="{A8AB09A3-8B63-F3E8-1528-589D5C96C8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325" name="グループ化 324">
                          <a:extLst>
                            <a:ext uri="{FF2B5EF4-FFF2-40B4-BE49-F238E27FC236}">
                              <ns2:creationId id="{DD32B20A-26B2-13A5-7C05-83806A49C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6" name="正方形/長方形 325">
                            <a:extLst>
                              <a:ext uri="{FF2B5EF4-FFF2-40B4-BE49-F238E27FC236}">
                                <ns2:creationId id="{21705799-BD66-9CE7-376B-41C7F8C8B2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327" name="正方形/長方形 326">
                            <a:extLst>
                              <a:ext uri="{FF2B5EF4-FFF2-40B4-BE49-F238E27FC236}">
                                <ns2:creationId id="{C967E1E7-C109-615F-5A7D-DF20725235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301" name="グループ化 300">
                        <a:extLst>
                          <a:ext uri="{FF2B5EF4-FFF2-40B4-BE49-F238E27FC236}">
                            <ns2:creationId id="{74BF5789-99F7-1F31-AA71-9DF9C3E0A1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21" name="正方形/長方形 320">
                          <a:extLst>
                            <a:ext uri="{FF2B5EF4-FFF2-40B4-BE49-F238E27FC236}">
                              <ns2:creationId id="{225910B5-BB06-2B1C-253A-B61915AA0A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2" name="正方形/長方形 226">
                          <a:extLst>
                            <a:ext uri="{FF2B5EF4-FFF2-40B4-BE49-F238E27FC236}">
                              <ns2:creationId id="{925E0DD3-8B7B-495A-E7B1-EEE7CEFB3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3" name="Shape 21">
                          <a:extLst>
                            <a:ext uri="{FF2B5EF4-FFF2-40B4-BE49-F238E27FC236}">
                              <ns2:creationId id="{5E95D08E-CC7F-D534-4E2B-3C508E3F9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3" name="正方形/長方形 302">
                        <a:extLst>
                          <a:ext uri="{FF2B5EF4-FFF2-40B4-BE49-F238E27FC236}">
                            <ns2:creationId id="{59ECF5EA-6484-7CD1-E54D-06991DE01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4" name="正方形/長方形 303">
                        <a:extLst>
                          <a:ext uri="{FF2B5EF4-FFF2-40B4-BE49-F238E27FC236}">
                            <ns2:creationId id="{9ABFB882-099A-E194-01EA-B25A31CEA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6" name="グループ化 305">
                        <a:extLst>
                          <a:ext uri="{FF2B5EF4-FFF2-40B4-BE49-F238E27FC236}">
                            <ns2:creationId id="{AD1683AD-F038-01ED-9B14-3825A23ED0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8" name="正方形/長方形 317">
                          <a:extLst>
                            <a:ext uri="{FF2B5EF4-FFF2-40B4-BE49-F238E27FC236}">
                              <ns2:creationId id="{FF9561AE-162F-6FA5-3737-162D4ED9B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9" name="正方形/長方形 226">
                          <a:extLst>
                            <a:ext uri="{FF2B5EF4-FFF2-40B4-BE49-F238E27FC236}">
                              <ns2:creationId id="{FE23C59E-57DA-37EC-4385-F641F7AFB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0" name="Shape 21">
                          <a:extLst>
                            <a:ext uri="{FF2B5EF4-FFF2-40B4-BE49-F238E27FC236}">
                              <ns2:creationId id="{6FC9ADD3-72F8-3901-4F23-EBD92B77A1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7" name="正方形/長方形 306">
                        <a:extLst>
                          <a:ext uri="{FF2B5EF4-FFF2-40B4-BE49-F238E27FC236}">
                            <ns2:creationId id="{2D8F9787-2DF5-FDE9-0D5B-420C5B222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8" name="正方形/長方形 307">
                        <a:extLst>
                          <a:ext uri="{FF2B5EF4-FFF2-40B4-BE49-F238E27FC236}">
                            <ns2:creationId id="{8EB99E82-D9D7-4E8C-2788-5749B21C4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9" name="グループ化 308">
                        <a:extLst>
                          <a:ext uri="{FF2B5EF4-FFF2-40B4-BE49-F238E27FC236}">
                            <ns2:creationId id="{19CFD434-F86E-8A13-9748-95C5D03168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5" name="正方形/長方形 314">
                          <a:extLst>
                            <a:ext uri="{FF2B5EF4-FFF2-40B4-BE49-F238E27FC236}">
                              <ns2:creationId id="{F107273C-11F0-AE78-4FD6-34C8693B32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6" name="正方形/長方形 226">
                          <a:extLst>
                            <a:ext uri="{FF2B5EF4-FFF2-40B4-BE49-F238E27FC236}">
                              <ns2:creationId id="{B8FB682F-ECFC-8A63-C5D3-1EF6476D79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18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7" name="Shape 21">
                          <a:extLst>
                            <a:ext uri="{FF2B5EF4-FFF2-40B4-BE49-F238E27FC236}">
                              <ns2:creationId id="{AB260D7D-05DD-33BF-8ABA-CC4B6FC5E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rgbClr val="8A8A8A"/>
                        </a:solidFill>
                        <a:ln w="12700">
                          <a:solidFill>
                            <a:srgbClr val="8A8A8A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ja-JP" altLang="en-US" sz="700" b="1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en-US" sz="700" b="1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10" name="正方形/長方形 309">
                        <a:extLst>
                          <a:ext uri="{FF2B5EF4-FFF2-40B4-BE49-F238E27FC236}">
                            <ns2:creationId id="{A910D105-8893-903A-66B8-0004F6AAD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 / 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1" name="正方形/長方形 310">
                        <a:extLst>
                          <a:ext uri="{FF2B5EF4-FFF2-40B4-BE49-F238E27FC236}">
                            <ns2:creationId id="{C85B2AB9-B879-88D0-75E4-B245872F5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2" name="正方形/長方形 311">
                        <a:extLst>
                          <a:ext uri="{FF2B5EF4-FFF2-40B4-BE49-F238E27FC236}">
                            <ns2:creationId id="{CB9E6C8C-1BF9-A179-4E5C-BC1AEED3F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3" name="正方形/長方形 312">
                        <a:extLst>
                          <a:ext uri="{FF2B5EF4-FFF2-40B4-BE49-F238E27FC236}">
                            <ns2:creationId id="{F2CA1E8C-F5AD-1C62-9FCB-EB06B3F0F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4" name="正方形/長方形 313">
                        <a:extLst>
                          <a:ext uri="{FF2B5EF4-FFF2-40B4-BE49-F238E27FC236}">
                            <ns2:creationId id="{96484AA2-A676-0B98-4D7D-395199191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81" name="グループ化 280">
                      <a:extLst>
                        <a:ext uri="{FF2B5EF4-FFF2-40B4-BE49-F238E27FC236}">
                          <ns2:creationId id="{92A0EDBF-D7AE-4529-D142-E49FD40B62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96" name="直線コネクタ 295">
                        <a:extLst>
                          <a:ext uri="{FF2B5EF4-FFF2-40B4-BE49-F238E27FC236}">
                            <ns2:creationId id="{538CD040-622F-5AE0-D7B4-5A489B75E6E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8" name="直線コネクタ 297">
                        <a:extLst>
                          <a:ext uri="{FF2B5EF4-FFF2-40B4-BE49-F238E27FC236}">
                            <ns2:creationId id="{7E857DDF-3226-1261-CDC3-9334FDFDC4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82" name="グループ化 281">
                      <a:extLst>
                        <a:ext uri="{FF2B5EF4-FFF2-40B4-BE49-F238E27FC236}">
                          <ns2:creationId id="{967434DB-8E58-629E-670D-D0A2A50BED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86" name="直線コネクタ 285">
                        <a:extLst>
                          <a:ext uri="{FF2B5EF4-FFF2-40B4-BE49-F238E27FC236}">
                            <ns2:creationId id="{88F2DB75-0E8B-D656-B13B-F14D6C4D70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2" name="直線コネクタ 291">
                        <a:extLst>
                          <a:ext uri="{FF2B5EF4-FFF2-40B4-BE49-F238E27FC236}">
                            <ns2:creationId id="{B137A1F3-0F21-B625-2086-F4FBFFE2B7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338" name="グループ化 337">
                    <a:extLst>
                      <a:ext uri="{FF2B5EF4-FFF2-40B4-BE49-F238E27FC236}">
                        <ns2:creationId id="{3339D809-45C4-0075-4DB3-855EEFE75140}"/>
                      </a:ext>
                    </a:extLst>
                  </p:cNvPr>
                  <p:cNvGrpSpPr/>
                  <p:nvPr/>
                </p:nvGrpSpPr>
                <p:grpSpPr>
                  <a:xfrm>
                    <a:off x="8896721" y="2506717"/>
                    <a:ext cx="2960315" cy="205200"/>
                    <a:chOff x="1074479" y="2547357"/>
                    <a:chExt cx="2872680" cy="205200"/>
                  </a:xfrm>
                </p:grpSpPr>
                <p:grpSp>
                  <p:nvGrpSpPr>
                    <p:cNvPr id="360" name="グループ化 359">
                      <a:extLst>
                        <a:ext uri="{FF2B5EF4-FFF2-40B4-BE49-F238E27FC236}">
                          <ns2:creationId id="{1CE8CD8D-4414-A956-728D-DC15CF8631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447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4" name="正方形/長方形 363">
                        <a:extLst>
                          <a:ext uri="{FF2B5EF4-FFF2-40B4-BE49-F238E27FC236}">
                            <ns2:creationId id="{CA375E42-1900-60B3-7594-1A3FA31CA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chemeClr val="accent5">
                          <a:alpha val="20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ja-JP" altLang="en-US" sz="10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365" name="正方形/長方形 364">
                        <a:extLst>
                          <a:ext uri="{FF2B5EF4-FFF2-40B4-BE49-F238E27FC236}">
                            <ns2:creationId id="{28F66D96-3151-A08E-1430-CBADC4577F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361" name="グループ化 360">
                      <a:extLst>
                        <a:ext uri="{FF2B5EF4-FFF2-40B4-BE49-F238E27FC236}">
                          <ns2:creationId id="{EEF6B01D-4F15-3C2C-9FA9-6D24AB5398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751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2" name="正方形/長方形 361">
                        <a:extLst>
                          <a:ext uri="{FF2B5EF4-FFF2-40B4-BE49-F238E27FC236}">
                            <ns2:creationId id="{1AA29851-92A0-5A39-7CF5-B175F82ED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rgbClr val="E2F0D9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10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63" name="正方形/長方形 362">
                        <a:extLst>
                          <a:ext uri="{FF2B5EF4-FFF2-40B4-BE49-F238E27FC236}">
                            <ns2:creationId id="{8DC80724-F642-4DDB-BF19-604CE00D6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6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</p:grpSp>
              <p:grpSp>
                <p:nvGrpSpPr>
                  <p:cNvPr id="367" name="グループ化 366">
                    <a:extLst>
                      <a:ext uri="{FF2B5EF4-FFF2-40B4-BE49-F238E27FC236}">
                        <ns2:creationId id="{B0D621CA-EC58-9DF0-D7CD-EC53C8E62D0C}"/>
                      </a:ext>
                    </a:extLst>
                  </p:cNvPr>
                  <p:cNvGrpSpPr/>
                  <p:nvPr/>
                </p:nvGrpSpPr>
                <p:grpSpPr>
                  <a:xfrm>
                    <a:off x="8157205" y="2741734"/>
                    <a:ext cx="3699832" cy="991211"/>
                    <a:chOff x="8157205" y="2741735"/>
                    <a:chExt cx="3699832" cy="991211"/>
                  </a:xfrm>
                </p:grpSpPr>
                <p:grpSp>
                  <p:nvGrpSpPr>
                    <p:cNvPr id="339" name="グループ化 338">
                      <a:extLst>
                        <a:ext uri="{FF2B5EF4-FFF2-40B4-BE49-F238E27FC236}">
                          <ns2:creationId id="{CDA5E7E1-49AF-2F38-7340-D1FF4A73B0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57205" y="2741735"/>
                      <a:ext cx="711517" cy="991211"/>
                      <a:chOff x="334963" y="2524565"/>
                      <a:chExt cx="711517" cy="1073146"/>
                    </a:xfrm>
                  </p:grpSpPr>
                  <p:sp>
                    <p:nvSpPr>
                      <p:cNvPr id="357" name="正方形/長方形 356">
                        <a:extLst>
                          <a:ext uri="{FF2B5EF4-FFF2-40B4-BE49-F238E27FC236}">
                            <ns2:creationId id="{B58731DE-CB55-E5D2-C7D1-7A073EC62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4565"/>
                        <a:ext cx="711517" cy="1073146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5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44000" tIns="108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8" name="正方形/長方形 226">
                        <a:extLst>
                          <a:ext uri="{FF2B5EF4-FFF2-40B4-BE49-F238E27FC236}">
                            <ns2:creationId id="{0C60988E-C154-9ACA-1119-5AE2AD69D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6031"/>
                        <a:ext cx="278447" cy="295196"/>
                      </a:xfrm>
                      <a:custGeom>
                        <a:avLst/>
                        <a:gdLst>
                          <a:gd name="csX0" fmla="*/ 0 w 194627"/>
                          <a:gd name="csY0" fmla="*/ 0 h 182879"/>
                          <a:gd name="csX1" fmla="*/ 194627 w 194627"/>
                          <a:gd name="csY1" fmla="*/ 0 h 182879"/>
                          <a:gd name="csX2" fmla="*/ 0 w 194627"/>
                          <a:gd name="csY2" fmla="*/ 182879 h 182879"/>
                          <a:gd name="csX3" fmla="*/ 0 w 194627"/>
                          <a:gd name="csY3" fmla="*/ 0 h 182879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</a:cxnLst>
                        <a:rect l="l" t="t" r="r" b="b"/>
                        <a:pathLst>
                          <a:path w="194627" h="182879">
                            <a:moveTo>
                              <a:pt x="0" y="0"/>
                            </a:moveTo>
                            <a:lnTo>
                              <a:pt x="194627" y="0"/>
                            </a:lnTo>
                            <a:lnTo>
                              <a:pt x="0" y="18287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8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9" name="Shape 21">
                        <a:extLst>
                          <a:ext uri="{FF2B5EF4-FFF2-40B4-BE49-F238E27FC236}">
                            <ns2:creationId id="{284D98C7-AE9F-16EF-5832-F638100F3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113" y="3368698"/>
                        <a:ext cx="585216" cy="18002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accent5"/>
                      </a:solidFill>
                      <a:ln w="12700">
                        <a:solidFill>
                          <a:srgbClr val="008D2D"/>
                        </a:solidFill>
                        <a:prstDash val="solid"/>
                      </a:ln>
                    </p:spPr>
                    <p:txBody>
                      <a:bodyPr lIns="0" rIns="0" anchor="ctr"/>
                      <a:lstStyle/>
                      <a:p>
                        <a:pPr algn="ctr"/>
                        <a:r>
                          <a:rPr lang="en-US" sz="700" b="1" dirty="0" err="1">
                            <a:solidFill>
                              <a:srgbClr val="FFFFFF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700" dirty="0"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sp>
                  <p:nvSpPr>
                    <p:cNvPr id="340" name="正方形/長方形 339">
                      <a:extLst>
                        <a:ext uri="{FF2B5EF4-FFF2-40B4-BE49-F238E27FC236}">
                          <ns2:creationId id="{AC9E7A8F-C6AB-1F8F-763C-9805F5316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9672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b="1" dirty="0" err="1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1" name="正方形/長方形 340">
                      <a:extLst>
                        <a:ext uri="{FF2B5EF4-FFF2-40B4-BE49-F238E27FC236}">
                          <ns2:creationId id="{7F486594-0B6D-78DF-0593-6E9B29D6E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58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8" name="正方形/長方形 347">
                      <a:extLst>
                        <a:ext uri="{FF2B5EF4-FFF2-40B4-BE49-F238E27FC236}">
                          <ns2:creationId id="{72296453-904F-0EE8-2E10-E1D8D9C99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687" y="3551361"/>
                      <a:ext cx="2956350" cy="150330"/>
                    </a:xfrm>
                    <a:prstGeom prst="rect">
                      <a:avLst/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sz="9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pic>
              <p:nvPicPr>
                <p:cNvPr id="385" name="グラフィックス 384" descr="筋骨たくましい腕 単色塗りつぶし">
                  <a:extLst>
                    <a:ext uri="{FF2B5EF4-FFF2-40B4-BE49-F238E27FC236}">
                      <ns2:creationId id="{96F3252B-E6C6-AE51-BBA2-052D95CF70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2721" y="2708486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7" name="グラフィックス 386" descr="世界 単色塗りつぶし">
                  <a:extLst>
                    <a:ext uri="{FF2B5EF4-FFF2-40B4-BE49-F238E27FC236}">
                      <ns2:creationId id="{BB08D91C-2988-1443-1055-A60673BCE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82721" y="376002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9" name="グラフィックス 388" descr="風 単色塗りつぶし">
                  <a:extLst>
                    <a:ext uri="{FF2B5EF4-FFF2-40B4-BE49-F238E27FC236}">
                      <ns2:creationId id="{C0BCC39A-8D4B-8170-D10A-0987987D1F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82721" y="476595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1" name="グラフィックス 390" descr="時計 単色塗りつぶし">
                  <a:extLst>
                    <a:ext uri="{FF2B5EF4-FFF2-40B4-BE49-F238E27FC236}">
                      <ns2:creationId id="{BA648686-D331-3ABD-8CA1-3EECC68F1F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493842" y="270598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2" name="グラフィックス 391" descr="ユーザー 単色塗りつぶし">
                  <a:extLst>
                    <a:ext uri="{FF2B5EF4-FFF2-40B4-BE49-F238E27FC236}">
                      <ns2:creationId id="{348E0763-FAEC-C4C1-208A-AD3751F8438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493842" y="3815498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5" name="グラフィックス 394" descr="クラウド コンピューティング 単色塗りつぶし">
                  <a:extLst>
                    <a:ext uri="{FF2B5EF4-FFF2-40B4-BE49-F238E27FC236}">
                      <ns2:creationId id="{91FFC514-D77B-165F-4637-6A91E5D315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93842" y="476399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7" name="グラフィックス 396" descr="切断 単色塗りつぶし">
                  <a:extLst>
                    <a:ext uri="{FF2B5EF4-FFF2-40B4-BE49-F238E27FC236}">
                      <ns2:creationId id="{2008CD7D-C094-ACAE-FDE3-77879D33EA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04963" y="2673250"/>
                  <a:ext cx="216000" cy="216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01" name="グラフィックス 400" descr="ブロックチェーン 単色塗りつぶし">
              <a:extLst>
                <a:ext uri="{FF2B5EF4-FFF2-40B4-BE49-F238E27FC236}">
                  <ns2:creationId id="{451691C1-183D-AC37-4100-9C6060E020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49140" y="1906568"/>
              <a:ext cx="324000" cy="324000"/>
            </a:xfrm>
            <a:prstGeom prst="rect">
              <a:avLst/>
            </a:prstGeom>
          </p:spPr>
        </p:pic>
        <p:pic>
          <p:nvPicPr>
            <p:cNvPr id="403" name="グラフィックス 402" descr="人と循環 単色塗りつぶし">
              <a:extLst>
                <a:ext uri="{FF2B5EF4-FFF2-40B4-BE49-F238E27FC236}">
                  <ns2:creationId id="{E201B183-AFCB-F1D4-BFAD-51030DEE62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246083" y="1906568"/>
              <a:ext cx="324000" cy="324000"/>
            </a:xfrm>
            <a:prstGeom prst="rect">
              <a:avLst/>
            </a:prstGeom>
          </p:spPr>
        </p:pic>
        <p:pic>
          <p:nvPicPr>
            <p:cNvPr id="405" name="グラフィックス 404" descr="統計 単色塗りつぶし">
              <a:extLst>
                <a:ext uri="{FF2B5EF4-FFF2-40B4-BE49-F238E27FC236}">
                  <ns2:creationId id="{5C6B844E-03B7-E4E3-6610-4C994D544E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2337" y="1906568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37048420"/>
      </p:ext>
    </p:extLst>
  </p:cSld>
  <p:clrMapOvr>
    <a:masterClrMapping/>
  </p:clrMapOvr>
</p:sld>
</file>

<file path=ppt/slides/slide2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8177B3-C20D-8EF7-039E-CE066A0CE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18BFD21-7D5D-EB67-A7DF-3BAE241415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4DBF22-C4BD-7BEE-31E2-20757B48B8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528" name="グループ化 527">
            <a:extLst>
              <a:ext uri="{FF2B5EF4-FFF2-40B4-BE49-F238E27FC236}">
                <ns2:creationId id="{3F163737-CE3A-2483-6432-994DA4416800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2" name="グループ化 11">
              <a:extLst>
                <a:ext uri="{FF2B5EF4-FFF2-40B4-BE49-F238E27FC236}">
                  <ns2:creationId id="{0FAD09CC-CB27-59EC-3FD3-B1AAE92CD8B3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4C0D58E-2A6F-EDBC-7EA0-469BBCB29C5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63462D-ED84-4B12-A303-74031191C54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0" name="グループ化 519">
              <a:extLst>
                <a:ext uri="{FF2B5EF4-FFF2-40B4-BE49-F238E27FC236}">
                  <ns2:creationId id="{033DFBF4-21BB-96D9-E47E-A02EBC763B5C}"/>
                </a:ext>
              </a:extLst>
            </p:cNvPr>
            <p:cNvGrpSpPr/>
            <p:nvPr/>
          </p:nvGrpSpPr>
          <p:grpSpPr>
            <a:xfrm>
              <a:off x="334963" y="1988145"/>
              <a:ext cx="11503786" cy="3142083"/>
              <a:chOff x="334963" y="1988145"/>
              <a:chExt cx="11503786" cy="3142083"/>
            </a:xfrm>
          </p:grpSpPr>
          <p:sp>
            <p:nvSpPr>
              <p:cNvPr id="8" name="Shape 15">
                <a:extLst>
                  <a:ext uri="{FF2B5EF4-FFF2-40B4-BE49-F238E27FC236}">
                    <ns2:creationId id="{67E6C1C0-6D83-0B46-F49E-316F98742D31}"/>
                  </a:ext>
                </a:extLst>
              </p:cNvPr>
              <p:cNvSpPr/>
              <p:nvPr/>
            </p:nvSpPr>
            <p:spPr>
              <a:xfrm>
                <a:off x="1981200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6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Shape 17">
                <a:extLst>
                  <a:ext uri="{FF2B5EF4-FFF2-40B4-BE49-F238E27FC236}">
                    <ns2:creationId id="{CC7B2571-AD82-7567-DAF6-A864797DFA2D}"/>
                  </a:ext>
                </a:extLst>
              </p:cNvPr>
              <p:cNvSpPr/>
              <p:nvPr/>
            </p:nvSpPr>
            <p:spPr>
              <a:xfrm>
                <a:off x="3955861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Shape 19">
                <a:extLst>
                  <a:ext uri="{FF2B5EF4-FFF2-40B4-BE49-F238E27FC236}">
                    <ns2:creationId id="{519FBEF5-4704-FCEF-1133-0E049C4D91D8}"/>
                  </a:ext>
                </a:extLst>
              </p:cNvPr>
              <p:cNvSpPr/>
              <p:nvPr/>
            </p:nvSpPr>
            <p:spPr>
              <a:xfrm>
                <a:off x="5930524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8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Shape 21">
                <a:extLst>
                  <a:ext uri="{FF2B5EF4-FFF2-40B4-BE49-F238E27FC236}">
                    <ns2:creationId id="{BF5E4637-145D-DF8C-CF61-6DC4231712C6}"/>
                  </a:ext>
                </a:extLst>
              </p:cNvPr>
              <p:cNvSpPr/>
              <p:nvPr/>
            </p:nvSpPr>
            <p:spPr>
              <a:xfrm>
                <a:off x="7905185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9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Shape 23">
                <a:extLst>
                  <a:ext uri="{FF2B5EF4-FFF2-40B4-BE49-F238E27FC236}">
                    <ns2:creationId id="{002DE14C-EC13-17DF-D2E9-85A9AA308F04}"/>
                  </a:ext>
                </a:extLst>
              </p:cNvPr>
              <p:cNvSpPr/>
              <p:nvPr/>
            </p:nvSpPr>
            <p:spPr>
              <a:xfrm>
                <a:off x="9879847" y="1988145"/>
                <a:ext cx="1958902" cy="293778"/>
              </a:xfrm>
              <a:prstGeom prst="chevron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E2A7C6DA-B367-92F1-3410-0DFB653A5951}"/>
                  </a:ext>
                </a:extLst>
              </p:cNvPr>
              <p:cNvSpPr/>
              <p:nvPr/>
            </p:nvSpPr>
            <p:spPr>
              <a:xfrm>
                <a:off x="334963" y="2370328"/>
                <a:ext cx="1604327" cy="42437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20B56684-96F7-3A6B-0815-C4259FDF8C9B}"/>
                  </a:ext>
                </a:extLst>
              </p:cNvPr>
              <p:cNvSpPr/>
              <p:nvPr/>
            </p:nvSpPr>
            <p:spPr>
              <a:xfrm>
                <a:off x="197591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C61FB208-09BE-EEF7-98E0-9C921A399BDB}"/>
                  </a:ext>
                </a:extLst>
              </p:cNvPr>
              <p:cNvSpPr/>
              <p:nvPr/>
            </p:nvSpPr>
            <p:spPr>
              <a:xfrm>
                <a:off x="394949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30E9AF35-F50F-A764-EB25-7C82EFE7A814}"/>
                  </a:ext>
                </a:extLst>
              </p:cNvPr>
              <p:cNvSpPr/>
              <p:nvPr/>
            </p:nvSpPr>
            <p:spPr>
              <a:xfrm>
                <a:off x="592307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8" name="正方形/長方形 367">
                <a:extLst>
                  <a:ext uri="{FF2B5EF4-FFF2-40B4-BE49-F238E27FC236}">
                    <ns2:creationId id="{0DA987BC-7CB2-5837-DD35-CCC8A4D7CD2E}"/>
                  </a:ext>
                </a:extLst>
              </p:cNvPr>
              <p:cNvSpPr/>
              <p:nvPr/>
            </p:nvSpPr>
            <p:spPr>
              <a:xfrm>
                <a:off x="789665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1FCA7CA2-243F-39CC-7209-9DE8C133C81D}"/>
                  </a:ext>
                </a:extLst>
              </p:cNvPr>
              <p:cNvSpPr/>
              <p:nvPr/>
            </p:nvSpPr>
            <p:spPr>
              <a:xfrm>
                <a:off x="987023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FA30C079-AEF2-BF26-BC21-039A2765477C}"/>
                  </a:ext>
                </a:extLst>
              </p:cNvPr>
              <p:cNvSpPr/>
              <p:nvPr/>
            </p:nvSpPr>
            <p:spPr>
              <a:xfrm>
                <a:off x="621030" y="2831629"/>
                <a:ext cx="1318260" cy="730023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652547C-28BF-1303-81B3-6BF0CFB03C1B}"/>
                  </a:ext>
                </a:extLst>
              </p:cNvPr>
              <p:cNvSpPr/>
              <p:nvPr/>
            </p:nvSpPr>
            <p:spPr>
              <a:xfrm>
                <a:off x="334963" y="2831629"/>
                <a:ext cx="294957" cy="730023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2" name="正方形/長方形 381">
                <a:extLst>
                  <a:ext uri="{FF2B5EF4-FFF2-40B4-BE49-F238E27FC236}">
                    <ns2:creationId id="{7473BD5B-3E0E-5304-4B23-BB2570799095}"/>
                  </a:ext>
                </a:extLst>
              </p:cNvPr>
              <p:cNvSpPr/>
              <p:nvPr/>
            </p:nvSpPr>
            <p:spPr>
              <a:xfrm>
                <a:off x="197591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FC163CA1-7A9A-6118-A6C3-3A345A9A9BDA}"/>
                  </a:ext>
                </a:extLst>
              </p:cNvPr>
              <p:cNvSpPr/>
              <p:nvPr/>
            </p:nvSpPr>
            <p:spPr>
              <a:xfrm>
                <a:off x="394949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ECF6DF69-860E-FC62-1273-FAFE499DEBC0}"/>
                  </a:ext>
                </a:extLst>
              </p:cNvPr>
              <p:cNvSpPr/>
              <p:nvPr/>
            </p:nvSpPr>
            <p:spPr>
              <a:xfrm>
                <a:off x="592307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E6B00756-84B6-9D86-BEA0-43B8F519AB0F}"/>
                  </a:ext>
                </a:extLst>
              </p:cNvPr>
              <p:cNvSpPr/>
              <p:nvPr/>
            </p:nvSpPr>
            <p:spPr>
              <a:xfrm>
                <a:off x="789665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61DFB174-5349-F7BE-1140-A7D1C3167B37}"/>
                  </a:ext>
                </a:extLst>
              </p:cNvPr>
              <p:cNvSpPr/>
              <p:nvPr/>
            </p:nvSpPr>
            <p:spPr>
              <a:xfrm>
                <a:off x="9870234" y="2831630"/>
                <a:ext cx="1845516" cy="73002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22F1137F-33D4-9233-4A75-02473ACA1AAA}"/>
                  </a:ext>
                </a:extLst>
              </p:cNvPr>
              <p:cNvSpPr/>
              <p:nvPr/>
            </p:nvSpPr>
            <p:spPr>
              <a:xfrm>
                <a:off x="621030" y="3588725"/>
                <a:ext cx="1318260" cy="766948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5AA2A7ED-C455-D3D0-E8B7-DD2632902501}"/>
                  </a:ext>
                </a:extLst>
              </p:cNvPr>
              <p:cNvSpPr/>
              <p:nvPr/>
            </p:nvSpPr>
            <p:spPr>
              <a:xfrm>
                <a:off x="334963" y="3588725"/>
                <a:ext cx="294957" cy="766948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8A471F7F-C34D-F879-2849-85A6D174FBE8}"/>
                  </a:ext>
                </a:extLst>
              </p:cNvPr>
              <p:cNvSpPr/>
              <p:nvPr/>
            </p:nvSpPr>
            <p:spPr>
              <a:xfrm>
                <a:off x="197591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8852C39D-C1D5-B16B-CD83-E07D20F3CE1E}"/>
                  </a:ext>
                </a:extLst>
              </p:cNvPr>
              <p:cNvSpPr/>
              <p:nvPr/>
            </p:nvSpPr>
            <p:spPr>
              <a:xfrm>
                <a:off x="394949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19FB78FF-07DE-DEC3-2C85-9A45BAF8B397}"/>
                  </a:ext>
                </a:extLst>
              </p:cNvPr>
              <p:cNvSpPr/>
              <p:nvPr/>
            </p:nvSpPr>
            <p:spPr>
              <a:xfrm>
                <a:off x="592307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4612D66-8DD5-C725-3398-2B6102B51566}"/>
                  </a:ext>
                </a:extLst>
              </p:cNvPr>
              <p:cNvSpPr/>
              <p:nvPr/>
            </p:nvSpPr>
            <p:spPr>
              <a:xfrm>
                <a:off x="789665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169DFF6A-C618-410D-6EF1-C05340E10418}"/>
                  </a:ext>
                </a:extLst>
              </p:cNvPr>
              <p:cNvSpPr/>
              <p:nvPr/>
            </p:nvSpPr>
            <p:spPr>
              <a:xfrm>
                <a:off x="9870234" y="3583237"/>
                <a:ext cx="1845516" cy="7724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正方形/長方形 348">
                <a:extLst>
                  <a:ext uri="{FF2B5EF4-FFF2-40B4-BE49-F238E27FC236}">
                    <ns2:creationId id="{2DF9C726-822B-6746-C4B0-E7174D6A0181}"/>
                  </a:ext>
                </a:extLst>
              </p:cNvPr>
              <p:cNvSpPr/>
              <p:nvPr/>
            </p:nvSpPr>
            <p:spPr>
              <a:xfrm>
                <a:off x="334963" y="4384055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F115B2E4-D067-87EA-B690-9D81BCA7EC92}"/>
                  </a:ext>
                </a:extLst>
              </p:cNvPr>
              <p:cNvSpPr/>
              <p:nvPr/>
            </p:nvSpPr>
            <p:spPr>
              <a:xfrm>
                <a:off x="334963" y="4769524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39C28C2B-32AF-2917-2CB1-390E146C7174}"/>
                  </a:ext>
                </a:extLst>
              </p:cNvPr>
              <p:cNvSpPr/>
              <p:nvPr/>
            </p:nvSpPr>
            <p:spPr>
              <a:xfrm>
                <a:off x="197591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536575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8E3CF6C9-8FCD-0EA4-6252-6E1765EB4B3E}"/>
                  </a:ext>
                </a:extLst>
              </p:cNvPr>
              <p:cNvSpPr/>
              <p:nvPr/>
            </p:nvSpPr>
            <p:spPr>
              <a:xfrm>
                <a:off x="394949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28650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C195BFFF-7D72-3949-7EC3-C83111A198BB}"/>
                  </a:ext>
                </a:extLst>
              </p:cNvPr>
              <p:cNvSpPr/>
              <p:nvPr/>
            </p:nvSpPr>
            <p:spPr>
              <a:xfrm>
                <a:off x="592307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804863">
                  <a:tabLst>
                    <a:tab pos="628650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FF9FCF3-FED2-39F4-4FEF-9F655337E02F}"/>
                  </a:ext>
                </a:extLst>
              </p:cNvPr>
              <p:cNvSpPr/>
              <p:nvPr/>
            </p:nvSpPr>
            <p:spPr>
              <a:xfrm>
                <a:off x="789665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719138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A39F395B-FB93-305D-DF5F-FD707A38B03B}"/>
                  </a:ext>
                </a:extLst>
              </p:cNvPr>
              <p:cNvSpPr/>
              <p:nvPr/>
            </p:nvSpPr>
            <p:spPr>
              <a:xfrm>
                <a:off x="987023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30A8BFC6-AB5A-D967-4704-3D34C5AC4B45}"/>
                  </a:ext>
                </a:extLst>
              </p:cNvPr>
              <p:cNvSpPr/>
              <p:nvPr/>
            </p:nvSpPr>
            <p:spPr>
              <a:xfrm>
                <a:off x="197591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E11204B4-9D8D-71F1-E21F-D86EFA0D85DC}"/>
                  </a:ext>
                </a:extLst>
              </p:cNvPr>
              <p:cNvSpPr/>
              <p:nvPr/>
            </p:nvSpPr>
            <p:spPr>
              <a:xfrm>
                <a:off x="394949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4" name="正方形/長方形 413">
                <a:extLst>
                  <a:ext uri="{FF2B5EF4-FFF2-40B4-BE49-F238E27FC236}">
                    <ns2:creationId id="{74FEB340-619A-0366-E516-2C4CDBAB4E72}"/>
                  </a:ext>
                </a:extLst>
              </p:cNvPr>
              <p:cNvSpPr/>
              <p:nvPr/>
            </p:nvSpPr>
            <p:spPr>
              <a:xfrm>
                <a:off x="592307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5" name="正方形/長方形 414">
                <a:extLst>
                  <a:ext uri="{FF2B5EF4-FFF2-40B4-BE49-F238E27FC236}">
                    <ns2:creationId id="{B3139D12-BECD-BA0C-B51D-D3C2CC762DDE}"/>
                  </a:ext>
                </a:extLst>
              </p:cNvPr>
              <p:cNvSpPr/>
              <p:nvPr/>
            </p:nvSpPr>
            <p:spPr>
              <a:xfrm>
                <a:off x="789665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6" name="正方形/長方形 415">
                <a:extLst>
                  <a:ext uri="{FF2B5EF4-FFF2-40B4-BE49-F238E27FC236}">
                    <ns2:creationId id="{CB9864C9-8FBF-8462-6B12-1D382E895045}"/>
                  </a:ext>
                </a:extLst>
              </p:cNvPr>
              <p:cNvSpPr/>
              <p:nvPr/>
            </p:nvSpPr>
            <p:spPr>
              <a:xfrm>
                <a:off x="987023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%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Shape 21">
                <a:extLst>
                  <a:ext uri="{FF2B5EF4-FFF2-40B4-BE49-F238E27FC236}">
                    <ns2:creationId id="{253E317A-1618-CD5E-9591-07910D86698D}"/>
                  </a:ext>
                </a:extLst>
              </p:cNvPr>
              <p:cNvSpPr/>
              <p:nvPr/>
            </p:nvSpPr>
            <p:spPr>
              <a:xfrm>
                <a:off x="197591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Shape 21">
                <a:extLst>
                  <a:ext uri="{FF2B5EF4-FFF2-40B4-BE49-F238E27FC236}">
                    <ns2:creationId id="{BD2762CC-30C7-C49E-CD86-9BD543E72D78}"/>
                  </a:ext>
                </a:extLst>
              </p:cNvPr>
              <p:cNvSpPr/>
              <p:nvPr/>
            </p:nvSpPr>
            <p:spPr>
              <a:xfrm>
                <a:off x="394949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Shape 21">
                <a:extLst>
                  <a:ext uri="{FF2B5EF4-FFF2-40B4-BE49-F238E27FC236}">
                    <ns2:creationId id="{58A91F5F-E9DE-D21C-A496-211E05C27DE6}"/>
                  </a:ext>
                </a:extLst>
              </p:cNvPr>
              <p:cNvSpPr/>
              <p:nvPr/>
            </p:nvSpPr>
            <p:spPr>
              <a:xfrm>
                <a:off x="592307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1" name="Shape 21">
                <a:extLst>
                  <a:ext uri="{FF2B5EF4-FFF2-40B4-BE49-F238E27FC236}">
                    <ns2:creationId id="{3D689FCF-CD82-AF38-CFDC-34627DA05772}"/>
                  </a:ext>
                </a:extLst>
              </p:cNvPr>
              <p:cNvSpPr/>
              <p:nvPr/>
            </p:nvSpPr>
            <p:spPr>
              <a:xfrm>
                <a:off x="789665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2" name="Shape 21">
                <a:extLst>
                  <a:ext uri="{FF2B5EF4-FFF2-40B4-BE49-F238E27FC236}">
                    <ns2:creationId id="{58F79FC3-B366-0A62-274C-F38F406B8B51}"/>
                  </a:ext>
                </a:extLst>
              </p:cNvPr>
              <p:cNvSpPr/>
              <p:nvPr/>
            </p:nvSpPr>
            <p:spPr>
              <a:xfrm>
                <a:off x="987023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楕円 433">
                <a:extLst>
                  <a:ext uri="{FF2B5EF4-FFF2-40B4-BE49-F238E27FC236}">
                    <ns2:creationId id="{D8C43F64-D198-C0C3-243F-2C826B3F7E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38130" y="2586325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楕円 434">
                <a:extLst>
                  <a:ext uri="{FF2B5EF4-FFF2-40B4-BE49-F238E27FC236}">
                    <ns2:creationId id="{5ACB3AB5-419D-8837-577B-B86D98A48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91720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楕円 435">
                <a:extLst>
                  <a:ext uri="{FF2B5EF4-FFF2-40B4-BE49-F238E27FC236}">
                    <ns2:creationId id="{B005E00C-3882-3EE9-8C05-4CDFE75609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677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楕円 436">
                <a:extLst>
                  <a:ext uri="{FF2B5EF4-FFF2-40B4-BE49-F238E27FC236}">
                    <ns2:creationId id="{6F9256D7-DB4B-D10F-4381-E49FFEBCE2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80292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8" name="楕円 437">
                <a:extLst>
                  <a:ext uri="{FF2B5EF4-FFF2-40B4-BE49-F238E27FC236}">
                    <ns2:creationId id="{22FC6A30-F85E-82C9-5554-763F69C83C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158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楕円 455">
                <a:extLst>
                  <a:ext uri="{FF2B5EF4-FFF2-40B4-BE49-F238E27FC236}">
                    <ns2:creationId id="{318A35F1-344F-2B17-6B59-036F2CDB67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660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楕円 456">
                <a:extLst>
                  <a:ext uri="{FF2B5EF4-FFF2-40B4-BE49-F238E27FC236}">
                    <ns2:creationId id="{D5F70797-8A83-229D-F659-F5DA3CC2C0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98673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楕円 457">
                <a:extLst>
                  <a:ext uri="{FF2B5EF4-FFF2-40B4-BE49-F238E27FC236}">
                    <ns2:creationId id="{592F1F44-5C20-C36E-A1D0-83772D2B7F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49649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楕円 458">
                <a:extLst>
                  <a:ext uri="{FF2B5EF4-FFF2-40B4-BE49-F238E27FC236}">
                    <ns2:creationId id="{D3FEEBBB-2845-6605-1D0F-2B6589E9BD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96020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楕円 459">
                <a:extLst>
                  <a:ext uri="{FF2B5EF4-FFF2-40B4-BE49-F238E27FC236}">
                    <ns2:creationId id="{723D9D3D-C539-9625-DDB5-362833B167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322765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楕円 460">
                <a:extLst>
                  <a:ext uri="{FF2B5EF4-FFF2-40B4-BE49-F238E27FC236}">
                    <ns2:creationId id="{2035C72E-44F6-81E6-3D87-9AA8CEDAD7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96621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楕円 461">
                <a:extLst>
                  <a:ext uri="{FF2B5EF4-FFF2-40B4-BE49-F238E27FC236}">
                    <ns2:creationId id="{DAAB5B09-5A6D-F420-26AA-2E5037370E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23366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楕円 462">
                <a:extLst>
                  <a:ext uri="{FF2B5EF4-FFF2-40B4-BE49-F238E27FC236}">
                    <ns2:creationId id="{4BA3502F-45D9-E632-B26B-5507360F470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8377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楕円 463">
                <a:extLst>
                  <a:ext uri="{FF2B5EF4-FFF2-40B4-BE49-F238E27FC236}">
                    <ns2:creationId id="{76846E2F-D978-9B77-2893-34CC5094F9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1465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楕円 464">
                <a:extLst>
                  <a:ext uri="{FF2B5EF4-FFF2-40B4-BE49-F238E27FC236}">
                    <ns2:creationId id="{C7FCD620-D84C-66E6-87E7-5FA9501F79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5831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7" name="グラフィックス 466" descr="UI UX 単色塗りつぶし">
                <a:extLst>
                  <a:ext uri="{FF2B5EF4-FFF2-40B4-BE49-F238E27FC236}">
                    <ns2:creationId id="{9CAB7082-2247-4EFF-96DA-29D5EB16AC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687290" y="410367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69" name="グラフィックス 468" descr="非常に良い 単色塗りつぶし">
                <a:extLst>
                  <a:ext uri="{FF2B5EF4-FFF2-40B4-BE49-F238E27FC236}">
                    <ns2:creationId id="{150B7336-9242-1447-A400-88F231068E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687290" y="3309652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1" name="グラフィックス 470" descr="建物 単色塗りつぶし">
                <a:extLst>
                  <a:ext uri="{FF2B5EF4-FFF2-40B4-BE49-F238E27FC236}">
                    <ns2:creationId id="{6939A181-02F5-576A-70AE-B1719BBE6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181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3" name="グラフィックス 472" descr="役員室 単色塗りつぶし">
                <a:extLst>
                  <a:ext uri="{FF2B5EF4-FFF2-40B4-BE49-F238E27FC236}">
                    <ns2:creationId id="{A17B0251-0C6A-929F-C4C3-BCFE56DCC5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108292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5" name="グラフィックス 474" descr="工場 単色塗りつぶし">
                <a:extLst>
                  <a:ext uri="{FF2B5EF4-FFF2-40B4-BE49-F238E27FC236}">
                    <ns2:creationId id="{576189E8-23F3-1A7D-0E88-71B823216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365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7" name="グラフィックス 476" descr="歯車 単色塗りつぶし">
                <a:extLst>
                  <a:ext uri="{FF2B5EF4-FFF2-40B4-BE49-F238E27FC236}">
                    <ns2:creationId id="{7C5B2BA2-1714-C309-B648-6A54443359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176878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9" name="グラフィックス 478" descr="電球と鉛筆 単色塗りつぶし">
                <a:extLst>
                  <a:ext uri="{FF2B5EF4-FFF2-40B4-BE49-F238E27FC236}">
                    <ns2:creationId id="{35661F09-C335-C78C-E6B3-F6DDF851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357556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1" name="グラフィックス 480" descr="ターゲット 単色塗りつぶし">
                <a:extLst>
                  <a:ext uri="{FF2B5EF4-FFF2-40B4-BE49-F238E27FC236}">
                    <ns2:creationId id="{26A9BCE6-E78D-2E10-4189-2B9B9C1A1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687290" y="487632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3" name="グラフィックス 482" descr="山形の矢印 単色塗りつぶし">
                <a:extLst>
                  <a:ext uri="{FF2B5EF4-FFF2-40B4-BE49-F238E27FC236}">
                    <ns2:creationId id="{990DDDE7-B97F-F667-2A80-E21F310DA4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687290" y="254279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5" name="グラフィックス 484" descr="階層状のピラミッド 単色塗りつぶし">
                <a:extLst>
                  <a:ext uri="{FF2B5EF4-FFF2-40B4-BE49-F238E27FC236}">
                    <ns2:creationId id="{A5022E8F-2D6F-10F3-8C22-C8743B77E5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687290" y="4492759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517" name="グループ化 516">
                <a:extLst>
                  <a:ext uri="{FF2B5EF4-FFF2-40B4-BE49-F238E27FC236}">
                    <ns2:creationId id="{3BE5D9D1-4A28-FA97-FDA9-7E954CC3CD1C}"/>
                  </a:ext>
                </a:extLst>
              </p:cNvPr>
              <p:cNvGrpSpPr/>
              <p:nvPr/>
            </p:nvGrpSpPr>
            <p:grpSpPr>
              <a:xfrm>
                <a:off x="1975914" y="2809945"/>
                <a:ext cx="9741120" cy="1946389"/>
                <a:chOff x="2455775" y="2809945"/>
                <a:chExt cx="9741120" cy="1946389"/>
              </a:xfrm>
            </p:grpSpPr>
            <p:grpSp>
              <p:nvGrpSpPr>
                <p:cNvPr id="493" name="グループ化 492">
                  <a:extLst>
                    <a:ext uri="{FF2B5EF4-FFF2-40B4-BE49-F238E27FC236}">
                      <ns2:creationId id="{B35BD7FA-EC32-11FD-3726-A3E65AB1C591}"/>
                    </a:ext>
                  </a:extLst>
                </p:cNvPr>
                <p:cNvGrpSpPr/>
                <p:nvPr/>
              </p:nvGrpSpPr>
              <p:grpSpPr>
                <a:xfrm>
                  <a:off x="2455775" y="280994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494" name="直線コネクタ 493">
                    <a:extLst>
                      <a:ext uri="{FF2B5EF4-FFF2-40B4-BE49-F238E27FC236}">
                        <ns2:creationId id="{1CF3C84E-4DDC-5E2C-5E85-9B9851FC1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5" name="直線コネクタ 494">
                    <a:extLst>
                      <a:ext uri="{FF2B5EF4-FFF2-40B4-BE49-F238E27FC236}">
                        <ns2:creationId id="{5A9D113A-89B8-28BF-06FD-062CB3F4CF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6" name="直線コネクタ 495">
                    <a:extLst>
                      <a:ext uri="{FF2B5EF4-FFF2-40B4-BE49-F238E27FC236}">
                        <ns2:creationId id="{BEBDD0EC-9C18-202A-341C-61D288AFB3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直線コネクタ 496">
                    <a:extLst>
                      <a:ext uri="{FF2B5EF4-FFF2-40B4-BE49-F238E27FC236}">
                        <ns2:creationId id="{CD1900FE-0434-7201-D6DF-AAD183C62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8" name="直線コネクタ 497">
                    <a:extLst>
                      <a:ext uri="{FF2B5EF4-FFF2-40B4-BE49-F238E27FC236}">
                        <ns2:creationId id="{F70E711A-81D6-AAD4-4F9C-79D51A132E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9" name="グループ化 498">
                  <a:extLst>
                    <a:ext uri="{FF2B5EF4-FFF2-40B4-BE49-F238E27FC236}">
                      <ns2:creationId id="{C776C202-6C69-12AE-6839-3A1B9317581B}"/>
                    </a:ext>
                  </a:extLst>
                </p:cNvPr>
                <p:cNvGrpSpPr/>
                <p:nvPr/>
              </p:nvGrpSpPr>
              <p:grpSpPr>
                <a:xfrm>
                  <a:off x="2455775" y="3569272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0" name="直線コネクタ 499">
                    <a:extLst>
                      <a:ext uri="{FF2B5EF4-FFF2-40B4-BE49-F238E27FC236}">
                        <ns2:creationId id="{08B3B85A-F89F-E00C-5D66-D3F74ECC1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直線コネクタ 500">
                    <a:extLst>
                      <a:ext uri="{FF2B5EF4-FFF2-40B4-BE49-F238E27FC236}">
                        <ns2:creationId id="{16B18A8C-5E97-84EB-0B69-626C2A9643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2" name="直線コネクタ 501">
                    <a:extLst>
                      <a:ext uri="{FF2B5EF4-FFF2-40B4-BE49-F238E27FC236}">
                        <ns2:creationId id="{687A25D8-753B-1578-8F04-672AD1FBF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E450970E-EA37-15C5-AAB0-F6EFB42D9D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4" name="直線コネクタ 503">
                    <a:extLst>
                      <a:ext uri="{FF2B5EF4-FFF2-40B4-BE49-F238E27FC236}">
                        <ns2:creationId id="{61FE16F6-BE13-2500-8A89-25B464DC4F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グループ化 504">
                  <a:extLst>
                    <a:ext uri="{FF2B5EF4-FFF2-40B4-BE49-F238E27FC236}">
                      <ns2:creationId id="{51178C4D-7815-F461-EBC4-074939A57279}"/>
                    </a:ext>
                  </a:extLst>
                </p:cNvPr>
                <p:cNvGrpSpPr/>
                <p:nvPr/>
              </p:nvGrpSpPr>
              <p:grpSpPr>
                <a:xfrm>
                  <a:off x="2455775" y="436640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6" name="直線コネクタ 505">
                    <a:extLst>
                      <a:ext uri="{FF2B5EF4-FFF2-40B4-BE49-F238E27FC236}">
                        <ns2:creationId id="{6FD5F75D-F6A3-24CB-864A-0FCF6135EF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7" name="直線コネクタ 506">
                    <a:extLst>
                      <a:ext uri="{FF2B5EF4-FFF2-40B4-BE49-F238E27FC236}">
                        <ns2:creationId id="{E08F08E3-5A6C-A21A-2049-D75D511397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8" name="直線コネクタ 507">
                    <a:extLst>
                      <a:ext uri="{FF2B5EF4-FFF2-40B4-BE49-F238E27FC236}">
                        <ns2:creationId id="{07F43C62-4939-19FF-3DE0-477649FC3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直線コネクタ 508">
                    <a:extLst>
                      <a:ext uri="{FF2B5EF4-FFF2-40B4-BE49-F238E27FC236}">
                        <ns2:creationId id="{BB4AEF77-26D9-565D-76C3-BA14AE36C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0" name="直線コネクタ 509">
                    <a:extLst>
                      <a:ext uri="{FF2B5EF4-FFF2-40B4-BE49-F238E27FC236}">
                        <ns2:creationId id="{A012A948-04A6-947C-824D-63459ED635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1" name="グループ化 510">
                  <a:extLst>
                    <a:ext uri="{FF2B5EF4-FFF2-40B4-BE49-F238E27FC236}">
                      <ns2:creationId id="{CC9514BC-98EA-E97B-6E17-C710FAF2EB05}"/>
                    </a:ext>
                  </a:extLst>
                </p:cNvPr>
                <p:cNvGrpSpPr/>
                <p:nvPr/>
              </p:nvGrpSpPr>
              <p:grpSpPr>
                <a:xfrm>
                  <a:off x="2455775" y="4756334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12" name="直線コネクタ 511">
                    <a:extLst>
                      <a:ext uri="{FF2B5EF4-FFF2-40B4-BE49-F238E27FC236}">
                        <ns2:creationId id="{2FACAB30-E147-173D-2034-ACCA634702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直線コネクタ 512">
                    <a:extLst>
                      <a:ext uri="{FF2B5EF4-FFF2-40B4-BE49-F238E27FC236}">
                        <ns2:creationId id="{7AE1FA29-7ABA-B403-8066-5EA1653F8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4" name="直線コネクタ 513">
                    <a:extLst>
                      <a:ext uri="{FF2B5EF4-FFF2-40B4-BE49-F238E27FC236}">
                        <ns2:creationId id="{492E5B30-8C48-4F64-30D3-C12F9FF97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直線コネクタ 514">
                    <a:extLst>
                      <a:ext uri="{FF2B5EF4-FFF2-40B4-BE49-F238E27FC236}">
                        <ns2:creationId id="{063A7E38-B2AA-BFAE-DCA5-577D0B9CAF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6" name="直線コネクタ 515">
                    <a:extLst>
                      <a:ext uri="{FF2B5EF4-FFF2-40B4-BE49-F238E27FC236}">
                        <ns2:creationId id="{92BC88DC-C560-5793-B843-DE1EAA5EA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21" name="グループ化 520">
              <a:extLst>
                <a:ext uri="{FF2B5EF4-FFF2-40B4-BE49-F238E27FC236}">
                  <ns2:creationId id="{02F73911-8A37-6E2B-377B-FD415985C4AC}"/>
                </a:ext>
              </a:extLst>
            </p:cNvPr>
            <p:cNvGrpSpPr/>
            <p:nvPr/>
          </p:nvGrpSpPr>
          <p:grpSpPr>
            <a:xfrm>
              <a:off x="1975914" y="5463541"/>
              <a:ext cx="9881124" cy="845184"/>
              <a:chOff x="1975914" y="5463541"/>
              <a:chExt cx="9881124" cy="845184"/>
            </a:xfrm>
          </p:grpSpPr>
          <p:sp>
            <p:nvSpPr>
              <p:cNvPr id="263" name="Shape 108">
                <a:extLst>
                  <a:ext uri="{FF2B5EF4-FFF2-40B4-BE49-F238E27FC236}">
                    <ns2:creationId id="{47A0F75A-07B4-3EF8-68DF-C595FFED2B71}"/>
                  </a:ext>
                </a:extLst>
              </p:cNvPr>
              <p:cNvSpPr/>
              <p:nvPr/>
            </p:nvSpPr>
            <p:spPr>
              <a:xfrm>
                <a:off x="1975914" y="5463541"/>
                <a:ext cx="9881124" cy="845184"/>
              </a:xfrm>
              <a:prstGeom prst="roundRect">
                <a:avLst>
                  <a:gd name="adj" fmla="val 3333"/>
                </a:avLst>
              </a:prstGeom>
              <a:solidFill>
                <a:srgbClr val="FFFFFF"/>
              </a:solidFill>
              <a:ln w="9525">
                <a:solidFill>
                  <a:schemeClr val="accent5"/>
                </a:solidFill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3" name="Text 111">
                <a:extLst>
                  <a:ext uri="{FF2B5EF4-FFF2-40B4-BE49-F238E27FC236}">
                    <ns2:creationId id="{157BD397-E4C0-22C2-E737-7969031BB44D}"/>
                  </a:ext>
                </a:extLst>
              </p:cNvPr>
              <p:cNvSpPr txBox="1"/>
              <p:nvPr/>
            </p:nvSpPr>
            <p:spPr>
              <a:xfrm>
                <a:off x="2455775" y="5855287"/>
                <a:ext cx="1159153" cy="26113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121">
                <a:extLst>
                  <a:ext uri="{FF2B5EF4-FFF2-40B4-BE49-F238E27FC236}">
                    <ns2:creationId id="{C5C08B20-2560-2779-158F-D8D2782B85DD}"/>
                  </a:ext>
                </a:extLst>
              </p:cNvPr>
              <p:cNvSpPr txBox="1"/>
              <p:nvPr/>
            </p:nvSpPr>
            <p:spPr>
              <a:xfrm>
                <a:off x="10312400" y="5560505"/>
                <a:ext cx="1468120" cy="675681"/>
              </a:xfrm>
              <a:prstGeom prst="rect">
                <a:avLst/>
              </a:prstGeom>
              <a:noFill/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600" b="1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buNone/>
                </a:pPr>
                <a:r>
                  <a: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9" name="Shape 21">
                <a:extLst>
                  <a:ext uri="{FF2B5EF4-FFF2-40B4-BE49-F238E27FC236}">
                    <ns2:creationId id="{55A57D9A-E44E-BA3C-078A-5A9238C25132}"/>
                  </a:ext>
                </a:extLst>
              </p:cNvPr>
              <p:cNvSpPr/>
              <p:nvPr/>
            </p:nvSpPr>
            <p:spPr>
              <a:xfrm>
                <a:off x="2024556" y="5669419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0" name="楕円 439">
                <a:extLst>
                  <a:ext uri="{FF2B5EF4-FFF2-40B4-BE49-F238E27FC236}">
                    <ns2:creationId id="{1EB1AEBB-7269-9A44-29C7-E8B1D834A7E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33242" y="5900336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7" name="グループ化 446">
                <a:extLst>
                  <a:ext uri="{FF2B5EF4-FFF2-40B4-BE49-F238E27FC236}">
                    <ns2:creationId id="{1BE73060-1EDF-C339-EF3C-BF1310848808}"/>
                  </a:ext>
                </a:extLst>
              </p:cNvPr>
              <p:cNvGrpSpPr/>
              <p:nvPr/>
            </p:nvGrpSpPr>
            <p:grpSpPr>
              <a:xfrm>
                <a:off x="4094789" y="5560505"/>
                <a:ext cx="6121027" cy="224599"/>
                <a:chOff x="4094789" y="5560505"/>
                <a:chExt cx="6121027" cy="224599"/>
              </a:xfrm>
            </p:grpSpPr>
            <p:grpSp>
              <p:nvGrpSpPr>
                <p:cNvPr id="441" name="グループ化 440">
                  <a:extLst>
                    <a:ext uri="{FF2B5EF4-FFF2-40B4-BE49-F238E27FC236}">
                      <ns2:creationId id="{EAA9FEF3-1D45-A843-0FA2-AB294C262248}"/>
                    </a:ext>
                  </a:extLst>
                </p:cNvPr>
                <p:cNvGrpSpPr/>
                <p:nvPr/>
              </p:nvGrpSpPr>
              <p:grpSpPr>
                <a:xfrm>
                  <a:off x="4094789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2" name="正方形/長方形 441">
                    <a:extLst>
                      <a:ext uri="{FF2B5EF4-FFF2-40B4-BE49-F238E27FC236}">
                        <ns2:creationId id="{C3D86A1C-2639-1D2D-8780-2F1BDD9B8E93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chemeClr val="accent5">
                      <a:alpha val="1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3" name="正方形/長方形 442">
                    <a:extLst>
                      <a:ext uri="{FF2B5EF4-FFF2-40B4-BE49-F238E27FC236}">
                        <ns2:creationId id="{DCA494A4-DC16-F091-DBBC-2E1387BFE9B6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444" name="グループ化 443">
                  <a:extLst>
                    <a:ext uri="{FF2B5EF4-FFF2-40B4-BE49-F238E27FC236}">
                      <ns2:creationId id="{E48FC757-5820-89CE-29A6-01CBB5A89AB1}"/>
                    </a:ext>
                  </a:extLst>
                </p:cNvPr>
                <p:cNvGrpSpPr/>
                <p:nvPr/>
              </p:nvGrpSpPr>
              <p:grpSpPr>
                <a:xfrm>
                  <a:off x="7208461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5" name="正方形/長方形 444">
                    <a:extLst>
                      <a:ext uri="{FF2B5EF4-FFF2-40B4-BE49-F238E27FC236}">
                        <ns2:creationId id="{77694B22-CC4D-D40D-6231-99E3DE9A7C6D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6" name="正方形/長方形 445">
                    <a:extLst>
                      <a:ext uri="{FF2B5EF4-FFF2-40B4-BE49-F238E27FC236}">
                        <ns2:creationId id="{B3949F9C-6802-06F9-73CC-8B9C1CB6FA34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6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49" name="正方形/長方形 448">
                <a:extLst>
                  <a:ext uri="{FF2B5EF4-FFF2-40B4-BE49-F238E27FC236}">
                    <ns2:creationId id="{74D0726D-9616-93FF-F561-287B25C1A846}"/>
                  </a:ext>
                </a:extLst>
              </p:cNvPr>
              <p:cNvSpPr/>
              <p:nvPr/>
            </p:nvSpPr>
            <p:spPr>
              <a:xfrm>
                <a:off x="4090650" y="5835698"/>
                <a:ext cx="3011494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BC8BF8F-9CB6-E823-8303-E56B2268FECF}"/>
                  </a:ext>
                </a:extLst>
              </p:cNvPr>
              <p:cNvSpPr/>
              <p:nvPr/>
            </p:nvSpPr>
            <p:spPr>
              <a:xfrm>
                <a:off x="7208461" y="5835698"/>
                <a:ext cx="3007355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18" name="グラフィックス 517" descr="UI UX 単色塗りつぶし">
                <a:extLst>
                  <a:ext uri="{FF2B5EF4-FFF2-40B4-BE49-F238E27FC236}">
                    <ns2:creationId id="{227A8380-A5A9-CC5F-F6CE-733D9E8DC2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032200" y="560259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19" name="グラフィックス 518" descr="非常に良い 単色塗りつぶし">
                <a:extLst>
                  <a:ext uri="{FF2B5EF4-FFF2-40B4-BE49-F238E27FC236}">
                    <ns2:creationId id="{0F4F1137-76F9-883E-2FE1-978D37F64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18856" y="5605513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523" name="Shape 105">
              <a:extLst>
                <a:ext uri="{FF2B5EF4-FFF2-40B4-BE49-F238E27FC236}">
                  <ns2:creationId id="{5D08DAA4-355A-B384-8520-9D6A1E571595}"/>
                </a:ext>
              </a:extLst>
            </p:cNvPr>
            <p:cNvSpPr/>
            <p:nvPr/>
          </p:nvSpPr>
          <p:spPr>
            <a:xfrm>
              <a:off x="4752442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5" name="Shape 106">
              <a:extLst>
                <a:ext uri="{FF2B5EF4-FFF2-40B4-BE49-F238E27FC236}">
                  <ns2:creationId id="{CE89E5E6-12A0-11AB-16A7-37B6815E99A1}"/>
                </a:ext>
              </a:extLst>
            </p:cNvPr>
            <p:cNvSpPr/>
            <p:nvPr/>
          </p:nvSpPr>
          <p:spPr>
            <a:xfrm>
              <a:off x="6761988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Shape 107">
              <a:extLst>
                <a:ext uri="{FF2B5EF4-FFF2-40B4-BE49-F238E27FC236}">
                  <ns2:creationId id="{72FADEF5-DAF8-EAB0-92E9-4DE830ED3DF0}"/>
                </a:ext>
              </a:extLst>
            </p:cNvPr>
            <p:cNvSpPr/>
            <p:nvPr/>
          </p:nvSpPr>
          <p:spPr>
            <a:xfrm>
              <a:off x="8718194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540200681"/>
      </p:ext>
    </p:extLst>
  </p:cSld>
  <p:clrMapOvr>
    <a:masterClrMapping/>
  </p:clrMapOvr>
</p:sld>
</file>

<file path=ppt/slides/slide2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E30048-57FF-3CDA-4099-3971AE65EE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5834B3-4DC5-A5C1-D666-FF893F0C4B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-18660"/>
            <a:ext cx="11745912" cy="914400"/>
          </a:xfrm>
        </p:spPr>
        <p:txBody>
          <a:bodyPr/>
          <a:lstStyle/>
          <a:p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grpSp>
        <p:nvGrpSpPr>
          <p:cNvPr id="246" name="グループ化 245">
            <a:extLst>
              <a:ext uri="{FF2B5EF4-FFF2-40B4-BE49-F238E27FC236}">
                <ns2:creationId id="{00F93F79-D046-B3D7-C646-2DEE816C59AA}"/>
              </a:ext>
            </a:extLst>
          </p:cNvPr>
          <p:cNvGrpSpPr/>
          <p:nvPr/>
        </p:nvGrpSpPr>
        <p:grpSpPr>
          <a:xfrm>
            <a:off x="334963" y="1026286"/>
            <a:ext cx="11525168" cy="5282439"/>
            <a:chOff x="334963" y="1026286"/>
            <a:chExt cx="11525168" cy="5282439"/>
          </a:xfrm>
        </p:grpSpPr>
        <p:sp>
          <p:nvSpPr>
            <p:cNvPr id="5" name="テキスト ボックス 4">
              <a:extLst>
                <a:ext uri="{FF2B5EF4-FFF2-40B4-BE49-F238E27FC236}">
                  <ns2:creationId id="{36B65137-108C-28B0-5952-F6AAB50A1434}"/>
                </a:ext>
              </a:extLst>
            </p:cNvPr>
            <p:cNvSpPr txBox="1"/>
            <p:nvPr/>
          </p:nvSpPr>
          <p:spPr>
            <a:xfrm>
              <a:off x="334963" y="1026286"/>
              <a:ext cx="4176077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 anchorCtr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E904344C-0C87-52B4-DD5D-218CF627FF94}"/>
                </a:ext>
              </a:extLst>
            </p:cNvPr>
            <p:cNvSpPr txBox="1"/>
            <p:nvPr/>
          </p:nvSpPr>
          <p:spPr>
            <a:xfrm>
              <a:off x="8808725" y="1026286"/>
              <a:ext cx="3051406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BBD38908-08ED-35CB-2771-95C9360FE2E6}"/>
                </a:ext>
              </a:extLst>
            </p:cNvPr>
            <p:cNvSpPr/>
            <p:nvPr/>
          </p:nvSpPr>
          <p:spPr>
            <a:xfrm>
              <a:off x="8808721" y="210653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87A05FD-F351-DED0-4B8B-283CA876AACE}"/>
                </a:ext>
              </a:extLst>
            </p:cNvPr>
            <p:cNvSpPr/>
            <p:nvPr/>
          </p:nvSpPr>
          <p:spPr>
            <a:xfrm>
              <a:off x="8808721" y="178012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C051A32-8E63-9F6B-0FC4-4D0D90663111}"/>
                </a:ext>
              </a:extLst>
            </p:cNvPr>
            <p:cNvSpPr/>
            <p:nvPr/>
          </p:nvSpPr>
          <p:spPr>
            <a:xfrm>
              <a:off x="8808722" y="243294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3AF3765-8339-553B-37D1-674D2FCCBC45}"/>
                </a:ext>
              </a:extLst>
            </p:cNvPr>
            <p:cNvSpPr/>
            <p:nvPr/>
          </p:nvSpPr>
          <p:spPr>
            <a:xfrm>
              <a:off x="8808721" y="275935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1EC7CADA-5B98-9BDE-8BA2-79B5D10D9047}"/>
                </a:ext>
              </a:extLst>
            </p:cNvPr>
            <p:cNvSpPr/>
            <p:nvPr/>
          </p:nvSpPr>
          <p:spPr>
            <a:xfrm>
              <a:off x="8808721" y="308576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7E539A24-BF87-721F-1D3C-09683ECE920D}"/>
                </a:ext>
              </a:extLst>
            </p:cNvPr>
            <p:cNvSpPr/>
            <p:nvPr/>
          </p:nvSpPr>
          <p:spPr>
            <a:xfrm>
              <a:off x="8808721" y="341216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880DB0AE-5FBD-2098-6533-F2FFFDB798AB}"/>
                </a:ext>
              </a:extLst>
            </p:cNvPr>
            <p:cNvSpPr/>
            <p:nvPr/>
          </p:nvSpPr>
          <p:spPr>
            <a:xfrm>
              <a:off x="8808721" y="373857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714AB8DA-2E63-E441-EDF0-50F189C51581}"/>
                </a:ext>
              </a:extLst>
            </p:cNvPr>
            <p:cNvSpPr/>
            <p:nvPr/>
          </p:nvSpPr>
          <p:spPr>
            <a:xfrm>
              <a:off x="8808721" y="406498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F7906BC-49AD-3514-03DC-A9827F59AD7F}"/>
                </a:ext>
              </a:extLst>
            </p:cNvPr>
            <p:cNvSpPr/>
            <p:nvPr/>
          </p:nvSpPr>
          <p:spPr>
            <a:xfrm>
              <a:off x="8808720" y="439139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zh-TW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C3C221D5-9D94-6338-EA5E-3F3EA2719F33}"/>
                </a:ext>
              </a:extLst>
            </p:cNvPr>
            <p:cNvSpPr/>
            <p:nvPr/>
          </p:nvSpPr>
          <p:spPr>
            <a:xfrm>
              <a:off x="8808721" y="471780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3D859E9-6A5F-DDBF-E199-D734EBE308C2}"/>
                </a:ext>
              </a:extLst>
            </p:cNvPr>
            <p:cNvSpPr/>
            <p:nvPr/>
          </p:nvSpPr>
          <p:spPr>
            <a:xfrm>
              <a:off x="8808721" y="504420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EA5FE7B6-3AC5-D147-8FA6-A809BA3C58E4}"/>
                </a:ext>
              </a:extLst>
            </p:cNvPr>
            <p:cNvSpPr/>
            <p:nvPr/>
          </p:nvSpPr>
          <p:spPr>
            <a:xfrm>
              <a:off x="8808721" y="537061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41727324-CCA8-3299-AADF-D9379C09F449}"/>
                </a:ext>
              </a:extLst>
            </p:cNvPr>
            <p:cNvSpPr/>
            <p:nvPr/>
          </p:nvSpPr>
          <p:spPr>
            <a:xfrm>
              <a:off x="8808721" y="569702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4E0E64D7-7591-D3A2-A0F2-BB260A110F44}"/>
                </a:ext>
              </a:extLst>
            </p:cNvPr>
            <p:cNvSpPr/>
            <p:nvPr/>
          </p:nvSpPr>
          <p:spPr>
            <a:xfrm>
              <a:off x="8808721" y="6023433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BF8CB82-D06A-7906-6733-755133C1E368}"/>
                </a:ext>
              </a:extLst>
            </p:cNvPr>
            <p:cNvSpPr/>
            <p:nvPr/>
          </p:nvSpPr>
          <p:spPr>
            <a:xfrm>
              <a:off x="2149805" y="3411143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F48BA2A-0A46-4A63-01E1-564313D02B98}"/>
                </a:ext>
              </a:extLst>
            </p:cNvPr>
            <p:cNvSpPr/>
            <p:nvPr/>
          </p:nvSpPr>
          <p:spPr>
            <a:xfrm>
              <a:off x="2149805" y="4063549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473FCC-BC13-85D8-5E0E-E5437508E0B0}"/>
                </a:ext>
              </a:extLst>
            </p:cNvPr>
            <p:cNvSpPr/>
            <p:nvPr/>
          </p:nvSpPr>
          <p:spPr>
            <a:xfrm>
              <a:off x="2149805" y="2106331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ADABAD5D-8D1A-A4A3-98A9-54CBF6B8DF4C}"/>
                </a:ext>
              </a:extLst>
            </p:cNvPr>
            <p:cNvSpPr/>
            <p:nvPr/>
          </p:nvSpPr>
          <p:spPr>
            <a:xfrm>
              <a:off x="2149805" y="2432534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C4829625-4FD0-23E6-51FB-13672157AC0F}"/>
                </a:ext>
              </a:extLst>
            </p:cNvPr>
            <p:cNvSpPr/>
            <p:nvPr/>
          </p:nvSpPr>
          <p:spPr>
            <a:xfrm>
              <a:off x="2149805" y="2758737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9B7BB25-0496-8501-8FD6-CBBAC37B2FF5}"/>
                </a:ext>
              </a:extLst>
            </p:cNvPr>
            <p:cNvSpPr/>
            <p:nvPr/>
          </p:nvSpPr>
          <p:spPr>
            <a:xfrm>
              <a:off x="2149805" y="3737346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3261623F-6EF0-58AD-9571-2DA262352A84}"/>
                </a:ext>
              </a:extLst>
            </p:cNvPr>
            <p:cNvSpPr/>
            <p:nvPr/>
          </p:nvSpPr>
          <p:spPr>
            <a:xfrm>
              <a:off x="2149805" y="3084940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CDEE606E-73F4-A280-7969-E439A9C05BCC}"/>
                </a:ext>
              </a:extLst>
            </p:cNvPr>
            <p:cNvSpPr/>
            <p:nvPr/>
          </p:nvSpPr>
          <p:spPr>
            <a:xfrm>
              <a:off x="2147003" y="6021145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CCDC55C9-2D8D-AA2B-722A-658311C15A0E}"/>
                </a:ext>
              </a:extLst>
            </p:cNvPr>
            <p:cNvGrpSpPr/>
            <p:nvPr/>
          </p:nvGrpSpPr>
          <p:grpSpPr>
            <a:xfrm>
              <a:off x="2147003" y="4389752"/>
              <a:ext cx="2361235" cy="613910"/>
              <a:chOff x="2147003" y="4389499"/>
              <a:chExt cx="2361235" cy="61391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3B3045F7-E681-B4C4-00B1-5F49C716A44A}"/>
                  </a:ext>
                </a:extLst>
              </p:cNvPr>
              <p:cNvSpPr/>
              <p:nvPr/>
            </p:nvSpPr>
            <p:spPr>
              <a:xfrm>
                <a:off x="2147003" y="438949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DX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278B6B91-AA41-FB1E-756C-AB789FB901C9}"/>
                  </a:ext>
                </a:extLst>
              </p:cNvPr>
              <p:cNvSpPr/>
              <p:nvPr/>
            </p:nvSpPr>
            <p:spPr>
              <a:xfrm>
                <a:off x="2147003" y="471582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8" name="グループ化 137">
              <a:extLst>
                <a:ext uri="{FF2B5EF4-FFF2-40B4-BE49-F238E27FC236}">
                  <ns2:creationId id="{8A7E8162-4A81-9396-3F97-DD97BFA4D3C8}"/>
                </a:ext>
              </a:extLst>
            </p:cNvPr>
            <p:cNvGrpSpPr/>
            <p:nvPr/>
          </p:nvGrpSpPr>
          <p:grpSpPr>
            <a:xfrm>
              <a:off x="2147003" y="5042285"/>
              <a:ext cx="2361235" cy="940239"/>
              <a:chOff x="2147003" y="5042158"/>
              <a:chExt cx="2361235" cy="94023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6D5D133B-8936-321C-4279-06A34F888EE4}"/>
                  </a:ext>
                </a:extLst>
              </p:cNvPr>
              <p:cNvSpPr/>
              <p:nvPr/>
            </p:nvSpPr>
            <p:spPr>
              <a:xfrm>
                <a:off x="2147003" y="569481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0E6FA027-BDEC-5460-A10F-C3C9220A3363}"/>
                  </a:ext>
                </a:extLst>
              </p:cNvPr>
              <p:cNvSpPr/>
              <p:nvPr/>
            </p:nvSpPr>
            <p:spPr>
              <a:xfrm>
                <a:off x="2147003" y="536848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C60BE0C7-8F04-F162-8C78-A26437780662}"/>
                  </a:ext>
                </a:extLst>
              </p:cNvPr>
              <p:cNvSpPr/>
              <p:nvPr/>
            </p:nvSpPr>
            <p:spPr>
              <a:xfrm>
                <a:off x="2147003" y="5042158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0" name="正方形/長方形 49">
              <a:extLst>
                <a:ext uri="{FF2B5EF4-FFF2-40B4-BE49-F238E27FC236}">
                  <ns2:creationId id="{B9FA7643-151E-C7DA-AC9C-66EDDB7EC6CA}"/>
                </a:ext>
              </a:extLst>
            </p:cNvPr>
            <p:cNvSpPr/>
            <p:nvPr/>
          </p:nvSpPr>
          <p:spPr>
            <a:xfrm>
              <a:off x="2149805" y="1780128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66AA4A4-E414-245D-87DA-61AA1CFA1B27}"/>
                </a:ext>
              </a:extLst>
            </p:cNvPr>
            <p:cNvSpPr/>
            <p:nvPr/>
          </p:nvSpPr>
          <p:spPr>
            <a:xfrm>
              <a:off x="334963" y="1785171"/>
              <a:ext cx="1653857" cy="25638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0872485-3DAB-1156-2B5F-CD9ABB63D55C}"/>
                </a:ext>
              </a:extLst>
            </p:cNvPr>
            <p:cNvSpPr/>
            <p:nvPr/>
          </p:nvSpPr>
          <p:spPr>
            <a:xfrm>
              <a:off x="334963" y="4389499"/>
              <a:ext cx="1653857" cy="6171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6851F0F-3F06-115A-C78D-90DE04F74A7E}"/>
                </a:ext>
              </a:extLst>
            </p:cNvPr>
            <p:cNvSpPr/>
            <p:nvPr/>
          </p:nvSpPr>
          <p:spPr>
            <a:xfrm>
              <a:off x="334963" y="5042157"/>
              <a:ext cx="1653857" cy="93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DFB7CDE-6D4E-994A-E789-50597A691D49}"/>
                </a:ext>
              </a:extLst>
            </p:cNvPr>
            <p:cNvSpPr/>
            <p:nvPr/>
          </p:nvSpPr>
          <p:spPr>
            <a:xfrm>
              <a:off x="334963" y="6020567"/>
              <a:ext cx="1653857" cy="2881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0A24BE6-A432-BA61-FED9-5155FB8B0B50}"/>
                </a:ext>
              </a:extLst>
            </p:cNvPr>
            <p:cNvSpPr txBox="1"/>
            <p:nvPr/>
          </p:nvSpPr>
          <p:spPr>
            <a:xfrm>
              <a:off x="4575345" y="1027654"/>
              <a:ext cx="4181835" cy="360595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" name="テキスト ボックス 37">
              <a:extLst>
                <a:ext uri="{FF2B5EF4-FFF2-40B4-BE49-F238E27FC236}">
                  <ns2:creationId id="{6714E3F9-C001-5346-5916-3072FF8857D0}"/>
                </a:ext>
              </a:extLst>
            </p:cNvPr>
            <p:cNvSpPr txBox="1"/>
            <p:nvPr/>
          </p:nvSpPr>
          <p:spPr>
            <a:xfrm>
              <a:off x="4578157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A135274-77B2-1B3C-8DA3-531D0BA4FEFB}"/>
                </a:ext>
              </a:extLst>
            </p:cNvPr>
            <p:cNvSpPr txBox="1"/>
            <p:nvPr/>
          </p:nvSpPr>
          <p:spPr>
            <a:xfrm>
              <a:off x="5628611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prstClr val="black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D96B415E-C1BA-F0BC-B688-03C5C3D65704}"/>
                </a:ext>
              </a:extLst>
            </p:cNvPr>
            <p:cNvSpPr txBox="1"/>
            <p:nvPr/>
          </p:nvSpPr>
          <p:spPr>
            <a:xfrm>
              <a:off x="6694224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9CB99547-A22A-1CAD-DFEF-2FC9B30FC685}"/>
                </a:ext>
              </a:extLst>
            </p:cNvPr>
            <p:cNvSpPr txBox="1"/>
            <p:nvPr/>
          </p:nvSpPr>
          <p:spPr>
            <a:xfrm>
              <a:off x="7768142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2A7DC-4B80-C5B8-9304-0F3E8FEB21FF}"/>
                </a:ext>
              </a:extLst>
            </p:cNvPr>
            <p:cNvSpPr/>
            <p:nvPr/>
          </p:nvSpPr>
          <p:spPr>
            <a:xfrm>
              <a:off x="4576859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2702B5B9-016F-FA17-4C36-3321E05AB034}"/>
                </a:ext>
              </a:extLst>
            </p:cNvPr>
            <p:cNvSpPr/>
            <p:nvPr/>
          </p:nvSpPr>
          <p:spPr>
            <a:xfrm>
              <a:off x="7768142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3D99C59-1761-ED2E-1C4C-CE96613282DC}"/>
                </a:ext>
              </a:extLst>
            </p:cNvPr>
            <p:cNvSpPr/>
            <p:nvPr/>
          </p:nvSpPr>
          <p:spPr>
            <a:xfrm>
              <a:off x="5628611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9FB06AF-4D51-7B7E-334D-5942685841F0}"/>
                </a:ext>
              </a:extLst>
            </p:cNvPr>
            <p:cNvSpPr/>
            <p:nvPr/>
          </p:nvSpPr>
          <p:spPr>
            <a:xfrm>
              <a:off x="4576859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E52E73B-ABA9-C83E-4E3B-B205D220A6EA}"/>
                </a:ext>
              </a:extLst>
            </p:cNvPr>
            <p:cNvSpPr/>
            <p:nvPr/>
          </p:nvSpPr>
          <p:spPr>
            <a:xfrm>
              <a:off x="7768142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465EBBEA-7BC2-A93E-AC6C-B39C2F8868D6}"/>
                </a:ext>
              </a:extLst>
            </p:cNvPr>
            <p:cNvSpPr/>
            <p:nvPr/>
          </p:nvSpPr>
          <p:spPr>
            <a:xfrm>
              <a:off x="5628611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FA81A833-69D7-0CDB-E823-071E4D19FCD4}"/>
                </a:ext>
              </a:extLst>
            </p:cNvPr>
            <p:cNvSpPr/>
            <p:nvPr/>
          </p:nvSpPr>
          <p:spPr>
            <a:xfrm>
              <a:off x="4576859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3E5FEF1-8246-A77B-E41E-C8ED92254570}"/>
                </a:ext>
              </a:extLst>
            </p:cNvPr>
            <p:cNvSpPr/>
            <p:nvPr/>
          </p:nvSpPr>
          <p:spPr>
            <a:xfrm>
              <a:off x="7768142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3A48074F-33C1-77D3-9F32-A018D5222E8E}"/>
                </a:ext>
              </a:extLst>
            </p:cNvPr>
            <p:cNvSpPr/>
            <p:nvPr/>
          </p:nvSpPr>
          <p:spPr>
            <a:xfrm>
              <a:off x="5628611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23AE2A15-F109-FF50-BB25-DD06946D47E2}"/>
                </a:ext>
              </a:extLst>
            </p:cNvPr>
            <p:cNvSpPr/>
            <p:nvPr/>
          </p:nvSpPr>
          <p:spPr>
            <a:xfrm>
              <a:off x="4576859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476700E-E7D2-B634-5A9E-09229E8DA8BD}"/>
                </a:ext>
              </a:extLst>
            </p:cNvPr>
            <p:cNvSpPr/>
            <p:nvPr/>
          </p:nvSpPr>
          <p:spPr>
            <a:xfrm>
              <a:off x="7768142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B0B44E81-E8EF-3C49-1D39-34898D7E112C}"/>
                </a:ext>
              </a:extLst>
            </p:cNvPr>
            <p:cNvSpPr/>
            <p:nvPr/>
          </p:nvSpPr>
          <p:spPr>
            <a:xfrm>
              <a:off x="5628611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5701D3A8-71C4-3A2C-3B91-B89FCA6C8189}"/>
                </a:ext>
              </a:extLst>
            </p:cNvPr>
            <p:cNvSpPr/>
            <p:nvPr/>
          </p:nvSpPr>
          <p:spPr>
            <a:xfrm>
              <a:off x="4576859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9DBF0FE1-2784-5C3A-4B2F-8016650CB832}"/>
                </a:ext>
              </a:extLst>
            </p:cNvPr>
            <p:cNvSpPr/>
            <p:nvPr/>
          </p:nvSpPr>
          <p:spPr>
            <a:xfrm>
              <a:off x="7768142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9D8E2DA-57BB-531A-7C91-15DBFFAF34F9}"/>
                </a:ext>
              </a:extLst>
            </p:cNvPr>
            <p:cNvSpPr/>
            <p:nvPr/>
          </p:nvSpPr>
          <p:spPr>
            <a:xfrm>
              <a:off x="5628611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41EBFDA7-2103-1BAA-ABAC-06B68FFB4E01}"/>
                </a:ext>
              </a:extLst>
            </p:cNvPr>
            <p:cNvSpPr/>
            <p:nvPr/>
          </p:nvSpPr>
          <p:spPr>
            <a:xfrm>
              <a:off x="4576859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BC960863-7530-03AA-89A7-EE1EAB3489FD}"/>
                </a:ext>
              </a:extLst>
            </p:cNvPr>
            <p:cNvSpPr/>
            <p:nvPr/>
          </p:nvSpPr>
          <p:spPr>
            <a:xfrm>
              <a:off x="7768142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01394B87-4C6A-0586-14AF-837BC21FEBA9}"/>
                </a:ext>
              </a:extLst>
            </p:cNvPr>
            <p:cNvSpPr/>
            <p:nvPr/>
          </p:nvSpPr>
          <p:spPr>
            <a:xfrm>
              <a:off x="5628611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E73FE9F7-D754-9EB8-90EF-62DD8F5D8E80}"/>
                </a:ext>
              </a:extLst>
            </p:cNvPr>
            <p:cNvSpPr/>
            <p:nvPr/>
          </p:nvSpPr>
          <p:spPr>
            <a:xfrm>
              <a:off x="4576859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6C86CFAD-BC0F-7A01-CEE1-DE812A1F608F}"/>
                </a:ext>
              </a:extLst>
            </p:cNvPr>
            <p:cNvSpPr/>
            <p:nvPr/>
          </p:nvSpPr>
          <p:spPr>
            <a:xfrm>
              <a:off x="7768142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EA7FC235-2EE6-B6E7-B3B6-9270A1FA76D3}"/>
                </a:ext>
              </a:extLst>
            </p:cNvPr>
            <p:cNvSpPr/>
            <p:nvPr/>
          </p:nvSpPr>
          <p:spPr>
            <a:xfrm>
              <a:off x="5628611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DBF4F2F-D766-56E7-8282-B5F3A02EB990}"/>
                </a:ext>
              </a:extLst>
            </p:cNvPr>
            <p:cNvSpPr/>
            <p:nvPr/>
          </p:nvSpPr>
          <p:spPr>
            <a:xfrm>
              <a:off x="4576859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EFC00559-C071-B494-FCEE-7C756EA16CA2}"/>
                </a:ext>
              </a:extLst>
            </p:cNvPr>
            <p:cNvSpPr/>
            <p:nvPr/>
          </p:nvSpPr>
          <p:spPr>
            <a:xfrm>
              <a:off x="7768142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E82A49CA-5700-5729-B1EC-C5E55A14CD33}"/>
                </a:ext>
              </a:extLst>
            </p:cNvPr>
            <p:cNvSpPr/>
            <p:nvPr/>
          </p:nvSpPr>
          <p:spPr>
            <a:xfrm>
              <a:off x="5628611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EE79B052-ED3F-86CD-A121-7A30FF73AC96}"/>
                </a:ext>
              </a:extLst>
            </p:cNvPr>
            <p:cNvSpPr/>
            <p:nvPr/>
          </p:nvSpPr>
          <p:spPr>
            <a:xfrm>
              <a:off x="4576859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94E010A-F620-9CFA-7FA9-5A232A369EB9}"/>
                </a:ext>
              </a:extLst>
            </p:cNvPr>
            <p:cNvSpPr/>
            <p:nvPr/>
          </p:nvSpPr>
          <p:spPr>
            <a:xfrm>
              <a:off x="7768142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7D5AE7B-17D0-E324-7E70-25A1BE4A7EA5}"/>
                </a:ext>
              </a:extLst>
            </p:cNvPr>
            <p:cNvSpPr/>
            <p:nvPr/>
          </p:nvSpPr>
          <p:spPr>
            <a:xfrm>
              <a:off x="5628611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1DCCAF4D-B616-1A93-D5B8-7A136526D886}"/>
                </a:ext>
              </a:extLst>
            </p:cNvPr>
            <p:cNvSpPr/>
            <p:nvPr/>
          </p:nvSpPr>
          <p:spPr>
            <a:xfrm>
              <a:off x="4576859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125A77E-CA9C-3E81-CB53-5BFD96632BC8}"/>
                </a:ext>
              </a:extLst>
            </p:cNvPr>
            <p:cNvSpPr/>
            <p:nvPr/>
          </p:nvSpPr>
          <p:spPr>
            <a:xfrm>
              <a:off x="7768142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F255733-0971-F218-60E3-D4AE4983FFB4}"/>
                </a:ext>
              </a:extLst>
            </p:cNvPr>
            <p:cNvSpPr/>
            <p:nvPr/>
          </p:nvSpPr>
          <p:spPr>
            <a:xfrm>
              <a:off x="5628611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98EEA81B-B541-3049-E6CE-5CFFF7E08508}"/>
                </a:ext>
              </a:extLst>
            </p:cNvPr>
            <p:cNvSpPr/>
            <p:nvPr/>
          </p:nvSpPr>
          <p:spPr>
            <a:xfrm>
              <a:off x="4576859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45A6D95-E3FA-8C5F-8838-CBA855789C33}"/>
                </a:ext>
              </a:extLst>
            </p:cNvPr>
            <p:cNvSpPr/>
            <p:nvPr/>
          </p:nvSpPr>
          <p:spPr>
            <a:xfrm>
              <a:off x="7768142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96FCF446-AFCB-4A18-D0F7-AA51C16303A4}"/>
                </a:ext>
              </a:extLst>
            </p:cNvPr>
            <p:cNvSpPr/>
            <p:nvPr/>
          </p:nvSpPr>
          <p:spPr>
            <a:xfrm>
              <a:off x="5628611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886964-7449-5C74-C8CD-8BC500BDEE5F}"/>
                </a:ext>
              </a:extLst>
            </p:cNvPr>
            <p:cNvSpPr/>
            <p:nvPr/>
          </p:nvSpPr>
          <p:spPr>
            <a:xfrm>
              <a:off x="4576859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59D81C64-6548-596D-1515-09D99EBDE182}"/>
                </a:ext>
              </a:extLst>
            </p:cNvPr>
            <p:cNvSpPr/>
            <p:nvPr/>
          </p:nvSpPr>
          <p:spPr>
            <a:xfrm>
              <a:off x="7768142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19F9E434-576F-C880-2066-B0533A6BE15A}"/>
                </a:ext>
              </a:extLst>
            </p:cNvPr>
            <p:cNvSpPr/>
            <p:nvPr/>
          </p:nvSpPr>
          <p:spPr>
            <a:xfrm>
              <a:off x="5628611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F596D406-F157-6BFD-40F0-7A760F2191E9}"/>
                </a:ext>
              </a:extLst>
            </p:cNvPr>
            <p:cNvSpPr/>
            <p:nvPr/>
          </p:nvSpPr>
          <p:spPr>
            <a:xfrm>
              <a:off x="4576859" y="5694361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4981C0E2-325B-3CD6-AF65-9EDCE3ABFECA}"/>
                </a:ext>
              </a:extLst>
            </p:cNvPr>
            <p:cNvSpPr/>
            <p:nvPr/>
          </p:nvSpPr>
          <p:spPr>
            <a:xfrm>
              <a:off x="7768142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F6C8CA77-DA61-F552-35D4-765FCF481EF2}"/>
                </a:ext>
              </a:extLst>
            </p:cNvPr>
            <p:cNvSpPr/>
            <p:nvPr/>
          </p:nvSpPr>
          <p:spPr>
            <a:xfrm>
              <a:off x="5628611" y="5694361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DBF5EA2B-111C-782A-8682-6CFB14DAB96C}"/>
                </a:ext>
              </a:extLst>
            </p:cNvPr>
            <p:cNvSpPr/>
            <p:nvPr/>
          </p:nvSpPr>
          <p:spPr>
            <a:xfrm>
              <a:off x="4576859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6DBC790-0D69-241C-8408-9B1C3BA09EF2}"/>
                </a:ext>
              </a:extLst>
            </p:cNvPr>
            <p:cNvSpPr/>
            <p:nvPr/>
          </p:nvSpPr>
          <p:spPr>
            <a:xfrm>
              <a:off x="7768142" y="602471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8E9D1-EBC6-1CE2-1952-260F0547FC66}"/>
                </a:ext>
              </a:extLst>
            </p:cNvPr>
            <p:cNvSpPr/>
            <p:nvPr/>
          </p:nvSpPr>
          <p:spPr>
            <a:xfrm>
              <a:off x="5628611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249064E8-8B31-D4F6-2936-70C7C360C30B}"/>
                </a:ext>
              </a:extLst>
            </p:cNvPr>
            <p:cNvSpPr/>
            <p:nvPr/>
          </p:nvSpPr>
          <p:spPr>
            <a:xfrm>
              <a:off x="6694224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83F2770A-2CAB-56A9-8E62-4D676BE6C64B}"/>
                </a:ext>
              </a:extLst>
            </p:cNvPr>
            <p:cNvSpPr/>
            <p:nvPr/>
          </p:nvSpPr>
          <p:spPr>
            <a:xfrm>
              <a:off x="6694224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65E4E1AF-55E9-6ECE-A79F-3E92F85C1571}"/>
                </a:ext>
              </a:extLst>
            </p:cNvPr>
            <p:cNvSpPr/>
            <p:nvPr/>
          </p:nvSpPr>
          <p:spPr>
            <a:xfrm>
              <a:off x="6694224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CCA4FE0-3116-9A69-3FA5-74E9A34F5374}"/>
                </a:ext>
              </a:extLst>
            </p:cNvPr>
            <p:cNvSpPr/>
            <p:nvPr/>
          </p:nvSpPr>
          <p:spPr>
            <a:xfrm>
              <a:off x="6694224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5A31955-2AC6-3879-7BA0-DE465412FE95}"/>
                </a:ext>
              </a:extLst>
            </p:cNvPr>
            <p:cNvSpPr/>
            <p:nvPr/>
          </p:nvSpPr>
          <p:spPr>
            <a:xfrm>
              <a:off x="6694224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E3E2DA1-E7D9-D3BD-F036-5C0AF732A42C}"/>
                </a:ext>
              </a:extLst>
            </p:cNvPr>
            <p:cNvSpPr/>
            <p:nvPr/>
          </p:nvSpPr>
          <p:spPr>
            <a:xfrm>
              <a:off x="6694224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D13B192C-D8D3-FF8E-96B4-B7551CB36E30}"/>
                </a:ext>
              </a:extLst>
            </p:cNvPr>
            <p:cNvSpPr/>
            <p:nvPr/>
          </p:nvSpPr>
          <p:spPr>
            <a:xfrm>
              <a:off x="6694224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B31782B-0E0D-58AD-2F99-9F63D73451FA}"/>
                </a:ext>
              </a:extLst>
            </p:cNvPr>
            <p:cNvSpPr/>
            <p:nvPr/>
          </p:nvSpPr>
          <p:spPr>
            <a:xfrm>
              <a:off x="6694224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1A94D5F7-9C97-E28C-C9C1-270FACE24304}"/>
                </a:ext>
              </a:extLst>
            </p:cNvPr>
            <p:cNvSpPr/>
            <p:nvPr/>
          </p:nvSpPr>
          <p:spPr>
            <a:xfrm>
              <a:off x="6694224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73F6FA88-A29A-BD31-3237-FE5001FAD617}"/>
                </a:ext>
              </a:extLst>
            </p:cNvPr>
            <p:cNvSpPr/>
            <p:nvPr/>
          </p:nvSpPr>
          <p:spPr>
            <a:xfrm>
              <a:off x="6694224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AC695C9E-8EFC-B55E-DF2A-BAD5B000BBD7}"/>
                </a:ext>
              </a:extLst>
            </p:cNvPr>
            <p:cNvSpPr/>
            <p:nvPr/>
          </p:nvSpPr>
          <p:spPr>
            <a:xfrm>
              <a:off x="6694224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7064D373-E6AE-06E4-19BB-44B285E45C54}"/>
                </a:ext>
              </a:extLst>
            </p:cNvPr>
            <p:cNvSpPr/>
            <p:nvPr/>
          </p:nvSpPr>
          <p:spPr>
            <a:xfrm>
              <a:off x="6694224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32D88BAD-C8E3-91AB-722B-CFBBB3438124}"/>
                </a:ext>
              </a:extLst>
            </p:cNvPr>
            <p:cNvSpPr/>
            <p:nvPr/>
          </p:nvSpPr>
          <p:spPr>
            <a:xfrm>
              <a:off x="6694224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BE4B83BD-66B1-4811-A320-2ADCF5D9BAF2}"/>
                </a:ext>
              </a:extLst>
            </p:cNvPr>
            <p:cNvSpPr/>
            <p:nvPr/>
          </p:nvSpPr>
          <p:spPr>
            <a:xfrm>
              <a:off x="6694224" y="602343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2E489AFA-A6CB-0A3E-B7BA-AD049A797037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1785171"/>
              <a:ext cx="0" cy="2563813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C29AA5FA-A711-D3C0-F80E-B6103C2528D5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4389499"/>
              <a:ext cx="0" cy="615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B9C0564F-A96F-E11A-2192-1B7F1D082F13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5042201"/>
              <a:ext cx="0" cy="939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9066F6C8-F12D-CAE5-3B8F-754F3C022CC4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6020725"/>
              <a:ext cx="0" cy="2880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4" name="グラフィックス 73" descr="クリップボード 単色塗りつぶし">
              <a:extLst>
                <a:ext uri="{FF2B5EF4-FFF2-40B4-BE49-F238E27FC236}">
                  <ns2:creationId id="{6694B0AC-DDF2-B822-31CF-D4190A0190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2019" y="6037794"/>
              <a:ext cx="252000" cy="252000"/>
            </a:xfrm>
            <a:prstGeom prst="rect">
              <a:avLst/>
            </a:prstGeom>
          </p:spPr>
        </p:pic>
        <p:pic>
          <p:nvPicPr>
            <p:cNvPr id="79" name="グラフィックス 78" descr="質問 単色塗りつぶし">
              <a:extLst>
                <a:ext uri="{FF2B5EF4-FFF2-40B4-BE49-F238E27FC236}">
                  <ns2:creationId id="{0F822B7B-B459-7961-3322-C6965854AA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2019" y="5385957"/>
              <a:ext cx="252000" cy="252000"/>
            </a:xfrm>
            <a:prstGeom prst="rect">
              <a:avLst/>
            </a:prstGeom>
          </p:spPr>
        </p:pic>
        <p:pic>
          <p:nvPicPr>
            <p:cNvPr id="87" name="グラフィックス 86" descr="対象の人々 単色塗りつぶし">
              <a:extLst>
                <a:ext uri="{FF2B5EF4-FFF2-40B4-BE49-F238E27FC236}">
                  <ns2:creationId id="{D1389298-B4E4-C8C7-1937-551BF45E8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02019" y="4572070"/>
              <a:ext cx="252000" cy="252000"/>
            </a:xfrm>
            <a:prstGeom prst="rect">
              <a:avLst/>
            </a:prstGeom>
          </p:spPr>
        </p:pic>
        <p:pic>
          <p:nvPicPr>
            <p:cNvPr id="94" name="グラフィックス 93" descr="グループでのブレーンストーミング 単色塗りつぶし">
              <a:extLst>
                <a:ext uri="{FF2B5EF4-FFF2-40B4-BE49-F238E27FC236}">
                  <ns2:creationId id="{8EC2F242-CFE2-5A8E-391D-2443DC0D5C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02019" y="2941077"/>
              <a:ext cx="252000" cy="252000"/>
            </a:xfrm>
            <a:prstGeom prst="rect">
              <a:avLst/>
            </a:prstGeom>
          </p:spPr>
        </p:pic>
        <p:pic>
          <p:nvPicPr>
            <p:cNvPr id="99" name="グラフィックス 98" descr="左脳 単色塗りつぶし">
              <a:extLst>
                <a:ext uri="{FF2B5EF4-FFF2-40B4-BE49-F238E27FC236}">
                  <ns2:creationId id="{60D10B1E-9DBC-7D78-918E-762CF6E80A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65882" y="1033666"/>
              <a:ext cx="324000" cy="324000"/>
            </a:xfrm>
            <a:prstGeom prst="rect">
              <a:avLst/>
            </a:prstGeom>
          </p:spPr>
        </p:pic>
        <p:pic>
          <p:nvPicPr>
            <p:cNvPr id="104" name="グラフィックス 103" descr="ライト: オン 単色塗りつぶし">
              <a:extLst>
                <a:ext uri="{FF2B5EF4-FFF2-40B4-BE49-F238E27FC236}">
                  <ns2:creationId id="{28C5B7D0-C2E4-D14E-77AD-E84C5C848D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154158" y="1186292"/>
              <a:ext cx="396000" cy="396000"/>
            </a:xfrm>
            <a:prstGeom prst="rect">
              <a:avLst/>
            </a:prstGeom>
          </p:spPr>
        </p:pic>
        <p:pic>
          <p:nvPicPr>
            <p:cNvPr id="116" name="グラフィックス 115" descr="ブレーンストーミング 単色塗りつぶし">
              <a:extLst>
                <a:ext uri="{FF2B5EF4-FFF2-40B4-BE49-F238E27FC236}">
                  <ns2:creationId id="{5AA5ABB2-6E8F-4B39-71D8-3DCEC583DC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929186" y="1186292"/>
              <a:ext cx="396000" cy="396000"/>
            </a:xfrm>
            <a:prstGeom prst="rect">
              <a:avLst/>
            </a:prstGeom>
          </p:spPr>
        </p:pic>
        <p:grpSp>
          <p:nvGrpSpPr>
            <p:cNvPr id="245" name="グループ化 244">
              <a:extLst>
                <a:ext uri="{FF2B5EF4-FFF2-40B4-BE49-F238E27FC236}">
                  <ns2:creationId id="{42312E5C-D551-2D57-0415-3673E12034D8}"/>
                </a:ext>
              </a:extLst>
            </p:cNvPr>
            <p:cNvGrpSpPr/>
            <p:nvPr/>
          </p:nvGrpSpPr>
          <p:grpSpPr>
            <a:xfrm>
              <a:off x="4576859" y="2085532"/>
              <a:ext cx="7283272" cy="3916896"/>
              <a:chOff x="4576859" y="2085532"/>
              <a:chExt cx="7283272" cy="3916896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F3874942-7075-5544-7468-A4FA11BAC7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08553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3251DABA-885F-F575-A762-4D8188C0D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41194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FBD4A977-BDE8-6EB4-9FE0-9D240F6307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73834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82FCA393-278E-E019-4870-EF0F9AAC504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06475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193">
                <a:extLst>
                  <a:ext uri="{FF2B5EF4-FFF2-40B4-BE49-F238E27FC236}">
                    <ns2:creationId id="{4C71AE0F-F8B6-60AC-7C11-3615D6443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39116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直線コネクタ 199">
                <a:extLst>
                  <a:ext uri="{FF2B5EF4-FFF2-40B4-BE49-F238E27FC236}">
                    <ns2:creationId id="{EA47A70E-F17F-24BA-2892-9DF9C08C67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71757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ns2:creationId id="{499A4F14-D1A1-1209-432A-D8FF5ADE35C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04398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ns2:creationId id="{C3079A1F-5412-0CE5-DA30-FD5A7235BF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37038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4C38BF73-E9FE-C00A-098D-C033932B35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69679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線コネクタ 223">
                <a:extLst>
                  <a:ext uri="{FF2B5EF4-FFF2-40B4-BE49-F238E27FC236}">
                    <ns2:creationId id="{E1253AE3-EC91-862D-A048-3F524860C0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02320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229">
                <a:extLst>
                  <a:ext uri="{FF2B5EF4-FFF2-40B4-BE49-F238E27FC236}">
                    <ns2:creationId id="{80B8B04D-9D87-BBCA-48F3-D39D3A1D57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34961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3FF801F-2464-BE87-BDCB-686CAA6DD2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67602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7" name="グループ化 236">
                <a:extLst>
                  <a:ext uri="{FF2B5EF4-FFF2-40B4-BE49-F238E27FC236}">
                    <ns2:creationId id="{8D0DFE4B-D52D-F0AE-AF2A-90822EB6B185}"/>
                  </a:ext>
                </a:extLst>
              </p:cNvPr>
              <p:cNvGrpSpPr/>
              <p:nvPr/>
            </p:nvGrpSpPr>
            <p:grpSpPr>
              <a:xfrm>
                <a:off x="4576859" y="6002428"/>
                <a:ext cx="7283272" cy="0"/>
                <a:chOff x="4576859" y="6441676"/>
                <a:chExt cx="7283272" cy="0"/>
              </a:xfrm>
            </p:grpSpPr>
            <p:cxnSp>
              <p:nvCxnSpPr>
                <p:cNvPr id="238" name="直線コネクタ 237">
                  <a:extLst>
                    <a:ext uri="{FF2B5EF4-FFF2-40B4-BE49-F238E27FC236}">
                      <ns2:creationId id="{C7BA54CF-F162-B8B6-0165-27EC161AA1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576859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直線コネクタ 238">
                  <a:extLst>
                    <a:ext uri="{FF2B5EF4-FFF2-40B4-BE49-F238E27FC236}">
                      <ns2:creationId id="{D8FFA23E-64F5-AA04-08E7-47F4B43E0D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92095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直線コネクタ 239">
                  <a:extLst>
                    <a:ext uri="{FF2B5EF4-FFF2-40B4-BE49-F238E27FC236}">
                      <ns2:creationId id="{8EF91B4D-3F80-0E73-B8B3-1FE1104D08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4477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直線コネクタ 240">
                  <a:extLst>
                    <a:ext uri="{FF2B5EF4-FFF2-40B4-BE49-F238E27FC236}">
                      <ns2:creationId id="{C8D89433-4713-5A98-658C-E86CFCDD19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749713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直線コネクタ 241">
                  <a:extLst>
                    <a:ext uri="{FF2B5EF4-FFF2-40B4-BE49-F238E27FC236}">
                      <ns2:creationId id="{618C0A85-90A2-41EE-F531-B8E6E971E0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07331" y="6441676"/>
                  <a:ext cx="30528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753454468"/>
      </p:ext>
    </p:extLst>
  </p:cSld>
  <p:clrMapOvr>
    <a:masterClrMapping/>
  </p:clrMapOvr>
</p:sld>
</file>

<file path=ppt/slides/slide2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552A3F-1558-2CAF-C71B-9C1B75506D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A4014C3-D665-64E7-5E96-FA271D4176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Excel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85CA714C-9EED-B5A1-D7D9-F0AAD0D8DB6D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E1082B15-DC39-FFE6-5F68-1DB1916EEB77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「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6692E1E-59AE-FFEA-F74E-06E91C192727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FB27589E-49DD-0469-2C18-C394A04C83BB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3EF6CD59-A3F2-61AA-67F8-3370E0B60942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4E1138C6-3637-5F6C-8578-4E253B5E0468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E047491B-9C44-5B08-2456-C13AC898989C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5E11EE2-F491-75F0-892B-F0D8654679F7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)」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6909C57D-3A7B-BCD1-408F-39E972E51D8F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F6BD04E2-D06C-61CE-147A-168AEC04E3A7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BD8FB22-F4B7-19EA-3EA1-3A660B4D60A7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A029112B-9504-7C97-F33C-2AA03FF9F2AD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9D403A3B-1F82-B508-B885-896A0F00B604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8920A-BCE9-570D-AC6F-D3C687C621AE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B0EB3E1-94ED-01B7-1A49-8EAA7AF56D6C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CC008A97-A856-FDAC-D3DC-4866151C6C0B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BE394412-5689-BD7E-82A4-7B30197E53E2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49343320-7C76-878E-FD64-5CF4944246D4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4C0D27D9-A132-2953-2615-B657F8C13DEF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36F5F31-17DA-9817-94F2-80C4770160A1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ECE64D8-204A-824B-E154-B38BF7B3F2D8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7F7F7F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1" lang="en-US" altLang="ja-JP" sz="12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755720E4-6C2B-E73D-395B-780FAAED9888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沈思 単色塗りつぶし">
              <a:extLst>
                <a:ext uri="{FF2B5EF4-FFF2-40B4-BE49-F238E27FC236}">
                  <ns2:creationId id="{A6120AC3-B030-2BFE-618B-40BD1F6AB2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釣り合っていない天秤 単色塗りつぶし">
              <a:extLst>
                <a:ext uri="{FF2B5EF4-FFF2-40B4-BE49-F238E27FC236}">
                  <ns2:creationId id="{60874B33-E44C-8C9B-9012-D2D1C5AED9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砂時計: 終了 単色塗りつぶし">
              <a:extLst>
                <a:ext uri="{FF2B5EF4-FFF2-40B4-BE49-F238E27FC236}">
                  <ns2:creationId id="{35FB842E-F421-CAF4-FC70-C4B6F68BA1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94313B23-3744-631E-87AE-6183BACBF2F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929AEA6A-C0C7-2F4D-0F66-4E85FF77994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5540768A-4E78-E83F-382C-072A133BFDC9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94889A67-7A8D-7AD7-73FC-2DC49534DCDC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9F30CD88-F6CE-6A92-382B-841872DBD6B7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E58F7985-0385-822E-743F-97BAE17862CC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137E9D0F-F886-4AE1-17DC-63A5FAAAC3B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4736C93-EF73-05B5-BF03-76F9DFE026BB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1C8A581F-E089-F47D-CF3C-727029110AE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8F17219-D3EF-013D-64DD-355337ECAA85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E015B1A9-332F-9D59-D5C1-768CC499536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2F74E69A-1D28-102D-A92D-942533400DB7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7720D29-6711-F470-8076-25EDBC20B1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67A84E7A-86BC-0A45-ECB8-E91BAC628E21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FB98ED13-0966-3F47-6258-4EF5E3211DEA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4421698A-5EE1-4072-A623-6592E3D066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E17BD8DA-D26F-0E0F-C381-060C15AEA628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E064A088-FC22-E82F-130A-54F3CCC67A4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71990470-94D8-1281-4F4E-65F308CEE0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6CD77183-5E64-3C50-CB0E-7C8310F51F80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2308540910"/>
      </p:ext>
    </p:extLst>
  </p:cSld>
  <p:clrMapOvr>
    <a:masterClrMapping/>
  </p:clrMapOvr>
</p:sld>
</file>

<file path=ppt/slides/slide20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20DEE-2444-FABB-9D01-513AB9029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：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F2AEBA-4692-1190-DBA5-DDC2C53374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BI </a:t>
            </a:r>
            <a:r>
              <a:rPr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 </a:t>
            </a:r>
            <a:r>
              <a:rPr kumimoji="1" lang="ja-JP" altLang="en-US" sz="1900" dirty="0"/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21370970-9923-B87F-CE8F-31F67EE95565}"/>
              </a:ext>
            </a:extLst>
          </p:cNvPr>
          <p:cNvSpPr/>
          <p:nvPr/>
        </p:nvSpPr>
        <p:spPr>
          <a:xfrm>
            <a:off x="8106032" y="1636012"/>
            <a:ext cx="3751004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ns2:creationId id="{63D0A1EB-7571-0005-8FE3-1140FF6C7D62}"/>
              </a:ext>
            </a:extLst>
          </p:cNvPr>
          <p:cNvSpPr/>
          <p:nvPr/>
        </p:nvSpPr>
        <p:spPr>
          <a:xfrm>
            <a:off x="8106032" y="1966234"/>
            <a:ext cx="3751004" cy="2232844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19" name="グループ化 418">
            <a:extLst>
              <a:ext uri="{FF2B5EF4-FFF2-40B4-BE49-F238E27FC236}">
                <ns2:creationId id="{766F6EBD-0FFB-6FD8-08BD-67C221C7EFF1}"/>
              </a:ext>
            </a:extLst>
          </p:cNvPr>
          <p:cNvGrpSpPr/>
          <p:nvPr/>
        </p:nvGrpSpPr>
        <p:grpSpPr>
          <a:xfrm>
            <a:off x="8208339" y="2052099"/>
            <a:ext cx="3546389" cy="2038318"/>
            <a:chOff x="8208339" y="2161231"/>
            <a:chExt cx="3546389" cy="1413533"/>
          </a:xfrm>
        </p:grpSpPr>
        <p:sp>
          <p:nvSpPr>
            <p:cNvPr id="161" name="四角形: 角を丸くする 160">
              <a:extLst>
                <a:ext uri="{FF2B5EF4-FFF2-40B4-BE49-F238E27FC236}">
                  <ns2:creationId id="{FBDA8756-BF47-DF47-50F3-BFE4790D5796}"/>
                </a:ext>
              </a:extLst>
            </p:cNvPr>
            <p:cNvSpPr/>
            <p:nvPr/>
          </p:nvSpPr>
          <p:spPr>
            <a:xfrm>
              <a:off x="8208339" y="2161231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2867F3A6-6ECE-B3C6-2AA2-D4FD90001592}"/>
                </a:ext>
              </a:extLst>
            </p:cNvPr>
            <p:cNvSpPr/>
            <p:nvPr/>
          </p:nvSpPr>
          <p:spPr>
            <a:xfrm>
              <a:off x="8263788" y="2300346"/>
              <a:ext cx="793715" cy="1529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0CB40701-D365-D59E-A28E-5BC9FC68FBB9}"/>
                </a:ext>
              </a:extLst>
            </p:cNvPr>
            <p:cNvSpPr/>
            <p:nvPr/>
          </p:nvSpPr>
          <p:spPr>
            <a:xfrm>
              <a:off x="9104220" y="2204491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EE052565-29B1-8D1C-4FF6-FB24562A47C7}"/>
                </a:ext>
              </a:extLst>
            </p:cNvPr>
            <p:cNvSpPr/>
            <p:nvPr/>
          </p:nvSpPr>
          <p:spPr>
            <a:xfrm>
              <a:off x="8208339" y="2652396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3BEFBFE2-875D-9106-CE6C-288D307C172A}"/>
                </a:ext>
              </a:extLst>
            </p:cNvPr>
            <p:cNvSpPr/>
            <p:nvPr/>
          </p:nvSpPr>
          <p:spPr>
            <a:xfrm>
              <a:off x="8263788" y="2887367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724DCBC3-7BE5-1492-F916-CCCF55034451}"/>
                </a:ext>
              </a:extLst>
            </p:cNvPr>
            <p:cNvSpPr/>
            <p:nvPr/>
          </p:nvSpPr>
          <p:spPr>
            <a:xfrm>
              <a:off x="8263788" y="269565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9A484FC8-82C9-DFD9-A17C-866C46EB7019}"/>
                </a:ext>
              </a:extLst>
            </p:cNvPr>
            <p:cNvSpPr/>
            <p:nvPr/>
          </p:nvSpPr>
          <p:spPr>
            <a:xfrm>
              <a:off x="9104220" y="2695656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16FEE042-FABE-9B17-3A2B-3C9F66F403F9}"/>
                </a:ext>
              </a:extLst>
            </p:cNvPr>
            <p:cNvSpPr/>
            <p:nvPr/>
          </p:nvSpPr>
          <p:spPr>
            <a:xfrm>
              <a:off x="8208339" y="3143562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D18C0F07-3A59-966F-4ECA-EACDB2654E2C}"/>
                </a:ext>
              </a:extLst>
            </p:cNvPr>
            <p:cNvSpPr/>
            <p:nvPr/>
          </p:nvSpPr>
          <p:spPr>
            <a:xfrm>
              <a:off x="8263788" y="3282678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FB41D025-6684-E5F3-3554-55D1ACAEA10C}"/>
                </a:ext>
              </a:extLst>
            </p:cNvPr>
            <p:cNvSpPr/>
            <p:nvPr/>
          </p:nvSpPr>
          <p:spPr>
            <a:xfrm>
              <a:off x="9104220" y="3186822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pic>
        <p:nvPicPr>
          <p:cNvPr id="185" name="グラフィックス 184" descr="ターゲット 単色塗りつぶし">
            <a:extLst>
              <a:ext uri="{FF2B5EF4-FFF2-40B4-BE49-F238E27FC236}">
                <ns2:creationId id="{D1869828-BF9F-7F92-FFF7-BCF36E87C1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9271462" y="1635062"/>
            <a:ext cx="324000" cy="324000"/>
          </a:xfrm>
          <a:prstGeom prst="rect">
            <a:avLst/>
          </a:prstGeom>
        </p:spPr>
      </p:pic>
      <p:sp>
        <p:nvSpPr>
          <p:cNvPr id="145" name="正方形/長方形 144">
            <a:extLst>
              <a:ext uri="{FF2B5EF4-FFF2-40B4-BE49-F238E27FC236}">
                <ns2:creationId id="{484ED481-715D-2F25-4647-29FEECB16C91}"/>
              </a:ext>
            </a:extLst>
          </p:cNvPr>
          <p:cNvSpPr/>
          <p:nvPr/>
        </p:nvSpPr>
        <p:spPr>
          <a:xfrm>
            <a:off x="8106032" y="4309506"/>
            <a:ext cx="3751004" cy="339011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ns2:creationId id="{1493124E-4E4E-4375-77B6-0719803E71CA}"/>
              </a:ext>
            </a:extLst>
          </p:cNvPr>
          <p:cNvSpPr/>
          <p:nvPr/>
        </p:nvSpPr>
        <p:spPr>
          <a:xfrm>
            <a:off x="8106032" y="4651627"/>
            <a:ext cx="3751004" cy="1658809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49" name="グループ化 448">
            <a:extLst>
              <a:ext uri="{FF2B5EF4-FFF2-40B4-BE49-F238E27FC236}">
                <ns2:creationId id="{BD65A35E-DB23-7F68-35DE-D2F588E228F5}"/>
              </a:ext>
            </a:extLst>
          </p:cNvPr>
          <p:cNvGrpSpPr/>
          <p:nvPr/>
        </p:nvGrpSpPr>
        <p:grpSpPr>
          <a:xfrm>
            <a:off x="8208339" y="4752759"/>
            <a:ext cx="3546389" cy="1468765"/>
            <a:chOff x="8208339" y="4815336"/>
            <a:chExt cx="3546389" cy="1381804"/>
          </a:xfrm>
        </p:grpSpPr>
        <p:grpSp>
          <p:nvGrpSpPr>
            <p:cNvPr id="147" name="グループ化 146">
              <a:extLst>
                <a:ext uri="{FF2B5EF4-FFF2-40B4-BE49-F238E27FC236}">
                  <ns2:creationId id="{B3674D31-7E26-126B-C467-3DE14BC1D244}"/>
                </a:ext>
              </a:extLst>
            </p:cNvPr>
            <p:cNvGrpSpPr/>
            <p:nvPr/>
          </p:nvGrpSpPr>
          <p:grpSpPr>
            <a:xfrm>
              <a:off x="8208339" y="4815336"/>
              <a:ext cx="3546389" cy="431202"/>
              <a:chOff x="8208339" y="4278623"/>
              <a:chExt cx="3546389" cy="431202"/>
            </a:xfrm>
          </p:grpSpPr>
          <p:sp>
            <p:nvSpPr>
              <p:cNvPr id="155" name="四角形: 角を丸くする 154">
                <a:extLst>
                  <a:ext uri="{FF2B5EF4-FFF2-40B4-BE49-F238E27FC236}">
                    <ns2:creationId id="{CA347647-9F9E-F24E-07AE-3DB121F45F98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31202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6" name="正方形/長方形 155">
                <a:extLst>
                  <a:ext uri="{FF2B5EF4-FFF2-40B4-BE49-F238E27FC236}">
                    <ns2:creationId id="{6A1633D5-3398-15B1-8C9C-B7D87458DE93}"/>
                  </a:ext>
                </a:extLst>
              </p:cNvPr>
              <p:cNvSpPr/>
              <p:nvPr/>
            </p:nvSpPr>
            <p:spPr>
              <a:xfrm>
                <a:off x="8263788" y="43218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2FD619E7-C8CA-3E71-E0D0-954D48E51CE0}"/>
                  </a:ext>
                </a:extLst>
              </p:cNvPr>
              <p:cNvSpPr/>
              <p:nvPr/>
            </p:nvSpPr>
            <p:spPr>
              <a:xfrm>
                <a:off x="9104221" y="43218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8" name="四角形: 角を丸くする 147">
              <a:extLst>
                <a:ext uri="{FF2B5EF4-FFF2-40B4-BE49-F238E27FC236}">
                  <ns2:creationId id="{F828A34D-12E1-1AC0-B006-0DEAEF2FFE9A}"/>
                </a:ext>
              </a:extLst>
            </p:cNvPr>
            <p:cNvSpPr/>
            <p:nvPr/>
          </p:nvSpPr>
          <p:spPr>
            <a:xfrm>
              <a:off x="8208339" y="5290637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4990FFFD-3707-B55D-A1B6-EF786942AE51}"/>
                </a:ext>
              </a:extLst>
            </p:cNvPr>
            <p:cNvSpPr/>
            <p:nvPr/>
          </p:nvSpPr>
          <p:spPr>
            <a:xfrm>
              <a:off x="8263788" y="5333896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9DD21D95-7B3D-E783-1C4D-1BF18D793A12}"/>
                </a:ext>
              </a:extLst>
            </p:cNvPr>
            <p:cNvSpPr/>
            <p:nvPr/>
          </p:nvSpPr>
          <p:spPr>
            <a:xfrm>
              <a:off x="9104221" y="5333897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89802488-4004-3FE1-EB59-AAC10FB6BE21}"/>
                </a:ext>
              </a:extLst>
            </p:cNvPr>
            <p:cNvSpPr/>
            <p:nvPr/>
          </p:nvSpPr>
          <p:spPr>
            <a:xfrm>
              <a:off x="8208339" y="5765938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AADB4D99-CAA9-F428-A36C-867F3090883C}"/>
                </a:ext>
              </a:extLst>
            </p:cNvPr>
            <p:cNvSpPr/>
            <p:nvPr/>
          </p:nvSpPr>
          <p:spPr>
            <a:xfrm>
              <a:off x="8263788" y="5809197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6AAF7136-B7D4-EEB2-C115-6F2ECA10DB6D}"/>
                </a:ext>
              </a:extLst>
            </p:cNvPr>
            <p:cNvSpPr/>
            <p:nvPr/>
          </p:nvSpPr>
          <p:spPr>
            <a:xfrm>
              <a:off x="9104221" y="5809198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54" name="グラフィックス 153" descr="手のひらと植物 単色塗りつぶし">
            <a:extLst>
              <a:ext uri="{FF2B5EF4-FFF2-40B4-BE49-F238E27FC236}">
                <ns2:creationId id="{C9A4A0FF-0F9A-7591-6708-7D582E4B0B1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9163607" y="4317011"/>
            <a:ext cx="324000" cy="324000"/>
          </a:xfrm>
          <a:prstGeom prst="rect">
            <a:avLst/>
          </a:prstGeom>
        </p:spPr>
      </p:pic>
      <p:sp>
        <p:nvSpPr>
          <p:cNvPr id="128" name="正方形/長方形 127">
            <a:extLst>
              <a:ext uri="{FF2B5EF4-FFF2-40B4-BE49-F238E27FC236}">
                <ns2:creationId id="{1ACF275D-487F-6A7C-B842-B1D29CACA19D}"/>
              </a:ext>
            </a:extLst>
          </p:cNvPr>
          <p:cNvSpPr/>
          <p:nvPr/>
        </p:nvSpPr>
        <p:spPr>
          <a:xfrm>
            <a:off x="334963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29" name="直線コネクタ 128">
            <a:extLst>
              <a:ext uri="{FF2B5EF4-FFF2-40B4-BE49-F238E27FC236}">
                <ns2:creationId id="{2A546A1C-F8B3-0653-D663-9CF08E377532}"/>
              </a:ext>
            </a:extLst>
          </p:cNvPr>
          <p:cNvCxnSpPr/>
          <p:nvPr/>
        </p:nvCxnSpPr>
        <p:spPr>
          <a:xfrm>
            <a:off x="334962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6EF8E689-F93D-8233-48DA-81D553079B71}"/>
              </a:ext>
            </a:extLst>
          </p:cNvPr>
          <p:cNvSpPr/>
          <p:nvPr/>
        </p:nvSpPr>
        <p:spPr>
          <a:xfrm>
            <a:off x="334963" y="1635062"/>
            <a:ext cx="7622435" cy="32495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63" name="グラフィックス 62" descr="ワークフロー 単色塗りつぶし">
            <a:extLst>
              <a:ext uri="{FF2B5EF4-FFF2-40B4-BE49-F238E27FC236}">
                <ns2:creationId id="{1E6855C2-8C1C-D943-4D9F-7E92289518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391224" y="1635062"/>
            <a:ext cx="324000" cy="324000"/>
          </a:xfrm>
          <a:prstGeom prst="rect">
            <a:avLst/>
          </a:prstGeom>
        </p:spPr>
      </p:pic>
      <p:sp>
        <p:nvSpPr>
          <p:cNvPr id="47" name="正方形/長方形 46">
            <a:extLst>
              <a:ext uri="{FF2B5EF4-FFF2-40B4-BE49-F238E27FC236}">
                <ns2:creationId id="{43DC35DB-FB00-BC39-E53A-80A9CA91A45D}"/>
              </a:ext>
            </a:extLst>
          </p:cNvPr>
          <p:cNvSpPr/>
          <p:nvPr/>
        </p:nvSpPr>
        <p:spPr>
          <a:xfrm>
            <a:off x="4347195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48" name="直線コネクタ 47">
            <a:extLst>
              <a:ext uri="{FF2B5EF4-FFF2-40B4-BE49-F238E27FC236}">
                <ns2:creationId id="{83223D26-6786-2FF7-95E5-3CBDDAE82240}"/>
              </a:ext>
            </a:extLst>
          </p:cNvPr>
          <p:cNvCxnSpPr/>
          <p:nvPr/>
        </p:nvCxnSpPr>
        <p:spPr>
          <a:xfrm>
            <a:off x="4347194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正方形/長方形 42">
            <a:extLst>
              <a:ext uri="{FF2B5EF4-FFF2-40B4-BE49-F238E27FC236}">
                <ns2:creationId id="{F00ACC3E-F1D6-E6A1-A98E-5968145189C9}"/>
              </a:ext>
            </a:extLst>
          </p:cNvPr>
          <p:cNvSpPr/>
          <p:nvPr/>
        </p:nvSpPr>
        <p:spPr>
          <a:xfrm>
            <a:off x="334963" y="3443673"/>
            <a:ext cx="4706429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05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63" name="グループ化 262">
            <a:extLst>
              <a:ext uri="{FF2B5EF4-FFF2-40B4-BE49-F238E27FC236}">
                <ns2:creationId id="{A831BC37-E6C0-4C8C-5125-6DC28CC5BD77}"/>
              </a:ext>
            </a:extLst>
          </p:cNvPr>
          <p:cNvGrpSpPr/>
          <p:nvPr/>
        </p:nvGrpSpPr>
        <p:grpSpPr>
          <a:xfrm>
            <a:off x="4919472" y="3443672"/>
            <a:ext cx="2135717" cy="210735"/>
            <a:chOff x="4220994" y="3940626"/>
            <a:chExt cx="3736404" cy="210735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A05007F4-477D-A7BE-AAE7-7818722E323C}"/>
                </a:ext>
              </a:extLst>
            </p:cNvPr>
            <p:cNvSpPr/>
            <p:nvPr/>
          </p:nvSpPr>
          <p:spPr>
            <a:xfrm>
              <a:off x="42209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71851A11-0A33-81E1-2CB1-D093791727BF}"/>
                </a:ext>
              </a:extLst>
            </p:cNvPr>
            <p:cNvSpPr/>
            <p:nvPr/>
          </p:nvSpPr>
          <p:spPr>
            <a:xfrm>
              <a:off x="61291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1" i="0" u="none" strike="noStrike" kern="1200" cap="none" spc="0" normalizeH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25" name="正方形/長方形 24">
            <a:extLst>
              <a:ext uri="{FF2B5EF4-FFF2-40B4-BE49-F238E27FC236}">
                <ns2:creationId id="{41CE725E-E238-1E57-8E03-88FFB7C077E0}"/>
              </a:ext>
            </a:extLst>
          </p:cNvPr>
          <p:cNvSpPr/>
          <p:nvPr/>
        </p:nvSpPr>
        <p:spPr>
          <a:xfrm>
            <a:off x="334963" y="4728375"/>
            <a:ext cx="7622434" cy="32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: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</p:txBody>
      </p:sp>
      <p:pic>
        <p:nvPicPr>
          <p:cNvPr id="26" name="グラフィックス 25" descr="対象の人々 単色塗りつぶし">
            <a:extLst>
              <a:ext uri="{FF2B5EF4-FFF2-40B4-BE49-F238E27FC236}">
                <ns2:creationId id="{28FE3368-4B23-E152-8FD1-8820F2C8AFC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897240" y="4730313"/>
            <a:ext cx="324000" cy="324000"/>
          </a:xfrm>
          <a:prstGeom prst="rect">
            <a:avLst/>
          </a:prstGeom>
        </p:spPr>
      </p:pic>
      <p:sp>
        <p:nvSpPr>
          <p:cNvPr id="16" name="ホームベース 64">
            <a:extLst>
              <a:ext uri="{FF2B5EF4-FFF2-40B4-BE49-F238E27FC236}">
                <ns2:creationId id="{E955270A-7449-0F44-5EE2-5F89B2EE49B6}"/>
              </a:ext>
            </a:extLst>
          </p:cNvPr>
          <p:cNvSpPr/>
          <p:nvPr/>
        </p:nvSpPr>
        <p:spPr>
          <a:xfrm>
            <a:off x="334960" y="5083154"/>
            <a:ext cx="3816415" cy="224282"/>
          </a:xfrm>
          <a:prstGeom prst="homePlate">
            <a:avLst>
              <a:gd name="adj" fmla="val 18206"/>
            </a:avLst>
          </a:prstGeom>
          <a:solidFill>
            <a:srgbClr val="008D2E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山形 66">
            <a:extLst>
              <a:ext uri="{FF2B5EF4-FFF2-40B4-BE49-F238E27FC236}">
                <ns2:creationId id="{DBB2CE19-FA58-7FC1-C079-9511A463808D}"/>
              </a:ext>
            </a:extLst>
          </p:cNvPr>
          <p:cNvSpPr/>
          <p:nvPr/>
        </p:nvSpPr>
        <p:spPr>
          <a:xfrm>
            <a:off x="4146173" y="5083154"/>
            <a:ext cx="1905614" cy="224282"/>
          </a:xfrm>
          <a:prstGeom prst="chevron">
            <a:avLst>
              <a:gd name="adj" fmla="val 18094"/>
            </a:avLst>
          </a:prstGeom>
          <a:solidFill>
            <a:srgbClr val="008D2E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山形 66">
            <a:extLst>
              <a:ext uri="{FF2B5EF4-FFF2-40B4-BE49-F238E27FC236}">
                <ns2:creationId id="{E62944B1-92EE-EAE8-B0E7-0A17FE6A229E}"/>
              </a:ext>
            </a:extLst>
          </p:cNvPr>
          <p:cNvSpPr/>
          <p:nvPr/>
        </p:nvSpPr>
        <p:spPr>
          <a:xfrm>
            <a:off x="6051780" y="5083154"/>
            <a:ext cx="1905614" cy="224282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AB980CE3-2CEA-3601-5E32-BA9146C55CF1}"/>
              </a:ext>
            </a:extLst>
          </p:cNvPr>
          <p:cNvGrpSpPr/>
          <p:nvPr/>
        </p:nvGrpSpPr>
        <p:grpSpPr>
          <a:xfrm>
            <a:off x="1279737" y="2355576"/>
            <a:ext cx="139488" cy="1033182"/>
            <a:chOff x="1279737" y="2355576"/>
            <a:chExt cx="139488" cy="1033182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E443C47D-A326-804F-326C-3E99E0862A6D}"/>
                </a:ext>
              </a:extLst>
            </p:cNvPr>
            <p:cNvCxnSpPr>
              <a:cxnSpLocks/>
            </p:cNvCxnSpPr>
            <p:nvPr/>
          </p:nvCxnSpPr>
          <p:spPr>
            <a:xfrm>
              <a:off x="1349489" y="2355576"/>
              <a:ext cx="0" cy="1033182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" name="グループ化 258">
              <a:extLst>
                <a:ext uri="{FF2B5EF4-FFF2-40B4-BE49-F238E27FC236}">
                  <ns2:creationId id="{0E503218-9BD9-F700-2A21-173D18A6D8D4}"/>
                </a:ext>
              </a:extLst>
            </p:cNvPr>
            <p:cNvGrpSpPr/>
            <p:nvPr/>
          </p:nvGrpSpPr>
          <p:grpSpPr>
            <a:xfrm>
              <a:off x="1279737" y="2497000"/>
              <a:ext cx="139488" cy="688298"/>
              <a:chOff x="1279737" y="2693307"/>
              <a:chExt cx="349050" cy="869755"/>
            </a:xfrm>
          </p:grpSpPr>
          <p:cxnSp>
            <p:nvCxnSpPr>
              <p:cNvPr id="131" name="直線コネクタ 130">
                <a:extLst>
                  <a:ext uri="{FF2B5EF4-FFF2-40B4-BE49-F238E27FC236}">
                    <ns2:creationId id="{A1AE2991-9499-21C2-16E1-531631ED6F7E}"/>
                  </a:ext>
                </a:extLst>
              </p:cNvPr>
              <p:cNvCxnSpPr/>
              <p:nvPr/>
            </p:nvCxnSpPr>
            <p:spPr>
              <a:xfrm>
                <a:off x="1279737" y="2693307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04C73B7C-1B7A-A79E-2EA4-5B40E9473BBF}"/>
                  </a:ext>
                </a:extLst>
              </p:cNvPr>
              <p:cNvCxnSpPr/>
              <p:nvPr/>
            </p:nvCxnSpPr>
            <p:spPr>
              <a:xfrm>
                <a:off x="1279737" y="2983225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>
                <a:extLst>
                  <a:ext uri="{FF2B5EF4-FFF2-40B4-BE49-F238E27FC236}">
                    <ns2:creationId id="{F0842901-D25F-6C1E-F931-E3213F596896}"/>
                  </a:ext>
                </a:extLst>
              </p:cNvPr>
              <p:cNvCxnSpPr/>
              <p:nvPr/>
            </p:nvCxnSpPr>
            <p:spPr>
              <a:xfrm>
                <a:off x="1279737" y="3273144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>
                <a:extLst>
                  <a:ext uri="{FF2B5EF4-FFF2-40B4-BE49-F238E27FC236}">
                    <ns2:creationId id="{B1704FB2-8281-595D-851C-AC833F230781}"/>
                  </a:ext>
                </a:extLst>
              </p:cNvPr>
              <p:cNvCxnSpPr/>
              <p:nvPr/>
            </p:nvCxnSpPr>
            <p:spPr>
              <a:xfrm>
                <a:off x="1279737" y="3563062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正方形/長方形 134">
            <a:extLst>
              <a:ext uri="{FF2B5EF4-FFF2-40B4-BE49-F238E27FC236}">
                <ns2:creationId id="{872A071E-C427-1642-B001-C161AE98D984}"/>
              </a:ext>
            </a:extLst>
          </p:cNvPr>
          <p:cNvSpPr/>
          <p:nvPr/>
        </p:nvSpPr>
        <p:spPr>
          <a:xfrm>
            <a:off x="334964" y="2413615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ns2:creationId id="{9DC8D836-1E36-00F4-AA82-487207FD80E9}"/>
              </a:ext>
            </a:extLst>
          </p:cNvPr>
          <p:cNvSpPr/>
          <p:nvPr/>
        </p:nvSpPr>
        <p:spPr>
          <a:xfrm>
            <a:off x="334964" y="2643048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885B7229-56B8-0AC6-1DAB-1916CB3C561E}"/>
              </a:ext>
            </a:extLst>
          </p:cNvPr>
          <p:cNvSpPr/>
          <p:nvPr/>
        </p:nvSpPr>
        <p:spPr>
          <a:xfrm>
            <a:off x="334964" y="2872481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780F3A37-437E-F48C-D5BB-62D97B955125}"/>
              </a:ext>
            </a:extLst>
          </p:cNvPr>
          <p:cNvSpPr/>
          <p:nvPr/>
        </p:nvSpPr>
        <p:spPr>
          <a:xfrm>
            <a:off x="334964" y="3101913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6689B650-370E-F887-19CC-81BD400301AF}"/>
              </a:ext>
            </a:extLst>
          </p:cNvPr>
          <p:cNvSpPr/>
          <p:nvPr/>
        </p:nvSpPr>
        <p:spPr>
          <a:xfrm>
            <a:off x="1463045" y="2413615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1FFE4303-8DFF-68FA-7A69-A3B3591206EE}"/>
              </a:ext>
            </a:extLst>
          </p:cNvPr>
          <p:cNvSpPr/>
          <p:nvPr/>
        </p:nvSpPr>
        <p:spPr>
          <a:xfrm>
            <a:off x="1463045" y="2643048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ns2:creationId id="{46C061F6-6920-0FA6-CF78-BF1770E4C74E}"/>
              </a:ext>
            </a:extLst>
          </p:cNvPr>
          <p:cNvSpPr/>
          <p:nvPr/>
        </p:nvSpPr>
        <p:spPr>
          <a:xfrm>
            <a:off x="1463045" y="2872481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687D0277-DB89-0337-E6B9-ABEAD4A935DC}"/>
              </a:ext>
            </a:extLst>
          </p:cNvPr>
          <p:cNvSpPr/>
          <p:nvPr/>
        </p:nvSpPr>
        <p:spPr>
          <a:xfrm>
            <a:off x="1463045" y="3101913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6" name="AutoShape 2">
            <a:extLst>
              <a:ext uri="{FF2B5EF4-FFF2-40B4-BE49-F238E27FC236}">
                <ns2:creationId id="{49FCF8C0-0647-C563-CB29-24F02487DA0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4039784" y="2495118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269" name="直線コネクタ 268">
            <a:extLst>
              <a:ext uri="{FF2B5EF4-FFF2-40B4-BE49-F238E27FC236}">
                <ns2:creationId id="{620FC069-EF0D-BC85-9C5E-410A4D2CF830}"/>
              </a:ext>
            </a:extLst>
          </p:cNvPr>
          <p:cNvCxnSpPr>
            <a:cxnSpLocks/>
          </p:cNvCxnSpPr>
          <p:nvPr/>
        </p:nvCxnSpPr>
        <p:spPr>
          <a:xfrm>
            <a:off x="5304573" y="2355576"/>
            <a:ext cx="0" cy="1033182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1" name="グループ化 270">
            <a:extLst>
              <a:ext uri="{FF2B5EF4-FFF2-40B4-BE49-F238E27FC236}">
                <ns2:creationId id="{83D8601B-CF63-D7C3-213C-6BB1C2C835E8}"/>
              </a:ext>
            </a:extLst>
          </p:cNvPr>
          <p:cNvGrpSpPr/>
          <p:nvPr/>
        </p:nvGrpSpPr>
        <p:grpSpPr>
          <a:xfrm>
            <a:off x="5234821" y="2497000"/>
            <a:ext cx="139488" cy="688298"/>
            <a:chOff x="1279737" y="2693307"/>
            <a:chExt cx="349050" cy="869755"/>
          </a:xfrm>
        </p:grpSpPr>
        <p:cxnSp>
          <p:nvCxnSpPr>
            <p:cNvPr id="289" name="直線コネクタ 288">
              <a:extLst>
                <a:ext uri="{FF2B5EF4-FFF2-40B4-BE49-F238E27FC236}">
                  <ns2:creationId id="{6D98C277-CDF1-6489-9457-020BB13E7DE8}"/>
                </a:ext>
              </a:extLst>
            </p:cNvPr>
            <p:cNvCxnSpPr/>
            <p:nvPr/>
          </p:nvCxnSpPr>
          <p:spPr>
            <a:xfrm>
              <a:off x="1279737" y="2693307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756E48B-6FEB-ECFD-1A1F-396546A2BD65}"/>
                </a:ext>
              </a:extLst>
            </p:cNvPr>
            <p:cNvCxnSpPr/>
            <p:nvPr/>
          </p:nvCxnSpPr>
          <p:spPr>
            <a:xfrm>
              <a:off x="1279737" y="2983225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62E4C01C-506D-DAEB-A47D-59CC68927E9B}"/>
                </a:ext>
              </a:extLst>
            </p:cNvPr>
            <p:cNvCxnSpPr/>
            <p:nvPr/>
          </p:nvCxnSpPr>
          <p:spPr>
            <a:xfrm>
              <a:off x="1279737" y="3273144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2BE31D31-4B7D-55CF-43A8-DE7FE4B34063}"/>
                </a:ext>
              </a:extLst>
            </p:cNvPr>
            <p:cNvCxnSpPr/>
            <p:nvPr/>
          </p:nvCxnSpPr>
          <p:spPr>
            <a:xfrm>
              <a:off x="1279737" y="3563062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3" name="正方形/長方形 272">
            <a:extLst>
              <a:ext uri="{FF2B5EF4-FFF2-40B4-BE49-F238E27FC236}">
                <ns2:creationId id="{A5271826-BCB9-87F2-0361-7BFFED700D07}"/>
              </a:ext>
            </a:extLst>
          </p:cNvPr>
          <p:cNvSpPr/>
          <p:nvPr/>
        </p:nvSpPr>
        <p:spPr>
          <a:xfrm>
            <a:off x="4347199" y="2413615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2D01760E-B7ED-C0B5-D08E-F9BF6EAB131D}"/>
              </a:ext>
            </a:extLst>
          </p:cNvPr>
          <p:cNvSpPr/>
          <p:nvPr/>
        </p:nvSpPr>
        <p:spPr>
          <a:xfrm>
            <a:off x="4347199" y="2643048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F70265AA-DE7B-3056-9547-989129681DDD}"/>
              </a:ext>
            </a:extLst>
          </p:cNvPr>
          <p:cNvSpPr/>
          <p:nvPr/>
        </p:nvSpPr>
        <p:spPr>
          <a:xfrm>
            <a:off x="4347199" y="2872481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D4520C76-28B2-5618-F27D-1AD1E62EA0F4}"/>
              </a:ext>
            </a:extLst>
          </p:cNvPr>
          <p:cNvSpPr/>
          <p:nvPr/>
        </p:nvSpPr>
        <p:spPr>
          <a:xfrm>
            <a:off x="4347199" y="3101913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B43E6417-3BE2-73FF-58DD-D1E4D00C7B2A}"/>
              </a:ext>
            </a:extLst>
          </p:cNvPr>
          <p:cNvSpPr/>
          <p:nvPr/>
        </p:nvSpPr>
        <p:spPr>
          <a:xfrm>
            <a:off x="5399815" y="2413615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FB33D49E-E1BE-F76C-2E7C-755B022364E8}"/>
              </a:ext>
            </a:extLst>
          </p:cNvPr>
          <p:cNvSpPr/>
          <p:nvPr/>
        </p:nvSpPr>
        <p:spPr>
          <a:xfrm>
            <a:off x="5399815" y="2643048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5" name="正方形/長方形 284">
            <a:extLst>
              <a:ext uri="{FF2B5EF4-FFF2-40B4-BE49-F238E27FC236}">
                <ns2:creationId id="{CCF55FED-16A5-0946-54A5-7544331C9CF1}"/>
              </a:ext>
            </a:extLst>
          </p:cNvPr>
          <p:cNvSpPr/>
          <p:nvPr/>
        </p:nvSpPr>
        <p:spPr>
          <a:xfrm>
            <a:off x="5399815" y="2872481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正方形/長方形 286">
            <a:extLst>
              <a:ext uri="{FF2B5EF4-FFF2-40B4-BE49-F238E27FC236}">
                <ns2:creationId id="{857DF4F4-E2A0-2D49-ACAB-172F21D8B664}"/>
              </a:ext>
            </a:extLst>
          </p:cNvPr>
          <p:cNvSpPr/>
          <p:nvPr/>
        </p:nvSpPr>
        <p:spPr>
          <a:xfrm>
            <a:off x="5399815" y="3101913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45" name="グループ化 444">
            <a:extLst>
              <a:ext uri="{FF2B5EF4-FFF2-40B4-BE49-F238E27FC236}">
                <ns2:creationId id="{C4FCF596-671B-8DF3-CEC6-A64A61DEBDEA}"/>
              </a:ext>
            </a:extLst>
          </p:cNvPr>
          <p:cNvGrpSpPr/>
          <p:nvPr/>
        </p:nvGrpSpPr>
        <p:grpSpPr>
          <a:xfrm>
            <a:off x="334962" y="3707205"/>
            <a:ext cx="7622436" cy="958322"/>
            <a:chOff x="334962" y="4045135"/>
            <a:chExt cx="7622436" cy="1079668"/>
          </a:xfrm>
        </p:grpSpPr>
        <p:grpSp>
          <p:nvGrpSpPr>
            <p:cNvPr id="378" name="グループ化 377">
              <a:extLst>
                <a:ext uri="{FF2B5EF4-FFF2-40B4-BE49-F238E27FC236}">
                  <ns2:creationId id="{371CF7E6-BE0F-3B71-84F6-8E4C342BFE17}"/>
                </a:ext>
              </a:extLst>
            </p:cNvPr>
            <p:cNvGrpSpPr/>
            <p:nvPr/>
          </p:nvGrpSpPr>
          <p:grpSpPr>
            <a:xfrm>
              <a:off x="334962" y="4045135"/>
              <a:ext cx="7622436" cy="528886"/>
              <a:chOff x="334962" y="4204159"/>
              <a:chExt cx="7622436" cy="52888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D3A8CFB1-D16A-2692-C41F-15698CD5F2D2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9145C10C-3F72-54F8-00E6-8B46F5546F1A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969418E8-44B2-A98C-A5E1-1D18DCAD0D3F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正方形/長方形 375">
                <a:extLst>
                  <a:ext uri="{FF2B5EF4-FFF2-40B4-BE49-F238E27FC236}">
                    <ns2:creationId id="{9736035F-EC69-4C30-254D-21308F445568}"/>
                  </a:ext>
                </a:extLst>
              </p:cNvPr>
              <p:cNvSpPr/>
              <p:nvPr/>
            </p:nvSpPr>
            <p:spPr>
              <a:xfrm>
                <a:off x="6108579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9" name="グループ化 378">
              <a:extLst>
                <a:ext uri="{FF2B5EF4-FFF2-40B4-BE49-F238E27FC236}">
                  <ns2:creationId id="{646C3EB5-E06F-8274-BDAE-EE0DCD18CC7A}"/>
                </a:ext>
              </a:extLst>
            </p:cNvPr>
            <p:cNvGrpSpPr/>
            <p:nvPr/>
          </p:nvGrpSpPr>
          <p:grpSpPr>
            <a:xfrm>
              <a:off x="334962" y="4595917"/>
              <a:ext cx="5697897" cy="528886"/>
              <a:chOff x="334962" y="4204159"/>
              <a:chExt cx="5697897" cy="528886"/>
            </a:xfrm>
          </p:grpSpPr>
          <p:sp>
            <p:nvSpPr>
              <p:cNvPr id="390" name="正方形/長方形 389">
                <a:extLst>
                  <a:ext uri="{FF2B5EF4-FFF2-40B4-BE49-F238E27FC236}">
                    <ns2:creationId id="{09CF6176-DE1E-8334-1C7B-F0EDA1925CEC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C131087-C446-4654-A090-D0FFA04AEB89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D5E11223-0EF8-7D62-532F-AD9CDBA29019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48" name="グループ化 447">
            <a:extLst>
              <a:ext uri="{FF2B5EF4-FFF2-40B4-BE49-F238E27FC236}">
                <ns2:creationId id="{AA6F384C-FC9A-878C-C872-94DCAF40A493}"/>
              </a:ext>
            </a:extLst>
          </p:cNvPr>
          <p:cNvGrpSpPr/>
          <p:nvPr/>
        </p:nvGrpSpPr>
        <p:grpSpPr>
          <a:xfrm>
            <a:off x="334960" y="5347578"/>
            <a:ext cx="7576226" cy="961148"/>
            <a:chOff x="334960" y="5661130"/>
            <a:chExt cx="7576226" cy="647595"/>
          </a:xfrm>
        </p:grpSpPr>
        <p:sp>
          <p:nvSpPr>
            <p:cNvPr id="14" name="正方形/長方形 13">
              <a:extLst>
                <a:ext uri="{FF2B5EF4-FFF2-40B4-BE49-F238E27FC236}">
                  <ns2:creationId id="{D9BB6DF3-A3BC-4193-218D-6166C43518A1}"/>
                </a:ext>
              </a:extLst>
            </p:cNvPr>
            <p:cNvSpPr/>
            <p:nvPr/>
          </p:nvSpPr>
          <p:spPr>
            <a:xfrm>
              <a:off x="334961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189392C-E315-574F-B7EE-2DA9B708B167}"/>
                </a:ext>
              </a:extLst>
            </p:cNvPr>
            <p:cNvSpPr/>
            <p:nvPr/>
          </p:nvSpPr>
          <p:spPr>
            <a:xfrm>
              <a:off x="2240566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4B805BA-16F0-7F85-4BD5-387074A24BD0}"/>
                </a:ext>
              </a:extLst>
            </p:cNvPr>
            <p:cNvSpPr/>
            <p:nvPr/>
          </p:nvSpPr>
          <p:spPr>
            <a:xfrm>
              <a:off x="4146170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15821B6-AB7B-5DFB-586F-BB9739511C84}"/>
                </a:ext>
              </a:extLst>
            </p:cNvPr>
            <p:cNvSpPr/>
            <p:nvPr/>
          </p:nvSpPr>
          <p:spPr>
            <a:xfrm>
              <a:off x="6051775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4">
              <a:extLst>
                <a:ext uri="{FF2B5EF4-FFF2-40B4-BE49-F238E27FC236}">
                  <ns2:creationId id="{B928ADCF-4AE6-033B-D149-D15DD999EB88}"/>
                </a:ext>
              </a:extLst>
            </p:cNvPr>
            <p:cNvSpPr txBox="1"/>
            <p:nvPr/>
          </p:nvSpPr>
          <p:spPr>
            <a:xfrm>
              <a:off x="33496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0" name="Text 77">
              <a:extLst>
                <a:ext uri="{FF2B5EF4-FFF2-40B4-BE49-F238E27FC236}">
                  <ns2:creationId id="{187A3507-A161-A99D-1964-3C4BE4A1971C}"/>
                </a:ext>
              </a:extLst>
            </p:cNvPr>
            <p:cNvSpPr txBox="1"/>
            <p:nvPr/>
          </p:nvSpPr>
          <p:spPr>
            <a:xfrm>
              <a:off x="2240565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83">
              <a:extLst>
                <a:ext uri="{FF2B5EF4-FFF2-40B4-BE49-F238E27FC236}">
                  <ns2:creationId id="{A1418746-40A0-4992-89F7-2802090A11A0}"/>
                </a:ext>
              </a:extLst>
            </p:cNvPr>
            <p:cNvSpPr txBox="1"/>
            <p:nvPr/>
          </p:nvSpPr>
          <p:spPr>
            <a:xfrm>
              <a:off x="414617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Text 89">
              <a:extLst>
                <a:ext uri="{FF2B5EF4-FFF2-40B4-BE49-F238E27FC236}">
                  <ns2:creationId id="{0BB3856D-425C-1746-775D-B205D7931E94}"/>
                </a:ext>
              </a:extLst>
            </p:cNvPr>
            <p:cNvSpPr txBox="1"/>
            <p:nvPr/>
          </p:nvSpPr>
          <p:spPr>
            <a:xfrm>
              <a:off x="6051775" y="5661130"/>
              <a:ext cx="1848641" cy="147600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416" name="background">
            <a:extLst>
              <a:ext uri="{FF2B5EF4-FFF2-40B4-BE49-F238E27FC236}">
                <ns2:creationId id="{33F684D3-F698-B054-0C96-F1DB7C5EB51D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41233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7" name="background">
            <a:extLst>
              <a:ext uri="{FF2B5EF4-FFF2-40B4-BE49-F238E27FC236}">
                <ns2:creationId id="{0E48E722-1C6E-FF59-6610-9A554719DC7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29826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8" name="background">
            <a:extLst>
              <a:ext uri="{FF2B5EF4-FFF2-40B4-BE49-F238E27FC236}">
                <ns2:creationId id="{BCEA82EB-2E83-75A2-55F9-56C435057F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606605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623495689"/>
      </p:ext>
    </p:extLst>
  </p:cSld>
  <p:clrMapOvr>
    <a:masterClrMapping/>
  </p:clrMapOvr>
</p:sld>
</file>

<file path=ppt/slides/slide208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347FAE-4238-38FB-34FF-1023BADFC8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 </a:t>
            </a:r>
            <a:r>
              <a:rPr kumimoji="1" lang="en-US" altLang="ja-JP" dirty="0"/>
              <a:t>: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2B18CF0-B438-7646-1D51-0BAB076A571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) 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(</a:t>
            </a:r>
            <a:r>
              <a:rPr kumimoji="1" lang="en-US" altLang="ja-JP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br>
              <a:rPr kumimoji="1" lang="en-US" altLang="ja-JP" sz="1900" dirty="0"/>
            </a:br>
            <a:r>
              <a:rPr kumimoji="1" lang="ja-JP" altLang="en-US" sz="19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B7106827-7284-F1C3-882C-6992DAC82F9C}"/>
              </a:ext>
            </a:extLst>
          </p:cNvPr>
          <p:cNvGrpSpPr/>
          <p:nvPr/>
        </p:nvGrpSpPr>
        <p:grpSpPr>
          <a:xfrm>
            <a:off x="334959" y="1635062"/>
            <a:ext cx="11521761" cy="4675374"/>
            <a:chOff x="334959" y="1635062"/>
            <a:chExt cx="11521761" cy="4675374"/>
          </a:xfrm>
        </p:grpSpPr>
        <p:grpSp>
          <p:nvGrpSpPr>
            <p:cNvPr id="10" name="グループ化 9">
              <a:extLst>
                <a:ext uri="{FF2B5EF4-FFF2-40B4-BE49-F238E27FC236}">
                  <ns2:creationId id="{3F17B152-A9E5-BD0C-1492-8F4678C6BCB3}"/>
                </a:ext>
              </a:extLst>
            </p:cNvPr>
            <p:cNvGrpSpPr/>
            <p:nvPr/>
          </p:nvGrpSpPr>
          <p:grpSpPr>
            <a:xfrm>
              <a:off x="8918723" y="1635062"/>
              <a:ext cx="2937997" cy="4675374"/>
              <a:chOff x="8918723" y="1635062"/>
              <a:chExt cx="2937997" cy="4675374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465BECB6-04A7-F715-FC21-48B526E80C77}"/>
                  </a:ext>
                </a:extLst>
              </p:cNvPr>
              <p:cNvSpPr/>
              <p:nvPr/>
            </p:nvSpPr>
            <p:spPr>
              <a:xfrm>
                <a:off x="8918723" y="1636012"/>
                <a:ext cx="2937997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05F90E2-9F34-7E65-5D67-390B67D80E4F}"/>
                  </a:ext>
                </a:extLst>
              </p:cNvPr>
              <p:cNvSpPr/>
              <p:nvPr/>
            </p:nvSpPr>
            <p:spPr>
              <a:xfrm>
                <a:off x="8918723" y="1966234"/>
                <a:ext cx="2937997" cy="223284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4385AA34-2E38-812E-52A8-A1752B195FB2}"/>
                  </a:ext>
                </a:extLst>
              </p:cNvPr>
              <p:cNvGrpSpPr/>
              <p:nvPr/>
            </p:nvGrpSpPr>
            <p:grpSpPr>
              <a:xfrm>
                <a:off x="8998856" y="2052099"/>
                <a:ext cx="2777731" cy="2038318"/>
                <a:chOff x="8208339" y="2161231"/>
                <a:chExt cx="3546389" cy="1413533"/>
              </a:xfrm>
            </p:grpSpPr>
            <p:sp>
              <p:nvSpPr>
                <p:cNvPr id="20" name="四角形: 角を丸くする 19">
                  <a:extLst>
                    <a:ext uri="{FF2B5EF4-FFF2-40B4-BE49-F238E27FC236}">
                      <ns2:creationId id="{F9136A32-D768-D27D-4A75-6C359A8EE1FA}"/>
                    </a:ext>
                  </a:extLst>
                </p:cNvPr>
                <p:cNvSpPr/>
                <p:nvPr/>
              </p:nvSpPr>
              <p:spPr>
                <a:xfrm>
                  <a:off x="8208339" y="2161231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9F57BFEF-AD3A-0F49-D04A-E85E10414352}"/>
                    </a:ext>
                  </a:extLst>
                </p:cNvPr>
                <p:cNvSpPr/>
                <p:nvPr/>
              </p:nvSpPr>
              <p:spPr>
                <a:xfrm>
                  <a:off x="8263787" y="2249509"/>
                  <a:ext cx="983784" cy="254646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70AE5255-4574-4032-1D80-840EFD8FA0F3}"/>
                    </a:ext>
                  </a:extLst>
                </p:cNvPr>
                <p:cNvSpPr/>
                <p:nvPr/>
              </p:nvSpPr>
              <p:spPr>
                <a:xfrm>
                  <a:off x="9303018" y="2204491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445462E3-A221-9F21-FD03-B48CBA075F6F}"/>
                    </a:ext>
                  </a:extLst>
                </p:cNvPr>
                <p:cNvSpPr/>
                <p:nvPr/>
              </p:nvSpPr>
              <p:spPr>
                <a:xfrm>
                  <a:off x="8208339" y="2652396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D6E049D8-2ED5-DAD8-155E-66D06CEC2220}"/>
                    </a:ext>
                  </a:extLst>
                </p:cNvPr>
                <p:cNvSpPr/>
                <p:nvPr/>
              </p:nvSpPr>
              <p:spPr>
                <a:xfrm>
                  <a:off x="8263787" y="2740674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A9AB17C5-0EAE-CE0A-B4ED-6370D161AC7F}"/>
                    </a:ext>
                  </a:extLst>
                </p:cNvPr>
                <p:cNvSpPr/>
                <p:nvPr/>
              </p:nvSpPr>
              <p:spPr>
                <a:xfrm>
                  <a:off x="9303018" y="2695656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Clr>
                      <a:srgbClr val="008D2E"/>
                    </a:buClr>
                  </a:pP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12335D66-838B-A95A-5307-FB73777ED413}"/>
                    </a:ext>
                  </a:extLst>
                </p:cNvPr>
                <p:cNvSpPr/>
                <p:nvPr/>
              </p:nvSpPr>
              <p:spPr>
                <a:xfrm>
                  <a:off x="8208339" y="3143562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6757829-2D27-EE4B-883B-35142AABE449}"/>
                    </a:ext>
                  </a:extLst>
                </p:cNvPr>
                <p:cNvSpPr/>
                <p:nvPr/>
              </p:nvSpPr>
              <p:spPr>
                <a:xfrm>
                  <a:off x="8263787" y="3231840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A6594AB9-1D88-9036-73AD-69BAFDEFCCC0}"/>
                    </a:ext>
                  </a:extLst>
                </p:cNvPr>
                <p:cNvSpPr/>
                <p:nvPr/>
              </p:nvSpPr>
              <p:spPr>
                <a:xfrm>
                  <a:off x="9303018" y="3186822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2" name="正方形/長方形 41">
                <a:extLst>
                  <a:ext uri="{FF2B5EF4-FFF2-40B4-BE49-F238E27FC236}">
                    <ns2:creationId id="{38FF4619-D702-0764-737F-BD4E58AF527B}"/>
                  </a:ext>
                </a:extLst>
              </p:cNvPr>
              <p:cNvSpPr/>
              <p:nvPr/>
            </p:nvSpPr>
            <p:spPr>
              <a:xfrm>
                <a:off x="8918723" y="4309506"/>
                <a:ext cx="2937997" cy="339011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85252FD3-523F-DF9C-2414-21FED9F79D34}"/>
                  </a:ext>
                </a:extLst>
              </p:cNvPr>
              <p:cNvSpPr/>
              <p:nvPr/>
            </p:nvSpPr>
            <p:spPr>
              <a:xfrm>
                <a:off x="8918723" y="4651627"/>
                <a:ext cx="2937997" cy="1658809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6" name="グループ化 45">
                <a:extLst>
                  <a:ext uri="{FF2B5EF4-FFF2-40B4-BE49-F238E27FC236}">
                    <ns2:creationId id="{4C00286F-FC84-37CD-B78D-A007C8E4A42E}"/>
                  </a:ext>
                </a:extLst>
              </p:cNvPr>
              <p:cNvGrpSpPr/>
              <p:nvPr/>
            </p:nvGrpSpPr>
            <p:grpSpPr>
              <a:xfrm>
                <a:off x="8998856" y="4752759"/>
                <a:ext cx="2777731" cy="1468765"/>
                <a:chOff x="8208339" y="4815336"/>
                <a:chExt cx="3546389" cy="1381804"/>
              </a:xfrm>
            </p:grpSpPr>
            <p:grpSp>
              <p:nvGrpSpPr>
                <p:cNvPr id="48" name="グループ化 47">
                  <a:extLst>
                    <a:ext uri="{FF2B5EF4-FFF2-40B4-BE49-F238E27FC236}">
                      <ns2:creationId id="{CDEAF8EB-037B-41D0-CDD0-780033500283}"/>
                    </a:ext>
                  </a:extLst>
                </p:cNvPr>
                <p:cNvGrpSpPr/>
                <p:nvPr/>
              </p:nvGrpSpPr>
              <p:grpSpPr>
                <a:xfrm>
                  <a:off x="8208339" y="4815336"/>
                  <a:ext cx="3546389" cy="431202"/>
                  <a:chOff x="8208339" y="4278623"/>
                  <a:chExt cx="3546389" cy="431202"/>
                </a:xfrm>
              </p:grpSpPr>
              <p:sp>
                <p:nvSpPr>
                  <p:cNvPr id="62" name="四角形: 角を丸くする 61">
                    <a:extLst>
                      <a:ext uri="{FF2B5EF4-FFF2-40B4-BE49-F238E27FC236}">
                        <ns2:creationId id="{537F1D7C-0556-9137-A2ED-31E89552609F}"/>
                      </a:ext>
                    </a:extLst>
                  </p:cNvPr>
                  <p:cNvSpPr/>
                  <p:nvPr/>
                </p:nvSpPr>
                <p:spPr>
                  <a:xfrm>
                    <a:off x="8208339" y="4278623"/>
                    <a:ext cx="3546389" cy="431202"/>
                  </a:xfrm>
                  <a:prstGeom prst="roundRect">
                    <a:avLst>
                      <a:gd name="adj" fmla="val 10152"/>
                    </a:avLst>
                  </a:prstGeom>
                  <a:solidFill>
                    <a:schemeClr val="accent2">
                      <a:lumMod val="20000"/>
                      <a:lumOff val="80000"/>
                      <a:alpha val="4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64" name="正方形/長方形 63">
                    <a:extLst>
                      <a:ext uri="{FF2B5EF4-FFF2-40B4-BE49-F238E27FC236}">
                        <ns2:creationId id="{9D3DAB1D-CFBA-45C0-1BB1-8FAC12A4E36B}"/>
                      </a:ext>
                    </a:extLst>
                  </p:cNvPr>
                  <p:cNvSpPr/>
                  <p:nvPr/>
                </p:nvSpPr>
                <p:spPr>
                  <a:xfrm>
                    <a:off x="8263788" y="4321882"/>
                    <a:ext cx="983783" cy="344682"/>
                  </a:xfrm>
                  <a:prstGeom prst="rect">
                    <a:avLst/>
                  </a:prstGeom>
                  <a:solidFill>
                    <a:schemeClr val="accent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6" name="正方形/長方形 65">
                    <a:extLst>
                      <a:ext uri="{FF2B5EF4-FFF2-40B4-BE49-F238E27FC236}">
                        <ns2:creationId id="{E58E21D5-B0FE-C705-DBA3-7985F0FCEF82}"/>
                      </a:ext>
                    </a:extLst>
                  </p:cNvPr>
                  <p:cNvSpPr/>
                  <p:nvPr/>
                </p:nvSpPr>
                <p:spPr>
                  <a:xfrm>
                    <a:off x="9303018" y="4321883"/>
                    <a:ext cx="2378619" cy="344682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9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50" name="四角形: 角を丸くする 49">
                  <a:extLst>
                    <a:ext uri="{FF2B5EF4-FFF2-40B4-BE49-F238E27FC236}">
                      <ns2:creationId id="{7E7AB1F6-96E0-EFB6-C6F9-065FFEBAF892}"/>
                    </a:ext>
                  </a:extLst>
                </p:cNvPr>
                <p:cNvSpPr/>
                <p:nvPr/>
              </p:nvSpPr>
              <p:spPr>
                <a:xfrm>
                  <a:off x="8208339" y="5290637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C99DD94C-51A1-EC12-8233-55B0FCF36E0C}"/>
                    </a:ext>
                  </a:extLst>
                </p:cNvPr>
                <p:cNvSpPr/>
                <p:nvPr/>
              </p:nvSpPr>
              <p:spPr>
                <a:xfrm>
                  <a:off x="8263788" y="5333896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BD5FF5D9-A2BF-5D52-3AC3-68AE7752CF07}"/>
                    </a:ext>
                  </a:extLst>
                </p:cNvPr>
                <p:cNvSpPr/>
                <p:nvPr/>
              </p:nvSpPr>
              <p:spPr>
                <a:xfrm>
                  <a:off x="9303018" y="5333897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B528C66A-181C-42B8-7C65-8355D6E3E6FB}"/>
                    </a:ext>
                  </a:extLst>
                </p:cNvPr>
                <p:cNvSpPr/>
                <p:nvPr/>
              </p:nvSpPr>
              <p:spPr>
                <a:xfrm>
                  <a:off x="8208339" y="5765938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C05BC030-03E8-EA14-C320-3658D193E95D}"/>
                    </a:ext>
                  </a:extLst>
                </p:cNvPr>
                <p:cNvSpPr/>
                <p:nvPr/>
              </p:nvSpPr>
              <p:spPr>
                <a:xfrm>
                  <a:off x="8263788" y="5809197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66A60664-2C8C-8E8E-A2E8-8C923052C3E5}"/>
                    </a:ext>
                  </a:extLst>
                </p:cNvPr>
                <p:cNvSpPr/>
                <p:nvPr/>
              </p:nvSpPr>
              <p:spPr>
                <a:xfrm>
                  <a:off x="9303018" y="5809198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0" name="グラフィックス 39" descr="ターゲット 単色塗りつぶし">
                <a:extLst>
                  <a:ext uri="{FF2B5EF4-FFF2-40B4-BE49-F238E27FC236}">
                    <ns2:creationId id="{32A65E43-4E7E-7AED-01E9-DA02D57A4B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698743" y="163506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68" name="グラフィックス 67" descr="手のひらと植物 単色塗りつぶし">
                <a:extLst>
                  <a:ext uri="{FF2B5EF4-FFF2-40B4-BE49-F238E27FC236}">
                    <ns2:creationId id="{CFA259C2-6E4F-1EF7-7DDF-4CCE616C62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576045" y="431701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9" name="グループ化 8">
              <a:extLst>
                <a:ext uri="{FF2B5EF4-FFF2-40B4-BE49-F238E27FC236}">
                  <ns2:creationId id="{BF166CB7-36CC-B104-E38B-B1E85C8FFA2F}"/>
                </a:ext>
              </a:extLst>
            </p:cNvPr>
            <p:cNvGrpSpPr/>
            <p:nvPr/>
          </p:nvGrpSpPr>
          <p:grpSpPr>
            <a:xfrm>
              <a:off x="334959" y="1635062"/>
              <a:ext cx="8428041" cy="4673663"/>
              <a:chOff x="334959" y="1635062"/>
              <a:chExt cx="8428041" cy="4673663"/>
            </a:xfrm>
          </p:grpSpPr>
          <p:grpSp>
            <p:nvGrpSpPr>
              <p:cNvPr id="237" name="グループ化 236">
                <a:extLst>
                  <a:ext uri="{FF2B5EF4-FFF2-40B4-BE49-F238E27FC236}">
                    <ns2:creationId id="{B51EA085-8499-D442-1045-FD94392F95B4}"/>
                  </a:ext>
                </a:extLst>
              </p:cNvPr>
              <p:cNvGrpSpPr/>
              <p:nvPr/>
            </p:nvGrpSpPr>
            <p:grpSpPr>
              <a:xfrm>
                <a:off x="334962" y="2020296"/>
                <a:ext cx="4305618" cy="255535"/>
                <a:chOff x="334962" y="2020296"/>
                <a:chExt cx="3610203" cy="25553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2EDAA2E1-78F8-269F-9DF3-CC86EF866BEA}"/>
                    </a:ext>
                  </a:extLst>
                </p:cNvPr>
                <p:cNvSpPr/>
                <p:nvPr/>
              </p:nvSpPr>
              <p:spPr>
                <a:xfrm>
                  <a:off x="334963" y="2020296"/>
                  <a:ext cx="3610202" cy="2555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/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72" name="直線コネクタ 71">
                  <a:extLst>
                    <a:ext uri="{FF2B5EF4-FFF2-40B4-BE49-F238E27FC236}">
                      <ns2:creationId id="{38652840-A917-2E8B-2B35-5FC505D846D5}"/>
                    </a:ext>
                  </a:extLst>
                </p:cNvPr>
                <p:cNvCxnSpPr/>
                <p:nvPr/>
              </p:nvCxnSpPr>
              <p:spPr>
                <a:xfrm>
                  <a:off x="334962" y="2272034"/>
                  <a:ext cx="361020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正方形/長方形 73">
                <a:extLst>
                  <a:ext uri="{FF2B5EF4-FFF2-40B4-BE49-F238E27FC236}">
                    <ns2:creationId id="{1C0FF187-9B94-F33D-9006-75866EB79633}"/>
                  </a:ext>
                </a:extLst>
              </p:cNvPr>
              <p:cNvSpPr/>
              <p:nvPr/>
            </p:nvSpPr>
            <p:spPr>
              <a:xfrm>
                <a:off x="334963" y="1635062"/>
                <a:ext cx="8428037" cy="32495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6" name="グラフィックス 75" descr="考え 単色塗りつぶし">
                <a:extLst>
                  <a:ext uri="{FF2B5EF4-FFF2-40B4-BE49-F238E27FC236}">
                    <ns2:creationId id="{D90E4D3B-2A35-56E2-E129-0568F96EA6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833944" y="1635062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0" name="正方形/長方形 89">
                <a:extLst>
                  <a:ext uri="{FF2B5EF4-FFF2-40B4-BE49-F238E27FC236}">
                    <ns2:creationId id="{3499CC98-072E-E8CC-EEBA-72E6777F08E1}"/>
                  </a:ext>
                </a:extLst>
              </p:cNvPr>
              <p:cNvSpPr/>
              <p:nvPr/>
            </p:nvSpPr>
            <p:spPr>
              <a:xfrm>
                <a:off x="334962" y="4430198"/>
                <a:ext cx="8428033" cy="324000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日毎カレンダー 単色塗りつぶし">
                <a:extLst>
                  <a:ext uri="{FF2B5EF4-FFF2-40B4-BE49-F238E27FC236}">
                    <ns2:creationId id="{4600FF56-6277-7218-F72B-109AEDCBE4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3116484" y="4432136"/>
                <a:ext cx="324000" cy="324000"/>
              </a:xfrm>
              <a:prstGeom prst="rect">
                <a:avLst/>
              </a:prstGeom>
            </p:spPr>
          </p:pic>
          <p:sp>
            <p:nvSpPr>
              <p:cNvPr id="78" name="正方形/長方形 77">
                <a:extLst>
                  <a:ext uri="{FF2B5EF4-FFF2-40B4-BE49-F238E27FC236}">
                    <ns2:creationId id="{459CD427-90CE-66EB-031A-D7F4FBC69F10}"/>
                  </a:ext>
                </a:extLst>
              </p:cNvPr>
              <p:cNvSpPr/>
              <p:nvPr/>
            </p:nvSpPr>
            <p:spPr>
              <a:xfrm>
                <a:off x="5152798" y="2020296"/>
                <a:ext cx="3610202" cy="2555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9CD602E8-5F18-9800-2059-555001C57FF2}"/>
                  </a:ext>
                </a:extLst>
              </p:cNvPr>
              <p:cNvCxnSpPr/>
              <p:nvPr/>
            </p:nvCxnSpPr>
            <p:spPr>
              <a:xfrm>
                <a:off x="5152797" y="2272034"/>
                <a:ext cx="361020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AutoShape 2">
                <a:extLst>
                  <a:ext uri="{FF2B5EF4-FFF2-40B4-BE49-F238E27FC236}">
                    <ns2:creationId id="{F96AFFAF-2CE3-7551-4DDE-8D4F1EB7498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>
                <a:off x="4793253" y="2653130"/>
                <a:ext cx="212791" cy="93009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de-DE" sz="1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209" name="グループ化 208">
                <a:extLst>
                  <a:ext uri="{FF2B5EF4-FFF2-40B4-BE49-F238E27FC236}">
                    <ns2:creationId id="{FE69D098-9B91-15DD-3997-7F6E462EA232}"/>
                  </a:ext>
                </a:extLst>
              </p:cNvPr>
              <p:cNvGrpSpPr/>
              <p:nvPr/>
            </p:nvGrpSpPr>
            <p:grpSpPr>
              <a:xfrm>
                <a:off x="5153214" y="2328482"/>
                <a:ext cx="3609783" cy="1522098"/>
                <a:chOff x="4347611" y="2327318"/>
                <a:chExt cx="3725567" cy="958322"/>
              </a:xfrm>
            </p:grpSpPr>
            <p:sp>
              <p:nvSpPr>
                <p:cNvPr id="202" name="正方形/長方形 201">
                  <a:extLst>
                    <a:ext uri="{FF2B5EF4-FFF2-40B4-BE49-F238E27FC236}">
                      <ns2:creationId id="{B7776AD8-4C29-29A9-5BE3-4D49366178B0}"/>
                    </a:ext>
                  </a:extLst>
                </p:cNvPr>
                <p:cNvSpPr/>
                <p:nvPr/>
              </p:nvSpPr>
              <p:spPr>
                <a:xfrm>
                  <a:off x="4347611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①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4" name="正方形/長方形 203">
                  <a:extLst>
                    <a:ext uri="{FF2B5EF4-FFF2-40B4-BE49-F238E27FC236}">
                      <ns2:creationId id="{38B4A190-B003-A0C6-022F-85CFC8B3832B}"/>
                    </a:ext>
                  </a:extLst>
                </p:cNvPr>
                <p:cNvSpPr/>
                <p:nvPr/>
              </p:nvSpPr>
              <p:spPr>
                <a:xfrm>
                  <a:off x="6224359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②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6" name="正方形/長方形 205">
                  <a:extLst>
                    <a:ext uri="{FF2B5EF4-FFF2-40B4-BE49-F238E27FC236}">
                      <ns2:creationId id="{987A4D45-DB2A-126F-C09A-089146F8E20D}"/>
                    </a:ext>
                  </a:extLst>
                </p:cNvPr>
                <p:cNvSpPr/>
                <p:nvPr/>
              </p:nvSpPr>
              <p:spPr>
                <a:xfrm>
                  <a:off x="4347611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③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45470AEE-994C-3FA6-C58A-7249A1501063}"/>
                    </a:ext>
                  </a:extLst>
                </p:cNvPr>
                <p:cNvSpPr/>
                <p:nvPr/>
              </p:nvSpPr>
              <p:spPr>
                <a:xfrm>
                  <a:off x="6224359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④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9" name="グループ化 268">
                <a:extLst>
                  <a:ext uri="{FF2B5EF4-FFF2-40B4-BE49-F238E27FC236}">
                    <ns2:creationId id="{1E5A458D-0930-B1A2-3272-FAF749B9C876}"/>
                  </a:ext>
                </a:extLst>
              </p:cNvPr>
              <p:cNvGrpSpPr/>
              <p:nvPr/>
            </p:nvGrpSpPr>
            <p:grpSpPr>
              <a:xfrm>
                <a:off x="334959" y="2374283"/>
                <a:ext cx="4288046" cy="1283317"/>
                <a:chOff x="334959" y="2320943"/>
                <a:chExt cx="4288046" cy="1283317"/>
              </a:xfrm>
            </p:grpSpPr>
            <p:graphicFrame>
              <p:nvGraphicFramePr>
                <p:cNvPr id="235" name="グラフ 234">
                  <a:extLst>
                    <a:ext uri="{FF2B5EF4-FFF2-40B4-BE49-F238E27FC236}">
                      <ns2:creationId id="{0B639D80-C8EC-7ADC-4044-3274CDFFF64E}"/>
                    </a:ext>
                  </a:extLst>
                </p:cNvPr>
                <p:cNvGraphicFramePr/>
                <p:nvPr/>
              </p:nvGraphicFramePr>
              <p:xfrm>
                <a:off x="1146494" y="2438509"/>
                <a:ext cx="2956876" cy="1165751"/>
              </p:xfrm>
              <a:graphic>
                <a:graphicData uri="http://schemas.openxmlformats.org/drawingml/2006/chart">
                  <ns5:chart r:id="rId7"/>
                </a:graphicData>
              </a:graphic>
            </p:graphicFrame>
            <p:sp>
              <p:nvSpPr>
                <p:cNvPr id="239" name="Text 14">
                  <a:extLst>
                    <a:ext uri="{FF2B5EF4-FFF2-40B4-BE49-F238E27FC236}">
                      <ns2:creationId id="{CDBC3D76-6298-FD04-D5F6-F433EA53E016}"/>
                    </a:ext>
                  </a:extLst>
                </p:cNvPr>
                <p:cNvSpPr txBox="1"/>
                <p:nvPr/>
              </p:nvSpPr>
              <p:spPr>
                <a:xfrm>
                  <a:off x="1035850" y="2320943"/>
                  <a:ext cx="658925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1" name="Text 21">
                  <a:extLst>
                    <a:ext uri="{FF2B5EF4-FFF2-40B4-BE49-F238E27FC236}">
                      <ns2:creationId id="{78FF81B8-9A66-BFFF-20A6-961F66B62A2A}"/>
                    </a:ext>
                  </a:extLst>
                </p:cNvPr>
                <p:cNvSpPr txBox="1"/>
                <p:nvPr/>
              </p:nvSpPr>
              <p:spPr>
                <a:xfrm>
                  <a:off x="2197269" y="2493513"/>
                  <a:ext cx="1097783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3" name="Text 24">
                  <a:extLst>
                    <a:ext uri="{FF2B5EF4-FFF2-40B4-BE49-F238E27FC236}">
                      <ns2:creationId id="{E06330B2-B5EA-B84E-8ACD-65DAEEBDF5D3}"/>
                    </a:ext>
                  </a:extLst>
                </p:cNvPr>
                <p:cNvSpPr txBox="1"/>
                <p:nvPr/>
              </p:nvSpPr>
              <p:spPr>
                <a:xfrm>
                  <a:off x="1532796" y="3093182"/>
                  <a:ext cx="5486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5" name="Text 25">
                  <a:extLst>
                    <a:ext uri="{FF2B5EF4-FFF2-40B4-BE49-F238E27FC236}">
                      <ns2:creationId id="{5D0EAF34-4238-4853-6163-15B9A28680B1}"/>
                    </a:ext>
                  </a:extLst>
                </p:cNvPr>
                <p:cNvSpPr txBox="1"/>
                <p:nvPr/>
              </p:nvSpPr>
              <p:spPr>
                <a:xfrm>
                  <a:off x="2332712" y="2973153"/>
                  <a:ext cx="14630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7" name="Shape 26">
                  <a:extLst>
                    <a:ext uri="{FF2B5EF4-FFF2-40B4-BE49-F238E27FC236}">
                      <ns2:creationId id="{17736AA4-50D3-3D53-3D77-09D007575B78}"/>
                    </a:ext>
                  </a:extLst>
                </p:cNvPr>
                <p:cNvSpPr/>
                <p:nvPr/>
              </p:nvSpPr>
              <p:spPr>
                <a:xfrm>
                  <a:off x="2115707" y="2501131"/>
                  <a:ext cx="0" cy="775618"/>
                </a:xfrm>
                <a:prstGeom prst="line">
                  <a:avLst/>
                </a:prstGeom>
                <a:noFill/>
                <a:ln w="12700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9" name="Text 27">
                  <a:extLst>
                    <a:ext uri="{FF2B5EF4-FFF2-40B4-BE49-F238E27FC236}">
                      <ns2:creationId id="{B49745D7-B205-842C-78EA-BFDC97110865}"/>
                    </a:ext>
                  </a:extLst>
                </p:cNvPr>
                <p:cNvSpPr txBox="1"/>
                <p:nvPr/>
              </p:nvSpPr>
              <p:spPr>
                <a:xfrm>
                  <a:off x="1840647" y="2338887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1" name="Shape 28">
                  <a:extLst>
                    <a:ext uri="{FF2B5EF4-FFF2-40B4-BE49-F238E27FC236}">
                      <ns2:creationId id="{1DEA1F01-F256-29B7-8EDF-9B6C87E487B3}"/>
                    </a:ext>
                  </a:extLst>
                </p:cNvPr>
                <p:cNvSpPr/>
                <p:nvPr/>
              </p:nvSpPr>
              <p:spPr>
                <a:xfrm>
                  <a:off x="3927135" y="2714895"/>
                  <a:ext cx="54000" cy="199561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3" name="Text 30">
                  <a:extLst>
                    <a:ext uri="{FF2B5EF4-FFF2-40B4-BE49-F238E27FC236}">
                      <ns2:creationId id="{9108F18D-15D5-EF87-1142-93EEAB1E30A8}"/>
                    </a:ext>
                  </a:extLst>
                </p:cNvPr>
                <p:cNvSpPr txBox="1"/>
                <p:nvPr/>
              </p:nvSpPr>
              <p:spPr>
                <a:xfrm>
                  <a:off x="3976787" y="2549289"/>
                  <a:ext cx="646218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5" name="Text 30">
                  <a:extLst>
                    <a:ext uri="{FF2B5EF4-FFF2-40B4-BE49-F238E27FC236}">
                      <ns2:creationId id="{C8F1C41C-7523-ACDC-9716-F8882E096EDE}"/>
                    </a:ext>
                  </a:extLst>
                </p:cNvPr>
                <p:cNvSpPr txBox="1"/>
                <p:nvPr/>
              </p:nvSpPr>
              <p:spPr>
                <a:xfrm>
                  <a:off x="334959" y="2958336"/>
                  <a:ext cx="939221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6" name="Shape 28">
                  <a:extLst>
                    <a:ext uri="{FF2B5EF4-FFF2-40B4-BE49-F238E27FC236}">
                      <ns2:creationId id="{25F6D779-885E-7D38-6D3E-8AAA7791415A}"/>
                    </a:ext>
                  </a:extLst>
                </p:cNvPr>
                <p:cNvSpPr/>
                <p:nvPr/>
              </p:nvSpPr>
              <p:spPr>
                <a:xfrm>
                  <a:off x="1376489" y="3054012"/>
                  <a:ext cx="36000" cy="105574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9" name="Text 24">
                  <a:extLst>
                    <a:ext uri="{FF2B5EF4-FFF2-40B4-BE49-F238E27FC236}">
                      <ns2:creationId id="{11D06D25-4E0B-44FC-B25B-07F91C9D1BAD}"/>
                    </a:ext>
                  </a:extLst>
                </p:cNvPr>
                <p:cNvSpPr txBox="1"/>
                <p:nvPr/>
              </p:nvSpPr>
              <p:spPr>
                <a:xfrm rot="21012657">
                  <a:off x="1435186" y="3088743"/>
                  <a:ext cx="668029" cy="54075"/>
                </a:xfrm>
                <a:prstGeom prst="rect">
                  <a:avLst/>
                </a:prstGeom>
                <a:solidFill>
                  <a:schemeClr val="bg1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8" name="Shape 22">
                  <a:extLst>
                    <a:ext uri="{FF2B5EF4-FFF2-40B4-BE49-F238E27FC236}">
                      <ns2:creationId id="{E78B9F58-14C8-6D11-FFC2-AA8B72D93941}"/>
                    </a:ext>
                  </a:extLst>
                </p:cNvPr>
                <p:cNvSpPr/>
                <p:nvPr/>
              </p:nvSpPr>
              <p:spPr>
                <a:xfrm flipV="1">
                  <a:off x="1459205" y="3009791"/>
                  <a:ext cx="643167" cy="166867"/>
                </a:xfrm>
                <a:prstGeom prst="line">
                  <a:avLst/>
                </a:prstGeom>
                <a:noFill/>
                <a:ln w="28575" cap="rnd">
                  <a:solidFill>
                    <a:srgbClr val="222222"/>
                  </a:solidFill>
                  <a:prstDash val="solid"/>
                </a:ln>
              </p:spPr>
              <p:txBody>
                <a:bodyPr/>
                <a:lstStyle/>
                <a:p>
                  <a:endParaRPr lang="ja-JP" altLang="en-US" sz="2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61" name="Text 31">
                <a:extLst>
                  <a:ext uri="{FF2B5EF4-FFF2-40B4-BE49-F238E27FC236}">
                    <ns2:creationId id="{B9AB22D9-D653-4A13-475B-E780D57771F6}"/>
                  </a:ext>
                </a:extLst>
              </p:cNvPr>
              <p:cNvSpPr txBox="1"/>
              <p:nvPr/>
            </p:nvSpPr>
            <p:spPr>
              <a:xfrm>
                <a:off x="337029" y="3661291"/>
                <a:ext cx="4303547" cy="19691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900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67" name="グループ化 266">
                <a:extLst>
                  <a:ext uri="{FF2B5EF4-FFF2-40B4-BE49-F238E27FC236}">
                    <ns2:creationId id="{7A5BF506-E495-67F6-A73C-186E22B205B3}"/>
                  </a:ext>
                </a:extLst>
              </p:cNvPr>
              <p:cNvGrpSpPr/>
              <p:nvPr/>
            </p:nvGrpSpPr>
            <p:grpSpPr>
              <a:xfrm>
                <a:off x="342899" y="3960145"/>
                <a:ext cx="8420097" cy="411083"/>
                <a:chOff x="342899" y="3960145"/>
                <a:chExt cx="8420097" cy="411083"/>
              </a:xfrm>
            </p:grpSpPr>
            <p:sp>
              <p:nvSpPr>
                <p:cNvPr id="263" name="Shape 41">
                  <a:extLst>
                    <a:ext uri="{FF2B5EF4-FFF2-40B4-BE49-F238E27FC236}">
                      <ns2:creationId id="{2452786C-0478-2FBE-A0DD-395B185391CF}"/>
                    </a:ext>
                  </a:extLst>
                </p:cNvPr>
                <p:cNvSpPr/>
                <p:nvPr/>
              </p:nvSpPr>
              <p:spPr>
                <a:xfrm>
                  <a:off x="342899" y="3960145"/>
                  <a:ext cx="8420097" cy="411083"/>
                </a:xfrm>
                <a:prstGeom prst="roundRect">
                  <a:avLst>
                    <a:gd name="adj" fmla="val 9091"/>
                  </a:avLst>
                </a:prstGeom>
                <a:noFill/>
                <a:ln w="9525">
                  <a:solidFill>
                    <a:srgbClr val="008D2D"/>
                  </a:solidFill>
                  <a:prstDash val="solid"/>
                </a:ln>
              </p:spPr>
              <p:txBody>
                <a:bodyPr lIns="1044000" anchor="ctr"/>
                <a:lstStyle/>
                <a:p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正方形/長方形 263">
                  <a:extLst>
                    <a:ext uri="{FF2B5EF4-FFF2-40B4-BE49-F238E27FC236}">
                      <ns2:creationId id="{B75D269C-DF12-AA0C-D53B-0F5F7108E13F}"/>
                    </a:ext>
                  </a:extLst>
                </p:cNvPr>
                <p:cNvSpPr/>
                <p:nvPr/>
              </p:nvSpPr>
              <p:spPr>
                <a:xfrm>
                  <a:off x="533403" y="4059145"/>
                  <a:ext cx="590543" cy="21665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265" name="直線コネクタ 264">
                  <a:extLst>
                    <a:ext uri="{FF2B5EF4-FFF2-40B4-BE49-F238E27FC236}">
                      <ns2:creationId id="{742E40FE-4292-ADB9-9117-ECB03D76BC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70561" y="4059145"/>
                  <a:ext cx="0" cy="218474"/>
                </a:xfrm>
                <a:prstGeom prst="line">
                  <a:avLst/>
                </a:prstGeom>
                <a:ln w="38100">
                  <a:solidFill>
                    <a:srgbClr val="008D2E">
                      <a:alpha val="7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3" name="グループ化 342">
                <a:extLst>
                  <a:ext uri="{FF2B5EF4-FFF2-40B4-BE49-F238E27FC236}">
                    <ns2:creationId id="{86597983-3090-6B8F-450B-806401D84087}"/>
                  </a:ext>
                </a:extLst>
              </p:cNvPr>
              <p:cNvGrpSpPr/>
              <p:nvPr/>
            </p:nvGrpSpPr>
            <p:grpSpPr>
              <a:xfrm>
                <a:off x="334959" y="5284502"/>
                <a:ext cx="1336417" cy="1024223"/>
                <a:chOff x="925496" y="5284502"/>
                <a:chExt cx="834863" cy="1024223"/>
              </a:xfrm>
            </p:grpSpPr>
            <p:grpSp>
              <p:nvGrpSpPr>
                <p:cNvPr id="277" name="グループ化 276">
                  <a:extLst>
                    <a:ext uri="{FF2B5EF4-FFF2-40B4-BE49-F238E27FC236}">
                      <ns2:creationId id="{9251C08F-95BF-BF0D-0AFB-FAC09D46885E}"/>
                    </a:ext>
                  </a:extLst>
                </p:cNvPr>
                <p:cNvGrpSpPr/>
                <p:nvPr/>
              </p:nvGrpSpPr>
              <p:grpSpPr>
                <a:xfrm>
                  <a:off x="925496" y="5284502"/>
                  <a:ext cx="457200" cy="1024223"/>
                  <a:chOff x="479740" y="5240158"/>
                  <a:chExt cx="522127" cy="522421"/>
                </a:xfrm>
              </p:grpSpPr>
              <p:sp>
                <p:nvSpPr>
                  <p:cNvPr id="274" name="ホームベース 13">
                    <a:extLst>
                      <a:ext uri="{FF2B5EF4-FFF2-40B4-BE49-F238E27FC236}">
                        <ns2:creationId id="{3AE1BDE6-65A9-32A5-E2F1-B171048330D3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115434"/>
                    <a:ext cx="272679" cy="522127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rgbClr val="E2F0D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kumimoji="1"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6" name="山形 14">
                    <a:extLst>
                      <a:ext uri="{FF2B5EF4-FFF2-40B4-BE49-F238E27FC236}">
                        <ns2:creationId id="{02AAB485-C7F1-19EB-4801-A0D66DCCFC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365176"/>
                    <a:ext cx="272679" cy="522127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E2F0D9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7" name="Text 74">
                  <a:extLst>
                    <a:ext uri="{FF2B5EF4-FFF2-40B4-BE49-F238E27FC236}">
                      <ns2:creationId id="{4883795A-2A81-7E0C-4591-F1F548518460}"/>
                    </a:ext>
                  </a:extLst>
                </p:cNvPr>
                <p:cNvSpPr txBox="1"/>
                <p:nvPr/>
              </p:nvSpPr>
              <p:spPr>
                <a:xfrm>
                  <a:off x="1432225" y="5286782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8" name="Text 74">
                  <a:extLst>
                    <a:ext uri="{FF2B5EF4-FFF2-40B4-BE49-F238E27FC236}">
                      <ns2:creationId id="{014DB6CB-A259-9DC1-3214-E0B2ECEA1C78}"/>
                    </a:ext>
                  </a:extLst>
                </p:cNvPr>
                <p:cNvSpPr txBox="1"/>
                <p:nvPr/>
              </p:nvSpPr>
              <p:spPr>
                <a:xfrm>
                  <a:off x="1432225" y="5782809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09" name="直線コネクタ 308">
                <a:extLst>
                  <a:ext uri="{FF2B5EF4-FFF2-40B4-BE49-F238E27FC236}">
                    <ns2:creationId id="{D7DCDACB-9056-9F10-5CD1-5033EFA59A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7747" y="5286782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72E122CA-51F8-BCA2-AB03-054A7D54C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3937" y="5782809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2" name="グループ化 341">
                <a:extLst>
                  <a:ext uri="{FF2B5EF4-FFF2-40B4-BE49-F238E27FC236}">
                    <ns2:creationId id="{9C54BB2F-61A9-3B45-CFC0-0C97913D260F}"/>
                  </a:ext>
                </a:extLst>
              </p:cNvPr>
              <p:cNvGrpSpPr/>
              <p:nvPr/>
            </p:nvGrpSpPr>
            <p:grpSpPr>
              <a:xfrm>
                <a:off x="1840647" y="4784977"/>
                <a:ext cx="6922347" cy="1499999"/>
                <a:chOff x="1470179" y="4784977"/>
                <a:chExt cx="7292816" cy="1499999"/>
              </a:xfrm>
            </p:grpSpPr>
            <p:grpSp>
              <p:nvGrpSpPr>
                <p:cNvPr id="271" name="グループ化 270">
                  <a:extLst>
                    <a:ext uri="{FF2B5EF4-FFF2-40B4-BE49-F238E27FC236}">
                      <ns2:creationId id="{C5D188D3-5D3B-3A76-F4EA-2D7C581E3A48}"/>
                    </a:ext>
                  </a:extLst>
                </p:cNvPr>
                <p:cNvGrpSpPr/>
                <p:nvPr/>
              </p:nvGrpSpPr>
              <p:grpSpPr>
                <a:xfrm>
                  <a:off x="1470179" y="4784977"/>
                  <a:ext cx="7292816" cy="224282"/>
                  <a:chOff x="334960" y="4784977"/>
                  <a:chExt cx="7622434" cy="224282"/>
                </a:xfrm>
              </p:grpSpPr>
              <p:sp>
                <p:nvSpPr>
                  <p:cNvPr id="94" name="ホームベース 64">
                    <a:extLst>
                      <a:ext uri="{FF2B5EF4-FFF2-40B4-BE49-F238E27FC236}">
                        <ns2:creationId id="{31172940-1C6D-1395-684D-C51FEF2F051A}"/>
                      </a:ext>
                    </a:extLst>
                  </p:cNvPr>
                  <p:cNvSpPr/>
                  <p:nvPr/>
                </p:nvSpPr>
                <p:spPr>
                  <a:xfrm>
                    <a:off x="334960" y="4784977"/>
                    <a:ext cx="1904400" cy="224282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6" name="山形 66">
                    <a:extLst>
                      <a:ext uri="{FF2B5EF4-FFF2-40B4-BE49-F238E27FC236}">
                        <ns2:creationId id="{D13CA3C1-5465-502B-9FDB-644AA01C2607}"/>
                      </a:ext>
                    </a:extLst>
                  </p:cNvPr>
                  <p:cNvSpPr/>
                  <p:nvPr/>
                </p:nvSpPr>
                <p:spPr>
                  <a:xfrm>
                    <a:off x="4145768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8" name="山形 66">
                    <a:extLst>
                      <a:ext uri="{FF2B5EF4-FFF2-40B4-BE49-F238E27FC236}">
                        <ns2:creationId id="{2707F66D-B8F3-2696-FDCD-A17EF3D6A936}"/>
                      </a:ext>
                    </a:extLst>
                  </p:cNvPr>
                  <p:cNvSpPr/>
                  <p:nvPr/>
                </p:nvSpPr>
                <p:spPr>
                  <a:xfrm>
                    <a:off x="6051780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0" name="山形 66">
                    <a:extLst>
                      <a:ext uri="{FF2B5EF4-FFF2-40B4-BE49-F238E27FC236}">
                        <ns2:creationId id="{DAF83EA9-79F2-AE84-FDD5-5AAE89D4FED8}"/>
                      </a:ext>
                    </a:extLst>
                  </p:cNvPr>
                  <p:cNvSpPr/>
                  <p:nvPr/>
                </p:nvSpPr>
                <p:spPr>
                  <a:xfrm>
                    <a:off x="2239757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5" name="Shape 71">
                  <a:extLst>
                    <a:ext uri="{FF2B5EF4-FFF2-40B4-BE49-F238E27FC236}">
                      <ns2:creationId id="{B99F71DE-CF85-1264-2C5B-BA55DF4399C3}"/>
                    </a:ext>
                  </a:extLst>
                </p:cNvPr>
                <p:cNvSpPr/>
                <p:nvPr/>
              </p:nvSpPr>
              <p:spPr>
                <a:xfrm flipH="1">
                  <a:off x="4511040" y="5187696"/>
                  <a:ext cx="0" cy="1097280"/>
                </a:xfrm>
                <a:prstGeom prst="line">
                  <a:avLst/>
                </a:prstGeom>
                <a:noFill/>
                <a:ln w="15875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6" name="Text 62">
                  <a:extLst>
                    <a:ext uri="{FF2B5EF4-FFF2-40B4-BE49-F238E27FC236}">
                      <ns2:creationId id="{864BDD36-A04C-ABF4-226C-4977E7A60F06}"/>
                    </a:ext>
                  </a:extLst>
                </p:cNvPr>
                <p:cNvSpPr txBox="1"/>
                <p:nvPr/>
              </p:nvSpPr>
              <p:spPr>
                <a:xfrm>
                  <a:off x="4056943" y="5663975"/>
                  <a:ext cx="1444752" cy="186320"/>
                </a:xfrm>
                <a:prstGeom prst="rect">
                  <a:avLst/>
                </a:prstGeom>
                <a:solidFill>
                  <a:srgbClr val="E2F0D9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Text 56">
                  <a:extLst>
                    <a:ext uri="{FF2B5EF4-FFF2-40B4-BE49-F238E27FC236}">
                      <ns2:creationId id="{67585DE3-02BC-3F0B-5A05-58189BF2D2B3}"/>
                    </a:ext>
                  </a:extLst>
                </p:cNvPr>
                <p:cNvSpPr txBox="1"/>
                <p:nvPr/>
              </p:nvSpPr>
              <p:spPr>
                <a:xfrm>
                  <a:off x="1478132" y="5407192"/>
                  <a:ext cx="2680378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Text 58">
                  <a:extLst>
                    <a:ext uri="{FF2B5EF4-FFF2-40B4-BE49-F238E27FC236}">
                      <ns2:creationId id="{17845600-62FE-8510-4603-0471B5885B6C}"/>
                    </a:ext>
                  </a:extLst>
                </p:cNvPr>
                <p:cNvSpPr txBox="1"/>
                <p:nvPr/>
              </p:nvSpPr>
              <p:spPr>
                <a:xfrm>
                  <a:off x="4198817" y="5407192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4" name="Text 60">
                  <a:extLst>
                    <a:ext uri="{FF2B5EF4-FFF2-40B4-BE49-F238E27FC236}">
                      <ns2:creationId id="{AD3883A0-0A44-53DE-D12E-CD3FED4699BD}"/>
                    </a:ext>
                  </a:extLst>
                </p:cNvPr>
                <p:cNvSpPr txBox="1"/>
                <p:nvPr/>
              </p:nvSpPr>
              <p:spPr>
                <a:xfrm>
                  <a:off x="6193986" y="5407192"/>
                  <a:ext cx="1410725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0" name="Text 66">
                  <a:extLst>
                    <a:ext uri="{FF2B5EF4-FFF2-40B4-BE49-F238E27FC236}">
                      <ns2:creationId id="{43702E30-86D2-73E1-2D9B-5334C67712C7}"/>
                    </a:ext>
                  </a:extLst>
                </p:cNvPr>
                <p:cNvSpPr txBox="1"/>
                <p:nvPr/>
              </p:nvSpPr>
              <p:spPr>
                <a:xfrm>
                  <a:off x="2022269" y="5906635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2" name="Text 68">
                  <a:extLst>
                    <a:ext uri="{FF2B5EF4-FFF2-40B4-BE49-F238E27FC236}">
                      <ns2:creationId id="{7332EC71-A8A1-F2B8-8FAE-BAC94B326B97}"/>
                    </a:ext>
                  </a:extLst>
                </p:cNvPr>
                <p:cNvSpPr txBox="1"/>
                <p:nvPr/>
              </p:nvSpPr>
              <p:spPr>
                <a:xfrm>
                  <a:off x="4017438" y="5906635"/>
                  <a:ext cx="1592104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4" name="Text 70">
                  <a:extLst>
                    <a:ext uri="{FF2B5EF4-FFF2-40B4-BE49-F238E27FC236}">
                      <ns2:creationId id="{0B2B6BEF-4B4E-EE6A-11AD-E9D457357B51}"/>
                    </a:ext>
                  </a:extLst>
                </p:cNvPr>
                <p:cNvSpPr txBox="1"/>
                <p:nvPr/>
              </p:nvSpPr>
              <p:spPr>
                <a:xfrm>
                  <a:off x="5649849" y="5906635"/>
                  <a:ext cx="2317620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16" name="Text 27">
                  <a:extLst>
                    <a:ext uri="{FF2B5EF4-FFF2-40B4-BE49-F238E27FC236}">
                      <ns2:creationId id="{A6B7BD4D-5072-1982-79ED-EAC8AF1D8239}"/>
                    </a:ext>
                  </a:extLst>
                </p:cNvPr>
                <p:cNvSpPr txBox="1"/>
                <p:nvPr/>
              </p:nvSpPr>
              <p:spPr>
                <a:xfrm>
                  <a:off x="4230679" y="5012161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1364434863"/>
      </p:ext>
    </p:extLst>
  </p:cSld>
  <p:clrMapOvr>
    <a:masterClrMapping/>
  </p:clrMapOvr>
</p:sld>
</file>

<file path=ppt/slides/slide2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EB11E06-237C-E932-4A68-C2B66E75B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D903311-90B5-A5D1-CD2B-5B297FAFB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ABB684D-6DC4-A8BA-4BBF-EFC775212F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950" dirty="0"/>
              <a:t>XX</a:t>
            </a:r>
            <a:r>
              <a:rPr lang="en-US" altLang="ja-JP" sz="1950" dirty="0"/>
              <a:t>KPI</a:t>
            </a:r>
            <a:r>
              <a:rPr lang="ja-JP" altLang="en-US" sz="1950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37F5A776-E72E-DFBD-141B-C2A549F5FDC6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17FCA877-1008-C0AC-6762-AE83CEF1D2DB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E6EB3A5-BBD1-D6EF-A792-FD7163F36A31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5548D216-5419-BE9A-B0C9-C6436B191C2A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6FDD617C-AC49-F352-60E0-59B5208FEC39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83BD2440-0B2B-1AC5-C32E-4E7B69FCFEF3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3CFB37B0-43AA-FA6C-52C6-34F72B238F16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111862D6-86CA-FA31-6318-D59A96C6AD04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9ABFAEC4-7342-6A5D-7E36-134269A47216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…) 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DB2A6E47-DBC3-C923-823D-85FB55484958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1336E5D-C1CA-2910-F2F9-9F30FB995991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C9CDE8EC-0D11-624A-0AF8-E191BC1BA124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E706AC9-395B-4F8F-E58A-8C4380927A0F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A52076-58DB-31D2-C312-87819B0FC171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49E3478-D54D-4132-2395-EAD2DAF26846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500"/>
                </a:spcAft>
                <a:buClr>
                  <a:schemeClr val="accent5"/>
                </a:buClr>
                <a:defRPr/>
              </a:pP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F807D0A8-52C6-F11D-BDB6-598E52E6F5F3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62182D00-79A4-8D6C-A949-021FD7821E4F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ACB772C1-4BB8-A447-F833-588E310A34A7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0D2E9E92-C88A-04D1-89F8-5F96ADA867E8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3240C4A6-F738-6772-E60E-636A978F62E4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805B584-F977-592E-AA70-D35E2F6E752E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  <a:defRPr/>
              </a:pPr>
              <a:r>
                <a:rPr lang="en-US" sz="13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3A3FE390-4861-82E3-998D-278BA2C4A240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意思決定図 単色塗りつぶし">
              <a:extLst>
                <a:ext uri="{FF2B5EF4-FFF2-40B4-BE49-F238E27FC236}">
                  <ns2:creationId id="{F7B95E8B-E667-1CDF-C7DF-A65F141D2D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時計 単色塗りつぶし">
              <a:extLst>
                <a:ext uri="{FF2B5EF4-FFF2-40B4-BE49-F238E27FC236}">
                  <ns2:creationId id="{A912220D-D826-912E-B677-9A41159789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十字の付いた盾 単色塗りつぶし">
              <a:extLst>
                <a:ext uri="{FF2B5EF4-FFF2-40B4-BE49-F238E27FC236}">
                  <ns2:creationId id="{D0F373FB-34E3-5188-B0AA-FD30213D2A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B12A73AA-7581-6ECD-EDD4-409FB3C4CF4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4BA66149-DA24-97AC-E69C-B74E2BA244D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67F7757A-738F-5B34-B319-42F0E7032778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4E49E2C5-DE36-67F9-9727-94223FAA9557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5BDEBD1E-9C52-2AD1-44AD-B91CF1000553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32871A2E-B59B-D3E4-D8F0-F7FEB517D7D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E1A5EC84-E637-7846-470E-871491DE97C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295BAC4-ADCD-5022-4FCA-860BA7159F45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2B444188-C214-CBE9-2B03-D4D641C8B994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6B4AD35-9645-E038-525E-C4DDBBD1EAA1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8E597FF1-D039-4504-9CBB-1A766433F75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F5DF49F0-D362-3E2F-87DC-75CE5F23C9B2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414F135-6F44-DE26-0F5F-6EBF14C3F7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4D01E264-C3B1-5C4F-766B-FEAEF2834483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082646B0-123C-5E4D-7907-3E1D2E1B6895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A04EE81B-BC34-EF27-5C6F-202D5467BC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F62350C7-975F-4B6F-707C-F6130EBDC835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3AC6C9EA-88F6-02BA-9EF1-C3BA9D6ABAD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37886A0D-BEB6-0598-C8CD-DF0762CDB5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AFA547A4-E583-792C-8090-5141DA6EEC19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114077300"/>
      </p:ext>
    </p:extLst>
  </p:cSld>
  <p:clrMapOvr>
    <a:masterClrMapping/>
  </p:clrMapOvr>
</p:sld>
</file>

<file path=ppt/slides/slide2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FACB1D8-54B8-BF32-F898-E9A62B39CF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901F9D-A4A8-384B-B666-10EE7907BC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DX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3A79E37C-9DA8-6ACD-83F3-C375838A13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(</a:t>
            </a:r>
            <a:r>
              <a:rPr lang="ja-JP" altLang="en-US" sz="1600"/>
              <a:t>XX</a:t>
            </a:r>
            <a:r>
              <a:rPr lang="en-US" altLang="ja-JP" sz="1600"/>
              <a:t>)</a:t>
            </a:r>
            <a:r>
              <a:rPr lang="ja-JP" altLang="en-US" sz="1600"/>
              <a:t>XX</a:t>
            </a:r>
            <a:endParaRPr lang="en-US" altLang="ja-JP" sz="1600"/>
          </a:p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</a:p>
        </p:txBody>
      </p:sp>
      <p:grpSp>
        <p:nvGrpSpPr>
          <p:cNvPr id="271" name="グループ化 270">
            <a:extLst>
              <a:ext uri="{FF2B5EF4-FFF2-40B4-BE49-F238E27FC236}">
                <ns2:creationId id="{583C7459-F49C-0AA9-5FAB-CE9435352B45}"/>
              </a:ext>
            </a:extLst>
          </p:cNvPr>
          <p:cNvGrpSpPr/>
          <p:nvPr/>
        </p:nvGrpSpPr>
        <p:grpSpPr>
          <a:xfrm>
            <a:off x="334963" y="5893098"/>
            <a:ext cx="11522073" cy="406867"/>
            <a:chOff x="334963" y="5893098"/>
            <a:chExt cx="11522073" cy="406867"/>
          </a:xfrm>
        </p:grpSpPr>
        <p:sp>
          <p:nvSpPr>
            <p:cNvPr id="210" name="正方形/長方形 209">
              <a:extLst>
                <a:ext uri="{FF2B5EF4-FFF2-40B4-BE49-F238E27FC236}">
                  <ns2:creationId id="{AE0B1500-0962-9A12-AA5E-46A330B8A046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39BB4EA1-D43E-5F48-1C95-47A936BA92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915208E-4E1C-B596-7F26-42B3066581AF}"/>
                </a:ext>
              </a:extLst>
            </p:cNvPr>
            <p:cNvSpPr/>
            <p:nvPr/>
          </p:nvSpPr>
          <p:spPr>
            <a:xfrm>
              <a:off x="896758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40A6A6DD-8245-0D95-77D7-F31DF87EE4DF}"/>
                </a:ext>
              </a:extLst>
            </p:cNvPr>
            <p:cNvSpPr/>
            <p:nvPr/>
          </p:nvSpPr>
          <p:spPr>
            <a:xfrm>
              <a:off x="1555912" y="5893100"/>
              <a:ext cx="1678608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909FDAD1-01B7-4204-C905-0018BA20710D}"/>
                </a:ext>
              </a:extLst>
            </p:cNvPr>
            <p:cNvSpPr/>
            <p:nvPr/>
          </p:nvSpPr>
          <p:spPr>
            <a:xfrm>
              <a:off x="3574937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2B63B33-E0C2-FB6F-3DF2-66F73A11083B}"/>
                </a:ext>
              </a:extLst>
            </p:cNvPr>
            <p:cNvSpPr/>
            <p:nvPr/>
          </p:nvSpPr>
          <p:spPr>
            <a:xfrm>
              <a:off x="4234091" y="5893100"/>
              <a:ext cx="228048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DB13DBF7-8A69-93B0-7837-54456FD906A8}"/>
                </a:ext>
              </a:extLst>
            </p:cNvPr>
            <p:cNvSpPr/>
            <p:nvPr/>
          </p:nvSpPr>
          <p:spPr>
            <a:xfrm>
              <a:off x="8725783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AC546198-C036-785A-CE0C-20BC3D2FEA1C}"/>
                </a:ext>
              </a:extLst>
            </p:cNvPr>
            <p:cNvSpPr/>
            <p:nvPr/>
          </p:nvSpPr>
          <p:spPr>
            <a:xfrm>
              <a:off x="9384936" y="5893100"/>
              <a:ext cx="242892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B64EAE04-130A-D58B-E314-55C7B3C39C12}"/>
                </a:ext>
              </a:extLst>
            </p:cNvPr>
            <p:cNvSpPr/>
            <p:nvPr/>
          </p:nvSpPr>
          <p:spPr>
            <a:xfrm>
              <a:off x="6658007" y="5893098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451F01EB-AA8B-879D-F892-1A4BAC6EF93E}"/>
                </a:ext>
              </a:extLst>
            </p:cNvPr>
            <p:cNvSpPr/>
            <p:nvPr/>
          </p:nvSpPr>
          <p:spPr>
            <a:xfrm>
              <a:off x="7173726" y="5893098"/>
              <a:ext cx="12060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FR" altLang="en-US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98" name="正方形/長方形 97">
            <a:extLst>
              <a:ext uri="{FF2B5EF4-FFF2-40B4-BE49-F238E27FC236}">
                <ns2:creationId id="{7FB128E9-40F4-E68B-D3AD-F23BAFF8831E}"/>
              </a:ext>
            </a:extLst>
          </p:cNvPr>
          <p:cNvSpPr/>
          <p:nvPr/>
        </p:nvSpPr>
        <p:spPr>
          <a:xfrm>
            <a:off x="8106032" y="1626679"/>
            <a:ext cx="3751004" cy="3384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9" name="正方形/長方形 98">
            <a:extLst>
              <a:ext uri="{FF2B5EF4-FFF2-40B4-BE49-F238E27FC236}">
                <ns2:creationId id="{D0DD1A14-F150-6EBA-9404-6B27A5E0AE60}"/>
              </a:ext>
            </a:extLst>
          </p:cNvPr>
          <p:cNvSpPr/>
          <p:nvPr/>
        </p:nvSpPr>
        <p:spPr>
          <a:xfrm>
            <a:off x="8106032" y="1974868"/>
            <a:ext cx="3751004" cy="1681463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2766B91E-A699-6718-7370-041C901F05D5}"/>
              </a:ext>
            </a:extLst>
          </p:cNvPr>
          <p:cNvGrpSpPr/>
          <p:nvPr/>
        </p:nvGrpSpPr>
        <p:grpSpPr>
          <a:xfrm>
            <a:off x="8208339" y="2026481"/>
            <a:ext cx="3546389" cy="468000"/>
            <a:chOff x="8208339" y="2026481"/>
            <a:chExt cx="3546389" cy="468000"/>
          </a:xfrm>
        </p:grpSpPr>
        <p:sp>
          <p:nvSpPr>
            <p:cNvPr id="109" name="四角形: 角を丸くする 108">
              <a:extLst>
                <a:ext uri="{FF2B5EF4-FFF2-40B4-BE49-F238E27FC236}">
                  <ns2:creationId id="{EE08268A-4274-FE24-A99A-4DABDC2A2D6C}"/>
                </a:ext>
              </a:extLst>
            </p:cNvPr>
            <p:cNvSpPr/>
            <p:nvPr/>
          </p:nvSpPr>
          <p:spPr>
            <a:xfrm>
              <a:off x="8208339" y="2026481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7B3ABC0C-1E46-8266-C5F9-A87DD4328F8E}"/>
                </a:ext>
              </a:extLst>
            </p:cNvPr>
            <p:cNvSpPr/>
            <p:nvPr/>
          </p:nvSpPr>
          <p:spPr>
            <a:xfrm>
              <a:off x="8263788" y="2261452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C2AAD62-4DBE-3D48-14CA-C811484DC0EC}"/>
                </a:ext>
              </a:extLst>
            </p:cNvPr>
            <p:cNvSpPr/>
            <p:nvPr/>
          </p:nvSpPr>
          <p:spPr>
            <a:xfrm>
              <a:off x="8263788" y="207936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19DBE4AF-3D3B-4B8D-F7D2-BF339622FD7D}"/>
                </a:ext>
              </a:extLst>
            </p:cNvPr>
            <p:cNvSpPr/>
            <p:nvPr/>
          </p:nvSpPr>
          <p:spPr>
            <a:xfrm>
              <a:off x="9104221" y="2069741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AD4F3FB0-18D8-4802-C1B1-4C06DB79E929}"/>
              </a:ext>
            </a:extLst>
          </p:cNvPr>
          <p:cNvGrpSpPr/>
          <p:nvPr/>
        </p:nvGrpSpPr>
        <p:grpSpPr>
          <a:xfrm>
            <a:off x="8208339" y="3143562"/>
            <a:ext cx="3546389" cy="468000"/>
            <a:chOff x="8208339" y="3143562"/>
            <a:chExt cx="3546389" cy="468000"/>
          </a:xfrm>
        </p:grpSpPr>
        <p:sp>
          <p:nvSpPr>
            <p:cNvPr id="165" name="四角形: 角を丸くする 164">
              <a:extLst>
                <a:ext uri="{FF2B5EF4-FFF2-40B4-BE49-F238E27FC236}">
                  <ns2:creationId id="{5C41282B-60AD-7098-2D08-030F377FEF83}"/>
                </a:ext>
              </a:extLst>
            </p:cNvPr>
            <p:cNvSpPr/>
            <p:nvPr/>
          </p:nvSpPr>
          <p:spPr>
            <a:xfrm>
              <a:off x="8208339" y="3143562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48F01EF0-BCA2-74B0-948C-C78E98D877FE}"/>
                </a:ext>
              </a:extLst>
            </p:cNvPr>
            <p:cNvSpPr/>
            <p:nvPr/>
          </p:nvSpPr>
          <p:spPr>
            <a:xfrm>
              <a:off x="8263788" y="3378533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4A48A52-6910-1E90-E6F3-2412422DA2C1}"/>
                </a:ext>
              </a:extLst>
            </p:cNvPr>
            <p:cNvSpPr/>
            <p:nvPr/>
          </p:nvSpPr>
          <p:spPr>
            <a:xfrm>
              <a:off x="8263788" y="3186822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 err="1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A23A8D20-3B91-568B-C721-5AF49EAE5F0F}"/>
                </a:ext>
              </a:extLst>
            </p:cNvPr>
            <p:cNvSpPr/>
            <p:nvPr/>
          </p:nvSpPr>
          <p:spPr>
            <a:xfrm>
              <a:off x="9104221" y="318682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2" name="グラフィックス 211" descr="ターゲット 単色塗りつぶし">
            <a:extLst>
              <a:ext uri="{FF2B5EF4-FFF2-40B4-BE49-F238E27FC236}">
                <ns2:creationId id="{B3BE18E2-CF96-02A4-4A01-46AE33677B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9119062" y="1633879"/>
            <a:ext cx="324000" cy="324000"/>
          </a:xfrm>
          <a:prstGeom prst="rect">
            <a:avLst/>
          </a:prstGeom>
        </p:spPr>
      </p:pic>
      <p:sp>
        <p:nvSpPr>
          <p:cNvPr id="172" name="正方形/長方形 171">
            <a:extLst>
              <a:ext uri="{FF2B5EF4-FFF2-40B4-BE49-F238E27FC236}">
                <ns2:creationId id="{9A43AE4A-C282-42E0-6688-9130918C5E0E}"/>
              </a:ext>
            </a:extLst>
          </p:cNvPr>
          <p:cNvSpPr/>
          <p:nvPr/>
        </p:nvSpPr>
        <p:spPr>
          <a:xfrm>
            <a:off x="8106032" y="3744070"/>
            <a:ext cx="3751004" cy="3384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ns2:creationId id="{475F8A3D-A99C-0319-17C7-E8BE1CFE4377}"/>
              </a:ext>
            </a:extLst>
          </p:cNvPr>
          <p:cNvSpPr/>
          <p:nvPr/>
        </p:nvSpPr>
        <p:spPr>
          <a:xfrm>
            <a:off x="8106032" y="4090737"/>
            <a:ext cx="3751004" cy="1682986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ns2:creationId id="{FA2FAB6D-CBC8-4FA2-1FCF-783B5BC6DFC8}"/>
              </a:ext>
            </a:extLst>
          </p:cNvPr>
          <p:cNvGrpSpPr/>
          <p:nvPr/>
        </p:nvGrpSpPr>
        <p:grpSpPr>
          <a:xfrm>
            <a:off x="8208339" y="4153498"/>
            <a:ext cx="3546389" cy="468000"/>
            <a:chOff x="8208339" y="4278623"/>
            <a:chExt cx="3546389" cy="468000"/>
          </a:xfrm>
        </p:grpSpPr>
        <p:sp>
          <p:nvSpPr>
            <p:cNvPr id="174" name="四角形: 角を丸くする 173">
              <a:extLst>
                <a:ext uri="{FF2B5EF4-FFF2-40B4-BE49-F238E27FC236}">
                  <ns2:creationId id="{F1972A2E-B047-40AE-9A71-3E12075D5E09}"/>
                </a:ext>
              </a:extLst>
            </p:cNvPr>
            <p:cNvSpPr/>
            <p:nvPr/>
          </p:nvSpPr>
          <p:spPr>
            <a:xfrm>
              <a:off x="8208339" y="4278623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C21B3BD0-BB04-44CF-B829-4BEC51A9E714}"/>
                </a:ext>
              </a:extLst>
            </p:cNvPr>
            <p:cNvSpPr/>
            <p:nvPr/>
          </p:nvSpPr>
          <p:spPr>
            <a:xfrm>
              <a:off x="8263788" y="4340282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276CCD07-620B-7941-7046-35586DEFFF0A}"/>
                </a:ext>
              </a:extLst>
            </p:cNvPr>
            <p:cNvSpPr/>
            <p:nvPr/>
          </p:nvSpPr>
          <p:spPr>
            <a:xfrm>
              <a:off x="9104221" y="434028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" name="グループ化 9">
            <a:extLst>
              <a:ext uri="{FF2B5EF4-FFF2-40B4-BE49-F238E27FC236}">
                <ns2:creationId id="{69FF51A0-2AF4-78DB-BC41-A2A0770211C6}"/>
              </a:ext>
            </a:extLst>
          </p:cNvPr>
          <p:cNvGrpSpPr/>
          <p:nvPr/>
        </p:nvGrpSpPr>
        <p:grpSpPr>
          <a:xfrm>
            <a:off x="8208339" y="4700986"/>
            <a:ext cx="3546389" cy="468000"/>
            <a:chOff x="8208339" y="4753924"/>
            <a:chExt cx="3546389" cy="468000"/>
          </a:xfrm>
        </p:grpSpPr>
        <p:sp>
          <p:nvSpPr>
            <p:cNvPr id="188" name="四角形: 角を丸くする 187">
              <a:extLst>
                <a:ext uri="{FF2B5EF4-FFF2-40B4-BE49-F238E27FC236}">
                  <ns2:creationId id="{2350A382-71C5-4BF2-D665-540EE680F322}"/>
                </a:ext>
              </a:extLst>
            </p:cNvPr>
            <p:cNvSpPr/>
            <p:nvPr/>
          </p:nvSpPr>
          <p:spPr>
            <a:xfrm>
              <a:off x="8208339" y="4753924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C4EFB955-6B57-754E-1340-DD19330E096E}"/>
                </a:ext>
              </a:extLst>
            </p:cNvPr>
            <p:cNvSpPr/>
            <p:nvPr/>
          </p:nvSpPr>
          <p:spPr>
            <a:xfrm>
              <a:off x="8263788" y="4815583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BA63D6F7-7921-7198-1B69-618D29F5A835}"/>
                </a:ext>
              </a:extLst>
            </p:cNvPr>
            <p:cNvSpPr/>
            <p:nvPr/>
          </p:nvSpPr>
          <p:spPr>
            <a:xfrm>
              <a:off x="9104221" y="4815583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D2D18DC-5DC6-1A9B-3BB9-3A5F07496561}"/>
              </a:ext>
            </a:extLst>
          </p:cNvPr>
          <p:cNvGrpSpPr/>
          <p:nvPr/>
        </p:nvGrpSpPr>
        <p:grpSpPr>
          <a:xfrm>
            <a:off x="8208339" y="5248475"/>
            <a:ext cx="3546389" cy="468000"/>
            <a:chOff x="8208339" y="5229225"/>
            <a:chExt cx="3546389" cy="468000"/>
          </a:xfrm>
        </p:grpSpPr>
        <p:sp>
          <p:nvSpPr>
            <p:cNvPr id="192" name="四角形: 角を丸くする 191">
              <a:extLst>
                <a:ext uri="{FF2B5EF4-FFF2-40B4-BE49-F238E27FC236}">
                  <ns2:creationId id="{E08374FE-DD75-53D9-98E1-4765C0449096}"/>
                </a:ext>
              </a:extLst>
            </p:cNvPr>
            <p:cNvSpPr/>
            <p:nvPr/>
          </p:nvSpPr>
          <p:spPr>
            <a:xfrm>
              <a:off x="8208339" y="5229225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A8E2FA8E-64E2-33D6-44C9-237971FDF8D4}"/>
                </a:ext>
              </a:extLst>
            </p:cNvPr>
            <p:cNvSpPr/>
            <p:nvPr/>
          </p:nvSpPr>
          <p:spPr>
            <a:xfrm>
              <a:off x="8263788" y="5290884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B73CD02-5F0D-92AF-66D8-C435FD17BEB9}"/>
                </a:ext>
              </a:extLst>
            </p:cNvPr>
            <p:cNvSpPr/>
            <p:nvPr/>
          </p:nvSpPr>
          <p:spPr>
            <a:xfrm>
              <a:off x="9104221" y="5290884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4" name="グラフィックス 213" descr="手のひらと植物 単色塗りつぶし">
            <a:extLst>
              <a:ext uri="{FF2B5EF4-FFF2-40B4-BE49-F238E27FC236}">
                <ns2:creationId id="{5EAFA20E-12F2-70A3-7FBD-0767041581D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9018262" y="3751270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3A3F8F8D-7971-2F96-170A-2AD1FD267AA3}"/>
              </a:ext>
            </a:extLst>
          </p:cNvPr>
          <p:cNvSpPr/>
          <p:nvPr/>
        </p:nvSpPr>
        <p:spPr>
          <a:xfrm>
            <a:off x="334963" y="1628322"/>
            <a:ext cx="7622435" cy="33840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19" name="グラフィックス 218" descr="ワークフロー 単色塗りつぶし">
            <a:extLst>
              <a:ext uri="{FF2B5EF4-FFF2-40B4-BE49-F238E27FC236}">
                <ns2:creationId id="{BDC5E02E-8A87-BA45-FD02-BC3EDAC2E9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2391224" y="1635047"/>
            <a:ext cx="324950" cy="324950"/>
          </a:xfrm>
          <a:prstGeom prst="rect">
            <a:avLst/>
          </a:prstGeom>
        </p:spPr>
      </p:pic>
      <p:sp>
        <p:nvSpPr>
          <p:cNvPr id="222" name="正方形/長方形 221">
            <a:extLst>
              <a:ext uri="{FF2B5EF4-FFF2-40B4-BE49-F238E27FC236}">
                <ns2:creationId id="{5C969B91-749B-8734-903E-6A2147CCEB58}"/>
              </a:ext>
            </a:extLst>
          </p:cNvPr>
          <p:cNvSpPr/>
          <p:nvPr/>
        </p:nvSpPr>
        <p:spPr>
          <a:xfrm>
            <a:off x="4347195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23" name="直線コネクタ 222">
            <a:extLst>
              <a:ext uri="{FF2B5EF4-FFF2-40B4-BE49-F238E27FC236}">
                <ns2:creationId id="{443A57E6-2C3B-3F88-5DDF-4036C15C2EDD}"/>
              </a:ext>
            </a:extLst>
          </p:cNvPr>
          <p:cNvCxnSpPr>
            <a:cxnSpLocks/>
          </p:cNvCxnSpPr>
          <p:nvPr/>
        </p:nvCxnSpPr>
        <p:spPr>
          <a:xfrm>
            <a:off x="4347194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正方形/長方形 228">
            <a:extLst>
              <a:ext uri="{FF2B5EF4-FFF2-40B4-BE49-F238E27FC236}">
                <ns2:creationId id="{75FFBAF9-9954-1F09-7B30-E3EFA77B05F5}"/>
              </a:ext>
            </a:extLst>
          </p:cNvPr>
          <p:cNvSpPr/>
          <p:nvPr/>
        </p:nvSpPr>
        <p:spPr>
          <a:xfrm>
            <a:off x="4347196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0" name="正方形/長方形 229">
            <a:extLst>
              <a:ext uri="{FF2B5EF4-FFF2-40B4-BE49-F238E27FC236}">
                <ns2:creationId id="{BA613E4E-3067-0ECF-0939-9A4ADD667EB2}"/>
              </a:ext>
            </a:extLst>
          </p:cNvPr>
          <p:cNvSpPr/>
          <p:nvPr/>
        </p:nvSpPr>
        <p:spPr>
          <a:xfrm>
            <a:off x="4347196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6879F4C7-768F-A6FA-7ACE-9A6E745249C9}"/>
              </a:ext>
            </a:extLst>
          </p:cNvPr>
          <p:cNvSpPr/>
          <p:nvPr/>
        </p:nvSpPr>
        <p:spPr>
          <a:xfrm>
            <a:off x="4347196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902527A0-4B73-8DD2-0F0C-797F3265D9AA}"/>
              </a:ext>
            </a:extLst>
          </p:cNvPr>
          <p:cNvSpPr/>
          <p:nvPr/>
        </p:nvSpPr>
        <p:spPr>
          <a:xfrm>
            <a:off x="4347196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723A3543-9669-E222-617B-D4BFA087A694}"/>
              </a:ext>
            </a:extLst>
          </p:cNvPr>
          <p:cNvSpPr/>
          <p:nvPr/>
        </p:nvSpPr>
        <p:spPr>
          <a:xfrm>
            <a:off x="5653058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7BBCA0A8-AD7B-8B73-392E-64D22515813F}"/>
              </a:ext>
            </a:extLst>
          </p:cNvPr>
          <p:cNvSpPr/>
          <p:nvPr/>
        </p:nvSpPr>
        <p:spPr>
          <a:xfrm>
            <a:off x="5653058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12D8E7FE-83ED-C384-D6FC-3842F2FBB9E5}"/>
              </a:ext>
            </a:extLst>
          </p:cNvPr>
          <p:cNvSpPr/>
          <p:nvPr/>
        </p:nvSpPr>
        <p:spPr>
          <a:xfrm>
            <a:off x="5653058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BEB5743-B2A6-0F6D-608E-6B3CCA3C29EE}"/>
              </a:ext>
            </a:extLst>
          </p:cNvPr>
          <p:cNvSpPr/>
          <p:nvPr/>
        </p:nvSpPr>
        <p:spPr>
          <a:xfrm>
            <a:off x="5653058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5" name="グループ化 274">
            <a:extLst>
              <a:ext uri="{FF2B5EF4-FFF2-40B4-BE49-F238E27FC236}">
                <ns2:creationId id="{3258BE0F-E4D8-BE1E-6FD6-07925EB351C7}"/>
              </a:ext>
            </a:extLst>
          </p:cNvPr>
          <p:cNvGrpSpPr/>
          <p:nvPr/>
        </p:nvGrpSpPr>
        <p:grpSpPr>
          <a:xfrm>
            <a:off x="334963" y="3748126"/>
            <a:ext cx="5038316" cy="210736"/>
            <a:chOff x="334963" y="3940626"/>
            <a:chExt cx="5038316" cy="210736"/>
          </a:xfrm>
        </p:grpSpPr>
        <p:sp>
          <p:nvSpPr>
            <p:cNvPr id="83" name="正方形/長方形 82">
              <a:extLst>
                <a:ext uri="{FF2B5EF4-FFF2-40B4-BE49-F238E27FC236}">
                  <ns2:creationId id="{A9404CB8-5F6E-24E2-A998-94892291E806}"/>
                </a:ext>
              </a:extLst>
            </p:cNvPr>
            <p:cNvSpPr/>
            <p:nvPr/>
          </p:nvSpPr>
          <p:spPr>
            <a:xfrm>
              <a:off x="334963" y="3940627"/>
              <a:ext cx="3806036" cy="2107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四角形: 角を丸くする 240">
              <a:extLst>
                <a:ext uri="{FF2B5EF4-FFF2-40B4-BE49-F238E27FC236}">
                  <ns2:creationId id="{0533D90D-066B-F65E-BE91-9F521CA9F27E}"/>
                </a:ext>
              </a:extLst>
            </p:cNvPr>
            <p:cNvSpPr/>
            <p:nvPr/>
          </p:nvSpPr>
          <p:spPr>
            <a:xfrm>
              <a:off x="3239216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四角形: 角を丸くする 242">
              <a:extLst>
                <a:ext uri="{FF2B5EF4-FFF2-40B4-BE49-F238E27FC236}">
                  <ns2:creationId id="{832BD7B2-A9BE-EC58-5EE7-A8890FD01423}"/>
                </a:ext>
              </a:extLst>
            </p:cNvPr>
            <p:cNvSpPr/>
            <p:nvPr/>
          </p:nvSpPr>
          <p:spPr>
            <a:xfrm>
              <a:off x="4329279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7" name="正方形/長方形 86">
            <a:extLst>
              <a:ext uri="{FF2B5EF4-FFF2-40B4-BE49-F238E27FC236}">
                <ns2:creationId id="{F9385584-1B99-4FD8-9044-2EA95B700941}"/>
              </a:ext>
            </a:extLst>
          </p:cNvPr>
          <p:cNvSpPr/>
          <p:nvPr/>
        </p:nvSpPr>
        <p:spPr>
          <a:xfrm>
            <a:off x="334962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正方形/長方形 87">
            <a:extLst>
              <a:ext uri="{FF2B5EF4-FFF2-40B4-BE49-F238E27FC236}">
                <ns2:creationId id="{0A7010E7-9F4D-8665-0F1F-B2D9666EB32C}"/>
              </a:ext>
            </a:extLst>
          </p:cNvPr>
          <p:cNvSpPr/>
          <p:nvPr/>
        </p:nvSpPr>
        <p:spPr>
          <a:xfrm>
            <a:off x="1613754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DDFCFAC8-2FF5-D172-E1BF-5FFBD5472CA6}"/>
              </a:ext>
            </a:extLst>
          </p:cNvPr>
          <p:cNvSpPr/>
          <p:nvPr/>
        </p:nvSpPr>
        <p:spPr>
          <a:xfrm>
            <a:off x="2892545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89">
            <a:extLst>
              <a:ext uri="{FF2B5EF4-FFF2-40B4-BE49-F238E27FC236}">
                <ns2:creationId id="{20B23C04-69C4-F0F5-B6B7-6FB3D63C23B1}"/>
              </a:ext>
            </a:extLst>
          </p:cNvPr>
          <p:cNvSpPr/>
          <p:nvPr/>
        </p:nvSpPr>
        <p:spPr>
          <a:xfrm>
            <a:off x="4171336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正方形/長方形 90">
            <a:extLst>
              <a:ext uri="{FF2B5EF4-FFF2-40B4-BE49-F238E27FC236}">
                <ns2:creationId id="{52C0F5AA-20C6-9F0F-1939-249F3B2F292B}"/>
              </a:ext>
            </a:extLst>
          </p:cNvPr>
          <p:cNvSpPr/>
          <p:nvPr/>
        </p:nvSpPr>
        <p:spPr>
          <a:xfrm>
            <a:off x="5450127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50C7FE27-C934-17E5-6F8E-6874558259B6}"/>
              </a:ext>
            </a:extLst>
          </p:cNvPr>
          <p:cNvSpPr/>
          <p:nvPr/>
        </p:nvSpPr>
        <p:spPr>
          <a:xfrm>
            <a:off x="6728919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9" name="background">
            <a:extLst>
              <a:ext uri="{FF2B5EF4-FFF2-40B4-BE49-F238E27FC236}">
                <ns2:creationId id="{679154BB-20FF-531F-A93B-C14DF941CDA1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70254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background">
            <a:extLst>
              <a:ext uri="{FF2B5EF4-FFF2-40B4-BE49-F238E27FC236}">
                <ns2:creationId id="{49861A51-B7AD-E5B1-8201-44B118D564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63942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1" name="background">
            <a:extLst>
              <a:ext uri="{FF2B5EF4-FFF2-40B4-BE49-F238E27FC236}">
                <ns2:creationId id="{ACA07CBF-030F-64F0-7793-4A4538AEA80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2918212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background">
            <a:extLst>
              <a:ext uri="{FF2B5EF4-FFF2-40B4-BE49-F238E27FC236}">
                <ns2:creationId id="{6E3B8B0A-D52D-793E-461E-74B3AF07FDB1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4187377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background">
            <a:extLst>
              <a:ext uri="{FF2B5EF4-FFF2-40B4-BE49-F238E27FC236}">
                <ns2:creationId id="{7D0A6002-BEE6-A5CE-2985-CA4DA7CCD64B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5466169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background">
            <a:extLst>
              <a:ext uri="{FF2B5EF4-FFF2-40B4-BE49-F238E27FC236}">
                <ns2:creationId id="{4924305A-A714-ED1E-3D7D-9FF122F29FC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74496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6" name="正方形/長方形 95">
            <a:extLst>
              <a:ext uri="{FF2B5EF4-FFF2-40B4-BE49-F238E27FC236}">
                <ns2:creationId id="{51D753C0-6E53-125D-C4B7-2193B01C8145}"/>
              </a:ext>
            </a:extLst>
          </p:cNvPr>
          <p:cNvSpPr/>
          <p:nvPr/>
        </p:nvSpPr>
        <p:spPr>
          <a:xfrm>
            <a:off x="334962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algn="ctr"/>
            <a:r>
              <a:rPr lang="en-US" altLang="ja-JP" sz="850" dirty="0" err="1">
                <a:solidFill>
                  <a:srgbClr val="222222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2647F61B-1E4B-87A7-A12D-6916E672BC78}"/>
              </a:ext>
            </a:extLst>
          </p:cNvPr>
          <p:cNvGrpSpPr/>
          <p:nvPr/>
        </p:nvGrpSpPr>
        <p:grpSpPr>
          <a:xfrm>
            <a:off x="334963" y="4788164"/>
            <a:ext cx="7622434" cy="338400"/>
            <a:chOff x="334963" y="4865164"/>
            <a:chExt cx="7622434" cy="338400"/>
          </a:xfrm>
        </p:grpSpPr>
        <p:sp>
          <p:nvSpPr>
            <p:cNvPr id="94" name="正方形/長方形 93">
              <a:extLst>
                <a:ext uri="{FF2B5EF4-FFF2-40B4-BE49-F238E27FC236}">
                  <ns2:creationId id="{848A1B8C-B31E-1930-368F-4C0139A0EA7F}"/>
                </a:ext>
              </a:extLst>
            </p:cNvPr>
            <p:cNvSpPr/>
            <p:nvPr/>
          </p:nvSpPr>
          <p:spPr>
            <a:xfrm>
              <a:off x="334963" y="48651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56" name="グラフィックス 255" descr="フリップ式カレンダー 単色塗りつぶし">
              <a:extLst>
                <a:ext uri="{FF2B5EF4-FFF2-40B4-BE49-F238E27FC236}">
                  <ns2:creationId id="{F96B97BB-B102-9E79-6A7F-56E914E15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153563" y="4872364"/>
              <a:ext cx="324000" cy="324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B91E86-F18F-363B-D4DD-FE2049DF1E6A}"/>
              </a:ext>
            </a:extLst>
          </p:cNvPr>
          <p:cNvGrpSpPr/>
          <p:nvPr/>
        </p:nvGrpSpPr>
        <p:grpSpPr>
          <a:xfrm>
            <a:off x="334962" y="5163744"/>
            <a:ext cx="7622434" cy="224282"/>
            <a:chOff x="334962" y="5240744"/>
            <a:chExt cx="7622434" cy="224282"/>
          </a:xfrm>
        </p:grpSpPr>
        <p:sp>
          <p:nvSpPr>
            <p:cNvPr id="259" name="ホームベース 64">
              <a:extLst>
                <a:ext uri="{FF2B5EF4-FFF2-40B4-BE49-F238E27FC236}">
                  <ns2:creationId id="{128DC9EB-2341-7440-B54D-2558FA1FB447}"/>
                </a:ext>
              </a:extLst>
            </p:cNvPr>
            <p:cNvSpPr/>
            <p:nvPr/>
          </p:nvSpPr>
          <p:spPr>
            <a:xfrm>
              <a:off x="334962" y="5240744"/>
              <a:ext cx="1524492" cy="224282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山形 65">
              <a:extLst>
                <a:ext uri="{FF2B5EF4-FFF2-40B4-BE49-F238E27FC236}">
                  <ns2:creationId id="{4A52E864-A48B-F74A-A540-043898820A22}"/>
                </a:ext>
              </a:extLst>
            </p:cNvPr>
            <p:cNvSpPr/>
            <p:nvPr/>
          </p:nvSpPr>
          <p:spPr>
            <a:xfrm>
              <a:off x="1859447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山形 66">
              <a:extLst>
                <a:ext uri="{FF2B5EF4-FFF2-40B4-BE49-F238E27FC236}">
                  <ns2:creationId id="{307AADDC-D61D-624E-A09A-D8C14C316F5D}"/>
                </a:ext>
              </a:extLst>
            </p:cNvPr>
            <p:cNvSpPr/>
            <p:nvPr/>
          </p:nvSpPr>
          <p:spPr>
            <a:xfrm>
              <a:off x="3383932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山形 66">
              <a:extLst>
                <a:ext uri="{FF2B5EF4-FFF2-40B4-BE49-F238E27FC236}">
                  <ns2:creationId id="{2F48A3DA-BB04-4971-EDD5-E668467C1E83}"/>
                </a:ext>
              </a:extLst>
            </p:cNvPr>
            <p:cNvSpPr/>
            <p:nvPr/>
          </p:nvSpPr>
          <p:spPr>
            <a:xfrm>
              <a:off x="4908418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山形 66">
              <a:extLst>
                <a:ext uri="{FF2B5EF4-FFF2-40B4-BE49-F238E27FC236}">
                  <ns2:creationId id="{BB1A6058-5078-0543-556A-8DAC6EF259DD}"/>
                </a:ext>
              </a:extLst>
            </p:cNvPr>
            <p:cNvSpPr/>
            <p:nvPr/>
          </p:nvSpPr>
          <p:spPr>
            <a:xfrm>
              <a:off x="6432904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67" name="正方形/長方形 266">
            <a:extLst>
              <a:ext uri="{FF2B5EF4-FFF2-40B4-BE49-F238E27FC236}">
                <ns2:creationId id="{2D8F4127-788C-9A86-E1A4-43E458562304}"/>
              </a:ext>
            </a:extLst>
          </p:cNvPr>
          <p:cNvSpPr/>
          <p:nvPr/>
        </p:nvSpPr>
        <p:spPr>
          <a:xfrm>
            <a:off x="1859446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269875" indent="-179388">
              <a:buClr>
                <a:srgbClr val="008D2E"/>
              </a:buClr>
              <a:buFont typeface="メイリオ" panose="020B0604030504040204" pitchFamily="50" charset="-128"/>
              <a:buChar char="▶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8" name="正方形/長方形 267">
            <a:extLst>
              <a:ext uri="{FF2B5EF4-FFF2-40B4-BE49-F238E27FC236}">
                <ns2:creationId id="{E6343424-46EB-E819-09FE-8D2AE3A5037B}"/>
              </a:ext>
            </a:extLst>
          </p:cNvPr>
          <p:cNvSpPr/>
          <p:nvPr/>
        </p:nvSpPr>
        <p:spPr>
          <a:xfrm>
            <a:off x="3383930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正方形/長方形 268">
            <a:extLst>
              <a:ext uri="{FF2B5EF4-FFF2-40B4-BE49-F238E27FC236}">
                <ns2:creationId id="{974568CF-60D6-E336-16D4-FF0F13868CA9}"/>
              </a:ext>
            </a:extLst>
          </p:cNvPr>
          <p:cNvSpPr/>
          <p:nvPr/>
        </p:nvSpPr>
        <p:spPr>
          <a:xfrm>
            <a:off x="4908414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23D5B7EB-1343-E249-2399-DCC08A06F6DC}"/>
              </a:ext>
            </a:extLst>
          </p:cNvPr>
          <p:cNvSpPr/>
          <p:nvPr/>
        </p:nvSpPr>
        <p:spPr>
          <a:xfrm>
            <a:off x="6432893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E5E3EB0D-885C-6B4E-1C74-95F749EE57B1}"/>
              </a:ext>
            </a:extLst>
          </p:cNvPr>
          <p:cNvGrpSpPr/>
          <p:nvPr/>
        </p:nvGrpSpPr>
        <p:grpSpPr>
          <a:xfrm>
            <a:off x="8208339" y="2585021"/>
            <a:ext cx="3546389" cy="468000"/>
            <a:chOff x="8208339" y="2652396"/>
            <a:chExt cx="3546389" cy="468000"/>
          </a:xfrm>
        </p:grpSpPr>
        <p:grpSp>
          <p:nvGrpSpPr>
            <p:cNvPr id="15" name="グループ化 14">
              <a:extLst>
                <a:ext uri="{FF2B5EF4-FFF2-40B4-BE49-F238E27FC236}">
                  <ns2:creationId id="{FB9C1231-417D-9CD2-30B2-53C55851C258}"/>
                </a:ext>
              </a:extLst>
            </p:cNvPr>
            <p:cNvGrpSpPr/>
            <p:nvPr/>
          </p:nvGrpSpPr>
          <p:grpSpPr>
            <a:xfrm>
              <a:off x="8208339" y="2652396"/>
              <a:ext cx="3546389" cy="468000"/>
              <a:chOff x="8208339" y="2652396"/>
              <a:chExt cx="3546389" cy="468000"/>
            </a:xfrm>
          </p:grpSpPr>
          <p:sp>
            <p:nvSpPr>
              <p:cNvPr id="160" name="四角形: 角を丸くする 159">
                <a:extLst>
                  <a:ext uri="{FF2B5EF4-FFF2-40B4-BE49-F238E27FC236}">
                    <ns2:creationId id="{606F396B-ED61-108C-EE72-8E9D2564F1F4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6B0BC83C-F16A-A3CB-12A6-FCE996E36A06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00AA9772-B118-227C-716A-9B524206A013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62" name="正方形/長方形 161">
              <a:extLst>
                <a:ext uri="{FF2B5EF4-FFF2-40B4-BE49-F238E27FC236}">
                  <ns2:creationId id="{E18F283C-D597-8AAA-7F7A-E9AC962553B5}"/>
                </a:ext>
              </a:extLst>
            </p:cNvPr>
            <p:cNvSpPr/>
            <p:nvPr/>
          </p:nvSpPr>
          <p:spPr>
            <a:xfrm>
              <a:off x="8263788" y="2705281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正方形/長方形 12">
            <a:extLst>
              <a:ext uri="{FF2B5EF4-FFF2-40B4-BE49-F238E27FC236}">
                <ns2:creationId id="{1B979CCA-4ED3-81C0-379B-F44063543775}"/>
              </a:ext>
            </a:extLst>
          </p:cNvPr>
          <p:cNvSpPr/>
          <p:nvPr/>
        </p:nvSpPr>
        <p:spPr>
          <a:xfrm>
            <a:off x="334963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" name="直線コネクタ 16">
            <a:extLst>
              <a:ext uri="{FF2B5EF4-FFF2-40B4-BE49-F238E27FC236}">
                <ns2:creationId id="{9A71359B-3B34-4B27-F963-7F7040359168}"/>
              </a:ext>
            </a:extLst>
          </p:cNvPr>
          <p:cNvCxnSpPr>
            <a:cxnSpLocks/>
          </p:cNvCxnSpPr>
          <p:nvPr/>
        </p:nvCxnSpPr>
        <p:spPr>
          <a:xfrm>
            <a:off x="334962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正方形/長方形 33">
            <a:extLst>
              <a:ext uri="{FF2B5EF4-FFF2-40B4-BE49-F238E27FC236}">
                <ns2:creationId id="{7D94414A-F99F-856C-BD04-2FACFE9D09CB}"/>
              </a:ext>
            </a:extLst>
          </p:cNvPr>
          <p:cNvSpPr/>
          <p:nvPr/>
        </p:nvSpPr>
        <p:spPr>
          <a:xfrm>
            <a:off x="334964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B278EC9A-2E34-00FF-B61C-503802A6CF55}"/>
              </a:ext>
            </a:extLst>
          </p:cNvPr>
          <p:cNvSpPr/>
          <p:nvPr/>
        </p:nvSpPr>
        <p:spPr>
          <a:xfrm>
            <a:off x="334964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178A4585-52F2-5884-CDDF-91C0C40C2920}"/>
              </a:ext>
            </a:extLst>
          </p:cNvPr>
          <p:cNvSpPr/>
          <p:nvPr/>
        </p:nvSpPr>
        <p:spPr>
          <a:xfrm>
            <a:off x="334964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正方形/長方形 77">
            <a:extLst>
              <a:ext uri="{FF2B5EF4-FFF2-40B4-BE49-F238E27FC236}">
                <ns2:creationId id="{17F67272-D64E-6F82-754A-8D67428A2E38}"/>
              </a:ext>
            </a:extLst>
          </p:cNvPr>
          <p:cNvSpPr/>
          <p:nvPr/>
        </p:nvSpPr>
        <p:spPr>
          <a:xfrm>
            <a:off x="334964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61771B55-2F8A-DA4B-340F-8E19A54B9459}"/>
              </a:ext>
            </a:extLst>
          </p:cNvPr>
          <p:cNvSpPr/>
          <p:nvPr/>
        </p:nvSpPr>
        <p:spPr>
          <a:xfrm>
            <a:off x="1640825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DDD8247E-0E7F-B672-60EA-8BDED864C56B}"/>
              </a:ext>
            </a:extLst>
          </p:cNvPr>
          <p:cNvSpPr/>
          <p:nvPr/>
        </p:nvSpPr>
        <p:spPr>
          <a:xfrm>
            <a:off x="1640825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4A61CF88-0427-C41B-9755-1FA8D629EA4A}"/>
              </a:ext>
            </a:extLst>
          </p:cNvPr>
          <p:cNvSpPr/>
          <p:nvPr/>
        </p:nvSpPr>
        <p:spPr>
          <a:xfrm>
            <a:off x="1640825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A67E44FF-42D2-54DA-7FFE-7AD53B439E92}"/>
              </a:ext>
            </a:extLst>
          </p:cNvPr>
          <p:cNvSpPr/>
          <p:nvPr/>
        </p:nvSpPr>
        <p:spPr>
          <a:xfrm>
            <a:off x="1640825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8" name="グループ化 37">
            <a:extLst>
              <a:ext uri="{FF2B5EF4-FFF2-40B4-BE49-F238E27FC236}">
                <ns2:creationId id="{32EB18EB-8C51-8C11-54E3-AB241D741258}"/>
              </a:ext>
            </a:extLst>
          </p:cNvPr>
          <p:cNvGrpSpPr/>
          <p:nvPr/>
        </p:nvGrpSpPr>
        <p:grpSpPr>
          <a:xfrm>
            <a:off x="1404868" y="2365201"/>
            <a:ext cx="139488" cy="1224000"/>
            <a:chOff x="1491493" y="2432576"/>
            <a:chExt cx="139488" cy="1224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7556BBA9-2B8A-12C4-5AB8-93402739A01C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82A797DD-C14D-9F80-A90F-2D9AF75902E5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F7C21DB3-1777-8410-574F-6F0EE0A40866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94D306D-CD1A-C45D-B6E3-694A0C29695C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C98E0981-2DBF-4D5A-CBCD-F1778DC6D5F2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AD3D17E4-2724-980C-1076-E511471A1206}"/>
              </a:ext>
            </a:extLst>
          </p:cNvPr>
          <p:cNvGrpSpPr/>
          <p:nvPr/>
        </p:nvGrpSpPr>
        <p:grpSpPr>
          <a:xfrm>
            <a:off x="5411627" y="2365201"/>
            <a:ext cx="139488" cy="1224000"/>
            <a:chOff x="1491493" y="2432576"/>
            <a:chExt cx="139488" cy="1224000"/>
          </a:xfrm>
        </p:grpSpPr>
        <p:cxnSp>
          <p:nvCxnSpPr>
            <p:cNvPr id="40" name="直線コネクタ 39">
              <a:extLst>
                <a:ext uri="{FF2B5EF4-FFF2-40B4-BE49-F238E27FC236}">
                  <ns2:creationId id="{E5C44303-AE3A-5C8E-666C-84648CFF982B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F0D9B6BE-0DA8-6D7A-4373-237672077AC3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5A60F19B-E618-7865-BCD4-2C7475757418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109FA48C-B36A-5997-ECA1-FE25B939C09F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D51FC933-1982-D8DE-631F-F87F792C864D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AutoShape 2">
            <a:extLst>
              <a:ext uri="{FF2B5EF4-FFF2-40B4-BE49-F238E27FC236}">
                <ns2:creationId id="{4F7EECA2-E5C7-F3E6-999A-FA97E539CD23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 rot="10800000" flipH="1">
            <a:off x="4039784" y="2427743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1131353388"/>
      </p:ext>
    </p:extLst>
  </p:cSld>
  <p:clrMapOvr>
    <a:masterClrMapping/>
  </p:clrMapOvr>
</p:sld>
</file>

<file path=ppt/slides/slide2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B0330D-41CF-FB24-1D68-779D21601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54AA899-20D6-9BA8-0330-3D48B0F2C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: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19997EA6-8FB1-4C97-8E8A-AFD2E330DB1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Excel</a:t>
            </a:r>
            <a:r>
              <a:rPr lang="ja-JP" altLang="en-US" sz="1600">
                <a:latin typeface="+mn-ea"/>
                <a:ea typeface="+mn-ea"/>
              </a:rPr>
              <a:t>XX</a:t>
            </a:r>
            <a:endParaRPr lang="en-US" altLang="ja-JP" sz="16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995A811C-6641-1904-3980-F78793EF48C1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sp>
          <p:nvSpPr>
            <p:cNvPr id="103" name="正方形/長方形 102">
              <a:extLst>
                <a:ext uri="{FF2B5EF4-FFF2-40B4-BE49-F238E27FC236}">
                  <ns2:creationId id="{C05001DB-BC20-23E3-9B88-DEBBB0C6A767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BB05079-5AB9-EA4A-1D8E-8CEAAF084BD1}"/>
                </a:ext>
              </a:extLst>
            </p:cNvPr>
            <p:cNvSpPr/>
            <p:nvPr/>
          </p:nvSpPr>
          <p:spPr>
            <a:xfrm>
              <a:off x="8106032" y="1967175"/>
              <a:ext cx="3751004" cy="168915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D3DB919E-1A4F-6DF7-8AA2-C6909BD23EAB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3E94E823-04EC-38E7-E6DE-65A9FD5C6933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7A088C15-6E74-AC75-5F5F-B0CA44E8348C}"/>
                  </a:ext>
                </a:extLst>
              </p:cNvPr>
              <p:cNvSpPr/>
              <p:nvPr/>
            </p:nvSpPr>
            <p:spPr>
              <a:xfrm>
                <a:off x="8263788" y="2396202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7911782-213F-526F-E14D-25D835D61A56}"/>
                  </a:ext>
                </a:extLst>
              </p:cNvPr>
              <p:cNvSpPr/>
              <p:nvPr/>
            </p:nvSpPr>
            <p:spPr>
              <a:xfrm>
                <a:off x="8263788" y="2204491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4A34E360-FC1C-CA3A-9E7E-741161540A52}"/>
                  </a:ext>
                </a:extLst>
              </p:cNvPr>
              <p:cNvSpPr/>
              <p:nvPr/>
            </p:nvSpPr>
            <p:spPr>
              <a:xfrm>
                <a:off x="9104221" y="2204491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39A72F9F-4D26-1862-96DD-07C199547FCE}"/>
                </a:ext>
              </a:extLst>
            </p:cNvPr>
            <p:cNvGrpSpPr/>
            <p:nvPr/>
          </p:nvGrpSpPr>
          <p:grpSpPr>
            <a:xfrm>
              <a:off x="8208339" y="2585021"/>
              <a:ext cx="3546389" cy="468000"/>
              <a:chOff x="8208339" y="2652396"/>
              <a:chExt cx="3546389" cy="468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4F66FA83-30F3-5368-6B51-EC3AE9E53929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2AC3295-FD8A-876E-945D-F96554568167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61A98BD-7E72-5AAA-E998-5AE6B8CD219D}"/>
                  </a:ext>
                </a:extLst>
              </p:cNvPr>
              <p:cNvSpPr/>
              <p:nvPr/>
            </p:nvSpPr>
            <p:spPr>
              <a:xfrm>
                <a:off x="8263788" y="2695656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8FFD20CA-628D-0271-CB19-A4F9B8EF34DC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08E741ED-A0CF-3777-C18B-BD00688ACBAA}"/>
                </a:ext>
              </a:extLst>
            </p:cNvPr>
            <p:cNvGrpSpPr/>
            <p:nvPr/>
          </p:nvGrpSpPr>
          <p:grpSpPr>
            <a:xfrm>
              <a:off x="8208339" y="3133937"/>
              <a:ext cx="3546389" cy="468000"/>
              <a:chOff x="8208339" y="3143562"/>
              <a:chExt cx="3546389" cy="468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6E5DD870-55F5-1A4B-E1F5-8CE53A8841DF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7C48ECA-596A-287A-A8DF-87BB410C3916}"/>
                  </a:ext>
                </a:extLst>
              </p:cNvPr>
              <p:cNvSpPr/>
              <p:nvPr/>
            </p:nvSpPr>
            <p:spPr>
              <a:xfrm>
                <a:off x="8263788" y="3378533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FC625F96-4FEC-2C07-D401-9BD684C72C51}"/>
                  </a:ext>
                </a:extLst>
              </p:cNvPr>
              <p:cNvSpPr/>
              <p:nvPr/>
            </p:nvSpPr>
            <p:spPr>
              <a:xfrm>
                <a:off x="8263788" y="3186822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0E4E7E4E-6BCC-D08E-1743-4614A6C1CD52}"/>
                  </a:ext>
                </a:extLst>
              </p:cNvPr>
              <p:cNvSpPr/>
              <p:nvPr/>
            </p:nvSpPr>
            <p:spPr>
              <a:xfrm>
                <a:off x="9104221" y="318682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D315370F-B5D5-4AD8-1622-90CB4D92BB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800635" y="1633879"/>
              <a:ext cx="324000" cy="324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DAC270ED-BAB8-01FE-F2F8-4936BE8A0BE4}"/>
                </a:ext>
              </a:extLst>
            </p:cNvPr>
            <p:cNvSpPr/>
            <p:nvPr/>
          </p:nvSpPr>
          <p:spPr>
            <a:xfrm>
              <a:off x="8106032" y="3739845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18356D29-D61F-44D5-921C-27D842BCD749}"/>
                </a:ext>
              </a:extLst>
            </p:cNvPr>
            <p:cNvSpPr/>
            <p:nvPr/>
          </p:nvSpPr>
          <p:spPr>
            <a:xfrm>
              <a:off x="8106032" y="4085733"/>
              <a:ext cx="3751004" cy="168799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2D2B90E5-C3A8-C2AA-FCAC-96EBBACA8BBB}"/>
                </a:ext>
              </a:extLst>
            </p:cNvPr>
            <p:cNvGrpSpPr/>
            <p:nvPr/>
          </p:nvGrpSpPr>
          <p:grpSpPr>
            <a:xfrm>
              <a:off x="8208339" y="4163123"/>
              <a:ext cx="3560234" cy="468000"/>
              <a:chOff x="8208339" y="4278623"/>
              <a:chExt cx="3560234" cy="468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4E550B71-054F-2158-31CD-FB8E4CE0947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86484113-2A12-7C67-5604-A90B9DE699F8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3506C4D9-F9E0-58D3-9F61-02B976838F3F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6435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8B5D0BEF-7BD7-EC16-9488-ADBFB6D46B40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2F7EC702-8415-91B5-36F2-B39D64EBB5C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A6347504-27E1-AC2C-CC95-96D979EE294B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9EED8D4A-3E1F-832B-E013-26326D5185EB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84BF065-E2B5-EB82-B23C-560D24AA15C0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3BF370A0-BA96-DCE4-0198-F24EB4A6E1AE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390FE2FF-809F-3AF6-37E1-0E058CEF11C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82BBD20F-9AFF-534F-A85C-72856AF86206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5FC44D08-9063-EAC5-F4BE-2508A8D0E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9018262" y="3747045"/>
              <a:ext cx="324000" cy="324000"/>
            </a:xfrm>
            <a:prstGeom prst="rect">
              <a:avLst/>
            </a:prstGeom>
          </p:spPr>
        </p:pic>
        <p:sp>
          <p:nvSpPr>
            <p:cNvPr id="118" name="正方形/長方形 117">
              <a:extLst>
                <a:ext uri="{FF2B5EF4-FFF2-40B4-BE49-F238E27FC236}">
                  <ns2:creationId id="{A14C5296-0448-16DD-876B-BFEF5E26B545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D6B90EF-F451-3C05-1141-AD0C47F7F1B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9BA33AFE-F611-CBCB-20F8-0E8849D1BC4D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34EC8AF8-CC60-6915-462A-43E3713D9DB2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EA907360-718B-9836-2140-AF753F7F0F59}"/>
                </a:ext>
              </a:extLst>
            </p:cNvPr>
            <p:cNvSpPr/>
            <p:nvPr/>
          </p:nvSpPr>
          <p:spPr>
            <a:xfrm>
              <a:off x="4262245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72E8049A-56A0-1377-8BAB-3EDCFAEC83D6}"/>
                </a:ext>
              </a:extLst>
            </p:cNvPr>
            <p:cNvSpPr/>
            <p:nvPr/>
          </p:nvSpPr>
          <p:spPr>
            <a:xfrm>
              <a:off x="4868220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3BCAEAB-B6DD-421D-5B25-57E2B018580C}"/>
                </a:ext>
              </a:extLst>
            </p:cNvPr>
            <p:cNvSpPr/>
            <p:nvPr/>
          </p:nvSpPr>
          <p:spPr>
            <a:xfrm>
              <a:off x="6726130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77115A18-C61A-7D8E-DFB7-98D0F451F3C7}"/>
                </a:ext>
              </a:extLst>
            </p:cNvPr>
            <p:cNvSpPr/>
            <p:nvPr/>
          </p:nvSpPr>
          <p:spPr>
            <a:xfrm>
              <a:off x="7242454" y="5893100"/>
              <a:ext cx="2080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A7A08154-3DE4-C283-B800-1FF9A5337430}"/>
                </a:ext>
              </a:extLst>
            </p:cNvPr>
            <p:cNvSpPr/>
            <p:nvPr/>
          </p:nvSpPr>
          <p:spPr>
            <a:xfrm>
              <a:off x="9283089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1B021841-3F20-652D-0ACA-D3861BC24D97}"/>
                </a:ext>
              </a:extLst>
            </p:cNvPr>
            <p:cNvSpPr/>
            <p:nvPr/>
          </p:nvSpPr>
          <p:spPr>
            <a:xfrm>
              <a:off x="9889063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A001A294-DDCE-1142-AE76-1AB2B7EA9EC2}"/>
                </a:ext>
              </a:extLst>
            </p:cNvPr>
            <p:cNvSpPr/>
            <p:nvPr/>
          </p:nvSpPr>
          <p:spPr>
            <a:xfrm>
              <a:off x="334963" y="43033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5" name="グラフィックス 34" descr="フリップ式カレンダー 単色塗りつぶし">
              <a:extLst>
                <a:ext uri="{FF2B5EF4-FFF2-40B4-BE49-F238E27FC236}">
                  <ns2:creationId id="{4E108429-91A4-4206-E70C-371D93C866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230567" y="4310564"/>
              <a:ext cx="324000" cy="324000"/>
            </a:xfrm>
            <a:prstGeom prst="rect">
              <a:avLst/>
            </a:prstGeom>
          </p:spPr>
        </p:pic>
        <p:sp>
          <p:nvSpPr>
            <p:cNvPr id="130" name="正方形/長方形 129">
              <a:extLst>
                <a:ext uri="{FF2B5EF4-FFF2-40B4-BE49-F238E27FC236}">
                  <ns2:creationId id="{F40EA3C2-133A-CF00-F6B6-0B28FE9F333B}"/>
                </a:ext>
              </a:extLst>
            </p:cNvPr>
            <p:cNvSpPr/>
            <p:nvPr/>
          </p:nvSpPr>
          <p:spPr>
            <a:xfrm>
              <a:off x="334963" y="1628322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2" name="グラフィックス 131" descr="ワークフロー 単色塗りつぶし">
              <a:extLst>
                <a:ext uri="{FF2B5EF4-FFF2-40B4-BE49-F238E27FC236}">
                  <ns2:creationId id="{E10D056C-559D-FA02-BA93-EAD2DDB118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752031" y="1635047"/>
              <a:ext cx="324950" cy="324950"/>
            </a:xfrm>
            <a:prstGeom prst="rect">
              <a:avLst/>
            </a:prstGeom>
          </p:spPr>
        </p:pic>
        <p:grpSp>
          <p:nvGrpSpPr>
            <p:cNvPr id="250" name="グループ化 249">
              <a:extLst>
                <a:ext uri="{FF2B5EF4-FFF2-40B4-BE49-F238E27FC236}">
                  <ns2:creationId id="{FD714D2A-3C29-676D-DF0F-DF7A90DC3E51}"/>
                </a:ext>
              </a:extLst>
            </p:cNvPr>
            <p:cNvGrpSpPr/>
            <p:nvPr/>
          </p:nvGrpSpPr>
          <p:grpSpPr>
            <a:xfrm>
              <a:off x="356119" y="2006916"/>
              <a:ext cx="7617136" cy="1368382"/>
              <a:chOff x="356119" y="2074291"/>
              <a:chExt cx="7617136" cy="1368382"/>
            </a:xfrm>
          </p:grpSpPr>
          <p:grpSp>
            <p:nvGrpSpPr>
              <p:cNvPr id="249" name="グループ化 248">
                <a:extLst>
                  <a:ext uri="{FF2B5EF4-FFF2-40B4-BE49-F238E27FC236}">
                    <ns2:creationId id="{87A16B81-1DC4-7912-119D-97BBF366FC5C}"/>
                  </a:ext>
                </a:extLst>
              </p:cNvPr>
              <p:cNvGrpSpPr/>
              <p:nvPr/>
            </p:nvGrpSpPr>
            <p:grpSpPr>
              <a:xfrm>
                <a:off x="356119" y="2074291"/>
                <a:ext cx="7617136" cy="1090339"/>
                <a:chOff x="356119" y="2074291"/>
                <a:chExt cx="7617136" cy="1090339"/>
              </a:xfrm>
            </p:grpSpPr>
            <p:grpSp>
              <p:nvGrpSpPr>
                <p:cNvPr id="247" name="グループ化 246">
                  <a:extLst>
                    <a:ext uri="{FF2B5EF4-FFF2-40B4-BE49-F238E27FC236}">
                      <ns2:creationId id="{FCB110AA-44FA-864F-A8C8-54FBFB50503B}"/>
                    </a:ext>
                  </a:extLst>
                </p:cNvPr>
                <p:cNvGrpSpPr/>
                <p:nvPr/>
              </p:nvGrpSpPr>
              <p:grpSpPr>
                <a:xfrm>
                  <a:off x="356119" y="2074291"/>
                  <a:ext cx="7617136" cy="894911"/>
                  <a:chOff x="356119" y="2074291"/>
                  <a:chExt cx="7617136" cy="894911"/>
                </a:xfrm>
              </p:grpSpPr>
              <p:sp>
                <p:nvSpPr>
                  <p:cNvPr id="137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213114"/>
                    <a:ext cx="296951" cy="539763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8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550845"/>
                    <a:ext cx="296951" cy="539763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9" name="AutoShape 2"/>
                  <p:cNvSpPr>
                    <a:spLocks noChangeArrowheads="1"/>
                  </p:cNvSpPr>
                  <p:nvPr>
                    <p:custDataLst>
                      <p:tags r:id="rId1"/>
                    </p:custDataLst>
                  </p:nvPr>
                </p:nvSpPr>
                <p:spPr bwMode="auto">
                  <a:xfrm rot="16200000" flipH="1">
                    <a:off x="1234631" y="2360600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C6652F0A-4941-31E0-C07A-18193D44FE0F}"/>
                      </a:ext>
                    </a:extLst>
                  </p:cNvPr>
                  <p:cNvSpPr/>
                  <p:nvPr/>
                </p:nvSpPr>
                <p:spPr>
                  <a:xfrm>
                    <a:off x="914763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0" name="直線コネクタ 49">
                    <a:extLst>
                      <a:ext uri="{FF2B5EF4-FFF2-40B4-BE49-F238E27FC236}">
                        <ns2:creationId id="{980B4A7A-59C0-F150-6CC9-58A03E8DB173}"/>
                      </a:ext>
                    </a:extLst>
                  </p:cNvPr>
                  <p:cNvCxnSpPr/>
                  <p:nvPr/>
                </p:nvCxnSpPr>
                <p:spPr>
                  <a:xfrm>
                    <a:off x="89588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" name="正方形/長方形 2">
                    <a:extLst>
                      <a:ext uri="{FF2B5EF4-FFF2-40B4-BE49-F238E27FC236}">
                        <ns2:creationId id="{5939955D-F894-FD3D-54F4-DB5D9FD29055}"/>
                      </a:ext>
                    </a:extLst>
                  </p:cNvPr>
                  <p:cNvSpPr/>
                  <p:nvPr/>
                </p:nvSpPr>
                <p:spPr>
                  <a:xfrm>
                    <a:off x="1706665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1" name="直線コネクタ 50">
                    <a:extLst>
                      <a:ext uri="{FF2B5EF4-FFF2-40B4-BE49-F238E27FC236}">
                        <ns2:creationId id="{392C6AE7-0D4F-5F3A-56EC-D53559132490}"/>
                      </a:ext>
                    </a:extLst>
                  </p:cNvPr>
                  <p:cNvCxnSpPr/>
                  <p:nvPr/>
                </p:nvCxnSpPr>
                <p:spPr>
                  <a:xfrm>
                    <a:off x="1706665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4" name="正方形/長方形 53">
                    <a:extLst>
                      <a:ext uri="{FF2B5EF4-FFF2-40B4-BE49-F238E27FC236}">
                        <ns2:creationId id="{2FDA82E7-DC39-095C-41DC-118DA4763548}"/>
                      </a:ext>
                    </a:extLst>
                  </p:cNvPr>
                  <p:cNvSpPr/>
                  <p:nvPr/>
                </p:nvSpPr>
                <p:spPr>
                  <a:xfrm>
                    <a:off x="249856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5" name="直線コネクタ 54">
                    <a:extLst>
                      <a:ext uri="{FF2B5EF4-FFF2-40B4-BE49-F238E27FC236}">
                        <ns2:creationId id="{0ACEAAE0-5418-A3C1-0EAF-060933EC50C5}"/>
                      </a:ext>
                    </a:extLst>
                  </p:cNvPr>
                  <p:cNvCxnSpPr/>
                  <p:nvPr/>
                </p:nvCxnSpPr>
                <p:spPr>
                  <a:xfrm>
                    <a:off x="249856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7" name="正方形/長方形 56">
                    <a:extLst>
                      <a:ext uri="{FF2B5EF4-FFF2-40B4-BE49-F238E27FC236}">
                        <ns2:creationId id="{EC563F19-1050-1FF1-E832-8E061687A13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8" name="直線コネクタ 57">
                    <a:extLst>
                      <a:ext uri="{FF2B5EF4-FFF2-40B4-BE49-F238E27FC236}">
                        <ns2:creationId id="{5A2E4079-650B-4407-969F-2FFBF5B90DB3}"/>
                      </a:ext>
                    </a:extLst>
                  </p:cNvPr>
                  <p:cNvCxnSpPr/>
                  <p:nvPr/>
                </p:nvCxnSpPr>
                <p:spPr>
                  <a:xfrm>
                    <a:off x="329046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0" name="正方形/長方形 59">
                    <a:extLst>
                      <a:ext uri="{FF2B5EF4-FFF2-40B4-BE49-F238E27FC236}">
                        <ns2:creationId id="{57130178-F632-9FD9-4882-9CECF0A4BEB1}"/>
                      </a:ext>
                    </a:extLst>
                  </p:cNvPr>
                  <p:cNvSpPr/>
                  <p:nvPr/>
                </p:nvSpPr>
                <p:spPr>
                  <a:xfrm>
                    <a:off x="4082370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1" name="直線コネクタ 60">
                    <a:extLst>
                      <a:ext uri="{FF2B5EF4-FFF2-40B4-BE49-F238E27FC236}">
                        <ns2:creationId id="{6D995CF8-0759-F592-1706-F5B707EF2794}"/>
                      </a:ext>
                    </a:extLst>
                  </p:cNvPr>
                  <p:cNvCxnSpPr/>
                  <p:nvPr/>
                </p:nvCxnSpPr>
                <p:spPr>
                  <a:xfrm>
                    <a:off x="408237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3" name="正方形/長方形 62">
                    <a:extLst>
                      <a:ext uri="{FF2B5EF4-FFF2-40B4-BE49-F238E27FC236}">
                        <ns2:creationId id="{F8BDF4C8-8C4B-4A15-93A9-60A450179B2C}"/>
                      </a:ext>
                    </a:extLst>
                  </p:cNvPr>
                  <p:cNvSpPr/>
                  <p:nvPr/>
                </p:nvSpPr>
                <p:spPr>
                  <a:xfrm>
                    <a:off x="4874272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4" name="直線コネクタ 63">
                    <a:extLst>
                      <a:ext uri="{FF2B5EF4-FFF2-40B4-BE49-F238E27FC236}">
                        <ns2:creationId id="{0B1EF839-A818-CF50-5DAF-3DD2C04D4EBA}"/>
                      </a:ext>
                    </a:extLst>
                  </p:cNvPr>
                  <p:cNvCxnSpPr/>
                  <p:nvPr/>
                </p:nvCxnSpPr>
                <p:spPr>
                  <a:xfrm>
                    <a:off x="4874272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6" name="正方形/長方形 65">
                    <a:extLst>
                      <a:ext uri="{FF2B5EF4-FFF2-40B4-BE49-F238E27FC236}">
                        <ns2:creationId id="{A9D515B0-2125-F35D-FFB3-421687827DFC}"/>
                      </a:ext>
                    </a:extLst>
                  </p:cNvPr>
                  <p:cNvSpPr/>
                  <p:nvPr/>
                </p:nvSpPr>
                <p:spPr>
                  <a:xfrm>
                    <a:off x="5666174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7" name="直線コネクタ 66">
                    <a:extLst>
                      <a:ext uri="{FF2B5EF4-FFF2-40B4-BE49-F238E27FC236}">
                        <ns2:creationId id="{A6339A5F-6354-C1AA-4225-728C069EA0AE}"/>
                      </a:ext>
                    </a:extLst>
                  </p:cNvPr>
                  <p:cNvCxnSpPr/>
                  <p:nvPr/>
                </p:nvCxnSpPr>
                <p:spPr>
                  <a:xfrm>
                    <a:off x="5666174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9" name="正方形/長方形 68">
                    <a:extLst>
                      <a:ext uri="{FF2B5EF4-FFF2-40B4-BE49-F238E27FC236}">
                        <ns2:creationId id="{454B9F59-2D56-1FEE-F266-D0D735E4135F}"/>
                      </a:ext>
                    </a:extLst>
                  </p:cNvPr>
                  <p:cNvSpPr/>
                  <p:nvPr/>
                </p:nvSpPr>
                <p:spPr>
                  <a:xfrm>
                    <a:off x="645807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0" name="直線コネクタ 69">
                    <a:extLst>
                      <a:ext uri="{FF2B5EF4-FFF2-40B4-BE49-F238E27FC236}">
                        <ns2:creationId id="{2D883C19-CF30-C75D-E4DC-FB67E25F84F1}"/>
                      </a:ext>
                    </a:extLst>
                  </p:cNvPr>
                  <p:cNvCxnSpPr/>
                  <p:nvPr/>
                </p:nvCxnSpPr>
                <p:spPr>
                  <a:xfrm>
                    <a:off x="645807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2" name="正方形/長方形 71">
                    <a:extLst>
                      <a:ext uri="{FF2B5EF4-FFF2-40B4-BE49-F238E27FC236}">
                        <ns2:creationId id="{2816CFFC-C0AC-DDC0-9D97-BF02B94A3D84}"/>
                      </a:ext>
                    </a:extLst>
                  </p:cNvPr>
                  <p:cNvSpPr/>
                  <p:nvPr/>
                </p:nvSpPr>
                <p:spPr>
                  <a:xfrm>
                    <a:off x="724997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3" name="直線コネクタ 72">
                    <a:extLst>
                      <a:ext uri="{FF2B5EF4-FFF2-40B4-BE49-F238E27FC236}">
                        <ns2:creationId id="{2BC2227F-93F8-7D8B-598A-D6BD581BA3B2}"/>
                      </a:ext>
                    </a:extLst>
                  </p:cNvPr>
                  <p:cNvCxnSpPr/>
                  <p:nvPr/>
                </p:nvCxnSpPr>
                <p:spPr>
                  <a:xfrm>
                    <a:off x="724997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6" name="正方形/長方形 75">
                    <a:extLst>
                      <a:ext uri="{FF2B5EF4-FFF2-40B4-BE49-F238E27FC236}">
                        <ns2:creationId id="{29A0173F-EACA-909B-762F-CC35EC916D1E}"/>
                      </a:ext>
                    </a:extLst>
                  </p:cNvPr>
                  <p:cNvSpPr/>
                  <p:nvPr/>
                </p:nvSpPr>
                <p:spPr>
                  <a:xfrm>
                    <a:off x="914763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正方形/長方形 76">
                    <a:extLst>
                      <a:ext uri="{FF2B5EF4-FFF2-40B4-BE49-F238E27FC236}">
                        <ns2:creationId id="{443C4F72-BF07-4286-D381-6137E2678BFB}"/>
                      </a:ext>
                    </a:extLst>
                  </p:cNvPr>
                  <p:cNvSpPr/>
                  <p:nvPr/>
                </p:nvSpPr>
                <p:spPr>
                  <a:xfrm>
                    <a:off x="1706665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8" name="正方形/長方形 77">
                    <a:extLst>
                      <a:ext uri="{FF2B5EF4-FFF2-40B4-BE49-F238E27FC236}">
                        <ns2:creationId id="{5ABED6C2-2121-1345-918A-EB8DD13D4E31}"/>
                      </a:ext>
                    </a:extLst>
                  </p:cNvPr>
                  <p:cNvSpPr/>
                  <p:nvPr/>
                </p:nvSpPr>
                <p:spPr>
                  <a:xfrm>
                    <a:off x="249856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9" name="正方形/長方形 78">
                    <a:extLst>
                      <a:ext uri="{FF2B5EF4-FFF2-40B4-BE49-F238E27FC236}">
                        <ns2:creationId id="{A67004FD-732F-60D9-E39E-BA52F9DBEC5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 dirty="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0" name="正方形/長方形 79">
                    <a:extLst>
                      <a:ext uri="{FF2B5EF4-FFF2-40B4-BE49-F238E27FC236}">
                        <ns2:creationId id="{449B1223-6AE3-64A0-537D-2C108EE10EDA}"/>
                      </a:ext>
                    </a:extLst>
                  </p:cNvPr>
                  <p:cNvSpPr/>
                  <p:nvPr/>
                </p:nvSpPr>
                <p:spPr>
                  <a:xfrm>
                    <a:off x="4082370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1" name="正方形/長方形 80">
                    <a:extLst>
                      <a:ext uri="{FF2B5EF4-FFF2-40B4-BE49-F238E27FC236}">
                        <ns2:creationId id="{220E52AC-6492-C725-C2C3-FFC433E6D9E3}"/>
                      </a:ext>
                    </a:extLst>
                  </p:cNvPr>
                  <p:cNvSpPr/>
                  <p:nvPr/>
                </p:nvSpPr>
                <p:spPr>
                  <a:xfrm>
                    <a:off x="4874272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2" name="正方形/長方形 81">
                    <a:extLst>
                      <a:ext uri="{FF2B5EF4-FFF2-40B4-BE49-F238E27FC236}">
                        <ns2:creationId id="{E4D0CE9E-E1C7-E366-BECF-B97987FD537E}"/>
                      </a:ext>
                    </a:extLst>
                  </p:cNvPr>
                  <p:cNvSpPr/>
                  <p:nvPr/>
                </p:nvSpPr>
                <p:spPr>
                  <a:xfrm>
                    <a:off x="5666174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3" name="正方形/長方形 82">
                    <a:extLst>
                      <a:ext uri="{FF2B5EF4-FFF2-40B4-BE49-F238E27FC236}">
                        <ns2:creationId id="{72C453F3-220A-B803-72E5-4469216216BC}"/>
                      </a:ext>
                    </a:extLst>
                  </p:cNvPr>
                  <p:cNvSpPr/>
                  <p:nvPr/>
                </p:nvSpPr>
                <p:spPr>
                  <a:xfrm>
                    <a:off x="645807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4" name="正方形/長方形 83">
                    <a:extLst>
                      <a:ext uri="{FF2B5EF4-FFF2-40B4-BE49-F238E27FC236}">
                        <ns2:creationId id="{DBD755E8-4E9A-B5F5-CF96-7EA663D74E32}"/>
                      </a:ext>
                    </a:extLst>
                  </p:cNvPr>
                  <p:cNvSpPr/>
                  <p:nvPr/>
                </p:nvSpPr>
                <p:spPr>
                  <a:xfrm>
                    <a:off x="724997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6" name="正方形/長方形 85">
                    <a:extLst>
                      <a:ext uri="{FF2B5EF4-FFF2-40B4-BE49-F238E27FC236}">
                        <ns2:creationId id="{8D4CD264-1CE7-B2FF-06DA-F9FD5BAF538D}"/>
                      </a:ext>
                    </a:extLst>
                  </p:cNvPr>
                  <p:cNvSpPr/>
                  <p:nvPr/>
                </p:nvSpPr>
                <p:spPr>
                  <a:xfrm>
                    <a:off x="914763" y="2672897"/>
                    <a:ext cx="723277" cy="231698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7" name="正方形/長方形 86">
                    <a:extLst>
                      <a:ext uri="{FF2B5EF4-FFF2-40B4-BE49-F238E27FC236}">
                        <ns2:creationId id="{4DB52CFB-D1AE-73F2-C2D7-4CFB0EDE5660}"/>
                      </a:ext>
                    </a:extLst>
                  </p:cNvPr>
                  <p:cNvSpPr/>
                  <p:nvPr/>
                </p:nvSpPr>
                <p:spPr>
                  <a:xfrm>
                    <a:off x="1706665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6" name="正方形/長方形 125">
                    <a:extLst>
                      <a:ext uri="{FF2B5EF4-FFF2-40B4-BE49-F238E27FC236}">
                        <ns2:creationId id="{A2281AF7-7514-ABE9-3415-B166C3EAC724}"/>
                      </a:ext>
                    </a:extLst>
                  </p:cNvPr>
                  <p:cNvSpPr/>
                  <p:nvPr/>
                </p:nvSpPr>
                <p:spPr>
                  <a:xfrm>
                    <a:off x="249856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9" name="正方形/長方形 128">
                    <a:extLst>
                      <a:ext uri="{FF2B5EF4-FFF2-40B4-BE49-F238E27FC236}">
                        <ns2:creationId id="{00C49710-5D7E-1669-D0EE-E23A9133E035}"/>
                      </a:ext>
                    </a:extLst>
                  </p:cNvPr>
                  <p:cNvSpPr/>
                  <p:nvPr/>
                </p:nvSpPr>
                <p:spPr>
                  <a:xfrm>
                    <a:off x="329046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1" name="正方形/長方形 130">
                    <a:extLst>
                      <a:ext uri="{FF2B5EF4-FFF2-40B4-BE49-F238E27FC236}">
                        <ns2:creationId id="{E3E6D36E-606B-E06E-0447-D16C26DE8B88}"/>
                      </a:ext>
                    </a:extLst>
                  </p:cNvPr>
                  <p:cNvSpPr/>
                  <p:nvPr/>
                </p:nvSpPr>
                <p:spPr>
                  <a:xfrm>
                    <a:off x="4082370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86D6344E-4E1F-BB04-6AAD-08CCE290F3CF}"/>
                      </a:ext>
                    </a:extLst>
                  </p:cNvPr>
                  <p:cNvSpPr/>
                  <p:nvPr/>
                </p:nvSpPr>
                <p:spPr>
                  <a:xfrm>
                    <a:off x="4874272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6" name="正方形/長方形 135">
                    <a:extLst>
                      <a:ext uri="{FF2B5EF4-FFF2-40B4-BE49-F238E27FC236}">
                        <ns2:creationId id="{95A302DA-1C82-DA0B-ADD6-7284F06E4EB7}"/>
                      </a:ext>
                    </a:extLst>
                  </p:cNvPr>
                  <p:cNvSpPr/>
                  <p:nvPr/>
                </p:nvSpPr>
                <p:spPr>
                  <a:xfrm>
                    <a:off x="5666174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0" name="正方形/長方形 139">
                    <a:extLst>
                      <a:ext uri="{FF2B5EF4-FFF2-40B4-BE49-F238E27FC236}">
                        <ns2:creationId id="{58D73F6B-125C-E84A-BADC-05448C4F203B}"/>
                      </a:ext>
                    </a:extLst>
                  </p:cNvPr>
                  <p:cNvSpPr/>
                  <p:nvPr/>
                </p:nvSpPr>
                <p:spPr>
                  <a:xfrm>
                    <a:off x="645807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1" name="正方形/長方形 140">
                    <a:extLst>
                      <a:ext uri="{FF2B5EF4-FFF2-40B4-BE49-F238E27FC236}">
                        <ns2:creationId id="{ABF83CAC-C297-9474-5EF7-21D2140FEAF0}"/>
                      </a:ext>
                    </a:extLst>
                  </p:cNvPr>
                  <p:cNvSpPr/>
                  <p:nvPr/>
                </p:nvSpPr>
                <p:spPr>
                  <a:xfrm>
                    <a:off x="724997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2" name="AutoShape 2">
                    <a:extLst>
                      <a:ext uri="{FF2B5EF4-FFF2-40B4-BE49-F238E27FC236}">
                        <ns2:creationId id="{A39075C2-D1AD-A1E1-CD4C-21654C1F6C74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6200000" flipH="1">
                    <a:off x="2026533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3" name="AutoShape 2">
                    <a:extLst>
                      <a:ext uri="{FF2B5EF4-FFF2-40B4-BE49-F238E27FC236}">
                        <ns2:creationId id="{C6438040-047E-158C-F6AE-F72D7D3367C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3"/>
                    </p:custDataLst>
                  </p:nvPr>
                </p:nvSpPr>
                <p:spPr bwMode="auto">
                  <a:xfrm rot="16200000" flipH="1">
                    <a:off x="2818434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4" name="AutoShape 2">
                    <a:extLst>
                      <a:ext uri="{FF2B5EF4-FFF2-40B4-BE49-F238E27FC236}">
                        <ns2:creationId id="{B90F8E30-A1C9-0BC4-ED48-1EE8B1DA5656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4"/>
                    </p:custDataLst>
                  </p:nvPr>
                </p:nvSpPr>
                <p:spPr bwMode="auto">
                  <a:xfrm rot="16200000" flipH="1">
                    <a:off x="3610336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5" name="AutoShape 2">
                    <a:extLst>
                      <a:ext uri="{FF2B5EF4-FFF2-40B4-BE49-F238E27FC236}">
                        <ns2:creationId id="{13DC3713-6A42-0C31-C229-79D147568021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5"/>
                    </p:custDataLst>
                  </p:nvPr>
                </p:nvSpPr>
                <p:spPr bwMode="auto">
                  <a:xfrm rot="16200000" flipH="1">
                    <a:off x="4402238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6" name="AutoShape 2">
                    <a:extLst>
                      <a:ext uri="{FF2B5EF4-FFF2-40B4-BE49-F238E27FC236}">
                        <ns2:creationId id="{865121D4-4F19-3EEB-F7B5-717B67CDCDC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6"/>
                    </p:custDataLst>
                  </p:nvPr>
                </p:nvSpPr>
                <p:spPr bwMode="auto">
                  <a:xfrm rot="16200000" flipH="1">
                    <a:off x="5194140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7" name="AutoShape 2">
                    <a:extLst>
                      <a:ext uri="{FF2B5EF4-FFF2-40B4-BE49-F238E27FC236}">
                        <ns2:creationId id="{C60DB52F-2823-94DC-9E4F-63D3552588A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7"/>
                    </p:custDataLst>
                  </p:nvPr>
                </p:nvSpPr>
                <p:spPr bwMode="auto">
                  <a:xfrm rot="16200000" flipH="1">
                    <a:off x="5986042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8" name="AutoShape 2">
                    <a:extLst>
                      <a:ext uri="{FF2B5EF4-FFF2-40B4-BE49-F238E27FC236}">
                        <ns2:creationId id="{54224ABF-6766-C8DD-8816-206540002E0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8"/>
                    </p:custDataLst>
                  </p:nvPr>
                </p:nvSpPr>
                <p:spPr bwMode="auto">
                  <a:xfrm rot="16200000" flipH="1">
                    <a:off x="6777944" y="2360604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9" name="AutoShape 2">
                    <a:extLst>
                      <a:ext uri="{FF2B5EF4-FFF2-40B4-BE49-F238E27FC236}">
                        <ns2:creationId id="{B75F7275-F916-D743-07D1-199D54AFE8D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9"/>
                    </p:custDataLst>
                  </p:nvPr>
                </p:nvSpPr>
                <p:spPr bwMode="auto">
                  <a:xfrm rot="16200000" flipH="1">
                    <a:off x="7569846" y="2360605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</p:grpSp>
            <p:grpSp>
              <p:nvGrpSpPr>
                <p:cNvPr id="248" name="グループ化 247">
                  <a:extLst>
                    <a:ext uri="{FF2B5EF4-FFF2-40B4-BE49-F238E27FC236}">
                      <ns2:creationId id="{D86A1409-CAD7-BCBB-CC06-698E762D2158}"/>
                    </a:ext>
                  </a:extLst>
                </p:cNvPr>
                <p:cNvGrpSpPr/>
                <p:nvPr/>
              </p:nvGrpSpPr>
              <p:grpSpPr>
                <a:xfrm>
                  <a:off x="914763" y="2953894"/>
                  <a:ext cx="7058491" cy="210736"/>
                  <a:chOff x="914763" y="2953894"/>
                  <a:chExt cx="7058491" cy="210736"/>
                </a:xfrm>
              </p:grpSpPr>
              <p:sp>
                <p:nvSpPr>
                  <p:cNvPr id="135" name="正方形/長方形 134">
                    <a:extLst>
                      <a:ext uri="{FF2B5EF4-FFF2-40B4-BE49-F238E27FC236}">
                        <ns2:creationId id="{0E85199D-9E3B-0FA6-E740-DFE1A0CEA2A8}"/>
                      </a:ext>
                    </a:extLst>
                  </p:cNvPr>
                  <p:cNvSpPr/>
                  <p:nvPr/>
                </p:nvSpPr>
                <p:spPr>
                  <a:xfrm>
                    <a:off x="914763" y="2953895"/>
                    <a:ext cx="7058491" cy="210735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 (</a:t>
                    </a:r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1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08" name="グラフィックス 207" descr="円グラフ 単色塗りつぶし">
                    <a:extLst>
                      <a:ext uri="{FF2B5EF4-FFF2-40B4-BE49-F238E27FC236}">
                        <ns2:creationId id="{CF38E5D9-D9E1-902E-D5C3-E1D826F816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706666" y="2953894"/>
                    <a:ext cx="210736" cy="210736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210" name="Text 80">
                <a:extLst>
                  <a:ext uri="{FF2B5EF4-FFF2-40B4-BE49-F238E27FC236}">
                    <ns2:creationId id="{68AA6B2D-A34C-5115-817F-D108B0B206A6}"/>
                  </a:ext>
                </a:extLst>
              </p:cNvPr>
              <p:cNvSpPr txBox="1"/>
              <p:nvPr/>
            </p:nvSpPr>
            <p:spPr>
              <a:xfrm>
                <a:off x="365760" y="3223217"/>
                <a:ext cx="7591637" cy="21945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5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sz="105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246" name="グループ化 245">
              <a:extLst>
                <a:ext uri="{FF2B5EF4-FFF2-40B4-BE49-F238E27FC236}">
                  <ns2:creationId id="{9AFAA123-C650-7F3C-AB36-04D5152CA6E7}"/>
                </a:ext>
              </a:extLst>
            </p:cNvPr>
            <p:cNvGrpSpPr/>
            <p:nvPr/>
          </p:nvGrpSpPr>
          <p:grpSpPr>
            <a:xfrm>
              <a:off x="334962" y="3409716"/>
              <a:ext cx="7638292" cy="839501"/>
              <a:chOff x="334962" y="3496341"/>
              <a:chExt cx="7638292" cy="839501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1C4F7F2D-2B66-DB6F-B631-483A15AD017C}"/>
                  </a:ext>
                </a:extLst>
              </p:cNvPr>
              <p:cNvSpPr/>
              <p:nvPr/>
            </p:nvSpPr>
            <p:spPr>
              <a:xfrm>
                <a:off x="334962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26F50006-C195-6CC0-A438-DF8813EE6140}"/>
                  </a:ext>
                </a:extLst>
              </p:cNvPr>
              <p:cNvSpPr/>
              <p:nvPr/>
            </p:nvSpPr>
            <p:spPr>
              <a:xfrm>
                <a:off x="2263505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7451717-5691-850F-7A8B-8EB2C2AB1BCE}"/>
                  </a:ext>
                </a:extLst>
              </p:cNvPr>
              <p:cNvSpPr/>
              <p:nvPr/>
            </p:nvSpPr>
            <p:spPr>
              <a:xfrm>
                <a:off x="4192046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0BD78C9C-AC00-E7C8-737B-6B289EDE9A09}"/>
                  </a:ext>
                </a:extLst>
              </p:cNvPr>
              <p:cNvSpPr/>
              <p:nvPr/>
            </p:nvSpPr>
            <p:spPr>
              <a:xfrm>
                <a:off x="6120588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>
                    <a:solidFill>
                      <a:srgbClr val="1F5FA8"/>
                    </a:solidFill>
                    <a:latin typeface="+mn-ea"/>
                    <a:cs typeface="Meiryo UI" pitchFamily="34" charset="-120"/>
                  </a:rPr>
                  <a:t>　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  <a:buClr>
                    <a:schemeClr val="accent1"/>
                  </a:buClr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</a:p>
              <a:p>
                <a:pPr marL="171450" indent="-171450">
                  <a:spcBef>
                    <a:spcPts val="600"/>
                  </a:spcBef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11" name="四角形: 角を丸くする 210">
                <a:extLst>
                  <a:ext uri="{FF2B5EF4-FFF2-40B4-BE49-F238E27FC236}">
                    <ns2:creationId id="{7078EDE9-DE33-0397-0308-6A845354D1B7}"/>
                  </a:ext>
                </a:extLst>
              </p:cNvPr>
              <p:cNvSpPr/>
              <p:nvPr/>
            </p:nvSpPr>
            <p:spPr>
              <a:xfrm>
                <a:off x="334962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0" name="四角形: 角を丸くする 219">
                <a:extLst>
                  <a:ext uri="{FF2B5EF4-FFF2-40B4-BE49-F238E27FC236}">
                    <ns2:creationId id="{CE7E17B0-B822-CA84-8556-70067DE8AEE8}"/>
                  </a:ext>
                </a:extLst>
              </p:cNvPr>
              <p:cNvSpPr/>
              <p:nvPr/>
            </p:nvSpPr>
            <p:spPr>
              <a:xfrm>
                <a:off x="2263503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1" name="四角形: 角を丸くする 220">
                <a:extLst>
                  <a:ext uri="{FF2B5EF4-FFF2-40B4-BE49-F238E27FC236}">
                    <ns2:creationId id="{692F4FE3-5F1B-FD00-C352-933E1EBB4224}"/>
                  </a:ext>
                </a:extLst>
              </p:cNvPr>
              <p:cNvSpPr/>
              <p:nvPr/>
            </p:nvSpPr>
            <p:spPr>
              <a:xfrm>
                <a:off x="419204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2" name="四角形: 角を丸くする 221">
                <a:extLst>
                  <a:ext uri="{FF2B5EF4-FFF2-40B4-BE49-F238E27FC236}">
                    <ns2:creationId id="{14EB1B23-EB24-C6A8-28F6-063FB0EA8BD1}"/>
                  </a:ext>
                </a:extLst>
              </p:cNvPr>
              <p:cNvSpPr/>
              <p:nvPr/>
            </p:nvSpPr>
            <p:spPr>
              <a:xfrm>
                <a:off x="612058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51" name="グループ化 250">
              <a:extLst>
                <a:ext uri="{FF2B5EF4-FFF2-40B4-BE49-F238E27FC236}">
                  <ns2:creationId id="{37BD07A5-7E1C-B01F-8ED5-CAE323FDE032}"/>
                </a:ext>
              </a:extLst>
            </p:cNvPr>
            <p:cNvGrpSpPr/>
            <p:nvPr/>
          </p:nvGrpSpPr>
          <p:grpSpPr>
            <a:xfrm>
              <a:off x="334961" y="4637188"/>
              <a:ext cx="7622434" cy="974634"/>
              <a:chOff x="334961" y="4637188"/>
              <a:chExt cx="7622434" cy="974634"/>
            </a:xfrm>
          </p:grpSpPr>
          <p:sp>
            <p:nvSpPr>
              <p:cNvPr id="27" name="山形 66">
                <a:extLst>
                  <a:ext uri="{FF2B5EF4-FFF2-40B4-BE49-F238E27FC236}">
                    <ns2:creationId id="{0E3B5CB2-D13F-AD00-19B0-F8A9CF1BC12B}"/>
                  </a:ext>
                </a:extLst>
              </p:cNvPr>
              <p:cNvSpPr/>
              <p:nvPr/>
            </p:nvSpPr>
            <p:spPr>
              <a:xfrm>
                <a:off x="150273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8" name="山形 66">
                <a:extLst>
                  <a:ext uri="{FF2B5EF4-FFF2-40B4-BE49-F238E27FC236}">
                    <ns2:creationId id="{23673C31-19D6-6046-5C20-32C512CF5757}"/>
                  </a:ext>
                </a:extLst>
              </p:cNvPr>
              <p:cNvSpPr/>
              <p:nvPr/>
            </p:nvSpPr>
            <p:spPr>
              <a:xfrm>
                <a:off x="365428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29" name="山形 66">
                <a:extLst>
                  <a:ext uri="{FF2B5EF4-FFF2-40B4-BE49-F238E27FC236}">
                    <ns2:creationId id="{AD68D492-3480-E150-3B98-E5E4D9F801C9}"/>
                  </a:ext>
                </a:extLst>
              </p:cNvPr>
              <p:cNvSpPr/>
              <p:nvPr/>
            </p:nvSpPr>
            <p:spPr>
              <a:xfrm>
                <a:off x="5805836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32CA5B8F-E68E-DC24-4614-E671A4382437}"/>
                  </a:ext>
                </a:extLst>
              </p:cNvPr>
              <p:cNvSpPr/>
              <p:nvPr/>
            </p:nvSpPr>
            <p:spPr>
              <a:xfrm>
                <a:off x="334961" y="5090211"/>
                <a:ext cx="1167771" cy="22896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1111C525-843C-28E8-F6C5-A91B1C1AB8C7}"/>
                  </a:ext>
                </a:extLst>
              </p:cNvPr>
              <p:cNvSpPr/>
              <p:nvPr/>
            </p:nvSpPr>
            <p:spPr>
              <a:xfrm>
                <a:off x="334961" y="5382859"/>
                <a:ext cx="1167771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AF80B06F-9C9D-1B58-3F95-619A9ACF442C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EA925B6F-113F-A649-5047-AC44655AB7AA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FFA99896-D6BD-B7AD-483B-8C6EEADC4D6F}"/>
                  </a:ext>
                </a:extLst>
              </p:cNvPr>
              <p:cNvSpPr/>
              <p:nvPr/>
            </p:nvSpPr>
            <p:spPr>
              <a:xfrm>
                <a:off x="3660818" y="5090210"/>
                <a:ext cx="1433677" cy="224283"/>
              </a:xfrm>
              <a:prstGeom prst="rect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0CA3C64C-B99D-F899-41F6-7E1D28F16C74}"/>
                  </a:ext>
                </a:extLst>
              </p:cNvPr>
              <p:cNvSpPr/>
              <p:nvPr/>
            </p:nvSpPr>
            <p:spPr>
              <a:xfrm>
                <a:off x="5798569" y="5090210"/>
                <a:ext cx="1433677" cy="22428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B043395F-A94D-EACE-F810-0880EB5A8667}"/>
                  </a:ext>
                </a:extLst>
              </p:cNvPr>
              <p:cNvSpPr/>
              <p:nvPr/>
            </p:nvSpPr>
            <p:spPr>
              <a:xfrm>
                <a:off x="5064676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75F6135-4B28-0346-E4A4-200FEE6EE678}"/>
                  </a:ext>
                </a:extLst>
              </p:cNvPr>
              <p:cNvSpPr/>
              <p:nvPr/>
            </p:nvSpPr>
            <p:spPr>
              <a:xfrm>
                <a:off x="6523717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40" name="Text 114">
                <a:extLst>
                  <a:ext uri="{FF2B5EF4-FFF2-40B4-BE49-F238E27FC236}">
                    <ns2:creationId id="{55B8CA03-AC37-674F-0117-70BFB5DA7C17}"/>
                  </a:ext>
                </a:extLst>
              </p:cNvPr>
              <p:cNvSpPr txBox="1"/>
              <p:nvPr/>
            </p:nvSpPr>
            <p:spPr>
              <a:xfrm>
                <a:off x="2860243" y="4637188"/>
                <a:ext cx="54864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2" name="Text 116">
                <a:extLst>
                  <a:ext uri="{FF2B5EF4-FFF2-40B4-BE49-F238E27FC236}">
                    <ns2:creationId id="{08069C08-ECEA-87BB-8C47-054C567E0CC5}"/>
                  </a:ext>
                </a:extLst>
              </p:cNvPr>
              <p:cNvSpPr txBox="1"/>
              <p:nvPr/>
            </p:nvSpPr>
            <p:spPr>
              <a:xfrm>
                <a:off x="4846320" y="4637188"/>
                <a:ext cx="109728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4" name="Shape 113">
                <a:extLst>
                  <a:ext uri="{FF2B5EF4-FFF2-40B4-BE49-F238E27FC236}">
                    <ns2:creationId id="{EC0EB62D-E6EC-C56A-76C0-A7E03EF56D16}"/>
                  </a:ext>
                </a:extLst>
              </p:cNvPr>
              <p:cNvSpPr/>
              <p:nvPr/>
            </p:nvSpPr>
            <p:spPr>
              <a:xfrm>
                <a:off x="3134563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45" name="Shape 113">
                <a:extLst>
                  <a:ext uri="{FF2B5EF4-FFF2-40B4-BE49-F238E27FC236}">
                    <ns2:creationId id="{C232F3AD-F534-834A-FBB6-02AAD143574D}"/>
                  </a:ext>
                </a:extLst>
              </p:cNvPr>
              <p:cNvSpPr/>
              <p:nvPr/>
            </p:nvSpPr>
            <p:spPr>
              <a:xfrm>
                <a:off x="5394960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575223170"/>
      </p:ext>
    </p:extLst>
  </p:cSld>
  <p:clrMapOvr>
    <a:masterClrMapping/>
  </p:clrMapOvr>
</p:sld>
</file>

<file path=ppt/slides/slide2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96AC1-D3A2-431D-D91B-A6E79CFB3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E89FE0-F4C3-1ACE-36E0-097E871410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）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KPI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53877FFF-E9EE-9106-E015-906C02FBB4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)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DX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F6673A91-B94B-9865-744D-EF5F18A07D8F}"/>
              </a:ext>
            </a:extLst>
          </p:cNvPr>
          <p:cNvGrpSpPr/>
          <p:nvPr/>
        </p:nvGrpSpPr>
        <p:grpSpPr>
          <a:xfrm>
            <a:off x="334962" y="1626679"/>
            <a:ext cx="11522074" cy="4673286"/>
            <a:chOff x="334962" y="1626679"/>
            <a:chExt cx="11522074" cy="4673286"/>
          </a:xfrm>
        </p:grpSpPr>
        <p:sp>
          <p:nvSpPr>
            <p:cNvPr id="283" name="正方形/長方形 282">
              <a:extLst>
                <a:ext uri="{FF2B5EF4-FFF2-40B4-BE49-F238E27FC236}">
                  <ns2:creationId id="{F521EDCE-4935-8755-91DE-74D0D27487B0}"/>
                </a:ext>
              </a:extLst>
            </p:cNvPr>
            <p:cNvSpPr/>
            <p:nvPr/>
          </p:nvSpPr>
          <p:spPr>
            <a:xfrm>
              <a:off x="8106032" y="1958036"/>
              <a:ext cx="3751004" cy="169829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F107D129-7B66-9D36-B0BE-632B0B85BA65}"/>
                </a:ext>
              </a:extLst>
            </p:cNvPr>
            <p:cNvGrpSpPr/>
            <p:nvPr/>
          </p:nvGrpSpPr>
          <p:grpSpPr>
            <a:xfrm>
              <a:off x="8106032" y="1626679"/>
              <a:ext cx="3751004" cy="338400"/>
              <a:chOff x="8106032" y="1626679"/>
              <a:chExt cx="3751004" cy="338400"/>
            </a:xfrm>
          </p:grpSpPr>
          <p:sp>
            <p:nvSpPr>
              <p:cNvPr id="282" name="正方形/長方形 281">
                <a:extLst>
                  <a:ext uri="{FF2B5EF4-FFF2-40B4-BE49-F238E27FC236}">
                    <ns2:creationId id="{72AEDDD2-E232-8D4F-B3AA-2D744E60C570}"/>
                  </a:ext>
                </a:extLst>
              </p:cNvPr>
              <p:cNvSpPr/>
              <p:nvPr/>
            </p:nvSpPr>
            <p:spPr>
              <a:xfrm>
                <a:off x="8106032" y="1626679"/>
                <a:ext cx="3751004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296" name="グラフィックス 295" descr="ターゲット 単色塗りつぶし">
                <a:extLst>
                  <a:ext uri="{FF2B5EF4-FFF2-40B4-BE49-F238E27FC236}">
                    <ns2:creationId id="{175BF4E0-8B73-E5C3-9165-E4C5A443DF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8839135" y="1633879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269" name="正方形/長方形 268">
              <a:extLst>
                <a:ext uri="{FF2B5EF4-FFF2-40B4-BE49-F238E27FC236}">
                  <ns2:creationId id="{1433CD83-8F67-00C6-4529-FD6D3DA3C18A}"/>
                </a:ext>
              </a:extLst>
            </p:cNvPr>
            <p:cNvSpPr/>
            <p:nvPr/>
          </p:nvSpPr>
          <p:spPr>
            <a:xfrm>
              <a:off x="8106032" y="374407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5988453D-E652-2A95-5C4D-2C0B53F3AB8C}"/>
                </a:ext>
              </a:extLst>
            </p:cNvPr>
            <p:cNvSpPr/>
            <p:nvPr/>
          </p:nvSpPr>
          <p:spPr>
            <a:xfrm>
              <a:off x="8106032" y="4076595"/>
              <a:ext cx="3751004" cy="1697128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2A3D67B-C62D-95D6-96C2-15FA148FF565}"/>
                </a:ext>
              </a:extLst>
            </p:cNvPr>
            <p:cNvGrpSpPr/>
            <p:nvPr/>
          </p:nvGrpSpPr>
          <p:grpSpPr>
            <a:xfrm>
              <a:off x="8208339" y="4143873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2D9B5001-29BE-7FE9-65E5-6ABF8DC08CA1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A5DE78ED-A68E-F05A-E505-3114F32ECD53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9A7B8E3-1334-B37A-3A9F-6F6FD9A755B8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50507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7BB5FF1E-A86B-078E-48B9-ABA137B16A8E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9B3F6486-776E-2F69-6F20-879322883599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FED052D9-AE3F-0DD7-5CBB-E1605CEF159F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59151AFC-1E41-C519-0291-C56CE7074030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D1403822-AD04-373E-682D-C68CC19F2FAD}"/>
                </a:ext>
              </a:extLst>
            </p:cNvPr>
            <p:cNvGrpSpPr/>
            <p:nvPr/>
          </p:nvGrpSpPr>
          <p:grpSpPr>
            <a:xfrm>
              <a:off x="8208339" y="524847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ED1ED8DD-844F-FFC1-6733-A643E616851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49FF629-5C7E-DD69-F2F7-C53B236EC80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30B91849-4C27-809A-8CFB-D2F0988D5D4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DEBC69F3-1484-A91F-7AF8-A4A3A2CE66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9008637" y="3751270"/>
              <a:ext cx="324000" cy="324000"/>
            </a:xfrm>
            <a:prstGeom prst="rect">
              <a:avLst/>
            </a:prstGeom>
          </p:spPr>
        </p:pic>
        <p:sp>
          <p:nvSpPr>
            <p:cNvPr id="257" name="正方形/長方形 256">
              <a:extLst>
                <a:ext uri="{FF2B5EF4-FFF2-40B4-BE49-F238E27FC236}">
                  <ns2:creationId id="{942C7D9A-3064-6635-2789-5B43DBA0D33A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1DFF0B4A-541D-F124-8D22-7F7872C639A9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A8EB450A-A364-1ED3-103A-6FDE848DA3A3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5AFA391-D0B1-0B6E-A0F2-680D82275109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35107950-2BC9-9FB8-0939-EEEFE979FE00}"/>
                </a:ext>
              </a:extLst>
            </p:cNvPr>
            <p:cNvSpPr/>
            <p:nvPr/>
          </p:nvSpPr>
          <p:spPr>
            <a:xfrm>
              <a:off x="3968326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5310C25F-B837-DA96-68E7-8B5C24E2E41D}"/>
                </a:ext>
              </a:extLst>
            </p:cNvPr>
            <p:cNvSpPr/>
            <p:nvPr/>
          </p:nvSpPr>
          <p:spPr>
            <a:xfrm>
              <a:off x="4574301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853D3F66-39E0-1D65-EA60-67266B07C5B4}"/>
                </a:ext>
              </a:extLst>
            </p:cNvPr>
            <p:cNvSpPr/>
            <p:nvPr/>
          </p:nvSpPr>
          <p:spPr>
            <a:xfrm>
              <a:off x="6726130" y="5893100"/>
              <a:ext cx="718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4987EABD-7DB6-A71A-3242-E497DD3FF538}"/>
                </a:ext>
              </a:extLst>
            </p:cNvPr>
            <p:cNvSpPr/>
            <p:nvPr/>
          </p:nvSpPr>
          <p:spPr>
            <a:xfrm>
              <a:off x="7444792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C572185E-62A6-7065-91C8-D601C67841AA}"/>
                </a:ext>
              </a:extLst>
            </p:cNvPr>
            <p:cNvSpPr/>
            <p:nvPr/>
          </p:nvSpPr>
          <p:spPr>
            <a:xfrm>
              <a:off x="9495362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2942178-BF96-B212-E2EE-CAB29E604199}"/>
                </a:ext>
              </a:extLst>
            </p:cNvPr>
            <p:cNvSpPr/>
            <p:nvPr/>
          </p:nvSpPr>
          <p:spPr>
            <a:xfrm>
              <a:off x="10101336" y="5893100"/>
              <a:ext cx="165339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C06E5FE-61BB-EF8F-03B4-D2850AD8DAC3}"/>
                </a:ext>
              </a:extLst>
            </p:cNvPr>
            <p:cNvGrpSpPr/>
            <p:nvPr/>
          </p:nvGrpSpPr>
          <p:grpSpPr>
            <a:xfrm>
              <a:off x="334963" y="1629942"/>
              <a:ext cx="7622435" cy="338400"/>
              <a:chOff x="334963" y="1630345"/>
              <a:chExt cx="7622435" cy="338400"/>
            </a:xfrm>
          </p:grpSpPr>
          <p:sp>
            <p:nvSpPr>
              <p:cNvPr id="253" name="正方形/長方形 252">
                <a:extLst>
                  <a:ext uri="{FF2B5EF4-FFF2-40B4-BE49-F238E27FC236}">
                    <ns2:creationId id="{4781CAD9-6E0C-B48C-6B06-5973F389712E}"/>
                  </a:ext>
                </a:extLst>
              </p:cNvPr>
              <p:cNvSpPr/>
              <p:nvPr/>
            </p:nvSpPr>
            <p:spPr>
              <a:xfrm>
                <a:off x="334963" y="1630345"/>
                <a:ext cx="7622435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300" name="グラフィックス 299" descr="2 つのピン間の経路表示 単色塗りつぶし">
                <a:extLst>
                  <a:ext uri="{FF2B5EF4-FFF2-40B4-BE49-F238E27FC236}">
                    <ns2:creationId id="{A9B01392-4763-D3CA-AA53-93952FF663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02917" y="1635515"/>
                <a:ext cx="328060" cy="328060"/>
              </a:xfrm>
              <a:prstGeom prst="rect">
                <a:avLst/>
              </a:prstGeom>
            </p:spPr>
          </p:pic>
        </p:grpSp>
        <p:sp>
          <p:nvSpPr>
            <p:cNvPr id="347" name="正方形/長方形 346">
              <a:extLst>
                <a:ext uri="{FF2B5EF4-FFF2-40B4-BE49-F238E27FC236}">
                  <ns2:creationId id="{A9B530C3-2E8E-82B6-F8BA-1CC4FB4E3013}"/>
                </a:ext>
              </a:extLst>
            </p:cNvPr>
            <p:cNvSpPr/>
            <p:nvPr/>
          </p:nvSpPr>
          <p:spPr>
            <a:xfrm>
              <a:off x="347444" y="1993017"/>
              <a:ext cx="1795527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46" name="グループ化 345">
              <a:extLst>
                <a:ext uri="{FF2B5EF4-FFF2-40B4-BE49-F238E27FC236}">
                  <ns2:creationId id="{C5DECFBF-96B9-6447-1861-0AF46BB09005}"/>
                </a:ext>
              </a:extLst>
            </p:cNvPr>
            <p:cNvGrpSpPr/>
            <p:nvPr/>
          </p:nvGrpSpPr>
          <p:grpSpPr>
            <a:xfrm rot="10800000">
              <a:off x="1038096" y="3402215"/>
              <a:ext cx="6801357" cy="122052"/>
              <a:chOff x="1038096" y="2588713"/>
              <a:chExt cx="6801357" cy="83543"/>
            </a:xfrm>
          </p:grpSpPr>
          <p:sp>
            <p:nvSpPr>
              <p:cNvPr id="208" name="AutoShape 2">
                <a:extLst>
                  <a:ext uri="{FF2B5EF4-FFF2-40B4-BE49-F238E27FC236}">
                    <ns2:creationId id="{84A72D13-3A80-2AB1-F410-39AA45130F71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6200000" flipH="1">
                <a:off x="1343237" y="2283572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5" name="AutoShape 2">
                <a:extLst>
                  <a:ext uri="{FF2B5EF4-FFF2-40B4-BE49-F238E27FC236}">
                    <ns2:creationId id="{6C1F2989-0C83-8965-4701-1FC11918A75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2361160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6" name="AutoShape 2">
                <a:extLst>
                  <a:ext uri="{FF2B5EF4-FFF2-40B4-BE49-F238E27FC236}">
                    <ns2:creationId id="{F9160DFF-5E86-C2FE-FBDC-87DE600CE15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3"/>
                </p:custDataLst>
              </p:nvPr>
            </p:nvSpPr>
            <p:spPr bwMode="auto">
              <a:xfrm rot="16200000" flipH="1">
                <a:off x="3379081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7" name="AutoShape 2">
                <a:extLst>
                  <a:ext uri="{FF2B5EF4-FFF2-40B4-BE49-F238E27FC236}">
                    <ns2:creationId id="{B494E3D4-A510-2C81-3065-F9283DA8F957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4"/>
                </p:custDataLst>
              </p:nvPr>
            </p:nvSpPr>
            <p:spPr bwMode="auto">
              <a:xfrm rot="16200000" flipH="1">
                <a:off x="4397004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8" name="AutoShape 2">
                <a:extLst>
                  <a:ext uri="{FF2B5EF4-FFF2-40B4-BE49-F238E27FC236}">
                    <ns2:creationId id="{4BB0134F-2199-87BB-240C-14D7F550F1D2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 rot="16200000" flipH="1">
                <a:off x="5414927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9" name="AutoShape 2">
                <a:extLst>
                  <a:ext uri="{FF2B5EF4-FFF2-40B4-BE49-F238E27FC236}">
                    <ns2:creationId id="{02AA86DF-FE41-C822-2FD1-CBBDD5F98C2C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 rot="16200000" flipH="1">
                <a:off x="6432849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50" name="AutoShape 2">
                <a:extLst>
                  <a:ext uri="{FF2B5EF4-FFF2-40B4-BE49-F238E27FC236}">
                    <ns2:creationId id="{280BFB60-5ADE-0BB3-6390-2296A41D34B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 rot="16200000" flipH="1">
                <a:off x="7450772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</p:grpSp>
        <p:sp>
          <p:nvSpPr>
            <p:cNvPr id="204" name="正方形/長方形 203">
              <a:extLst>
                <a:ext uri="{FF2B5EF4-FFF2-40B4-BE49-F238E27FC236}">
                  <ns2:creationId id="{88B07356-C5A2-6E18-2936-355DC7175EF2}"/>
                </a:ext>
              </a:extLst>
            </p:cNvPr>
            <p:cNvSpPr/>
            <p:nvPr/>
          </p:nvSpPr>
          <p:spPr>
            <a:xfrm>
              <a:off x="914763" y="3576221"/>
              <a:ext cx="7042635" cy="3078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78" name="グループ化 377">
              <a:extLst>
                <a:ext uri="{FF2B5EF4-FFF2-40B4-BE49-F238E27FC236}">
                  <ns2:creationId id="{95C1D2AB-A8A4-AC3A-40E7-13EEECC50DEC}"/>
                </a:ext>
              </a:extLst>
            </p:cNvPr>
            <p:cNvGrpSpPr/>
            <p:nvPr/>
          </p:nvGrpSpPr>
          <p:grpSpPr>
            <a:xfrm>
              <a:off x="334963" y="2208818"/>
              <a:ext cx="7687489" cy="1107012"/>
              <a:chOff x="334963" y="2450891"/>
              <a:chExt cx="7687489" cy="1107012"/>
            </a:xfrm>
          </p:grpSpPr>
          <p:sp>
            <p:nvSpPr>
              <p:cNvPr id="209" name="正方形/長方形 208">
                <a:extLst>
                  <a:ext uri="{FF2B5EF4-FFF2-40B4-BE49-F238E27FC236}">
                    <ns2:creationId id="{C5473CDE-90FB-156E-BCAA-348A14811BA9}"/>
                  </a:ext>
                </a:extLst>
              </p:cNvPr>
              <p:cNvSpPr/>
              <p:nvPr/>
            </p:nvSpPr>
            <p:spPr>
              <a:xfrm>
                <a:off x="92015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0" name="直線コネクタ 209">
                <a:extLst>
                  <a:ext uri="{FF2B5EF4-FFF2-40B4-BE49-F238E27FC236}">
                    <ns2:creationId id="{B6B0EF08-6BE3-211B-D778-4BB17E206FC1}"/>
                  </a:ext>
                </a:extLst>
              </p:cNvPr>
              <p:cNvCxnSpPr/>
              <p:nvPr/>
            </p:nvCxnSpPr>
            <p:spPr>
              <a:xfrm>
                <a:off x="895880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正方形/長方形 210">
                <a:extLst>
                  <a:ext uri="{FF2B5EF4-FFF2-40B4-BE49-F238E27FC236}">
                    <ns2:creationId id="{3C83F519-2F29-48D8-188B-A33823A45234}"/>
                  </a:ext>
                </a:extLst>
              </p:cNvPr>
              <p:cNvSpPr/>
              <p:nvPr/>
            </p:nvSpPr>
            <p:spPr>
              <a:xfrm>
                <a:off x="1938075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CBC2FE89-6A8A-3A87-01E8-3DF0A9213D7D}"/>
                  </a:ext>
                </a:extLst>
              </p:cNvPr>
              <p:cNvCxnSpPr/>
              <p:nvPr/>
            </p:nvCxnSpPr>
            <p:spPr>
              <a:xfrm>
                <a:off x="1938075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正方形/長方形 212">
                <a:extLst>
                  <a:ext uri="{FF2B5EF4-FFF2-40B4-BE49-F238E27FC236}">
                    <ns2:creationId id="{BA323DD6-920A-C2AE-BF97-465B576A30B5}"/>
                  </a:ext>
                </a:extLst>
              </p:cNvPr>
              <p:cNvSpPr/>
              <p:nvPr/>
            </p:nvSpPr>
            <p:spPr>
              <a:xfrm>
                <a:off x="2955996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4" name="直線コネクタ 213">
                <a:extLst>
                  <a:ext uri="{FF2B5EF4-FFF2-40B4-BE49-F238E27FC236}">
                    <ns2:creationId id="{DE9BE5D9-D91D-C3F1-64D6-50CCF2E4FD8D}"/>
                  </a:ext>
                </a:extLst>
              </p:cNvPr>
              <p:cNvCxnSpPr/>
              <p:nvPr/>
            </p:nvCxnSpPr>
            <p:spPr>
              <a:xfrm>
                <a:off x="2955996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正方形/長方形 214">
                <a:extLst>
                  <a:ext uri="{FF2B5EF4-FFF2-40B4-BE49-F238E27FC236}">
                    <ns2:creationId id="{948488D5-C5D5-08DB-4A41-5A73964D6964}"/>
                  </a:ext>
                </a:extLst>
              </p:cNvPr>
              <p:cNvSpPr/>
              <p:nvPr/>
            </p:nvSpPr>
            <p:spPr>
              <a:xfrm>
                <a:off x="3973919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6" name="直線コネクタ 215">
                <a:extLst>
                  <a:ext uri="{FF2B5EF4-FFF2-40B4-BE49-F238E27FC236}">
                    <ns2:creationId id="{7F9571ED-D534-9E31-551D-27FD48E96CAF}"/>
                  </a:ext>
                </a:extLst>
              </p:cNvPr>
              <p:cNvCxnSpPr/>
              <p:nvPr/>
            </p:nvCxnSpPr>
            <p:spPr>
              <a:xfrm>
                <a:off x="3973919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正方形/長方形 216">
                <a:extLst>
                  <a:ext uri="{FF2B5EF4-FFF2-40B4-BE49-F238E27FC236}">
                    <ns2:creationId id="{8690D9C4-9FF8-6C3B-A14F-087054C8D5B4}"/>
                  </a:ext>
                </a:extLst>
              </p:cNvPr>
              <p:cNvSpPr/>
              <p:nvPr/>
            </p:nvSpPr>
            <p:spPr>
              <a:xfrm>
                <a:off x="499184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8" name="直線コネクタ 217">
                <a:extLst>
                  <a:ext uri="{FF2B5EF4-FFF2-40B4-BE49-F238E27FC236}">
                    <ns2:creationId id="{08F13655-ECA0-C3D7-80F8-E2002D0AD247}"/>
                  </a:ext>
                </a:extLst>
              </p:cNvPr>
              <p:cNvCxnSpPr/>
              <p:nvPr/>
            </p:nvCxnSpPr>
            <p:spPr>
              <a:xfrm>
                <a:off x="4991842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正方形/長方形 218">
                <a:extLst>
                  <a:ext uri="{FF2B5EF4-FFF2-40B4-BE49-F238E27FC236}">
                    <ns2:creationId id="{45D9337A-682D-C9F0-3FBB-98C8465A22DC}"/>
                  </a:ext>
                </a:extLst>
              </p:cNvPr>
              <p:cNvSpPr/>
              <p:nvPr/>
            </p:nvSpPr>
            <p:spPr>
              <a:xfrm>
                <a:off x="6009764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0" name="直線コネクタ 219">
                <a:extLst>
                  <a:ext uri="{FF2B5EF4-FFF2-40B4-BE49-F238E27FC236}">
                    <ns2:creationId id="{825CD7C6-A2E6-410A-69B8-7361366D38DB}"/>
                  </a:ext>
                </a:extLst>
              </p:cNvPr>
              <p:cNvCxnSpPr/>
              <p:nvPr/>
            </p:nvCxnSpPr>
            <p:spPr>
              <a:xfrm>
                <a:off x="6009764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正方形/長方形 220">
                <a:extLst>
                  <a:ext uri="{FF2B5EF4-FFF2-40B4-BE49-F238E27FC236}">
                    <ns2:creationId id="{98E74A96-F869-292F-03E5-F979834F9DB9}"/>
                  </a:ext>
                </a:extLst>
              </p:cNvPr>
              <p:cNvSpPr/>
              <p:nvPr/>
            </p:nvSpPr>
            <p:spPr>
              <a:xfrm>
                <a:off x="7027687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2" name="直線コネクタ 221">
                <a:extLst>
                  <a:ext uri="{FF2B5EF4-FFF2-40B4-BE49-F238E27FC236}">
                    <ns2:creationId id="{91C5113D-C8B9-4D23-4DF5-10C0E39511A9}"/>
                  </a:ext>
                </a:extLst>
              </p:cNvPr>
              <p:cNvCxnSpPr/>
              <p:nvPr/>
            </p:nvCxnSpPr>
            <p:spPr>
              <a:xfrm>
                <a:off x="7027687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正方形/長方形 226">
                <a:extLst>
                  <a:ext uri="{FF2B5EF4-FFF2-40B4-BE49-F238E27FC236}">
                    <ns2:creationId id="{3D8DE8B4-02D1-C8B8-6FD4-201524517592}"/>
                  </a:ext>
                </a:extLst>
              </p:cNvPr>
              <p:cNvSpPr/>
              <p:nvPr/>
            </p:nvSpPr>
            <p:spPr>
              <a:xfrm>
                <a:off x="92015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EFD26736-98A8-605D-0CC3-DB44D5721528}"/>
                  </a:ext>
                </a:extLst>
              </p:cNvPr>
              <p:cNvSpPr/>
              <p:nvPr/>
            </p:nvSpPr>
            <p:spPr>
              <a:xfrm>
                <a:off x="1938075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AA95E8E1-24B1-61DE-5603-FD7DA262AB16}"/>
                  </a:ext>
                </a:extLst>
              </p:cNvPr>
              <p:cNvSpPr/>
              <p:nvPr/>
            </p:nvSpPr>
            <p:spPr>
              <a:xfrm>
                <a:off x="2955996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622E2271-13E9-0E66-D90F-408170DBFD06}"/>
                  </a:ext>
                </a:extLst>
              </p:cNvPr>
              <p:cNvSpPr/>
              <p:nvPr/>
            </p:nvSpPr>
            <p:spPr>
              <a:xfrm>
                <a:off x="3973919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/ </a:t>
                </a:r>
                <a:b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0160D915-F2C5-CFE9-F77A-D76874B0CC26}"/>
                  </a:ext>
                </a:extLst>
              </p:cNvPr>
              <p:cNvSpPr/>
              <p:nvPr/>
            </p:nvSpPr>
            <p:spPr>
              <a:xfrm>
                <a:off x="499184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759D73B-985E-7C6A-3213-ECABF2622797}"/>
                  </a:ext>
                </a:extLst>
              </p:cNvPr>
              <p:cNvSpPr/>
              <p:nvPr/>
            </p:nvSpPr>
            <p:spPr>
              <a:xfrm>
                <a:off x="6009764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9F6F6DA-3D69-5C5C-2ECE-135B74D1CE7D}"/>
                  </a:ext>
                </a:extLst>
              </p:cNvPr>
              <p:cNvSpPr/>
              <p:nvPr/>
            </p:nvSpPr>
            <p:spPr>
              <a:xfrm>
                <a:off x="6969072" y="2831073"/>
                <a:ext cx="1053380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F7281F4-161F-55A1-36A9-A5600DD7550E}"/>
                  </a:ext>
                </a:extLst>
              </p:cNvPr>
              <p:cNvSpPr/>
              <p:nvPr/>
            </p:nvSpPr>
            <p:spPr>
              <a:xfrm>
                <a:off x="920152" y="3219404"/>
                <a:ext cx="929711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9A0C9DC0-0D11-A0CA-4DD7-149905E7E84D}"/>
                  </a:ext>
                </a:extLst>
              </p:cNvPr>
              <p:cNvSpPr/>
              <p:nvPr/>
            </p:nvSpPr>
            <p:spPr>
              <a:xfrm>
                <a:off x="1938075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58702B55-6F01-3E9D-217F-5C662D45986C}"/>
                  </a:ext>
                </a:extLst>
              </p:cNvPr>
              <p:cNvSpPr/>
              <p:nvPr/>
            </p:nvSpPr>
            <p:spPr>
              <a:xfrm>
                <a:off x="2955996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42E709AE-2373-0565-A99B-1E73D3DBA559}"/>
                  </a:ext>
                </a:extLst>
              </p:cNvPr>
              <p:cNvSpPr/>
              <p:nvPr/>
            </p:nvSpPr>
            <p:spPr>
              <a:xfrm>
                <a:off x="3973919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B3D0B4E-3175-24DD-9BD7-F7D2690DEE31}"/>
                  </a:ext>
                </a:extLst>
              </p:cNvPr>
              <p:cNvSpPr/>
              <p:nvPr/>
            </p:nvSpPr>
            <p:spPr>
              <a:xfrm>
                <a:off x="4991842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9B5ABA77-4ABC-BF54-6492-68DE3A6627BC}"/>
                  </a:ext>
                </a:extLst>
              </p:cNvPr>
              <p:cNvSpPr/>
              <p:nvPr/>
            </p:nvSpPr>
            <p:spPr>
              <a:xfrm>
                <a:off x="6009764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5355DDA4-0852-4F54-BBBB-79D9FB574B88}"/>
                  </a:ext>
                </a:extLst>
              </p:cNvPr>
              <p:cNvSpPr/>
              <p:nvPr/>
            </p:nvSpPr>
            <p:spPr>
              <a:xfrm>
                <a:off x="7027687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384F04AE-BD68-0558-8C9E-DDF48EF065BA}"/>
                  </a:ext>
                </a:extLst>
              </p:cNvPr>
              <p:cNvSpPr/>
              <p:nvPr/>
            </p:nvSpPr>
            <p:spPr>
              <a:xfrm>
                <a:off x="334963" y="2831073"/>
                <a:ext cx="511176" cy="33849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0C5B8A81-ACB8-327B-A29D-01A65A6B239D}"/>
                  </a:ext>
                </a:extLst>
              </p:cNvPr>
              <p:cNvSpPr/>
              <p:nvPr/>
            </p:nvSpPr>
            <p:spPr>
              <a:xfrm>
                <a:off x="334963" y="3219404"/>
                <a:ext cx="511176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48" name="フローチャート: 磁気ディスク 347">
              <a:extLst>
                <a:ext uri="{FF2B5EF4-FFF2-40B4-BE49-F238E27FC236}">
                  <ns2:creationId id="{A280FA61-0874-92CC-D677-0FD7A5764B67}"/>
                </a:ext>
              </a:extLst>
            </p:cNvPr>
            <p:cNvSpPr/>
            <p:nvPr/>
          </p:nvSpPr>
          <p:spPr>
            <a:xfrm>
              <a:off x="3151189" y="3630100"/>
              <a:ext cx="217500" cy="200114"/>
            </a:xfrm>
            <a:prstGeom prst="flowChartMagneticDisk">
              <a:avLst/>
            </a:prstGeom>
            <a:solidFill>
              <a:srgbClr val="008D2E"/>
            </a:solidFill>
            <a:ln w="317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34AE4354-A07B-D086-927A-C5766F3F5C7B}"/>
                </a:ext>
              </a:extLst>
            </p:cNvPr>
            <p:cNvSpPr/>
            <p:nvPr/>
          </p:nvSpPr>
          <p:spPr>
            <a:xfrm>
              <a:off x="914763" y="3896111"/>
              <a:ext cx="7195033" cy="1812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90D882E2-BE0D-70C2-2BAA-03118C4116EE}"/>
                </a:ext>
              </a:extLst>
            </p:cNvPr>
            <p:cNvGrpSpPr/>
            <p:nvPr/>
          </p:nvGrpSpPr>
          <p:grpSpPr>
            <a:xfrm>
              <a:off x="334962" y="5411865"/>
              <a:ext cx="7622433" cy="406861"/>
              <a:chOff x="334962" y="5411865"/>
              <a:chExt cx="7622433" cy="406861"/>
            </a:xfrm>
          </p:grpSpPr>
          <p:sp>
            <p:nvSpPr>
              <p:cNvPr id="360" name="正方形/長方形 359">
                <a:extLst>
                  <a:ext uri="{FF2B5EF4-FFF2-40B4-BE49-F238E27FC236}">
                    <ns2:creationId id="{9DF86E4B-3097-D2A1-F796-730B532DE3F1}"/>
                  </a:ext>
                </a:extLst>
              </p:cNvPr>
              <p:cNvSpPr/>
              <p:nvPr/>
            </p:nvSpPr>
            <p:spPr>
              <a:xfrm>
                <a:off x="334962" y="5411865"/>
                <a:ext cx="557893" cy="406861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361" name="正方形/長方形 360">
                <a:extLst>
                  <a:ext uri="{FF2B5EF4-FFF2-40B4-BE49-F238E27FC236}">
                    <ns2:creationId id="{EC3282EF-2500-2B34-856E-2DFE0F7FD337}"/>
                  </a:ext>
                </a:extLst>
              </p:cNvPr>
              <p:cNvSpPr/>
              <p:nvPr/>
            </p:nvSpPr>
            <p:spPr>
              <a:xfrm>
                <a:off x="995162" y="5411865"/>
                <a:ext cx="6962233" cy="40686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50" name="正方形/長方形 349">
              <a:extLst>
                <a:ext uri="{FF2B5EF4-FFF2-40B4-BE49-F238E27FC236}">
                  <ns2:creationId id="{F15CFCBA-2CB7-7B4A-BA59-51DC6350F460}"/>
                </a:ext>
              </a:extLst>
            </p:cNvPr>
            <p:cNvSpPr/>
            <p:nvPr/>
          </p:nvSpPr>
          <p:spPr>
            <a:xfrm>
              <a:off x="347444" y="4234573"/>
              <a:ext cx="2744891" cy="311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: 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5CB92E4C-D580-D0AA-4E1D-40145A5575A4}"/>
                </a:ext>
              </a:extLst>
            </p:cNvPr>
            <p:cNvSpPr/>
            <p:nvPr/>
          </p:nvSpPr>
          <p:spPr>
            <a:xfrm>
              <a:off x="40545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939196-7A07-ADE9-39E4-888EA25A1FCA}"/>
                </a:ext>
              </a:extLst>
            </p:cNvPr>
            <p:cNvSpPr/>
            <p:nvPr/>
          </p:nvSpPr>
          <p:spPr>
            <a:xfrm>
              <a:off x="2288740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25D44C03-EF0E-72DC-E2FB-9CDD1072B637}"/>
                </a:ext>
              </a:extLst>
            </p:cNvPr>
            <p:cNvSpPr/>
            <p:nvPr/>
          </p:nvSpPr>
          <p:spPr>
            <a:xfrm>
              <a:off x="417202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79062FFC-9C46-6C83-3BAB-409823301F76}"/>
                </a:ext>
              </a:extLst>
            </p:cNvPr>
            <p:cNvSpPr/>
            <p:nvPr/>
          </p:nvSpPr>
          <p:spPr>
            <a:xfrm>
              <a:off x="6083284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C04FF92B-4FF2-6A2D-AB4C-D16AFD8F96D7}"/>
                </a:ext>
              </a:extLst>
            </p:cNvPr>
            <p:cNvGrpSpPr/>
            <p:nvPr/>
          </p:nvGrpSpPr>
          <p:grpSpPr>
            <a:xfrm>
              <a:off x="405456" y="4573641"/>
              <a:ext cx="7551941" cy="313219"/>
              <a:chOff x="405456" y="4641016"/>
              <a:chExt cx="7551941" cy="313219"/>
            </a:xfrm>
          </p:grpSpPr>
          <p:sp>
            <p:nvSpPr>
              <p:cNvPr id="177" name="山形 66">
                <a:extLst>
                  <a:ext uri="{FF2B5EF4-FFF2-40B4-BE49-F238E27FC236}">
                    <ns2:creationId id="{096D0A63-6CD4-0D0E-B055-663F16FB493B}"/>
                  </a:ext>
                </a:extLst>
              </p:cNvPr>
              <p:cNvSpPr/>
              <p:nvPr/>
            </p:nvSpPr>
            <p:spPr>
              <a:xfrm>
                <a:off x="405456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8" name="山形 66">
                <a:extLst>
                  <a:ext uri="{FF2B5EF4-FFF2-40B4-BE49-F238E27FC236}">
                    <ns2:creationId id="{74E3D8E4-A6E4-DC1C-0CDA-DC97F595EDC4}"/>
                  </a:ext>
                </a:extLst>
              </p:cNvPr>
              <p:cNvSpPr/>
              <p:nvPr/>
            </p:nvSpPr>
            <p:spPr>
              <a:xfrm>
                <a:off x="2295008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9" name="山形 66">
                <a:extLst>
                  <a:ext uri="{FF2B5EF4-FFF2-40B4-BE49-F238E27FC236}">
                    <ns2:creationId id="{DF4C786F-8FE7-C431-8166-E857D7845E86}"/>
                  </a:ext>
                </a:extLst>
              </p:cNvPr>
              <p:cNvSpPr/>
              <p:nvPr/>
            </p:nvSpPr>
            <p:spPr>
              <a:xfrm>
                <a:off x="4184561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354" name="山形 66">
                <a:extLst>
                  <a:ext uri="{FF2B5EF4-FFF2-40B4-BE49-F238E27FC236}">
                    <ns2:creationId id="{3BB1686C-4FE9-6345-E673-4DFAA129A361}"/>
                  </a:ext>
                </a:extLst>
              </p:cNvPr>
              <p:cNvSpPr/>
              <p:nvPr/>
            </p:nvSpPr>
            <p:spPr>
              <a:xfrm>
                <a:off x="6074113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pic>
            <p:nvPicPr>
              <p:cNvPr id="365" name="グラフィックス 364" descr="ルーラー 単色塗りつぶし">
                <a:extLst>
                  <a:ext uri="{FF2B5EF4-FFF2-40B4-BE49-F238E27FC236}">
                    <ns2:creationId id="{EED7B94B-9C0D-49F6-E807-846043EF89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27626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7" name="グラフィックス 366" descr="電球と歯車 単色塗りつぶし">
                <a:extLst>
                  <a:ext uri="{FF2B5EF4-FFF2-40B4-BE49-F238E27FC236}">
                    <ns2:creationId id="{A986F478-21C1-D78D-9D47-74305C3042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2724310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9" name="グラフィックス 368" descr="野球のバットとボール 単色塗りつぶし">
                <a:extLst>
                  <a:ext uri="{FF2B5EF4-FFF2-40B4-BE49-F238E27FC236}">
                    <ns2:creationId id="{02721164-9C8C-8649-2426-F571B40FAD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4658293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71" name="グラフィックス 370" descr="リサーチ 単色塗りつぶし">
                <a:extLst>
                  <a:ext uri="{FF2B5EF4-FFF2-40B4-BE49-F238E27FC236}">
                    <ns2:creationId id="{C91C4046-08AE-2255-875F-A35A4DAFC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6438130" y="467162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346BFF08-F354-900C-77A7-7C4D76997723}"/>
                </a:ext>
              </a:extLst>
            </p:cNvPr>
            <p:cNvGrpSpPr/>
            <p:nvPr/>
          </p:nvGrpSpPr>
          <p:grpSpPr>
            <a:xfrm>
              <a:off x="8208339" y="2044038"/>
              <a:ext cx="3546389" cy="468000"/>
              <a:chOff x="8208339" y="2063288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816524F2-8427-6563-D946-A724BED7E7DA}"/>
                  </a:ext>
                </a:extLst>
              </p:cNvPr>
              <p:cNvSpPr/>
              <p:nvPr/>
            </p:nvSpPr>
            <p:spPr>
              <a:xfrm>
                <a:off x="8208339" y="2063288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197FF751-C60D-DD69-8A9B-0CAE40872971}"/>
                  </a:ext>
                </a:extLst>
              </p:cNvPr>
              <p:cNvSpPr/>
              <p:nvPr/>
            </p:nvSpPr>
            <p:spPr>
              <a:xfrm>
                <a:off x="8931637" y="2117288"/>
                <a:ext cx="2798126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FA931B69-6604-EB40-2157-8A1F85DE06F1}"/>
                  </a:ext>
                </a:extLst>
              </p:cNvPr>
              <p:cNvSpPr/>
              <p:nvPr/>
            </p:nvSpPr>
            <p:spPr>
              <a:xfrm>
                <a:off x="8263788" y="2124488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02FB85CF-642C-D302-D6F7-FD710F00315F}"/>
                </a:ext>
              </a:extLst>
            </p:cNvPr>
            <p:cNvGrpSpPr/>
            <p:nvPr/>
          </p:nvGrpSpPr>
          <p:grpSpPr>
            <a:xfrm>
              <a:off x="8208339" y="2588141"/>
              <a:ext cx="3546389" cy="468000"/>
              <a:chOff x="8208339" y="2612203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66B40A75-CB3E-9B71-2BF1-E4B76ECA78FA}"/>
                  </a:ext>
                </a:extLst>
              </p:cNvPr>
              <p:cNvSpPr/>
              <p:nvPr/>
            </p:nvSpPr>
            <p:spPr>
              <a:xfrm>
                <a:off x="8208339" y="261220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C1F1DA53-6951-26A8-D4A3-4E51A992439A}"/>
                  </a:ext>
                </a:extLst>
              </p:cNvPr>
              <p:cNvSpPr/>
              <p:nvPr/>
            </p:nvSpPr>
            <p:spPr>
              <a:xfrm>
                <a:off x="8931637" y="2673862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EA5D8C8D-37CB-5611-C320-CC7380703359}"/>
                  </a:ext>
                </a:extLst>
              </p:cNvPr>
              <p:cNvSpPr/>
              <p:nvPr/>
            </p:nvSpPr>
            <p:spPr>
              <a:xfrm>
                <a:off x="8263788" y="2673403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03E4748C-DC10-454E-ABD8-51B2F7CE463B}"/>
                </a:ext>
              </a:extLst>
            </p:cNvPr>
            <p:cNvGrpSpPr/>
            <p:nvPr/>
          </p:nvGrpSpPr>
          <p:grpSpPr>
            <a:xfrm>
              <a:off x="8208339" y="3132244"/>
              <a:ext cx="3546389" cy="468000"/>
              <a:chOff x="8208339" y="3161119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839485B8-B9D6-204F-C2C9-F4E0B1121311}"/>
                  </a:ext>
                </a:extLst>
              </p:cNvPr>
              <p:cNvSpPr/>
              <p:nvPr/>
            </p:nvSpPr>
            <p:spPr>
              <a:xfrm>
                <a:off x="8208339" y="316111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47E577A0-8628-8650-081A-5C212FDC00F0}"/>
                  </a:ext>
                </a:extLst>
              </p:cNvPr>
              <p:cNvSpPr/>
              <p:nvPr/>
            </p:nvSpPr>
            <p:spPr>
              <a:xfrm>
                <a:off x="8263788" y="3222319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E12E472D-6A45-52AA-1CAA-5135BC6CA9B8}"/>
                  </a:ext>
                </a:extLst>
              </p:cNvPr>
              <p:cNvSpPr/>
              <p:nvPr/>
            </p:nvSpPr>
            <p:spPr>
              <a:xfrm>
                <a:off x="8931637" y="3222778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637866262"/>
      </p:ext>
    </p:extLst>
  </p:cSld>
  <p:clrMapOvr>
    <a:masterClrMapping/>
  </p:clrMapOvr>
</p:sld>
</file>

<file path=ppt/slides/slide2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F676A3-5C19-AF2F-533D-1E17FDF5F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043D22B-3254-ABE1-F504-CE14852025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BDF322D3-92B1-BC20-56DD-0B65D8FA85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37074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 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EBD1C1EA-6A85-0090-81ED-17223BE84257}"/>
              </a:ext>
            </a:extLst>
          </p:cNvPr>
          <p:cNvSpPr/>
          <p:nvPr/>
        </p:nvSpPr>
        <p:spPr>
          <a:xfrm>
            <a:off x="7791795" y="514368"/>
            <a:ext cx="1476000" cy="284543"/>
          </a:xfrm>
          <a:prstGeom prst="roundRect">
            <a:avLst>
              <a:gd name="adj" fmla="val 50000"/>
            </a:avLst>
          </a:prstGeom>
          <a:solidFill>
            <a:schemeClr val="accent2">
              <a:lumMod val="20000"/>
              <a:lumOff val="80000"/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04B79D91-6042-10FF-040A-377D8051FCA5}"/>
              </a:ext>
            </a:extLst>
          </p:cNvPr>
          <p:cNvSpPr/>
          <p:nvPr/>
        </p:nvSpPr>
        <p:spPr>
          <a:xfrm>
            <a:off x="6222878" y="519675"/>
            <a:ext cx="1440000" cy="284543"/>
          </a:xfrm>
          <a:prstGeom prst="roundRect">
            <a:avLst>
              <a:gd name="adj" fmla="val 50000"/>
            </a:avLst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err="1">
                <a:solidFill>
                  <a:srgbClr val="008D2E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106" name="グループ化 105">
            <a:extLst>
              <a:ext uri="{FF2B5EF4-FFF2-40B4-BE49-F238E27FC236}">
                <ns2:creationId id="{F95C1E19-FCC6-9F2D-3EB6-11338311A178}"/>
              </a:ext>
            </a:extLst>
          </p:cNvPr>
          <p:cNvGrpSpPr/>
          <p:nvPr/>
        </p:nvGrpSpPr>
        <p:grpSpPr>
          <a:xfrm>
            <a:off x="334963" y="1628775"/>
            <a:ext cx="11527569" cy="4675468"/>
            <a:chOff x="334963" y="1628775"/>
            <a:chExt cx="11527569" cy="4675468"/>
          </a:xfrm>
        </p:grpSpPr>
        <p:sp>
          <p:nvSpPr>
            <p:cNvPr id="103" name="正方形/長方形 102">
              <a:extLst>
                <a:ext uri="{FF2B5EF4-FFF2-40B4-BE49-F238E27FC236}">
                  <ns2:creationId id="{112EE1A3-C167-A77E-F1BA-2273F1C03402}"/>
                </a:ext>
              </a:extLst>
            </p:cNvPr>
            <p:cNvSpPr/>
            <p:nvPr/>
          </p:nvSpPr>
          <p:spPr>
            <a:xfrm>
              <a:off x="8298532" y="1636304"/>
              <a:ext cx="3564000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6DBA1C7B-997E-19A3-926D-1516A7B3D312}"/>
                </a:ext>
              </a:extLst>
            </p:cNvPr>
            <p:cNvSpPr/>
            <p:nvPr/>
          </p:nvSpPr>
          <p:spPr>
            <a:xfrm>
              <a:off x="8298532" y="1977967"/>
              <a:ext cx="3564000" cy="19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37C0A44B-DAB1-7EFC-FA8E-BF44684270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195269" y="1643504"/>
              <a:ext cx="324000" cy="324000"/>
            </a:xfrm>
            <a:prstGeom prst="rect">
              <a:avLst/>
            </a:prstGeom>
          </p:spPr>
        </p:pic>
        <p:sp>
          <p:nvSpPr>
            <p:cNvPr id="7" name="AutoShape 2">
              <a:extLst>
                <a:ext uri="{FF2B5EF4-FFF2-40B4-BE49-F238E27FC236}">
                  <ns2:creationId id="{9DFF86AE-CB6B-3F91-3771-4792A91C9F0B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6200000" flipH="1">
              <a:off x="607330" y="3124858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83" name="グループ化 82">
              <a:extLst>
                <a:ext uri="{FF2B5EF4-FFF2-40B4-BE49-F238E27FC236}">
                  <ns2:creationId id="{0C43A278-EA25-494D-CF5E-01EA83CF4A01}"/>
                </a:ext>
              </a:extLst>
            </p:cNvPr>
            <p:cNvGrpSpPr/>
            <p:nvPr/>
          </p:nvGrpSpPr>
          <p:grpSpPr>
            <a:xfrm>
              <a:off x="334963" y="2857992"/>
              <a:ext cx="5327267" cy="468000"/>
              <a:chOff x="334963" y="2819492"/>
              <a:chExt cx="5327267" cy="468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B31674-DA8B-0538-9AA7-EFD97666E8A6}"/>
                  </a:ext>
                </a:extLst>
              </p:cNvPr>
              <p:cNvSpPr/>
              <p:nvPr/>
            </p:nvSpPr>
            <p:spPr>
              <a:xfrm>
                <a:off x="334963" y="2819492"/>
                <a:ext cx="618231" cy="468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07C5A1-2BDF-8870-8742-4BD016FEE346}"/>
                  </a:ext>
                </a:extLst>
              </p:cNvPr>
              <p:cNvSpPr/>
              <p:nvPr/>
            </p:nvSpPr>
            <p:spPr>
              <a:xfrm>
                <a:off x="963328" y="2819492"/>
                <a:ext cx="4698902" cy="46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kumimoji="1" lang="ja-JP" altLang="en-US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3" name="正方形/長方形 22">
              <a:extLst>
                <a:ext uri="{FF2B5EF4-FFF2-40B4-BE49-F238E27FC236}">
                  <ns2:creationId id="{0484238A-7FB5-F4AA-7F70-C7C988FF1416}"/>
                </a:ext>
              </a:extLst>
            </p:cNvPr>
            <p:cNvSpPr/>
            <p:nvPr/>
          </p:nvSpPr>
          <p:spPr>
            <a:xfrm>
              <a:off x="963328" y="3463491"/>
              <a:ext cx="4698902" cy="2183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2" name="AutoShape 2">
              <a:extLst>
                <a:ext uri="{FF2B5EF4-FFF2-40B4-BE49-F238E27FC236}">
                  <ns2:creationId id="{4FFE33AA-6B63-D440-03D8-056493D8008B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6200000" flipH="1">
              <a:off x="607329" y="2455330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41544577-2DAC-290B-9396-D6D7DC753772}"/>
                </a:ext>
              </a:extLst>
            </p:cNvPr>
            <p:cNvGrpSpPr/>
            <p:nvPr/>
          </p:nvGrpSpPr>
          <p:grpSpPr>
            <a:xfrm>
              <a:off x="334963" y="1628775"/>
              <a:ext cx="5327267" cy="963658"/>
              <a:chOff x="334963" y="1628775"/>
              <a:chExt cx="5327267" cy="96365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F3FA28F8-919C-2F83-9578-A361371F2AA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618231" cy="96365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467C0FBC-44E1-C9C8-8A6C-06453C8AF488}"/>
                  </a:ext>
                </a:extLst>
              </p:cNvPr>
              <p:cNvSpPr/>
              <p:nvPr/>
            </p:nvSpPr>
            <p:spPr>
              <a:xfrm>
                <a:off x="963328" y="1628775"/>
                <a:ext cx="4698902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12" name="直線矢印コネクタ 11">
                <a:extLst>
                  <a:ext uri="{FF2B5EF4-FFF2-40B4-BE49-F238E27FC236}">
                    <ns2:creationId id="{CA8E89FB-7271-625A-7951-5395A182176A}"/>
                  </a:ext>
                </a:extLst>
              </p:cNvPr>
              <p:cNvCxnSpPr/>
              <p:nvPr/>
            </p:nvCxnSpPr>
            <p:spPr>
              <a:xfrm>
                <a:off x="963327" y="2101188"/>
                <a:ext cx="4698901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楕円 12">
                <a:extLst>
                  <a:ext uri="{FF2B5EF4-FFF2-40B4-BE49-F238E27FC236}">
                    <ns2:creationId id="{88587D51-BC4D-7E0D-A9D4-BB57DE2B8BBB}"/>
                  </a:ext>
                </a:extLst>
              </p:cNvPr>
              <p:cNvSpPr/>
              <p:nvPr/>
            </p:nvSpPr>
            <p:spPr>
              <a:xfrm>
                <a:off x="1273016" y="2030656"/>
                <a:ext cx="141063" cy="14106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311185BB-D828-AB29-BAD5-AA685CA8498C}"/>
                  </a:ext>
                </a:extLst>
              </p:cNvPr>
              <p:cNvSpPr/>
              <p:nvPr/>
            </p:nvSpPr>
            <p:spPr>
              <a:xfrm>
                <a:off x="978759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9047E0FC-1073-DCF7-3FA4-B29C93CD053D}"/>
                  </a:ext>
                </a:extLst>
              </p:cNvPr>
              <p:cNvSpPr/>
              <p:nvPr/>
            </p:nvSpPr>
            <p:spPr>
              <a:xfrm>
                <a:off x="2544943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D05B735-9239-68E6-B051-C8908298D879}"/>
                  </a:ext>
                </a:extLst>
              </p:cNvPr>
              <p:cNvSpPr/>
              <p:nvPr/>
            </p:nvSpPr>
            <p:spPr>
              <a:xfrm>
                <a:off x="2185807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8" name="楕円 17">
                <a:extLst>
                  <a:ext uri="{FF2B5EF4-FFF2-40B4-BE49-F238E27FC236}">
                    <ns2:creationId id="{F2A0B065-3635-8E99-1CEC-05D575400E8F}"/>
                  </a:ext>
                </a:extLst>
              </p:cNvPr>
              <p:cNvSpPr/>
              <p:nvPr/>
            </p:nvSpPr>
            <p:spPr>
              <a:xfrm>
                <a:off x="3751990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3F9B0F4-053B-0F09-C93B-71E27AB62B01}"/>
                  </a:ext>
                </a:extLst>
              </p:cNvPr>
              <p:cNvSpPr/>
              <p:nvPr/>
            </p:nvSpPr>
            <p:spPr>
              <a:xfrm>
                <a:off x="3392854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dirty="0">
                  <a:latin typeface="+mn-ea"/>
                </a:endParaRPr>
              </a:p>
            </p:txBody>
          </p:sp>
          <p:sp>
            <p:nvSpPr>
              <p:cNvPr id="37" name="楕円 36">
                <a:extLst>
                  <a:ext uri="{FF2B5EF4-FFF2-40B4-BE49-F238E27FC236}">
                    <ns2:creationId id="{885932A0-F38C-88A3-92A9-23E29B4D2CF5}"/>
                  </a:ext>
                </a:extLst>
              </p:cNvPr>
              <p:cNvSpPr/>
              <p:nvPr/>
            </p:nvSpPr>
            <p:spPr>
              <a:xfrm>
                <a:off x="4959038" y="2030656"/>
                <a:ext cx="141063" cy="141063"/>
              </a:xfrm>
              <a:prstGeom prst="ellipse">
                <a:avLst/>
              </a:prstGeom>
              <a:solidFill>
                <a:schemeClr val="accent4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332E3D12-AB8B-1319-C8A4-A92279F0AE67}"/>
                  </a:ext>
                </a:extLst>
              </p:cNvPr>
              <p:cNvSpPr/>
              <p:nvPr/>
            </p:nvSpPr>
            <p:spPr>
              <a:xfrm>
                <a:off x="4599902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accent4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EA67F589-08B6-6353-2F14-72E3603BEF7F}"/>
                  </a:ext>
                </a:extLst>
              </p:cNvPr>
              <p:cNvSpPr/>
              <p:nvPr/>
            </p:nvSpPr>
            <p:spPr>
              <a:xfrm>
                <a:off x="978759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A2FACEB-6798-7E5E-AA7E-AB1CEF23CF1C}"/>
                  </a:ext>
                </a:extLst>
              </p:cNvPr>
              <p:cNvSpPr/>
              <p:nvPr/>
            </p:nvSpPr>
            <p:spPr>
              <a:xfrm>
                <a:off x="2185807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ED533CB-4223-DB9B-E673-84FCD3B3DBD0}"/>
                  </a:ext>
                </a:extLst>
              </p:cNvPr>
              <p:cNvSpPr/>
              <p:nvPr/>
            </p:nvSpPr>
            <p:spPr>
              <a:xfrm>
                <a:off x="3392854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96FDAB-62BC-97D7-8F14-8B5692CFD78C}"/>
                  </a:ext>
                </a:extLst>
              </p:cNvPr>
              <p:cNvSpPr/>
              <p:nvPr/>
            </p:nvSpPr>
            <p:spPr>
              <a:xfrm>
                <a:off x="4599902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800" dirty="0" err="1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4"/>
                  </a:solidFill>
                  <a:latin typeface="+mn-ea"/>
                </a:endParaRPr>
              </a:p>
            </p:txBody>
          </p:sp>
        </p:grpSp>
        <p:sp>
          <p:nvSpPr>
            <p:cNvPr id="25" name="正方形/長方形 24">
              <a:extLst>
                <a:ext uri="{FF2B5EF4-FFF2-40B4-BE49-F238E27FC236}">
                  <ns2:creationId id="{335FEBCB-03E8-4430-0007-4841AF4FEF8D}"/>
                </a:ext>
              </a:extLst>
            </p:cNvPr>
            <p:cNvSpPr/>
            <p:nvPr/>
          </p:nvSpPr>
          <p:spPr>
            <a:xfrm>
              <a:off x="5768104" y="1628775"/>
              <a:ext cx="2448000" cy="96365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rgbClr val="008D2E"/>
                </a:buClr>
              </a:pPr>
              <a:r>
                <a:rPr lang="ja-FR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  <a:cs typeface="Meiryo UI" pitchFamily="34" charset="-120"/>
              </a:endParaRP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8129C5-ABE0-7BAC-D438-B4F211155D0B}"/>
                </a:ext>
              </a:extLst>
            </p:cNvPr>
            <p:cNvSpPr/>
            <p:nvPr/>
          </p:nvSpPr>
          <p:spPr>
            <a:xfrm>
              <a:off x="5768104" y="2645995"/>
              <a:ext cx="2448000" cy="96365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③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④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8D315F16-BC6B-CE3E-E871-0B29063A9B73}"/>
                </a:ext>
              </a:extLst>
            </p:cNvPr>
            <p:cNvGrpSpPr/>
            <p:nvPr/>
          </p:nvGrpSpPr>
          <p:grpSpPr>
            <a:xfrm>
              <a:off x="5768104" y="3663215"/>
              <a:ext cx="2448000" cy="963658"/>
              <a:chOff x="5662229" y="3663215"/>
              <a:chExt cx="2448000" cy="963658"/>
            </a:xfrm>
          </p:grpSpPr>
          <p:cxnSp>
            <p:nvCxnSpPr>
              <p:cNvPr id="123" name="直線矢印コネクタ 122">
                <a:extLst>
                  <a:ext uri="{FF2B5EF4-FFF2-40B4-BE49-F238E27FC236}">
                    <ns2:creationId id="{77449186-A3C4-0423-ACE7-203DF48617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6443" y="4374859"/>
                <a:ext cx="23400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正方形/長方形 29">
                <a:extLst>
                  <a:ext uri="{FF2B5EF4-FFF2-40B4-BE49-F238E27FC236}">
                    <ns2:creationId id="{511E7BD7-A9E0-888C-7366-4ABBD1CB8A2D}"/>
                  </a:ext>
                </a:extLst>
              </p:cNvPr>
              <p:cNvSpPr/>
              <p:nvPr/>
            </p:nvSpPr>
            <p:spPr>
              <a:xfrm>
                <a:off x="5662229" y="3663215"/>
                <a:ext cx="2448000" cy="963658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7" name="山形 66">
                <a:extLst>
                  <a:ext uri="{FF2B5EF4-FFF2-40B4-BE49-F238E27FC236}">
                    <ns2:creationId id="{2A536126-544C-F0FC-D4AE-7343047FB3B4}"/>
                  </a:ext>
                </a:extLst>
              </p:cNvPr>
              <p:cNvSpPr/>
              <p:nvPr/>
            </p:nvSpPr>
            <p:spPr>
              <a:xfrm>
                <a:off x="5730901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58" name="山形 66">
                <a:extLst>
                  <a:ext uri="{FF2B5EF4-FFF2-40B4-BE49-F238E27FC236}">
                    <ns2:creationId id="{C070B695-835B-7883-FCA7-AA5956F32BF1}"/>
                  </a:ext>
                </a:extLst>
              </p:cNvPr>
              <p:cNvSpPr/>
              <p:nvPr/>
            </p:nvSpPr>
            <p:spPr>
              <a:xfrm>
                <a:off x="6305319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59" name="山形 66">
                <a:extLst>
                  <a:ext uri="{FF2B5EF4-FFF2-40B4-BE49-F238E27FC236}">
                    <ns2:creationId id="{787324EC-726B-0D43-D3B9-9798542046BD}"/>
                  </a:ext>
                </a:extLst>
              </p:cNvPr>
              <p:cNvSpPr/>
              <p:nvPr/>
            </p:nvSpPr>
            <p:spPr>
              <a:xfrm>
                <a:off x="6879737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0" name="山形 66">
                <a:extLst>
                  <a:ext uri="{FF2B5EF4-FFF2-40B4-BE49-F238E27FC236}">
                    <ns2:creationId id="{CA1F3D35-3E6E-D98E-713B-754A419DABCF}"/>
                  </a:ext>
                </a:extLst>
              </p:cNvPr>
              <p:cNvSpPr/>
              <p:nvPr/>
            </p:nvSpPr>
            <p:spPr>
              <a:xfrm>
                <a:off x="7454156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0108A593-1F41-8963-6938-0CFED7B5464A}"/>
                  </a:ext>
                </a:extLst>
              </p:cNvPr>
              <p:cNvSpPr/>
              <p:nvPr/>
            </p:nvSpPr>
            <p:spPr>
              <a:xfrm>
                <a:off x="6395252" y="4299493"/>
                <a:ext cx="334895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0B6057BF-FB39-1A56-541B-547B6B771EAB}"/>
                  </a:ext>
                </a:extLst>
              </p:cNvPr>
              <p:cNvSpPr/>
              <p:nvPr/>
            </p:nvSpPr>
            <p:spPr>
              <a:xfrm>
                <a:off x="6927153" y="4299493"/>
                <a:ext cx="419929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92BC5229-ED20-B3A0-F029-6350A3CE8AA1}"/>
                  </a:ext>
                </a:extLst>
              </p:cNvPr>
              <p:cNvSpPr/>
              <p:nvPr/>
            </p:nvSpPr>
            <p:spPr>
              <a:xfrm>
                <a:off x="7501572" y="4299493"/>
                <a:ext cx="419929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317F8441-1CFB-8B52-6316-8D4111CAB92F}"/>
                  </a:ext>
                </a:extLst>
              </p:cNvPr>
              <p:cNvSpPr/>
              <p:nvPr/>
            </p:nvSpPr>
            <p:spPr>
              <a:xfrm>
                <a:off x="5820834" y="4299493"/>
                <a:ext cx="334895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D3351E2D-9DE1-3A76-B374-D82F1BB95BAD}"/>
                </a:ext>
              </a:extLst>
            </p:cNvPr>
            <p:cNvSpPr/>
            <p:nvPr/>
          </p:nvSpPr>
          <p:spPr>
            <a:xfrm>
              <a:off x="334963" y="3463489"/>
              <a:ext cx="618231" cy="192126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BBB34554-16DD-363F-D14A-0E2D51ED9981}"/>
                </a:ext>
              </a:extLst>
            </p:cNvPr>
            <p:cNvSpPr/>
            <p:nvPr/>
          </p:nvSpPr>
          <p:spPr>
            <a:xfrm>
              <a:off x="963325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山形 66">
              <a:extLst>
                <a:ext uri="{FF2B5EF4-FFF2-40B4-BE49-F238E27FC236}">
                  <ns2:creationId id="{5CF6FEC1-6BA3-C0AA-BEED-6014BE35A957}"/>
                </a:ext>
              </a:extLst>
            </p:cNvPr>
            <p:cNvSpPr/>
            <p:nvPr/>
          </p:nvSpPr>
          <p:spPr>
            <a:xfrm>
              <a:off x="963326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　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6" name="山形 66">
              <a:extLst>
                <a:ext uri="{FF2B5EF4-FFF2-40B4-BE49-F238E27FC236}">
                  <ns2:creationId id="{1E787237-FF10-2D42-C50B-FD65BAD95BC8}"/>
                </a:ext>
              </a:extLst>
            </p:cNvPr>
            <p:cNvSpPr/>
            <p:nvPr/>
          </p:nvSpPr>
          <p:spPr>
            <a:xfrm>
              <a:off x="2531361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7" name="山形 66">
              <a:extLst>
                <a:ext uri="{FF2B5EF4-FFF2-40B4-BE49-F238E27FC236}">
                  <ns2:creationId id="{E81A1F67-2DEC-1A2A-693E-CB3BC77D35B7}"/>
                </a:ext>
              </a:extLst>
            </p:cNvPr>
            <p:cNvSpPr/>
            <p:nvPr/>
          </p:nvSpPr>
          <p:spPr>
            <a:xfrm>
              <a:off x="4099397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74D65C4-877B-7D64-B806-A35684A2F0B3}"/>
                </a:ext>
              </a:extLst>
            </p:cNvPr>
            <p:cNvSpPr/>
            <p:nvPr/>
          </p:nvSpPr>
          <p:spPr>
            <a:xfrm>
              <a:off x="2526159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B029FA9E-B776-EF60-28AB-2670A26ADB05}"/>
                </a:ext>
              </a:extLst>
            </p:cNvPr>
            <p:cNvSpPr/>
            <p:nvPr/>
          </p:nvSpPr>
          <p:spPr>
            <a:xfrm>
              <a:off x="4088994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42DAD33-7203-D819-9B49-6213938F803E}"/>
                </a:ext>
              </a:extLst>
            </p:cNvPr>
            <p:cNvSpPr/>
            <p:nvPr/>
          </p:nvSpPr>
          <p:spPr>
            <a:xfrm>
              <a:off x="1011449" y="4903520"/>
              <a:ext cx="1327210" cy="46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748BA14D-8A3E-4A93-3279-72AAF7CCE606}"/>
                </a:ext>
              </a:extLst>
            </p:cNvPr>
            <p:cNvSpPr/>
            <p:nvPr/>
          </p:nvSpPr>
          <p:spPr>
            <a:xfrm>
              <a:off x="2623503" y="4903520"/>
              <a:ext cx="1327210" cy="46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E799141A-A4DC-07BA-1A0A-B9DC956D5B40}"/>
                </a:ext>
              </a:extLst>
            </p:cNvPr>
            <p:cNvSpPr/>
            <p:nvPr/>
          </p:nvSpPr>
          <p:spPr>
            <a:xfrm>
              <a:off x="4235556" y="4903520"/>
              <a:ext cx="1327210" cy="468000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093CAE3B-4EF9-BC25-8B07-B8930DC7F393}"/>
                </a:ext>
              </a:extLst>
            </p:cNvPr>
            <p:cNvCxnSpPr>
              <a:cxnSpLocks/>
              <a:stCxn id="67" idx="3"/>
              <a:endCxn id="69" idx="1"/>
            </p:cNvCxnSpPr>
            <p:nvPr/>
          </p:nvCxnSpPr>
          <p:spPr>
            <a:xfrm>
              <a:off x="2338659" y="5137520"/>
              <a:ext cx="28484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矢印コネクタ 75">
              <a:extLst>
                <a:ext uri="{FF2B5EF4-FFF2-40B4-BE49-F238E27FC236}">
                  <ns2:creationId id="{38E7548E-0246-63C8-294B-8D62B9B8CD0A}"/>
                </a:ext>
              </a:extLst>
            </p:cNvPr>
            <p:cNvCxnSpPr>
              <a:cxnSpLocks/>
              <a:stCxn id="69" idx="3"/>
              <a:endCxn id="72" idx="1"/>
            </p:cNvCxnSpPr>
            <p:nvPr/>
          </p:nvCxnSpPr>
          <p:spPr>
            <a:xfrm>
              <a:off x="3950713" y="5137520"/>
              <a:ext cx="28484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正方形/長方形 76">
              <a:extLst>
                <a:ext uri="{FF2B5EF4-FFF2-40B4-BE49-F238E27FC236}">
                  <ns2:creationId id="{5114E369-CBD4-60E5-12A3-4F92245B1E73}"/>
                </a:ext>
              </a:extLst>
            </p:cNvPr>
            <p:cNvSpPr/>
            <p:nvPr/>
          </p:nvSpPr>
          <p:spPr>
            <a:xfrm>
              <a:off x="2317003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E4EBE52-9617-1EDB-03E6-17290B3ADA19}"/>
                </a:ext>
              </a:extLst>
            </p:cNvPr>
            <p:cNvSpPr/>
            <p:nvPr/>
          </p:nvSpPr>
          <p:spPr>
            <a:xfrm>
              <a:off x="3929056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25AA153-1921-7920-017B-52B119240AF6}"/>
                </a:ext>
              </a:extLst>
            </p:cNvPr>
            <p:cNvSpPr/>
            <p:nvPr/>
          </p:nvSpPr>
          <p:spPr>
            <a:xfrm>
              <a:off x="8298532" y="4360243"/>
              <a:ext cx="3564000" cy="194400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C73207DA-98B2-EE3C-36E4-A7707BCE9A2E}"/>
                </a:ext>
              </a:extLst>
            </p:cNvPr>
            <p:cNvGrpSpPr/>
            <p:nvPr/>
          </p:nvGrpSpPr>
          <p:grpSpPr>
            <a:xfrm>
              <a:off x="8352714" y="5061930"/>
              <a:ext cx="3473298" cy="540000"/>
              <a:chOff x="8208339" y="4753924"/>
              <a:chExt cx="3473298" cy="54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14EE655B-F7B3-39A1-A633-B813F912F8BE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77CDF3C-DDA6-4191-43CB-36D3ECC7CC51}"/>
                  </a:ext>
                </a:extLst>
              </p:cNvPr>
              <p:cNvSpPr/>
              <p:nvPr/>
            </p:nvSpPr>
            <p:spPr>
              <a:xfrm>
                <a:off x="8263788" y="4851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C0CB0C5-3476-29E4-790D-EAF287675A69}"/>
                  </a:ext>
                </a:extLst>
              </p:cNvPr>
              <p:cNvSpPr/>
              <p:nvPr/>
            </p:nvSpPr>
            <p:spPr>
              <a:xfrm>
                <a:off x="9104221" y="4851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26E679F9-7D5C-280E-D7D4-F51601928907}"/>
                </a:ext>
              </a:extLst>
            </p:cNvPr>
            <p:cNvGrpSpPr/>
            <p:nvPr/>
          </p:nvGrpSpPr>
          <p:grpSpPr>
            <a:xfrm>
              <a:off x="8352714" y="5700862"/>
              <a:ext cx="3473298" cy="540000"/>
              <a:chOff x="8208339" y="5229225"/>
              <a:chExt cx="3473298" cy="54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8C339E0A-1362-D734-3829-89BC4756F558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4898318-5D93-22CC-2889-2A5C8E278001}"/>
                  </a:ext>
                </a:extLst>
              </p:cNvPr>
              <p:cNvSpPr/>
              <p:nvPr/>
            </p:nvSpPr>
            <p:spPr>
              <a:xfrm>
                <a:off x="8263788" y="5326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6A1661C7-AF96-0DB2-84AD-78E8688880C7}"/>
                  </a:ext>
                </a:extLst>
              </p:cNvPr>
              <p:cNvSpPr/>
              <p:nvPr/>
            </p:nvSpPr>
            <p:spPr>
              <a:xfrm>
                <a:off x="9104221" y="5326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1749662C-33ED-E5FC-5813-45BB60A51A7D}"/>
                </a:ext>
              </a:extLst>
            </p:cNvPr>
            <p:cNvGrpSpPr/>
            <p:nvPr/>
          </p:nvGrpSpPr>
          <p:grpSpPr>
            <a:xfrm>
              <a:off x="8298532" y="4013571"/>
              <a:ext cx="3564000" cy="338400"/>
              <a:chOff x="8221532" y="3772945"/>
              <a:chExt cx="3636000" cy="338400"/>
            </a:xfrm>
          </p:grpSpPr>
          <p:sp>
            <p:nvSpPr>
              <p:cNvPr id="90" name="正方形/長方形 89">
                <a:extLst>
                  <a:ext uri="{FF2B5EF4-FFF2-40B4-BE49-F238E27FC236}">
                    <ns2:creationId id="{82F2F949-5DCE-E0B5-74C9-B925EE2C84D1}"/>
                  </a:ext>
                </a:extLst>
              </p:cNvPr>
              <p:cNvSpPr/>
              <p:nvPr/>
            </p:nvSpPr>
            <p:spPr>
              <a:xfrm>
                <a:off x="8221532" y="3772945"/>
                <a:ext cx="3636000" cy="3384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手のひらと植物 単色塗りつぶし">
                <a:extLst>
                  <a:ext uri="{FF2B5EF4-FFF2-40B4-BE49-F238E27FC236}">
                    <ns2:creationId id="{75910BC3-21BB-34F9-F10E-D3A2F5AC1C4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69111" y="3780145"/>
                <a:ext cx="330545" cy="324000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512A0E58-25BC-C64C-976D-87088D6F23B2}"/>
                </a:ext>
              </a:extLst>
            </p:cNvPr>
            <p:cNvGrpSpPr/>
            <p:nvPr/>
          </p:nvGrpSpPr>
          <p:grpSpPr>
            <a:xfrm>
              <a:off x="8352714" y="4422998"/>
              <a:ext cx="3473298" cy="540000"/>
              <a:chOff x="8208339" y="4278623"/>
              <a:chExt cx="3473298" cy="54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ED270C82-F0A1-9987-CC54-DB53CF4224B9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6491F95A-B390-DDD8-9352-12270E8E2F65}"/>
                  </a:ext>
                </a:extLst>
              </p:cNvPr>
              <p:cNvSpPr/>
              <p:nvPr/>
            </p:nvSpPr>
            <p:spPr>
              <a:xfrm>
                <a:off x="8263788" y="4350757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B438CE1A-476B-69C2-39AA-0F23F05630B0}"/>
                  </a:ext>
                </a:extLst>
              </p:cNvPr>
              <p:cNvSpPr/>
              <p:nvPr/>
            </p:nvSpPr>
            <p:spPr>
              <a:xfrm>
                <a:off x="9104221" y="4376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E813D5D-EB23-FAC9-EF48-39677204FEFC}"/>
                  </a:ext>
                </a:extLst>
              </p:cNvPr>
              <p:cNvSpPr/>
              <p:nvPr/>
            </p:nvSpPr>
            <p:spPr>
              <a:xfrm>
                <a:off x="8263788" y="4586738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D4B3A48B-9741-AB9B-E6C1-A464737B6AD2}"/>
                </a:ext>
              </a:extLst>
            </p:cNvPr>
            <p:cNvSpPr/>
            <p:nvPr/>
          </p:nvSpPr>
          <p:spPr>
            <a:xfrm>
              <a:off x="334963" y="5419925"/>
              <a:ext cx="7881141" cy="29327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6" name="山形 66">
              <a:extLst>
                <a:ext uri="{FF2B5EF4-FFF2-40B4-BE49-F238E27FC236}">
                  <ns2:creationId id="{96FF58C1-593D-8AE7-A5F5-56C106E134F0}"/>
                </a:ext>
              </a:extLst>
            </p:cNvPr>
            <p:cNvSpPr/>
            <p:nvPr/>
          </p:nvSpPr>
          <p:spPr>
            <a:xfrm>
              <a:off x="376185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山形 66">
              <a:extLst>
                <a:ext uri="{FF2B5EF4-FFF2-40B4-BE49-F238E27FC236}">
                  <ns2:creationId id="{D0988266-F42B-D93C-264C-F32E44FD1EA6}"/>
                </a:ext>
              </a:extLst>
            </p:cNvPr>
            <p:cNvSpPr/>
            <p:nvPr/>
          </p:nvSpPr>
          <p:spPr>
            <a:xfrm>
              <a:off x="1935384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8" name="山形 66">
              <a:extLst>
                <a:ext uri="{FF2B5EF4-FFF2-40B4-BE49-F238E27FC236}">
                  <ns2:creationId id="{C64BD14C-FBE5-FC05-8017-ACB9A5E83145}"/>
                </a:ext>
              </a:extLst>
            </p:cNvPr>
            <p:cNvSpPr/>
            <p:nvPr/>
          </p:nvSpPr>
          <p:spPr>
            <a:xfrm>
              <a:off x="3494583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山形 66">
              <a:extLst>
                <a:ext uri="{FF2B5EF4-FFF2-40B4-BE49-F238E27FC236}">
                  <ns2:creationId id="{1B0774AA-1C87-3434-7F5D-066449F16DD9}"/>
                </a:ext>
              </a:extLst>
            </p:cNvPr>
            <p:cNvSpPr/>
            <p:nvPr/>
          </p:nvSpPr>
          <p:spPr>
            <a:xfrm>
              <a:off x="50537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山形 66">
              <a:extLst>
                <a:ext uri="{FF2B5EF4-FFF2-40B4-BE49-F238E27FC236}">
                  <ns2:creationId id="{59DA70D1-B11F-BAB6-5287-95D392DCE522}"/>
                </a:ext>
              </a:extLst>
            </p:cNvPr>
            <p:cNvSpPr/>
            <p:nvPr/>
          </p:nvSpPr>
          <p:spPr>
            <a:xfrm>
              <a:off x="66129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447514C5-4E85-57C8-DE88-107E3036F491}"/>
                </a:ext>
              </a:extLst>
            </p:cNvPr>
            <p:cNvSpPr/>
            <p:nvPr/>
          </p:nvSpPr>
          <p:spPr>
            <a:xfrm>
              <a:off x="385812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670090-DB9E-8074-57C2-A1709F91D12D}"/>
                </a:ext>
              </a:extLst>
            </p:cNvPr>
            <p:cNvSpPr/>
            <p:nvPr/>
          </p:nvSpPr>
          <p:spPr>
            <a:xfrm>
              <a:off x="1948343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/ </a:t>
              </a:r>
              <a:b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ED2E7AC-F88B-D5AA-A8D6-68D2DBC716C9}"/>
                </a:ext>
              </a:extLst>
            </p:cNvPr>
            <p:cNvSpPr/>
            <p:nvPr/>
          </p:nvSpPr>
          <p:spPr>
            <a:xfrm>
              <a:off x="3510874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AC2068F3-34B8-E329-D25D-DEDAF088CBE3}"/>
                </a:ext>
              </a:extLst>
            </p:cNvPr>
            <p:cNvSpPr/>
            <p:nvPr/>
          </p:nvSpPr>
          <p:spPr>
            <a:xfrm>
              <a:off x="5073405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3900013-8A35-2189-F061-B22F03D28212}"/>
                </a:ext>
              </a:extLst>
            </p:cNvPr>
            <p:cNvSpPr/>
            <p:nvPr/>
          </p:nvSpPr>
          <p:spPr>
            <a:xfrm>
              <a:off x="6635936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</a:p>
            <a:p>
              <a:pPr marL="171450" indent="-171450"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7956C5C2-4C27-64A4-FB7C-9226A6DA4805}"/>
                </a:ext>
              </a:extLst>
            </p:cNvPr>
            <p:cNvSpPr/>
            <p:nvPr/>
          </p:nvSpPr>
          <p:spPr>
            <a:xfrm>
              <a:off x="977038" y="2636810"/>
              <a:ext cx="4698902" cy="2291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E8A684F2-3EF0-6450-5E57-09E0FB1D3268}"/>
                </a:ext>
              </a:extLst>
            </p:cNvPr>
            <p:cNvGrpSpPr/>
            <p:nvPr/>
          </p:nvGrpSpPr>
          <p:grpSpPr>
            <a:xfrm>
              <a:off x="8352714" y="2036106"/>
              <a:ext cx="3456000" cy="540000"/>
              <a:chOff x="8352714" y="2064981"/>
              <a:chExt cx="3456000" cy="54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09A009AB-AC42-2418-75FA-961D017C6615}"/>
                  </a:ext>
                </a:extLst>
              </p:cNvPr>
              <p:cNvSpPr/>
              <p:nvPr/>
            </p:nvSpPr>
            <p:spPr>
              <a:xfrm>
                <a:off x="8352714" y="2064981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7134AA52-E278-4F17-C5AE-64014E54B207}"/>
                  </a:ext>
                </a:extLst>
              </p:cNvPr>
              <p:cNvSpPr/>
              <p:nvPr/>
            </p:nvSpPr>
            <p:spPr>
              <a:xfrm>
                <a:off x="9223631" y="2162640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9054A45-C99D-4011-F5E2-C7F8633A045F}"/>
                  </a:ext>
                </a:extLst>
              </p:cNvPr>
              <p:cNvSpPr/>
              <p:nvPr/>
            </p:nvSpPr>
            <p:spPr>
              <a:xfrm>
                <a:off x="8408163" y="216218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63A5CCBA-96FC-169C-915F-015D142AAD98}"/>
                </a:ext>
              </a:extLst>
            </p:cNvPr>
            <p:cNvGrpSpPr/>
            <p:nvPr/>
          </p:nvGrpSpPr>
          <p:grpSpPr>
            <a:xfrm>
              <a:off x="8352714" y="2671646"/>
              <a:ext cx="3456000" cy="540000"/>
              <a:chOff x="8352714" y="2686084"/>
              <a:chExt cx="3456000" cy="54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2BAEAF07-9287-BF6F-4279-333E55EB1F8C}"/>
                  </a:ext>
                </a:extLst>
              </p:cNvPr>
              <p:cNvSpPr/>
              <p:nvPr/>
            </p:nvSpPr>
            <p:spPr>
              <a:xfrm>
                <a:off x="8352714" y="268608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08E94CD-6E2E-6D58-9D26-F9B86D9F7802}"/>
                  </a:ext>
                </a:extLst>
              </p:cNvPr>
              <p:cNvSpPr/>
              <p:nvPr/>
            </p:nvSpPr>
            <p:spPr>
              <a:xfrm>
                <a:off x="9223631" y="2783743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C2644A7-2587-D97C-82AF-9930585DB087}"/>
                  </a:ext>
                </a:extLst>
              </p:cNvPr>
              <p:cNvSpPr/>
              <p:nvPr/>
            </p:nvSpPr>
            <p:spPr>
              <a:xfrm>
                <a:off x="8408163" y="2783284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7CF02439-E282-58BC-A116-A33FE93F4ED4}"/>
                </a:ext>
              </a:extLst>
            </p:cNvPr>
            <p:cNvGrpSpPr/>
            <p:nvPr/>
          </p:nvGrpSpPr>
          <p:grpSpPr>
            <a:xfrm>
              <a:off x="8352714" y="3307187"/>
              <a:ext cx="3456000" cy="540000"/>
              <a:chOff x="8352714" y="3307187"/>
              <a:chExt cx="3456000" cy="54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2E336ABB-FB61-EC0F-C188-2CD30D347A11}"/>
                  </a:ext>
                </a:extLst>
              </p:cNvPr>
              <p:cNvSpPr/>
              <p:nvPr/>
            </p:nvSpPr>
            <p:spPr>
              <a:xfrm>
                <a:off x="8352714" y="3307187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46C958B7-E1BA-F3C5-3C16-B5B1F768648D}"/>
                  </a:ext>
                </a:extLst>
              </p:cNvPr>
              <p:cNvSpPr/>
              <p:nvPr/>
            </p:nvSpPr>
            <p:spPr>
              <a:xfrm>
                <a:off x="9223631" y="3404846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59E61D4-2AEB-F6AD-4AD7-0B6E040AB1D8}"/>
                  </a:ext>
                </a:extLst>
              </p:cNvPr>
              <p:cNvSpPr/>
              <p:nvPr/>
            </p:nvSpPr>
            <p:spPr>
              <a:xfrm>
                <a:off x="8408163" y="3404387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53376031"/>
      </p:ext>
    </p:extLst>
  </p:cSld>
  <p:clrMapOvr>
    <a:masterClrMapping/>
  </p:clrMapOvr>
</p:sld>
</file>

<file path=ppt/slides/slide2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8F1543-30CB-F34B-ED8B-279EA39261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4D60A9-ED8E-6C8D-F9E7-1E631CA51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7E57266-BBD9-02D8-67DB-880FCCD2CD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SAP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51F95150-3A77-4D2A-291C-6EC5026720B6}"/>
              </a:ext>
            </a:extLst>
          </p:cNvPr>
          <p:cNvGrpSpPr/>
          <p:nvPr/>
        </p:nvGrpSpPr>
        <p:grpSpPr>
          <a:xfrm>
            <a:off x="334963" y="1628775"/>
            <a:ext cx="11522075" cy="4675427"/>
            <a:chOff x="334963" y="1628775"/>
            <a:chExt cx="11522075" cy="4675427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5BF68F69-DF7F-CE04-17C3-0EB744CED573}"/>
                </a:ext>
              </a:extLst>
            </p:cNvPr>
            <p:cNvCxnSpPr/>
            <p:nvPr/>
          </p:nvCxnSpPr>
          <p:spPr>
            <a:xfrm>
              <a:off x="1586756" y="537926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41110B5D-EF8E-A2FE-79B1-85DD3A194337}"/>
                </a:ext>
              </a:extLst>
            </p:cNvPr>
            <p:cNvGrpSpPr/>
            <p:nvPr/>
          </p:nvGrpSpPr>
          <p:grpSpPr>
            <a:xfrm>
              <a:off x="334963" y="5440202"/>
              <a:ext cx="11522075" cy="864000"/>
              <a:chOff x="334963" y="5440202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AD14EC58-52C2-E785-9175-46B66E6FEA2A}"/>
                  </a:ext>
                </a:extLst>
              </p:cNvPr>
              <p:cNvSpPr/>
              <p:nvPr/>
            </p:nvSpPr>
            <p:spPr>
              <a:xfrm>
                <a:off x="334963" y="5440202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9F99420A-B688-6346-ADF3-E3D0529E5C8E}"/>
                  </a:ext>
                </a:extLst>
              </p:cNvPr>
              <p:cNvSpPr/>
              <p:nvPr/>
            </p:nvSpPr>
            <p:spPr>
              <a:xfrm>
                <a:off x="1586756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3380D500-50CD-B01D-231B-97223CE2011D}"/>
                  </a:ext>
                </a:extLst>
              </p:cNvPr>
              <p:cNvSpPr/>
              <p:nvPr/>
            </p:nvSpPr>
            <p:spPr>
              <a:xfrm>
                <a:off x="5043261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C042737B-C18B-FE31-BDCB-0F35EE0CB753}"/>
                  </a:ext>
                </a:extLst>
              </p:cNvPr>
              <p:cNvSpPr/>
              <p:nvPr/>
            </p:nvSpPr>
            <p:spPr>
              <a:xfrm>
                <a:off x="8499765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502E52E1-AFF1-7351-57DB-B8C8DE3F6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0202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F2FAB5B9-028E-2C39-62D7-CE056BDC23D9}"/>
                </a:ext>
              </a:extLst>
            </p:cNvPr>
            <p:cNvCxnSpPr/>
            <p:nvPr/>
          </p:nvCxnSpPr>
          <p:spPr>
            <a:xfrm>
              <a:off x="1586756" y="2773403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B11C1DE3-8064-4B1D-068F-DF56DF95D32A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3695"/>
              <a:chOff x="334963" y="1628775"/>
              <a:chExt cx="11522075" cy="1083695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8BEF940C-06E9-57C2-7A86-2324F9B53FA8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F8ED504-7CBD-620C-CEB1-9177F07F0AC2}"/>
                  </a:ext>
                </a:extLst>
              </p:cNvPr>
              <p:cNvCxnSpPr/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12C5FF14-EBE2-64FC-7F6C-1A09A7F88727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64A8C0DF-8FA8-021A-12DD-946BC7B9BE8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C2652B02-13A1-24C4-F240-41BD614A1FF0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00013">
                  <a:spcBef>
                    <a:spcPts val="600"/>
                  </a:spcBef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50" name="グラフィックス 149" descr="警告 単色塗りつぶし">
                <a:extLst>
                  <a:ext uri="{FF2B5EF4-FFF2-40B4-BE49-F238E27FC236}">
                    <ns2:creationId id="{CF6BC991-109B-F2CB-4436-5202CFF775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389037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54" name="グラフィックス 153" descr="下降基調のグラフ 単色塗りつぶし">
                <a:extLst>
                  <a:ext uri="{FF2B5EF4-FFF2-40B4-BE49-F238E27FC236}">
                    <ns2:creationId id="{145D1101-701D-70A5-A980-3A18E7259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932533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60" name="グラフィックス 159" descr="十字の付いた盾 単色塗りつぶし">
                <a:extLst>
                  <a:ext uri="{FF2B5EF4-FFF2-40B4-BE49-F238E27FC236}">
                    <ns2:creationId id="{9B7AB300-E3C6-85B2-D401-E08C0E0615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476028" y="2244470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D814C826-D7E4-F466-4E95-3E85A0F25100}"/>
                </a:ext>
              </a:extLst>
            </p:cNvPr>
            <p:cNvGrpSpPr/>
            <p:nvPr/>
          </p:nvGrpSpPr>
          <p:grpSpPr>
            <a:xfrm>
              <a:off x="334963" y="2834336"/>
              <a:ext cx="11522075" cy="2484000"/>
              <a:chOff x="334963" y="2770445"/>
              <a:chExt cx="11522075" cy="2484000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27A281CA-BA93-7F67-4B15-31289FFB1E31}"/>
                  </a:ext>
                </a:extLst>
              </p:cNvPr>
              <p:cNvSpPr/>
              <p:nvPr/>
            </p:nvSpPr>
            <p:spPr>
              <a:xfrm>
                <a:off x="1586756" y="2780976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0B045412-662A-03B2-268B-9B64E9688231}"/>
                  </a:ext>
                </a:extLst>
              </p:cNvPr>
              <p:cNvSpPr/>
              <p:nvPr/>
            </p:nvSpPr>
            <p:spPr>
              <a:xfrm>
                <a:off x="334963" y="2770445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1676AAE7-3340-EFCE-458C-361BC2C854DC}"/>
                  </a:ext>
                </a:extLst>
              </p:cNvPr>
              <p:cNvSpPr/>
              <p:nvPr/>
            </p:nvSpPr>
            <p:spPr>
              <a:xfrm>
                <a:off x="1586758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B5D5A662-0FA6-56A9-3A37-0BF904B18F20}"/>
                  </a:ext>
                </a:extLst>
              </p:cNvPr>
              <p:cNvSpPr/>
              <p:nvPr/>
            </p:nvSpPr>
            <p:spPr>
              <a:xfrm>
                <a:off x="5013026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0A79EE92-2542-F3DE-98D5-58FCBCC614E8}"/>
                  </a:ext>
                </a:extLst>
              </p:cNvPr>
              <p:cNvSpPr/>
              <p:nvPr/>
            </p:nvSpPr>
            <p:spPr>
              <a:xfrm>
                <a:off x="8439296" y="3117266"/>
                <a:ext cx="3417741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2A6227D0-6785-ECC5-EBC6-50B0F2F19078}"/>
                  </a:ext>
                </a:extLst>
              </p:cNvPr>
              <p:cNvSpPr/>
              <p:nvPr/>
            </p:nvSpPr>
            <p:spPr>
              <a:xfrm>
                <a:off x="1615631" y="3485714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885138F1-48A0-176E-F0F6-E1E994E0F657}"/>
                  </a:ext>
                </a:extLst>
              </p:cNvPr>
              <p:cNvSpPr/>
              <p:nvPr/>
            </p:nvSpPr>
            <p:spPr>
              <a:xfrm>
                <a:off x="5033372" y="3485714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5D6A2DA-F430-B9E0-858F-835C7EB9D6E4}"/>
                  </a:ext>
                </a:extLst>
              </p:cNvPr>
              <p:cNvSpPr/>
              <p:nvPr/>
            </p:nvSpPr>
            <p:spPr>
              <a:xfrm>
                <a:off x="8451114" y="3485714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18A50C49-7A49-9118-25BF-F7BB6659FBE1}"/>
                  </a:ext>
                </a:extLst>
              </p:cNvPr>
              <p:cNvCxnSpPr/>
              <p:nvPr/>
            </p:nvCxnSpPr>
            <p:spPr>
              <a:xfrm>
                <a:off x="1586756" y="4833777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562D94FC-AA74-F752-A54E-4B6454E36998}"/>
                  </a:ext>
                </a:extLst>
              </p:cNvPr>
              <p:cNvSpPr/>
              <p:nvPr/>
            </p:nvSpPr>
            <p:spPr>
              <a:xfrm>
                <a:off x="2582443" y="4510769"/>
                <a:ext cx="1391776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1A75F1E-B207-787E-6DF7-DB0C6873A2DB}"/>
                  </a:ext>
                </a:extLst>
              </p:cNvPr>
              <p:cNvSpPr/>
              <p:nvPr/>
            </p:nvSpPr>
            <p:spPr>
              <a:xfrm>
                <a:off x="5912019" y="4510769"/>
                <a:ext cx="1591867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2CD351E6-9072-13B3-EA2E-ED809C767F0C}"/>
                  </a:ext>
                </a:extLst>
              </p:cNvPr>
              <p:cNvSpPr/>
              <p:nvPr/>
            </p:nvSpPr>
            <p:spPr>
              <a:xfrm>
                <a:off x="8634047" y="4510769"/>
                <a:ext cx="2919324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1F9BEBF0-D8C8-3DDC-7AC5-8FD8A133F1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45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5190F531-C271-220D-95A2-DA3874FC1E53}"/>
                  </a:ext>
                </a:extLst>
              </p:cNvPr>
              <p:cNvSpPr/>
              <p:nvPr/>
            </p:nvSpPr>
            <p:spPr>
              <a:xfrm>
                <a:off x="1586756" y="4372424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B50547B-88CD-51AC-67A5-D8AD689E0B48}"/>
                  </a:ext>
                </a:extLst>
              </p:cNvPr>
              <p:cNvSpPr/>
              <p:nvPr/>
            </p:nvSpPr>
            <p:spPr>
              <a:xfrm>
                <a:off x="2126973" y="4373053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318008155"/>
      </p:ext>
    </p:extLst>
  </p:cSld>
  <p:clrMapOvr>
    <a:masterClrMapping/>
  </p:clrMapOvr>
</p:sld>
</file>

<file path=ppt/slides/slide2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D341BB4-C4FE-7E30-2A36-E99735FA58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8AD4ABB-D286-EFE9-68E5-15BA56EA38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br>
              <a:rPr lang="en-US" altLang="ja-JP" sz="2000">
                <a:latin typeface="+mn-ea"/>
                <a:ea typeface="+mn-ea"/>
              </a:rPr>
            </a:br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endParaRPr kumimoji="1" lang="ja-JP" altLang="en-US" sz="200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E027BC1-8261-B606-18ED-00F47F2669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 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endParaRPr lang="en-US" altLang="ja-JP" sz="14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EF1EE3AF-F133-8B34-AFE9-E6DD63E74AB9}"/>
              </a:ext>
            </a:extLst>
          </p:cNvPr>
          <p:cNvGrpSpPr/>
          <p:nvPr/>
        </p:nvGrpSpPr>
        <p:grpSpPr>
          <a:xfrm>
            <a:off x="334963" y="1624170"/>
            <a:ext cx="11522073" cy="4675795"/>
            <a:chOff x="334963" y="1624170"/>
            <a:chExt cx="11522073" cy="4675795"/>
          </a:xfrm>
        </p:grpSpPr>
        <p:sp>
          <p:nvSpPr>
            <p:cNvPr id="257" name="正方形/長方形 256">
              <a:extLst>
                <a:ext uri="{FF2B5EF4-FFF2-40B4-BE49-F238E27FC236}">
                  <ns2:creationId id="{FFAC8231-297C-7F79-2C66-EAB52DE72CC9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44B79CA3-5928-6170-066D-CF8390F78C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5EC6B262-5E87-7592-54C1-76C14D717FA5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1B0EDEF1-CDF9-D199-F3D9-FCB718120F1F}"/>
                </a:ext>
              </a:extLst>
            </p:cNvPr>
            <p:cNvSpPr/>
            <p:nvPr/>
          </p:nvSpPr>
          <p:spPr>
            <a:xfrm>
              <a:off x="1502733" y="5893100"/>
              <a:ext cx="141365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AC73476F-22E5-EE7E-817D-790F043740EA}"/>
                </a:ext>
              </a:extLst>
            </p:cNvPr>
            <p:cNvSpPr/>
            <p:nvPr/>
          </p:nvSpPr>
          <p:spPr>
            <a:xfrm>
              <a:off x="3328123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5BFDE63-9C4D-4205-DDA7-AD4D26BD63F9}"/>
                </a:ext>
              </a:extLst>
            </p:cNvPr>
            <p:cNvSpPr/>
            <p:nvPr/>
          </p:nvSpPr>
          <p:spPr>
            <a:xfrm>
              <a:off x="3934098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BC523047-E423-F065-9EE8-9D7A8AF835F0}"/>
                </a:ext>
              </a:extLst>
            </p:cNvPr>
            <p:cNvSpPr/>
            <p:nvPr/>
          </p:nvSpPr>
          <p:spPr>
            <a:xfrm>
              <a:off x="6180568" y="5893100"/>
              <a:ext cx="745976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E4165D5B-A00F-69E5-08C2-70DD960400AE}"/>
                </a:ext>
              </a:extLst>
            </p:cNvPr>
            <p:cNvSpPr/>
            <p:nvPr/>
          </p:nvSpPr>
          <p:spPr>
            <a:xfrm>
              <a:off x="6901285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D2BCAA44-1E1C-4027-1589-78C33ED3F8A5}"/>
                </a:ext>
              </a:extLst>
            </p:cNvPr>
            <p:cNvSpPr/>
            <p:nvPr/>
          </p:nvSpPr>
          <p:spPr>
            <a:xfrm>
              <a:off x="8685135" y="5893100"/>
              <a:ext cx="107770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71178FC-112E-8630-458B-E5F99D9DED7E}"/>
                </a:ext>
              </a:extLst>
            </p:cNvPr>
            <p:cNvSpPr/>
            <p:nvPr/>
          </p:nvSpPr>
          <p:spPr>
            <a:xfrm>
              <a:off x="9762836" y="5893100"/>
              <a:ext cx="20942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8D332F8C-BE63-5BE8-B43D-C54A3086EDEA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47D385B4-832B-A7A8-3DE2-5F783F4562EE}"/>
                </a:ext>
              </a:extLst>
            </p:cNvPr>
            <p:cNvSpPr/>
            <p:nvPr/>
          </p:nvSpPr>
          <p:spPr>
            <a:xfrm>
              <a:off x="8106032" y="1960966"/>
              <a:ext cx="3751004" cy="169536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E1FDC5BD-F6F8-8BEA-DE1B-1A144C0B5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108648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C1426195-AC54-94C5-74EA-FBC8E4B01615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68B80E98-32CB-BE42-B297-A558F8299706}"/>
                </a:ext>
              </a:extLst>
            </p:cNvPr>
            <p:cNvSpPr/>
            <p:nvPr/>
          </p:nvSpPr>
          <p:spPr>
            <a:xfrm>
              <a:off x="8106032" y="4111509"/>
              <a:ext cx="3751004" cy="166221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C20220F-3C54-0394-82C2-C4E15F6BF661}"/>
                </a:ext>
              </a:extLst>
            </p:cNvPr>
            <p:cNvGrpSpPr/>
            <p:nvPr/>
          </p:nvGrpSpPr>
          <p:grpSpPr>
            <a:xfrm>
              <a:off x="8208339" y="4191998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7B8614E5-6F59-D0B6-2C2A-1B6211549CC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6D92E23E-5184-CFBA-3EC9-7C98282A5488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FF617FF4-50FB-9052-761A-9E977BC1969C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B8A2ADD5-4F62-9C96-2DE9-256A2FF16869}"/>
                </a:ext>
              </a:extLst>
            </p:cNvPr>
            <p:cNvGrpSpPr/>
            <p:nvPr/>
          </p:nvGrpSpPr>
          <p:grpSpPr>
            <a:xfrm>
              <a:off x="8208339" y="4729861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7ADE84B7-2577-F215-03AA-6BCB32123B6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1037018A-3938-DEE7-3162-78F51C68E1E8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29F7A091-B354-D92B-56AA-FDA596F8F9A2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ABAC5FB6-0459-85D2-C740-201E710DE35F}"/>
                </a:ext>
              </a:extLst>
            </p:cNvPr>
            <p:cNvGrpSpPr/>
            <p:nvPr/>
          </p:nvGrpSpPr>
          <p:grpSpPr>
            <a:xfrm>
              <a:off x="8208339" y="52677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07124DD-3E58-DCE6-BC04-D06D99060D5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B8B6900-558C-CA82-A0A0-DE6EA4F632BA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9368914-9D44-8BDB-1825-EB4686B1B36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18622B90-B865-55C6-5466-568AC9281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253" name="正方形/長方形 252">
              <a:extLst>
                <a:ext uri="{FF2B5EF4-FFF2-40B4-BE49-F238E27FC236}">
                  <ns2:creationId id="{F3901BB9-BD3A-858D-1A64-285EB8834133}"/>
                </a:ext>
              </a:extLst>
            </p:cNvPr>
            <p:cNvSpPr/>
            <p:nvPr/>
          </p:nvSpPr>
          <p:spPr>
            <a:xfrm>
              <a:off x="334963" y="1624170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FR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1" name="グラフィックス 130" descr="原因と結果 単色塗りつぶし">
              <a:extLst>
                <a:ext uri="{FF2B5EF4-FFF2-40B4-BE49-F238E27FC236}">
                  <ns2:creationId id="{2814C070-BC18-717D-5F12-C6FAF93D0D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49978" y="1631370"/>
              <a:ext cx="324000" cy="324000"/>
            </a:xfrm>
            <a:prstGeom prst="rect">
              <a:avLst/>
            </a:prstGeom>
          </p:spPr>
        </p:pic>
        <p:sp>
          <p:nvSpPr>
            <p:cNvPr id="13" name="山形 66">
              <a:extLst>
                <a:ext uri="{FF2B5EF4-FFF2-40B4-BE49-F238E27FC236}">
                  <ns2:creationId id="{65D718D6-0A2B-43B5-CEAB-6A38EDB5B82E}"/>
                </a:ext>
              </a:extLst>
            </p:cNvPr>
            <p:cNvSpPr/>
            <p:nvPr/>
          </p:nvSpPr>
          <p:spPr>
            <a:xfrm>
              <a:off x="334963" y="2011632"/>
              <a:ext cx="372326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9" name="Shape 14">
              <a:extLst>
                <a:ext uri="{FF2B5EF4-FFF2-40B4-BE49-F238E27FC236}">
                  <ns2:creationId id="{FC9B5039-D80B-35E5-ABBA-E21762B7C272}"/>
                </a:ext>
              </a:extLst>
            </p:cNvPr>
            <p:cNvSpPr/>
            <p:nvPr/>
          </p:nvSpPr>
          <p:spPr>
            <a:xfrm>
              <a:off x="347545" y="2389004"/>
              <a:ext cx="3691435" cy="1651475"/>
            </a:xfrm>
            <a:prstGeom prst="roundRect">
              <a:avLst>
                <a:gd name="adj" fmla="val 2128"/>
              </a:avLst>
            </a:prstGeom>
            <a:solidFill>
              <a:srgbClr val="F2F2F2"/>
            </a:solidFill>
            <a:ln w="12700">
              <a:solidFill>
                <a:srgbClr val="F2F2F2"/>
              </a:solidFill>
              <a:prstDash val="solid"/>
            </a:ln>
          </p:spPr>
          <p:txBody>
            <a:bodyPr anchor="b"/>
            <a:lstStyle/>
            <a:p>
              <a:pPr algn="r"/>
              <a:r>
                <a:rPr lang="en-US" altLang="ja-JP" sz="8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63" name="Text 17">
              <a:extLst>
                <a:ext uri="{FF2B5EF4-FFF2-40B4-BE49-F238E27FC236}">
                  <ns2:creationId id="{7EABE90C-E96B-5FA8-CD21-F63F6AE6A172}"/>
                </a:ext>
              </a:extLst>
            </p:cNvPr>
            <p:cNvSpPr txBox="1"/>
            <p:nvPr/>
          </p:nvSpPr>
          <p:spPr>
            <a:xfrm>
              <a:off x="474640" y="2479100"/>
              <a:ext cx="136719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</p:txBody>
        </p:sp>
        <p:sp>
          <p:nvSpPr>
            <p:cNvPr id="165" name="Text 19">
              <a:extLst>
                <a:ext uri="{FF2B5EF4-FFF2-40B4-BE49-F238E27FC236}">
                  <ns2:creationId id="{4BD15D8D-2FFF-52BD-A5BE-324D1CC7A7F0}"/>
                </a:ext>
              </a:extLst>
            </p:cNvPr>
            <p:cNvSpPr txBox="1"/>
            <p:nvPr/>
          </p:nvSpPr>
          <p:spPr>
            <a:xfrm>
              <a:off x="1978557" y="2479100"/>
              <a:ext cx="911466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67" name="Text 21">
              <a:extLst>
                <a:ext uri="{FF2B5EF4-FFF2-40B4-BE49-F238E27FC236}">
                  <ns2:creationId id="{2ACC589C-FD08-8CD8-2889-981FC96EDC7C}"/>
                </a:ext>
              </a:extLst>
            </p:cNvPr>
            <p:cNvSpPr txBox="1"/>
            <p:nvPr/>
          </p:nvSpPr>
          <p:spPr>
            <a:xfrm>
              <a:off x="2981169" y="2479100"/>
              <a:ext cx="95703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82" name="Text 33">
              <a:extLst>
                <a:ext uri="{FF2B5EF4-FFF2-40B4-BE49-F238E27FC236}">
                  <ns2:creationId id="{B6FF4D01-FAA2-E92F-9F09-EE9767AEA87D}"/>
                </a:ext>
              </a:extLst>
            </p:cNvPr>
            <p:cNvSpPr txBox="1"/>
            <p:nvPr/>
          </p:nvSpPr>
          <p:spPr>
            <a:xfrm>
              <a:off x="361534" y="3409766"/>
              <a:ext cx="3691434" cy="630713"/>
            </a:xfrm>
            <a:prstGeom prst="rect">
              <a:avLst/>
            </a:prstGeom>
            <a:noFill/>
            <a:ln/>
          </p:spPr>
          <p:txBody>
            <a:bodyPr wrap="square" lIns="90000" tIns="0" rIns="0" bIns="0" rtlCol="0" anchor="ctr"/>
            <a:lstStyle/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186" name="Shape 24">
              <a:extLst>
                <a:ext uri="{FF2B5EF4-FFF2-40B4-BE49-F238E27FC236}">
                  <ns2:creationId id="{13AACBB4-5F8A-827C-1D34-DA6757ECBC20}"/>
                </a:ext>
              </a:extLst>
            </p:cNvPr>
            <p:cNvSpPr/>
            <p:nvPr/>
          </p:nvSpPr>
          <p:spPr>
            <a:xfrm>
              <a:off x="471388" y="2945790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69" name="Text 23">
              <a:extLst>
                <a:ext uri="{FF2B5EF4-FFF2-40B4-BE49-F238E27FC236}">
                  <ns2:creationId id="{CF5B0D86-D3F5-BBA0-C148-ED5A46959DD7}"/>
                </a:ext>
              </a:extLst>
            </p:cNvPr>
            <p:cNvSpPr txBox="1"/>
            <p:nvPr/>
          </p:nvSpPr>
          <p:spPr>
            <a:xfrm>
              <a:off x="467217" y="3019221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93" name="Shape 24">
              <a:extLst>
                <a:ext uri="{FF2B5EF4-FFF2-40B4-BE49-F238E27FC236}">
                  <ns2:creationId id="{2ACB5EC0-F87E-0018-4235-009BF069256E}"/>
                </a:ext>
              </a:extLst>
            </p:cNvPr>
            <p:cNvSpPr/>
            <p:nvPr/>
          </p:nvSpPr>
          <p:spPr>
            <a:xfrm>
              <a:off x="1173813" y="2933154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4" name="Shape 24">
              <a:extLst>
                <a:ext uri="{FF2B5EF4-FFF2-40B4-BE49-F238E27FC236}">
                  <ns2:creationId id="{BAD49009-9991-D885-BB38-4FD48EF7C9A9}"/>
                </a:ext>
              </a:extLst>
            </p:cNvPr>
            <p:cNvSpPr/>
            <p:nvPr/>
          </p:nvSpPr>
          <p:spPr>
            <a:xfrm>
              <a:off x="1946816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5" name="Shape 24">
              <a:extLst>
                <a:ext uri="{FF2B5EF4-FFF2-40B4-BE49-F238E27FC236}">
                  <ns2:creationId id="{A2A7E4D2-EECD-1FF7-82A5-24443DDC2AA9}"/>
                </a:ext>
              </a:extLst>
            </p:cNvPr>
            <p:cNvSpPr/>
            <p:nvPr/>
          </p:nvSpPr>
          <p:spPr>
            <a:xfrm>
              <a:off x="2673131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6" name="Shape 24">
              <a:extLst>
                <a:ext uri="{FF2B5EF4-FFF2-40B4-BE49-F238E27FC236}">
                  <ns2:creationId id="{A9081761-18E4-17CB-F845-1D0E14264181}"/>
                </a:ext>
              </a:extLst>
            </p:cNvPr>
            <p:cNvSpPr/>
            <p:nvPr/>
          </p:nvSpPr>
          <p:spPr>
            <a:xfrm>
              <a:off x="3290295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71" name="Text 25">
              <a:extLst>
                <a:ext uri="{FF2B5EF4-FFF2-40B4-BE49-F238E27FC236}">
                  <ns2:creationId id="{4A675987-6661-6BFB-A0C5-A75902D51042}"/>
                </a:ext>
              </a:extLst>
            </p:cNvPr>
            <p:cNvSpPr txBox="1"/>
            <p:nvPr/>
          </p:nvSpPr>
          <p:spPr>
            <a:xfrm>
              <a:off x="1169642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80" name="Text 31">
              <a:extLst>
                <a:ext uri="{FF2B5EF4-FFF2-40B4-BE49-F238E27FC236}">
                  <ns2:creationId id="{F4F223D4-B3BB-358D-FF4F-DDF23F8651C0}"/>
                </a:ext>
              </a:extLst>
            </p:cNvPr>
            <p:cNvSpPr txBox="1"/>
            <p:nvPr/>
          </p:nvSpPr>
          <p:spPr>
            <a:xfrm>
              <a:off x="3300183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5" name="Text 29">
              <a:extLst>
                <a:ext uri="{FF2B5EF4-FFF2-40B4-BE49-F238E27FC236}">
                  <ns2:creationId id="{4B21FD97-0D25-EE22-3440-EE49B4ED3E88}"/>
                </a:ext>
              </a:extLst>
            </p:cNvPr>
            <p:cNvSpPr txBox="1"/>
            <p:nvPr/>
          </p:nvSpPr>
          <p:spPr>
            <a:xfrm>
              <a:off x="2662157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3" name="Text 27">
              <a:extLst>
                <a:ext uri="{FF2B5EF4-FFF2-40B4-BE49-F238E27FC236}">
                  <ns2:creationId id="{4DB9C42E-4BB0-4A66-5377-D557952DDA40}"/>
                </a:ext>
              </a:extLst>
            </p:cNvPr>
            <p:cNvSpPr txBox="1"/>
            <p:nvPr/>
          </p:nvSpPr>
          <p:spPr>
            <a:xfrm>
              <a:off x="1932985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5" name="山形 66">
              <a:extLst>
                <a:ext uri="{FF2B5EF4-FFF2-40B4-BE49-F238E27FC236}">
                  <ns2:creationId id="{03095313-0905-E167-6D69-0447D739BF0C}"/>
                </a:ext>
              </a:extLst>
            </p:cNvPr>
            <p:cNvSpPr/>
            <p:nvPr/>
          </p:nvSpPr>
          <p:spPr>
            <a:xfrm>
              <a:off x="4369980" y="2011631"/>
              <a:ext cx="358741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9" name="Shape 36">
              <a:extLst>
                <a:ext uri="{FF2B5EF4-FFF2-40B4-BE49-F238E27FC236}">
                  <ns2:creationId id="{455A3CC6-F609-C7B8-C6F5-82D2824990F2}"/>
                </a:ext>
              </a:extLst>
            </p:cNvPr>
            <p:cNvSpPr/>
            <p:nvPr/>
          </p:nvSpPr>
          <p:spPr>
            <a:xfrm>
              <a:off x="4357704" y="2389004"/>
              <a:ext cx="3580443" cy="1652400"/>
            </a:xfrm>
            <a:prstGeom prst="roundRect">
              <a:avLst>
                <a:gd name="adj" fmla="val 2128"/>
              </a:avLst>
            </a:prstGeom>
            <a:solidFill>
              <a:srgbClr val="E2F0D9"/>
            </a:solidFill>
            <a:ln w="12700">
              <a:solidFill>
                <a:srgbClr val="DFF2D6"/>
              </a:solidFill>
              <a:prstDash val="solid"/>
            </a:ln>
          </p:spPr>
          <p:txBody>
            <a:bodyPr anchor="b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03" name="Text 39">
              <a:extLst>
                <a:ext uri="{FF2B5EF4-FFF2-40B4-BE49-F238E27FC236}">
                  <ns2:creationId id="{BF49E9AB-E380-8467-410B-AE2703BEE081}"/>
                </a:ext>
              </a:extLst>
            </p:cNvPr>
            <p:cNvSpPr txBox="1"/>
            <p:nvPr/>
          </p:nvSpPr>
          <p:spPr>
            <a:xfrm>
              <a:off x="4509562" y="2589521"/>
              <a:ext cx="1502902" cy="398647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06" name="Text 41">
              <a:extLst>
                <a:ext uri="{FF2B5EF4-FFF2-40B4-BE49-F238E27FC236}">
                  <ns2:creationId id="{D4C9892E-45CF-2354-72B5-5AC1E18D668E}"/>
                </a:ext>
              </a:extLst>
            </p:cNvPr>
            <p:cNvSpPr txBox="1"/>
            <p:nvPr/>
          </p:nvSpPr>
          <p:spPr>
            <a:xfrm>
              <a:off x="6145073" y="2589520"/>
              <a:ext cx="1679714" cy="398650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396000" tIns="0" rIns="0" bIns="0" rtlCol="0" anchor="ctr"/>
            <a:lstStyle/>
            <a:p>
              <a:pPr marL="0" indent="0">
                <a:buNone/>
              </a:pP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A04D6E72-CD21-2327-3807-2CCE6A6F81EB}"/>
                </a:ext>
              </a:extLst>
            </p:cNvPr>
            <p:cNvGrpSpPr/>
            <p:nvPr/>
          </p:nvGrpSpPr>
          <p:grpSpPr>
            <a:xfrm>
              <a:off x="4509562" y="3081735"/>
              <a:ext cx="1502901" cy="298988"/>
              <a:chOff x="4509563" y="2944823"/>
              <a:chExt cx="1626671" cy="230911"/>
            </a:xfrm>
          </p:grpSpPr>
          <p:sp>
            <p:nvSpPr>
              <p:cNvPr id="223" name="Text 43">
                <a:extLst>
                  <a:ext uri="{FF2B5EF4-FFF2-40B4-BE49-F238E27FC236}">
                    <ns2:creationId id="{43C0EFD3-5CEA-5C3D-EACA-04B57955DEDC}"/>
                  </a:ext>
                </a:extLst>
              </p:cNvPr>
              <p:cNvSpPr txBox="1"/>
              <p:nvPr/>
            </p:nvSpPr>
            <p:spPr>
              <a:xfrm>
                <a:off x="450956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25" name="Text 45">
                <a:extLst>
                  <a:ext uri="{FF2B5EF4-FFF2-40B4-BE49-F238E27FC236}">
                    <ns2:creationId id="{F8ABF33F-27DD-768C-9423-3E8D72CB0B31}"/>
                  </a:ext>
                </a:extLst>
              </p:cNvPr>
              <p:cNvSpPr txBox="1"/>
              <p:nvPr/>
            </p:nvSpPr>
            <p:spPr>
              <a:xfrm>
                <a:off x="5066521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34" name="Text 47">
                <a:extLst>
                  <a:ext uri="{FF2B5EF4-FFF2-40B4-BE49-F238E27FC236}">
                    <ns2:creationId id="{33C72744-E1A3-FFD9-52D9-09CC93C3B780}"/>
                  </a:ext>
                </a:extLst>
              </p:cNvPr>
              <p:cNvSpPr txBox="1"/>
              <p:nvPr/>
            </p:nvSpPr>
            <p:spPr>
              <a:xfrm>
                <a:off x="5623479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E9F322CB-B120-49B7-0D25-2B0CB9AB1B44}"/>
                </a:ext>
              </a:extLst>
            </p:cNvPr>
            <p:cNvGrpSpPr/>
            <p:nvPr/>
          </p:nvGrpSpPr>
          <p:grpSpPr>
            <a:xfrm>
              <a:off x="6145073" y="3081735"/>
              <a:ext cx="1679715" cy="298988"/>
              <a:chOff x="6180436" y="2944823"/>
              <a:chExt cx="1626672" cy="230911"/>
            </a:xfrm>
          </p:grpSpPr>
          <p:sp>
            <p:nvSpPr>
              <p:cNvPr id="243" name="Text 49">
                <a:extLst>
                  <a:ext uri="{FF2B5EF4-FFF2-40B4-BE49-F238E27FC236}">
                    <ns2:creationId id="{9D81394A-1AD4-5FB7-973B-2F82DB335676}"/>
                  </a:ext>
                </a:extLst>
              </p:cNvPr>
              <p:cNvSpPr txBox="1"/>
              <p:nvPr/>
            </p:nvSpPr>
            <p:spPr>
              <a:xfrm>
                <a:off x="6180436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251" name="Text 51">
                <a:extLst>
                  <a:ext uri="{FF2B5EF4-FFF2-40B4-BE49-F238E27FC236}">
                    <ns2:creationId id="{23AFE47A-3712-DAD9-6B58-C8416B15612F}"/>
                  </a:ext>
                </a:extLst>
              </p:cNvPr>
              <p:cNvSpPr txBox="1"/>
              <p:nvPr/>
            </p:nvSpPr>
            <p:spPr>
              <a:xfrm>
                <a:off x="6737394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254" name="Text 53">
                <a:extLst>
                  <a:ext uri="{FF2B5EF4-FFF2-40B4-BE49-F238E27FC236}">
                    <ns2:creationId id="{04D44BB2-7631-68D0-831A-6BEE4F8EC070}"/>
                  </a:ext>
                </a:extLst>
              </p:cNvPr>
              <p:cNvSpPr txBox="1"/>
              <p:nvPr/>
            </p:nvSpPr>
            <p:spPr>
              <a:xfrm>
                <a:off x="729435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</p:grpSp>
        <p:sp>
          <p:nvSpPr>
            <p:cNvPr id="300" name="AutoShape 2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4108342" y="2765204"/>
              <a:ext cx="180000" cy="900000"/>
            </a:xfrm>
            <a:prstGeom prst="homePlate">
              <a:avLst>
                <a:gd name="adj" fmla="val 100000"/>
              </a:avLst>
            </a:prstGeom>
            <a:solidFill>
              <a:srgbClr val="E2F0D9"/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 sz="2000">
                <a:latin typeface="+mn-ea"/>
              </a:endParaRPr>
            </a:p>
          </p:txBody>
        </p:sp>
        <p:sp>
          <p:nvSpPr>
            <p:cNvPr id="12" name="Text 56">
              <a:extLst>
                <a:ext uri="{FF2B5EF4-FFF2-40B4-BE49-F238E27FC236}">
                  <ns2:creationId id="{47FCA749-9E09-6B03-D0F1-2FEDB6180D92}"/>
                </a:ext>
              </a:extLst>
            </p:cNvPr>
            <p:cNvSpPr txBox="1"/>
            <p:nvPr/>
          </p:nvSpPr>
          <p:spPr>
            <a:xfrm>
              <a:off x="4376953" y="3802789"/>
              <a:ext cx="3528000" cy="236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240CFA-CE0F-300A-0B29-7E52C2CF9BA3}"/>
                </a:ext>
              </a:extLst>
            </p:cNvPr>
            <p:cNvSpPr/>
            <p:nvPr/>
          </p:nvSpPr>
          <p:spPr>
            <a:xfrm>
              <a:off x="334963" y="4114816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山形 66">
              <a:extLst>
                <a:ext uri="{FF2B5EF4-FFF2-40B4-BE49-F238E27FC236}">
                  <ns2:creationId id="{F16E5E7A-9A9F-AA77-7A3B-804F617E761D}"/>
                </a:ext>
              </a:extLst>
            </p:cNvPr>
            <p:cNvSpPr/>
            <p:nvPr/>
          </p:nvSpPr>
          <p:spPr>
            <a:xfrm>
              <a:off x="1219201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1" name="山形 66">
              <a:extLst>
                <a:ext uri="{FF2B5EF4-FFF2-40B4-BE49-F238E27FC236}">
                  <ns2:creationId id="{6081A1A3-BA94-8C4B-ED10-835D06B3166C}"/>
                </a:ext>
              </a:extLst>
            </p:cNvPr>
            <p:cNvSpPr/>
            <p:nvPr/>
          </p:nvSpPr>
          <p:spPr>
            <a:xfrm>
              <a:off x="2916388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3" name="山形 66">
              <a:extLst>
                <a:ext uri="{FF2B5EF4-FFF2-40B4-BE49-F238E27FC236}">
                  <ns2:creationId id="{FC9212A5-8D2B-5FDC-4D98-74D670FACAAF}"/>
                </a:ext>
              </a:extLst>
            </p:cNvPr>
            <p:cNvSpPr/>
            <p:nvPr/>
          </p:nvSpPr>
          <p:spPr>
            <a:xfrm>
              <a:off x="4613574" y="4507617"/>
              <a:ext cx="1692962" cy="211584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5" name="山形 66">
              <a:extLst>
                <a:ext uri="{FF2B5EF4-FFF2-40B4-BE49-F238E27FC236}">
                  <ns2:creationId id="{2B69730F-CA2E-6F46-75D7-6931AD30183F}"/>
                </a:ext>
              </a:extLst>
            </p:cNvPr>
            <p:cNvSpPr/>
            <p:nvPr/>
          </p:nvSpPr>
          <p:spPr>
            <a:xfrm>
              <a:off x="6310763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4E40F5C4-1B79-0410-F1A8-91D18D0D43D4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4743780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6D8D39CB-16EC-9AD5-4C01-93D97F88AAC6}"/>
                </a:ext>
              </a:extLst>
            </p:cNvPr>
            <p:cNvSpPr/>
            <p:nvPr/>
          </p:nvSpPr>
          <p:spPr>
            <a:xfrm>
              <a:off x="1219201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FA4047C-4F9F-C0F0-ED21-0C4AF258133B}"/>
                </a:ext>
              </a:extLst>
            </p:cNvPr>
            <p:cNvSpPr/>
            <p:nvPr/>
          </p:nvSpPr>
          <p:spPr>
            <a:xfrm>
              <a:off x="364386" y="4743779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E130CF1C-59B9-F80F-5BF6-A47C0DA69FD5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035881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F5B031CF-858C-ABAB-6E6E-B34CD07CBF3B}"/>
                </a:ext>
              </a:extLst>
            </p:cNvPr>
            <p:cNvSpPr/>
            <p:nvPr/>
          </p:nvSpPr>
          <p:spPr>
            <a:xfrm>
              <a:off x="1219201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207751E1-A733-18C3-E41B-926A952BDF91}"/>
                </a:ext>
              </a:extLst>
            </p:cNvPr>
            <p:cNvSpPr/>
            <p:nvPr/>
          </p:nvSpPr>
          <p:spPr>
            <a:xfrm>
              <a:off x="364386" y="5035881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C95BE83D-A67F-D8D8-4965-4F9531A75928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327983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>
              <a:extLst>
                <a:ext uri="{FF2B5EF4-FFF2-40B4-BE49-F238E27FC236}">
                  <ns2:creationId id="{7997E734-D994-E608-0ABC-5899D38587B0}"/>
                </a:ext>
              </a:extLst>
            </p:cNvPr>
            <p:cNvSpPr/>
            <p:nvPr/>
          </p:nvSpPr>
          <p:spPr>
            <a:xfrm>
              <a:off x="1219201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C8B8979-1200-E5EB-CF00-673F512C3590}"/>
                </a:ext>
              </a:extLst>
            </p:cNvPr>
            <p:cNvSpPr/>
            <p:nvPr/>
          </p:nvSpPr>
          <p:spPr>
            <a:xfrm>
              <a:off x="364386" y="5327982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CCBA40DE-56DE-9374-2130-43447248EB28}"/>
                </a:ext>
              </a:extLst>
            </p:cNvPr>
            <p:cNvSpPr/>
            <p:nvPr/>
          </p:nvSpPr>
          <p:spPr>
            <a:xfrm>
              <a:off x="2908462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F6090C3-DA05-8239-0CF5-F93C56BB18FF}"/>
                </a:ext>
              </a:extLst>
            </p:cNvPr>
            <p:cNvSpPr/>
            <p:nvPr/>
          </p:nvSpPr>
          <p:spPr>
            <a:xfrm>
              <a:off x="2908462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C8F497A-ECA8-CB75-C817-6E1B712D4052}"/>
                </a:ext>
              </a:extLst>
            </p:cNvPr>
            <p:cNvSpPr/>
            <p:nvPr/>
          </p:nvSpPr>
          <p:spPr>
            <a:xfrm>
              <a:off x="2908462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2CB35B99-4014-2667-42E0-9A70A84E52DD}"/>
                </a:ext>
              </a:extLst>
            </p:cNvPr>
            <p:cNvSpPr/>
            <p:nvPr/>
          </p:nvSpPr>
          <p:spPr>
            <a:xfrm>
              <a:off x="4594664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・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B3169D7-BCB9-446E-0A06-F60A992B44AD}"/>
                </a:ext>
              </a:extLst>
            </p:cNvPr>
            <p:cNvSpPr/>
            <p:nvPr/>
          </p:nvSpPr>
          <p:spPr>
            <a:xfrm>
              <a:off x="4594664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5D2D66E-D881-DCFC-E744-4783637A1C20}"/>
                </a:ext>
              </a:extLst>
            </p:cNvPr>
            <p:cNvSpPr/>
            <p:nvPr/>
          </p:nvSpPr>
          <p:spPr>
            <a:xfrm>
              <a:off x="4594664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F7D35A6C-6A0F-49C1-AC02-8453C94D242A}"/>
                </a:ext>
              </a:extLst>
            </p:cNvPr>
            <p:cNvSpPr/>
            <p:nvPr/>
          </p:nvSpPr>
          <p:spPr>
            <a:xfrm>
              <a:off x="6306536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8929BB0B-3DEB-6C05-8E3B-9A50693E5ECE}"/>
                </a:ext>
              </a:extLst>
            </p:cNvPr>
            <p:cNvSpPr/>
            <p:nvPr/>
          </p:nvSpPr>
          <p:spPr>
            <a:xfrm>
              <a:off x="6306536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C899C4F8-955D-5983-0A66-A2A9517E1C5D}"/>
                </a:ext>
              </a:extLst>
            </p:cNvPr>
            <p:cNvSpPr/>
            <p:nvPr/>
          </p:nvSpPr>
          <p:spPr>
            <a:xfrm>
              <a:off x="6306536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29" name="Text 82">
              <a:extLst>
                <a:ext uri="{FF2B5EF4-FFF2-40B4-BE49-F238E27FC236}">
                  <ns2:creationId id="{3F2D0B7E-5B24-0DEB-E16C-CE1E09EE79C2}"/>
                </a:ext>
              </a:extLst>
            </p:cNvPr>
            <p:cNvSpPr txBox="1"/>
            <p:nvPr/>
          </p:nvSpPr>
          <p:spPr>
            <a:xfrm>
              <a:off x="365760" y="5764720"/>
              <a:ext cx="77724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00" dirty="0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dirty="0" err="1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 dirty="0">
                <a:latin typeface="+mn-ea"/>
              </a:endParaRPr>
            </a:p>
          </p:txBody>
        </p:sp>
        <p:pic>
          <p:nvPicPr>
            <p:cNvPr id="16" name="グラフィックス 15" descr="接続済み 単色塗りつぶし">
              <a:extLst>
                <a:ext uri="{FF2B5EF4-FFF2-40B4-BE49-F238E27FC236}">
                  <ns2:creationId id="{7D95B157-0674-6D00-30E5-AADD6E22C0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66558" y="4122016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矢印コネクタ 33">
              <a:extLst>
                <a:ext uri="{FF2B5EF4-FFF2-40B4-BE49-F238E27FC236}">
                  <ns2:creationId id="{207272BF-ACA9-314E-BBA2-C7B067C4459E}"/>
                </a:ext>
              </a:extLst>
            </p:cNvPr>
            <p:cNvCxnSpPr/>
            <p:nvPr/>
          </p:nvCxnSpPr>
          <p:spPr>
            <a:xfrm>
              <a:off x="1219201" y="5675397"/>
              <a:ext cx="6698419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 63">
              <a:extLst>
                <a:ext uri="{FF2B5EF4-FFF2-40B4-BE49-F238E27FC236}">
                  <ns2:creationId id="{3AD68F46-04D4-B9D3-2AED-F9FD6C18A229}"/>
                </a:ext>
              </a:extLst>
            </p:cNvPr>
            <p:cNvSpPr txBox="1"/>
            <p:nvPr/>
          </p:nvSpPr>
          <p:spPr>
            <a:xfrm>
              <a:off x="1817849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4" name="Text 69">
              <a:extLst>
                <a:ext uri="{FF2B5EF4-FFF2-40B4-BE49-F238E27FC236}">
                  <ns2:creationId id="{8253F71C-4D24-92C8-C610-D99FAB14FE14}"/>
                </a:ext>
              </a:extLst>
            </p:cNvPr>
            <p:cNvSpPr txBox="1"/>
            <p:nvPr/>
          </p:nvSpPr>
          <p:spPr>
            <a:xfrm>
              <a:off x="3507110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7" name="Text 75">
              <a:extLst>
                <a:ext uri="{FF2B5EF4-FFF2-40B4-BE49-F238E27FC236}">
                  <ns2:creationId id="{1A6AE40C-09AD-7DE4-2BD5-352A6D5382E5}"/>
                </a:ext>
              </a:extLst>
            </p:cNvPr>
            <p:cNvSpPr txBox="1"/>
            <p:nvPr/>
          </p:nvSpPr>
          <p:spPr>
            <a:xfrm>
              <a:off x="5193312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Text 81">
              <a:extLst>
                <a:ext uri="{FF2B5EF4-FFF2-40B4-BE49-F238E27FC236}">
                  <ns2:creationId id="{6D7C49C5-63E6-DA8D-BB74-F2F70B801059}"/>
                </a:ext>
              </a:extLst>
            </p:cNvPr>
            <p:cNvSpPr txBox="1"/>
            <p:nvPr/>
          </p:nvSpPr>
          <p:spPr>
            <a:xfrm>
              <a:off x="6639485" y="5548516"/>
              <a:ext cx="945185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50">
                <a:solidFill>
                  <a:schemeClr val="accent2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8594226F-C09E-9FB0-17E3-C045D214F05A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036106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29170CE6-9B43-F478-69D1-8D7773C5801D}"/>
                  </a:ext>
                </a:extLst>
              </p:cNvPr>
              <p:cNvSpPr/>
              <p:nvPr/>
            </p:nvSpPr>
            <p:spPr>
              <a:xfrm>
                <a:off x="8208339" y="203610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37F8257-BE78-B231-5C49-140ABD2BDF47}"/>
                  </a:ext>
                </a:extLst>
              </p:cNvPr>
              <p:cNvSpPr/>
              <p:nvPr/>
            </p:nvSpPr>
            <p:spPr>
              <a:xfrm>
                <a:off x="9126440" y="2097765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B36650-1A72-7846-B1AB-382DBAE33841}"/>
                  </a:ext>
                </a:extLst>
              </p:cNvPr>
              <p:cNvSpPr/>
              <p:nvPr/>
            </p:nvSpPr>
            <p:spPr>
              <a:xfrm>
                <a:off x="8244587" y="209730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4D6DCB93-688F-A39C-D322-38527019636F}"/>
                </a:ext>
              </a:extLst>
            </p:cNvPr>
            <p:cNvGrpSpPr/>
            <p:nvPr/>
          </p:nvGrpSpPr>
          <p:grpSpPr>
            <a:xfrm>
              <a:off x="8208339" y="2580209"/>
              <a:ext cx="3546389" cy="468000"/>
              <a:chOff x="8208339" y="2580209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C0F3046-0C13-D8F8-8600-061FCDC30955}"/>
                  </a:ext>
                </a:extLst>
              </p:cNvPr>
              <p:cNvSpPr/>
              <p:nvPr/>
            </p:nvSpPr>
            <p:spPr>
              <a:xfrm>
                <a:off x="8208339" y="258020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ACB7DE0A-3C25-75B5-9166-FAB1B3934162}"/>
                  </a:ext>
                </a:extLst>
              </p:cNvPr>
              <p:cNvSpPr/>
              <p:nvPr/>
            </p:nvSpPr>
            <p:spPr>
              <a:xfrm>
                <a:off x="9126440" y="2641868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E569B47-B74A-8559-F2A3-E1F908784C37}"/>
                  </a:ext>
                </a:extLst>
              </p:cNvPr>
              <p:cNvSpPr/>
              <p:nvPr/>
            </p:nvSpPr>
            <p:spPr>
              <a:xfrm>
                <a:off x="8244587" y="2641409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ns2:creationId id="{FC215426-1D5F-4EE3-D1B1-DB24878E4C49}"/>
                </a:ext>
              </a:extLst>
            </p:cNvPr>
            <p:cNvGrpSpPr/>
            <p:nvPr/>
          </p:nvGrpSpPr>
          <p:grpSpPr>
            <a:xfrm>
              <a:off x="8208339" y="3124312"/>
              <a:ext cx="3546389" cy="468000"/>
              <a:chOff x="8208339" y="312431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57595B32-10DC-7B4A-7BAE-243187A21375}"/>
                  </a:ext>
                </a:extLst>
              </p:cNvPr>
              <p:cNvSpPr/>
              <p:nvPr/>
            </p:nvSpPr>
            <p:spPr>
              <a:xfrm>
                <a:off x="8208339" y="312431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04C97777-8BDA-55D9-F89E-F5C0421725EE}"/>
                  </a:ext>
                </a:extLst>
              </p:cNvPr>
              <p:cNvSpPr/>
              <p:nvPr/>
            </p:nvSpPr>
            <p:spPr>
              <a:xfrm>
                <a:off x="9126440" y="3185971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98B5F32D-2EB1-C572-ECDB-B5DB5C4CC7CE}"/>
                  </a:ext>
                </a:extLst>
              </p:cNvPr>
              <p:cNvSpPr/>
              <p:nvPr/>
            </p:nvSpPr>
            <p:spPr>
              <a:xfrm>
                <a:off x="8244587" y="318551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39101472"/>
      </p:ext>
    </p:extLst>
  </p:cSld>
  <p:clrMapOvr>
    <a:masterClrMapping/>
  </p:clrMapOvr>
</p:sld>
</file>

<file path=ppt/slides/slide2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E6628FB-0EA2-BF1B-BF7D-C1E24451C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D82D1D-8BFD-A2CA-EB03-FABD146EB9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(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 err="1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 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r>
              <a:rPr lang="ja-JP" altLang="en-US">
                <a:latin typeface="+mn-ea"/>
                <a:ea typeface="+mn-ea"/>
              </a:rPr>
              <a:t> 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81D1C73-AA13-A44F-7465-1CB47D41BA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AI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 err="1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四角形: 角を丸くする 13">
            <a:extLst>
              <a:ext uri="{FF2B5EF4-FFF2-40B4-BE49-F238E27FC236}">
                <ns2:creationId id="{EBECCD23-752F-1411-C3C7-7110F3777F56}"/>
              </a:ext>
            </a:extLst>
          </p:cNvPr>
          <p:cNvSpPr/>
          <p:nvPr/>
        </p:nvSpPr>
        <p:spPr>
          <a:xfrm>
            <a:off x="6222878" y="172658"/>
            <a:ext cx="1883154" cy="284543"/>
          </a:xfrm>
          <a:prstGeom prst="roundRect">
            <a:avLst>
              <a:gd name="adj" fmla="val 50000"/>
            </a:avLst>
          </a:prstGeom>
          <a:solidFill>
            <a:schemeClr val="accent2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1" name="グループ化 20">
            <a:extLst>
              <a:ext uri="{FF2B5EF4-FFF2-40B4-BE49-F238E27FC236}">
                <ns2:creationId id="{52CEFDE1-69D4-4FC7-D117-9C2DAB613B82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grpSp>
          <p:nvGrpSpPr>
            <p:cNvPr id="205" name="グループ化 204">
              <a:extLst>
                <a:ext uri="{FF2B5EF4-FFF2-40B4-BE49-F238E27FC236}">
                  <ns2:creationId id="{ECFE712C-6601-D614-8581-668076DE4C8F}"/>
                </a:ext>
              </a:extLst>
            </p:cNvPr>
            <p:cNvGrpSpPr/>
            <p:nvPr/>
          </p:nvGrpSpPr>
          <p:grpSpPr>
            <a:xfrm>
              <a:off x="334963" y="5893099"/>
              <a:ext cx="11522073" cy="406866"/>
              <a:chOff x="334963" y="5893099"/>
              <a:chExt cx="11522073" cy="406866"/>
            </a:xfrm>
          </p:grpSpPr>
          <p:sp>
            <p:nvSpPr>
              <p:cNvPr id="257" name="正方形/長方形 256">
                <a:extLst>
                  <a:ext uri="{FF2B5EF4-FFF2-40B4-BE49-F238E27FC236}">
                    <ns2:creationId id="{7C58339B-70B9-03F2-2DC2-C1F5C84F30E0}"/>
                  </a:ext>
                </a:extLst>
              </p:cNvPr>
              <p:cNvSpPr/>
              <p:nvPr/>
            </p:nvSpPr>
            <p:spPr>
              <a:xfrm>
                <a:off x="896757" y="5893099"/>
                <a:ext cx="10960279" cy="4068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F8E15A3E-E16D-0EBA-A867-FCF49E6572FB}"/>
                  </a:ext>
                </a:extLst>
              </p:cNvPr>
              <p:cNvSpPr/>
              <p:nvPr/>
            </p:nvSpPr>
            <p:spPr>
              <a:xfrm>
                <a:off x="334963" y="5893101"/>
                <a:ext cx="561795" cy="40686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EEBADBF-7CBE-D5E9-A767-0D46554AF29B}"/>
                  </a:ext>
                </a:extLst>
              </p:cNvPr>
              <p:cNvSpPr/>
              <p:nvPr/>
            </p:nvSpPr>
            <p:spPr>
              <a:xfrm>
                <a:off x="896758" y="5893100"/>
                <a:ext cx="605975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BD38DDEF-4738-C6D8-B784-6F46B4886A7C}"/>
                  </a:ext>
                </a:extLst>
              </p:cNvPr>
              <p:cNvSpPr/>
              <p:nvPr/>
            </p:nvSpPr>
            <p:spPr>
              <a:xfrm>
                <a:off x="1416108" y="5893100"/>
                <a:ext cx="1790928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DC34A045-F187-CFDE-8C74-0992E5B2B632}"/>
                  </a:ext>
                </a:extLst>
              </p:cNvPr>
              <p:cNvSpPr/>
              <p:nvPr/>
            </p:nvSpPr>
            <p:spPr>
              <a:xfrm>
                <a:off x="3138880" y="5893100"/>
                <a:ext cx="113323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E23908DE-FCDA-16B4-61AF-90F82F01CE8C}"/>
                  </a:ext>
                </a:extLst>
              </p:cNvPr>
              <p:cNvSpPr/>
              <p:nvPr/>
            </p:nvSpPr>
            <p:spPr>
              <a:xfrm>
                <a:off x="4195111" y="5893100"/>
                <a:ext cx="1823889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0901D304-07BC-8D36-0993-95DD5F3BA809}"/>
                  </a:ext>
                </a:extLst>
              </p:cNvPr>
              <p:cNvSpPr/>
              <p:nvPr/>
            </p:nvSpPr>
            <p:spPr>
              <a:xfrm>
                <a:off x="6096000" y="5893100"/>
                <a:ext cx="101628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083223D0-7D75-DE97-3630-AC6CFF2A4E87}"/>
                  </a:ext>
                </a:extLst>
              </p:cNvPr>
              <p:cNvSpPr/>
              <p:nvPr/>
            </p:nvSpPr>
            <p:spPr>
              <a:xfrm>
                <a:off x="7044912" y="5893100"/>
                <a:ext cx="173809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3ACF094F-DFDB-C0EA-A7C5-462306830304}"/>
                  </a:ext>
                </a:extLst>
              </p:cNvPr>
              <p:cNvSpPr/>
              <p:nvPr/>
            </p:nvSpPr>
            <p:spPr>
              <a:xfrm>
                <a:off x="8993263" y="5893100"/>
                <a:ext cx="830510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236CC9BF-D3D0-3896-8D22-3812935C918C}"/>
                  </a:ext>
                </a:extLst>
              </p:cNvPr>
              <p:cNvSpPr/>
              <p:nvPr/>
            </p:nvSpPr>
            <p:spPr>
              <a:xfrm>
                <a:off x="9632770" y="5893100"/>
                <a:ext cx="217614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82" name="正方形/長方形 281">
              <a:extLst>
                <a:ext uri="{FF2B5EF4-FFF2-40B4-BE49-F238E27FC236}">
                  <ns2:creationId id="{E8F9F966-A931-A588-24AD-515D97832C59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C9EE2D94-9A18-9987-ADB7-1E055E71E548}"/>
                </a:ext>
              </a:extLst>
            </p:cNvPr>
            <p:cNvSpPr/>
            <p:nvPr/>
          </p:nvSpPr>
          <p:spPr>
            <a:xfrm>
              <a:off x="8106032" y="1961501"/>
              <a:ext cx="3751004" cy="169483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19269924-91CC-57F8-9A89-68ED2F46F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08643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D04E8725-F363-CA4A-31D1-F19879B6617B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95938A-3CCA-49FA-BAAA-7D84096A6A33}"/>
                </a:ext>
              </a:extLst>
            </p:cNvPr>
            <p:cNvSpPr/>
            <p:nvPr/>
          </p:nvSpPr>
          <p:spPr>
            <a:xfrm>
              <a:off x="8106032" y="4092259"/>
              <a:ext cx="3751004" cy="168146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84C7251C-FA5A-4DE3-FA57-072EE356C574}"/>
                </a:ext>
              </a:extLst>
            </p:cNvPr>
            <p:cNvGrpSpPr/>
            <p:nvPr/>
          </p:nvGrpSpPr>
          <p:grpSpPr>
            <a:xfrm>
              <a:off x="8208339" y="4172747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47CE0BA1-4FEC-143D-4D37-248779F4B31F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9759E9F7-92BC-5F74-1305-774870142263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8055393-B4BD-A662-6D1B-D0E27A1FD3D5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FFB756C8-3B06-60B3-5A6E-DE4005750021}"/>
                </a:ext>
              </a:extLst>
            </p:cNvPr>
            <p:cNvGrpSpPr/>
            <p:nvPr/>
          </p:nvGrpSpPr>
          <p:grpSpPr>
            <a:xfrm>
              <a:off x="8208339" y="4700986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018C0E06-9DC6-30DF-F7FA-53EC3851352C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E7C464E-0394-5205-2EB7-F7672DE10F93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9FCD597-A020-B70B-5103-050399396A66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0169C0EF-192E-295B-DAFF-1DE036C38822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5A016D5-4C9D-29F2-4C79-DFFF2C506BCC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795B1DC-591A-BFEE-043A-2A9E42109D4F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E848A26-04ED-0940-93DB-5D288340E9EB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C15C7DC5-4E8B-19A8-1E33-08FC8A304B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65060604-52C8-2EA3-0920-40E0F45E9962}"/>
                </a:ext>
              </a:extLst>
            </p:cNvPr>
            <p:cNvSpPr/>
            <p:nvPr/>
          </p:nvSpPr>
          <p:spPr>
            <a:xfrm>
              <a:off x="377075" y="2051641"/>
              <a:ext cx="2761804" cy="668397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5967D32F-7811-D5EF-27B9-DE54F004A19C}"/>
                </a:ext>
              </a:extLst>
            </p:cNvPr>
            <p:cNvSpPr/>
            <p:nvPr/>
          </p:nvSpPr>
          <p:spPr>
            <a:xfrm>
              <a:off x="377076" y="2762952"/>
              <a:ext cx="2761804" cy="668397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98ED0171-1748-CC4D-F773-1EF0958F341A}"/>
                </a:ext>
              </a:extLst>
            </p:cNvPr>
            <p:cNvSpPr/>
            <p:nvPr/>
          </p:nvSpPr>
          <p:spPr>
            <a:xfrm>
              <a:off x="377076" y="3474263"/>
              <a:ext cx="2761804" cy="668397"/>
            </a:xfrm>
            <a:prstGeom prst="rect">
              <a:avLst/>
            </a:prstGeom>
            <a:solidFill>
              <a:srgbClr val="E2F0D9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</a:t>
              </a:r>
            </a:p>
            <a:p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、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0" name="直線コネクタ 29">
              <a:extLst>
                <a:ext uri="{FF2B5EF4-FFF2-40B4-BE49-F238E27FC236}">
                  <ns2:creationId id="{7DC5593A-C5B7-2811-B125-24BDBA3C273A}"/>
                </a:ext>
              </a:extLst>
            </p:cNvPr>
            <p:cNvCxnSpPr>
              <a:cxnSpLocks/>
            </p:cNvCxnSpPr>
            <p:nvPr/>
          </p:nvCxnSpPr>
          <p:spPr>
            <a:xfrm>
              <a:off x="3449637" y="2074291"/>
              <a:ext cx="0" cy="2068369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四角形: 角を丸くする 32">
              <a:extLst>
                <a:ext uri="{FF2B5EF4-FFF2-40B4-BE49-F238E27FC236}">
                  <ns2:creationId id="{400AADBC-E5DB-53F4-70E2-736C9113F531}"/>
                </a:ext>
              </a:extLst>
            </p:cNvPr>
            <p:cNvSpPr/>
            <p:nvPr/>
          </p:nvSpPr>
          <p:spPr>
            <a:xfrm>
              <a:off x="438734" y="2021591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70B46031-14F1-1A6C-FF2B-CBEC0A4B87E9}"/>
                </a:ext>
              </a:extLst>
            </p:cNvPr>
            <p:cNvSpPr/>
            <p:nvPr/>
          </p:nvSpPr>
          <p:spPr>
            <a:xfrm>
              <a:off x="438734" y="2762948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9414FFBD-AAB2-55FF-A299-0E5AC8B15612}"/>
                </a:ext>
              </a:extLst>
            </p:cNvPr>
            <p:cNvSpPr/>
            <p:nvPr/>
          </p:nvSpPr>
          <p:spPr>
            <a:xfrm>
              <a:off x="438734" y="3467155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>
                <a:alpha val="60000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33" name="直線矢印コネクタ 132">
              <a:extLst>
                <a:ext uri="{FF2B5EF4-FFF2-40B4-BE49-F238E27FC236}">
                  <ns2:creationId id="{1E8289AE-821A-BD1D-CB85-A9D65D23D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96767" y="3806876"/>
              <a:ext cx="35287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正方形/長方形 135">
              <a:extLst>
                <a:ext uri="{FF2B5EF4-FFF2-40B4-BE49-F238E27FC236}">
                  <ns2:creationId id="{666E55E8-18E1-657B-095B-83EFB75975C4}"/>
                </a:ext>
              </a:extLst>
            </p:cNvPr>
            <p:cNvSpPr/>
            <p:nvPr/>
          </p:nvSpPr>
          <p:spPr>
            <a:xfrm>
              <a:off x="3505087" y="2051642"/>
              <a:ext cx="4452310" cy="211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09" name="グループ化 208">
              <a:extLst>
                <a:ext uri="{FF2B5EF4-FFF2-40B4-BE49-F238E27FC236}">
                  <ns2:creationId id="{4439B89E-D704-0D96-EF17-2FC38BA6F5BD}"/>
                </a:ext>
              </a:extLst>
            </p:cNvPr>
            <p:cNvGrpSpPr/>
            <p:nvPr/>
          </p:nvGrpSpPr>
          <p:grpSpPr>
            <a:xfrm>
              <a:off x="3505087" y="2300725"/>
              <a:ext cx="4452310" cy="1841935"/>
              <a:chOff x="3505087" y="2300725"/>
              <a:chExt cx="4452310" cy="1841935"/>
            </a:xfrm>
          </p:grpSpPr>
          <p:sp>
            <p:nvSpPr>
              <p:cNvPr id="137" name="正方形/長方形 136">
                <a:extLst>
                  <a:ext uri="{FF2B5EF4-FFF2-40B4-BE49-F238E27FC236}">
                    <ns2:creationId id="{9F9B7543-94B2-0BCE-36AA-E9A07D9AA6F7}"/>
                  </a:ext>
                </a:extLst>
              </p:cNvPr>
              <p:cNvSpPr/>
              <p:nvPr/>
            </p:nvSpPr>
            <p:spPr>
              <a:xfrm>
                <a:off x="5011819" y="2300725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4A5CAE3-A67F-92D8-1BAE-79D0A620A616}"/>
                  </a:ext>
                </a:extLst>
              </p:cNvPr>
              <p:cNvSpPr/>
              <p:nvPr/>
            </p:nvSpPr>
            <p:spPr>
              <a:xfrm>
                <a:off x="5011819" y="2927304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、「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E3CA685E-C454-F3BE-FFC5-EF682DE18EC8}"/>
                  </a:ext>
                </a:extLst>
              </p:cNvPr>
              <p:cNvSpPr/>
              <p:nvPr/>
            </p:nvSpPr>
            <p:spPr>
              <a:xfrm>
                <a:off x="5180727" y="2658976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70F35E4F-2500-6DB5-2360-7B5098B6DBE2}"/>
                  </a:ext>
                </a:extLst>
              </p:cNvPr>
              <p:cNvSpPr/>
              <p:nvPr/>
            </p:nvSpPr>
            <p:spPr>
              <a:xfrm>
                <a:off x="5180727" y="3285555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F68E4E5-9316-E496-C83B-CD1E0DFD82EF}"/>
                  </a:ext>
                </a:extLst>
              </p:cNvPr>
              <p:cNvSpPr/>
              <p:nvPr/>
            </p:nvSpPr>
            <p:spPr>
              <a:xfrm>
                <a:off x="3505087" y="2300725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D965314-CC2D-88C9-8B26-6F1F1E24804A}"/>
                  </a:ext>
                </a:extLst>
              </p:cNvPr>
              <p:cNvSpPr/>
              <p:nvPr/>
            </p:nvSpPr>
            <p:spPr>
              <a:xfrm>
                <a:off x="3505088" y="2927304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BD3DCCD-AE25-0684-E6B9-31C8D0EAA2C8}"/>
                  </a:ext>
                </a:extLst>
              </p:cNvPr>
              <p:cNvSpPr/>
              <p:nvPr/>
            </p:nvSpPr>
            <p:spPr>
              <a:xfrm>
                <a:off x="3505088" y="3553883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54F272F3-6544-361B-DF78-04825C98A447}"/>
                  </a:ext>
                </a:extLst>
              </p:cNvPr>
              <p:cNvSpPr/>
              <p:nvPr/>
            </p:nvSpPr>
            <p:spPr>
              <a:xfrm>
                <a:off x="5011819" y="3553882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FA98132C-BC76-DE94-72A9-04941A0D3476}"/>
                  </a:ext>
                </a:extLst>
              </p:cNvPr>
              <p:cNvSpPr/>
              <p:nvPr/>
            </p:nvSpPr>
            <p:spPr>
              <a:xfrm>
                <a:off x="5180727" y="3912133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17" name="正方形/長方形 16">
              <a:extLst>
                <a:ext uri="{FF2B5EF4-FFF2-40B4-BE49-F238E27FC236}">
                  <ns2:creationId id="{50023177-1175-B6BA-2C15-189E367B2669}"/>
                </a:ext>
              </a:extLst>
            </p:cNvPr>
            <p:cNvSpPr/>
            <p:nvPr/>
          </p:nvSpPr>
          <p:spPr>
            <a:xfrm>
              <a:off x="334963" y="4220394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54" name="グラフィックス 153" descr="フリップ式カレンダー 単色塗りつぶし">
              <a:extLst>
                <a:ext uri="{FF2B5EF4-FFF2-40B4-BE49-F238E27FC236}">
                  <ns2:creationId id="{2B51A7D8-7E63-0AD7-CBCA-912CD0AFA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401855" y="4227594"/>
              <a:ext cx="324000" cy="324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64326C3A-8CEA-6BA4-40F6-991E20328409}"/>
                </a:ext>
              </a:extLst>
            </p:cNvPr>
            <p:cNvSpPr/>
            <p:nvPr/>
          </p:nvSpPr>
          <p:spPr>
            <a:xfrm>
              <a:off x="334961" y="5075727"/>
              <a:ext cx="1167771" cy="2631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68B0470F-2CB4-ADC2-9763-2A6FE1A1AAB1}"/>
                </a:ext>
              </a:extLst>
            </p:cNvPr>
            <p:cNvSpPr/>
            <p:nvPr/>
          </p:nvSpPr>
          <p:spPr>
            <a:xfrm>
              <a:off x="334961" y="5392837"/>
              <a:ext cx="1167771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01" name="グループ化 200">
              <a:extLst>
                <a:ext uri="{FF2B5EF4-FFF2-40B4-BE49-F238E27FC236}">
                  <ns2:creationId id="{F2C64AF9-0496-5E3C-39B0-235DE2EDFE34}"/>
                </a:ext>
              </a:extLst>
            </p:cNvPr>
            <p:cNvGrpSpPr/>
            <p:nvPr/>
          </p:nvGrpSpPr>
          <p:grpSpPr>
            <a:xfrm>
              <a:off x="1502734" y="5075727"/>
              <a:ext cx="1610414" cy="257784"/>
              <a:chOff x="1768106" y="5090211"/>
              <a:chExt cx="1858277" cy="224283"/>
            </a:xfrm>
          </p:grpSpPr>
          <p:sp>
            <p:nvSpPr>
              <p:cNvPr id="174" name="正方形/長方形 173">
                <a:extLst>
                  <a:ext uri="{FF2B5EF4-FFF2-40B4-BE49-F238E27FC236}">
                    <ns2:creationId id="{338AD7EC-7B43-55F2-5F54-8D2B8A0FD1B8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9CBF11EF-692A-8AE9-C719-A1B0C3BACD2C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sp>
          <p:nvSpPr>
            <p:cNvPr id="179" name="正方形/長方形 178">
              <a:extLst>
                <a:ext uri="{FF2B5EF4-FFF2-40B4-BE49-F238E27FC236}">
                  <ns2:creationId id="{AC4ED3E0-9F8C-51D7-BA8A-F74988D30888}"/>
                </a:ext>
              </a:extLst>
            </p:cNvPr>
            <p:cNvSpPr/>
            <p:nvPr/>
          </p:nvSpPr>
          <p:spPr>
            <a:xfrm>
              <a:off x="3117481" y="5075725"/>
              <a:ext cx="3225164" cy="257784"/>
            </a:xfrm>
            <a:prstGeom prst="rect">
              <a:avLst/>
            </a:prstGeom>
            <a:solidFill>
              <a:schemeClr val="accent2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14A6D8A-5D97-DC22-8F87-7CFED23702EE}"/>
                </a:ext>
              </a:extLst>
            </p:cNvPr>
            <p:cNvSpPr/>
            <p:nvPr/>
          </p:nvSpPr>
          <p:spPr>
            <a:xfrm>
              <a:off x="3117481" y="5392837"/>
              <a:ext cx="1610414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8B87049-8F40-D386-840E-930916B7FF76}"/>
                </a:ext>
              </a:extLst>
            </p:cNvPr>
            <p:cNvSpPr/>
            <p:nvPr/>
          </p:nvSpPr>
          <p:spPr>
            <a:xfrm>
              <a:off x="4783345" y="5392837"/>
              <a:ext cx="2680760" cy="2631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90" name="Text 114">
              <a:extLst>
                <a:ext uri="{FF2B5EF4-FFF2-40B4-BE49-F238E27FC236}">
                  <ns2:creationId id="{FC9A547F-01B5-F6DF-0FAE-D7DD47760AE4}"/>
                </a:ext>
              </a:extLst>
            </p:cNvPr>
            <p:cNvSpPr txBox="1"/>
            <p:nvPr/>
          </p:nvSpPr>
          <p:spPr>
            <a:xfrm>
              <a:off x="4231841" y="4555036"/>
              <a:ext cx="548640" cy="21019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92" name="Shape 113">
              <a:extLst>
                <a:ext uri="{FF2B5EF4-FFF2-40B4-BE49-F238E27FC236}">
                  <ns2:creationId id="{338CF19E-8554-40A4-6866-E9498A14F156}"/>
                </a:ext>
              </a:extLst>
            </p:cNvPr>
            <p:cNvSpPr/>
            <p:nvPr/>
          </p:nvSpPr>
          <p:spPr>
            <a:xfrm>
              <a:off x="4506161" y="4722855"/>
              <a:ext cx="0" cy="952393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sp>
          <p:nvSpPr>
            <p:cNvPr id="157" name="山形 66">
              <a:extLst>
                <a:ext uri="{FF2B5EF4-FFF2-40B4-BE49-F238E27FC236}">
                  <ns2:creationId id="{6632127D-3D09-6626-C90A-94A56DA37C90}"/>
                </a:ext>
              </a:extLst>
            </p:cNvPr>
            <p:cNvSpPr/>
            <p:nvPr/>
          </p:nvSpPr>
          <p:spPr>
            <a:xfrm>
              <a:off x="1502734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0" name="山形 66">
              <a:extLst>
                <a:ext uri="{FF2B5EF4-FFF2-40B4-BE49-F238E27FC236}">
                  <ns2:creationId id="{89D03B07-A632-BA4D-E796-7D0ADD36010F}"/>
                </a:ext>
              </a:extLst>
            </p:cNvPr>
            <p:cNvSpPr/>
            <p:nvPr/>
          </p:nvSpPr>
          <p:spPr>
            <a:xfrm>
              <a:off x="3117482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2" name="山形 66">
              <a:extLst>
                <a:ext uri="{FF2B5EF4-FFF2-40B4-BE49-F238E27FC236}">
                  <ns2:creationId id="{43A131D9-AC4A-D94C-C1F8-DE18892544EC}"/>
                </a:ext>
              </a:extLst>
            </p:cNvPr>
            <p:cNvSpPr/>
            <p:nvPr/>
          </p:nvSpPr>
          <p:spPr>
            <a:xfrm>
              <a:off x="4732231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98" name="山形 66">
              <a:extLst>
                <a:ext uri="{FF2B5EF4-FFF2-40B4-BE49-F238E27FC236}">
                  <ns2:creationId id="{F416487B-6C0A-C576-63A1-08C9C7633C54}"/>
                </a:ext>
              </a:extLst>
            </p:cNvPr>
            <p:cNvSpPr/>
            <p:nvPr/>
          </p:nvSpPr>
          <p:spPr>
            <a:xfrm>
              <a:off x="6346979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3F651BE2-B325-B272-4F95-86DF2278568B}"/>
                </a:ext>
              </a:extLst>
            </p:cNvPr>
            <p:cNvSpPr/>
            <p:nvPr/>
          </p:nvSpPr>
          <p:spPr>
            <a:xfrm>
              <a:off x="334963" y="1630301"/>
              <a:ext cx="7622435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5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11" name="グラフィックス 210" descr="レイヤー (デザイン) 単色塗りつぶし">
              <a:extLst>
                <a:ext uri="{FF2B5EF4-FFF2-40B4-BE49-F238E27FC236}">
                  <ns2:creationId id="{53E0C242-6AA3-8326-D6E0-977727F630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491215" y="1637501"/>
              <a:ext cx="324000" cy="324000"/>
            </a:xfrm>
            <a:prstGeom prst="rect">
              <a:avLst/>
            </a:prstGeom>
          </p:spPr>
        </p:pic>
        <p:grpSp>
          <p:nvGrpSpPr>
            <p:cNvPr id="16" name="グループ化 15">
              <a:extLst>
                <a:ext uri="{FF2B5EF4-FFF2-40B4-BE49-F238E27FC236}">
                  <ns2:creationId id="{FC09840C-062C-7760-50ED-687048AC7C5C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DD54F70C-D81D-0F21-AD36-FC7F534A651C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54010359-33EB-C15B-D5EF-6FF6B9D53518}"/>
                  </a:ext>
                </a:extLst>
              </p:cNvPr>
              <p:cNvSpPr/>
              <p:nvPr/>
            </p:nvSpPr>
            <p:spPr>
              <a:xfrm>
                <a:off x="9104221" y="2222890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D65ED04D-603D-5565-A0D5-321BACD252EB}"/>
                  </a:ext>
                </a:extLst>
              </p:cNvPr>
              <p:cNvSpPr/>
              <p:nvPr/>
            </p:nvSpPr>
            <p:spPr>
              <a:xfrm>
                <a:off x="8244587" y="222243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D9ED8E9A-927E-77B6-30F8-8375CC6A4267}"/>
                </a:ext>
              </a:extLst>
            </p:cNvPr>
            <p:cNvGrpSpPr/>
            <p:nvPr/>
          </p:nvGrpSpPr>
          <p:grpSpPr>
            <a:xfrm>
              <a:off x="8208339" y="2589834"/>
              <a:ext cx="3546389" cy="468000"/>
              <a:chOff x="8208339" y="2652396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E273C60-4A16-C3D5-9334-8856971865B1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8986735F-9E4D-2017-349C-200D0A80F304}"/>
                  </a:ext>
                </a:extLst>
              </p:cNvPr>
              <p:cNvSpPr/>
              <p:nvPr/>
            </p:nvSpPr>
            <p:spPr>
              <a:xfrm>
                <a:off x="9104221" y="2714055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97AAC4F-CED8-8EF2-7447-32D2FE6BFF79}"/>
                  </a:ext>
                </a:extLst>
              </p:cNvPr>
              <p:cNvSpPr/>
              <p:nvPr/>
            </p:nvSpPr>
            <p:spPr>
              <a:xfrm>
                <a:off x="8244587" y="271359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71B74D-8C45-EDF5-B481-F58B1AE8C027}"/>
                </a:ext>
              </a:extLst>
            </p:cNvPr>
            <p:cNvGrpSpPr/>
            <p:nvPr/>
          </p:nvGrpSpPr>
          <p:grpSpPr>
            <a:xfrm>
              <a:off x="8208339" y="3143562"/>
              <a:ext cx="3546389" cy="468000"/>
              <a:chOff x="8208339" y="314356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9DF9A7A3-EC0A-8E59-0A33-68B312CB5D36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1080B5B2-7EE2-FACD-E7E5-3A2B55A97168}"/>
                  </a:ext>
                </a:extLst>
              </p:cNvPr>
              <p:cNvSpPr/>
              <p:nvPr/>
            </p:nvSpPr>
            <p:spPr>
              <a:xfrm>
                <a:off x="9104221" y="3205221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4AF6B83E-CC77-84E9-03A8-0A8EFC488824}"/>
                  </a:ext>
                </a:extLst>
              </p:cNvPr>
              <p:cNvSpPr/>
              <p:nvPr/>
            </p:nvSpPr>
            <p:spPr>
              <a:xfrm>
                <a:off x="8244587" y="320476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18489901"/>
      </p:ext>
    </p:extLst>
  </p:cSld>
  <p:clrMapOvr>
    <a:masterClrMapping/>
  </p:clrMapOvr>
</p:sld>
</file>

<file path=ppt/slides/slide2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B25FB18-6F9D-CBE7-3011-378A07C20E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35D278-BE35-3474-FA6A-98B9A9E9AB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05214C53-2C02-62E7-DA12-71FF2B3AC1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Excel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91827F1-3F95-C8EA-A45B-7DADC37BC921}"/>
              </a:ext>
            </a:extLst>
          </p:cNvPr>
          <p:cNvGrpSpPr/>
          <p:nvPr/>
        </p:nvGrpSpPr>
        <p:grpSpPr>
          <a:xfrm>
            <a:off x="334963" y="1628775"/>
            <a:ext cx="11522075" cy="4676951"/>
            <a:chOff x="334963" y="1628775"/>
            <a:chExt cx="11522075" cy="4676951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0743D718-3786-566F-6485-796F23F97019}"/>
                </a:ext>
              </a:extLst>
            </p:cNvPr>
            <p:cNvCxnSpPr/>
            <p:nvPr/>
          </p:nvCxnSpPr>
          <p:spPr>
            <a:xfrm>
              <a:off x="1586756" y="538220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グループ化 22">
              <a:extLst>
                <a:ext uri="{FF2B5EF4-FFF2-40B4-BE49-F238E27FC236}">
                  <ns2:creationId id="{8431647B-D3F0-08C9-E660-B46AD7A4933A}"/>
                </a:ext>
              </a:extLst>
            </p:cNvPr>
            <p:cNvGrpSpPr/>
            <p:nvPr/>
          </p:nvGrpSpPr>
          <p:grpSpPr>
            <a:xfrm>
              <a:off x="334963" y="5441726"/>
              <a:ext cx="11522075" cy="864000"/>
              <a:chOff x="334963" y="5441726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7047F6AB-FEF1-7250-DD43-F70AA54BE5E0}"/>
                  </a:ext>
                </a:extLst>
              </p:cNvPr>
              <p:cNvSpPr/>
              <p:nvPr/>
            </p:nvSpPr>
            <p:spPr>
              <a:xfrm>
                <a:off x="334963" y="5441726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4407BF3A-56F1-A3A3-8EE4-718E0562F54D}"/>
                  </a:ext>
                </a:extLst>
              </p:cNvPr>
              <p:cNvSpPr/>
              <p:nvPr/>
            </p:nvSpPr>
            <p:spPr>
              <a:xfrm>
                <a:off x="1586756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95B153A0-E235-9B16-A83B-402F809592B3}"/>
                  </a:ext>
                </a:extLst>
              </p:cNvPr>
              <p:cNvSpPr/>
              <p:nvPr/>
            </p:nvSpPr>
            <p:spPr>
              <a:xfrm>
                <a:off x="5043261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A2468D33-66CF-C348-65C8-056868C6B1E9}"/>
                  </a:ext>
                </a:extLst>
              </p:cNvPr>
              <p:cNvSpPr/>
              <p:nvPr/>
            </p:nvSpPr>
            <p:spPr>
              <a:xfrm>
                <a:off x="8499765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C189CFE9-AA41-D075-0FE3-FF67DCB45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1726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9FE360D6-B462-0FDC-EF40-15697AE210D2}"/>
                </a:ext>
              </a:extLst>
            </p:cNvPr>
            <p:cNvCxnSpPr/>
            <p:nvPr/>
          </p:nvCxnSpPr>
          <p:spPr>
            <a:xfrm>
              <a:off x="1586756" y="2768292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グループ化 20">
              <a:extLst>
                <a:ext uri="{FF2B5EF4-FFF2-40B4-BE49-F238E27FC236}">
                  <ns2:creationId id="{9A0EAAB8-BC23-91E9-87A5-131F79BCDBD5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0000"/>
              <a:chOff x="334963" y="1628775"/>
              <a:chExt cx="11522075" cy="1080000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DB24779F-A6E2-EA0B-8943-A6DEBED606E5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E28C19A-06B1-5E6B-D374-49350AC12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F346669B-54C7-587A-7640-3E1DA5004D38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84150" indent="-1285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4150" indent="-1285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" name="グラフィックス 5" descr="モップとバケツ 単色塗りつぶし">
                <a:extLst>
                  <a:ext uri="{FF2B5EF4-FFF2-40B4-BE49-F238E27FC236}">
                    <ns2:creationId id="{D98A4DE2-C35C-20C3-0C26-FDDC509688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535615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F2A9F7B8-3435-A698-475E-EC35AE2386A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2" name="グラフィックス 11" descr="目のスキャン 単色塗りつぶし">
                <a:extLst>
                  <a:ext uri="{FF2B5EF4-FFF2-40B4-BE49-F238E27FC236}">
                    <ns2:creationId id="{78982E08-A881-6F9B-68A9-53F45C7E9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04533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D8BB6065-04B1-31CB-88AE-4790200D4E6C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4" name="グラフィックス 13" descr="No の記号 単色塗りつぶし">
                <a:extLst>
                  <a:ext uri="{FF2B5EF4-FFF2-40B4-BE49-F238E27FC236}">
                    <ns2:creationId id="{01A1C345-7A94-713D-FA53-F02CC760B2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61037" y="2300750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5BF23255-6CF3-E974-82B4-0CE1B4EA5425}"/>
                </a:ext>
              </a:extLst>
            </p:cNvPr>
            <p:cNvGrpSpPr/>
            <p:nvPr/>
          </p:nvGrpSpPr>
          <p:grpSpPr>
            <a:xfrm>
              <a:off x="334963" y="2827809"/>
              <a:ext cx="11522075" cy="2494884"/>
              <a:chOff x="334963" y="2770451"/>
              <a:chExt cx="11522075" cy="2494884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2E6F1CF-0727-7DB1-BBDF-4752F6D6F839}"/>
                  </a:ext>
                </a:extLst>
              </p:cNvPr>
              <p:cNvSpPr/>
              <p:nvPr/>
            </p:nvSpPr>
            <p:spPr>
              <a:xfrm>
                <a:off x="1586756" y="2780980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97002AC2-BA1C-E895-54D3-FE19270D289B}"/>
                  </a:ext>
                </a:extLst>
              </p:cNvPr>
              <p:cNvSpPr/>
              <p:nvPr/>
            </p:nvSpPr>
            <p:spPr>
              <a:xfrm>
                <a:off x="334963" y="2770451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43909800-4F6B-D3EB-8BA5-5CA123257D38}"/>
                  </a:ext>
                </a:extLst>
              </p:cNvPr>
              <p:cNvSpPr/>
              <p:nvPr/>
            </p:nvSpPr>
            <p:spPr>
              <a:xfrm>
                <a:off x="1586758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035DFA37-4CD3-EAFF-E8F5-BAEB70FE15E7}"/>
                  </a:ext>
                </a:extLst>
              </p:cNvPr>
              <p:cNvSpPr/>
              <p:nvPr/>
            </p:nvSpPr>
            <p:spPr>
              <a:xfrm>
                <a:off x="5013026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F78072FD-D53F-CDF3-0E8D-7C07ADE21708}"/>
                  </a:ext>
                </a:extLst>
              </p:cNvPr>
              <p:cNvSpPr/>
              <p:nvPr/>
            </p:nvSpPr>
            <p:spPr>
              <a:xfrm>
                <a:off x="8439296" y="3088395"/>
                <a:ext cx="3417741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075E77B9-DF3D-BDFE-E8FD-56AE47E5A534}"/>
                  </a:ext>
                </a:extLst>
              </p:cNvPr>
              <p:cNvSpPr/>
              <p:nvPr/>
            </p:nvSpPr>
            <p:spPr>
              <a:xfrm>
                <a:off x="1586756" y="3427968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F1B3D0C3-F759-B99D-7D32-6BCDE97A5D31}"/>
                  </a:ext>
                </a:extLst>
              </p:cNvPr>
              <p:cNvSpPr/>
              <p:nvPr/>
            </p:nvSpPr>
            <p:spPr>
              <a:xfrm>
                <a:off x="5004497" y="3427968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」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907B6FBF-FD45-D517-AE27-B665FC1AB89F}"/>
                  </a:ext>
                </a:extLst>
              </p:cNvPr>
              <p:cNvSpPr/>
              <p:nvPr/>
            </p:nvSpPr>
            <p:spPr>
              <a:xfrm>
                <a:off x="8422239" y="3427968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2951BD2F-7A20-7BD1-9AF7-1D3997B3C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56" y="5013335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4FEBC1E7-FFEC-DD75-88ED-45394A27995C}"/>
                  </a:ext>
                </a:extLst>
              </p:cNvPr>
              <p:cNvSpPr/>
              <p:nvPr/>
            </p:nvSpPr>
            <p:spPr>
              <a:xfrm>
                <a:off x="184238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20271064-1917-71C7-58BC-5C878DDFC857}"/>
                  </a:ext>
                </a:extLst>
              </p:cNvPr>
              <p:cNvSpPr/>
              <p:nvPr/>
            </p:nvSpPr>
            <p:spPr>
              <a:xfrm>
                <a:off x="526012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055E77A3-36D3-95E9-CDB8-508E759F4857}"/>
                  </a:ext>
                </a:extLst>
              </p:cNvPr>
              <p:cNvSpPr/>
              <p:nvPr/>
            </p:nvSpPr>
            <p:spPr>
              <a:xfrm>
                <a:off x="8677864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304FA506-BCEF-D95D-491F-09852B461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51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000E841D-846A-042A-DDCF-74DB93288600}"/>
                  </a:ext>
                </a:extLst>
              </p:cNvPr>
              <p:cNvSpPr/>
              <p:nvPr/>
            </p:nvSpPr>
            <p:spPr>
              <a:xfrm>
                <a:off x="1586756" y="4400405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89FD7D56-67F6-3169-C8E2-B71ADF09DD41}"/>
                  </a:ext>
                </a:extLst>
              </p:cNvPr>
              <p:cNvSpPr/>
              <p:nvPr/>
            </p:nvSpPr>
            <p:spPr>
              <a:xfrm>
                <a:off x="2126973" y="4401034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876650554"/>
      </p:ext>
    </p:extLst>
  </p:cSld>
  <p:clrMapOvr>
    <a:masterClrMapping/>
  </p:clrMapOvr>
</p:sld>
</file>

<file path=ppt/slides/slide2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86F0E96-429A-5252-39F4-7290020A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8BDAE-EB05-7E00-5270-689F0CA17C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br>
              <a:rPr lang="en-US" altLang="ja-JP" sz="2300" dirty="0">
                <a:latin typeface="+mn-ea"/>
                <a:ea typeface="+mn-ea"/>
              </a:rPr>
            </a:b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endParaRPr kumimoji="1" lang="ja-JP" altLang="en-US" sz="2300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F0B1F06-9E34-0BDD-DFFE-40F330AAD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0545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ISO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C061EE74-16C2-8EC6-CEE5-FC1C6E23B08C}"/>
              </a:ext>
            </a:extLst>
          </p:cNvPr>
          <p:cNvGrpSpPr/>
          <p:nvPr/>
        </p:nvGrpSpPr>
        <p:grpSpPr>
          <a:xfrm>
            <a:off x="334543" y="1865859"/>
            <a:ext cx="11522493" cy="4434106"/>
            <a:chOff x="334543" y="1865859"/>
            <a:chExt cx="11522493" cy="4434106"/>
          </a:xfrm>
        </p:grpSpPr>
        <p:sp>
          <p:nvSpPr>
            <p:cNvPr id="118" name="正方形/長方形 117">
              <a:extLst>
                <a:ext uri="{FF2B5EF4-FFF2-40B4-BE49-F238E27FC236}">
                  <ns2:creationId id="{24A7EE22-4830-FE40-A109-A5847465A08C}"/>
                </a:ext>
              </a:extLst>
            </p:cNvPr>
            <p:cNvSpPr/>
            <p:nvPr/>
          </p:nvSpPr>
          <p:spPr>
            <a:xfrm>
              <a:off x="896757" y="5914625"/>
              <a:ext cx="10960279" cy="3853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5181E6E-17C0-E8D4-5839-C86E8A7B34C1}"/>
                </a:ext>
              </a:extLst>
            </p:cNvPr>
            <p:cNvSpPr/>
            <p:nvPr/>
          </p:nvSpPr>
          <p:spPr>
            <a:xfrm>
              <a:off x="334963" y="5914627"/>
              <a:ext cx="561795" cy="3853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7C03F7C1-67D8-BBBD-B0C7-F4FABB1B15B3}"/>
                </a:ext>
              </a:extLst>
            </p:cNvPr>
            <p:cNvSpPr/>
            <p:nvPr/>
          </p:nvSpPr>
          <p:spPr>
            <a:xfrm>
              <a:off x="896758" y="5914626"/>
              <a:ext cx="950577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9AE687C4-494B-4EB4-F755-4D14D5947661}"/>
                </a:ext>
              </a:extLst>
            </p:cNvPr>
            <p:cNvSpPr/>
            <p:nvPr/>
          </p:nvSpPr>
          <p:spPr>
            <a:xfrm>
              <a:off x="1799210" y="5914626"/>
              <a:ext cx="240484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53CC7EAA-138C-EDD5-B9FD-42B2C248AF39}"/>
                </a:ext>
              </a:extLst>
            </p:cNvPr>
            <p:cNvSpPr/>
            <p:nvPr/>
          </p:nvSpPr>
          <p:spPr>
            <a:xfrm>
              <a:off x="4432638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)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F902957-AD01-5CC7-D408-5DCFD5CBADF9}"/>
                </a:ext>
              </a:extLst>
            </p:cNvPr>
            <p:cNvSpPr/>
            <p:nvPr/>
          </p:nvSpPr>
          <p:spPr>
            <a:xfrm>
              <a:off x="5038613" y="5914626"/>
              <a:ext cx="1860699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2E53B22E-AC7E-4878-FBAD-8E492B0F7BA0}"/>
                </a:ext>
              </a:extLst>
            </p:cNvPr>
            <p:cNvSpPr/>
            <p:nvPr/>
          </p:nvSpPr>
          <p:spPr>
            <a:xfrm>
              <a:off x="6954733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504D0E7D-FC07-EA9E-1D86-096FF6EFA80B}"/>
                </a:ext>
              </a:extLst>
            </p:cNvPr>
            <p:cNvSpPr/>
            <p:nvPr/>
          </p:nvSpPr>
          <p:spPr>
            <a:xfrm>
              <a:off x="7512582" y="5914626"/>
              <a:ext cx="208066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7AA6DDBA-C2BF-2957-63C9-49BD0DCF8DB3}"/>
                </a:ext>
              </a:extLst>
            </p:cNvPr>
            <p:cNvSpPr/>
            <p:nvPr/>
          </p:nvSpPr>
          <p:spPr>
            <a:xfrm>
              <a:off x="9283089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AF44591-256F-BBE6-A138-2C717D036701}"/>
                </a:ext>
              </a:extLst>
            </p:cNvPr>
            <p:cNvSpPr/>
            <p:nvPr/>
          </p:nvSpPr>
          <p:spPr>
            <a:xfrm>
              <a:off x="9840938" y="5914626"/>
              <a:ext cx="1967973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37C81D3F-3D30-84D5-A396-A2A01DF167A1}"/>
                </a:ext>
              </a:extLst>
            </p:cNvPr>
            <p:cNvSpPr/>
            <p:nvPr/>
          </p:nvSpPr>
          <p:spPr>
            <a:xfrm>
              <a:off x="8106032" y="1866537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0D6F3CE-15E8-2A67-A89E-F6ACF5E00FFD}"/>
                </a:ext>
              </a:extLst>
            </p:cNvPr>
            <p:cNvSpPr/>
            <p:nvPr/>
          </p:nvSpPr>
          <p:spPr>
            <a:xfrm>
              <a:off x="8106032" y="2197059"/>
              <a:ext cx="3751004" cy="161584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5CC9C8F6-EB37-BD55-559B-421EA080C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088210" y="1873737"/>
              <a:ext cx="324000" cy="324000"/>
            </a:xfrm>
            <a:prstGeom prst="rect">
              <a:avLst/>
            </a:prstGeom>
          </p:spPr>
        </p:pic>
        <p:grpSp>
          <p:nvGrpSpPr>
            <p:cNvPr id="18" name="グループ化 17">
              <a:extLst>
                <a:ext uri="{FF2B5EF4-FFF2-40B4-BE49-F238E27FC236}">
                  <ns2:creationId id="{1C930E7C-CA67-2153-D387-90364FD8BC05}"/>
                </a:ext>
              </a:extLst>
            </p:cNvPr>
            <p:cNvGrpSpPr/>
            <p:nvPr/>
          </p:nvGrpSpPr>
          <p:grpSpPr>
            <a:xfrm>
              <a:off x="8208339" y="3310555"/>
              <a:ext cx="3546389" cy="450000"/>
              <a:chOff x="8208339" y="3310555"/>
              <a:chExt cx="3546389" cy="45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EEFAE176-1952-5502-4A36-A466EDBE72CE}"/>
                  </a:ext>
                </a:extLst>
              </p:cNvPr>
              <p:cNvSpPr/>
              <p:nvPr/>
            </p:nvSpPr>
            <p:spPr>
              <a:xfrm>
                <a:off x="8208339" y="331055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EF3AE399-F866-78AF-D483-2D6467DC70AB}"/>
                  </a:ext>
                </a:extLst>
              </p:cNvPr>
              <p:cNvSpPr/>
              <p:nvPr/>
            </p:nvSpPr>
            <p:spPr>
              <a:xfrm>
                <a:off x="9057503" y="337233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065889F5-1531-A622-AE5C-02CACBEDCD8B}"/>
                  </a:ext>
                </a:extLst>
              </p:cNvPr>
              <p:cNvGrpSpPr/>
              <p:nvPr/>
            </p:nvGrpSpPr>
            <p:grpSpPr>
              <a:xfrm>
                <a:off x="8263788" y="3366556"/>
                <a:ext cx="793715" cy="337999"/>
                <a:chOff x="8263788" y="3341902"/>
                <a:chExt cx="793715" cy="337999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4C9E3A1A-7C39-645C-213B-31604BDB5BBD}"/>
                    </a:ext>
                  </a:extLst>
                </p:cNvPr>
                <p:cNvSpPr/>
                <p:nvPr/>
              </p:nvSpPr>
              <p:spPr>
                <a:xfrm>
                  <a:off x="8263788" y="3341902"/>
                  <a:ext cx="793715" cy="16356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62" name="正方形/長方形 161">
                  <a:extLst>
                    <a:ext uri="{FF2B5EF4-FFF2-40B4-BE49-F238E27FC236}">
                      <ns2:creationId id="{9EB7E767-9C42-CA16-E621-CF4D2C60A216}"/>
                    </a:ext>
                  </a:extLst>
                </p:cNvPr>
                <p:cNvSpPr/>
                <p:nvPr/>
              </p:nvSpPr>
              <p:spPr>
                <a:xfrm>
                  <a:off x="8263788" y="3516332"/>
                  <a:ext cx="793715" cy="163569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</p:grpSp>
        <p:sp>
          <p:nvSpPr>
            <p:cNvPr id="90" name="正方形/長方形 89">
              <a:extLst>
                <a:ext uri="{FF2B5EF4-FFF2-40B4-BE49-F238E27FC236}">
                  <ns2:creationId id="{A65D8F41-157C-DA70-5CC1-3D57A185685F}"/>
                </a:ext>
              </a:extLst>
            </p:cNvPr>
            <p:cNvSpPr/>
            <p:nvPr/>
          </p:nvSpPr>
          <p:spPr>
            <a:xfrm>
              <a:off x="8106032" y="3867476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D0F405E-CE53-9D88-5F5D-51895EDD8845}"/>
                </a:ext>
              </a:extLst>
            </p:cNvPr>
            <p:cNvSpPr/>
            <p:nvPr/>
          </p:nvSpPr>
          <p:spPr>
            <a:xfrm>
              <a:off x="8106032" y="4213076"/>
              <a:ext cx="3751004" cy="1588489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69EBCBC9-6452-7FCE-FAA7-3231FED3D052}"/>
                </a:ext>
              </a:extLst>
            </p:cNvPr>
            <p:cNvGrpSpPr/>
            <p:nvPr/>
          </p:nvGrpSpPr>
          <p:grpSpPr>
            <a:xfrm>
              <a:off x="8208339" y="4270062"/>
              <a:ext cx="3546389" cy="450000"/>
              <a:chOff x="8208339" y="4385565"/>
              <a:chExt cx="3546389" cy="45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768731E6-D2C1-1D59-A0D6-F459164BD6D5}"/>
                  </a:ext>
                </a:extLst>
              </p:cNvPr>
              <p:cNvSpPr/>
              <p:nvPr/>
            </p:nvSpPr>
            <p:spPr>
              <a:xfrm>
                <a:off x="8208339" y="438556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E501097B-922E-F195-CCCE-A7B7CD6BE0D7}"/>
                  </a:ext>
                </a:extLst>
              </p:cNvPr>
              <p:cNvSpPr/>
              <p:nvPr/>
            </p:nvSpPr>
            <p:spPr>
              <a:xfrm>
                <a:off x="8263788" y="4447342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ED12D9CD-C849-FAE1-F9A3-416AA214FDAE}"/>
                  </a:ext>
                </a:extLst>
              </p:cNvPr>
              <p:cNvSpPr/>
              <p:nvPr/>
            </p:nvSpPr>
            <p:spPr>
              <a:xfrm>
                <a:off x="9104221" y="4447342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E3BC69E9-3F41-C6DE-0FA0-BABED2612FFA}"/>
                </a:ext>
              </a:extLst>
            </p:cNvPr>
            <p:cNvGrpSpPr/>
            <p:nvPr/>
          </p:nvGrpSpPr>
          <p:grpSpPr>
            <a:xfrm>
              <a:off x="8208339" y="4777968"/>
              <a:ext cx="3546389" cy="450000"/>
              <a:chOff x="8208339" y="4835719"/>
              <a:chExt cx="3546389" cy="45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96A8189D-6B8D-0596-1CF1-13FC8EA352F2}"/>
                  </a:ext>
                </a:extLst>
              </p:cNvPr>
              <p:cNvSpPr/>
              <p:nvPr/>
            </p:nvSpPr>
            <p:spPr>
              <a:xfrm>
                <a:off x="8208339" y="4835719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2C7FA2DD-2A97-AB30-363B-E519B80F0D70}"/>
                  </a:ext>
                </a:extLst>
              </p:cNvPr>
              <p:cNvSpPr/>
              <p:nvPr/>
            </p:nvSpPr>
            <p:spPr>
              <a:xfrm>
                <a:off x="8263788" y="4897496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E98D45-C57B-DF07-B7E9-D0985A7CDA81}"/>
                  </a:ext>
                </a:extLst>
              </p:cNvPr>
              <p:cNvSpPr/>
              <p:nvPr/>
            </p:nvSpPr>
            <p:spPr>
              <a:xfrm>
                <a:off x="9104221" y="4897496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C5012601-55B3-7CA3-9B69-60B0299FB7FD}"/>
                </a:ext>
              </a:extLst>
            </p:cNvPr>
            <p:cNvGrpSpPr/>
            <p:nvPr/>
          </p:nvGrpSpPr>
          <p:grpSpPr>
            <a:xfrm>
              <a:off x="8208339" y="5285874"/>
              <a:ext cx="3546389" cy="450000"/>
              <a:chOff x="8208339" y="5285874"/>
              <a:chExt cx="3546389" cy="45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9034852A-8D1F-527B-CDB6-BED413D4D5BB}"/>
                  </a:ext>
                </a:extLst>
              </p:cNvPr>
              <p:cNvSpPr/>
              <p:nvPr/>
            </p:nvSpPr>
            <p:spPr>
              <a:xfrm>
                <a:off x="8208339" y="5285874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7BE52B9-BF01-92B7-2475-63A7AAD876E2}"/>
                  </a:ext>
                </a:extLst>
              </p:cNvPr>
              <p:cNvSpPr/>
              <p:nvPr/>
            </p:nvSpPr>
            <p:spPr>
              <a:xfrm>
                <a:off x="8263788" y="5347651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SCM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459FF985-1689-144D-D787-49836190692E}"/>
                  </a:ext>
                </a:extLst>
              </p:cNvPr>
              <p:cNvSpPr/>
              <p:nvPr/>
            </p:nvSpPr>
            <p:spPr>
              <a:xfrm>
                <a:off x="9104221" y="5347651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C1E64923-2530-2EDC-E082-4045C6199D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99012" y="3874676"/>
              <a:ext cx="324000" cy="324000"/>
            </a:xfrm>
            <a:prstGeom prst="rect">
              <a:avLst/>
            </a:prstGeom>
          </p:spPr>
        </p:pic>
        <p:grpSp>
          <p:nvGrpSpPr>
            <p:cNvPr id="49" name="グループ化 48">
              <a:extLst>
                <a:ext uri="{FF2B5EF4-FFF2-40B4-BE49-F238E27FC236}">
                  <ns2:creationId id="{D7F215C4-B43C-4AEB-F2AD-B8467B09DF33}"/>
                </a:ext>
              </a:extLst>
            </p:cNvPr>
            <p:cNvGrpSpPr/>
            <p:nvPr/>
          </p:nvGrpSpPr>
          <p:grpSpPr>
            <a:xfrm>
              <a:off x="356118" y="2246028"/>
              <a:ext cx="7676823" cy="2012652"/>
              <a:chOff x="356118" y="1870534"/>
              <a:chExt cx="7676823" cy="1200166"/>
            </a:xfrm>
          </p:grpSpPr>
          <p:sp>
            <p:nvSpPr>
              <p:cNvPr id="137" name="ホームベース 13">
                <a:extLst>
                  <a:ext uri="{FF2B5EF4-FFF2-40B4-BE49-F238E27FC236}">
                    <ns2:creationId id="{ADFDDFAE-BD45-5A7A-2021-C7EA22752052}"/>
                  </a:ext>
                </a:extLst>
              </p:cNvPr>
              <p:cNvSpPr/>
              <p:nvPr/>
            </p:nvSpPr>
            <p:spPr>
              <a:xfrm rot="5400000">
                <a:off x="370461" y="2057116"/>
                <a:ext cx="511078" cy="539763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38" name="山形 14">
                <a:extLst>
                  <a:ext uri="{FF2B5EF4-FFF2-40B4-BE49-F238E27FC236}">
                    <ns2:creationId id="{7956A498-07E1-CC75-5200-9E24C0E6F3F9}"/>
                  </a:ext>
                </a:extLst>
              </p:cNvPr>
              <p:cNvSpPr/>
              <p:nvPr/>
            </p:nvSpPr>
            <p:spPr>
              <a:xfrm rot="5400000">
                <a:off x="370461" y="2538110"/>
                <a:ext cx="511078" cy="539763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山形 66">
                <a:extLst>
                  <a:ext uri="{FF2B5EF4-FFF2-40B4-BE49-F238E27FC236}">
                    <ns2:creationId id="{2D097246-D7A8-12F8-A832-88DB56932147}"/>
                  </a:ext>
                </a:extLst>
              </p:cNvPr>
              <p:cNvSpPr/>
              <p:nvPr/>
            </p:nvSpPr>
            <p:spPr>
              <a:xfrm>
                <a:off x="115137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12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0A91F341-D4BE-A5D3-163A-36EFA62BC823}"/>
                  </a:ext>
                </a:extLst>
              </p:cNvPr>
              <p:cNvSpPr/>
              <p:nvPr/>
            </p:nvSpPr>
            <p:spPr>
              <a:xfrm>
                <a:off x="1151372" y="2071460"/>
                <a:ext cx="1723375" cy="47382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山形 66">
                <a:extLst>
                  <a:ext uri="{FF2B5EF4-FFF2-40B4-BE49-F238E27FC236}">
                    <ns2:creationId id="{135C1C6A-2A7C-F3F5-49ED-FCA711E31074}"/>
                  </a:ext>
                </a:extLst>
              </p:cNvPr>
              <p:cNvSpPr/>
              <p:nvPr/>
            </p:nvSpPr>
            <p:spPr>
              <a:xfrm>
                <a:off x="286790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D240CDC3-7A30-4D97-F937-4AA38BDAC53B}"/>
                  </a:ext>
                </a:extLst>
              </p:cNvPr>
              <p:cNvSpPr/>
              <p:nvPr/>
            </p:nvSpPr>
            <p:spPr>
              <a:xfrm>
                <a:off x="2863603" y="2071459"/>
                <a:ext cx="1667618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山形 66">
                <a:extLst>
                  <a:ext uri="{FF2B5EF4-FFF2-40B4-BE49-F238E27FC236}">
                    <ns2:creationId id="{6FF0F890-84F4-A960-8569-CBD39BD35E42}"/>
                  </a:ext>
                </a:extLst>
              </p:cNvPr>
              <p:cNvSpPr/>
              <p:nvPr/>
            </p:nvSpPr>
            <p:spPr>
              <a:xfrm>
                <a:off x="4588735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13C892B-563B-3931-366F-0F25270B90E6}"/>
                  </a:ext>
                </a:extLst>
              </p:cNvPr>
              <p:cNvSpPr/>
              <p:nvPr/>
            </p:nvSpPr>
            <p:spPr>
              <a:xfrm>
                <a:off x="4580134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山形 66">
                <a:extLst>
                  <a:ext uri="{FF2B5EF4-FFF2-40B4-BE49-F238E27FC236}">
                    <ns2:creationId id="{2B50228A-0A8F-48F8-4B74-6A2F166F7236}"/>
                  </a:ext>
                </a:extLst>
              </p:cNvPr>
              <p:cNvSpPr/>
              <p:nvPr/>
            </p:nvSpPr>
            <p:spPr>
              <a:xfrm>
                <a:off x="6309566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④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FE2C632C-81D7-F3AF-5159-88CFA4011140}"/>
                  </a:ext>
                </a:extLst>
              </p:cNvPr>
              <p:cNvSpPr/>
              <p:nvPr/>
            </p:nvSpPr>
            <p:spPr>
              <a:xfrm>
                <a:off x="6300965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9BC5EDE-A7D2-22B6-E21B-4E7612C0A821}"/>
                  </a:ext>
                </a:extLst>
              </p:cNvPr>
              <p:cNvSpPr/>
              <p:nvPr/>
            </p:nvSpPr>
            <p:spPr>
              <a:xfrm>
                <a:off x="1151372" y="2545281"/>
                <a:ext cx="1667619" cy="52541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F2321B59-40A0-141F-03E3-8E6B5CAD1005}"/>
                  </a:ext>
                </a:extLst>
              </p:cNvPr>
              <p:cNvSpPr/>
              <p:nvPr/>
            </p:nvSpPr>
            <p:spPr>
              <a:xfrm>
                <a:off x="2863603" y="2545282"/>
                <a:ext cx="1667618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6411162-C4E7-36FA-E12D-83DE0F3109E0}"/>
                  </a:ext>
                </a:extLst>
              </p:cNvPr>
              <p:cNvSpPr/>
              <p:nvPr/>
            </p:nvSpPr>
            <p:spPr>
              <a:xfrm>
                <a:off x="4580134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804A07-E955-1151-3B31-B536005E19B0}"/>
                  </a:ext>
                </a:extLst>
              </p:cNvPr>
              <p:cNvSpPr/>
              <p:nvPr/>
            </p:nvSpPr>
            <p:spPr>
              <a:xfrm>
                <a:off x="6300965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CAA6F50-8942-1BB5-2837-08B7E5B92B0F}"/>
                </a:ext>
              </a:extLst>
            </p:cNvPr>
            <p:cNvSpPr/>
            <p:nvPr/>
          </p:nvSpPr>
          <p:spPr>
            <a:xfrm>
              <a:off x="334961" y="1865859"/>
              <a:ext cx="7622433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2" name="グラフィックス 61" descr="転送 単色塗りつぶし">
              <a:extLst>
                <a:ext uri="{FF2B5EF4-FFF2-40B4-BE49-F238E27FC236}">
                  <ns2:creationId id="{79A087EE-2B79-A6AC-318D-FB449C400C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10426" y="1873059"/>
              <a:ext cx="324000" cy="3240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0A330E83-D4D7-7BE1-1254-C77D249C4344}"/>
                </a:ext>
              </a:extLst>
            </p:cNvPr>
            <p:cNvGrpSpPr/>
            <p:nvPr/>
          </p:nvGrpSpPr>
          <p:grpSpPr>
            <a:xfrm>
              <a:off x="334961" y="4307907"/>
              <a:ext cx="7622433" cy="338400"/>
              <a:chOff x="334961" y="4298282"/>
              <a:chExt cx="7622433" cy="338400"/>
            </a:xfrm>
          </p:grpSpPr>
          <p:sp>
            <p:nvSpPr>
              <p:cNvPr id="152" name="正方形/長方形 151">
                <a:extLst>
                  <a:ext uri="{FF2B5EF4-FFF2-40B4-BE49-F238E27FC236}">
                    <ns2:creationId id="{B2638118-400C-FE7D-8B42-0C2452B8C6F4}"/>
                  </a:ext>
                </a:extLst>
              </p:cNvPr>
              <p:cNvSpPr/>
              <p:nvPr/>
            </p:nvSpPr>
            <p:spPr>
              <a:xfrm>
                <a:off x="334961" y="4298282"/>
                <a:ext cx="7622433" cy="338400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68" name="グラフィックス 67" descr="フリップ式カレンダー 単色塗りつぶし">
                <a:extLst>
                  <a:ext uri="{FF2B5EF4-FFF2-40B4-BE49-F238E27FC236}">
                    <ns2:creationId id="{ED136E84-5A76-1932-9066-8BE491B4FA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562549" y="4305482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74" name="Text 95">
              <a:extLst>
                <a:ext uri="{FF2B5EF4-FFF2-40B4-BE49-F238E27FC236}">
                  <ns2:creationId id="{CA3483FA-123A-2B37-9EBF-E4973227332C}"/>
                </a:ext>
              </a:extLst>
            </p:cNvPr>
            <p:cNvSpPr txBox="1"/>
            <p:nvPr/>
          </p:nvSpPr>
          <p:spPr>
            <a:xfrm>
              <a:off x="334543" y="5672890"/>
              <a:ext cx="6583680" cy="21945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2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2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2670552-3E4F-5606-7D88-F5364EFA988D}"/>
                </a:ext>
              </a:extLst>
            </p:cNvPr>
            <p:cNvSpPr/>
            <p:nvPr/>
          </p:nvSpPr>
          <p:spPr>
            <a:xfrm>
              <a:off x="334961" y="5094417"/>
              <a:ext cx="1167771" cy="2633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93A64124-A20E-7798-3270-5505324680F1}"/>
                </a:ext>
              </a:extLst>
            </p:cNvPr>
            <p:cNvSpPr/>
            <p:nvPr/>
          </p:nvSpPr>
          <p:spPr>
            <a:xfrm>
              <a:off x="334961" y="5402085"/>
              <a:ext cx="1167771" cy="26330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CFABEA8E-9E17-77EF-00ED-BD1ED6C88E51}"/>
                </a:ext>
              </a:extLst>
            </p:cNvPr>
            <p:cNvSpPr/>
            <p:nvPr/>
          </p:nvSpPr>
          <p:spPr>
            <a:xfrm>
              <a:off x="2153276" y="5094417"/>
              <a:ext cx="722725" cy="25792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13FC9C2-94BC-64F8-97FB-B5CCC76F7D16}"/>
                </a:ext>
              </a:extLst>
            </p:cNvPr>
            <p:cNvSpPr/>
            <p:nvPr/>
          </p:nvSpPr>
          <p:spPr>
            <a:xfrm>
              <a:off x="2919300" y="5094417"/>
              <a:ext cx="722725" cy="257923"/>
            </a:xfrm>
            <a:prstGeom prst="rect">
              <a:avLst/>
            </a:prstGeom>
            <a:solidFill>
              <a:srgbClr val="008D2E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6AE75470-4F06-5461-55F9-BABE4B7341D9}"/>
                </a:ext>
              </a:extLst>
            </p:cNvPr>
            <p:cNvSpPr/>
            <p:nvPr/>
          </p:nvSpPr>
          <p:spPr>
            <a:xfrm>
              <a:off x="3685324" y="5094416"/>
              <a:ext cx="1006363" cy="257921"/>
            </a:xfrm>
            <a:prstGeom prst="rect">
              <a:avLst/>
            </a:prstGeom>
            <a:solidFill>
              <a:srgbClr val="008D2E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0BD93B26-F8CC-24C7-B589-6C5CE1B30937}"/>
                </a:ext>
              </a:extLst>
            </p:cNvPr>
            <p:cNvSpPr/>
            <p:nvPr/>
          </p:nvSpPr>
          <p:spPr>
            <a:xfrm>
              <a:off x="4734986" y="5094416"/>
              <a:ext cx="1564449" cy="2579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72274E9-346D-DBD3-68C5-FD26E0BE666D}"/>
                </a:ext>
              </a:extLst>
            </p:cNvPr>
            <p:cNvSpPr/>
            <p:nvPr/>
          </p:nvSpPr>
          <p:spPr>
            <a:xfrm>
              <a:off x="2153274" y="5402085"/>
              <a:ext cx="1932693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山形 66">
              <a:extLst>
                <a:ext uri="{FF2B5EF4-FFF2-40B4-BE49-F238E27FC236}">
                  <ns2:creationId id="{D7F3D54B-1E41-1A69-8B2A-37BF50BBB81C}"/>
                </a:ext>
              </a:extLst>
            </p:cNvPr>
            <p:cNvSpPr/>
            <p:nvPr/>
          </p:nvSpPr>
          <p:spPr>
            <a:xfrm>
              <a:off x="1502735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8" name="山形 66">
              <a:extLst>
                <a:ext uri="{FF2B5EF4-FFF2-40B4-BE49-F238E27FC236}">
                  <ns2:creationId id="{45CFE870-27A8-9892-6F23-D34DFB9C2A21}"/>
                </a:ext>
              </a:extLst>
            </p:cNvPr>
            <p:cNvSpPr/>
            <p:nvPr/>
          </p:nvSpPr>
          <p:spPr>
            <a:xfrm>
              <a:off x="3116068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9" name="山形 66">
              <a:extLst>
                <a:ext uri="{FF2B5EF4-FFF2-40B4-BE49-F238E27FC236}">
                  <ns2:creationId id="{BBFFB69F-1844-011C-2657-7861F4F5F7EE}"/>
                </a:ext>
              </a:extLst>
            </p:cNvPr>
            <p:cNvSpPr/>
            <p:nvPr/>
          </p:nvSpPr>
          <p:spPr>
            <a:xfrm>
              <a:off x="4729402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85" name="山形 66">
              <a:extLst>
                <a:ext uri="{FF2B5EF4-FFF2-40B4-BE49-F238E27FC236}">
                  <ns2:creationId id="{3DAE03ED-DEAA-1A25-AC1B-EEB316F36D49}"/>
                </a:ext>
              </a:extLst>
            </p:cNvPr>
            <p:cNvSpPr/>
            <p:nvPr/>
          </p:nvSpPr>
          <p:spPr>
            <a:xfrm>
              <a:off x="6342734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154" name="Text 94">
              <a:extLst>
                <a:ext uri="{FF2B5EF4-FFF2-40B4-BE49-F238E27FC236}">
                  <ns2:creationId id="{198D66C9-3B00-693B-5E54-B607DC1633C8}"/>
                </a:ext>
              </a:extLst>
            </p:cNvPr>
            <p:cNvSpPr txBox="1"/>
            <p:nvPr/>
          </p:nvSpPr>
          <p:spPr>
            <a:xfrm>
              <a:off x="2465222" y="4639643"/>
              <a:ext cx="548640" cy="15159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175B8C98-6120-2462-49EC-2B7F669915BF}"/>
                </a:ext>
              </a:extLst>
            </p:cNvPr>
            <p:cNvSpPr/>
            <p:nvPr/>
          </p:nvSpPr>
          <p:spPr>
            <a:xfrm>
              <a:off x="6342734" y="5094416"/>
              <a:ext cx="1006363" cy="257923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E0E737AE-69FE-40B2-B34D-82DCEFB6C200}"/>
                </a:ext>
              </a:extLst>
            </p:cNvPr>
            <p:cNvSpPr/>
            <p:nvPr/>
          </p:nvSpPr>
          <p:spPr>
            <a:xfrm>
              <a:off x="4114860" y="5402085"/>
              <a:ext cx="1564450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242D648C-6AD8-5529-4E27-5273E3F98D71}"/>
                </a:ext>
              </a:extLst>
            </p:cNvPr>
            <p:cNvSpPr/>
            <p:nvPr/>
          </p:nvSpPr>
          <p:spPr>
            <a:xfrm>
              <a:off x="5708204" y="5402085"/>
              <a:ext cx="1640892" cy="2633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Shape 113">
              <a:extLst>
                <a:ext uri="{FF2B5EF4-FFF2-40B4-BE49-F238E27FC236}">
                  <ns2:creationId id="{28E0F2D7-EFCF-9DF4-AAEF-D05C539A7946}"/>
                </a:ext>
              </a:extLst>
            </p:cNvPr>
            <p:cNvSpPr/>
            <p:nvPr/>
          </p:nvSpPr>
          <p:spPr>
            <a:xfrm>
              <a:off x="2739541" y="4741356"/>
              <a:ext cx="0" cy="952907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C164DD00-88B4-1EFD-331A-379862A94D8B}"/>
                </a:ext>
              </a:extLst>
            </p:cNvPr>
            <p:cNvGrpSpPr/>
            <p:nvPr/>
          </p:nvGrpSpPr>
          <p:grpSpPr>
            <a:xfrm>
              <a:off x="8208339" y="2264695"/>
              <a:ext cx="3546389" cy="450000"/>
              <a:chOff x="8208339" y="2380196"/>
              <a:chExt cx="3546389" cy="45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ECC325BE-5592-76B4-0982-729DF7672FC9}"/>
                  </a:ext>
                </a:extLst>
              </p:cNvPr>
              <p:cNvSpPr/>
              <p:nvPr/>
            </p:nvSpPr>
            <p:spPr>
              <a:xfrm>
                <a:off x="8208339" y="2380196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6E77982-5643-2C89-4B41-9171FB76F24A}"/>
                  </a:ext>
                </a:extLst>
              </p:cNvPr>
              <p:cNvSpPr/>
              <p:nvPr/>
            </p:nvSpPr>
            <p:spPr>
              <a:xfrm>
                <a:off x="9057503" y="2441973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EA3894B-D34D-62DF-6383-C1C918E1070D}"/>
                  </a:ext>
                </a:extLst>
              </p:cNvPr>
              <p:cNvSpPr/>
              <p:nvPr/>
            </p:nvSpPr>
            <p:spPr>
              <a:xfrm>
                <a:off x="8244587" y="2441396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49DF9C35-7176-791B-7FAA-6DF5D71F8721}"/>
                </a:ext>
              </a:extLst>
            </p:cNvPr>
            <p:cNvGrpSpPr/>
            <p:nvPr/>
          </p:nvGrpSpPr>
          <p:grpSpPr>
            <a:xfrm>
              <a:off x="8208339" y="2787625"/>
              <a:ext cx="3546389" cy="450000"/>
              <a:chOff x="8208339" y="2845375"/>
              <a:chExt cx="3546389" cy="45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6CFBC69B-60CA-9137-7F84-7C3F52879759}"/>
                  </a:ext>
                </a:extLst>
              </p:cNvPr>
              <p:cNvSpPr/>
              <p:nvPr/>
            </p:nvSpPr>
            <p:spPr>
              <a:xfrm>
                <a:off x="8208339" y="284537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3844820-7C7F-5EF1-D616-A73E7B76648C}"/>
                  </a:ext>
                </a:extLst>
              </p:cNvPr>
              <p:cNvSpPr/>
              <p:nvPr/>
            </p:nvSpPr>
            <p:spPr>
              <a:xfrm>
                <a:off x="9057503" y="290715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556A4C9-50D6-71E3-BEE1-50B722661258}"/>
                  </a:ext>
                </a:extLst>
              </p:cNvPr>
              <p:cNvSpPr/>
              <p:nvPr/>
            </p:nvSpPr>
            <p:spPr>
              <a:xfrm>
                <a:off x="8244587" y="2906575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90968307"/>
      </p:ext>
    </p:extLst>
  </p:cSld>
  <p:clrMapOvr>
    <a:masterClrMapping/>
  </p:clrMapOvr>
</p:sld>
</file>

<file path=ppt/slides/slide21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D5A8EB-534A-4B68-5BDA-070B34C7FF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DX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(</a:t>
            </a:r>
            <a:r>
              <a:rPr kumimoji="1" lang="ja-JP" altLang="en-US"/>
              <a:t>XX</a:t>
            </a:r>
            <a:r>
              <a:rPr lang="en-US" altLang="ja-JP"/>
              <a:t>: 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ED198D0-EB15-AE56-D3DE-4D602AF324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33" name="グループ化 32">
            <a:extLst>
              <a:ext uri="{FF2B5EF4-FFF2-40B4-BE49-F238E27FC236}">
                <ns2:creationId id="{0C1D7FE0-2004-EF90-9C12-8ECC81BEB89D}"/>
              </a:ext>
            </a:extLst>
          </p:cNvPr>
          <p:cNvGrpSpPr/>
          <p:nvPr/>
        </p:nvGrpSpPr>
        <p:grpSpPr>
          <a:xfrm>
            <a:off x="5490479" y="2225948"/>
            <a:ext cx="1401932" cy="1227076"/>
            <a:chOff x="5490479" y="2225948"/>
            <a:chExt cx="1401932" cy="1227076"/>
          </a:xfrm>
        </p:grpSpPr>
        <p:grpSp>
          <p:nvGrpSpPr>
            <p:cNvPr id="29" name="グループ化 28">
              <a:extLst>
                <a:ext uri="{FF2B5EF4-FFF2-40B4-BE49-F238E27FC236}">
                  <ns2:creationId id="{2F5BA480-E0DC-A8C1-1273-3F5796B10E40}"/>
                </a:ext>
              </a:extLst>
            </p:cNvPr>
            <p:cNvGrpSpPr/>
            <p:nvPr/>
          </p:nvGrpSpPr>
          <p:grpSpPr>
            <a:xfrm>
              <a:off x="6251604" y="2225948"/>
              <a:ext cx="640807" cy="1227076"/>
              <a:chOff x="6251604" y="2225948"/>
              <a:chExt cx="640807" cy="1227076"/>
            </a:xfrm>
          </p:grpSpPr>
          <p:cxnSp>
            <p:nvCxnSpPr>
              <p:cNvPr id="86" name="Straight Connector 10">
                <a:extLst>
                  <a:ext uri="{FF2B5EF4-FFF2-40B4-BE49-F238E27FC236}">
                    <ns2:creationId id="{80338452-D93E-174B-0B9E-D8328F120A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225960"/>
                <a:ext cx="426877" cy="614737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10">
                <a:extLst>
                  <a:ext uri="{FF2B5EF4-FFF2-40B4-BE49-F238E27FC236}">
                    <ns2:creationId id="{65174969-4678-F245-DC3B-FCED3C581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2225948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10">
                <a:extLst>
                  <a:ext uri="{FF2B5EF4-FFF2-40B4-BE49-F238E27FC236}">
                    <ns2:creationId id="{F244BBB5-21CB-6718-6DC6-89AD7EFB80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834003"/>
                <a:ext cx="640807" cy="6694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10">
                <a:extLst>
                  <a:ext uri="{FF2B5EF4-FFF2-40B4-BE49-F238E27FC236}">
                    <ns2:creationId id="{53A18A6F-7E56-8577-522E-33B15CAC3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51604" y="2833992"/>
                <a:ext cx="421231" cy="619032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10">
                <a:extLst>
                  <a:ext uri="{FF2B5EF4-FFF2-40B4-BE49-F238E27FC236}">
                    <ns2:creationId id="{608246E9-F076-0252-0C87-102EB31EA5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3453024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グループ化 23">
              <a:extLst>
                <a:ext uri="{FF2B5EF4-FFF2-40B4-BE49-F238E27FC236}">
                  <ns2:creationId id="{F5625D98-C50C-B3E2-0538-D75ADEBEFC36}"/>
                </a:ext>
              </a:extLst>
            </p:cNvPr>
            <p:cNvGrpSpPr/>
            <p:nvPr/>
          </p:nvGrpSpPr>
          <p:grpSpPr>
            <a:xfrm>
              <a:off x="5490479" y="2246697"/>
              <a:ext cx="1188002" cy="1188000"/>
              <a:chOff x="5490479" y="2246697"/>
              <a:chExt cx="1188002" cy="1188000"/>
            </a:xfrm>
          </p:grpSpPr>
          <p:sp>
            <p:nvSpPr>
              <p:cNvPr id="62" name="Arc 20">
                <a:extLst>
                  <a:ext uri="{FF2B5EF4-FFF2-40B4-BE49-F238E27FC236}">
                    <ns2:creationId id="{A7EF3B88-494F-B223-1355-E22CC2E9DB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90479" y="2246697"/>
                <a:ext cx="1188002" cy="1188000"/>
              </a:xfrm>
              <a:prstGeom prst="arc">
                <a:avLst>
                  <a:gd name="adj1" fmla="val 16250139"/>
                  <a:gd name="adj2" fmla="val 5363716"/>
                </a:avLst>
              </a:prstGeom>
              <a:solidFill>
                <a:schemeClr val="bg1"/>
              </a:solidFill>
              <a:ln w="666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73152" tIns="36576" rIns="73152" bIns="36576" rtlCol="0" anchor="ctr"/>
              <a:lstStyle/>
              <a:p>
                <a:pPr algn="ctr"/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部分円 63">
                <a:extLst>
                  <a:ext uri="{FF2B5EF4-FFF2-40B4-BE49-F238E27FC236}">
                    <ns2:creationId id="{CBAAEA3E-CFFE-8EBF-17BA-384EDB01311C}"/>
                  </a:ext>
                </a:extLst>
              </p:cNvPr>
              <p:cNvSpPr/>
              <p:nvPr/>
            </p:nvSpPr>
            <p:spPr>
              <a:xfrm>
                <a:off x="5644657" y="2365428"/>
                <a:ext cx="902137" cy="957367"/>
              </a:xfrm>
              <a:prstGeom prst="pie">
                <a:avLst>
                  <a:gd name="adj1" fmla="val 16167587"/>
                  <a:gd name="adj2" fmla="val 5421649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3" name="グラフィックス 102" descr="リサーチ 単色塗りつぶし">
                <a:extLst>
                  <a:ext uri="{FF2B5EF4-FFF2-40B4-BE49-F238E27FC236}">
                    <ns2:creationId id="{32B937B5-4EA4-6557-E3E6-1C1E47C893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36681" y="2700111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37" name="グループ化 36">
            <a:extLst>
              <a:ext uri="{FF2B5EF4-FFF2-40B4-BE49-F238E27FC236}">
                <ns2:creationId id="{1D2BFAF8-FB37-A54D-ED06-AA6DC20E4746}"/>
              </a:ext>
            </a:extLst>
          </p:cNvPr>
          <p:cNvGrpSpPr/>
          <p:nvPr/>
        </p:nvGrpSpPr>
        <p:grpSpPr>
          <a:xfrm>
            <a:off x="6096000" y="1636223"/>
            <a:ext cx="5761038" cy="3448975"/>
            <a:chOff x="6096000" y="1636223"/>
            <a:chExt cx="5761038" cy="3448975"/>
          </a:xfrm>
        </p:grpSpPr>
        <p:grpSp>
          <p:nvGrpSpPr>
            <p:cNvPr id="35" name="グループ化 34">
              <a:extLst>
                <a:ext uri="{FF2B5EF4-FFF2-40B4-BE49-F238E27FC236}">
                  <ns2:creationId id="{A9806451-2E49-7207-141E-6CBC3811DEFE}"/>
                </a:ext>
              </a:extLst>
            </p:cNvPr>
            <p:cNvGrpSpPr/>
            <p:nvPr/>
          </p:nvGrpSpPr>
          <p:grpSpPr>
            <a:xfrm>
              <a:off x="6096000" y="1636223"/>
              <a:ext cx="5761038" cy="2009047"/>
              <a:chOff x="6096000" y="1636223"/>
              <a:chExt cx="5761038" cy="2009047"/>
            </a:xfrm>
          </p:grpSpPr>
          <p:sp>
            <p:nvSpPr>
              <p:cNvPr id="58" name="正方形/長方形 57">
                <a:extLst>
                  <a:ext uri="{FF2B5EF4-FFF2-40B4-BE49-F238E27FC236}">
                    <ns2:creationId id="{380BE28B-9E16-EF45-860E-736F862D4F49}"/>
                  </a:ext>
                </a:extLst>
              </p:cNvPr>
              <p:cNvSpPr/>
              <p:nvPr/>
            </p:nvSpPr>
            <p:spPr>
              <a:xfrm>
                <a:off x="6096000" y="1636223"/>
                <a:ext cx="5761038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1" name="グループ化 100">
                <a:extLst>
                  <a:ext uri="{FF2B5EF4-FFF2-40B4-BE49-F238E27FC236}">
                    <ns2:creationId id="{9C5F747B-6E79-C473-8D83-288640D63B26}"/>
                  </a:ext>
                </a:extLst>
              </p:cNvPr>
              <p:cNvGrpSpPr/>
              <p:nvPr/>
            </p:nvGrpSpPr>
            <p:grpSpPr>
              <a:xfrm>
                <a:off x="6892411" y="2036125"/>
                <a:ext cx="4964627" cy="1609145"/>
                <a:chOff x="6892411" y="2036125"/>
                <a:chExt cx="4964627" cy="1609145"/>
              </a:xfrm>
            </p:grpSpPr>
            <p:sp>
              <p:nvSpPr>
                <p:cNvPr id="66" name="正方形/長方形 65">
                  <a:extLst>
                    <a:ext uri="{FF2B5EF4-FFF2-40B4-BE49-F238E27FC236}">
                      <ns2:creationId id="{9091C492-2BED-6E3C-D7A3-A0E9F640201B}"/>
                    </a:ext>
                  </a:extLst>
                </p:cNvPr>
                <p:cNvSpPr/>
                <p:nvPr/>
              </p:nvSpPr>
              <p:spPr>
                <a:xfrm>
                  <a:off x="7307504" y="2036125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6CEEBA63-555D-0018-1D5A-18E92CDF14BB}"/>
                    </a:ext>
                  </a:extLst>
                </p:cNvPr>
                <p:cNvSpPr/>
                <p:nvPr/>
              </p:nvSpPr>
              <p:spPr>
                <a:xfrm>
                  <a:off x="7307506" y="2639571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D2585601-5F57-0686-F389-AF6189FE32C2}"/>
                    </a:ext>
                  </a:extLst>
                </p:cNvPr>
                <p:cNvSpPr/>
                <p:nvPr/>
              </p:nvSpPr>
              <p:spPr>
                <a:xfrm>
                  <a:off x="7307506" y="3243017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9" name="グループ化 78">
                  <a:extLst>
                    <a:ext uri="{FF2B5EF4-FFF2-40B4-BE49-F238E27FC236}">
                      <ns2:creationId id="{D7158381-7C67-6CC6-CE69-C4D950492198}"/>
                    </a:ext>
                  </a:extLst>
                </p:cNvPr>
                <p:cNvGrpSpPr/>
                <p:nvPr/>
              </p:nvGrpSpPr>
              <p:grpSpPr>
                <a:xfrm>
                  <a:off x="6892411" y="2045948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74" name="Ellipse 17">
                    <a:extLst>
                      <a:ext uri="{FF2B5EF4-FFF2-40B4-BE49-F238E27FC236}">
                        <ns2:creationId id="{C3C4E975-1BF2-E173-7770-F1FD252C834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77" name="グラフィックス 76" descr="税額 単色塗りつぶし">
                    <a:extLst>
                      <a:ext uri="{FF2B5EF4-FFF2-40B4-BE49-F238E27FC236}">
                        <ns2:creationId id="{2C566088-C476-86D2-099E-F110C696A9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" name="グループ化 79">
                  <a:extLst>
                    <a:ext uri="{FF2B5EF4-FFF2-40B4-BE49-F238E27FC236}">
                      <ns2:creationId id="{57F667F4-AD0F-925C-3608-CD90E30F6043}"/>
                    </a:ext>
                  </a:extLst>
                </p:cNvPr>
                <p:cNvGrpSpPr/>
                <p:nvPr/>
              </p:nvGrpSpPr>
              <p:grpSpPr>
                <a:xfrm>
                  <a:off x="6892411" y="2654003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1" name="Ellipse 17">
                    <a:extLst>
                      <a:ext uri="{FF2B5EF4-FFF2-40B4-BE49-F238E27FC236}">
                        <ns2:creationId id="{1750C0E4-EC12-6645-EC57-958AC06595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2" name="グラフィックス 81" descr="プレゼンテーション (棒グラフ) 単色塗りつぶし">
                    <a:extLst>
                      <a:ext uri="{FF2B5EF4-FFF2-40B4-BE49-F238E27FC236}">
                        <ns2:creationId id="{CB24041B-DD59-4358-04C7-7EE3054E551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" name="グループ化 82">
                  <a:extLst>
                    <a:ext uri="{FF2B5EF4-FFF2-40B4-BE49-F238E27FC236}">
                      <ns2:creationId id="{DF9834DE-EC8A-35D6-72FE-2CD783DFC423}"/>
                    </a:ext>
                  </a:extLst>
                </p:cNvPr>
                <p:cNvGrpSpPr/>
                <p:nvPr/>
              </p:nvGrpSpPr>
              <p:grpSpPr>
                <a:xfrm>
                  <a:off x="6892411" y="3273024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4" name="Ellipse 17">
                    <a:extLst>
                      <a:ext uri="{FF2B5EF4-FFF2-40B4-BE49-F238E27FC236}">
                        <ns2:creationId id="{3D453EE5-18E5-86B8-D3F9-A73365F09F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5" name="グラフィックス 84" descr="レーダー チャート 単色塗りつぶし">
                    <a:extLst>
                      <a:ext uri="{FF2B5EF4-FFF2-40B4-BE49-F238E27FC236}">
                        <ns2:creationId id="{86C0DDED-3DE4-2076-63EB-FA66768EFCD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1" name="グループ化 10">
              <a:extLst>
                <a:ext uri="{FF2B5EF4-FFF2-40B4-BE49-F238E27FC236}">
                  <ns2:creationId id="{82B2A18D-626C-6C78-5762-83F98891B329}"/>
                </a:ext>
              </a:extLst>
            </p:cNvPr>
            <p:cNvGrpSpPr/>
            <p:nvPr/>
          </p:nvGrpSpPr>
          <p:grpSpPr>
            <a:xfrm>
              <a:off x="6096000" y="3765870"/>
              <a:ext cx="5761037" cy="1319328"/>
              <a:chOff x="6096000" y="3765870"/>
              <a:chExt cx="5761037" cy="1319328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D2C5A968-8118-528D-886D-541ECCDF7B88}"/>
                  </a:ext>
                </a:extLst>
              </p:cNvPr>
              <p:cNvSpPr/>
              <p:nvPr/>
            </p:nvSpPr>
            <p:spPr>
              <a:xfrm>
                <a:off x="6096000" y="3765870"/>
                <a:ext cx="725424" cy="94898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5EF606C8-EFC3-4173-2F1C-F91F7ADC7480}"/>
                  </a:ext>
                </a:extLst>
              </p:cNvPr>
              <p:cNvSpPr/>
              <p:nvPr/>
            </p:nvSpPr>
            <p:spPr>
              <a:xfrm>
                <a:off x="6096000" y="4758587"/>
                <a:ext cx="5761035" cy="32661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7ABA4B57-F04B-7C0E-C183-DE71E3AD84DB}"/>
                  </a:ext>
                </a:extLst>
              </p:cNvPr>
              <p:cNvSpPr/>
              <p:nvPr/>
            </p:nvSpPr>
            <p:spPr>
              <a:xfrm>
                <a:off x="6871083" y="3766499"/>
                <a:ext cx="4985954" cy="19585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63003EF9-9C57-B45E-E9C2-1A1920D7071D}"/>
                  </a:ext>
                </a:extLst>
              </p:cNvPr>
              <p:cNvSpPr/>
              <p:nvPr/>
            </p:nvSpPr>
            <p:spPr>
              <a:xfrm>
                <a:off x="6871082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4CF93CF3-E3E4-C3CE-00A7-F83E3FC44E52}"/>
                  </a:ext>
                </a:extLst>
              </p:cNvPr>
              <p:cNvSpPr/>
              <p:nvPr/>
            </p:nvSpPr>
            <p:spPr>
              <a:xfrm>
                <a:off x="10245197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FB2E0ECB-7A77-4747-2776-137B79F2DA73}"/>
                  </a:ext>
                </a:extLst>
              </p:cNvPr>
              <p:cNvSpPr/>
              <p:nvPr/>
            </p:nvSpPr>
            <p:spPr>
              <a:xfrm>
                <a:off x="8558139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B02FD5E-1E51-F02C-C9B3-281C7AC40802}"/>
                  </a:ext>
                </a:extLst>
              </p:cNvPr>
              <p:cNvSpPr/>
              <p:nvPr/>
            </p:nvSpPr>
            <p:spPr>
              <a:xfrm>
                <a:off x="6871082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95A6E540-6BBB-02AA-7C22-7F182BC5C94C}"/>
                  </a:ext>
                </a:extLst>
              </p:cNvPr>
              <p:cNvSpPr/>
              <p:nvPr/>
            </p:nvSpPr>
            <p:spPr>
              <a:xfrm>
                <a:off x="10245197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A1139CDB-57F2-14E1-3B2C-037F282EC607}"/>
                  </a:ext>
                </a:extLst>
              </p:cNvPr>
              <p:cNvSpPr/>
              <p:nvPr/>
            </p:nvSpPr>
            <p:spPr>
              <a:xfrm>
                <a:off x="8558139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1" name="グループ化 40">
            <a:extLst>
              <a:ext uri="{FF2B5EF4-FFF2-40B4-BE49-F238E27FC236}">
                <ns2:creationId id="{28D71851-050F-E307-2D3E-0E8058B60AEC}"/>
              </a:ext>
            </a:extLst>
          </p:cNvPr>
          <p:cNvGrpSpPr/>
          <p:nvPr/>
        </p:nvGrpSpPr>
        <p:grpSpPr>
          <a:xfrm>
            <a:off x="334963" y="1628775"/>
            <a:ext cx="11522075" cy="4680777"/>
            <a:chOff x="334963" y="1628775"/>
            <a:chExt cx="11522075" cy="4680777"/>
          </a:xfrm>
        </p:grpSpPr>
        <p:grpSp>
          <p:nvGrpSpPr>
            <p:cNvPr id="25" name="グループ化 24">
              <a:extLst>
                <a:ext uri="{FF2B5EF4-FFF2-40B4-BE49-F238E27FC236}">
                  <ns2:creationId id="{5D1BFE55-85BF-9363-403F-AE0A107CCA53}"/>
                </a:ext>
              </a:extLst>
            </p:cNvPr>
            <p:cNvGrpSpPr/>
            <p:nvPr/>
          </p:nvGrpSpPr>
          <p:grpSpPr>
            <a:xfrm>
              <a:off x="334964" y="1628775"/>
              <a:ext cx="5633059" cy="3390265"/>
              <a:chOff x="334964" y="1628775"/>
              <a:chExt cx="5633059" cy="3390265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2AC2CC9C-C83B-040A-22D0-893C37461C13}"/>
                  </a:ext>
                </a:extLst>
              </p:cNvPr>
              <p:cNvSpPr/>
              <p:nvPr/>
            </p:nvSpPr>
            <p:spPr>
              <a:xfrm>
                <a:off x="334964" y="1749567"/>
                <a:ext cx="3048316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09A86821-A037-5188-2527-3CE73EE50958}"/>
                  </a:ext>
                </a:extLst>
              </p:cNvPr>
              <p:cNvSpPr/>
              <p:nvPr/>
            </p:nvSpPr>
            <p:spPr>
              <a:xfrm>
                <a:off x="334964" y="2079508"/>
                <a:ext cx="3048316" cy="8837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4">
                <a:extLst>
                  <a:ext uri="{FF2B5EF4-FFF2-40B4-BE49-F238E27FC236}">
                    <ns2:creationId id="{66B9C499-8FD3-433A-28EC-609DBEFD2354}"/>
                  </a:ext>
                </a:extLst>
              </p:cNvPr>
              <p:cNvSpPr txBox="1"/>
              <p:nvPr/>
            </p:nvSpPr>
            <p:spPr>
              <a:xfrm>
                <a:off x="407920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4">
                <a:extLst>
                  <a:ext uri="{FF2B5EF4-FFF2-40B4-BE49-F238E27FC236}">
                    <ns2:creationId id="{9A9D4C03-9FEE-019C-E983-876A50648277}"/>
                  </a:ext>
                </a:extLst>
              </p:cNvPr>
              <p:cNvSpPr txBox="1"/>
              <p:nvPr/>
            </p:nvSpPr>
            <p:spPr>
              <a:xfrm>
                <a:off x="2180007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4">
                <a:extLst>
                  <a:ext uri="{FF2B5EF4-FFF2-40B4-BE49-F238E27FC236}">
                    <ns2:creationId id="{3BB41421-6313-E457-1044-2FECD2A3317E}"/>
                  </a:ext>
                </a:extLst>
              </p:cNvPr>
              <p:cNvSpPr txBox="1"/>
              <p:nvPr/>
            </p:nvSpPr>
            <p:spPr>
              <a:xfrm>
                <a:off x="407920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4">
                <a:extLst>
                  <a:ext uri="{FF2B5EF4-FFF2-40B4-BE49-F238E27FC236}">
                    <ns2:creationId id="{99F3D9E8-5F79-052A-7562-65EAD1E760FA}"/>
                  </a:ext>
                </a:extLst>
              </p:cNvPr>
              <p:cNvSpPr txBox="1"/>
              <p:nvPr/>
            </p:nvSpPr>
            <p:spPr>
              <a:xfrm>
                <a:off x="2180007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Text 4">
                <a:extLst>
                  <a:ext uri="{FF2B5EF4-FFF2-40B4-BE49-F238E27FC236}">
                    <ns2:creationId id="{31703236-4AD8-3B98-DAA4-FFA06C07815F}"/>
                  </a:ext>
                </a:extLst>
              </p:cNvPr>
              <p:cNvSpPr txBox="1"/>
              <p:nvPr/>
            </p:nvSpPr>
            <p:spPr>
              <a:xfrm>
                <a:off x="1614741" y="2284896"/>
                <a:ext cx="468347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Text 4">
                <a:extLst>
                  <a:ext uri="{FF2B5EF4-FFF2-40B4-BE49-F238E27FC236}">
                    <ns2:creationId id="{02496591-8FC3-6DD1-4880-769CBC23A9D0}"/>
                  </a:ext>
                </a:extLst>
              </p:cNvPr>
              <p:cNvSpPr txBox="1"/>
              <p:nvPr/>
            </p:nvSpPr>
            <p:spPr>
              <a:xfrm>
                <a:off x="407918" y="2674534"/>
                <a:ext cx="2902624" cy="1956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aphicFrame>
            <p:nvGraphicFramePr>
              <p:cNvPr id="69" name="Chart 0">
                <a:extLst>
                  <a:ext uri="{FF2B5EF4-FFF2-40B4-BE49-F238E27FC236}">
                    <ns2:creationId id="{6E2F3610-BE89-066D-17AA-F3165331C194}"/>
                  </a:ext>
                </a:extLst>
              </p:cNvPr>
              <p:cNvGraphicFramePr/>
              <p:nvPr/>
            </p:nvGraphicFramePr>
            <p:xfrm>
              <a:off x="3499143" y="2187866"/>
              <a:ext cx="2468880" cy="2652049"/>
            </p:xfrm>
            <a:graphic>
              <a:graphicData uri="http://schemas.openxmlformats.org/drawingml/2006/chart">
                <ns5:chart r:id="rId6"/>
              </a:graphicData>
            </a:graphic>
          </p:graphicFrame>
          <p:sp>
            <p:nvSpPr>
              <p:cNvPr id="7" name="四角形: 角を丸くする 6">
                <a:extLst>
                  <a:ext uri="{FF2B5EF4-FFF2-40B4-BE49-F238E27FC236}">
                    <ns2:creationId id="{8239F957-5231-3DC6-1AEE-AE88373F6BA4}"/>
                  </a:ext>
                </a:extLst>
              </p:cNvPr>
              <p:cNvSpPr/>
              <p:nvPr/>
            </p:nvSpPr>
            <p:spPr>
              <a:xfrm>
                <a:off x="495623" y="1628775"/>
                <a:ext cx="758037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6CD8C812-EEA3-D1E7-CCD8-71570E4F067D}"/>
                  </a:ext>
                </a:extLst>
              </p:cNvPr>
              <p:cNvSpPr/>
              <p:nvPr/>
            </p:nvSpPr>
            <p:spPr>
              <a:xfrm>
                <a:off x="3506763" y="1749567"/>
                <a:ext cx="242316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60FA7317-534D-B9F7-D88A-F19A82EB941E}"/>
                  </a:ext>
                </a:extLst>
              </p:cNvPr>
              <p:cNvSpPr/>
              <p:nvPr/>
            </p:nvSpPr>
            <p:spPr>
              <a:xfrm>
                <a:off x="3506763" y="2079507"/>
                <a:ext cx="2423160" cy="29039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Text 15">
                <a:extLst>
                  <a:ext uri="{FF2B5EF4-FFF2-40B4-BE49-F238E27FC236}">
                    <ns2:creationId id="{CF88F45F-AE71-CE41-3E55-0AF8CC4B9334}"/>
                  </a:ext>
                </a:extLst>
              </p:cNvPr>
              <p:cNvSpPr txBox="1"/>
              <p:nvPr/>
            </p:nvSpPr>
            <p:spPr>
              <a:xfrm>
                <a:off x="1821539" y="4517422"/>
                <a:ext cx="1263357" cy="50161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110000"/>
                  </a:lnSpc>
                  <a:spcAft>
                    <a:spcPts val="200"/>
                  </a:spcAft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lnSpc>
                    <a:spcPct val="110000"/>
                  </a:lnSpc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" name="グループ化 29">
                <a:extLst>
                  <a:ext uri="{FF2B5EF4-FFF2-40B4-BE49-F238E27FC236}">
                    <ns2:creationId id="{5AA7C31A-00D4-B289-52C8-3A4CE149BAE8}"/>
                  </a:ext>
                </a:extLst>
              </p:cNvPr>
              <p:cNvGrpSpPr/>
              <p:nvPr/>
            </p:nvGrpSpPr>
            <p:grpSpPr>
              <a:xfrm>
                <a:off x="656523" y="3149599"/>
                <a:ext cx="2405198" cy="1332000"/>
                <a:chOff x="644842" y="3246119"/>
                <a:chExt cx="2405198" cy="1332000"/>
              </a:xfrm>
            </p:grpSpPr>
            <p:sp>
              <p:nvSpPr>
                <p:cNvPr id="20" name="楕円 19">
                  <a:extLst>
                    <a:ext uri="{FF2B5EF4-FFF2-40B4-BE49-F238E27FC236}">
                      <ns2:creationId id="{872FC99E-1BBE-F7EE-C037-9CB051712459}"/>
                    </a:ext>
                  </a:extLst>
                </p:cNvPr>
                <p:cNvSpPr/>
                <p:nvPr/>
              </p:nvSpPr>
              <p:spPr>
                <a:xfrm>
                  <a:off x="644842" y="3246119"/>
                  <a:ext cx="1332000" cy="1332000"/>
                </a:xfrm>
                <a:prstGeom prst="ellipse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Text 8">
                  <a:extLst>
                    <a:ext uri="{FF2B5EF4-FFF2-40B4-BE49-F238E27FC236}">
                      <ns2:creationId id="{1758C100-B750-DF36-2FCD-1F97D69591B3}"/>
                    </a:ext>
                  </a:extLst>
                </p:cNvPr>
                <p:cNvSpPr txBox="1"/>
                <p:nvPr/>
              </p:nvSpPr>
              <p:spPr>
                <a:xfrm>
                  <a:off x="73973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53" name="Text 9">
                  <a:extLst>
                    <a:ext uri="{FF2B5EF4-FFF2-40B4-BE49-F238E27FC236}">
                      <ns2:creationId id="{694C0B45-6D3A-4088-D96C-893B2E357E4D}"/>
                    </a:ext>
                  </a:extLst>
                </p:cNvPr>
                <p:cNvSpPr txBox="1"/>
                <p:nvPr/>
              </p:nvSpPr>
              <p:spPr>
                <a:xfrm>
                  <a:off x="749372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" name="Text 14">
                  <a:extLst>
                    <a:ext uri="{FF2B5EF4-FFF2-40B4-BE49-F238E27FC236}">
                      <ns2:creationId id="{98E2BA53-AA10-15FB-A88D-1F7231AE20D6}"/>
                    </a:ext>
                  </a:extLst>
                </p:cNvPr>
                <p:cNvSpPr txBox="1"/>
                <p:nvPr/>
              </p:nvSpPr>
              <p:spPr>
                <a:xfrm>
                  <a:off x="1858765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B23A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楕円 20">
                  <a:extLst>
                    <a:ext uri="{FF2B5EF4-FFF2-40B4-BE49-F238E27FC236}">
                      <ns2:creationId id="{A879A762-EAAC-6238-7F3C-A19C44630750}"/>
                    </a:ext>
                  </a:extLst>
                </p:cNvPr>
                <p:cNvSpPr/>
                <p:nvPr/>
              </p:nvSpPr>
              <p:spPr>
                <a:xfrm>
                  <a:off x="1718040" y="3246119"/>
                  <a:ext cx="1332000" cy="1332000"/>
                </a:xfrm>
                <a:prstGeom prst="ellipse">
                  <a:avLst/>
                </a:prstGeom>
                <a:solidFill>
                  <a:srgbClr val="C00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1" name="Text 13">
                  <a:extLst>
                    <a:ext uri="{FF2B5EF4-FFF2-40B4-BE49-F238E27FC236}">
                      <ns2:creationId id="{13C2F21C-B00E-650A-063F-A4AD963846DF}"/>
                    </a:ext>
                  </a:extLst>
                </p:cNvPr>
                <p:cNvSpPr txBox="1"/>
                <p:nvPr/>
              </p:nvSpPr>
              <p:spPr>
                <a:xfrm>
                  <a:off x="187345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8DC166A-85A9-DF03-BD34-E11BC4FCD298}"/>
                  </a:ext>
                </a:extLst>
              </p:cNvPr>
              <p:cNvGrpSpPr/>
              <p:nvPr/>
            </p:nvGrpSpPr>
            <p:grpSpPr>
              <a:xfrm>
                <a:off x="629599" y="4517422"/>
                <a:ext cx="1263600" cy="501618"/>
                <a:chOff x="446724" y="4492022"/>
                <a:chExt cx="1263600" cy="501618"/>
              </a:xfrm>
            </p:grpSpPr>
            <p:sp>
              <p:nvSpPr>
                <p:cNvPr id="55" name="Text 10">
                  <a:extLst>
                    <a:ext uri="{FF2B5EF4-FFF2-40B4-BE49-F238E27FC236}">
                      <ns2:creationId id="{492308CF-F72D-930F-3ED9-DCA6509EF74C}"/>
                    </a:ext>
                  </a:extLst>
                </p:cNvPr>
                <p:cNvSpPr txBox="1"/>
                <p:nvPr/>
              </p:nvSpPr>
              <p:spPr>
                <a:xfrm>
                  <a:off x="446724" y="4492022"/>
                  <a:ext cx="1263600" cy="501618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10000"/>
                    </a:lnSpc>
                    <a:spcAft>
                      <a:spcPts val="15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 algn="ctr">
                    <a:lnSpc>
                      <a:spcPct val="110000"/>
                    </a:lnSpc>
                    <a:spcAft>
                      <a:spcPts val="10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" name="Text 4">
                  <a:extLst>
                    <a:ext uri="{FF2B5EF4-FFF2-40B4-BE49-F238E27FC236}">
                      <ns2:creationId id="{C8D1CA75-220C-EDA1-164A-6F843CDBD707}"/>
                    </a:ext>
                  </a:extLst>
                </p:cNvPr>
                <p:cNvSpPr txBox="1"/>
                <p:nvPr/>
              </p:nvSpPr>
              <p:spPr>
                <a:xfrm>
                  <a:off x="735338" y="4660970"/>
                  <a:ext cx="686372" cy="163721"/>
                </a:xfrm>
                <a:prstGeom prst="roundRect">
                  <a:avLst/>
                </a:prstGeom>
                <a:solidFill>
                  <a:srgbClr val="C5E0B4">
                    <a:alpha val="50000"/>
                  </a:srgbClr>
                </a:solidFill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2" name="二等辺三角形 31">
                <a:extLst>
                  <a:ext uri="{FF2B5EF4-FFF2-40B4-BE49-F238E27FC236}">
                    <ns2:creationId id="{3EC4F311-2A2D-0205-B366-CB50C509E130}"/>
                  </a:ext>
                </a:extLst>
              </p:cNvPr>
              <p:cNvSpPr/>
              <p:nvPr/>
            </p:nvSpPr>
            <p:spPr>
              <a:xfrm>
                <a:off x="1558584" y="3002749"/>
                <a:ext cx="601076" cy="147970"/>
              </a:xfrm>
              <a:prstGeom prst="triangle">
                <a:avLst/>
              </a:prstGeom>
              <a:gradFill>
                <a:gsLst>
                  <a:gs pos="0">
                    <a:srgbClr val="C5E0B4"/>
                  </a:gs>
                  <a:gs pos="100000">
                    <a:srgbClr val="008D2E"/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乗算記号 33">
                <a:extLst>
                  <a:ext uri="{FF2B5EF4-FFF2-40B4-BE49-F238E27FC236}">
                    <ns2:creationId id="{942A44EF-70BF-F4FB-37F0-385C558876D2}"/>
                  </a:ext>
                </a:extLst>
              </p:cNvPr>
              <p:cNvSpPr/>
              <p:nvPr/>
            </p:nvSpPr>
            <p:spPr>
              <a:xfrm>
                <a:off x="1702212" y="3657261"/>
                <a:ext cx="324000" cy="324000"/>
              </a:xfrm>
              <a:prstGeom prst="mathMultiply">
                <a:avLst>
                  <a:gd name="adj1" fmla="val 13256"/>
                </a:avLst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直線矢印コネクタ 35">
                <a:extLst>
                  <a:ext uri="{FF2B5EF4-FFF2-40B4-BE49-F238E27FC236}">
                    <ns2:creationId id="{1512B712-4127-0971-E6F9-511166655D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15056" y="3796838"/>
                <a:ext cx="384087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EA160C37-BD94-EB6C-8D48-9FD47B6EA49E}"/>
                </a:ext>
              </a:extLst>
            </p:cNvPr>
            <p:cNvGrpSpPr/>
            <p:nvPr/>
          </p:nvGrpSpPr>
          <p:grpSpPr>
            <a:xfrm>
              <a:off x="334963" y="5142081"/>
              <a:ext cx="5594960" cy="1167471"/>
              <a:chOff x="334963" y="5142081"/>
              <a:chExt cx="5594960" cy="1167471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DBD56624-112F-7957-281B-0CA6B0DB6FBE}"/>
                  </a:ext>
                </a:extLst>
              </p:cNvPr>
              <p:cNvSpPr/>
              <p:nvPr/>
            </p:nvSpPr>
            <p:spPr>
              <a:xfrm>
                <a:off x="334963" y="5232400"/>
                <a:ext cx="5594960" cy="1077152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  <a:tabLst>
                    <a:tab pos="1346200" algn="l"/>
                    <a:tab pos="2692400" algn="l"/>
                  </a:tabLst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	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Text 4">
                <a:extLst>
                  <a:ext uri="{FF2B5EF4-FFF2-40B4-BE49-F238E27FC236}">
                    <ns2:creationId id="{BBD4AC33-7BF2-38E8-3B8D-ACA258C4D0AA}"/>
                  </a:ext>
                </a:extLst>
              </p:cNvPr>
              <p:cNvSpPr txBox="1"/>
              <p:nvPr/>
            </p:nvSpPr>
            <p:spPr>
              <a:xfrm>
                <a:off x="495624" y="5142081"/>
                <a:ext cx="1684384" cy="176679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矢印: 時計回りの曲線 単色塗りつぶし">
                <a:extLst>
                  <a:ext uri="{FF2B5EF4-FFF2-40B4-BE49-F238E27FC236}">
                    <ns2:creationId id="{FACC8F54-7815-2F6A-15AE-B9A8C73E22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1449650" y="553922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6" name="グラフィックス 45" descr="矢印: 時計回りの曲線 単色塗りつぶし">
                <a:extLst>
                  <a:ext uri="{FF2B5EF4-FFF2-40B4-BE49-F238E27FC236}">
                    <ns2:creationId id="{E12117F6-C0C3-0309-D2B4-EDFE06DECE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2793534" y="5531737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8" name="グラフィックス 47" descr="矢印: 時計回りの曲線 単色塗りつぶし">
                <a:extLst>
                  <a:ext uri="{FF2B5EF4-FFF2-40B4-BE49-F238E27FC236}">
                    <ns2:creationId id="{B16ACECE-6810-6DF4-EFB6-C1F82A101B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7918" y="5784529"/>
                <a:ext cx="180000" cy="180000"/>
              </a:xfrm>
              <a:prstGeom prst="rect">
                <a:avLst/>
              </a:prstGeom>
            </p:spPr>
          </p:pic>
          <p:sp>
            <p:nvSpPr>
              <p:cNvPr id="52" name="Text 4">
                <a:extLst>
                  <a:ext uri="{FF2B5EF4-FFF2-40B4-BE49-F238E27FC236}">
                    <ns2:creationId id="{987AF748-5B71-493B-02A2-5D40C3ECF40B}"/>
                  </a:ext>
                </a:extLst>
              </p:cNvPr>
              <p:cNvSpPr txBox="1"/>
              <p:nvPr/>
            </p:nvSpPr>
            <p:spPr>
              <a:xfrm>
                <a:off x="632460" y="5768435"/>
                <a:ext cx="436245" cy="208407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4">
                <a:extLst>
                  <a:ext uri="{FF2B5EF4-FFF2-40B4-BE49-F238E27FC236}">
                    <ns2:creationId id="{F9297DC0-959E-6DAE-79FA-AA92AB3D8C87}"/>
                  </a:ext>
                </a:extLst>
              </p:cNvPr>
              <p:cNvSpPr txBox="1"/>
              <p:nvPr/>
            </p:nvSpPr>
            <p:spPr>
              <a:xfrm>
                <a:off x="632459" y="6059472"/>
                <a:ext cx="436245" cy="151145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矢印: 時計回りの曲線 単色塗りつぶし">
                <a:extLst>
                  <a:ext uri="{FF2B5EF4-FFF2-40B4-BE49-F238E27FC236}">
                    <ns2:creationId id="{97A69346-7B51-77DA-DC14-3F92E561C0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5623" y="6049240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D88D9AFF-2280-7CC9-C591-885C93052EF0}"/>
                </a:ext>
              </a:extLst>
            </p:cNvPr>
            <p:cNvGrpSpPr/>
            <p:nvPr/>
          </p:nvGrpSpPr>
          <p:grpSpPr>
            <a:xfrm>
              <a:off x="6096672" y="5133946"/>
              <a:ext cx="5760366" cy="1174780"/>
              <a:chOff x="6096672" y="5133946"/>
              <a:chExt cx="5760366" cy="1174780"/>
            </a:xfrm>
          </p:grpSpPr>
          <p:grpSp>
            <p:nvGrpSpPr>
              <p:cNvPr id="8" name="グループ化 7">
                <a:extLst>
                  <a:ext uri="{FF2B5EF4-FFF2-40B4-BE49-F238E27FC236}">
                    <ns2:creationId id="{BF7DAB54-1041-823D-45A2-C928B63CF359}"/>
                  </a:ext>
                </a:extLst>
              </p:cNvPr>
              <p:cNvGrpSpPr/>
              <p:nvPr/>
            </p:nvGrpSpPr>
            <p:grpSpPr>
              <a:xfrm>
                <a:off x="6102096" y="5314990"/>
                <a:ext cx="5754942" cy="993736"/>
                <a:chOff x="6102096" y="5314990"/>
                <a:chExt cx="5754942" cy="993736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BD80B22F-B13A-0422-6F66-5D9827E84B7B}"/>
                    </a:ext>
                  </a:extLst>
                </p:cNvPr>
                <p:cNvSpPr/>
                <p:nvPr/>
              </p:nvSpPr>
              <p:spPr>
                <a:xfrm>
                  <a:off x="6102096" y="5314990"/>
                  <a:ext cx="444698" cy="494535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6" name="正方形/長方形 115">
                  <a:extLst>
                    <a:ext uri="{FF2B5EF4-FFF2-40B4-BE49-F238E27FC236}">
                      <ns2:creationId id="{B15839BC-4A93-B646-964F-2E368F2DE4F5}"/>
                    </a:ext>
                  </a:extLst>
                </p:cNvPr>
                <p:cNvSpPr/>
                <p:nvPr/>
              </p:nvSpPr>
              <p:spPr>
                <a:xfrm>
                  <a:off x="6579871" y="5314990"/>
                  <a:ext cx="2421890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7" name="正方形/長方形 116">
                  <a:extLst>
                    <a:ext uri="{FF2B5EF4-FFF2-40B4-BE49-F238E27FC236}">
                      <ns2:creationId id="{BFFDD728-729A-E208-BE3E-0FFCE6234FF0}"/>
                    </a:ext>
                  </a:extLst>
                </p:cNvPr>
                <p:cNvSpPr/>
                <p:nvPr/>
              </p:nvSpPr>
              <p:spPr>
                <a:xfrm>
                  <a:off x="9244219" y="5314990"/>
                  <a:ext cx="2612816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400"/>
                    </a:spcAft>
                    <a:buSzPct val="100000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・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二等辺三角形 121">
                  <a:extLst>
                    <a:ext uri="{FF2B5EF4-FFF2-40B4-BE49-F238E27FC236}">
                      <ns2:creationId id="{A7F4AA73-29A4-EE4E-2413-957309663D13}"/>
                    </a:ext>
                  </a:extLst>
                </p:cNvPr>
                <p:cNvSpPr/>
                <p:nvPr/>
              </p:nvSpPr>
              <p:spPr>
                <a:xfrm rot="5400000">
                  <a:off x="8926121" y="5515391"/>
                  <a:ext cx="401356" cy="91201"/>
                </a:xfrm>
                <a:prstGeom prst="triangle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177E9FC1-E98A-E1DE-7363-7A6237A725C6}"/>
                    </a:ext>
                  </a:extLst>
                </p:cNvPr>
                <p:cNvSpPr/>
                <p:nvPr/>
              </p:nvSpPr>
              <p:spPr>
                <a:xfrm>
                  <a:off x="6103620" y="5859314"/>
                  <a:ext cx="444698" cy="449412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27" name="グループ化 126">
                  <a:extLst>
                    <a:ext uri="{FF2B5EF4-FFF2-40B4-BE49-F238E27FC236}">
                      <ns2:creationId id="{444426B9-22D7-6946-9F05-DB5AE61C13F0}"/>
                    </a:ext>
                  </a:extLst>
                </p:cNvPr>
                <p:cNvGrpSpPr/>
                <p:nvPr/>
              </p:nvGrpSpPr>
              <p:grpSpPr>
                <a:xfrm>
                  <a:off x="6579871" y="5859314"/>
                  <a:ext cx="1664969" cy="449411"/>
                  <a:chOff x="6579871" y="5859314"/>
                  <a:chExt cx="1291589" cy="449411"/>
                </a:xfrm>
              </p:grpSpPr>
              <p:sp>
                <p:nvSpPr>
                  <p:cNvPr id="124" name="正方形/長方形 123">
                    <a:extLst>
                      <a:ext uri="{FF2B5EF4-FFF2-40B4-BE49-F238E27FC236}">
                        <ns2:creationId id="{722E099F-5E1D-1D58-E470-75B0B208908D}"/>
                      </a:ext>
                    </a:extLst>
                  </p:cNvPr>
                  <p:cNvSpPr/>
                  <p:nvPr/>
                </p:nvSpPr>
                <p:spPr>
                  <a:xfrm>
                    <a:off x="6581395" y="5859314"/>
                    <a:ext cx="1290065" cy="180000"/>
                  </a:xfrm>
                  <a:prstGeom prst="rect">
                    <a:avLst/>
                  </a:prstGeom>
                  <a:solidFill>
                    <a:srgbClr val="008D2E">
                      <a:alpha val="20000"/>
                    </a:srgbClr>
                  </a:solidFill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ja-JP" altLang="en-US" sz="8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" name="正方形/長方形 124">
                    <a:extLst>
                      <a:ext uri="{FF2B5EF4-FFF2-40B4-BE49-F238E27FC236}">
                        <ns2:creationId id="{7F330EBD-BE2F-F74A-4BD9-15FC38216124}"/>
                      </a:ext>
                    </a:extLst>
                  </p:cNvPr>
                  <p:cNvSpPr/>
                  <p:nvPr/>
                </p:nvSpPr>
                <p:spPr>
                  <a:xfrm>
                    <a:off x="6579871" y="6020413"/>
                    <a:ext cx="1290065" cy="28831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en-US" sz="900" err="1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126" name="正方形/長方形 125">
                  <a:extLst>
                    <a:ext uri="{FF2B5EF4-FFF2-40B4-BE49-F238E27FC236}">
                      <ns2:creationId id="{AA2FFBE9-FD01-84C6-F5E8-268D366140FB}"/>
                    </a:ext>
                  </a:extLst>
                </p:cNvPr>
                <p:cNvSpPr/>
                <p:nvPr/>
              </p:nvSpPr>
              <p:spPr>
                <a:xfrm>
                  <a:off x="8326120" y="5859312"/>
                  <a:ext cx="3530918" cy="44941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　※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47A6D620-8807-E449-8A46-6FA7E69842AC}"/>
                  </a:ext>
                </a:extLst>
              </p:cNvPr>
              <p:cNvGrpSpPr/>
              <p:nvPr/>
            </p:nvGrpSpPr>
            <p:grpSpPr>
              <a:xfrm>
                <a:off x="6096672" y="5133946"/>
                <a:ext cx="5760365" cy="184763"/>
                <a:chOff x="6096672" y="5133946"/>
                <a:chExt cx="5760365" cy="184763"/>
              </a:xfrm>
            </p:grpSpPr>
            <p:cxnSp>
              <p:nvCxnSpPr>
                <p:cNvPr id="128" name="直線コネクタ 10">
                  <a:extLst>
                    <a:ext uri="{FF2B5EF4-FFF2-40B4-BE49-F238E27FC236}">
                      <ns2:creationId id="{D9D3B3AA-F291-42E0-9132-A828B627F5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6672" y="5226328"/>
                  <a:ext cx="576036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9" name="グループ化 11">
                  <a:extLst>
                    <a:ext uri="{FF2B5EF4-FFF2-40B4-BE49-F238E27FC236}">
                      <ns2:creationId id="{1D85F27F-EAD9-47C3-8AA5-13F77033FF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>
                  <a:off x="8884473" y="5136328"/>
                  <a:ext cx="184763" cy="180000"/>
                  <a:chOff x="4481975" y="4552638"/>
                  <a:chExt cx="369527" cy="360000"/>
                </a:xfrm>
              </p:grpSpPr>
              <p:sp>
                <p:nvSpPr>
                  <p:cNvPr id="130" name="円/楕円 8">
                    <a:extLst>
                      <a:ext uri="{FF2B5EF4-FFF2-40B4-BE49-F238E27FC236}">
                        <ns2:creationId id="{B99C187C-D859-48B8-97AB-B02908226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>
                    <a:off x="4481975" y="4552638"/>
                    <a:ext cx="360000" cy="360000"/>
                  </a:xfrm>
                  <a:prstGeom prst="ellipse">
                    <a:avLst/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31" name="グラフィックス 13">
                    <a:extLst>
                      <a:ext uri="{FF2B5EF4-FFF2-40B4-BE49-F238E27FC236}">
                        <ns2:creationId id="{8FF06CB3-69B7-45CA-8270-BF88E6DF2211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tretch>
                    <a:fillRect/>
                  </a:stretch>
                </p:blipFill>
                <p:spPr>
                  <a:xfrm rot="16200000">
                    <a:off x="4491502" y="4552638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2" name="Textfeld 2"/>
          <p:cNvSpPr txBox="1"/>
          <p:nvPr/>
        </p:nvSpPr>
        <p:spPr bwMode="auto">
          <a:xfrm>
            <a:off x="346074" y="6365157"/>
            <a:ext cx="10559760" cy="19581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lang="en-US" sz="80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6:creationId val="740766644"/>
      </p:ext>
    </p:extLst>
  </p:cSld>
  <p:clrMapOvr>
    <a:masterClrMapping/>
  </p:clrMapOvr>
</p:sld>
</file>

<file path=ppt/slides/slide2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05660929"/>
      </p:ext>
    </p:extLst>
  </p:cSld>
  <p:clrMapOvr>
    <a:masterClrMapping/>
  </p:clrMapOvr>
</p:sld>
</file>

<file path=ppt/slides/slide22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39764327"/>
      </p:ext>
    </p:extLst>
  </p:cSld>
  <p:clrMapOvr>
    <a:masterClrMapping/>
  </p:clrMapOvr>
</p:sld>
</file>

<file path=ppt/slides/slide2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53917355"/>
      </p:ext>
    </p:extLst>
  </p:cSld>
  <p:clrMapOvr>
    <a:masterClrMapping/>
  </p:clrMapOvr>
</p:sld>
</file>

<file path=ppt/slides/slide2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453059364"/>
      </p:ext>
    </p:extLst>
  </p:cSld>
  <p:clrMapOvr>
    <a:masterClrMapping/>
  </p:clrMapOvr>
</p:sld>
</file>

<file path=ppt/slides/slide2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E3CEEF7-C9A8-C058-B398-3791B522A0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br>
              <a:rPr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613" name="グループ化 612">
            <a:extLst>
              <a:ext uri="{FF2B5EF4-FFF2-40B4-BE49-F238E27FC236}">
                <ns2:creationId id="{AE0653B4-DEB0-4BEC-8457-AD75524290A2}"/>
              </a:ext>
            </a:extLst>
          </p:cNvPr>
          <p:cNvGrpSpPr/>
          <p:nvPr/>
        </p:nvGrpSpPr>
        <p:grpSpPr>
          <a:xfrm>
            <a:off x="337820" y="1035948"/>
            <a:ext cx="11519218" cy="557016"/>
            <a:chOff x="337820" y="1035947"/>
            <a:chExt cx="11519218" cy="853805"/>
          </a:xfrm>
        </p:grpSpPr>
        <p:sp>
          <p:nvSpPr>
            <p:cNvPr id="96" name="Text 25">
              <a:extLst>
                <a:ext uri="{FF2B5EF4-FFF2-40B4-BE49-F238E27FC236}">
                  <ns2:creationId id="{2333884B-1EB4-255F-D65D-95CBC8DB84BF}"/>
                </a:ext>
              </a:extLst>
            </p:cNvPr>
            <p:cNvSpPr txBox="1"/>
            <p:nvPr/>
          </p:nvSpPr>
          <p:spPr>
            <a:xfrm>
              <a:off x="337820" y="1035947"/>
              <a:ext cx="1196848" cy="853805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71" name="グループ化 70">
              <a:extLst>
                <a:ext uri="{FF2B5EF4-FFF2-40B4-BE49-F238E27FC236}">
                  <ns2:creationId id="{F7E0FA5D-E1B8-2727-DABA-71D6C4D361E2}"/>
                </a:ext>
              </a:extLst>
            </p:cNvPr>
            <p:cNvGrpSpPr/>
            <p:nvPr/>
          </p:nvGrpSpPr>
          <p:grpSpPr>
            <a:xfrm>
              <a:off x="1558545" y="1035948"/>
              <a:ext cx="10298493" cy="831997"/>
              <a:chOff x="1558545" y="1035948"/>
              <a:chExt cx="10298493" cy="831997"/>
            </a:xfrm>
          </p:grpSpPr>
          <p:grpSp>
            <p:nvGrpSpPr>
              <p:cNvPr id="27" name="グループ化 26">
                <a:extLst>
                  <a:ext uri="{FF2B5EF4-FFF2-40B4-BE49-F238E27FC236}">
                    <ns2:creationId id="{3AF50DC1-A4D4-F5F7-4F61-395FF1B9EDC5}"/>
                  </a:ext>
                </a:extLst>
              </p:cNvPr>
              <p:cNvGrpSpPr/>
              <p:nvPr/>
            </p:nvGrpSpPr>
            <p:grpSpPr>
              <a:xfrm>
                <a:off x="1558545" y="1035948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104" name="Text 27">
                  <a:extLst>
                    <a:ext uri="{FF2B5EF4-FFF2-40B4-BE49-F238E27FC236}">
                      <ns2:creationId id="{E232F439-1CB8-5C5D-E148-D80438BAACBB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08" name="Text 28">
                  <a:extLst>
                    <a:ext uri="{FF2B5EF4-FFF2-40B4-BE49-F238E27FC236}">
                      <ns2:creationId id="{4C4441AD-CC62-2F27-6BA0-B5CBF17BE0B3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2" name="Text 29">
                  <a:extLst>
                    <a:ext uri="{FF2B5EF4-FFF2-40B4-BE49-F238E27FC236}">
                      <ns2:creationId id="{BA3CBFA6-4E39-4028-8883-54AEF2A62DFD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6" name="Text 30">
                  <a:extLst>
                    <a:ext uri="{FF2B5EF4-FFF2-40B4-BE49-F238E27FC236}">
                      <ns2:creationId id="{EC0FDEFF-47CD-435E-B9AC-D8088A341C5F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0" name="Text 31">
                  <a:extLst>
                    <a:ext uri="{FF2B5EF4-FFF2-40B4-BE49-F238E27FC236}">
                      <ns2:creationId id="{68CF7171-197D-64A0-AD17-212A87A8FFB1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4" name="Text 32">
                  <a:extLst>
                    <a:ext uri="{FF2B5EF4-FFF2-40B4-BE49-F238E27FC236}">
                      <ns2:creationId id="{C96FA881-2382-7569-4386-9B45CA478ED4}"/>
                    </a:ext>
                  </a:extLst>
                </p:cNvPr>
                <p:cNvSpPr txBox="1"/>
                <p:nvPr/>
              </p:nvSpPr>
              <p:spPr>
                <a:xfrm>
                  <a:off x="11543632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9" name="Text 27">
                  <a:extLst>
                    <a:ext uri="{FF2B5EF4-FFF2-40B4-BE49-F238E27FC236}">
                      <ns2:creationId id="{2B63C0BF-268D-6367-437C-ABF219CBCF46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)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1" name="Text 28">
                  <a:extLst>
                    <a:ext uri="{FF2B5EF4-FFF2-40B4-BE49-F238E27FC236}">
                      <ns2:creationId id="{06CFA2CE-CD8B-3536-88A8-248E3EE479E8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2" name="Text 29">
                  <a:extLst>
                    <a:ext uri="{FF2B5EF4-FFF2-40B4-BE49-F238E27FC236}">
                      <ns2:creationId id="{9E8F7E48-1B5B-FF94-6DA6-EE901F2686DB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3" name="Text 30">
                  <a:extLst>
                    <a:ext uri="{FF2B5EF4-FFF2-40B4-BE49-F238E27FC236}">
                      <ns2:creationId id="{61D374ED-E46E-A914-5BA9-521082E9A9FA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5" name="Text 31">
                  <a:extLst>
                    <a:ext uri="{FF2B5EF4-FFF2-40B4-BE49-F238E27FC236}">
                      <ns2:creationId id="{98311A15-E732-535D-C7C2-BAFACC400C09}"/>
                    </a:ext>
                  </a:extLst>
                </p:cNvPr>
                <p:cNvSpPr txBox="1"/>
                <p:nvPr/>
              </p:nvSpPr>
              <p:spPr>
                <a:xfrm>
                  <a:off x="9631665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6" name="Text 32">
                  <a:extLst>
                    <a:ext uri="{FF2B5EF4-FFF2-40B4-BE49-F238E27FC236}">
                      <ns2:creationId id="{37508BC4-1568-492B-E170-C203F3D2558C}"/>
                    </a:ext>
                  </a:extLst>
                </p:cNvPr>
                <p:cNvSpPr txBox="1"/>
                <p:nvPr/>
              </p:nvSpPr>
              <p:spPr>
                <a:xfrm>
                  <a:off x="11760209" y="1049180"/>
                  <a:ext cx="1448546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「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2054463B-E3EC-4448-7A62-D393EDC30AE1}"/>
                  </a:ext>
                </a:extLst>
              </p:cNvPr>
              <p:cNvGrpSpPr/>
              <p:nvPr/>
            </p:nvGrpSpPr>
            <p:grpSpPr>
              <a:xfrm>
                <a:off x="1558545" y="1507945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30" name="Text 27">
                  <a:extLst>
                    <a:ext uri="{FF2B5EF4-FFF2-40B4-BE49-F238E27FC236}">
                      <ns2:creationId id="{4302015B-480B-CB8E-DA73-551D8CF5BF4D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1" name="Text 28">
                  <a:extLst>
                    <a:ext uri="{FF2B5EF4-FFF2-40B4-BE49-F238E27FC236}">
                      <ns2:creationId id="{B2CE3114-07DD-B841-5EEF-90D38D5F4C2E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3" name="Text 29">
                  <a:extLst>
                    <a:ext uri="{FF2B5EF4-FFF2-40B4-BE49-F238E27FC236}">
                      <ns2:creationId id="{82A1D6E8-8F17-CD07-1615-F14BAAE5203A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4" name="Text 30">
                  <a:extLst>
                    <a:ext uri="{FF2B5EF4-FFF2-40B4-BE49-F238E27FC236}">
                      <ns2:creationId id="{60D9848E-8ABC-85FB-8514-F0569F1E91C9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5" name="Text 31">
                  <a:extLst>
                    <a:ext uri="{FF2B5EF4-FFF2-40B4-BE49-F238E27FC236}">
                      <ns2:creationId id="{8B24342A-5B4A-C5D4-259F-6C6A93B1164A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8" name="Text 27">
                  <a:extLst>
                    <a:ext uri="{FF2B5EF4-FFF2-40B4-BE49-F238E27FC236}">
                      <ns2:creationId id="{92392629-974E-8DF4-D159-7ED7A1426E72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9" name="Text 28">
                  <a:extLst>
                    <a:ext uri="{FF2B5EF4-FFF2-40B4-BE49-F238E27FC236}">
                      <ns2:creationId id="{2841EE86-7D36-ED6E-18D0-94E9321EEC6A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1" name="Text 29">
                  <a:extLst>
                    <a:ext uri="{FF2B5EF4-FFF2-40B4-BE49-F238E27FC236}">
                      <ns2:creationId id="{F23F74B2-3EB1-709B-84E5-12E66107E106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2" name="Text 30">
                  <a:extLst>
                    <a:ext uri="{FF2B5EF4-FFF2-40B4-BE49-F238E27FC236}">
                      <ns2:creationId id="{1A77BF26-8B37-7C81-5952-0D4A087A701C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745824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3" name="Text 31">
                  <a:extLst>
                    <a:ext uri="{FF2B5EF4-FFF2-40B4-BE49-F238E27FC236}">
                      <ns2:creationId id="{BB646F23-158C-F89E-07F3-AF3BB4FA9BE6}"/>
                    </a:ext>
                  </a:extLst>
                </p:cNvPr>
                <p:cNvSpPr txBox="1"/>
                <p:nvPr/>
              </p:nvSpPr>
              <p:spPr>
                <a:xfrm>
                  <a:off x="9631666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】</a:t>
                  </a:r>
                  <a:endParaRPr lang="en-US" sz="7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" name="Text 32">
                  <a:extLst>
                    <a:ext uri="{FF2B5EF4-FFF2-40B4-BE49-F238E27FC236}">
                      <ns2:creationId id="{04BFE101-F962-39B7-A20D-10D96BF35635}"/>
                    </a:ext>
                  </a:extLst>
                </p:cNvPr>
                <p:cNvSpPr txBox="1"/>
                <p:nvPr/>
              </p:nvSpPr>
              <p:spPr>
                <a:xfrm>
                  <a:off x="11573438" y="1049180"/>
                  <a:ext cx="1635317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chemeClr val="accent3"/>
                    </a:solidFill>
                    <a:latin typeface="+mn-ea"/>
                  </a:endParaRPr>
                </a:p>
              </p:txBody>
            </p:sp>
          </p:grpSp>
        </p:grpSp>
      </p:grpSp>
      <p:pic>
        <p:nvPicPr>
          <p:cNvPr id="1092" name="グラフィックス 1091" descr="税額 単色塗りつぶし">
            <a:extLst>
              <a:ext uri="{FF2B5EF4-FFF2-40B4-BE49-F238E27FC236}">
                <ns2:creationId id="{D2541760-AE9C-8DA5-20E4-CCC1E6DA9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214250" y="1446930"/>
            <a:ext cx="108000" cy="108000"/>
          </a:xfrm>
          <a:prstGeom prst="rect">
            <a:avLst/>
          </a:prstGeom>
        </p:spPr>
      </p:pic>
      <p:grpSp>
        <p:nvGrpSpPr>
          <p:cNvPr id="1131" name="グループ化 1130">
            <a:extLst>
              <a:ext uri="{FF2B5EF4-FFF2-40B4-BE49-F238E27FC236}">
                <ns2:creationId id="{FF5646B3-F7B9-188E-F7C4-17DEEF03962A}"/>
              </a:ext>
            </a:extLst>
          </p:cNvPr>
          <p:cNvGrpSpPr/>
          <p:nvPr/>
        </p:nvGrpSpPr>
        <p:grpSpPr>
          <a:xfrm>
            <a:off x="334963" y="1618634"/>
            <a:ext cx="11552237" cy="4690091"/>
            <a:chOff x="334963" y="1618634"/>
            <a:chExt cx="11552237" cy="4690091"/>
          </a:xfrm>
        </p:grpSpPr>
        <p:sp>
          <p:nvSpPr>
            <p:cNvPr id="1012" name="Text 25">
              <a:extLst>
                <a:ext uri="{FF2B5EF4-FFF2-40B4-BE49-F238E27FC236}">
                  <ns2:creationId id="{1EA351E5-2E9F-F073-578D-8D9DBEFD3B40}"/>
                </a:ext>
              </a:extLst>
            </p:cNvPr>
            <p:cNvSpPr txBox="1"/>
            <p:nvPr/>
          </p:nvSpPr>
          <p:spPr>
            <a:xfrm>
              <a:off x="1718753" y="6097004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1011" name="Text 25">
              <a:extLst>
                <a:ext uri="{FF2B5EF4-FFF2-40B4-BE49-F238E27FC236}">
                  <ns2:creationId id="{A0A65451-5C22-8D1B-6FE2-A9AB77CEAF7D}"/>
                </a:ext>
              </a:extLst>
            </p:cNvPr>
            <p:cNvSpPr txBox="1"/>
            <p:nvPr/>
          </p:nvSpPr>
          <p:spPr>
            <a:xfrm>
              <a:off x="1718753" y="5647741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56" name="Shape 15">
              <a:extLst>
                <a:ext uri="{FF2B5EF4-FFF2-40B4-BE49-F238E27FC236}">
                  <ns2:creationId id="{3D1678B7-0340-2C54-F57C-815AAE6CD67A}"/>
                </a:ext>
              </a:extLst>
            </p:cNvPr>
            <p:cNvSpPr/>
            <p:nvPr/>
          </p:nvSpPr>
          <p:spPr>
            <a:xfrm>
              <a:off x="365760" y="2870629"/>
              <a:ext cx="11521440" cy="0"/>
            </a:xfrm>
            <a:prstGeom prst="line">
              <a:avLst/>
            </a:prstGeom>
            <a:noFill/>
            <a:ln w="5080">
              <a:solidFill>
                <a:srgbClr val="EEF1F0"/>
              </a:solidFill>
              <a:prstDash val="sysDot"/>
            </a:ln>
          </p:spPr>
          <p:txBody>
            <a:bodyPr/>
            <a:lstStyle/>
            <a:p>
              <a:endParaRPr lang="ja-JP" altLang="en-US" sz="2400">
                <a:latin typeface="+mn-ea"/>
              </a:endParaRPr>
            </a:p>
          </p:txBody>
        </p:sp>
        <p:sp>
          <p:nvSpPr>
            <p:cNvPr id="46" name="Text 25">
              <a:extLst>
                <a:ext uri="{FF2B5EF4-FFF2-40B4-BE49-F238E27FC236}">
                  <ns2:creationId id="{C72EC526-FBFE-53D1-B57D-93237DCF5A26}"/>
                </a:ext>
              </a:extLst>
            </p:cNvPr>
            <p:cNvSpPr txBox="1"/>
            <p:nvPr/>
          </p:nvSpPr>
          <p:spPr>
            <a:xfrm>
              <a:off x="334964" y="1835424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10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Text 25">
              <a:extLst>
                <a:ext uri="{FF2B5EF4-FFF2-40B4-BE49-F238E27FC236}">
                  <ns2:creationId id="{6C849E37-7837-271D-E3EC-2508DCBA273C}"/>
                </a:ext>
              </a:extLst>
            </p:cNvPr>
            <p:cNvSpPr txBox="1"/>
            <p:nvPr/>
          </p:nvSpPr>
          <p:spPr>
            <a:xfrm>
              <a:off x="334963" y="1989463"/>
              <a:ext cx="145097" cy="1828084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70" name="グループ化 1069">
              <a:extLst>
                <a:ext uri="{FF2B5EF4-FFF2-40B4-BE49-F238E27FC236}">
                  <ns2:creationId id="{E0D84A4C-AE5E-F147-00B8-20A85FBFF340}"/>
                </a:ext>
              </a:extLst>
            </p:cNvPr>
            <p:cNvGrpSpPr/>
            <p:nvPr/>
          </p:nvGrpSpPr>
          <p:grpSpPr>
            <a:xfrm>
              <a:off x="502920" y="2028968"/>
              <a:ext cx="2717802" cy="1790044"/>
              <a:chOff x="502920" y="2028968"/>
              <a:chExt cx="2717802" cy="1790044"/>
            </a:xfrm>
          </p:grpSpPr>
          <p:grpSp>
            <p:nvGrpSpPr>
              <p:cNvPr id="491" name="グループ化 490">
                <a:extLst>
                  <a:ext uri="{FF2B5EF4-FFF2-40B4-BE49-F238E27FC236}">
                    <ns2:creationId id="{7C30CED3-981E-91EF-79CF-68E67A458814}"/>
                  </a:ext>
                </a:extLst>
              </p:cNvPr>
              <p:cNvGrpSpPr/>
              <p:nvPr/>
            </p:nvGrpSpPr>
            <p:grpSpPr>
              <a:xfrm>
                <a:off x="502920" y="2028968"/>
                <a:ext cx="2717802" cy="1790044"/>
                <a:chOff x="345999" y="2235200"/>
                <a:chExt cx="1353312" cy="3379505"/>
              </a:xfrm>
              <a:solidFill>
                <a:srgbClr val="008D2E">
                  <a:alpha val="10000"/>
                </a:srgbClr>
              </a:solidFill>
            </p:grpSpPr>
            <p:sp>
              <p:nvSpPr>
                <p:cNvPr id="59" name="Text 42">
                  <a:extLst>
                    <a:ext uri="{FF2B5EF4-FFF2-40B4-BE49-F238E27FC236}">
                      <ns2:creationId id="{6D97ECD4-9F25-7ED4-27A4-F4527845BC62}"/>
                    </a:ext>
                  </a:extLst>
                </p:cNvPr>
                <p:cNvSpPr txBox="1"/>
                <p:nvPr/>
              </p:nvSpPr>
              <p:spPr>
                <a:xfrm>
                  <a:off x="345999" y="2235200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62" name="Text 47">
                  <a:extLst>
                    <a:ext uri="{FF2B5EF4-FFF2-40B4-BE49-F238E27FC236}">
                      <ns2:creationId id="{0DC39F7B-2443-C3AF-4277-2CC0AA2B0525}"/>
                    </a:ext>
                  </a:extLst>
                </p:cNvPr>
                <p:cNvSpPr txBox="1"/>
                <p:nvPr/>
              </p:nvSpPr>
              <p:spPr>
                <a:xfrm>
                  <a:off x="345999" y="2497713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49" name="Text 53">
                  <a:extLst>
                    <a:ext uri="{FF2B5EF4-FFF2-40B4-BE49-F238E27FC236}">
                      <ns2:creationId id="{16AC2A2F-22CF-B9F5-482A-CB47D3610952}"/>
                    </a:ext>
                  </a:extLst>
                </p:cNvPr>
                <p:cNvSpPr txBox="1"/>
                <p:nvPr/>
              </p:nvSpPr>
              <p:spPr>
                <a:xfrm>
                  <a:off x="345999" y="2760228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b="1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3" name="Text 58">
                  <a:extLst>
                    <a:ext uri="{FF2B5EF4-FFF2-40B4-BE49-F238E27FC236}">
                      <ns2:creationId id="{616641FB-91F1-2AD1-97C9-D46F5385F67A}"/>
                    </a:ext>
                  </a:extLst>
                </p:cNvPr>
                <p:cNvSpPr txBox="1"/>
                <p:nvPr/>
              </p:nvSpPr>
              <p:spPr>
                <a:xfrm>
                  <a:off x="345999" y="3022741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57" name="Text 63">
                  <a:extLst>
                    <a:ext uri="{FF2B5EF4-FFF2-40B4-BE49-F238E27FC236}">
                      <ns2:creationId id="{7BA65E1A-9012-82E7-15F5-9489323EBDC2}"/>
                    </a:ext>
                  </a:extLst>
                </p:cNvPr>
                <p:cNvSpPr txBox="1"/>
                <p:nvPr/>
              </p:nvSpPr>
              <p:spPr>
                <a:xfrm>
                  <a:off x="345999" y="3285256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1" name="Text 68">
                  <a:extLst>
                    <a:ext uri="{FF2B5EF4-FFF2-40B4-BE49-F238E27FC236}">
                      <ns2:creationId id="{19C2E150-C564-5BF6-D9C4-935FD0BF61E6}"/>
                    </a:ext>
                  </a:extLst>
                </p:cNvPr>
                <p:cNvSpPr txBox="1"/>
                <p:nvPr/>
              </p:nvSpPr>
              <p:spPr>
                <a:xfrm>
                  <a:off x="345999" y="3547769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5" name="Text 73">
                  <a:extLst>
                    <a:ext uri="{FF2B5EF4-FFF2-40B4-BE49-F238E27FC236}">
                      <ns2:creationId id="{7415FC25-DD1B-04BE-0C3E-36B2CDA7CFD9}"/>
                    </a:ext>
                  </a:extLst>
                </p:cNvPr>
                <p:cNvSpPr txBox="1"/>
                <p:nvPr/>
              </p:nvSpPr>
              <p:spPr>
                <a:xfrm>
                  <a:off x="345999" y="3810284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9" name="Text 78">
                  <a:extLst>
                    <a:ext uri="{FF2B5EF4-FFF2-40B4-BE49-F238E27FC236}">
                      <ns2:creationId id="{23C6FDC1-88FA-63AF-ADCE-4D57D5D47DB1}"/>
                    </a:ext>
                  </a:extLst>
                </p:cNvPr>
                <p:cNvSpPr txBox="1"/>
                <p:nvPr/>
              </p:nvSpPr>
              <p:spPr>
                <a:xfrm>
                  <a:off x="345999" y="4072797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3" name="Text 83">
                  <a:extLst>
                    <a:ext uri="{FF2B5EF4-FFF2-40B4-BE49-F238E27FC236}">
                      <ns2:creationId id="{64B53FB2-B5B9-A059-0F08-DE79FE142C48}"/>
                    </a:ext>
                  </a:extLst>
                </p:cNvPr>
                <p:cNvSpPr txBox="1"/>
                <p:nvPr/>
              </p:nvSpPr>
              <p:spPr>
                <a:xfrm>
                  <a:off x="345999" y="4335312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sz="8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7" name="Text 88">
                  <a:extLst>
                    <a:ext uri="{FF2B5EF4-FFF2-40B4-BE49-F238E27FC236}">
                      <ns2:creationId id="{CADF00AC-227C-97E5-9D14-3A65B0AD94BE}"/>
                    </a:ext>
                  </a:extLst>
                </p:cNvPr>
                <p:cNvSpPr txBox="1"/>
                <p:nvPr/>
              </p:nvSpPr>
              <p:spPr>
                <a:xfrm>
                  <a:off x="345999" y="4597826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1" name="Text 93">
                  <a:extLst>
                    <a:ext uri="{FF2B5EF4-FFF2-40B4-BE49-F238E27FC236}">
                      <ns2:creationId id="{45D24CC8-8879-3E12-4CB7-238E59FF0F44}"/>
                    </a:ext>
                  </a:extLst>
                </p:cNvPr>
                <p:cNvSpPr txBox="1"/>
                <p:nvPr/>
              </p:nvSpPr>
              <p:spPr>
                <a:xfrm>
                  <a:off x="345999" y="486034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5" name="Text 98">
                  <a:extLst>
                    <a:ext uri="{FF2B5EF4-FFF2-40B4-BE49-F238E27FC236}">
                      <ns2:creationId id="{3C3DB781-F48D-9C52-41B9-C78E8D816081}"/>
                    </a:ext>
                  </a:extLst>
                </p:cNvPr>
                <p:cNvSpPr txBox="1"/>
                <p:nvPr/>
              </p:nvSpPr>
              <p:spPr>
                <a:xfrm>
                  <a:off x="345999" y="5122854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9" name="Text 103">
                  <a:extLst>
                    <a:ext uri="{FF2B5EF4-FFF2-40B4-BE49-F238E27FC236}">
                      <ns2:creationId id="{FDA01CBA-94A1-F28F-1D7B-A5297A574B35}"/>
                    </a:ext>
                  </a:extLst>
                </p:cNvPr>
                <p:cNvSpPr txBox="1"/>
                <p:nvPr/>
              </p:nvSpPr>
              <p:spPr>
                <a:xfrm>
                  <a:off x="345999" y="538537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</p:grpSp>
          <p:sp>
            <p:nvSpPr>
              <p:cNvPr id="495" name="Text 42">
                <a:extLst>
                  <a:ext uri="{FF2B5EF4-FFF2-40B4-BE49-F238E27FC236}">
                    <ns2:creationId id="{9F7D644B-B7BF-0024-E970-8BDF770E30C8}"/>
                  </a:ext>
                </a:extLst>
              </p:cNvPr>
              <p:cNvSpPr txBox="1"/>
              <p:nvPr/>
            </p:nvSpPr>
            <p:spPr>
              <a:xfrm>
                <a:off x="517966" y="2050439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7" name="Text 47">
                <a:extLst>
                  <a:ext uri="{FF2B5EF4-FFF2-40B4-BE49-F238E27FC236}">
                    <ns2:creationId id="{39F5D4C1-4F5F-ACF7-3A87-B9D30872DF01}"/>
                  </a:ext>
                </a:extLst>
              </p:cNvPr>
              <p:cNvSpPr txBox="1"/>
              <p:nvPr/>
            </p:nvSpPr>
            <p:spPr>
              <a:xfrm>
                <a:off x="517966" y="218972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9" name="Text 53">
                <a:extLst>
                  <a:ext uri="{FF2B5EF4-FFF2-40B4-BE49-F238E27FC236}">
                    <ns2:creationId id="{45C859CF-1DD9-3123-142C-6D0C0C8C164F}"/>
                  </a:ext>
                </a:extLst>
              </p:cNvPr>
              <p:cNvSpPr txBox="1"/>
              <p:nvPr/>
            </p:nvSpPr>
            <p:spPr>
              <a:xfrm>
                <a:off x="517966" y="2329002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sp>
            <p:nvSpPr>
              <p:cNvPr id="501" name="Text 58">
                <a:extLst>
                  <a:ext uri="{FF2B5EF4-FFF2-40B4-BE49-F238E27FC236}">
                    <ns2:creationId id="{1638E980-FCDF-506E-D388-B37E992FD30D}"/>
                  </a:ext>
                </a:extLst>
              </p:cNvPr>
              <p:cNvSpPr txBox="1"/>
              <p:nvPr/>
            </p:nvSpPr>
            <p:spPr>
              <a:xfrm>
                <a:off x="517966" y="246828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3" name="Text 63">
                <a:extLst>
                  <a:ext uri="{FF2B5EF4-FFF2-40B4-BE49-F238E27FC236}">
                    <ns2:creationId id="{D49E8917-CDB4-6054-E5BD-041CA41A58D7}"/>
                  </a:ext>
                </a:extLst>
              </p:cNvPr>
              <p:cNvSpPr txBox="1"/>
              <p:nvPr/>
            </p:nvSpPr>
            <p:spPr>
              <a:xfrm>
                <a:off x="517966" y="260756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5" name="Text 68">
                <a:extLst>
                  <a:ext uri="{FF2B5EF4-FFF2-40B4-BE49-F238E27FC236}">
                    <ns2:creationId id="{5279A066-4469-9982-15A5-B8EB3059CC87}"/>
                  </a:ext>
                </a:extLst>
              </p:cNvPr>
              <p:cNvSpPr txBox="1"/>
              <p:nvPr/>
            </p:nvSpPr>
            <p:spPr>
              <a:xfrm>
                <a:off x="517966" y="2746846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7" name="Text 73">
                <a:extLst>
                  <a:ext uri="{FF2B5EF4-FFF2-40B4-BE49-F238E27FC236}">
                    <ns2:creationId id="{C6F82D37-E508-464F-6B8C-B7BE7C0A39F4}"/>
                  </a:ext>
                </a:extLst>
              </p:cNvPr>
              <p:cNvSpPr txBox="1"/>
              <p:nvPr/>
            </p:nvSpPr>
            <p:spPr>
              <a:xfrm>
                <a:off x="517966" y="2886128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9" name="Text 78">
                <a:extLst>
                  <a:ext uri="{FF2B5EF4-FFF2-40B4-BE49-F238E27FC236}">
                    <ns2:creationId id="{948E5D60-6EE2-EC40-1FCC-696B66A62FA6}"/>
                  </a:ext>
                </a:extLst>
              </p:cNvPr>
              <p:cNvSpPr txBox="1"/>
              <p:nvPr/>
            </p:nvSpPr>
            <p:spPr>
              <a:xfrm>
                <a:off x="517966" y="3025409"/>
                <a:ext cx="247843" cy="76698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11" name="Text 83">
                <a:extLst>
                  <a:ext uri="{FF2B5EF4-FFF2-40B4-BE49-F238E27FC236}">
                    <ns2:creationId id="{D9A99A9F-F03A-A332-9B4D-EA254522E224}"/>
                  </a:ext>
                </a:extLst>
              </p:cNvPr>
              <p:cNvSpPr txBox="1"/>
              <p:nvPr/>
            </p:nvSpPr>
            <p:spPr>
              <a:xfrm>
                <a:off x="517966" y="3164690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5" name="Text 88">
                <a:extLst>
                  <a:ext uri="{FF2B5EF4-FFF2-40B4-BE49-F238E27FC236}">
                    <ns2:creationId id="{E3EBFA02-3606-83E1-D64D-E66072353A69}"/>
                  </a:ext>
                </a:extLst>
              </p:cNvPr>
              <p:cNvSpPr txBox="1"/>
              <p:nvPr/>
            </p:nvSpPr>
            <p:spPr>
              <a:xfrm>
                <a:off x="517966" y="330397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6" name="Text 93">
                <a:extLst>
                  <a:ext uri="{FF2B5EF4-FFF2-40B4-BE49-F238E27FC236}">
                    <ns2:creationId id="{57D9AE7B-D704-0432-D306-97DEB0DA8F8F}"/>
                  </a:ext>
                </a:extLst>
              </p:cNvPr>
              <p:cNvSpPr txBox="1"/>
              <p:nvPr/>
            </p:nvSpPr>
            <p:spPr>
              <a:xfrm>
                <a:off x="517966" y="3443253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7" name="Text 98">
                <a:extLst>
                  <a:ext uri="{FF2B5EF4-FFF2-40B4-BE49-F238E27FC236}">
                    <ns2:creationId id="{455D21B8-516B-2475-40EF-2EE4BF91B864}"/>
                  </a:ext>
                </a:extLst>
              </p:cNvPr>
              <p:cNvSpPr txBox="1"/>
              <p:nvPr/>
            </p:nvSpPr>
            <p:spPr>
              <a:xfrm>
                <a:off x="517966" y="358253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9" name="Text 103">
                <a:extLst>
                  <a:ext uri="{FF2B5EF4-FFF2-40B4-BE49-F238E27FC236}">
                    <ns2:creationId id="{375F5D1E-7512-F9D9-FA70-5D36A5E48634}"/>
                  </a:ext>
                </a:extLst>
              </p:cNvPr>
              <p:cNvSpPr txBox="1"/>
              <p:nvPr/>
            </p:nvSpPr>
            <p:spPr>
              <a:xfrm>
                <a:off x="517966" y="372181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68" name="グループ化 767">
              <a:extLst>
                <a:ext uri="{FF2B5EF4-FFF2-40B4-BE49-F238E27FC236}">
                  <ns2:creationId id="{13A1F885-141F-46C8-DC2B-84A5C4FB0F85}"/>
                </a:ext>
              </a:extLst>
            </p:cNvPr>
            <p:cNvGrpSpPr/>
            <p:nvPr/>
          </p:nvGrpSpPr>
          <p:grpSpPr>
            <a:xfrm>
              <a:off x="501017" y="4086368"/>
              <a:ext cx="2719707" cy="955475"/>
              <a:chOff x="345051" y="2235200"/>
              <a:chExt cx="1354260" cy="1803882"/>
            </a:xfrm>
            <a:solidFill>
              <a:srgbClr val="008D2E">
                <a:alpha val="10000"/>
              </a:srgbClr>
            </a:solidFill>
          </p:grpSpPr>
          <p:sp>
            <p:nvSpPr>
              <p:cNvPr id="888" name="Text 42">
                <a:extLst>
                  <a:ext uri="{FF2B5EF4-FFF2-40B4-BE49-F238E27FC236}">
                    <ns2:creationId id="{AD240DC6-0101-4820-6294-03278D6B3F50}"/>
                  </a:ext>
                </a:extLst>
              </p:cNvPr>
              <p:cNvSpPr txBox="1"/>
              <p:nvPr/>
            </p:nvSpPr>
            <p:spPr>
              <a:xfrm>
                <a:off x="345999" y="223520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89" name="Text 47">
                <a:extLst>
                  <a:ext uri="{FF2B5EF4-FFF2-40B4-BE49-F238E27FC236}">
                    <ns2:creationId id="{CF951F44-BBA6-660F-46AC-7E520609A1FC}"/>
                  </a:ext>
                </a:extLst>
              </p:cNvPr>
              <p:cNvSpPr txBox="1"/>
              <p:nvPr/>
            </p:nvSpPr>
            <p:spPr>
              <a:xfrm>
                <a:off x="345999" y="2497714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0" name="Text 53">
                <a:extLst>
                  <a:ext uri="{FF2B5EF4-FFF2-40B4-BE49-F238E27FC236}">
                    <ns2:creationId id="{4D2860B5-883B-5CBB-0419-9E7D4854A17E}"/>
                  </a:ext>
                </a:extLst>
              </p:cNvPr>
              <p:cNvSpPr txBox="1"/>
              <p:nvPr/>
            </p:nvSpPr>
            <p:spPr>
              <a:xfrm>
                <a:off x="345999" y="2760228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1" name="Text 58">
                <a:extLst>
                  <a:ext uri="{FF2B5EF4-FFF2-40B4-BE49-F238E27FC236}">
                    <ns2:creationId id="{D2933E74-8DDB-847B-87AB-E42F308EC791}"/>
                  </a:ext>
                </a:extLst>
              </p:cNvPr>
              <p:cNvSpPr txBox="1"/>
              <p:nvPr/>
            </p:nvSpPr>
            <p:spPr>
              <a:xfrm>
                <a:off x="345999" y="3022742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2" name="Text 63">
                <a:extLst>
                  <a:ext uri="{FF2B5EF4-FFF2-40B4-BE49-F238E27FC236}">
                    <ns2:creationId id="{87B381C4-4BA9-7FCE-2E09-5B0E247F8457}"/>
                  </a:ext>
                </a:extLst>
              </p:cNvPr>
              <p:cNvSpPr txBox="1"/>
              <p:nvPr/>
            </p:nvSpPr>
            <p:spPr>
              <a:xfrm>
                <a:off x="345999" y="3285256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3" name="Text 68">
                <a:extLst>
                  <a:ext uri="{FF2B5EF4-FFF2-40B4-BE49-F238E27FC236}">
                    <ns2:creationId id="{4B5B57C8-C071-3813-D0E8-D7FF2CEB7C22}"/>
                  </a:ext>
                </a:extLst>
              </p:cNvPr>
              <p:cNvSpPr txBox="1"/>
              <p:nvPr/>
            </p:nvSpPr>
            <p:spPr>
              <a:xfrm>
                <a:off x="345999" y="354777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937" name="Text 68">
                <a:extLst>
                  <a:ext uri="{FF2B5EF4-FFF2-40B4-BE49-F238E27FC236}">
                    <ns2:creationId id="{397E3976-32FD-247D-380F-75CA9E79B695}"/>
                  </a:ext>
                </a:extLst>
              </p:cNvPr>
              <p:cNvSpPr txBox="1"/>
              <p:nvPr/>
            </p:nvSpPr>
            <p:spPr>
              <a:xfrm>
                <a:off x="345051" y="3809748"/>
                <a:ext cx="1353312" cy="229334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b="1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rgbClr val="C00000"/>
                  </a:solidFill>
                  <a:latin typeface="+mn-ea"/>
                </a:endParaRPr>
              </a:p>
            </p:txBody>
          </p:sp>
        </p:grpSp>
        <p:sp>
          <p:nvSpPr>
            <p:cNvPr id="769" name="Text 42">
              <a:extLst>
                <a:ext uri="{FF2B5EF4-FFF2-40B4-BE49-F238E27FC236}">
                  <ns2:creationId id="{1E52E22A-B551-B559-FE65-8603F6B94531}"/>
                </a:ext>
              </a:extLst>
            </p:cNvPr>
            <p:cNvSpPr txBox="1"/>
            <p:nvPr/>
          </p:nvSpPr>
          <p:spPr>
            <a:xfrm>
              <a:off x="517966" y="4107839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0" name="Text 47">
              <a:extLst>
                <a:ext uri="{FF2B5EF4-FFF2-40B4-BE49-F238E27FC236}">
                  <ns2:creationId id="{95CF0C99-F181-E6D2-A47E-991288719BE9}"/>
                </a:ext>
              </a:extLst>
            </p:cNvPr>
            <p:cNvSpPr txBox="1"/>
            <p:nvPr/>
          </p:nvSpPr>
          <p:spPr>
            <a:xfrm>
              <a:off x="517966" y="4247121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1" name="Text 53">
              <a:extLst>
                <a:ext uri="{FF2B5EF4-FFF2-40B4-BE49-F238E27FC236}">
                  <ns2:creationId id="{93B871F9-5126-C997-4F7A-84361082E0BA}"/>
                </a:ext>
              </a:extLst>
            </p:cNvPr>
            <p:cNvSpPr txBox="1"/>
            <p:nvPr/>
          </p:nvSpPr>
          <p:spPr>
            <a:xfrm>
              <a:off x="517966" y="4386402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2" name="Text 58">
              <a:extLst>
                <a:ext uri="{FF2B5EF4-FFF2-40B4-BE49-F238E27FC236}">
                  <ns2:creationId id="{239BD97C-C289-E977-2E0D-B8DC4FE2AB3C}"/>
                </a:ext>
              </a:extLst>
            </p:cNvPr>
            <p:cNvSpPr txBox="1"/>
            <p:nvPr/>
          </p:nvSpPr>
          <p:spPr>
            <a:xfrm>
              <a:off x="517966" y="4525684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3" name="Text 63">
              <a:extLst>
                <a:ext uri="{FF2B5EF4-FFF2-40B4-BE49-F238E27FC236}">
                  <ns2:creationId id="{B26C5909-A3D4-5B9E-643D-73D4421F707E}"/>
                </a:ext>
              </a:extLst>
            </p:cNvPr>
            <p:cNvSpPr txBox="1"/>
            <p:nvPr/>
          </p:nvSpPr>
          <p:spPr>
            <a:xfrm>
              <a:off x="517966" y="4664965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4" name="Text 68">
              <a:extLst>
                <a:ext uri="{FF2B5EF4-FFF2-40B4-BE49-F238E27FC236}">
                  <ns2:creationId id="{E057C4C6-C143-675B-00F8-8ECCA8987715}"/>
                </a:ext>
              </a:extLst>
            </p:cNvPr>
            <p:cNvSpPr txBox="1"/>
            <p:nvPr/>
          </p:nvSpPr>
          <p:spPr>
            <a:xfrm>
              <a:off x="517966" y="4804246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r>
                <a:rPr lang="en-US" altLang="ja-JP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938" name="Text 68">
              <a:extLst>
                <a:ext uri="{FF2B5EF4-FFF2-40B4-BE49-F238E27FC236}">
                  <ns2:creationId id="{4941A074-B5E8-A3DA-3EB5-C0810CDCFB95}"/>
                </a:ext>
              </a:extLst>
            </p:cNvPr>
            <p:cNvSpPr txBox="1"/>
            <p:nvPr/>
          </p:nvSpPr>
          <p:spPr>
            <a:xfrm>
              <a:off x="516061" y="4943010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 </a:t>
              </a: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/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sz="6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782" name="Text 25">
              <a:extLst>
                <a:ext uri="{FF2B5EF4-FFF2-40B4-BE49-F238E27FC236}">
                  <ns2:creationId id="{B281B03D-9F03-BFF8-3AF9-A0D623C69598}"/>
                </a:ext>
              </a:extLst>
            </p:cNvPr>
            <p:cNvSpPr txBox="1"/>
            <p:nvPr/>
          </p:nvSpPr>
          <p:spPr>
            <a:xfrm>
              <a:off x="334963" y="4045865"/>
              <a:ext cx="145097" cy="998576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57" name="グループ化 56">
              <a:extLst>
                <a:ext uri="{FF2B5EF4-FFF2-40B4-BE49-F238E27FC236}">
                  <ns2:creationId id="{B0574C11-54E4-0CED-BEA8-B92417E3DC04}"/>
                </a:ext>
              </a:extLst>
            </p:cNvPr>
            <p:cNvGrpSpPr/>
            <p:nvPr/>
          </p:nvGrpSpPr>
          <p:grpSpPr>
            <a:xfrm>
              <a:off x="3279140" y="1835424"/>
              <a:ext cx="4359575" cy="157721"/>
              <a:chOff x="1663700" y="2168019"/>
              <a:chExt cx="5534071" cy="205224"/>
            </a:xfrm>
          </p:grpSpPr>
          <p:sp>
            <p:nvSpPr>
              <p:cNvPr id="47" name="Text 25">
                <a:extLst>
                  <a:ext uri="{FF2B5EF4-FFF2-40B4-BE49-F238E27FC236}">
                    <ns2:creationId id="{7A571674-C110-A21C-BF4C-8AB129C51876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Text 25">
                <a:extLst>
                  <a:ext uri="{FF2B5EF4-FFF2-40B4-BE49-F238E27FC236}">
                    <ns2:creationId id="{1C38B851-E2F8-0B2C-241D-C2196ABB550F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0" name="Text 25">
                <a:extLst>
                  <a:ext uri="{FF2B5EF4-FFF2-40B4-BE49-F238E27FC236}">
                    <ns2:creationId id="{8555C91C-87D9-D8D2-07AD-0A2A0D7CBB7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Text 25">
                <a:extLst>
                  <a:ext uri="{FF2B5EF4-FFF2-40B4-BE49-F238E27FC236}">
                    <ns2:creationId id="{92B3F030-892D-7F89-3353-245AF05AB2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Text 25">
                <a:extLst>
                  <a:ext uri="{FF2B5EF4-FFF2-40B4-BE49-F238E27FC236}">
                    <ns2:creationId id="{91F60EDB-D0CA-6852-FEF0-3F5632B0826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Text 25">
                <a:extLst>
                  <a:ext uri="{FF2B5EF4-FFF2-40B4-BE49-F238E27FC236}">
                    <ns2:creationId id="{33CEE0A4-86BC-251D-0287-95215EDCD08E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Text 25">
                <a:extLst>
                  <a:ext uri="{FF2B5EF4-FFF2-40B4-BE49-F238E27FC236}">
                    <ns2:creationId id="{8B5132EE-6607-6B25-29DB-D51B135DBB7B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612" name="グループ化 611">
              <a:extLst>
                <a:ext uri="{FF2B5EF4-FFF2-40B4-BE49-F238E27FC236}">
                  <ns2:creationId id="{C014137F-86DA-E7B8-4DD0-0BDD26B7CE18}"/>
                </a:ext>
              </a:extLst>
            </p:cNvPr>
            <p:cNvGrpSpPr/>
            <p:nvPr/>
          </p:nvGrpSpPr>
          <p:grpSpPr>
            <a:xfrm>
              <a:off x="3279140" y="2028968"/>
              <a:ext cx="4359575" cy="1790044"/>
              <a:chOff x="2198116" y="2263776"/>
              <a:chExt cx="5534071" cy="2329180"/>
            </a:xfrm>
            <a:noFill/>
          </p:grpSpPr>
          <p:grpSp>
            <p:nvGrpSpPr>
              <p:cNvPr id="73" name="グループ化 72">
                <a:extLst>
                  <a:ext uri="{FF2B5EF4-FFF2-40B4-BE49-F238E27FC236}">
                    <ns2:creationId id="{78D93EF2-909E-B973-1912-D0FF12ADA611}"/>
                  </a:ext>
                </a:extLst>
              </p:cNvPr>
              <p:cNvGrpSpPr/>
              <p:nvPr/>
            </p:nvGrpSpPr>
            <p:grpSpPr>
              <a:xfrm>
                <a:off x="2198116" y="226377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74" name="Text 25">
                  <a:extLst>
                    <a:ext uri="{FF2B5EF4-FFF2-40B4-BE49-F238E27FC236}">
                      <ns2:creationId id="{DA496913-36C1-6A76-4F9C-B4792F26EF83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5" name="Text 25">
                  <a:extLst>
                    <a:ext uri="{FF2B5EF4-FFF2-40B4-BE49-F238E27FC236}">
                      <ns2:creationId id="{4EC39956-B2A2-C07B-810C-3D566B91B3C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7" name="Text 25">
                  <a:extLst>
                    <a:ext uri="{FF2B5EF4-FFF2-40B4-BE49-F238E27FC236}">
                      <ns2:creationId id="{6FDF2075-89EC-6B2A-64B0-B501268BD91C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8" name="Text 25">
                  <a:extLst>
                    <a:ext uri="{FF2B5EF4-FFF2-40B4-BE49-F238E27FC236}">
                      <ns2:creationId id="{CF343BC1-72C0-A402-A3A4-9A593E076BC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9" name="Text 25">
                  <a:extLst>
                    <a:ext uri="{FF2B5EF4-FFF2-40B4-BE49-F238E27FC236}">
                      <ns2:creationId id="{E26302E1-8FFC-745D-3499-6F10FB4CDDF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1" name="Text 25">
                  <a:extLst>
                    <a:ext uri="{FF2B5EF4-FFF2-40B4-BE49-F238E27FC236}">
                      <ns2:creationId id="{40C129B2-B0B7-788A-7555-484075E6DA7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2" name="Text 25">
                  <a:extLst>
                    <a:ext uri="{FF2B5EF4-FFF2-40B4-BE49-F238E27FC236}">
                      <ns2:creationId id="{FAF7E37F-713D-EA08-73CF-3C93EA6989FD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6" name="グループ化 85">
                <a:extLst>
                  <a:ext uri="{FF2B5EF4-FFF2-40B4-BE49-F238E27FC236}">
                    <ns2:creationId id="{0194080F-441C-E006-AF51-B813C0FEDDD7}"/>
                  </a:ext>
                </a:extLst>
              </p:cNvPr>
              <p:cNvGrpSpPr/>
              <p:nvPr/>
            </p:nvGrpSpPr>
            <p:grpSpPr>
              <a:xfrm>
                <a:off x="2198116" y="244467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87" name="Text 25">
                  <a:extLst>
                    <a:ext uri="{FF2B5EF4-FFF2-40B4-BE49-F238E27FC236}">
                      <ns2:creationId id="{CFD65BF5-D677-8868-D06F-11E949E9F00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9" name="Text 25">
                  <a:extLst>
                    <a:ext uri="{FF2B5EF4-FFF2-40B4-BE49-F238E27FC236}">
                      <ns2:creationId id="{C869EF84-48BB-B271-5450-4560BF291F5D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0" name="Text 25">
                  <a:extLst>
                    <a:ext uri="{FF2B5EF4-FFF2-40B4-BE49-F238E27FC236}">
                      <ns2:creationId id="{B6EA6A6D-FA2F-727D-4F98-4FEF07BB1FB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1" name="Text 25">
                  <a:extLst>
                    <a:ext uri="{FF2B5EF4-FFF2-40B4-BE49-F238E27FC236}">
                      <ns2:creationId id="{CCE11CD4-D4DF-572C-A2B1-3BB3405A5E1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3" name="Text 25">
                  <a:extLst>
                    <a:ext uri="{FF2B5EF4-FFF2-40B4-BE49-F238E27FC236}">
                      <ns2:creationId id="{E5FBF89B-BC4A-05C6-E148-5A756BFEE9E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4" name="Text 25">
                  <a:extLst>
                    <a:ext uri="{FF2B5EF4-FFF2-40B4-BE49-F238E27FC236}">
                      <ns2:creationId id="{BCEE54CA-2853-E110-6F37-DA39CC7347F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5" name="Text 25">
                  <a:extLst>
                    <a:ext uri="{FF2B5EF4-FFF2-40B4-BE49-F238E27FC236}">
                      <ns2:creationId id="{9113BF0F-7079-A3D4-DAD4-0045EEFBEE00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1C3C2EAF-9447-D23A-E35E-94D505FCDC71}"/>
                  </a:ext>
                </a:extLst>
              </p:cNvPr>
              <p:cNvGrpSpPr/>
              <p:nvPr/>
            </p:nvGrpSpPr>
            <p:grpSpPr>
              <a:xfrm>
                <a:off x="2198116" y="262557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98" name="Text 25">
                  <a:extLst>
                    <a:ext uri="{FF2B5EF4-FFF2-40B4-BE49-F238E27FC236}">
                      <ns2:creationId id="{186C51B7-4FFB-3E06-1D3F-84BB0071542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9" name="Text 25">
                  <a:extLst>
                    <a:ext uri="{FF2B5EF4-FFF2-40B4-BE49-F238E27FC236}">
                      <ns2:creationId id="{FF786ECC-CA50-42E2-B892-8D515112891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1" name="Text 25">
                  <a:extLst>
                    <a:ext uri="{FF2B5EF4-FFF2-40B4-BE49-F238E27FC236}">
                      <ns2:creationId id="{AD10D105-D31F-5805-3E53-247E711305FA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2" name="Text 25">
                  <a:extLst>
                    <a:ext uri="{FF2B5EF4-FFF2-40B4-BE49-F238E27FC236}">
                      <ns2:creationId id="{60ABB389-685C-9117-C292-C380ED1DB86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3" name="Text 25">
                  <a:extLst>
                    <a:ext uri="{FF2B5EF4-FFF2-40B4-BE49-F238E27FC236}">
                      <ns2:creationId id="{FFD015A5-CEC4-0A7C-765D-98C8C432D342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5" name="Text 25">
                  <a:extLst>
                    <a:ext uri="{FF2B5EF4-FFF2-40B4-BE49-F238E27FC236}">
                      <ns2:creationId id="{39E80423-0D8A-9C73-98F1-9F0A1BB50585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6" name="Text 25">
                  <a:extLst>
                    <a:ext uri="{FF2B5EF4-FFF2-40B4-BE49-F238E27FC236}">
                      <ns2:creationId id="{44647BF3-64E6-24DE-8353-0F826E5C27EF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F83E5BB6-7C6B-6502-252D-DDAD9F3D7117}"/>
                  </a:ext>
                </a:extLst>
              </p:cNvPr>
              <p:cNvGrpSpPr/>
              <p:nvPr/>
            </p:nvGrpSpPr>
            <p:grpSpPr>
              <a:xfrm>
                <a:off x="2198116" y="280647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09" name="Text 25">
                  <a:extLst>
                    <a:ext uri="{FF2B5EF4-FFF2-40B4-BE49-F238E27FC236}">
                      <ns2:creationId id="{F39C8346-C4C4-090B-F52E-97921D7C163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0" name="Text 25">
                  <a:extLst>
                    <a:ext uri="{FF2B5EF4-FFF2-40B4-BE49-F238E27FC236}">
                      <ns2:creationId id="{D13A2CE1-14D1-6E7E-6A08-C07C025DD84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1" name="Text 25">
                  <a:extLst>
                    <a:ext uri="{FF2B5EF4-FFF2-40B4-BE49-F238E27FC236}">
                      <ns2:creationId id="{82040E48-3DD5-C76B-310E-F4C405CF8A48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3" name="Text 25">
                  <a:extLst>
                    <a:ext uri="{FF2B5EF4-FFF2-40B4-BE49-F238E27FC236}">
                      <ns2:creationId id="{24EC963C-9B4F-4DD8-6EBB-B1617ACEB09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4" name="Text 25">
                  <a:extLst>
                    <a:ext uri="{FF2B5EF4-FFF2-40B4-BE49-F238E27FC236}">
                      <ns2:creationId id="{4B1BB993-5921-D19C-A2AC-EEB71A70EE80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5" name="Text 25">
                  <a:extLst>
                    <a:ext uri="{FF2B5EF4-FFF2-40B4-BE49-F238E27FC236}">
                      <ns2:creationId id="{D3F9D063-EAE6-F7C8-0C8B-A2FA15119E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7" name="Text 25">
                  <a:extLst>
                    <a:ext uri="{FF2B5EF4-FFF2-40B4-BE49-F238E27FC236}">
                      <ns2:creationId id="{3AD3B7FA-87A4-785F-C491-6EC7C4BAAF02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18" name="グループ化 117">
                <a:extLst>
                  <a:ext uri="{FF2B5EF4-FFF2-40B4-BE49-F238E27FC236}">
                    <ns2:creationId id="{5340319E-0825-21EF-783A-B130C97D634D}"/>
                  </a:ext>
                </a:extLst>
              </p:cNvPr>
              <p:cNvGrpSpPr/>
              <p:nvPr/>
            </p:nvGrpSpPr>
            <p:grpSpPr>
              <a:xfrm>
                <a:off x="2198116" y="298736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19" name="Text 25">
                  <a:extLst>
                    <a:ext uri="{FF2B5EF4-FFF2-40B4-BE49-F238E27FC236}">
                      <ns2:creationId id="{CDDAC629-B237-8632-24B3-E798C7C27C48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1" name="Text 25">
                  <a:extLst>
                    <a:ext uri="{FF2B5EF4-FFF2-40B4-BE49-F238E27FC236}">
                      <ns2:creationId id="{D649C7C0-1B68-363C-CE52-CACDE9D05CC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2" name="Text 25">
                  <a:extLst>
                    <a:ext uri="{FF2B5EF4-FFF2-40B4-BE49-F238E27FC236}">
                      <ns2:creationId id="{C55E8320-6D0A-761A-26CA-E437C653553B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3" name="Text 25">
                  <a:extLst>
                    <a:ext uri="{FF2B5EF4-FFF2-40B4-BE49-F238E27FC236}">
                      <ns2:creationId id="{EEC915E6-1AAA-3E37-F241-22545898037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5" name="Text 25">
                  <a:extLst>
                    <a:ext uri="{FF2B5EF4-FFF2-40B4-BE49-F238E27FC236}">
                      <ns2:creationId id="{36C4EE51-8508-D898-41FE-654A9E330B6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6" name="Text 25">
                  <a:extLst>
                    <a:ext uri="{FF2B5EF4-FFF2-40B4-BE49-F238E27FC236}">
                      <ns2:creationId id="{21FCEA99-5F16-5A30-BBF2-57A222F03F4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7" name="Text 25">
                  <a:extLst>
                    <a:ext uri="{FF2B5EF4-FFF2-40B4-BE49-F238E27FC236}">
                      <ns2:creationId id="{593F5D0A-87C9-A9C8-9394-F6D27DD5F76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13" name="グループ化 512">
                <a:extLst>
                  <a:ext uri="{FF2B5EF4-FFF2-40B4-BE49-F238E27FC236}">
                    <ns2:creationId id="{2772D139-D7F2-E53D-442A-35A36087363F}"/>
                  </a:ext>
                </a:extLst>
              </p:cNvPr>
              <p:cNvGrpSpPr/>
              <p:nvPr/>
            </p:nvGrpSpPr>
            <p:grpSpPr>
              <a:xfrm>
                <a:off x="2198116" y="316826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15" name="Text 25">
                  <a:extLst>
                    <a:ext uri="{FF2B5EF4-FFF2-40B4-BE49-F238E27FC236}">
                      <ns2:creationId id="{D02E931F-98DB-C36D-F875-397822D185B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7" name="Text 25">
                  <a:extLst>
                    <a:ext uri="{FF2B5EF4-FFF2-40B4-BE49-F238E27FC236}">
                      <ns2:creationId id="{AE06793C-45B5-F90A-5E7E-6D041AD17826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9" name="Text 25">
                  <a:extLst>
                    <a:ext uri="{FF2B5EF4-FFF2-40B4-BE49-F238E27FC236}">
                      <ns2:creationId id="{D90248BF-57FF-6F5B-6201-0101F563DD6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1" name="Text 25">
                  <a:extLst>
                    <a:ext uri="{FF2B5EF4-FFF2-40B4-BE49-F238E27FC236}">
                      <ns2:creationId id="{E2F0FD60-F9DC-E127-B4D3-C0252A961BE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3" name="Text 25">
                  <a:extLst>
                    <a:ext uri="{FF2B5EF4-FFF2-40B4-BE49-F238E27FC236}">
                      <ns2:creationId id="{346DFB07-6F3B-B239-5826-6E583A7ACD4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5" name="Text 25">
                  <a:extLst>
                    <a:ext uri="{FF2B5EF4-FFF2-40B4-BE49-F238E27FC236}">
                      <ns2:creationId id="{54704338-C77B-1DBA-3776-B188DC45BE80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7" name="Text 25">
                  <a:extLst>
                    <a:ext uri="{FF2B5EF4-FFF2-40B4-BE49-F238E27FC236}">
                      <ns2:creationId id="{8614A840-2A40-3F33-C2CC-B982D4DFE1B3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29" name="グループ化 528">
                <a:extLst>
                  <a:ext uri="{FF2B5EF4-FFF2-40B4-BE49-F238E27FC236}">
                    <ns2:creationId id="{53678E39-EA2D-E7F9-1AC2-E4EB759BECA5}"/>
                  </a:ext>
                </a:extLst>
              </p:cNvPr>
              <p:cNvGrpSpPr/>
              <p:nvPr/>
            </p:nvGrpSpPr>
            <p:grpSpPr>
              <a:xfrm>
                <a:off x="2198116" y="334916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31" name="Text 25">
                  <a:extLst>
                    <a:ext uri="{FF2B5EF4-FFF2-40B4-BE49-F238E27FC236}">
                      <ns2:creationId id="{FD3C1969-B598-CACA-D2D9-2EF49E99702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3" name="Text 25">
                  <a:extLst>
                    <a:ext uri="{FF2B5EF4-FFF2-40B4-BE49-F238E27FC236}">
                      <ns2:creationId id="{0ABA154A-3DFD-91A3-EA6A-8186D8F94C8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5" name="Text 25">
                  <a:extLst>
                    <a:ext uri="{FF2B5EF4-FFF2-40B4-BE49-F238E27FC236}">
                      <ns2:creationId id="{5161A96B-7C95-70E2-EDC1-78356149198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7" name="Text 25">
                  <a:extLst>
                    <a:ext uri="{FF2B5EF4-FFF2-40B4-BE49-F238E27FC236}">
                      <ns2:creationId id="{17EBBC03-7589-61DD-8F3F-913851910D9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9" name="Text 25">
                  <a:extLst>
                    <a:ext uri="{FF2B5EF4-FFF2-40B4-BE49-F238E27FC236}">
                      <ns2:creationId id="{B341E70B-CA0A-E1E4-8486-D679C2CBEDF8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1" name="Text 25">
                  <a:extLst>
                    <a:ext uri="{FF2B5EF4-FFF2-40B4-BE49-F238E27FC236}">
                      <ns2:creationId id="{A3687F73-A3DC-D24F-F576-3FFD8DAA71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3" name="Text 25">
                  <a:extLst>
                    <a:ext uri="{FF2B5EF4-FFF2-40B4-BE49-F238E27FC236}">
                      <ns2:creationId id="{A06BE769-6E95-34C2-13CD-DE4FA2D3CE7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45" name="グループ化 544">
                <a:extLst>
                  <a:ext uri="{FF2B5EF4-FFF2-40B4-BE49-F238E27FC236}">
                    <ns2:creationId id="{373A1A08-1113-D1FA-9B13-13462BD000C0}"/>
                  </a:ext>
                </a:extLst>
              </p:cNvPr>
              <p:cNvGrpSpPr/>
              <p:nvPr/>
            </p:nvGrpSpPr>
            <p:grpSpPr>
              <a:xfrm>
                <a:off x="2198116" y="353006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47" name="Text 25">
                  <a:extLst>
                    <a:ext uri="{FF2B5EF4-FFF2-40B4-BE49-F238E27FC236}">
                      <ns2:creationId id="{00E9D805-0E75-7D5E-6E77-E21575B4045B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9" name="Text 25">
                  <a:extLst>
                    <a:ext uri="{FF2B5EF4-FFF2-40B4-BE49-F238E27FC236}">
                      <ns2:creationId id="{49177FD9-51BD-AF10-4B1C-177EC44F499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1" name="Text 25">
                  <a:extLst>
                    <a:ext uri="{FF2B5EF4-FFF2-40B4-BE49-F238E27FC236}">
                      <ns2:creationId id="{6597A134-348E-24F0-466E-59AC9634BBE2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3" name="Text 25">
                  <a:extLst>
                    <a:ext uri="{FF2B5EF4-FFF2-40B4-BE49-F238E27FC236}">
                      <ns2:creationId id="{BFB6D78F-6F2B-9CB8-4C20-8C990C793D2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5" name="Text 25">
                  <a:extLst>
                    <a:ext uri="{FF2B5EF4-FFF2-40B4-BE49-F238E27FC236}">
                      <ns2:creationId id="{8CC0FEDF-2C05-EA32-D247-F77D8B4F74D4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7" name="Text 25">
                  <a:extLst>
                    <a:ext uri="{FF2B5EF4-FFF2-40B4-BE49-F238E27FC236}">
                      <ns2:creationId id="{FFC37BBE-3353-8F00-7B13-E24C0168133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9" name="Text 25">
                  <a:extLst>
                    <a:ext uri="{FF2B5EF4-FFF2-40B4-BE49-F238E27FC236}">
                      <ns2:creationId id="{766995FE-A975-F691-DB63-B65443A9382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61" name="グループ化 560">
                <a:extLst>
                  <a:ext uri="{FF2B5EF4-FFF2-40B4-BE49-F238E27FC236}">
                    <ns2:creationId id="{FD460BC5-6762-75AF-D8EB-72503682EFBF}"/>
                  </a:ext>
                </a:extLst>
              </p:cNvPr>
              <p:cNvGrpSpPr/>
              <p:nvPr/>
            </p:nvGrpSpPr>
            <p:grpSpPr>
              <a:xfrm>
                <a:off x="2198116" y="371096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63" name="Text 25">
                  <a:extLst>
                    <a:ext uri="{FF2B5EF4-FFF2-40B4-BE49-F238E27FC236}">
                      <ns2:creationId id="{27CBC8AB-1B3F-166C-2230-7E2B3D70AF7D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5" name="Text 25">
                  <a:extLst>
                    <a:ext uri="{FF2B5EF4-FFF2-40B4-BE49-F238E27FC236}">
                      <ns2:creationId id="{DDEA5C32-DF23-273F-EE0D-36641D408F47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7" name="Text 25">
                  <a:extLst>
                    <a:ext uri="{FF2B5EF4-FFF2-40B4-BE49-F238E27FC236}">
                      <ns2:creationId id="{03EEA620-70AB-CB7B-3D10-3E619C23006E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9" name="Text 25">
                  <a:extLst>
                    <a:ext uri="{FF2B5EF4-FFF2-40B4-BE49-F238E27FC236}">
                      <ns2:creationId id="{2E66D399-76DC-1397-0147-14088930DEB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1" name="Text 25">
                  <a:extLst>
                    <a:ext uri="{FF2B5EF4-FFF2-40B4-BE49-F238E27FC236}">
                      <ns2:creationId id="{EFDD65FF-808D-1E31-01F4-67FE5B5D03B7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3" name="Text 25">
                  <a:extLst>
                    <a:ext uri="{FF2B5EF4-FFF2-40B4-BE49-F238E27FC236}">
                      <ns2:creationId id="{D50A9B78-200E-0792-BD5C-3B84B2EA10C7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5" name="Text 25">
                  <a:extLst>
                    <a:ext uri="{FF2B5EF4-FFF2-40B4-BE49-F238E27FC236}">
                      <ns2:creationId id="{C93793D6-BFA3-DC78-02E3-7C72B16903A9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77" name="グループ化 576">
                <a:extLst>
                  <a:ext uri="{FF2B5EF4-FFF2-40B4-BE49-F238E27FC236}">
                    <ns2:creationId id="{F8ADF0B4-85AE-950F-785F-1537EEF007E0}"/>
                  </a:ext>
                </a:extLst>
              </p:cNvPr>
              <p:cNvGrpSpPr/>
              <p:nvPr/>
            </p:nvGrpSpPr>
            <p:grpSpPr>
              <a:xfrm>
                <a:off x="2198116" y="389185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1" name="Text 25">
                  <a:extLst>
                    <a:ext uri="{FF2B5EF4-FFF2-40B4-BE49-F238E27FC236}">
                      <ns2:creationId id="{5B5E27D4-EE17-4B24-3714-3032D4B1B77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2" name="Text 25">
                  <a:extLst>
                    <a:ext uri="{FF2B5EF4-FFF2-40B4-BE49-F238E27FC236}">
                      <ns2:creationId id="{E8C3DFE7-15D9-14A4-D9CA-953968211BB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3" name="Text 25">
                  <a:extLst>
                    <a:ext uri="{FF2B5EF4-FFF2-40B4-BE49-F238E27FC236}">
                      <ns2:creationId id="{DF97E752-7475-BF79-D638-AB832B8A9039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4" name="Text 25">
                  <a:extLst>
                    <a:ext uri="{FF2B5EF4-FFF2-40B4-BE49-F238E27FC236}">
                      <ns2:creationId id="{1147D9A2-3697-9D5F-3D92-59EAAFCB3BC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5" name="Text 25">
                  <a:extLst>
                    <a:ext uri="{FF2B5EF4-FFF2-40B4-BE49-F238E27FC236}">
                      <ns2:creationId id="{A548FF85-DAC0-1236-8CF8-84DA890177A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6" name="Text 25">
                  <a:extLst>
                    <a:ext uri="{FF2B5EF4-FFF2-40B4-BE49-F238E27FC236}">
                      <ns2:creationId id="{7AA770F8-B203-E64E-949D-3E8E997DDF8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7" name="Text 25">
                  <a:extLst>
                    <a:ext uri="{FF2B5EF4-FFF2-40B4-BE49-F238E27FC236}">
                      <ns2:creationId id="{7DD02A3E-0D12-73BE-CB70-B65485C49BF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88" name="グループ化 587">
                <a:extLst>
                  <a:ext uri="{FF2B5EF4-FFF2-40B4-BE49-F238E27FC236}">
                    <ns2:creationId id="{28C34F88-6C27-E05D-A2C5-6EE7A92C9FE6}"/>
                  </a:ext>
                </a:extLst>
              </p:cNvPr>
              <p:cNvGrpSpPr/>
              <p:nvPr/>
            </p:nvGrpSpPr>
            <p:grpSpPr>
              <a:xfrm>
                <a:off x="2198116" y="40727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9" name="Text 25">
                  <a:extLst>
                    <a:ext uri="{FF2B5EF4-FFF2-40B4-BE49-F238E27FC236}">
                      <ns2:creationId id="{0FE734CE-E06C-846A-E5BA-B8CD2CFE96E9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0" name="Text 25">
                  <a:extLst>
                    <a:ext uri="{FF2B5EF4-FFF2-40B4-BE49-F238E27FC236}">
                      <ns2:creationId id="{3A352F21-7ED0-2426-6002-3A359F20338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1" name="Text 25">
                  <a:extLst>
                    <a:ext uri="{FF2B5EF4-FFF2-40B4-BE49-F238E27FC236}">
                      <ns2:creationId id="{80DB5160-419F-D5B7-E8CB-1C7A5AA0730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2" name="Text 25">
                  <a:extLst>
                    <a:ext uri="{FF2B5EF4-FFF2-40B4-BE49-F238E27FC236}">
                      <ns2:creationId id="{C7841642-70C6-2A6A-2AF5-91504E629025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3" name="Text 25">
                  <a:extLst>
                    <a:ext uri="{FF2B5EF4-FFF2-40B4-BE49-F238E27FC236}">
                      <ns2:creationId id="{0C73CE79-7FAA-6D6F-A503-0DDB2D17BC81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4" name="Text 25">
                  <a:extLst>
                    <a:ext uri="{FF2B5EF4-FFF2-40B4-BE49-F238E27FC236}">
                      <ns2:creationId id="{6574C9CF-682B-9688-BD9D-B9E59CD6A79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5" name="Text 25">
                  <a:extLst>
                    <a:ext uri="{FF2B5EF4-FFF2-40B4-BE49-F238E27FC236}">
                      <ns2:creationId id="{8C407C7F-9AE7-3F1A-8795-CA963DB3B76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96" name="グループ化 595">
                <a:extLst>
                  <a:ext uri="{FF2B5EF4-FFF2-40B4-BE49-F238E27FC236}">
                    <ns2:creationId id="{AF977C40-AB86-FB8E-381D-6A36749199F9}"/>
                  </a:ext>
                </a:extLst>
              </p:cNvPr>
              <p:cNvGrpSpPr/>
              <p:nvPr/>
            </p:nvGrpSpPr>
            <p:grpSpPr>
              <a:xfrm>
                <a:off x="2198116" y="425365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97" name="Text 25">
                  <a:extLst>
                    <a:ext uri="{FF2B5EF4-FFF2-40B4-BE49-F238E27FC236}">
                      <ns2:creationId id="{90132F50-E5AC-61EF-F506-D1200564BA0A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8" name="Text 25">
                  <a:extLst>
                    <a:ext uri="{FF2B5EF4-FFF2-40B4-BE49-F238E27FC236}">
                      <ns2:creationId id="{212C9F6F-FF5E-5CBC-656F-365C707E985F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9" name="Text 25">
                  <a:extLst>
                    <a:ext uri="{FF2B5EF4-FFF2-40B4-BE49-F238E27FC236}">
                      <ns2:creationId id="{45FD44ED-7536-F238-E1E6-586F7F1035D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0" name="Text 25">
                  <a:extLst>
                    <a:ext uri="{FF2B5EF4-FFF2-40B4-BE49-F238E27FC236}">
                      <ns2:creationId id="{125E9752-8F11-ECFA-1D4C-711544558F0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1" name="Text 25">
                  <a:extLst>
                    <a:ext uri="{FF2B5EF4-FFF2-40B4-BE49-F238E27FC236}">
                      <ns2:creationId id="{19DC9F6C-D726-E0A0-D7A4-E600A63B42D9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2" name="Text 25">
                  <a:extLst>
                    <a:ext uri="{FF2B5EF4-FFF2-40B4-BE49-F238E27FC236}">
                      <ns2:creationId id="{008F6014-12BE-D0A8-089F-6AA00928F0EF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3" name="Text 25">
                  <a:extLst>
                    <a:ext uri="{FF2B5EF4-FFF2-40B4-BE49-F238E27FC236}">
                      <ns2:creationId id="{4F4652CB-B888-1A85-EABB-71145CF0641B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04" name="グループ化 603">
                <a:extLst>
                  <a:ext uri="{FF2B5EF4-FFF2-40B4-BE49-F238E27FC236}">
                    <ns2:creationId id="{34EAB504-35BA-82EE-3728-5C19B41AAB71}"/>
                  </a:ext>
                </a:extLst>
              </p:cNvPr>
              <p:cNvGrpSpPr/>
              <p:nvPr/>
            </p:nvGrpSpPr>
            <p:grpSpPr>
              <a:xfrm>
                <a:off x="2198116" y="44345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605" name="Text 25">
                  <a:extLst>
                    <a:ext uri="{FF2B5EF4-FFF2-40B4-BE49-F238E27FC236}">
                      <ns2:creationId id="{0B313007-98CA-4EBD-874E-A0F6576FCDC2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6" name="Text 25">
                  <a:extLst>
                    <a:ext uri="{FF2B5EF4-FFF2-40B4-BE49-F238E27FC236}">
                      <ns2:creationId id="{88D2F000-F4B3-E8B9-094D-4FC73509EC8C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7" name="Text 25">
                  <a:extLst>
                    <a:ext uri="{FF2B5EF4-FFF2-40B4-BE49-F238E27FC236}">
                      <ns2:creationId id="{69B31687-89FF-F9FD-0C45-657F79D4A671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8" name="Text 25">
                  <a:extLst>
                    <a:ext uri="{FF2B5EF4-FFF2-40B4-BE49-F238E27FC236}">
                      <ns2:creationId id="{2C50C85D-1633-9597-A86F-EAA420931DEB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9" name="Text 25">
                  <a:extLst>
                    <a:ext uri="{FF2B5EF4-FFF2-40B4-BE49-F238E27FC236}">
                      <ns2:creationId id="{A020156A-6F60-39B5-A3F0-4E24D2CBE09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0" name="Text 25">
                  <a:extLst>
                    <a:ext uri="{FF2B5EF4-FFF2-40B4-BE49-F238E27FC236}">
                      <ns2:creationId id="{C3E5375B-9968-B088-1E9D-7095967A9D6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1" name="Text 25">
                  <a:extLst>
                    <a:ext uri="{FF2B5EF4-FFF2-40B4-BE49-F238E27FC236}">
                      <ns2:creationId id="{1B51FA25-3903-D8D9-1B1B-027AB39196C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665" name="グループ化 664">
              <a:extLst>
                <a:ext uri="{FF2B5EF4-FFF2-40B4-BE49-F238E27FC236}">
                  <ns2:creationId id="{68AF639D-A55B-A78F-3DBC-D73BB3909F1D}"/>
                </a:ext>
              </a:extLst>
            </p:cNvPr>
            <p:cNvGrpSpPr/>
            <p:nvPr/>
          </p:nvGrpSpPr>
          <p:grpSpPr>
            <a:xfrm>
              <a:off x="3282322" y="2156460"/>
              <a:ext cx="4356393" cy="1533525"/>
              <a:chOff x="2743708" y="2156460"/>
              <a:chExt cx="5530032" cy="1533525"/>
            </a:xfrm>
          </p:grpSpPr>
          <p:grpSp>
            <p:nvGrpSpPr>
              <p:cNvPr id="310" name="グループ化 309">
                <a:extLst>
                  <a:ext uri="{FF2B5EF4-FFF2-40B4-BE49-F238E27FC236}">
                    <ns2:creationId id="{644EC5FD-D8A8-44F7-04CB-8EDAC1844C26}"/>
                  </a:ext>
                </a:extLst>
              </p:cNvPr>
              <p:cNvGrpSpPr/>
              <p:nvPr/>
            </p:nvGrpSpPr>
            <p:grpSpPr>
              <a:xfrm>
                <a:off x="2743708" y="2156460"/>
                <a:ext cx="5530032" cy="0"/>
                <a:chOff x="2068068" y="3878580"/>
                <a:chExt cx="5530032" cy="0"/>
              </a:xfrm>
            </p:grpSpPr>
            <p:cxnSp>
              <p:nvCxnSpPr>
                <p:cNvPr id="311" name="直線コネクタ 310">
                  <a:extLst>
                    <a:ext uri="{FF2B5EF4-FFF2-40B4-BE49-F238E27FC236}">
                      <ns2:creationId id="{5DAA2D43-BA7B-2944-E8DE-0B165936BD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直線コネクタ 312">
                  <a:extLst>
                    <a:ext uri="{FF2B5EF4-FFF2-40B4-BE49-F238E27FC236}">
                      <ns2:creationId id="{45839CD0-3017-7595-88B3-DF8F96DE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直線コネクタ 313">
                  <a:extLst>
                    <a:ext uri="{FF2B5EF4-FFF2-40B4-BE49-F238E27FC236}">
                      <ns2:creationId id="{B8437792-B584-0235-53DD-D0F8B48F14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14C24BC8-5A6E-7C6C-FBE4-1B5D3CCCEE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DAC7F33D-535F-965E-ABA2-C2FA1EE952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3D423EFC-C07B-DBC4-150C-7187B403E4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1" name="直線コネクタ 320">
                  <a:extLst>
                    <a:ext uri="{FF2B5EF4-FFF2-40B4-BE49-F238E27FC236}">
                      <ns2:creationId id="{2A4709CC-C7D5-B55A-43EE-56236BBEFB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3" name="グループ化 322">
                <a:extLst>
                  <a:ext uri="{FF2B5EF4-FFF2-40B4-BE49-F238E27FC236}">
                    <ns2:creationId id="{214BE449-60B5-FE30-DEDD-3F0B374424A2}"/>
                  </a:ext>
                </a:extLst>
              </p:cNvPr>
              <p:cNvGrpSpPr/>
              <p:nvPr/>
            </p:nvGrpSpPr>
            <p:grpSpPr>
              <a:xfrm>
                <a:off x="2743708" y="2295871"/>
                <a:ext cx="5530032" cy="0"/>
                <a:chOff x="2068068" y="3878580"/>
                <a:chExt cx="5530032" cy="0"/>
              </a:xfrm>
            </p:grpSpPr>
            <p:cxnSp>
              <p:nvCxnSpPr>
                <p:cNvPr id="325" name="直線コネクタ 324">
                  <a:extLst>
                    <a:ext uri="{FF2B5EF4-FFF2-40B4-BE49-F238E27FC236}">
                      <ns2:creationId id="{476707C3-C743-EFEB-DF96-D2081D9601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7" name="直線コネクタ 326">
                  <a:extLst>
                    <a:ext uri="{FF2B5EF4-FFF2-40B4-BE49-F238E27FC236}">
                      <ns2:creationId id="{8A188957-8849-E61C-CD93-239D9C6591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9" name="直線コネクタ 328">
                  <a:extLst>
                    <a:ext uri="{FF2B5EF4-FFF2-40B4-BE49-F238E27FC236}">
                      <ns2:creationId id="{FF08EF7A-736E-2B58-0D35-FCC3BB3011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1" name="直線コネクタ 330">
                  <a:extLst>
                    <a:ext uri="{FF2B5EF4-FFF2-40B4-BE49-F238E27FC236}">
                      <ns2:creationId id="{83F7ECD7-95A4-FB2F-082E-65FD8509FD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直線コネクタ 332">
                  <a:extLst>
                    <a:ext uri="{FF2B5EF4-FFF2-40B4-BE49-F238E27FC236}">
                      <ns2:creationId id="{1052F92A-FE92-CEB0-1B5E-A002D69E6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直線コネクタ 334">
                  <a:extLst>
                    <a:ext uri="{FF2B5EF4-FFF2-40B4-BE49-F238E27FC236}">
                      <ns2:creationId id="{5304CA50-31BD-F0B1-9825-CE25D35913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直線コネクタ 336">
                  <a:extLst>
                    <a:ext uri="{FF2B5EF4-FFF2-40B4-BE49-F238E27FC236}">
                      <ns2:creationId id="{C120A969-4B23-B962-F52B-7A1C6C41C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グループ化 338">
                <a:extLst>
                  <a:ext uri="{FF2B5EF4-FFF2-40B4-BE49-F238E27FC236}">
                    <ns2:creationId id="{48DDF330-73BB-3DE7-F5E1-6B6A1B1501C7}"/>
                  </a:ext>
                </a:extLst>
              </p:cNvPr>
              <p:cNvGrpSpPr/>
              <p:nvPr/>
            </p:nvGrpSpPr>
            <p:grpSpPr>
              <a:xfrm>
                <a:off x="2743708" y="2435282"/>
                <a:ext cx="5530032" cy="0"/>
                <a:chOff x="2068068" y="3878580"/>
                <a:chExt cx="5530032" cy="0"/>
              </a:xfrm>
            </p:grpSpPr>
            <p:cxnSp>
              <p:nvCxnSpPr>
                <p:cNvPr id="341" name="直線コネクタ 340">
                  <a:extLst>
                    <a:ext uri="{FF2B5EF4-FFF2-40B4-BE49-F238E27FC236}">
                      <ns2:creationId id="{CE55321C-D9DA-9A97-521A-93F7C5BF5D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3" name="直線コネクタ 342">
                  <a:extLst>
                    <a:ext uri="{FF2B5EF4-FFF2-40B4-BE49-F238E27FC236}">
                      <ns2:creationId id="{13980EFD-8A7F-B170-69D0-A16B7E2155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5" name="直線コネクタ 344">
                  <a:extLst>
                    <a:ext uri="{FF2B5EF4-FFF2-40B4-BE49-F238E27FC236}">
                      <ns2:creationId id="{7FCCBAD3-CA6D-5AFE-FC06-4081312B5B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直線コネクタ 346">
                  <a:extLst>
                    <a:ext uri="{FF2B5EF4-FFF2-40B4-BE49-F238E27FC236}">
                      <ns2:creationId id="{F2753D0E-565D-E558-7CBA-1E5EE5A01F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9" name="直線コネクタ 348">
                  <a:extLst>
                    <a:ext uri="{FF2B5EF4-FFF2-40B4-BE49-F238E27FC236}">
                      <ns2:creationId id="{8F5DD3E7-C505-5D77-ED17-8C4D6E7E89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1" name="直線コネクタ 350">
                  <a:extLst>
                    <a:ext uri="{FF2B5EF4-FFF2-40B4-BE49-F238E27FC236}">
                      <ns2:creationId id="{35745E3E-4B1E-8027-0FEE-5D97FF9ED7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3" name="直線コネクタ 352">
                  <a:extLst>
                    <a:ext uri="{FF2B5EF4-FFF2-40B4-BE49-F238E27FC236}">
                      <ns2:creationId id="{C99C3258-7C27-90F9-1F17-0F19AE83F3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グループ化 354">
                <a:extLst>
                  <a:ext uri="{FF2B5EF4-FFF2-40B4-BE49-F238E27FC236}">
                    <ns2:creationId id="{F7026233-B18F-19D1-ECD2-4DCC0D630E31}"/>
                  </a:ext>
                </a:extLst>
              </p:cNvPr>
              <p:cNvGrpSpPr/>
              <p:nvPr/>
            </p:nvGrpSpPr>
            <p:grpSpPr>
              <a:xfrm>
                <a:off x="2743708" y="2574693"/>
                <a:ext cx="5530032" cy="0"/>
                <a:chOff x="2068068" y="3878580"/>
                <a:chExt cx="5530032" cy="0"/>
              </a:xfrm>
            </p:grpSpPr>
            <p:cxnSp>
              <p:nvCxnSpPr>
                <p:cNvPr id="357" name="直線コネクタ 356">
                  <a:extLst>
                    <a:ext uri="{FF2B5EF4-FFF2-40B4-BE49-F238E27FC236}">
                      <ns2:creationId id="{2F4057A3-1EA4-EC16-D752-3C856DEFC5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9" name="直線コネクタ 358">
                  <a:extLst>
                    <a:ext uri="{FF2B5EF4-FFF2-40B4-BE49-F238E27FC236}">
                      <ns2:creationId id="{670230B2-4EA3-0B5A-85D5-9507EEFB7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1" name="直線コネクタ 360">
                  <a:extLst>
                    <a:ext uri="{FF2B5EF4-FFF2-40B4-BE49-F238E27FC236}">
                      <ns2:creationId id="{CEAB4FB9-D349-12E1-B83F-939A23E239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3" name="直線コネクタ 362">
                  <a:extLst>
                    <a:ext uri="{FF2B5EF4-FFF2-40B4-BE49-F238E27FC236}">
                      <ns2:creationId id="{088C7675-7094-FAC4-7B76-C89B863A5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5" name="直線コネクタ 364">
                  <a:extLst>
                    <a:ext uri="{FF2B5EF4-FFF2-40B4-BE49-F238E27FC236}">
                      <ns2:creationId id="{BF52501F-DE4E-0605-F747-0196D915A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直線コネクタ 366">
                  <a:extLst>
                    <a:ext uri="{FF2B5EF4-FFF2-40B4-BE49-F238E27FC236}">
                      <ns2:creationId id="{BFFD776F-FF74-B7C2-C2C2-D41BF7B55B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直線コネクタ 368">
                  <a:extLst>
                    <a:ext uri="{FF2B5EF4-FFF2-40B4-BE49-F238E27FC236}">
                      <ns2:creationId id="{4269A7E6-31DD-848B-52ED-2BE739D2A9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グループ化 370">
                <a:extLst>
                  <a:ext uri="{FF2B5EF4-FFF2-40B4-BE49-F238E27FC236}">
                    <ns2:creationId id="{004C3525-3B69-5A0C-737C-B32E5FC0106F}"/>
                  </a:ext>
                </a:extLst>
              </p:cNvPr>
              <p:cNvGrpSpPr/>
              <p:nvPr/>
            </p:nvGrpSpPr>
            <p:grpSpPr>
              <a:xfrm>
                <a:off x="2743708" y="2714104"/>
                <a:ext cx="5530032" cy="0"/>
                <a:chOff x="2068068" y="3878580"/>
                <a:chExt cx="5530032" cy="0"/>
              </a:xfrm>
            </p:grpSpPr>
            <p:cxnSp>
              <p:nvCxnSpPr>
                <p:cNvPr id="373" name="直線コネクタ 372">
                  <a:extLst>
                    <a:ext uri="{FF2B5EF4-FFF2-40B4-BE49-F238E27FC236}">
                      <ns2:creationId id="{14ABE655-2BEA-4851-8BC4-7FC5C084D6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直線コネクタ 374">
                  <a:extLst>
                    <a:ext uri="{FF2B5EF4-FFF2-40B4-BE49-F238E27FC236}">
                      <ns2:creationId id="{D4E089B7-5457-D1F3-F72A-FC47C88D3C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線コネクタ 376">
                  <a:extLst>
                    <a:ext uri="{FF2B5EF4-FFF2-40B4-BE49-F238E27FC236}">
                      <ns2:creationId id="{44DF5907-38C3-0B99-912E-47ED1045E2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>
                  <a:extLst>
                    <a:ext uri="{FF2B5EF4-FFF2-40B4-BE49-F238E27FC236}">
                      <ns2:creationId id="{DD40D00B-40F1-99F5-0694-943755FB6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直線コネクタ 380">
                  <a:extLst>
                    <a:ext uri="{FF2B5EF4-FFF2-40B4-BE49-F238E27FC236}">
                      <ns2:creationId id="{EBB62615-F53A-BC08-B5D7-05DAF1B075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直線コネクタ 382">
                  <a:extLst>
                    <a:ext uri="{FF2B5EF4-FFF2-40B4-BE49-F238E27FC236}">
                      <ns2:creationId id="{F9F09E69-B484-50EB-17C4-A80AE9113D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直線コネクタ 384">
                  <a:extLst>
                    <a:ext uri="{FF2B5EF4-FFF2-40B4-BE49-F238E27FC236}">
                      <ns2:creationId id="{2B45B92C-4938-AF11-32B6-564FF0379C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7" name="グループ化 386">
                <a:extLst>
                  <a:ext uri="{FF2B5EF4-FFF2-40B4-BE49-F238E27FC236}">
                    <ns2:creationId id="{B0813CA5-8FA9-D160-28E6-C4CB8A9D7A89}"/>
                  </a:ext>
                </a:extLst>
              </p:cNvPr>
              <p:cNvGrpSpPr/>
              <p:nvPr/>
            </p:nvGrpSpPr>
            <p:grpSpPr>
              <a:xfrm>
                <a:off x="2743708" y="2853515"/>
                <a:ext cx="5530032" cy="0"/>
                <a:chOff x="2068068" y="3878580"/>
                <a:chExt cx="5530032" cy="0"/>
              </a:xfrm>
            </p:grpSpPr>
            <p:cxnSp>
              <p:nvCxnSpPr>
                <p:cNvPr id="389" name="直線コネクタ 388">
                  <a:extLst>
                    <a:ext uri="{FF2B5EF4-FFF2-40B4-BE49-F238E27FC236}">
                      <ns2:creationId id="{B9E77CE8-E67C-DE16-1C3C-4F2C553024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直線コネクタ 390">
                  <a:extLst>
                    <a:ext uri="{FF2B5EF4-FFF2-40B4-BE49-F238E27FC236}">
                      <ns2:creationId id="{E216B828-5B9B-4645-5F73-6EF750F20C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直線コネクタ 392">
                  <a:extLst>
                    <a:ext uri="{FF2B5EF4-FFF2-40B4-BE49-F238E27FC236}">
                      <ns2:creationId id="{C019DAF3-064E-DD74-D169-0D1C735CAC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直線コネクタ 394">
                  <a:extLst>
                    <a:ext uri="{FF2B5EF4-FFF2-40B4-BE49-F238E27FC236}">
                      <ns2:creationId id="{C2200808-732D-428A-4718-33043E8A60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7" name="直線コネクタ 396">
                  <a:extLst>
                    <a:ext uri="{FF2B5EF4-FFF2-40B4-BE49-F238E27FC236}">
                      <ns2:creationId id="{A9521CB4-3FCE-EC15-E2A9-F018DF05F0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9" name="直線コネクタ 398">
                  <a:extLst>
                    <a:ext uri="{FF2B5EF4-FFF2-40B4-BE49-F238E27FC236}">
                      <ns2:creationId id="{170233AD-AFB5-3F61-5105-FDBFA3BBFD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直線コネクタ 400">
                  <a:extLst>
                    <a:ext uri="{FF2B5EF4-FFF2-40B4-BE49-F238E27FC236}">
                      <ns2:creationId id="{4378452E-4EAD-C9FB-D7DD-4DE49050BB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3" name="グループ化 402">
                <a:extLst>
                  <a:ext uri="{FF2B5EF4-FFF2-40B4-BE49-F238E27FC236}">
                    <ns2:creationId id="{B7D3CD23-726F-CDF8-10FA-DB1065E6A75B}"/>
                  </a:ext>
                </a:extLst>
              </p:cNvPr>
              <p:cNvGrpSpPr/>
              <p:nvPr/>
            </p:nvGrpSpPr>
            <p:grpSpPr>
              <a:xfrm>
                <a:off x="2743708" y="2992926"/>
                <a:ext cx="5530032" cy="0"/>
                <a:chOff x="2068068" y="3878580"/>
                <a:chExt cx="5530032" cy="0"/>
              </a:xfrm>
            </p:grpSpPr>
            <p:cxnSp>
              <p:nvCxnSpPr>
                <p:cNvPr id="405" name="直線コネクタ 404">
                  <a:extLst>
                    <a:ext uri="{FF2B5EF4-FFF2-40B4-BE49-F238E27FC236}">
                      <ns2:creationId id="{C46C9EB2-C498-C9E9-855B-73FB0FBA19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直線コネクタ 406">
                  <a:extLst>
                    <a:ext uri="{FF2B5EF4-FFF2-40B4-BE49-F238E27FC236}">
                      <ns2:creationId id="{A5066A16-B2D9-66F6-C5F6-85C94BD80A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直線コネクタ 408">
                  <a:extLst>
                    <a:ext uri="{FF2B5EF4-FFF2-40B4-BE49-F238E27FC236}">
                      <ns2:creationId id="{3E64AA6F-6119-801D-68F6-B54BB97A2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直線コネクタ 410">
                  <a:extLst>
                    <a:ext uri="{FF2B5EF4-FFF2-40B4-BE49-F238E27FC236}">
                      <ns2:creationId id="{B7937F55-1E64-37D0-9299-2085070787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3" name="直線コネクタ 412">
                  <a:extLst>
                    <a:ext uri="{FF2B5EF4-FFF2-40B4-BE49-F238E27FC236}">
                      <ns2:creationId id="{6C48D801-2BDF-9463-E243-51F3058528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5" name="直線コネクタ 414">
                  <a:extLst>
                    <a:ext uri="{FF2B5EF4-FFF2-40B4-BE49-F238E27FC236}">
                      <ns2:creationId id="{40F98400-0216-7200-138C-ADA310FB95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7" name="直線コネクタ 416">
                  <a:extLst>
                    <a:ext uri="{FF2B5EF4-FFF2-40B4-BE49-F238E27FC236}">
                      <ns2:creationId id="{904BD489-D71F-D19E-6364-BAC183B82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9" name="グループ化 418">
                <a:extLst>
                  <a:ext uri="{FF2B5EF4-FFF2-40B4-BE49-F238E27FC236}">
                    <ns2:creationId id="{F9F6AFAA-10F1-0C88-C991-D7E7AD09666C}"/>
                  </a:ext>
                </a:extLst>
              </p:cNvPr>
              <p:cNvGrpSpPr/>
              <p:nvPr/>
            </p:nvGrpSpPr>
            <p:grpSpPr>
              <a:xfrm>
                <a:off x="2743708" y="3132337"/>
                <a:ext cx="5530032" cy="0"/>
                <a:chOff x="2068068" y="3878580"/>
                <a:chExt cx="5530032" cy="0"/>
              </a:xfrm>
            </p:grpSpPr>
            <p:cxnSp>
              <p:nvCxnSpPr>
                <p:cNvPr id="421" name="直線コネクタ 420">
                  <a:extLst>
                    <a:ext uri="{FF2B5EF4-FFF2-40B4-BE49-F238E27FC236}">
                      <ns2:creationId id="{DB99CA58-971E-DFA4-82F8-380CE614B7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直線コネクタ 422">
                  <a:extLst>
                    <a:ext uri="{FF2B5EF4-FFF2-40B4-BE49-F238E27FC236}">
                      <ns2:creationId id="{B2EE1EC7-1EAC-C73A-FF3A-541E50630D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直線コネクタ 424">
                  <a:extLst>
                    <a:ext uri="{FF2B5EF4-FFF2-40B4-BE49-F238E27FC236}">
                      <ns2:creationId id="{953EE922-EFC6-8024-6425-26BBF06E2E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930E19AC-60CA-6FF1-FDF5-F70F796EAC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06A87CAA-705C-5741-A93C-E3842CE5BC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9D275D6B-7CEF-1741-5131-2CFB1E8FB5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359F0C34-EA1C-9457-76C2-F64152518F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5" name="グループ化 434">
                <a:extLst>
                  <a:ext uri="{FF2B5EF4-FFF2-40B4-BE49-F238E27FC236}">
                    <ns2:creationId id="{BAB1117D-D2C2-825F-8F91-34BD7877169B}"/>
                  </a:ext>
                </a:extLst>
              </p:cNvPr>
              <p:cNvGrpSpPr/>
              <p:nvPr/>
            </p:nvGrpSpPr>
            <p:grpSpPr>
              <a:xfrm>
                <a:off x="2743708" y="3271748"/>
                <a:ext cx="5530032" cy="0"/>
                <a:chOff x="2068068" y="3878580"/>
                <a:chExt cx="5530032" cy="0"/>
              </a:xfrm>
            </p:grpSpPr>
            <p:cxnSp>
              <p:nvCxnSpPr>
                <p:cNvPr id="437" name="直線コネクタ 436">
                  <a:extLst>
                    <a:ext uri="{FF2B5EF4-FFF2-40B4-BE49-F238E27FC236}">
                      <ns2:creationId id="{74D2CC0E-C7B9-8685-B761-BC9FC50199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9" name="直線コネクタ 438">
                  <a:extLst>
                    <a:ext uri="{FF2B5EF4-FFF2-40B4-BE49-F238E27FC236}">
                      <ns2:creationId id="{CF538A10-FF11-CDA1-06F2-BE6F351CD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F76ADDA5-5630-670D-5229-C462223432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87734C19-188A-24DF-8DEB-16ED9B3E8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A2DC9BF3-CD9A-40DF-F3C6-5EED1E7A7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35BA6E9D-19BE-51A1-1430-3F6C5CE7E8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500C1AEC-04EF-C6EF-421B-9AFC1C1295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07036437-BAAA-E22D-D0C3-3A66385064A6}"/>
                  </a:ext>
                </a:extLst>
              </p:cNvPr>
              <p:cNvGrpSpPr/>
              <p:nvPr/>
            </p:nvGrpSpPr>
            <p:grpSpPr>
              <a:xfrm>
                <a:off x="2743708" y="3411159"/>
                <a:ext cx="5530032" cy="0"/>
                <a:chOff x="2068068" y="3878580"/>
                <a:chExt cx="5530032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03D676AF-9E15-33CD-7C14-2167CB0839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CBD725F3-D301-7B67-7F75-CA608022E1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95D66586-923E-8D52-369F-72849E6026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5" name="直線コネクタ 644">
                  <a:extLst>
                    <a:ext uri="{FF2B5EF4-FFF2-40B4-BE49-F238E27FC236}">
                      <ns2:creationId id="{4FEBC980-8489-141D-15F4-35513F08D3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6" name="直線コネクタ 645">
                  <a:extLst>
                    <a:ext uri="{FF2B5EF4-FFF2-40B4-BE49-F238E27FC236}">
                      <ns2:creationId id="{457E67AD-596A-0A43-9A55-AF8A31C77F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直線コネクタ 646">
                  <a:extLst>
                    <a:ext uri="{FF2B5EF4-FFF2-40B4-BE49-F238E27FC236}">
                      <ns2:creationId id="{88C3C789-8CDD-2690-7C80-0403744AF1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8" name="直線コネクタ 647">
                  <a:extLst>
                    <a:ext uri="{FF2B5EF4-FFF2-40B4-BE49-F238E27FC236}">
                      <ns2:creationId id="{19DADF0F-47C5-D195-E96B-99E23B459C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9" name="グループ化 648">
                <a:extLst>
                  <a:ext uri="{FF2B5EF4-FFF2-40B4-BE49-F238E27FC236}">
                    <ns2:creationId id="{438B1AD1-B322-2B2F-9682-D4140B0DAD27}"/>
                  </a:ext>
                </a:extLst>
              </p:cNvPr>
              <p:cNvGrpSpPr/>
              <p:nvPr/>
            </p:nvGrpSpPr>
            <p:grpSpPr>
              <a:xfrm>
                <a:off x="2743708" y="3550570"/>
                <a:ext cx="5530032" cy="0"/>
                <a:chOff x="2068068" y="3878580"/>
                <a:chExt cx="5530032" cy="0"/>
              </a:xfrm>
            </p:grpSpPr>
            <p:cxnSp>
              <p:nvCxnSpPr>
                <p:cNvPr id="650" name="直線コネクタ 649">
                  <a:extLst>
                    <a:ext uri="{FF2B5EF4-FFF2-40B4-BE49-F238E27FC236}">
                      <ns2:creationId id="{BA69280F-607E-5DB3-5404-C1B030E5C9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1" name="直線コネクタ 650">
                  <a:extLst>
                    <a:ext uri="{FF2B5EF4-FFF2-40B4-BE49-F238E27FC236}">
                      <ns2:creationId id="{BBAFE727-1134-6602-2C67-2FFDC397D4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2" name="直線コネクタ 651">
                  <a:extLst>
                    <a:ext uri="{FF2B5EF4-FFF2-40B4-BE49-F238E27FC236}">
                      <ns2:creationId id="{E193BEA2-87BD-4B18-3066-DAE50BD78C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3" name="直線コネクタ 652">
                  <a:extLst>
                    <a:ext uri="{FF2B5EF4-FFF2-40B4-BE49-F238E27FC236}">
                      <ns2:creationId id="{7284505A-6717-0A93-4F23-07F199009E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4" name="直線コネクタ 653">
                  <a:extLst>
                    <a:ext uri="{FF2B5EF4-FFF2-40B4-BE49-F238E27FC236}">
                      <ns2:creationId id="{19E3AB0D-7334-C177-1AF4-FC8DDF26B5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5" name="直線コネクタ 654">
                  <a:extLst>
                    <a:ext uri="{FF2B5EF4-FFF2-40B4-BE49-F238E27FC236}">
                      <ns2:creationId id="{58F321A1-7FF9-89E2-F028-1D4EB1A8E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6" name="直線コネクタ 655">
                  <a:extLst>
                    <a:ext uri="{FF2B5EF4-FFF2-40B4-BE49-F238E27FC236}">
                      <ns2:creationId id="{096147E0-ACAB-1642-01AD-07A53B30E0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57" name="グループ化 656">
                <a:extLst>
                  <a:ext uri="{FF2B5EF4-FFF2-40B4-BE49-F238E27FC236}">
                    <ns2:creationId id="{AE156AEB-837E-18DF-AFB2-3739ADD9A38F}"/>
                  </a:ext>
                </a:extLst>
              </p:cNvPr>
              <p:cNvGrpSpPr/>
              <p:nvPr/>
            </p:nvGrpSpPr>
            <p:grpSpPr>
              <a:xfrm>
                <a:off x="2743708" y="3689985"/>
                <a:ext cx="5530032" cy="0"/>
                <a:chOff x="2068068" y="3878580"/>
                <a:chExt cx="5530032" cy="0"/>
              </a:xfrm>
            </p:grpSpPr>
            <p:cxnSp>
              <p:nvCxnSpPr>
                <p:cNvPr id="658" name="直線コネクタ 657">
                  <a:extLst>
                    <a:ext uri="{FF2B5EF4-FFF2-40B4-BE49-F238E27FC236}">
                      <ns2:creationId id="{5EE633A7-F13E-7170-CBD8-F3C92DE5F4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9" name="直線コネクタ 658">
                  <a:extLst>
                    <a:ext uri="{FF2B5EF4-FFF2-40B4-BE49-F238E27FC236}">
                      <ns2:creationId id="{01FBB380-3E91-D527-4137-D31C2D3A5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0" name="直線コネクタ 659">
                  <a:extLst>
                    <a:ext uri="{FF2B5EF4-FFF2-40B4-BE49-F238E27FC236}">
                      <ns2:creationId id="{80216CC3-B9E5-E440-5258-F15D861DA9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1" name="直線コネクタ 660">
                  <a:extLst>
                    <a:ext uri="{FF2B5EF4-FFF2-40B4-BE49-F238E27FC236}">
                      <ns2:creationId id="{43DB61CB-908F-F3CB-D2CC-AFD956FB3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2" name="直線コネクタ 661">
                  <a:extLst>
                    <a:ext uri="{FF2B5EF4-FFF2-40B4-BE49-F238E27FC236}">
                      <ns2:creationId id="{685A9CAE-0953-1669-3362-387F83E739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3" name="直線コネクタ 662">
                  <a:extLst>
                    <a:ext uri="{FF2B5EF4-FFF2-40B4-BE49-F238E27FC236}">
                      <ns2:creationId id="{8549FCEC-C90C-9B26-DE4A-DB41CA55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4" name="直線コネクタ 663">
                  <a:extLst>
                    <a:ext uri="{FF2B5EF4-FFF2-40B4-BE49-F238E27FC236}">
                      <ns2:creationId id="{3C8F3250-0C4E-5E04-FBD1-4DEB10C1B6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84" name="グループ化 783">
              <a:extLst>
                <a:ext uri="{FF2B5EF4-FFF2-40B4-BE49-F238E27FC236}">
                  <ns2:creationId id="{6F0EFA4F-9C66-EFF3-1C2A-7ADF8C785A68}"/>
                </a:ext>
              </a:extLst>
            </p:cNvPr>
            <p:cNvGrpSpPr/>
            <p:nvPr/>
          </p:nvGrpSpPr>
          <p:grpSpPr>
            <a:xfrm>
              <a:off x="3279140" y="4086368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81" name="Text 25">
                <a:extLst>
                  <a:ext uri="{FF2B5EF4-FFF2-40B4-BE49-F238E27FC236}">
                    <ns2:creationId id="{ABD06675-7E82-D9F1-02EB-93C2886E874F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2" name="Text 25">
                <a:extLst>
                  <a:ext uri="{FF2B5EF4-FFF2-40B4-BE49-F238E27FC236}">
                    <ns2:creationId id="{663C0179-D842-B208-AC51-7531EECFE6E3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3" name="Text 25">
                <a:extLst>
                  <a:ext uri="{FF2B5EF4-FFF2-40B4-BE49-F238E27FC236}">
                    <ns2:creationId id="{16460730-DE0F-C149-F7E5-4B5EB83C0A4C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4" name="Text 25">
                <a:extLst>
                  <a:ext uri="{FF2B5EF4-FFF2-40B4-BE49-F238E27FC236}">
                    <ns2:creationId id="{745B33A3-B437-8CBD-9539-269011A2B164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5" name="Text 25">
                <a:extLst>
                  <a:ext uri="{FF2B5EF4-FFF2-40B4-BE49-F238E27FC236}">
                    <ns2:creationId id="{09DC7754-699C-5CBA-5F66-6F816EAAE1E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6" name="Text 25">
                <a:extLst>
                  <a:ext uri="{FF2B5EF4-FFF2-40B4-BE49-F238E27FC236}">
                    <ns2:creationId id="{8EF77F8E-17E0-3B25-A278-8DBE1ECECB93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7" name="Text 25">
                <a:extLst>
                  <a:ext uri="{FF2B5EF4-FFF2-40B4-BE49-F238E27FC236}">
                    <ns2:creationId id="{D6DA9999-3A1E-F43C-2EA4-C167DA3C80C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5" name="グループ化 784">
              <a:extLst>
                <a:ext uri="{FF2B5EF4-FFF2-40B4-BE49-F238E27FC236}">
                  <ns2:creationId id="{D598CAEC-CB12-EF1A-1099-710D3EC0D2E4}"/>
                </a:ext>
              </a:extLst>
            </p:cNvPr>
            <p:cNvGrpSpPr/>
            <p:nvPr/>
          </p:nvGrpSpPr>
          <p:grpSpPr>
            <a:xfrm>
              <a:off x="3279140" y="4225393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74" name="Text 25">
                <a:extLst>
                  <a:ext uri="{FF2B5EF4-FFF2-40B4-BE49-F238E27FC236}">
                    <ns2:creationId id="{8504CCCD-5A6A-4450-48B1-DC0C02D31774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5" name="Text 25">
                <a:extLst>
                  <a:ext uri="{FF2B5EF4-FFF2-40B4-BE49-F238E27FC236}">
                    <ns2:creationId id="{13019D1D-9F66-6490-A9DE-025E6AA42EAB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6" name="Text 25">
                <a:extLst>
                  <a:ext uri="{FF2B5EF4-FFF2-40B4-BE49-F238E27FC236}">
                    <ns2:creationId id="{8E731048-A173-E0E8-DBAE-D1F8395E4CDB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7" name="Text 25">
                <a:extLst>
                  <a:ext uri="{FF2B5EF4-FFF2-40B4-BE49-F238E27FC236}">
                    <ns2:creationId id="{E2DDA91C-D151-DCF7-3196-16A72FB0A255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8" name="Text 25">
                <a:extLst>
                  <a:ext uri="{FF2B5EF4-FFF2-40B4-BE49-F238E27FC236}">
                    <ns2:creationId id="{5FFC9169-D1D8-D72A-74A6-2D0E3C02B2D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9" name="Text 25">
                <a:extLst>
                  <a:ext uri="{FF2B5EF4-FFF2-40B4-BE49-F238E27FC236}">
                    <ns2:creationId id="{A6E47DC3-18D6-B09B-0921-B1171C23E97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0" name="Text 25">
                <a:extLst>
                  <a:ext uri="{FF2B5EF4-FFF2-40B4-BE49-F238E27FC236}">
                    <ns2:creationId id="{43A7DC3B-E884-0E1D-C03B-E6CA9B310BB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6" name="グループ化 785">
              <a:extLst>
                <a:ext uri="{FF2B5EF4-FFF2-40B4-BE49-F238E27FC236}">
                  <ns2:creationId id="{6D6510C1-F1FD-0C38-551B-EB3A3671A9F1}"/>
                </a:ext>
              </a:extLst>
            </p:cNvPr>
            <p:cNvGrpSpPr/>
            <p:nvPr/>
          </p:nvGrpSpPr>
          <p:grpSpPr>
            <a:xfrm>
              <a:off x="3279140" y="4364419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7" name="Text 25">
                <a:extLst>
                  <a:ext uri="{FF2B5EF4-FFF2-40B4-BE49-F238E27FC236}">
                    <ns2:creationId id="{9D9711BB-0C59-0BC1-1B92-578C34B49E8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8" name="Text 25">
                <a:extLst>
                  <a:ext uri="{FF2B5EF4-FFF2-40B4-BE49-F238E27FC236}">
                    <ns2:creationId id="{240E9E0E-48C8-0097-D794-ACA1F7DB4C12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9" name="Text 25">
                <a:extLst>
                  <a:ext uri="{FF2B5EF4-FFF2-40B4-BE49-F238E27FC236}">
                    <ns2:creationId id="{4FDB95F5-3BBA-453C-68CD-3C2C07D81E3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0" name="Text 25">
                <a:extLst>
                  <a:ext uri="{FF2B5EF4-FFF2-40B4-BE49-F238E27FC236}">
                    <ns2:creationId id="{3BCCA8B8-80C6-D5E5-E5DB-C27F23CB9B8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1" name="Text 25">
                <a:extLst>
                  <a:ext uri="{FF2B5EF4-FFF2-40B4-BE49-F238E27FC236}">
                    <ns2:creationId id="{F25C5C7A-E591-BB8E-CF71-9BCD6BB0C797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2" name="Text 25">
                <a:extLst>
                  <a:ext uri="{FF2B5EF4-FFF2-40B4-BE49-F238E27FC236}">
                    <ns2:creationId id="{0D6A9006-389F-321F-DC8A-26878B36FA0D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3" name="Text 25">
                <a:extLst>
                  <a:ext uri="{FF2B5EF4-FFF2-40B4-BE49-F238E27FC236}">
                    <ns2:creationId id="{6841DB5F-ECE8-77E4-4434-4B093E4CF16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D5AB772D-0B00-B399-FB89-E497AB44692C}"/>
                </a:ext>
              </a:extLst>
            </p:cNvPr>
            <p:cNvGrpSpPr/>
            <p:nvPr/>
          </p:nvGrpSpPr>
          <p:grpSpPr>
            <a:xfrm>
              <a:off x="3279140" y="4503444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0" name="Text 25">
                <a:extLst>
                  <a:ext uri="{FF2B5EF4-FFF2-40B4-BE49-F238E27FC236}">
                    <ns2:creationId id="{E16C9497-D6DA-8EFC-83B7-26AD331238DB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1" name="Text 25">
                <a:extLst>
                  <a:ext uri="{FF2B5EF4-FFF2-40B4-BE49-F238E27FC236}">
                    <ns2:creationId id="{2AF1EB8B-8C0D-3985-ED90-7AE07CF8F057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2" name="Text 25">
                <a:extLst>
                  <a:ext uri="{FF2B5EF4-FFF2-40B4-BE49-F238E27FC236}">
                    <ns2:creationId id="{B3639E6A-26C2-545C-BBE0-B1C6E4A7BEAE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3" name="Text 25">
                <a:extLst>
                  <a:ext uri="{FF2B5EF4-FFF2-40B4-BE49-F238E27FC236}">
                    <ns2:creationId id="{9136EB30-96C6-3F38-6087-1BB7DCE1BBC6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4" name="Text 25">
                <a:extLst>
                  <a:ext uri="{FF2B5EF4-FFF2-40B4-BE49-F238E27FC236}">
                    <ns2:creationId id="{63E98D34-5AD4-85FB-6BB6-B54D990BE36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5" name="Text 25">
                <a:extLst>
                  <a:ext uri="{FF2B5EF4-FFF2-40B4-BE49-F238E27FC236}">
                    <ns2:creationId id="{B43A0A06-8CA7-8E7A-4FFB-C1D165A48F37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6" name="Text 25">
                <a:extLst>
                  <a:ext uri="{FF2B5EF4-FFF2-40B4-BE49-F238E27FC236}">
                    <ns2:creationId id="{96B9A1F5-C5CE-C6F9-78FB-29F5B33ED858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8" name="グループ化 787">
              <a:extLst>
                <a:ext uri="{FF2B5EF4-FFF2-40B4-BE49-F238E27FC236}">
                  <ns2:creationId id="{EC8EA818-C7D0-1426-8BE6-66D4E75DB8AE}"/>
                </a:ext>
              </a:extLst>
            </p:cNvPr>
            <p:cNvGrpSpPr/>
            <p:nvPr/>
          </p:nvGrpSpPr>
          <p:grpSpPr>
            <a:xfrm>
              <a:off x="3279140" y="4642470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53" name="Text 25">
                <a:extLst>
                  <a:ext uri="{FF2B5EF4-FFF2-40B4-BE49-F238E27FC236}">
                    <ns2:creationId id="{7EE6E009-D20D-E645-FB6F-A4ED65DF202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4" name="Text 25">
                <a:extLst>
                  <a:ext uri="{FF2B5EF4-FFF2-40B4-BE49-F238E27FC236}">
                    <ns2:creationId id="{3168329C-F907-9A54-0030-D256206F49F0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5" name="Text 25">
                <a:extLst>
                  <a:ext uri="{FF2B5EF4-FFF2-40B4-BE49-F238E27FC236}">
                    <ns2:creationId id="{A9B33C76-418B-7092-757C-EE4F6A77D759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6" name="Text 25">
                <a:extLst>
                  <a:ext uri="{FF2B5EF4-FFF2-40B4-BE49-F238E27FC236}">
                    <ns2:creationId id="{18504005-169A-90F5-717E-6D1AC2FC3C2E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7" name="Text 25">
                <a:extLst>
                  <a:ext uri="{FF2B5EF4-FFF2-40B4-BE49-F238E27FC236}">
                    <ns2:creationId id="{AF243CC0-21A0-5B9B-B9B9-1507A57C6B0B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8" name="Text 25">
                <a:extLst>
                  <a:ext uri="{FF2B5EF4-FFF2-40B4-BE49-F238E27FC236}">
                    <ns2:creationId id="{E82BF78F-E654-CE50-F12F-F0350816882B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9" name="Text 25">
                <a:extLst>
                  <a:ext uri="{FF2B5EF4-FFF2-40B4-BE49-F238E27FC236}">
                    <ns2:creationId id="{E6BC2571-C322-F9D7-21CC-373D06B8402E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9" name="グループ化 788">
              <a:extLst>
                <a:ext uri="{FF2B5EF4-FFF2-40B4-BE49-F238E27FC236}">
                  <ns2:creationId id="{C97CB18A-D04F-4FD2-4B16-15E51CB01438}"/>
                </a:ext>
              </a:extLst>
            </p:cNvPr>
            <p:cNvGrpSpPr/>
            <p:nvPr/>
          </p:nvGrpSpPr>
          <p:grpSpPr>
            <a:xfrm>
              <a:off x="3279140" y="4781495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46" name="Text 25">
                <a:extLst>
                  <a:ext uri="{FF2B5EF4-FFF2-40B4-BE49-F238E27FC236}">
                    <ns2:creationId id="{081F8C89-B04B-D90A-5143-5C580A7E0101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7" name="Text 25">
                <a:extLst>
                  <a:ext uri="{FF2B5EF4-FFF2-40B4-BE49-F238E27FC236}">
                    <ns2:creationId id="{1EFEA886-5DAD-6A29-659D-696E043D84B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8" name="Text 25">
                <a:extLst>
                  <a:ext uri="{FF2B5EF4-FFF2-40B4-BE49-F238E27FC236}">
                    <ns2:creationId id="{C4796F04-FF62-9A99-9BD1-E982BEE90E91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9" name="Text 25">
                <a:extLst>
                  <a:ext uri="{FF2B5EF4-FFF2-40B4-BE49-F238E27FC236}">
                    <ns2:creationId id="{FD153193-CF37-26B7-B9D4-7BA3AE804E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0" name="Text 25">
                <a:extLst>
                  <a:ext uri="{FF2B5EF4-FFF2-40B4-BE49-F238E27FC236}">
                    <ns2:creationId id="{51FD92D8-EB25-2685-79B5-431B733D29A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1" name="Text 25">
                <a:extLst>
                  <a:ext uri="{FF2B5EF4-FFF2-40B4-BE49-F238E27FC236}">
                    <ns2:creationId id="{8F836618-0EC5-10D3-31C6-559D3385CED9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2" name="Text 25">
                <a:extLst>
                  <a:ext uri="{FF2B5EF4-FFF2-40B4-BE49-F238E27FC236}">
                    <ns2:creationId id="{1455642F-D355-442E-30A3-F6090E34755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ns2:creationId id="{34A5B154-80ED-3837-09F5-48EA969AF503}"/>
                </a:ext>
              </a:extLst>
            </p:cNvPr>
            <p:cNvGrpSpPr/>
            <p:nvPr/>
          </p:nvGrpSpPr>
          <p:grpSpPr>
            <a:xfrm>
              <a:off x="3279140" y="4920521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39" name="Text 25">
                <a:extLst>
                  <a:ext uri="{FF2B5EF4-FFF2-40B4-BE49-F238E27FC236}">
                    <ns2:creationId id="{4E286290-F04B-75B0-39B8-4C711243A958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0" name="Text 25">
                <a:extLst>
                  <a:ext uri="{FF2B5EF4-FFF2-40B4-BE49-F238E27FC236}">
                    <ns2:creationId id="{93EDE123-249E-1322-FF3C-204E815672A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1" name="Text 25">
                <a:extLst>
                  <a:ext uri="{FF2B5EF4-FFF2-40B4-BE49-F238E27FC236}">
                    <ns2:creationId id="{BBE4544D-046C-2EC6-CA10-B59C002E978F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2" name="Text 25">
                <a:extLst>
                  <a:ext uri="{FF2B5EF4-FFF2-40B4-BE49-F238E27FC236}">
                    <ns2:creationId id="{C3650835-6B9A-1889-B698-AA192DC268C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3" name="Text 25">
                <a:extLst>
                  <a:ext uri="{FF2B5EF4-FFF2-40B4-BE49-F238E27FC236}">
                    <ns2:creationId id="{54A6D512-314F-B018-F5DF-C6E9579B344E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4" name="Text 25">
                <a:extLst>
                  <a:ext uri="{FF2B5EF4-FFF2-40B4-BE49-F238E27FC236}">
                    <ns2:creationId id="{27FD2DBF-539C-6F3C-CABD-B9C915A913C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5" name="Text 25">
                <a:extLst>
                  <a:ext uri="{FF2B5EF4-FFF2-40B4-BE49-F238E27FC236}">
                    <ns2:creationId id="{2F83CC73-A1B5-CFCD-AE29-9CBBBDDBFB0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1066" name="グループ化 1065">
              <a:extLst>
                <a:ext uri="{FF2B5EF4-FFF2-40B4-BE49-F238E27FC236}">
                  <ns2:creationId id="{47C67403-6C44-F5A3-3E4C-BF9A26DD7ECE}"/>
                </a:ext>
              </a:extLst>
            </p:cNvPr>
            <p:cNvGrpSpPr/>
            <p:nvPr/>
          </p:nvGrpSpPr>
          <p:grpSpPr>
            <a:xfrm>
              <a:off x="7956160" y="1844153"/>
              <a:ext cx="3900875" cy="3200283"/>
              <a:chOff x="7956160" y="1844153"/>
              <a:chExt cx="3900875" cy="3200283"/>
            </a:xfrm>
          </p:grpSpPr>
          <p:sp>
            <p:nvSpPr>
              <p:cNvPr id="940" name="Text 25">
                <a:extLst>
                  <a:ext uri="{FF2B5EF4-FFF2-40B4-BE49-F238E27FC236}">
                    <ns2:creationId id="{C5470ABA-5F79-339D-DF84-8784ABA6C518}"/>
                  </a:ext>
                </a:extLst>
              </p:cNvPr>
              <p:cNvSpPr txBox="1"/>
              <p:nvPr/>
            </p:nvSpPr>
            <p:spPr>
              <a:xfrm>
                <a:off x="7956160" y="1989463"/>
                <a:ext cx="3900875" cy="3054973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1" name="Text 25">
                <a:extLst>
                  <a:ext uri="{FF2B5EF4-FFF2-40B4-BE49-F238E27FC236}">
                    <ns2:creationId id="{5BA82E50-7123-AC7A-2388-DAB997DA85E9}"/>
                  </a:ext>
                </a:extLst>
              </p:cNvPr>
              <p:cNvSpPr txBox="1"/>
              <p:nvPr/>
            </p:nvSpPr>
            <p:spPr>
              <a:xfrm>
                <a:off x="8161952" y="1844153"/>
                <a:ext cx="1312494" cy="248259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grpSp>
            <p:nvGrpSpPr>
              <p:cNvPr id="962" name="グループ化 961">
                <a:extLst>
                  <a:ext uri="{FF2B5EF4-FFF2-40B4-BE49-F238E27FC236}">
                    <ns2:creationId id="{239A0D14-ABA4-6CD0-3F19-F36779CBB9F5}"/>
                  </a:ext>
                </a:extLst>
              </p:cNvPr>
              <p:cNvGrpSpPr/>
              <p:nvPr/>
            </p:nvGrpSpPr>
            <p:grpSpPr>
              <a:xfrm>
                <a:off x="9180045" y="2223342"/>
                <a:ext cx="469513" cy="2665650"/>
                <a:chOff x="9180045" y="2223342"/>
                <a:chExt cx="469513" cy="2665650"/>
              </a:xfrm>
              <a:solidFill>
                <a:srgbClr val="E2F0D9"/>
              </a:solidFill>
            </p:grpSpPr>
            <p:sp>
              <p:nvSpPr>
                <p:cNvPr id="450" name="Text 147">
                  <a:extLst>
                    <a:ext uri="{FF2B5EF4-FFF2-40B4-BE49-F238E27FC236}">
                      <ns2:creationId id="{E2872552-E2CF-4E1D-70DD-4D2A86D21BF4}"/>
                    </a:ext>
                  </a:extLst>
                </p:cNvPr>
                <p:cNvSpPr txBox="1"/>
                <p:nvPr/>
              </p:nvSpPr>
              <p:spPr>
                <a:xfrm>
                  <a:off x="9180045" y="222334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4" name="Text 149">
                  <a:extLst>
                    <a:ext uri="{FF2B5EF4-FFF2-40B4-BE49-F238E27FC236}">
                      <ns2:creationId id="{6075865E-9CEB-F38D-F04C-225FB92D79CE}"/>
                    </a:ext>
                  </a:extLst>
                </p:cNvPr>
                <p:cNvSpPr txBox="1"/>
                <p:nvPr/>
              </p:nvSpPr>
              <p:spPr>
                <a:xfrm>
                  <a:off x="9180045" y="261394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8" name="Text 151">
                  <a:extLst>
                    <a:ext uri="{FF2B5EF4-FFF2-40B4-BE49-F238E27FC236}">
                      <ns2:creationId id="{EE7D4513-DEB0-2E60-FC77-A6A86E8C9A42}"/>
                    </a:ext>
                  </a:extLst>
                </p:cNvPr>
                <p:cNvSpPr txBox="1"/>
                <p:nvPr/>
              </p:nvSpPr>
              <p:spPr>
                <a:xfrm>
                  <a:off x="9180045" y="3004547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66" name="Text 155">
                  <a:extLst>
                    <a:ext uri="{FF2B5EF4-FFF2-40B4-BE49-F238E27FC236}">
                      <ns2:creationId id="{2B331B34-2444-DE90-8586-F4CECA916325}"/>
                    </a:ext>
                  </a:extLst>
                </p:cNvPr>
                <p:cNvSpPr txBox="1"/>
                <p:nvPr/>
              </p:nvSpPr>
              <p:spPr>
                <a:xfrm>
                  <a:off x="9180045" y="3395149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0" name="Text 157">
                  <a:extLst>
                    <a:ext uri="{FF2B5EF4-FFF2-40B4-BE49-F238E27FC236}">
                      <ns2:creationId id="{03EA69EF-54E1-438A-EFB6-2A79E221C1FD}"/>
                    </a:ext>
                  </a:extLst>
                </p:cNvPr>
                <p:cNvSpPr txBox="1"/>
                <p:nvPr/>
              </p:nvSpPr>
              <p:spPr>
                <a:xfrm>
                  <a:off x="9180045" y="378575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8" name="Text 161">
                  <a:extLst>
                    <a:ext uri="{FF2B5EF4-FFF2-40B4-BE49-F238E27FC236}">
                      <ns2:creationId id="{67B2BB46-D1E4-40FA-D266-B5F746C63F3D}"/>
                    </a:ext>
                  </a:extLst>
                </p:cNvPr>
                <p:cNvSpPr txBox="1"/>
                <p:nvPr/>
              </p:nvSpPr>
              <p:spPr>
                <a:xfrm>
                  <a:off x="9180045" y="417635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82" name="Text 163">
                  <a:extLst>
                    <a:ext uri="{FF2B5EF4-FFF2-40B4-BE49-F238E27FC236}">
                      <ns2:creationId id="{DD9DD341-53A5-3017-A058-C75AB2F1D44F}"/>
                    </a:ext>
                  </a:extLst>
                </p:cNvPr>
                <p:cNvSpPr txBox="1"/>
                <p:nvPr/>
              </p:nvSpPr>
              <p:spPr>
                <a:xfrm>
                  <a:off x="9180045" y="4566955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sp>
            <p:nvSpPr>
              <p:cNvPr id="446" name="Text 145">
                <a:extLst>
                  <a:ext uri="{FF2B5EF4-FFF2-40B4-BE49-F238E27FC236}">
                    <ns2:creationId id="{9AB7355F-ABA0-5698-F27B-0A945A90569C}"/>
                  </a:ext>
                </a:extLst>
              </p:cNvPr>
              <p:cNvSpPr txBox="1"/>
              <p:nvPr/>
            </p:nvSpPr>
            <p:spPr>
              <a:xfrm>
                <a:off x="8100218" y="2227124"/>
                <a:ext cx="993400" cy="1110436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2" name="Text 145">
                <a:extLst>
                  <a:ext uri="{FF2B5EF4-FFF2-40B4-BE49-F238E27FC236}">
                    <ns2:creationId id="{48694946-19B3-D2B4-C641-E1263DDF6056}"/>
                  </a:ext>
                </a:extLst>
              </p:cNvPr>
              <p:cNvSpPr txBox="1"/>
              <p:nvPr/>
            </p:nvSpPr>
            <p:spPr>
              <a:xfrm>
                <a:off x="8100218" y="3391389"/>
                <a:ext cx="993400" cy="7164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3" name="Text 145">
                <a:extLst>
                  <a:ext uri="{FF2B5EF4-FFF2-40B4-BE49-F238E27FC236}">
                    <ns2:creationId id="{0FB278C6-F963-2DBD-7594-11CD2CD7AD5B}"/>
                  </a:ext>
                </a:extLst>
              </p:cNvPr>
              <p:cNvSpPr txBox="1"/>
              <p:nvPr/>
            </p:nvSpPr>
            <p:spPr>
              <a:xfrm>
                <a:off x="8100218" y="4176355"/>
                <a:ext cx="993400" cy="717972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45" name="グループ化 944">
                <a:extLst>
                  <a:ext uri="{FF2B5EF4-FFF2-40B4-BE49-F238E27FC236}">
                    <ns2:creationId id="{ED7C996D-93C4-8AB3-8A4A-8C4FF0034D71}"/>
                  </a:ext>
                </a:extLst>
              </p:cNvPr>
              <p:cNvGrpSpPr/>
              <p:nvPr/>
            </p:nvGrpSpPr>
            <p:grpSpPr>
              <a:xfrm>
                <a:off x="9730474" y="2227124"/>
                <a:ext cx="1973846" cy="2665650"/>
                <a:chOff x="9697877" y="2223342"/>
                <a:chExt cx="2331720" cy="2044335"/>
              </a:xfrm>
            </p:grpSpPr>
            <p:sp>
              <p:nvSpPr>
                <p:cNvPr id="946" name="Text 147">
                  <a:extLst>
                    <a:ext uri="{FF2B5EF4-FFF2-40B4-BE49-F238E27FC236}">
                      <ns2:creationId id="{F109333B-4FEF-88E9-96E7-4DF1D1D46078}"/>
                    </a:ext>
                  </a:extLst>
                </p:cNvPr>
                <p:cNvSpPr txBox="1"/>
                <p:nvPr/>
              </p:nvSpPr>
              <p:spPr>
                <a:xfrm>
                  <a:off x="9697877" y="22233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7" name="Text 149">
                  <a:extLst>
                    <a:ext uri="{FF2B5EF4-FFF2-40B4-BE49-F238E27FC236}">
                      <ns2:creationId id="{D934D52D-3AEC-F3E6-5CC7-D915C6A8A90A}"/>
                    </a:ext>
                  </a:extLst>
                </p:cNvPr>
                <p:cNvSpPr txBox="1"/>
                <p:nvPr/>
              </p:nvSpPr>
              <p:spPr>
                <a:xfrm>
                  <a:off x="9697877" y="252290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8" name="Text 151">
                  <a:extLst>
                    <a:ext uri="{FF2B5EF4-FFF2-40B4-BE49-F238E27FC236}">
                      <ns2:creationId id="{4D00346D-F03A-1564-6C22-33820E53C1BD}"/>
                    </a:ext>
                  </a:extLst>
                </p:cNvPr>
                <p:cNvSpPr txBox="1"/>
                <p:nvPr/>
              </p:nvSpPr>
              <p:spPr>
                <a:xfrm>
                  <a:off x="9697877" y="282246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9" name="Text 155">
                  <a:extLst>
                    <a:ext uri="{FF2B5EF4-FFF2-40B4-BE49-F238E27FC236}">
                      <ns2:creationId id="{A85EDADE-3460-DE75-CD44-FB3F80B180E3}"/>
                    </a:ext>
                  </a:extLst>
                </p:cNvPr>
                <p:cNvSpPr txBox="1"/>
                <p:nvPr/>
              </p:nvSpPr>
              <p:spPr>
                <a:xfrm>
                  <a:off x="9697877" y="312202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0" name="Text 157">
                  <a:extLst>
                    <a:ext uri="{FF2B5EF4-FFF2-40B4-BE49-F238E27FC236}">
                      <ns2:creationId id="{D58BE933-5AAA-219A-358C-F0C9D86576AE}"/>
                    </a:ext>
                  </a:extLst>
                </p:cNvPr>
                <p:cNvSpPr txBox="1"/>
                <p:nvPr/>
              </p:nvSpPr>
              <p:spPr>
                <a:xfrm>
                  <a:off x="9697877" y="342158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1" name="Text 161">
                  <a:extLst>
                    <a:ext uri="{FF2B5EF4-FFF2-40B4-BE49-F238E27FC236}">
                      <ns2:creationId id="{98FA8587-1177-822D-9D60-5A0224C94D50}"/>
                    </a:ext>
                  </a:extLst>
                </p:cNvPr>
                <p:cNvSpPr txBox="1"/>
                <p:nvPr/>
              </p:nvSpPr>
              <p:spPr>
                <a:xfrm>
                  <a:off x="9697877" y="37211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2" name="Text 163">
                  <a:extLst>
                    <a:ext uri="{FF2B5EF4-FFF2-40B4-BE49-F238E27FC236}">
                      <ns2:creationId id="{19910681-75AB-BC32-65C6-62091F4CB873}"/>
                    </a:ext>
                  </a:extLst>
                </p:cNvPr>
                <p:cNvSpPr txBox="1"/>
                <p:nvPr/>
              </p:nvSpPr>
              <p:spPr>
                <a:xfrm>
                  <a:off x="9697877" y="4020701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grpSp>
            <p:nvGrpSpPr>
              <p:cNvPr id="961" name="グループ化 960">
                <a:extLst>
                  <a:ext uri="{FF2B5EF4-FFF2-40B4-BE49-F238E27FC236}">
                    <ns2:creationId id="{AA6BF3F4-B499-6115-7AF1-D6F5716DCA59}"/>
                  </a:ext>
                </a:extLst>
              </p:cNvPr>
              <p:cNvGrpSpPr/>
              <p:nvPr/>
            </p:nvGrpSpPr>
            <p:grpSpPr>
              <a:xfrm>
                <a:off x="9732380" y="2582545"/>
                <a:ext cx="1968130" cy="1952625"/>
                <a:chOff x="9732380" y="2582545"/>
                <a:chExt cx="1968130" cy="1952625"/>
              </a:xfrm>
            </p:grpSpPr>
            <p:cxnSp>
              <p:nvCxnSpPr>
                <p:cNvPr id="954" name="直線コネクタ 953">
                  <a:extLst>
                    <a:ext uri="{FF2B5EF4-FFF2-40B4-BE49-F238E27FC236}">
                      <ns2:creationId id="{8B0A04D8-54D4-05CD-C3A9-ABA4035098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5825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6" name="直線コネクタ 955">
                  <a:extLst>
                    <a:ext uri="{FF2B5EF4-FFF2-40B4-BE49-F238E27FC236}">
                      <ns2:creationId id="{A25EB065-0894-F4FF-18FE-E26083A0D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9730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7" name="直線コネクタ 956">
                  <a:extLst>
                    <a:ext uri="{FF2B5EF4-FFF2-40B4-BE49-F238E27FC236}">
                      <ns2:creationId id="{9A1FD7F4-AD30-F86D-2950-F68142E89B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36359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8" name="直線コネクタ 957">
                  <a:extLst>
                    <a:ext uri="{FF2B5EF4-FFF2-40B4-BE49-F238E27FC236}">
                      <ns2:creationId id="{9D372C50-3AE2-B8DA-9731-6F35AECDEC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75412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9" name="直線コネクタ 958">
                  <a:extLst>
                    <a:ext uri="{FF2B5EF4-FFF2-40B4-BE49-F238E27FC236}">
                      <ns2:creationId id="{9C5AEA4E-F446-F601-DF7D-4574295170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1446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0" name="直線コネクタ 959">
                  <a:extLst>
                    <a:ext uri="{FF2B5EF4-FFF2-40B4-BE49-F238E27FC236}">
                      <ns2:creationId id="{4DF22BDA-7BE2-2482-0657-63E830B5C4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5351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64" name="Text 25">
              <a:extLst>
                <a:ext uri="{FF2B5EF4-FFF2-40B4-BE49-F238E27FC236}">
                  <ns2:creationId id="{215297CC-A482-766B-9D62-4C792036A745}"/>
                </a:ext>
              </a:extLst>
            </p:cNvPr>
            <p:cNvSpPr txBox="1"/>
            <p:nvPr/>
          </p:nvSpPr>
          <p:spPr>
            <a:xfrm>
              <a:off x="334963" y="5198479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66" name="Text 25">
              <a:extLst>
                <a:ext uri="{FF2B5EF4-FFF2-40B4-BE49-F238E27FC236}">
                  <ns2:creationId id="{0D409208-94D5-EDFE-801A-102F54339B87}"/>
                </a:ext>
              </a:extLst>
            </p:cNvPr>
            <p:cNvSpPr txBox="1"/>
            <p:nvPr/>
          </p:nvSpPr>
          <p:spPr>
            <a:xfrm>
              <a:off x="334963" y="6097004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KGI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1" name="グループ化 970">
              <a:extLst>
                <a:ext uri="{FF2B5EF4-FFF2-40B4-BE49-F238E27FC236}">
                  <ns2:creationId id="{C723CB15-70A1-2DD9-B792-9A0A90C2A6CF}"/>
                </a:ext>
              </a:extLst>
            </p:cNvPr>
            <p:cNvGrpSpPr/>
            <p:nvPr/>
          </p:nvGrpSpPr>
          <p:grpSpPr>
            <a:xfrm>
              <a:off x="2159000" y="6132563"/>
              <a:ext cx="9281159" cy="144000"/>
              <a:chOff x="1718755" y="6097003"/>
              <a:chExt cx="2580640" cy="211721"/>
            </a:xfrm>
            <a:solidFill>
              <a:srgbClr val="E2F0D9"/>
            </a:solidFill>
          </p:grpSpPr>
          <p:sp>
            <p:nvSpPr>
              <p:cNvPr id="967" name="Text 25">
                <a:extLst>
                  <a:ext uri="{FF2B5EF4-FFF2-40B4-BE49-F238E27FC236}">
                    <ns2:creationId id="{8EBD3D3D-5F72-4FFD-45C9-59FEA058E183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968" name="Text 25">
                <a:extLst>
                  <a:ext uri="{FF2B5EF4-FFF2-40B4-BE49-F238E27FC236}">
                    <ns2:creationId id="{2D676553-38B9-AC44-4865-4C79032D466E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965" name="Text 25">
              <a:extLst>
                <a:ext uri="{FF2B5EF4-FFF2-40B4-BE49-F238E27FC236}">
                  <ns2:creationId id="{D833553B-DBD6-76E3-0AE5-6B02395EC65F}"/>
                </a:ext>
              </a:extLst>
            </p:cNvPr>
            <p:cNvSpPr txBox="1"/>
            <p:nvPr/>
          </p:nvSpPr>
          <p:spPr>
            <a:xfrm>
              <a:off x="334963" y="5647741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2" name="グループ化 971">
              <a:extLst>
                <a:ext uri="{FF2B5EF4-FFF2-40B4-BE49-F238E27FC236}">
                  <ns2:creationId id="{9EF27779-5210-7814-7FE9-2B9A024B0114}"/>
                </a:ext>
              </a:extLst>
            </p:cNvPr>
            <p:cNvGrpSpPr/>
            <p:nvPr/>
          </p:nvGrpSpPr>
          <p:grpSpPr>
            <a:xfrm>
              <a:off x="2149698" y="5679755"/>
              <a:ext cx="9276393" cy="144001"/>
              <a:chOff x="1718755" y="6097003"/>
              <a:chExt cx="5348224" cy="211721"/>
            </a:xfrm>
            <a:solidFill>
              <a:srgbClr val="E2F0D9"/>
            </a:solidFill>
          </p:grpSpPr>
          <p:sp>
            <p:nvSpPr>
              <p:cNvPr id="973" name="Text 25">
                <a:extLst>
                  <a:ext uri="{FF2B5EF4-FFF2-40B4-BE49-F238E27FC236}">
                    <ns2:creationId id="{084C2CE4-29E9-95D6-6154-C58C31350F48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4" name="Text 25">
                <a:extLst>
                  <a:ext uri="{FF2B5EF4-FFF2-40B4-BE49-F238E27FC236}">
                    <ns2:creationId id="{5583F214-450B-1DB1-0DBC-CDD51439CA69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5" name="Text 25">
                <a:extLst>
                  <a:ext uri="{FF2B5EF4-FFF2-40B4-BE49-F238E27FC236}">
                    <ns2:creationId id="{B542C2A5-3FB7-81D3-E5D6-BF75A5FFDF5D}"/>
                  </a:ext>
                </a:extLst>
              </p:cNvPr>
              <p:cNvSpPr txBox="1"/>
              <p:nvPr/>
            </p:nvSpPr>
            <p:spPr>
              <a:xfrm>
                <a:off x="4486339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6" name="Text 25">
                <a:extLst>
                  <a:ext uri="{FF2B5EF4-FFF2-40B4-BE49-F238E27FC236}">
                    <ns2:creationId id="{59F0DB2D-E25E-4E85-3F19-F30488D14129}"/>
                  </a:ext>
                </a:extLst>
              </p:cNvPr>
              <p:cNvSpPr txBox="1"/>
              <p:nvPr/>
            </p:nvSpPr>
            <p:spPr>
              <a:xfrm>
                <a:off x="5870131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978" name="Text 25">
              <a:extLst>
                <a:ext uri="{FF2B5EF4-FFF2-40B4-BE49-F238E27FC236}">
                  <ns2:creationId id="{F11D88D3-EFCA-72A7-BA8B-7343CD9F1070}"/>
                </a:ext>
              </a:extLst>
            </p:cNvPr>
            <p:cNvSpPr txBox="1"/>
            <p:nvPr/>
          </p:nvSpPr>
          <p:spPr>
            <a:xfrm>
              <a:off x="1718753" y="5198479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『</a:t>
              </a:r>
              <a:r>
                <a:rPr lang="en-US" sz="14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』</a:t>
              </a:r>
              <a:r>
                <a:rPr lang="ja-JP" altLang="en-US" sz="14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EBITDA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─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98" name="楕円 997">
              <a:extLst>
                <a:ext uri="{FF2B5EF4-FFF2-40B4-BE49-F238E27FC236}">
                  <ns2:creationId id="{BAFFD8A4-6124-3C2A-587B-6FACDA826C5C}"/>
                </a:ext>
              </a:extLst>
            </p:cNvPr>
            <p:cNvSpPr/>
            <p:nvPr/>
          </p:nvSpPr>
          <p:spPr>
            <a:xfrm>
              <a:off x="28508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9" name="楕円 998">
              <a:extLst>
                <a:ext uri="{FF2B5EF4-FFF2-40B4-BE49-F238E27FC236}">
                  <ns2:creationId id="{2761836B-FE29-120A-1EAF-F2A9FF17FA0B}"/>
                </a:ext>
              </a:extLst>
            </p:cNvPr>
            <p:cNvSpPr/>
            <p:nvPr/>
          </p:nvSpPr>
          <p:spPr>
            <a:xfrm>
              <a:off x="511911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0" name="楕円 999">
              <a:extLst>
                <a:ext uri="{FF2B5EF4-FFF2-40B4-BE49-F238E27FC236}">
                  <ns2:creationId id="{EF4FF5E5-11A9-67D4-1285-6774070BD827}"/>
                </a:ext>
              </a:extLst>
            </p:cNvPr>
            <p:cNvSpPr/>
            <p:nvPr/>
          </p:nvSpPr>
          <p:spPr>
            <a:xfrm>
              <a:off x="7651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1" name="楕円 1000">
              <a:extLst>
                <a:ext uri="{FF2B5EF4-FFF2-40B4-BE49-F238E27FC236}">
                  <ns2:creationId id="{C8E64015-0D87-EA7A-996F-31E14CEEB41E}"/>
                </a:ext>
              </a:extLst>
            </p:cNvPr>
            <p:cNvSpPr/>
            <p:nvPr/>
          </p:nvSpPr>
          <p:spPr>
            <a:xfrm>
              <a:off x="10064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003" name="直線コネクタ 1002">
              <a:extLst>
                <a:ext uri="{FF2B5EF4-FFF2-40B4-BE49-F238E27FC236}">
                  <ns2:creationId id="{F0D56481-ABA8-0081-BDE6-9F9131368D89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198479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4" name="直線コネクタ 1003">
              <a:extLst>
                <a:ext uri="{FF2B5EF4-FFF2-40B4-BE49-F238E27FC236}">
                  <ns2:creationId id="{51004F44-ECC9-4A10-5033-168CE26D1DC3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647741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コネクタ 1004">
              <a:extLst>
                <a:ext uri="{FF2B5EF4-FFF2-40B4-BE49-F238E27FC236}">
                  <ns2:creationId id="{46CCDEF6-DFA9-4F08-6CCC-37D796557EC8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6097004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Text 25">
              <a:extLst>
                <a:ext uri="{FF2B5EF4-FFF2-40B4-BE49-F238E27FC236}">
                  <ns2:creationId id="{8617191E-5A48-BA27-AD5C-70DE7794A31A}"/>
                </a:ext>
              </a:extLst>
            </p:cNvPr>
            <p:cNvSpPr txBox="1"/>
            <p:nvPr/>
          </p:nvSpPr>
          <p:spPr>
            <a:xfrm>
              <a:off x="2832141" y="6151245"/>
              <a:ext cx="1142883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8" name="Text 25">
              <a:extLst>
                <a:ext uri="{FF2B5EF4-FFF2-40B4-BE49-F238E27FC236}">
                  <ns2:creationId id="{3188ED68-1890-1F3D-5F47-70DF2DADC742}"/>
                </a:ext>
              </a:extLst>
            </p:cNvPr>
            <p:cNvSpPr txBox="1"/>
            <p:nvPr/>
          </p:nvSpPr>
          <p:spPr>
            <a:xfrm>
              <a:off x="8272061" y="6159454"/>
              <a:ext cx="737319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>
                  <a:solidFill>
                    <a:schemeClr val="bg1"/>
                  </a:solidFill>
                  <a:latin typeface="+mn-ea"/>
                </a:rPr>
                <a:t>ROIC</a:t>
              </a:r>
            </a:p>
          </p:txBody>
        </p:sp>
        <p:sp>
          <p:nvSpPr>
            <p:cNvPr id="1009" name="二等辺三角形 1008">
              <a:extLst>
                <a:ext uri="{FF2B5EF4-FFF2-40B4-BE49-F238E27FC236}">
                  <ns2:creationId id="{C790C946-616D-EE19-0B54-78776D09E0E2}"/>
                </a:ext>
              </a:extLst>
            </p:cNvPr>
            <p:cNvSpPr/>
            <p:nvPr/>
          </p:nvSpPr>
          <p:spPr>
            <a:xfrm flipV="1">
              <a:off x="6485743" y="548357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0" name="二等辺三角形 1009">
              <a:extLst>
                <a:ext uri="{FF2B5EF4-FFF2-40B4-BE49-F238E27FC236}">
                  <ns2:creationId id="{823D9FA7-9E9E-5AB4-12A4-903A2959849D}"/>
                </a:ext>
              </a:extLst>
            </p:cNvPr>
            <p:cNvSpPr/>
            <p:nvPr/>
          </p:nvSpPr>
          <p:spPr>
            <a:xfrm flipV="1">
              <a:off x="6485743" y="595982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3" name="Text 25">
              <a:extLst>
                <a:ext uri="{FF2B5EF4-FFF2-40B4-BE49-F238E27FC236}">
                  <ns2:creationId id="{512B678F-A680-D508-B910-C91C6ABB1E03}"/>
                </a:ext>
              </a:extLst>
            </p:cNvPr>
            <p:cNvSpPr txBox="1"/>
            <p:nvPr/>
          </p:nvSpPr>
          <p:spPr>
            <a:xfrm>
              <a:off x="334963" y="3874281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KPI</a:t>
              </a:r>
              <a:endParaRPr 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62" name="グループ化 1061">
              <a:extLst>
                <a:ext uri="{FF2B5EF4-FFF2-40B4-BE49-F238E27FC236}">
                  <ns2:creationId id="{C0ECB94C-4D52-94C8-E3D8-CC73C82EA615}"/>
                </a:ext>
              </a:extLst>
            </p:cNvPr>
            <p:cNvGrpSpPr/>
            <p:nvPr/>
          </p:nvGrpSpPr>
          <p:grpSpPr>
            <a:xfrm>
              <a:off x="502921" y="4213145"/>
              <a:ext cx="7135794" cy="698944"/>
              <a:chOff x="502921" y="4213145"/>
              <a:chExt cx="7135794" cy="698944"/>
            </a:xfrm>
          </p:grpSpPr>
          <p:grpSp>
            <p:nvGrpSpPr>
              <p:cNvPr id="670" name="グループ化 669">
                <a:extLst>
                  <a:ext uri="{FF2B5EF4-FFF2-40B4-BE49-F238E27FC236}">
                    <ns2:creationId id="{E1DE1016-2E98-31BE-86D7-B4613DD093BA}"/>
                  </a:ext>
                </a:extLst>
              </p:cNvPr>
              <p:cNvGrpSpPr/>
              <p:nvPr/>
            </p:nvGrpSpPr>
            <p:grpSpPr>
              <a:xfrm>
                <a:off x="502921" y="4213145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759" name="直線コネクタ 758">
                  <a:extLst>
                    <a:ext uri="{FF2B5EF4-FFF2-40B4-BE49-F238E27FC236}">
                      <ns2:creationId id="{E51479A7-97E5-1812-52D8-6513D45A9F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0" name="直線コネクタ 759">
                  <a:extLst>
                    <a:ext uri="{FF2B5EF4-FFF2-40B4-BE49-F238E27FC236}">
                      <ns2:creationId id="{9B2C6F0E-B2C9-58C0-FD75-447BBB78D5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1" name="直線コネクタ 760">
                  <a:extLst>
                    <a:ext uri="{FF2B5EF4-FFF2-40B4-BE49-F238E27FC236}">
                      <ns2:creationId id="{77DB9A97-1F26-F095-2DED-BAF99F110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2" name="直線コネクタ 761">
                  <a:extLst>
                    <a:ext uri="{FF2B5EF4-FFF2-40B4-BE49-F238E27FC236}">
                      <ns2:creationId id="{EB45C748-1172-C304-BDAB-E1A4ADC15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3" name="直線コネクタ 762">
                  <a:extLst>
                    <a:ext uri="{FF2B5EF4-FFF2-40B4-BE49-F238E27FC236}">
                      <ns2:creationId id="{E31AE4E5-9AD2-EF22-BC94-1216B1BEE8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4" name="直線コネクタ 763">
                  <a:extLst>
                    <a:ext uri="{FF2B5EF4-FFF2-40B4-BE49-F238E27FC236}">
                      <ns2:creationId id="{2766D07D-2E5A-D48C-6A8E-A62554BBC7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5" name="直線コネクタ 764">
                  <a:extLst>
                    <a:ext uri="{FF2B5EF4-FFF2-40B4-BE49-F238E27FC236}">
                      <ns2:creationId id="{D5ABF284-4A9E-9E11-2E7F-81CC9ACF26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4" name="直線コネクタ 1013">
                  <a:extLst>
                    <a:ext uri="{FF2B5EF4-FFF2-40B4-BE49-F238E27FC236}">
                      <ns2:creationId id="{9CF8AF2D-31C3-29D7-B12B-2F9455ABB090}"/>
                    </a:ext>
                  </a:extLst>
                </p:cNvPr>
                <p:cNvCxnSpPr>
                  <a:cxnSpLocks/>
                  <a:stCxn id="889" idx="1"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17" name="グループ化 1016">
                <a:extLst>
                  <a:ext uri="{FF2B5EF4-FFF2-40B4-BE49-F238E27FC236}">
                    <ns2:creationId id="{FD0D1C3D-0649-C09C-76B2-B9DFB3C4CE90}"/>
                  </a:ext>
                </a:extLst>
              </p:cNvPr>
              <p:cNvGrpSpPr/>
              <p:nvPr/>
            </p:nvGrpSpPr>
            <p:grpSpPr>
              <a:xfrm>
                <a:off x="502921" y="4352791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18" name="直線コネクタ 1017">
                  <a:extLst>
                    <a:ext uri="{FF2B5EF4-FFF2-40B4-BE49-F238E27FC236}">
                      <ns2:creationId id="{6E5FEB67-517F-38D4-D1D6-4C5F0EE8E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9" name="直線コネクタ 1018">
                  <a:extLst>
                    <a:ext uri="{FF2B5EF4-FFF2-40B4-BE49-F238E27FC236}">
                      <ns2:creationId id="{CC70B021-BA28-245C-45E8-14C1CB8B92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DB246075-0BB0-160B-74D4-A34F679943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18469418-8F3E-49E9-B08F-206743033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25464EC6-EF75-F2EE-FA67-E64A9A3D4D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175E9B54-2515-BB0C-77C7-7E75E489B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4" name="直線コネクタ 1023">
                  <a:extLst>
                    <a:ext uri="{FF2B5EF4-FFF2-40B4-BE49-F238E27FC236}">
                      <ns2:creationId id="{2301D043-8284-9D28-4FD8-8B400AD215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5B16C665-B107-0CB6-2F25-FB94F68697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26" name="グループ化 1025">
                <a:extLst>
                  <a:ext uri="{FF2B5EF4-FFF2-40B4-BE49-F238E27FC236}">
                    <ns2:creationId id="{CC51FA2E-7479-BF18-30AF-63EF70899C36}"/>
                  </a:ext>
                </a:extLst>
              </p:cNvPr>
              <p:cNvGrpSpPr/>
              <p:nvPr/>
            </p:nvGrpSpPr>
            <p:grpSpPr>
              <a:xfrm>
                <a:off x="502921" y="4492437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27" name="直線コネクタ 1026">
                  <a:extLst>
                    <a:ext uri="{FF2B5EF4-FFF2-40B4-BE49-F238E27FC236}">
                      <ns2:creationId id="{7554B39E-FFB7-82BE-3F7E-9DD6DEBFB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89844E24-B705-1D99-ECDF-8FBCF96E96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9" name="直線コネクタ 1028">
                  <a:extLst>
                    <a:ext uri="{FF2B5EF4-FFF2-40B4-BE49-F238E27FC236}">
                      <ns2:creationId id="{11D52D62-3E5C-DF8F-BB59-997387C6B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B07429BB-0D47-A7B6-817C-AC77769BD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6235A6F8-E800-6BA6-31C0-26FA5853D2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A5A07AA-AA4B-C3E5-53B2-CEF08A9B16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F742F496-FEF6-1327-395E-920D25B7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4" name="直線コネクタ 1033">
                  <a:extLst>
                    <a:ext uri="{FF2B5EF4-FFF2-40B4-BE49-F238E27FC236}">
                      <ns2:creationId id="{1050D22B-2D4A-FA11-0241-0E1CE1A9DC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35" name="グループ化 1034">
                <a:extLst>
                  <a:ext uri="{FF2B5EF4-FFF2-40B4-BE49-F238E27FC236}">
                    <ns2:creationId id="{275E9569-B166-1D02-52F4-85548659E722}"/>
                  </a:ext>
                </a:extLst>
              </p:cNvPr>
              <p:cNvGrpSpPr/>
              <p:nvPr/>
            </p:nvGrpSpPr>
            <p:grpSpPr>
              <a:xfrm>
                <a:off x="502921" y="4632083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36" name="直線コネクタ 1035">
                  <a:extLst>
                    <a:ext uri="{FF2B5EF4-FFF2-40B4-BE49-F238E27FC236}">
                      <ns2:creationId id="{EA3BA5EF-77C9-9B4F-08E9-05CC47764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C276C43B-5EEE-0034-73EB-2A81EEBB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A8828B11-C5E6-12EA-C671-A420E163BA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9" name="直線コネクタ 1038">
                  <a:extLst>
                    <a:ext uri="{FF2B5EF4-FFF2-40B4-BE49-F238E27FC236}">
                      <ns2:creationId id="{22B86F19-3537-346A-A2D4-DB3D7C3E3A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D5B33992-D69D-3F19-BD34-6E16B5E30E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1302C659-31CF-CEFB-A92A-BBE2EB414D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09B60481-FFD6-BFFD-CBB2-961BA399A4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316D7CA3-CE66-2B08-7509-EE8C2DB272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" name="グループ化 1043">
                <a:extLst>
                  <a:ext uri="{FF2B5EF4-FFF2-40B4-BE49-F238E27FC236}">
                    <ns2:creationId id="{8878534E-DF7B-614F-161B-0044CA0B5CF6}"/>
                  </a:ext>
                </a:extLst>
              </p:cNvPr>
              <p:cNvGrpSpPr/>
              <p:nvPr/>
            </p:nvGrpSpPr>
            <p:grpSpPr>
              <a:xfrm>
                <a:off x="502921" y="4771729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45" name="直線コネクタ 1044">
                  <a:extLst>
                    <a:ext uri="{FF2B5EF4-FFF2-40B4-BE49-F238E27FC236}">
                      <ns2:creationId id="{DD7951DB-8033-3184-B131-218A56333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B9E932D1-E2F4-082C-1429-7BEDBDE48C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4013A6AB-FE4C-5324-CAEA-063FDEF53A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D0D473E1-F353-3E33-0F6C-0C4922EEE6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9" name="直線コネクタ 1048">
                  <a:extLst>
                    <a:ext uri="{FF2B5EF4-FFF2-40B4-BE49-F238E27FC236}">
                      <ns2:creationId id="{65452C52-AA8B-9B9B-9911-078565CF1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24D1996D-0A79-6463-95FC-639AD09BCB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EF1A66E3-0196-A154-46FF-34580D867D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9C19DA43-0DB7-30D5-AAB3-182054D307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53" name="グループ化 1052">
                <a:extLst>
                  <a:ext uri="{FF2B5EF4-FFF2-40B4-BE49-F238E27FC236}">
                    <ns2:creationId id="{1331CF81-BC79-93DE-8FBF-5D0E60761163}"/>
                  </a:ext>
                </a:extLst>
              </p:cNvPr>
              <p:cNvGrpSpPr/>
              <p:nvPr/>
            </p:nvGrpSpPr>
            <p:grpSpPr>
              <a:xfrm>
                <a:off x="502921" y="4911374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AB90471F-6A35-CB92-D8EB-F15D26D469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04F4754B-4C2A-100A-3581-5BB4F56248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A4C43B6B-D94D-EEDE-6CD0-4ED19532BF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88BC037D-D4C1-8189-4B68-0AD41B10A5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785FA265-5F31-8510-19AD-6255E3CFE2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9" name="直線コネクタ 1058">
                  <a:extLst>
                    <a:ext uri="{FF2B5EF4-FFF2-40B4-BE49-F238E27FC236}">
                      <ns2:creationId id="{F0EC17D4-E9D3-7DD4-F75A-1EAF07D6B9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0A76DAAC-5C0E-65AE-5879-79FEBED43D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E25BA69-4DED-A29C-ACD6-C6517CB83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072" name="グラフィックス 1071" descr="税額 単色塗りつぶし">
              <a:extLst>
                <a:ext uri="{FF2B5EF4-FFF2-40B4-BE49-F238E27FC236}">
                  <ns2:creationId id="{B1EDA6A5-1143-88F5-D5DB-6A0C731D77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2732200"/>
              <a:ext cx="108000" cy="108000"/>
            </a:xfrm>
            <a:prstGeom prst="rect">
              <a:avLst/>
            </a:prstGeom>
          </p:spPr>
        </p:pic>
        <p:pic>
          <p:nvPicPr>
            <p:cNvPr id="1074" name="グラフィックス 1073" descr="翼の付いたお金 単色塗りつぶし">
              <a:extLst>
                <a:ext uri="{FF2B5EF4-FFF2-40B4-BE49-F238E27FC236}">
                  <ns2:creationId id="{F2D164D6-4884-6C2D-FE04-E57181AAD2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2871529"/>
              <a:ext cx="108000" cy="108000"/>
            </a:xfrm>
            <a:prstGeom prst="rect">
              <a:avLst/>
            </a:prstGeom>
          </p:spPr>
        </p:pic>
        <p:pic>
          <p:nvPicPr>
            <p:cNvPr id="1076" name="グラフィックス 1075" descr="豚の貯金箱 単色塗りつぶし">
              <a:extLst>
                <a:ext uri="{FF2B5EF4-FFF2-40B4-BE49-F238E27FC236}">
                  <ns2:creationId id="{74691165-B353-8FC1-FA71-1B107F5886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289517"/>
              <a:ext cx="108000" cy="108000"/>
            </a:xfrm>
            <a:prstGeom prst="rect">
              <a:avLst/>
            </a:prstGeom>
          </p:spPr>
        </p:pic>
        <p:pic>
          <p:nvPicPr>
            <p:cNvPr id="1077" name="グラフィックス 1076" descr="税額 単色塗りつぶし">
              <a:extLst>
                <a:ext uri="{FF2B5EF4-FFF2-40B4-BE49-F238E27FC236}">
                  <ns2:creationId id="{D3F8CAD8-A7EA-433F-FFD7-2DCE051847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3150188"/>
              <a:ext cx="108000" cy="108000"/>
            </a:xfrm>
            <a:prstGeom prst="rect">
              <a:avLst/>
            </a:prstGeom>
          </p:spPr>
        </p:pic>
        <p:pic>
          <p:nvPicPr>
            <p:cNvPr id="1078" name="グラフィックス 1077" descr="翼の付いたお金 単色塗りつぶし">
              <a:extLst>
                <a:ext uri="{FF2B5EF4-FFF2-40B4-BE49-F238E27FC236}">
                  <ns2:creationId id="{29260C51-C973-500E-C851-20D6460F3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010858"/>
              <a:ext cx="108000" cy="108000"/>
            </a:xfrm>
            <a:prstGeom prst="rect">
              <a:avLst/>
            </a:prstGeom>
          </p:spPr>
        </p:pic>
        <p:pic>
          <p:nvPicPr>
            <p:cNvPr id="1079" name="グラフィックス 1078" descr="翼の付いたお金 単色塗りつぶし">
              <a:extLst>
                <a:ext uri="{FF2B5EF4-FFF2-40B4-BE49-F238E27FC236}">
                  <ns2:creationId id="{23C6FB68-A6F4-324D-A74B-6C978A623A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428846"/>
              <a:ext cx="108000" cy="108000"/>
            </a:xfrm>
            <a:prstGeom prst="rect">
              <a:avLst/>
            </a:prstGeom>
          </p:spPr>
        </p:pic>
        <p:pic>
          <p:nvPicPr>
            <p:cNvPr id="1080" name="グラフィックス 1079" descr="翼の付いたお金 単色塗りつぶし">
              <a:extLst>
                <a:ext uri="{FF2B5EF4-FFF2-40B4-BE49-F238E27FC236}">
                  <ns2:creationId id="{EDD84357-3CBD-43CC-4C34-B666894A72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707507"/>
              <a:ext cx="108000" cy="108000"/>
            </a:xfrm>
            <a:prstGeom prst="rect">
              <a:avLst/>
            </a:prstGeom>
          </p:spPr>
        </p:pic>
        <p:pic>
          <p:nvPicPr>
            <p:cNvPr id="1081" name="グラフィックス 1080" descr="豚の貯金箱 単色塗りつぶし">
              <a:extLst>
                <a:ext uri="{FF2B5EF4-FFF2-40B4-BE49-F238E27FC236}">
                  <ns2:creationId id="{1F90A642-7166-3258-614E-F909A4894E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568175"/>
              <a:ext cx="108000" cy="108000"/>
            </a:xfrm>
            <a:prstGeom prst="rect">
              <a:avLst/>
            </a:prstGeom>
          </p:spPr>
        </p:pic>
        <p:pic>
          <p:nvPicPr>
            <p:cNvPr id="1086" name="グラフィックス 1085" descr="歯車 1 つ 単色塗りつぶし">
              <a:extLst>
                <a:ext uri="{FF2B5EF4-FFF2-40B4-BE49-F238E27FC236}">
                  <ns2:creationId id="{29AFBE02-87C4-A297-4C30-32C72C9080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035553"/>
              <a:ext cx="108000" cy="108000"/>
            </a:xfrm>
            <a:prstGeom prst="rect">
              <a:avLst/>
            </a:prstGeom>
          </p:spPr>
        </p:pic>
        <p:pic>
          <p:nvPicPr>
            <p:cNvPr id="1087" name="グラフィックス 1086" descr="歯車 1 つ 単色塗りつぶし">
              <a:extLst>
                <a:ext uri="{FF2B5EF4-FFF2-40B4-BE49-F238E27FC236}">
                  <ns2:creationId id="{64A26685-AAFA-B3E8-299B-9D6D458BDF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174882"/>
              <a:ext cx="108000" cy="108000"/>
            </a:xfrm>
            <a:prstGeom prst="rect">
              <a:avLst/>
            </a:prstGeom>
          </p:spPr>
        </p:pic>
        <p:pic>
          <p:nvPicPr>
            <p:cNvPr id="1088" name="グラフィックス 1087" descr="歯車 1 つ 単色塗りつぶし">
              <a:extLst>
                <a:ext uri="{FF2B5EF4-FFF2-40B4-BE49-F238E27FC236}">
                  <ns2:creationId id="{A3E65A91-9F0F-A618-FFAD-22F5EF1C51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314211"/>
              <a:ext cx="108000" cy="108000"/>
            </a:xfrm>
            <a:prstGeom prst="rect">
              <a:avLst/>
            </a:prstGeom>
          </p:spPr>
        </p:pic>
        <p:pic>
          <p:nvPicPr>
            <p:cNvPr id="1089" name="グラフィックス 1088" descr="歯車 1 つ 単色塗りつぶし">
              <a:extLst>
                <a:ext uri="{FF2B5EF4-FFF2-40B4-BE49-F238E27FC236}">
                  <ns2:creationId id="{63C251EE-ADC1-6BE6-15FA-38D8AA850B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453541"/>
              <a:ext cx="108000" cy="108000"/>
            </a:xfrm>
            <a:prstGeom prst="rect">
              <a:avLst/>
            </a:prstGeom>
          </p:spPr>
        </p:pic>
        <p:pic>
          <p:nvPicPr>
            <p:cNvPr id="1090" name="グラフィックス 1089" descr="歯車 1 つ 単色塗りつぶし">
              <a:extLst>
                <a:ext uri="{FF2B5EF4-FFF2-40B4-BE49-F238E27FC236}">
                  <ns2:creationId id="{C5966050-55D8-E1BB-FBAA-3FE4F20D3B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592870"/>
              <a:ext cx="108000" cy="108000"/>
            </a:xfrm>
            <a:prstGeom prst="rect">
              <a:avLst/>
            </a:prstGeom>
          </p:spPr>
        </p:pic>
        <p:grpSp>
          <p:nvGrpSpPr>
            <p:cNvPr id="1104" name="グループ化 1103">
              <a:extLst>
                <a:ext uri="{FF2B5EF4-FFF2-40B4-BE49-F238E27FC236}">
                  <ns2:creationId id="{48FA3085-E121-CAD0-CDAC-B06870BC8576}"/>
                </a:ext>
              </a:extLst>
            </p:cNvPr>
            <p:cNvGrpSpPr/>
            <p:nvPr/>
          </p:nvGrpSpPr>
          <p:grpSpPr>
            <a:xfrm>
              <a:off x="337820" y="1618634"/>
              <a:ext cx="2656186" cy="144000"/>
              <a:chOff x="337820" y="1618634"/>
              <a:chExt cx="2656186" cy="144000"/>
            </a:xfrm>
          </p:grpSpPr>
          <p:sp>
            <p:nvSpPr>
              <p:cNvPr id="1065" name="Text 25">
                <a:extLst>
                  <a:ext uri="{FF2B5EF4-FFF2-40B4-BE49-F238E27FC236}">
                    <ns2:creationId id="{D65A0AB7-1E8E-1660-22A6-AB81DCB88017}"/>
                  </a:ext>
                </a:extLst>
              </p:cNvPr>
              <p:cNvSpPr txBox="1"/>
              <p:nvPr/>
            </p:nvSpPr>
            <p:spPr>
              <a:xfrm>
                <a:off x="337820" y="1632340"/>
                <a:ext cx="349885" cy="116589"/>
              </a:xfrm>
              <a:prstGeom prst="rect">
                <a:avLst/>
              </a:prstGeom>
              <a:solidFill>
                <a:schemeClr val="bg2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370" name="Text 107">
                <a:extLst>
                  <a:ext uri="{FF2B5EF4-FFF2-40B4-BE49-F238E27FC236}">
                    <ns2:creationId id="{6C7A66D5-0181-A18D-9CB7-76680FB4D72C}"/>
                  </a:ext>
                </a:extLst>
              </p:cNvPr>
              <p:cNvSpPr txBox="1"/>
              <p:nvPr/>
            </p:nvSpPr>
            <p:spPr>
              <a:xfrm>
                <a:off x="86070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1000" b="1" dirty="0" err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1083" name="Text 107">
                <a:extLst>
                  <a:ext uri="{FF2B5EF4-FFF2-40B4-BE49-F238E27FC236}">
                    <ns2:creationId id="{5D090E78-FFC5-F3AD-1D51-527A6531D751}"/>
                  </a:ext>
                </a:extLst>
              </p:cNvPr>
              <p:cNvSpPr txBox="1"/>
              <p:nvPr/>
            </p:nvSpPr>
            <p:spPr>
              <a:xfrm>
                <a:off x="201385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084" name="Text 107">
                <a:extLst>
                  <a:ext uri="{FF2B5EF4-FFF2-40B4-BE49-F238E27FC236}">
                    <ns2:creationId id="{EB6E5460-50C9-DD90-9FB1-7068E04669F4}"/>
                  </a:ext>
                </a:extLst>
              </p:cNvPr>
              <p:cNvSpPr txBox="1"/>
              <p:nvPr/>
            </p:nvSpPr>
            <p:spPr>
              <a:xfrm>
                <a:off x="1437284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1085" name="Text 107">
                <a:extLst>
                  <a:ext uri="{FF2B5EF4-FFF2-40B4-BE49-F238E27FC236}">
                    <ns2:creationId id="{A8E2FD5A-C961-4BA3-DE5D-F5C0D9A82DBC}"/>
                  </a:ext>
                </a:extLst>
              </p:cNvPr>
              <p:cNvSpPr txBox="1"/>
              <p:nvPr/>
            </p:nvSpPr>
            <p:spPr>
              <a:xfrm>
                <a:off x="2590435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pic>
            <p:nvPicPr>
              <p:cNvPr id="1091" name="グラフィックス 1090" descr="歯車 1 つ 単色塗りつぶし">
                <a:extLst>
                  <a:ext uri="{FF2B5EF4-FFF2-40B4-BE49-F238E27FC236}">
                    <ns2:creationId id="{A1996A89-8918-DA58-62A1-2322726ECF0C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43193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3" name="グラフィックス 1092" descr="豚の貯金箱 単色塗りつぶし">
                <a:extLst>
                  <a:ext uri="{FF2B5EF4-FFF2-40B4-BE49-F238E27FC236}">
                    <ns2:creationId id="{1E3CEC04-B4F3-C211-42B9-9DC707D4141F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855357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4" name="グラフィックス 1093" descr="翼の付いたお金 単色塗りつぶし">
                <a:extLst>
                  <a:ext uri="{FF2B5EF4-FFF2-40B4-BE49-F238E27FC236}">
                    <ns2:creationId id="{53E353E7-7646-83EA-1632-FD88C318C28D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7878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5" name="グラフィックス 1094" descr="税額 単色塗りつぶし">
                <a:extLst>
                  <a:ext uri="{FF2B5EF4-FFF2-40B4-BE49-F238E27FC236}">
                    <ns2:creationId id="{1C1797DB-0A27-5B0B-24CC-7FFBDF72773E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02207" y="1618634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102" name="グループ化 1101">
              <a:extLst>
                <a:ext uri="{FF2B5EF4-FFF2-40B4-BE49-F238E27FC236}">
                  <ns2:creationId id="{2ABC41B8-FB58-34EF-A7D3-6E0E9745E20A}"/>
                </a:ext>
              </a:extLst>
            </p:cNvPr>
            <p:cNvGrpSpPr/>
            <p:nvPr/>
          </p:nvGrpSpPr>
          <p:grpSpPr>
            <a:xfrm>
              <a:off x="3146196" y="1628775"/>
              <a:ext cx="1837284" cy="116719"/>
              <a:chOff x="2904896" y="1628775"/>
              <a:chExt cx="1469394" cy="116719"/>
            </a:xfrm>
          </p:grpSpPr>
          <p:sp>
            <p:nvSpPr>
              <p:cNvPr id="1098" name="Text 107">
                <a:extLst>
                  <a:ext uri="{FF2B5EF4-FFF2-40B4-BE49-F238E27FC236}">
                    <ns2:creationId id="{72A94547-6787-879B-56DD-3618E58B34CC}"/>
                  </a:ext>
                </a:extLst>
              </p:cNvPr>
              <p:cNvSpPr txBox="1"/>
              <p:nvPr/>
            </p:nvSpPr>
            <p:spPr>
              <a:xfrm>
                <a:off x="3295600" y="1630294"/>
                <a:ext cx="322762" cy="1152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099" name="Text 107">
                <a:extLst>
                  <a:ext uri="{FF2B5EF4-FFF2-40B4-BE49-F238E27FC236}">
                    <ns2:creationId id="{5672740E-F3FB-9C56-2511-BEA26B5874A2}"/>
                  </a:ext>
                </a:extLst>
              </p:cNvPr>
              <p:cNvSpPr txBox="1"/>
              <p:nvPr/>
            </p:nvSpPr>
            <p:spPr>
              <a:xfrm>
                <a:off x="3673564" y="1630294"/>
                <a:ext cx="322762" cy="115200"/>
              </a:xfrm>
              <a:prstGeom prst="rect">
                <a:avLst/>
              </a:prstGeom>
              <a:solidFill>
                <a:schemeClr val="accent4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100" name="Text 107">
                <a:extLst>
                  <a:ext uri="{FF2B5EF4-FFF2-40B4-BE49-F238E27FC236}">
                    <ns2:creationId id="{CA3AC2F8-9559-A285-F357-892AAACA0721}"/>
                  </a:ext>
                </a:extLst>
              </p:cNvPr>
              <p:cNvSpPr txBox="1"/>
              <p:nvPr/>
            </p:nvSpPr>
            <p:spPr>
              <a:xfrm>
                <a:off x="4051528" y="1630294"/>
                <a:ext cx="322762" cy="115200"/>
              </a:xfrm>
              <a:prstGeom prst="rect">
                <a:avLst/>
              </a:prstGeom>
              <a:solidFill>
                <a:schemeClr val="accent3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8A8F98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101" name="Text 107">
                <a:extLst>
                  <a:ext uri="{FF2B5EF4-FFF2-40B4-BE49-F238E27FC236}">
                    <ns2:creationId id="{6D4A35BA-C0E4-E2A4-8237-26D7C9FC4F9F}"/>
                  </a:ext>
                </a:extLst>
              </p:cNvPr>
              <p:cNvSpPr txBox="1"/>
              <p:nvPr/>
            </p:nvSpPr>
            <p:spPr>
              <a:xfrm>
                <a:off x="2904896" y="1628775"/>
                <a:ext cx="322762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: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1106" name="Text 45">
              <a:extLst>
                <a:ext uri="{FF2B5EF4-FFF2-40B4-BE49-F238E27FC236}">
                  <ns2:creationId id="{5ED93877-855A-23F4-B236-9F9B19196A41}"/>
                </a:ext>
              </a:extLst>
            </p:cNvPr>
            <p:cNvSpPr txBox="1"/>
            <p:nvPr/>
          </p:nvSpPr>
          <p:spPr>
            <a:xfrm>
              <a:off x="2990842" y="202877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08" name="Text 50">
              <a:extLst>
                <a:ext uri="{FF2B5EF4-FFF2-40B4-BE49-F238E27FC236}">
                  <ns2:creationId id="{0E608A73-8B21-6E7D-03F1-731C65F6CEFA}"/>
                </a:ext>
              </a:extLst>
            </p:cNvPr>
            <p:cNvSpPr txBox="1"/>
            <p:nvPr/>
          </p:nvSpPr>
          <p:spPr>
            <a:xfrm>
              <a:off x="2990842" y="216788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0" name="Text 56">
              <a:extLst>
                <a:ext uri="{FF2B5EF4-FFF2-40B4-BE49-F238E27FC236}">
                  <ns2:creationId id="{103B3691-0502-D691-DA15-A5CFD2A6C495}"/>
                </a:ext>
              </a:extLst>
            </p:cNvPr>
            <p:cNvSpPr txBox="1"/>
            <p:nvPr/>
          </p:nvSpPr>
          <p:spPr>
            <a:xfrm>
              <a:off x="2990842" y="230699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2" name="Text 61">
              <a:extLst>
                <a:ext uri="{FF2B5EF4-FFF2-40B4-BE49-F238E27FC236}">
                  <ns2:creationId id="{380656D1-1520-B5AE-3734-9905EC09C813}"/>
                </a:ext>
              </a:extLst>
            </p:cNvPr>
            <p:cNvSpPr txBox="1"/>
            <p:nvPr/>
          </p:nvSpPr>
          <p:spPr>
            <a:xfrm>
              <a:off x="2990842" y="244611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4" name="Text 66">
              <a:extLst>
                <a:ext uri="{FF2B5EF4-FFF2-40B4-BE49-F238E27FC236}">
                  <ns2:creationId id="{AE7F7156-D964-B695-BAE6-82E2ACE2AE1A}"/>
                </a:ext>
              </a:extLst>
            </p:cNvPr>
            <p:cNvSpPr txBox="1"/>
            <p:nvPr/>
          </p:nvSpPr>
          <p:spPr>
            <a:xfrm>
              <a:off x="2990842" y="25852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6" name="Text 71">
              <a:extLst>
                <a:ext uri="{FF2B5EF4-FFF2-40B4-BE49-F238E27FC236}">
                  <ns2:creationId id="{ACAA93FA-1C0C-0047-C3C3-D7C25ED660A4}"/>
                </a:ext>
              </a:extLst>
            </p:cNvPr>
            <p:cNvSpPr txBox="1"/>
            <p:nvPr/>
          </p:nvSpPr>
          <p:spPr>
            <a:xfrm>
              <a:off x="2990842" y="272433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18" name="Text 76">
              <a:extLst>
                <a:ext uri="{FF2B5EF4-FFF2-40B4-BE49-F238E27FC236}">
                  <ns2:creationId id="{3078CC8F-EE16-7E0C-A9A4-A24EF1636F5E}"/>
                </a:ext>
              </a:extLst>
            </p:cNvPr>
            <p:cNvSpPr txBox="1"/>
            <p:nvPr/>
          </p:nvSpPr>
          <p:spPr>
            <a:xfrm>
              <a:off x="2990842" y="2863448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0" name="Text 81">
              <a:extLst>
                <a:ext uri="{FF2B5EF4-FFF2-40B4-BE49-F238E27FC236}">
                  <ns2:creationId id="{CC2D9AA5-02B4-CAA7-BFB0-7077DD0D75C2}"/>
                </a:ext>
              </a:extLst>
            </p:cNvPr>
            <p:cNvSpPr txBox="1"/>
            <p:nvPr/>
          </p:nvSpPr>
          <p:spPr>
            <a:xfrm>
              <a:off x="2990842" y="3002561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2" name="Text 86">
              <a:extLst>
                <a:ext uri="{FF2B5EF4-FFF2-40B4-BE49-F238E27FC236}">
                  <ns2:creationId id="{80E4051E-9D85-B908-AB10-67D6A9D2DE17}"/>
                </a:ext>
              </a:extLst>
            </p:cNvPr>
            <p:cNvSpPr txBox="1"/>
            <p:nvPr/>
          </p:nvSpPr>
          <p:spPr>
            <a:xfrm>
              <a:off x="2990842" y="3141674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4" name="Text 91">
              <a:extLst>
                <a:ext uri="{FF2B5EF4-FFF2-40B4-BE49-F238E27FC236}">
                  <ns2:creationId id="{DED38323-9619-6682-511E-69284AD17DDD}"/>
                </a:ext>
              </a:extLst>
            </p:cNvPr>
            <p:cNvSpPr txBox="1"/>
            <p:nvPr/>
          </p:nvSpPr>
          <p:spPr>
            <a:xfrm>
              <a:off x="2990842" y="328078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6" name="Text 96">
              <a:extLst>
                <a:ext uri="{FF2B5EF4-FFF2-40B4-BE49-F238E27FC236}">
                  <ns2:creationId id="{3ED93798-F3F2-A1E9-57B0-70202D1DB8C6}"/>
                </a:ext>
              </a:extLst>
            </p:cNvPr>
            <p:cNvSpPr txBox="1"/>
            <p:nvPr/>
          </p:nvSpPr>
          <p:spPr>
            <a:xfrm>
              <a:off x="2990842" y="341990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8" name="Text 101">
              <a:extLst>
                <a:ext uri="{FF2B5EF4-FFF2-40B4-BE49-F238E27FC236}">
                  <ns2:creationId id="{24FB7F76-494D-58F0-269D-670855B1782E}"/>
                </a:ext>
              </a:extLst>
            </p:cNvPr>
            <p:cNvSpPr txBox="1"/>
            <p:nvPr/>
          </p:nvSpPr>
          <p:spPr>
            <a:xfrm>
              <a:off x="2990842" y="355901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30" name="Text 106">
              <a:extLst>
                <a:ext uri="{FF2B5EF4-FFF2-40B4-BE49-F238E27FC236}">
                  <ns2:creationId id="{6DD32CBF-8C76-9F6A-4F63-A7BBB41FA307}"/>
                </a:ext>
              </a:extLst>
            </p:cNvPr>
            <p:cNvSpPr txBox="1"/>
            <p:nvPr/>
          </p:nvSpPr>
          <p:spPr>
            <a:xfrm>
              <a:off x="2990842" y="36981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</p:grpSp>
    </p:spTree>
    <p:extLst>
      <p:ext uri="{BB962C8B-B14F-4D97-AF65-F5344CB8AC3E}">
        <ns5:creationId val="2005861464"/>
      </p:ext>
    </p:extLst>
  </p:cSld>
  <p:clrMapOvr>
    <a:masterClrMapping/>
  </p:clrMapOvr>
</p:sld>
</file>

<file path=ppt/slides/slide22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3D1BE05-853B-1130-79AB-47E8AFCFA0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C6C4658-AE58-3FD8-F159-6279E7430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480" name="グループ化 479">
            <a:extLst>
              <a:ext uri="{FF2B5EF4-FFF2-40B4-BE49-F238E27FC236}">
                <ns2:creationId id="{DC777302-94D7-1B2E-169C-A96B06FA4178}"/>
              </a:ext>
            </a:extLst>
          </p:cNvPr>
          <p:cNvGrpSpPr/>
          <p:nvPr/>
        </p:nvGrpSpPr>
        <p:grpSpPr>
          <a:xfrm>
            <a:off x="334963" y="1029496"/>
            <a:ext cx="11537928" cy="5275890"/>
            <a:chOff x="334963" y="1029496"/>
            <a:chExt cx="11537928" cy="5275890"/>
          </a:xfrm>
        </p:grpSpPr>
        <p:grpSp>
          <p:nvGrpSpPr>
            <p:cNvPr id="457" name="グループ化 456">
              <a:extLst>
                <a:ext uri="{FF2B5EF4-FFF2-40B4-BE49-F238E27FC236}">
                  <ns2:creationId id="{9F595EE7-7390-AB80-00DC-36980E77EDB7}"/>
                </a:ext>
              </a:extLst>
            </p:cNvPr>
            <p:cNvGrpSpPr/>
            <p:nvPr/>
          </p:nvGrpSpPr>
          <p:grpSpPr>
            <a:xfrm>
              <a:off x="339663" y="2784134"/>
              <a:ext cx="11515300" cy="3035260"/>
              <a:chOff x="339663" y="2784134"/>
              <a:chExt cx="11515300" cy="3035260"/>
            </a:xfrm>
          </p:grpSpPr>
          <p:grpSp>
            <p:nvGrpSpPr>
              <p:cNvPr id="451" name="グループ化 450">
                <a:extLst>
                  <a:ext uri="{FF2B5EF4-FFF2-40B4-BE49-F238E27FC236}">
                    <ns2:creationId id="{825E0CB4-1CA3-DD55-B01B-A85FFF164C0F}"/>
                  </a:ext>
                </a:extLst>
              </p:cNvPr>
              <p:cNvGrpSpPr/>
              <p:nvPr/>
            </p:nvGrpSpPr>
            <p:grpSpPr>
              <a:xfrm>
                <a:off x="1342312" y="5312760"/>
                <a:ext cx="10512651" cy="0"/>
                <a:chOff x="1342312" y="5322177"/>
                <a:chExt cx="10512651" cy="0"/>
              </a:xfrm>
            </p:grpSpPr>
            <p:grpSp>
              <p:nvGrpSpPr>
                <p:cNvPr id="45" name="グループ化 44">
                  <a:extLst>
                    <a:ext uri="{FF2B5EF4-FFF2-40B4-BE49-F238E27FC236}">
                      <ns2:creationId id="{98503A10-FEC9-BCA7-9F0A-55A68A3FE55A}"/>
                    </a:ext>
                  </a:extLst>
                </p:cNvPr>
                <p:cNvGrpSpPr/>
                <p:nvPr/>
              </p:nvGrpSpPr>
              <p:grpSpPr>
                <a:xfrm>
                  <a:off x="1342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" name="直線コネクタ 47">
                    <a:extLst>
                      <a:ext uri="{FF2B5EF4-FFF2-40B4-BE49-F238E27FC236}">
                        <ns2:creationId id="{AE7EF154-30FD-8850-EBF2-1DD87C794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直線コネクタ 48">
                    <a:extLst>
                      <a:ext uri="{FF2B5EF4-FFF2-40B4-BE49-F238E27FC236}">
                        <ns2:creationId id="{B60E8445-C0DC-5BAC-D436-93AE14AF81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8" name="グループ化 87">
                  <a:extLst>
                    <a:ext uri="{FF2B5EF4-FFF2-40B4-BE49-F238E27FC236}">
                      <ns2:creationId id="{6C21DA5D-E575-5C70-B54C-EF542AD6050B}"/>
                    </a:ext>
                  </a:extLst>
                </p:cNvPr>
                <p:cNvGrpSpPr/>
                <p:nvPr/>
              </p:nvGrpSpPr>
              <p:grpSpPr>
                <a:xfrm>
                  <a:off x="5230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89" name="直線コネクタ 88">
                    <a:extLst>
                      <a:ext uri="{FF2B5EF4-FFF2-40B4-BE49-F238E27FC236}">
                        <ns2:creationId id="{6F973CBB-E927-E169-9473-5E14654F8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直線コネクタ 89">
                    <a:extLst>
                      <a:ext uri="{FF2B5EF4-FFF2-40B4-BE49-F238E27FC236}">
                        <ns2:creationId id="{DCCD8962-0567-0BE0-2749-368F1A2BA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グループ化 86">
                  <a:extLst>
                    <a:ext uri="{FF2B5EF4-FFF2-40B4-BE49-F238E27FC236}">
                      <ns2:creationId id="{E4B7761A-F932-2C38-FE56-8D5D7ADEF1B6}"/>
                    </a:ext>
                  </a:extLst>
                </p:cNvPr>
                <p:cNvGrpSpPr/>
                <p:nvPr/>
              </p:nvGrpSpPr>
              <p:grpSpPr>
                <a:xfrm>
                  <a:off x="9118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8" name="直線コネクタ 487">
                    <a:extLst>
                      <a:ext uri="{FF2B5EF4-FFF2-40B4-BE49-F238E27FC236}">
                        <ns2:creationId id="{5426E038-11D0-9B6C-A276-74A90B575D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8A86C6C9-0338-37ED-196B-8FACBAB84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52" name="グループ化 451">
                <a:extLst>
                  <a:ext uri="{FF2B5EF4-FFF2-40B4-BE49-F238E27FC236}">
                    <ns2:creationId id="{A8BC5ADD-6991-0CAF-E3EF-5D48728AE09C}"/>
                  </a:ext>
                </a:extLst>
              </p:cNvPr>
              <p:cNvGrpSpPr/>
              <p:nvPr/>
            </p:nvGrpSpPr>
            <p:grpSpPr>
              <a:xfrm>
                <a:off x="1342312" y="5819394"/>
                <a:ext cx="10512651" cy="0"/>
                <a:chOff x="1342312" y="5825461"/>
                <a:chExt cx="10512651" cy="0"/>
              </a:xfrm>
            </p:grpSpPr>
            <p:grpSp>
              <p:nvGrpSpPr>
                <p:cNvPr id="51" name="グループ化 50">
                  <a:extLst>
                    <a:ext uri="{FF2B5EF4-FFF2-40B4-BE49-F238E27FC236}">
                      <ns2:creationId id="{6519B7EB-D385-E021-BA7A-D7D3920BDB20}"/>
                    </a:ext>
                  </a:extLst>
                </p:cNvPr>
                <p:cNvGrpSpPr/>
                <p:nvPr/>
              </p:nvGrpSpPr>
              <p:grpSpPr>
                <a:xfrm>
                  <a:off x="1342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2" name="直線コネクタ 51">
                    <a:extLst>
                      <a:ext uri="{FF2B5EF4-FFF2-40B4-BE49-F238E27FC236}">
                        <ns2:creationId id="{D73D8882-A3D1-D481-663A-1F70B88DC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直線コネクタ 52">
                    <a:extLst>
                      <a:ext uri="{FF2B5EF4-FFF2-40B4-BE49-F238E27FC236}">
                        <ns2:creationId id="{FB6FE392-ACCE-DD25-3995-CC0F0CDDF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4" name="グループ化 93">
                  <a:extLst>
                    <a:ext uri="{FF2B5EF4-FFF2-40B4-BE49-F238E27FC236}">
                      <ns2:creationId id="{FA654E20-3292-47CB-6596-804B7D5D635B}"/>
                    </a:ext>
                  </a:extLst>
                </p:cNvPr>
                <p:cNvGrpSpPr/>
                <p:nvPr/>
              </p:nvGrpSpPr>
              <p:grpSpPr>
                <a:xfrm>
                  <a:off x="5230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5" name="直線コネクタ 94">
                    <a:extLst>
                      <a:ext uri="{FF2B5EF4-FFF2-40B4-BE49-F238E27FC236}">
                        <ns2:creationId id="{7947320E-DF36-ECE4-B05F-7E4741737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直線コネクタ 95">
                    <a:extLst>
                      <a:ext uri="{FF2B5EF4-FFF2-40B4-BE49-F238E27FC236}">
                        <ns2:creationId id="{10C134E0-425F-B977-19B2-90054927CA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1" name="グループ化 90">
                  <a:extLst>
                    <a:ext uri="{FF2B5EF4-FFF2-40B4-BE49-F238E27FC236}">
                      <ns2:creationId id="{D02A1150-502B-8311-3795-BD8D76FE3E41}"/>
                    </a:ext>
                  </a:extLst>
                </p:cNvPr>
                <p:cNvGrpSpPr/>
                <p:nvPr/>
              </p:nvGrpSpPr>
              <p:grpSpPr>
                <a:xfrm>
                  <a:off x="9118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2" name="直線コネクタ 91">
                    <a:extLst>
                      <a:ext uri="{FF2B5EF4-FFF2-40B4-BE49-F238E27FC236}">
                        <ns2:creationId id="{3F5E2109-82B6-6767-9DAB-16F6F931C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直線コネクタ 92">
                    <a:extLst>
                      <a:ext uri="{FF2B5EF4-FFF2-40B4-BE49-F238E27FC236}">
                        <ns2:creationId id="{6E1CAB4E-50AE-E2FF-356D-6BCE57242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8" name="グループ化 447">
                <a:extLst>
                  <a:ext uri="{FF2B5EF4-FFF2-40B4-BE49-F238E27FC236}">
                    <ns2:creationId id="{D9335221-D009-F9E2-ACFE-55446ADA1BAD}"/>
                  </a:ext>
                </a:extLst>
              </p:cNvPr>
              <p:cNvGrpSpPr/>
              <p:nvPr/>
            </p:nvGrpSpPr>
            <p:grpSpPr>
              <a:xfrm>
                <a:off x="1342312" y="4806737"/>
                <a:ext cx="10512651" cy="0"/>
                <a:chOff x="1342312" y="4817308"/>
                <a:chExt cx="10512651" cy="0"/>
              </a:xfrm>
            </p:grpSpPr>
            <p:grpSp>
              <p:nvGrpSpPr>
                <p:cNvPr id="55" name="グループ化 54">
                  <a:extLst>
                    <a:ext uri="{FF2B5EF4-FFF2-40B4-BE49-F238E27FC236}">
                      <ns2:creationId id="{AF77EC44-B69B-2572-8FEE-A089EB79FABB}"/>
                    </a:ext>
                  </a:extLst>
                </p:cNvPr>
                <p:cNvGrpSpPr/>
                <p:nvPr/>
              </p:nvGrpSpPr>
              <p:grpSpPr>
                <a:xfrm>
                  <a:off x="1342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6" name="直線コネクタ 55">
                    <a:extLst>
                      <a:ext uri="{FF2B5EF4-FFF2-40B4-BE49-F238E27FC236}">
                        <ns2:creationId id="{DFF96136-A022-4E4F-DAE1-CE0167DF50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" name="直線コネクタ 56">
                    <a:extLst>
                      <a:ext uri="{FF2B5EF4-FFF2-40B4-BE49-F238E27FC236}">
                        <ns2:creationId id="{B5AE605C-8360-0E40-AA47-F62560914E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7" name="グループ化 96">
                  <a:extLst>
                    <a:ext uri="{FF2B5EF4-FFF2-40B4-BE49-F238E27FC236}">
                      <ns2:creationId id="{83CBFC9A-A0E0-18EE-E2DF-BD6CAB777B06}"/>
                    </a:ext>
                  </a:extLst>
                </p:cNvPr>
                <p:cNvGrpSpPr/>
                <p:nvPr/>
              </p:nvGrpSpPr>
              <p:grpSpPr>
                <a:xfrm>
                  <a:off x="5230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8" name="直線コネクタ 97">
                    <a:extLst>
                      <a:ext uri="{FF2B5EF4-FFF2-40B4-BE49-F238E27FC236}">
                        <ns2:creationId id="{2B99CD14-B9CC-A3B4-B203-360A3626D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直線コネクタ 100">
                    <a:extLst>
                      <a:ext uri="{FF2B5EF4-FFF2-40B4-BE49-F238E27FC236}">
                        <ns2:creationId id="{D1E344DB-4DAB-9E41-2885-F01533845B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5" name="グループ化 104">
                  <a:extLst>
                    <a:ext uri="{FF2B5EF4-FFF2-40B4-BE49-F238E27FC236}">
                      <ns2:creationId id="{645AC900-9FF3-85DC-82A0-0D869A305657}"/>
                    </a:ext>
                  </a:extLst>
                </p:cNvPr>
                <p:cNvGrpSpPr/>
                <p:nvPr/>
              </p:nvGrpSpPr>
              <p:grpSpPr>
                <a:xfrm>
                  <a:off x="9118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6" name="直線コネクタ 105">
                    <a:extLst>
                      <a:ext uri="{FF2B5EF4-FFF2-40B4-BE49-F238E27FC236}">
                        <ns2:creationId id="{39471C09-1A3C-11C8-366C-2F87F30B78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7" name="直線コネクタ 106">
                    <a:extLst>
                      <a:ext uri="{FF2B5EF4-FFF2-40B4-BE49-F238E27FC236}">
                        <ns2:creationId id="{2E0D0BFA-7449-EC00-C390-4E246F6DEC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グループ化 43">
                <a:extLst>
                  <a:ext uri="{FF2B5EF4-FFF2-40B4-BE49-F238E27FC236}">
                    <ns2:creationId id="{0E6F4634-CA1C-8418-862A-232193F4F99E}"/>
                  </a:ext>
                </a:extLst>
              </p:cNvPr>
              <p:cNvGrpSpPr/>
              <p:nvPr/>
            </p:nvGrpSpPr>
            <p:grpSpPr>
              <a:xfrm>
                <a:off x="1342312" y="4302934"/>
                <a:ext cx="10512651" cy="0"/>
                <a:chOff x="1342312" y="4312925"/>
                <a:chExt cx="10512651" cy="0"/>
              </a:xfrm>
            </p:grpSpPr>
            <p:grpSp>
              <p:nvGrpSpPr>
                <p:cNvPr id="59" name="グループ化 58">
                  <a:extLst>
                    <a:ext uri="{FF2B5EF4-FFF2-40B4-BE49-F238E27FC236}">
                      <ns2:creationId id="{72E140B6-DA8A-5B2B-1450-5C03506134B7}"/>
                    </a:ext>
                  </a:extLst>
                </p:cNvPr>
                <p:cNvGrpSpPr/>
                <p:nvPr/>
              </p:nvGrpSpPr>
              <p:grpSpPr>
                <a:xfrm>
                  <a:off x="1342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60" name="直線コネクタ 59">
                    <a:extLst>
                      <a:ext uri="{FF2B5EF4-FFF2-40B4-BE49-F238E27FC236}">
                        <ns2:creationId id="{ED08A357-BC4C-2FCC-93B6-2823CDCAB4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" name="直線コネクタ 62">
                    <a:extLst>
                      <a:ext uri="{FF2B5EF4-FFF2-40B4-BE49-F238E27FC236}">
                        <ns2:creationId id="{710A9FF0-E9EF-8AC3-8028-9703DB7839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2" name="グループ化 101">
                  <a:extLst>
                    <a:ext uri="{FF2B5EF4-FFF2-40B4-BE49-F238E27FC236}">
                      <ns2:creationId id="{DC485A28-FC7B-7831-24A2-20BD50378CD5}"/>
                    </a:ext>
                  </a:extLst>
                </p:cNvPr>
                <p:cNvGrpSpPr/>
                <p:nvPr/>
              </p:nvGrpSpPr>
              <p:grpSpPr>
                <a:xfrm>
                  <a:off x="5230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3" name="直線コネクタ 102">
                    <a:extLst>
                      <a:ext uri="{FF2B5EF4-FFF2-40B4-BE49-F238E27FC236}">
                        <ns2:creationId id="{59543E72-F246-860D-B9C7-A04E2ACA37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直線コネクタ 103">
                    <a:extLst>
                      <a:ext uri="{FF2B5EF4-FFF2-40B4-BE49-F238E27FC236}">
                        <ns2:creationId id="{473DC4A3-DA36-0E08-F9CF-107A8150AC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8" name="グループ化 107">
                  <a:extLst>
                    <a:ext uri="{FF2B5EF4-FFF2-40B4-BE49-F238E27FC236}">
                      <ns2:creationId id="{0E92CC3A-EDCE-2FA5-8D76-3ECE01553D03}"/>
                    </a:ext>
                  </a:extLst>
                </p:cNvPr>
                <p:cNvGrpSpPr/>
                <p:nvPr/>
              </p:nvGrpSpPr>
              <p:grpSpPr>
                <a:xfrm>
                  <a:off x="9118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9" name="直線コネクタ 108">
                    <a:extLst>
                      <a:ext uri="{FF2B5EF4-FFF2-40B4-BE49-F238E27FC236}">
                        <ns2:creationId id="{B847FFC0-DEA4-58E4-1524-78DE9BEAAD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" name="直線コネクタ 109">
                    <a:extLst>
                      <a:ext uri="{FF2B5EF4-FFF2-40B4-BE49-F238E27FC236}">
                        <ns2:creationId id="{84B51C36-FDE2-819C-7E4D-4B7D050FCB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3CB681E0-70F5-F3F8-8057-9DDE95E05707}"/>
                  </a:ext>
                </a:extLst>
              </p:cNvPr>
              <p:cNvGrpSpPr/>
              <p:nvPr/>
            </p:nvGrpSpPr>
            <p:grpSpPr>
              <a:xfrm>
                <a:off x="339663" y="2784134"/>
                <a:ext cx="11515300" cy="0"/>
                <a:chOff x="339663" y="2783914"/>
                <a:chExt cx="11515300" cy="0"/>
              </a:xfrm>
            </p:grpSpPr>
            <p:grpSp>
              <p:nvGrpSpPr>
                <p:cNvPr id="507" name="グループ化 506">
                  <a:extLst>
                    <a:ext uri="{FF2B5EF4-FFF2-40B4-BE49-F238E27FC236}">
                      <ns2:creationId id="{6672A3DB-684F-D69E-F083-58FCF71F03D3}"/>
                    </a:ext>
                  </a:extLst>
                </p:cNvPr>
                <p:cNvGrpSpPr/>
                <p:nvPr/>
              </p:nvGrpSpPr>
              <p:grpSpPr>
                <a:xfrm>
                  <a:off x="3396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23" name="直線コネクタ 22">
                    <a:extLst>
                      <a:ext uri="{FF2B5EF4-FFF2-40B4-BE49-F238E27FC236}">
                        <ns2:creationId id="{0EFCC076-FF9C-D094-EB92-76474B4682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線コネクタ 46">
                    <a:extLst>
                      <a:ext uri="{FF2B5EF4-FFF2-40B4-BE49-F238E27FC236}">
                        <ns2:creationId id="{5D4E447B-A765-0AC7-D423-6B223CFCF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線コネクタ 60">
                    <a:extLst>
                      <a:ext uri="{FF2B5EF4-FFF2-40B4-BE49-F238E27FC236}">
                        <ns2:creationId id="{CAB60BD2-0CB8-1911-0454-BA5B783056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3" name="グループ化 72">
                  <a:extLst>
                    <a:ext uri="{FF2B5EF4-FFF2-40B4-BE49-F238E27FC236}">
                      <ns2:creationId id="{28C07484-59D4-540B-0364-A5801D283B1A}"/>
                    </a:ext>
                  </a:extLst>
                </p:cNvPr>
                <p:cNvGrpSpPr/>
                <p:nvPr/>
              </p:nvGrpSpPr>
              <p:grpSpPr>
                <a:xfrm>
                  <a:off x="42229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4" name="直線コネクタ 83">
                    <a:extLst>
                      <a:ext uri="{FF2B5EF4-FFF2-40B4-BE49-F238E27FC236}">
                        <ns2:creationId id="{1FB0AAE8-50AB-55D6-8CEA-75FA5C54E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" name="直線コネクタ 84">
                    <a:extLst>
                      <a:ext uri="{FF2B5EF4-FFF2-40B4-BE49-F238E27FC236}">
                        <ns2:creationId id="{29F959CC-68D4-FDC9-00D2-05997B0726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直線コネクタ 85">
                    <a:extLst>
                      <a:ext uri="{FF2B5EF4-FFF2-40B4-BE49-F238E27FC236}">
                        <ns2:creationId id="{42C0A201-3FA2-F701-3478-A1F88C748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グループ化 110">
                  <a:extLst>
                    <a:ext uri="{FF2B5EF4-FFF2-40B4-BE49-F238E27FC236}">
                      <ns2:creationId id="{EEFCDBFA-8627-5A8A-996D-68C1A33E9739}"/>
                    </a:ext>
                  </a:extLst>
                </p:cNvPr>
                <p:cNvGrpSpPr/>
                <p:nvPr/>
              </p:nvGrpSpPr>
              <p:grpSpPr>
                <a:xfrm>
                  <a:off x="810931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A9637275-DC1C-E9C3-1CC3-F3BD5C5A5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D9BE68D1-28CA-C4FB-E716-C91A41467B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0D96A97F-99ED-48A8-1658-4E96B4F96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1" name="グループ化 40">
                <a:extLst>
                  <a:ext uri="{FF2B5EF4-FFF2-40B4-BE49-F238E27FC236}">
                    <ns2:creationId id="{3324E699-6864-D2F5-37F1-5C14350A89ED}"/>
                  </a:ext>
                </a:extLst>
              </p:cNvPr>
              <p:cNvGrpSpPr/>
              <p:nvPr/>
            </p:nvGrpSpPr>
            <p:grpSpPr>
              <a:xfrm>
                <a:off x="339663" y="3290023"/>
                <a:ext cx="11515300" cy="754"/>
                <a:chOff x="339663" y="3290761"/>
                <a:chExt cx="11515300" cy="754"/>
              </a:xfrm>
            </p:grpSpPr>
            <p:grpSp>
              <p:nvGrpSpPr>
                <p:cNvPr id="508" name="グループ化 507">
                  <a:extLst>
                    <a:ext uri="{FF2B5EF4-FFF2-40B4-BE49-F238E27FC236}">
                      <ns2:creationId id="{D47FCEEE-641A-229E-F56A-21AA079E9AC0}"/>
                    </a:ext>
                  </a:extLst>
                </p:cNvPr>
                <p:cNvGrpSpPr/>
                <p:nvPr/>
              </p:nvGrpSpPr>
              <p:grpSpPr>
                <a:xfrm>
                  <a:off x="339663" y="3291138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509" name="直線コネクタ 508">
                    <a:extLst>
                      <a:ext uri="{FF2B5EF4-FFF2-40B4-BE49-F238E27FC236}">
                        <ns2:creationId id="{84B77CF5-961A-738A-1846-F020DA9EA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直線コネクタ 510">
                    <a:extLst>
                      <a:ext uri="{FF2B5EF4-FFF2-40B4-BE49-F238E27FC236}">
                        <ns2:creationId id="{223C994E-CA03-CB7B-E4E7-707BD354A6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" name="直線コネクタ 63">
                    <a:extLst>
                      <a:ext uri="{FF2B5EF4-FFF2-40B4-BE49-F238E27FC236}">
                        <ns2:creationId id="{F851F7EC-8870-AD6F-FB50-7EBEC9FD0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5" name="グループ化 74">
                  <a:extLst>
                    <a:ext uri="{FF2B5EF4-FFF2-40B4-BE49-F238E27FC236}">
                      <ns2:creationId id="{0230E52F-E5A6-6762-1168-100B01CC9267}"/>
                    </a:ext>
                  </a:extLst>
                </p:cNvPr>
                <p:cNvGrpSpPr/>
                <p:nvPr/>
              </p:nvGrpSpPr>
              <p:grpSpPr>
                <a:xfrm>
                  <a:off x="4222963" y="3291515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1" name="直線コネクタ 80">
                    <a:extLst>
                      <a:ext uri="{FF2B5EF4-FFF2-40B4-BE49-F238E27FC236}">
                        <ns2:creationId id="{07717A5B-89A6-71B7-6937-E60A254C0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直線コネクタ 81">
                    <a:extLst>
                      <a:ext uri="{FF2B5EF4-FFF2-40B4-BE49-F238E27FC236}">
                        <ns2:creationId id="{4488B5BF-D06D-8B8C-E237-AD37DA7D4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直線コネクタ 82">
                    <a:extLst>
                      <a:ext uri="{FF2B5EF4-FFF2-40B4-BE49-F238E27FC236}">
                        <ns2:creationId id="{0B74F64F-711C-290F-ED9A-3C68EFD10E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1A9F9203-36F4-C075-12BD-8B21C4B73560}"/>
                    </a:ext>
                  </a:extLst>
                </p:cNvPr>
                <p:cNvGrpSpPr/>
                <p:nvPr/>
              </p:nvGrpSpPr>
              <p:grpSpPr>
                <a:xfrm>
                  <a:off x="8109313" y="3290761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D212F07F-FC89-051D-3C70-99B9FA9E8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374B541B-0FD2-DF1B-A6EC-AF2F992376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8B3DC1DA-BCB6-6505-77B9-C838430D80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3" name="グループ化 42">
                <a:extLst>
                  <a:ext uri="{FF2B5EF4-FFF2-40B4-BE49-F238E27FC236}">
                    <ns2:creationId id="{2D186F7A-671A-C195-51D3-90721B9623AC}"/>
                  </a:ext>
                </a:extLst>
              </p:cNvPr>
              <p:cNvGrpSpPr/>
              <p:nvPr/>
            </p:nvGrpSpPr>
            <p:grpSpPr>
              <a:xfrm>
                <a:off x="339663" y="3796667"/>
                <a:ext cx="11515300" cy="0"/>
                <a:chOff x="339663" y="3793916"/>
                <a:chExt cx="11515300" cy="0"/>
              </a:xfrm>
            </p:grpSpPr>
            <p:grpSp>
              <p:nvGrpSpPr>
                <p:cNvPr id="65" name="グループ化 64">
                  <a:extLst>
                    <a:ext uri="{FF2B5EF4-FFF2-40B4-BE49-F238E27FC236}">
                      <ns2:creationId id="{F243D1C4-E136-CF7F-79EE-5207150EFFBC}"/>
                    </a:ext>
                  </a:extLst>
                </p:cNvPr>
                <p:cNvGrpSpPr/>
                <p:nvPr/>
              </p:nvGrpSpPr>
              <p:grpSpPr>
                <a:xfrm>
                  <a:off x="3396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67" name="直線コネクタ 66">
                    <a:extLst>
                      <a:ext uri="{FF2B5EF4-FFF2-40B4-BE49-F238E27FC236}">
                        <ns2:creationId id="{5025A322-53EF-4331-CB00-B6EBA78EE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直線コネクタ 67">
                    <a:extLst>
                      <a:ext uri="{FF2B5EF4-FFF2-40B4-BE49-F238E27FC236}">
                        <ns2:creationId id="{40839ADD-0FFC-34AF-891A-43A1E4F8E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直線コネクタ 68">
                    <a:extLst>
                      <a:ext uri="{FF2B5EF4-FFF2-40B4-BE49-F238E27FC236}">
                        <ns2:creationId id="{3BE4A74A-98D7-A2B4-83F9-0E774920C3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6" name="グループ化 75">
                  <a:extLst>
                    <a:ext uri="{FF2B5EF4-FFF2-40B4-BE49-F238E27FC236}">
                      <ns2:creationId id="{EBD9AD09-7490-6925-A696-0208A530D11C}"/>
                    </a:ext>
                  </a:extLst>
                </p:cNvPr>
                <p:cNvGrpSpPr/>
                <p:nvPr/>
              </p:nvGrpSpPr>
              <p:grpSpPr>
                <a:xfrm>
                  <a:off x="42229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77" name="直線コネクタ 76">
                    <a:extLst>
                      <a:ext uri="{FF2B5EF4-FFF2-40B4-BE49-F238E27FC236}">
                        <ns2:creationId id="{4D86F4D8-0813-8685-64C3-1ACED7E8D2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直線コネクタ 78">
                    <a:extLst>
                      <a:ext uri="{FF2B5EF4-FFF2-40B4-BE49-F238E27FC236}">
                        <ns2:creationId id="{09DC915E-A3E9-0F41-19BB-D7F0D5C69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直線コネクタ 79">
                    <a:extLst>
                      <a:ext uri="{FF2B5EF4-FFF2-40B4-BE49-F238E27FC236}">
                        <ns2:creationId id="{34C5A340-6DDA-F8A9-14A3-E639B9F05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C4D7E9AE-57A2-55CD-DB7C-4EB69F017E33}"/>
                    </a:ext>
                  </a:extLst>
                </p:cNvPr>
                <p:cNvGrpSpPr/>
                <p:nvPr/>
              </p:nvGrpSpPr>
              <p:grpSpPr>
                <a:xfrm>
                  <a:off x="810931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F7EBFFC2-FE65-9BF9-BDCB-50C2DB1727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92635086-DD29-7A45-1D7C-DBA437742D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75F17D8F-5E0D-E6E7-03D6-80CB39A7E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79" name="グループ化 478">
              <a:extLst>
                <a:ext uri="{FF2B5EF4-FFF2-40B4-BE49-F238E27FC236}">
                  <ns2:creationId id="{5AB61A87-FAAC-3EB6-2029-FFD3119738D0}"/>
                </a:ext>
              </a:extLst>
            </p:cNvPr>
            <p:cNvGrpSpPr/>
            <p:nvPr/>
          </p:nvGrpSpPr>
          <p:grpSpPr>
            <a:xfrm>
              <a:off x="8115876" y="1029496"/>
              <a:ext cx="3757015" cy="5275890"/>
              <a:chOff x="8115876" y="1029496"/>
              <a:chExt cx="3757015" cy="5275890"/>
            </a:xfrm>
          </p:grpSpPr>
          <p:sp>
            <p:nvSpPr>
              <p:cNvPr id="22" name="Text 191">
                <a:extLst>
                  <a:ext uri="{FF2B5EF4-FFF2-40B4-BE49-F238E27FC236}">
                    <ns2:creationId id="{C32B5900-A0B2-898D-3A79-116F4B02EFB5}"/>
                  </a:ext>
                </a:extLst>
              </p:cNvPr>
              <p:cNvSpPr txBox="1"/>
              <p:nvPr/>
            </p:nvSpPr>
            <p:spPr>
              <a:xfrm>
                <a:off x="8128891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0" name="Text 6">
                <a:extLst>
                  <a:ext uri="{FF2B5EF4-FFF2-40B4-BE49-F238E27FC236}">
                    <ns2:creationId id="{1B7B28E9-D85C-B62C-5583-0A19A85E1829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1" name="Text 7">
                <a:extLst>
                  <a:ext uri="{FF2B5EF4-FFF2-40B4-BE49-F238E27FC236}">
                    <ns2:creationId id="{3A61FF53-0B46-0800-CB5F-1B0E0E20ACA2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2" name="Text 10">
                <a:extLst>
                  <a:ext uri="{FF2B5EF4-FFF2-40B4-BE49-F238E27FC236}">
                    <ns2:creationId id="{6CE7A4EE-5D8E-81D7-EE2B-BC4E0FB5B118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3" name="Text 12">
                <a:extLst>
                  <a:ext uri="{FF2B5EF4-FFF2-40B4-BE49-F238E27FC236}">
                    <ns2:creationId id="{2068D3EE-D0EC-2CFA-A36A-157FD948BDA1}"/>
                  </a:ext>
                </a:extLst>
              </p:cNvPr>
              <p:cNvSpPr txBox="1"/>
              <p:nvPr/>
            </p:nvSpPr>
            <p:spPr>
              <a:xfrm>
                <a:off x="10337705" y="144355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84" name="直線コネクタ 583">
                <a:extLst>
                  <a:ext uri="{FF2B5EF4-FFF2-40B4-BE49-F238E27FC236}">
                    <ns2:creationId id="{A8C2B078-48DC-90C9-A5FD-B426BB0C28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BA9D2C46-D0C5-F53F-90DA-CF9CBB654F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6" name="Text 12">
                <a:extLst>
                  <a:ext uri="{FF2B5EF4-FFF2-40B4-BE49-F238E27FC236}">
                    <ns2:creationId id="{ABD963F6-A5DC-D91E-6E98-D714055EAD4E}"/>
                  </a:ext>
                </a:extLst>
              </p:cNvPr>
              <p:cNvSpPr txBox="1"/>
              <p:nvPr/>
            </p:nvSpPr>
            <p:spPr>
              <a:xfrm>
                <a:off x="10047545" y="14503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7" name="Text 12">
                <a:extLst>
                  <a:ext uri="{FF2B5EF4-FFF2-40B4-BE49-F238E27FC236}">
                    <ns2:creationId id="{9C3DD142-4534-054F-CB46-24943CA8CE2C}"/>
                  </a:ext>
                </a:extLst>
              </p:cNvPr>
              <p:cNvSpPr txBox="1"/>
              <p:nvPr/>
            </p:nvSpPr>
            <p:spPr>
              <a:xfrm>
                <a:off x="10047545" y="15458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8" name="Text 12">
                <a:extLst>
                  <a:ext uri="{FF2B5EF4-FFF2-40B4-BE49-F238E27FC236}">
                    <ns2:creationId id="{9ACC3CA8-1329-6547-E6E5-4488C6403BD1}"/>
                  </a:ext>
                </a:extLst>
              </p:cNvPr>
              <p:cNvSpPr txBox="1"/>
              <p:nvPr/>
            </p:nvSpPr>
            <p:spPr>
              <a:xfrm>
                <a:off x="10047544" y="164775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9" name="Text 12">
                <a:extLst>
                  <a:ext uri="{FF2B5EF4-FFF2-40B4-BE49-F238E27FC236}">
                    <ns2:creationId id="{1F8702E8-7AAF-0658-F786-C3BF83122556}"/>
                  </a:ext>
                </a:extLst>
              </p:cNvPr>
              <p:cNvSpPr txBox="1"/>
              <p:nvPr/>
            </p:nvSpPr>
            <p:spPr>
              <a:xfrm>
                <a:off x="10337705" y="153931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0" name="Text 12">
                <a:extLst>
                  <a:ext uri="{FF2B5EF4-FFF2-40B4-BE49-F238E27FC236}">
                    <ns2:creationId id="{015AB28C-03D8-41B1-B2FA-8E54F13AB10E}"/>
                  </a:ext>
                </a:extLst>
              </p:cNvPr>
              <p:cNvSpPr txBox="1"/>
              <p:nvPr/>
            </p:nvSpPr>
            <p:spPr>
              <a:xfrm>
                <a:off x="10337705" y="16485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8" name="Text 14">
                <a:extLst>
                  <a:ext uri="{FF2B5EF4-FFF2-40B4-BE49-F238E27FC236}">
                    <ns2:creationId id="{B57585C4-8479-6B1B-3B7E-6A373F682071}"/>
                  </a:ext>
                </a:extLst>
              </p:cNvPr>
              <p:cNvSpPr txBox="1"/>
              <p:nvPr/>
            </p:nvSpPr>
            <p:spPr>
              <a:xfrm>
                <a:off x="9064447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Text 16">
                <a:extLst>
                  <a:ext uri="{FF2B5EF4-FFF2-40B4-BE49-F238E27FC236}">
                    <ns2:creationId id="{DFD2C783-F162-376C-4C3F-0F84272F732D}"/>
                  </a:ext>
                </a:extLst>
              </p:cNvPr>
              <p:cNvSpPr txBox="1"/>
              <p:nvPr/>
            </p:nvSpPr>
            <p:spPr>
              <a:xfrm>
                <a:off x="941144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2" name="Text 130">
                <a:extLst>
                  <a:ext uri="{FF2B5EF4-FFF2-40B4-BE49-F238E27FC236}">
                    <ns2:creationId id="{B7E8872A-7B64-ACCD-9C9F-4A20B0A01DEF}"/>
                  </a:ext>
                </a:extLst>
              </p:cNvPr>
              <p:cNvSpPr txBox="1"/>
              <p:nvPr/>
            </p:nvSpPr>
            <p:spPr>
              <a:xfrm>
                <a:off x="9758441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4" name="Text 132">
                <a:extLst>
                  <a:ext uri="{FF2B5EF4-FFF2-40B4-BE49-F238E27FC236}">
                    <ns2:creationId id="{07ABF047-B85A-9B01-8BDE-5F8628F26279}"/>
                  </a:ext>
                </a:extLst>
              </p:cNvPr>
              <p:cNvSpPr txBox="1"/>
              <p:nvPr/>
            </p:nvSpPr>
            <p:spPr>
              <a:xfrm>
                <a:off x="1010543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6" name="Text 134">
                <a:extLst>
                  <a:ext uri="{FF2B5EF4-FFF2-40B4-BE49-F238E27FC236}">
                    <ns2:creationId id="{40A132E5-910D-64BE-918B-2DE3B02CFA23}"/>
                  </a:ext>
                </a:extLst>
              </p:cNvPr>
              <p:cNvSpPr txBox="1"/>
              <p:nvPr/>
            </p:nvSpPr>
            <p:spPr>
              <a:xfrm>
                <a:off x="1045243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8" name="Text 61">
                <a:extLst>
                  <a:ext uri="{FF2B5EF4-FFF2-40B4-BE49-F238E27FC236}">
                    <ns2:creationId id="{EB142BD6-E4D3-D3D8-EFC5-5B7E3C03940A}"/>
                  </a:ext>
                </a:extLst>
              </p:cNvPr>
              <p:cNvSpPr txBox="1"/>
              <p:nvPr/>
            </p:nvSpPr>
            <p:spPr>
              <a:xfrm>
                <a:off x="10863474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0" name="Text 64">
                <a:extLst>
                  <a:ext uri="{FF2B5EF4-FFF2-40B4-BE49-F238E27FC236}">
                    <ns2:creationId id="{9309102E-0A10-861C-F5AE-07E3F2B0E3ED}"/>
                  </a:ext>
                </a:extLst>
              </p:cNvPr>
              <p:cNvSpPr txBox="1"/>
              <p:nvPr/>
            </p:nvSpPr>
            <p:spPr>
              <a:xfrm>
                <a:off x="10863474" y="280255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Text 67">
                <a:extLst>
                  <a:ext uri="{FF2B5EF4-FFF2-40B4-BE49-F238E27FC236}">
                    <ns2:creationId id="{94245CF2-09B8-A6D1-16A2-15E3EBD6F0A7}"/>
                  </a:ext>
                </a:extLst>
              </p:cNvPr>
              <p:cNvSpPr txBox="1"/>
              <p:nvPr/>
            </p:nvSpPr>
            <p:spPr>
              <a:xfrm>
                <a:off x="10863474" y="3308823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Text 28">
                <a:extLst>
                  <a:ext uri="{FF2B5EF4-FFF2-40B4-BE49-F238E27FC236}">
                    <ns2:creationId id="{73B7FFEE-ED81-81C8-6E49-1CD793CB2190}"/>
                  </a:ext>
                </a:extLst>
              </p:cNvPr>
              <p:cNvSpPr txBox="1"/>
              <p:nvPr/>
            </p:nvSpPr>
            <p:spPr>
              <a:xfrm>
                <a:off x="8127474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6" name="Text 31">
                <a:extLst>
                  <a:ext uri="{FF2B5EF4-FFF2-40B4-BE49-F238E27FC236}">
                    <ns2:creationId id="{C405F1F5-9EDE-8903-B71C-7397D30557D4}"/>
                  </a:ext>
                </a:extLst>
              </p:cNvPr>
              <p:cNvSpPr txBox="1"/>
              <p:nvPr/>
            </p:nvSpPr>
            <p:spPr>
              <a:xfrm>
                <a:off x="8127474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8" name="Text 34">
                <a:extLst>
                  <a:ext uri="{FF2B5EF4-FFF2-40B4-BE49-F238E27FC236}">
                    <ns2:creationId id="{F6688AAA-682D-EF4A-D4B7-CEA8C88F4143}"/>
                  </a:ext>
                </a:extLst>
              </p:cNvPr>
              <p:cNvSpPr txBox="1"/>
              <p:nvPr/>
            </p:nvSpPr>
            <p:spPr>
              <a:xfrm>
                <a:off x="8127474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0" name="Text 37">
                <a:extLst>
                  <a:ext uri="{FF2B5EF4-FFF2-40B4-BE49-F238E27FC236}">
                    <ns2:creationId id="{FDAB4CA9-5FB0-D79D-6C94-C3F1C1A4435E}"/>
                  </a:ext>
                </a:extLst>
              </p:cNvPr>
              <p:cNvSpPr txBox="1"/>
              <p:nvPr/>
            </p:nvSpPr>
            <p:spPr>
              <a:xfrm>
                <a:off x="8127474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1" name="Text 71">
                <a:extLst>
                  <a:ext uri="{FF2B5EF4-FFF2-40B4-BE49-F238E27FC236}">
                    <ns2:creationId id="{5FDAF417-1BA1-B016-4019-E282C65920F4}"/>
                  </a:ext>
                </a:extLst>
              </p:cNvPr>
              <p:cNvSpPr txBox="1"/>
              <p:nvPr/>
            </p:nvSpPr>
            <p:spPr>
              <a:xfrm>
                <a:off x="10718887" y="3822008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Shape 59">
                <a:extLst>
                  <a:ext uri="{FF2B5EF4-FFF2-40B4-BE49-F238E27FC236}">
                    <ns2:creationId id="{CD629A39-2669-564C-D77B-516D5E5529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78609" y="242614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Shape 59">
                <a:extLst>
                  <a:ext uri="{FF2B5EF4-FFF2-40B4-BE49-F238E27FC236}">
                    <ns2:creationId id="{91CA52E2-C2F8-7DBA-B5EE-320DEC618D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43437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5" name="Shape 59">
                <a:extLst>
                  <a:ext uri="{FF2B5EF4-FFF2-40B4-BE49-F238E27FC236}">
                    <ns2:creationId id="{8A245EE4-F9D7-7E3D-39D9-63A3A30920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9384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6" name="Shape 59">
                <a:extLst>
                  <a:ext uri="{FF2B5EF4-FFF2-40B4-BE49-F238E27FC236}">
                    <ns2:creationId id="{C9D57E88-7270-E4B7-25A7-1D121EDA41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74795" y="293025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7" name="Shape 59">
                <a:extLst>
                  <a:ext uri="{FF2B5EF4-FFF2-40B4-BE49-F238E27FC236}">
                    <ns2:creationId id="{C267C100-BBA3-3F12-8988-B11785D98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293025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Shape 59">
                <a:extLst>
                  <a:ext uri="{FF2B5EF4-FFF2-40B4-BE49-F238E27FC236}">
                    <ns2:creationId id="{9D29C5B6-94C6-B296-01F3-F52879A2C4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343437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9" name="Shape 59">
                <a:extLst>
                  <a:ext uri="{FF2B5EF4-FFF2-40B4-BE49-F238E27FC236}">
                    <ns2:creationId id="{5D7EDD0F-3162-8355-54B4-FE93DE1F667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39384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0" name="Shape 59">
                <a:extLst>
                  <a:ext uri="{FF2B5EF4-FFF2-40B4-BE49-F238E27FC236}">
                    <ns2:creationId id="{2DBEDAFB-7AD6-7E06-116C-C80433A083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443466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1" name="Shape 59">
                <a:extLst>
                  <a:ext uri="{FF2B5EF4-FFF2-40B4-BE49-F238E27FC236}">
                    <ns2:creationId id="{76F8D00D-8EA8-F386-9C09-B0DFC48513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54845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2" name="Shape 59">
                <a:extLst>
                  <a:ext uri="{FF2B5EF4-FFF2-40B4-BE49-F238E27FC236}">
                    <ns2:creationId id="{13AB3E36-9EF2-9C39-562B-460272F8B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521378" y="598397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3" name="Shape 59">
                <a:extLst>
                  <a:ext uri="{FF2B5EF4-FFF2-40B4-BE49-F238E27FC236}">
                    <ns2:creationId id="{F44E0182-6593-FD13-CBD9-CCA97C8F7E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495564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84" name="コネクタ: カギ線 783">
                <a:extLst>
                  <a:ext uri="{FF2B5EF4-FFF2-40B4-BE49-F238E27FC236}">
                    <ns2:creationId id="{1078A094-1516-A9C3-B814-33D78A4F33BB}"/>
                  </a:ext>
                </a:extLst>
              </p:cNvPr>
              <p:cNvCxnSpPr>
                <a:cxnSpLocks/>
                <a:stCxn id="773" idx="4"/>
                <a:endCxn id="776" idx="0"/>
              </p:cNvCxnSpPr>
              <p:nvPr/>
            </p:nvCxnSpPr>
            <p:spPr>
              <a:xfrm rot="16200000" flipH="1">
                <a:off x="9240645" y="2588104"/>
                <a:ext cx="288115" cy="3961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矢印コネクタ 785">
                <a:extLst>
                  <a:ext uri="{FF2B5EF4-FFF2-40B4-BE49-F238E27FC236}">
                    <ns2:creationId id="{06C84B10-AAC3-804F-471B-58249AB001C2}"/>
                  </a:ext>
                </a:extLst>
              </p:cNvPr>
              <p:cNvCxnSpPr>
                <a:cxnSpLocks/>
                <a:stCxn id="774" idx="4"/>
                <a:endCxn id="775" idx="0"/>
              </p:cNvCxnSpPr>
              <p:nvPr/>
            </p:nvCxnSpPr>
            <p:spPr>
              <a:xfrm>
                <a:off x="9871553" y="3650370"/>
                <a:ext cx="0" cy="2881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矢印コネクタ 786">
                <a:extLst>
                  <a:ext uri="{FF2B5EF4-FFF2-40B4-BE49-F238E27FC236}">
                    <ns2:creationId id="{7F9E4C33-803C-18AF-2D6F-251F00E00FD9}"/>
                  </a:ext>
                </a:extLst>
              </p:cNvPr>
              <p:cNvCxnSpPr>
                <a:cxnSpLocks/>
                <a:stCxn id="779" idx="4"/>
                <a:endCxn id="780" idx="0"/>
              </p:cNvCxnSpPr>
              <p:nvPr/>
            </p:nvCxnSpPr>
            <p:spPr>
              <a:xfrm>
                <a:off x="10023196" y="4154485"/>
                <a:ext cx="0" cy="280177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コネクタ: カギ線 788">
                <a:extLst>
                  <a:ext uri="{FF2B5EF4-FFF2-40B4-BE49-F238E27FC236}">
                    <ns2:creationId id="{6A853513-300D-C351-CC09-12DB5E78D205}"/>
                  </a:ext>
                </a:extLst>
              </p:cNvPr>
              <p:cNvCxnSpPr>
                <a:cxnSpLocks/>
                <a:stCxn id="778" idx="4"/>
                <a:endCxn id="779" idx="0"/>
              </p:cNvCxnSpPr>
              <p:nvPr/>
            </p:nvCxnSpPr>
            <p:spPr>
              <a:xfrm rot="5400000">
                <a:off x="10012984" y="3660582"/>
                <a:ext cx="288115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コネクタ: カギ線 790">
                <a:extLst>
                  <a:ext uri="{FF2B5EF4-FFF2-40B4-BE49-F238E27FC236}">
                    <ns2:creationId id="{492368BF-6D5A-7840-165D-D7509930DAC1}"/>
                  </a:ext>
                </a:extLst>
              </p:cNvPr>
              <p:cNvCxnSpPr>
                <a:cxnSpLocks/>
                <a:stCxn id="781" idx="6"/>
                <a:endCxn id="782" idx="0"/>
              </p:cNvCxnSpPr>
              <p:nvPr/>
            </p:nvCxnSpPr>
            <p:spPr>
              <a:xfrm>
                <a:off x="10398886" y="5592534"/>
                <a:ext cx="230492" cy="391437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コネクタ: カギ線 791">
                <a:extLst>
                  <a:ext uri="{FF2B5EF4-FFF2-40B4-BE49-F238E27FC236}">
                    <ns2:creationId id="{F0A5A335-A2A7-A88F-965F-ED958498E450}"/>
                  </a:ext>
                </a:extLst>
              </p:cNvPr>
              <p:cNvCxnSpPr>
                <a:cxnSpLocks/>
                <a:stCxn id="777" idx="4"/>
                <a:endCxn id="778" idx="0"/>
              </p:cNvCxnSpPr>
              <p:nvPr/>
            </p:nvCxnSpPr>
            <p:spPr>
              <a:xfrm>
                <a:off x="10290886" y="3146255"/>
                <a:ext cx="0" cy="28811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3" name="コネクタ: カギ線 792">
                <a:extLst>
                  <a:ext uri="{FF2B5EF4-FFF2-40B4-BE49-F238E27FC236}">
                    <ns2:creationId id="{28F7D9E3-9D3C-F0FF-DC4F-E2518FBE871B}"/>
                  </a:ext>
                </a:extLst>
              </p:cNvPr>
              <p:cNvCxnSpPr>
                <a:cxnSpLocks/>
                <a:stCxn id="772" idx="4"/>
                <a:endCxn id="777" idx="0"/>
              </p:cNvCxnSpPr>
              <p:nvPr/>
            </p:nvCxnSpPr>
            <p:spPr>
              <a:xfrm rot="16200000" flipH="1">
                <a:off x="9632818" y="2272186"/>
                <a:ext cx="288115" cy="102802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4" name="直線矢印コネクタ 793">
                <a:extLst>
                  <a:ext uri="{FF2B5EF4-FFF2-40B4-BE49-F238E27FC236}">
                    <ns2:creationId id="{0BFBE753-F5A3-0CBB-89DD-61BFF43810F2}"/>
                  </a:ext>
                </a:extLst>
              </p:cNvPr>
              <p:cNvCxnSpPr>
                <a:cxnSpLocks/>
                <a:stCxn id="776" idx="4"/>
                <a:endCxn id="774" idx="0"/>
              </p:cNvCxnSpPr>
              <p:nvPr/>
            </p:nvCxnSpPr>
            <p:spPr>
              <a:xfrm rot="16200000" flipH="1">
                <a:off x="9583117" y="3145933"/>
                <a:ext cx="288115" cy="288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2" name="Shape 59">
                <a:extLst>
                  <a:ext uri="{FF2B5EF4-FFF2-40B4-BE49-F238E27FC236}">
                    <ns2:creationId id="{32AEB966-90B1-7486-1720-1DAB81F26D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54864" y="242614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1" name="コネクタ: カギ線 800">
                <a:extLst>
                  <a:ext uri="{FF2B5EF4-FFF2-40B4-BE49-F238E27FC236}">
                    <ns2:creationId id="{A67E6221-FE25-3A34-B8D6-F7D620627EB2}"/>
                  </a:ext>
                </a:extLst>
              </p:cNvPr>
              <p:cNvCxnSpPr>
                <a:cxnSpLocks/>
                <a:stCxn id="780" idx="4"/>
                <a:endCxn id="783" idx="0"/>
              </p:cNvCxnSpPr>
              <p:nvPr/>
            </p:nvCxnSpPr>
            <p:spPr>
              <a:xfrm rot="16200000" flipH="1">
                <a:off x="10004551" y="4669307"/>
                <a:ext cx="304980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直線矢印コネクタ 803">
                <a:extLst>
                  <a:ext uri="{FF2B5EF4-FFF2-40B4-BE49-F238E27FC236}">
                    <ns2:creationId id="{C7B84B1E-DFB6-45D3-D07B-84165A9D45A9}"/>
                  </a:ext>
                </a:extLst>
              </p:cNvPr>
              <p:cNvCxnSpPr>
                <a:cxnSpLocks/>
                <a:stCxn id="783" idx="4"/>
                <a:endCxn id="781" idx="0"/>
              </p:cNvCxnSpPr>
              <p:nvPr/>
            </p:nvCxnSpPr>
            <p:spPr>
              <a:xfrm>
                <a:off x="10290886" y="5171642"/>
                <a:ext cx="0" cy="31289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121E353A-05AF-2027-EC7C-17FCA66A1F06}"/>
                  </a:ext>
                </a:extLst>
              </p:cNvPr>
              <p:cNvCxnSpPr>
                <a:cxnSpLocks/>
                <a:stCxn id="775" idx="4"/>
              </p:cNvCxnSpPr>
              <p:nvPr/>
            </p:nvCxnSpPr>
            <p:spPr>
              <a:xfrm>
                <a:off x="9871553" y="4154485"/>
                <a:ext cx="0" cy="46836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十字形 14">
                <a:extLst>
                  <a:ext uri="{FF2B5EF4-FFF2-40B4-BE49-F238E27FC236}">
                    <ns2:creationId id="{52388197-A8AA-1F5C-D16B-62F2A06C2BF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76826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0" name="グループ化 459">
                <a:extLst>
                  <a:ext uri="{FF2B5EF4-FFF2-40B4-BE49-F238E27FC236}">
                    <ns2:creationId id="{D5245837-FAA3-3ADE-CE1A-44D257A592EC}"/>
                  </a:ext>
                </a:extLst>
              </p:cNvPr>
              <p:cNvGrpSpPr/>
              <p:nvPr/>
            </p:nvGrpSpPr>
            <p:grpSpPr>
              <a:xfrm>
                <a:off x="10863474" y="4321356"/>
                <a:ext cx="1008000" cy="469423"/>
                <a:chOff x="10863474" y="4321356"/>
                <a:chExt cx="1008000" cy="469423"/>
              </a:xfrm>
            </p:grpSpPr>
            <p:sp>
              <p:nvSpPr>
                <p:cNvPr id="756" name="Text 81">
                  <a:extLst>
                    <a:ext uri="{FF2B5EF4-FFF2-40B4-BE49-F238E27FC236}">
                      <ns2:creationId id="{E912176F-E687-BA28-A0FC-4F6D0D1AEA70}"/>
                    </a:ext>
                  </a:extLst>
                </p:cNvPr>
                <p:cNvSpPr txBox="1"/>
                <p:nvPr/>
              </p:nvSpPr>
              <p:spPr>
                <a:xfrm>
                  <a:off x="10863474" y="432135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4" name="二等辺三角形 543">
                  <a:extLst>
                    <a:ext uri="{FF2B5EF4-FFF2-40B4-BE49-F238E27FC236}">
                      <ns2:creationId id="{43DB4E62-99B7-E932-0B93-56ED7060C3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4447446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1" name="グループ化 460">
                <a:extLst>
                  <a:ext uri="{FF2B5EF4-FFF2-40B4-BE49-F238E27FC236}">
                    <ns2:creationId id="{AF7DA1B7-53CA-0B8A-36F6-63C1DE2A751A}"/>
                  </a:ext>
                </a:extLst>
              </p:cNvPr>
              <p:cNvGrpSpPr/>
              <p:nvPr/>
            </p:nvGrpSpPr>
            <p:grpSpPr>
              <a:xfrm>
                <a:off x="10863474" y="4822695"/>
                <a:ext cx="1008000" cy="469423"/>
                <a:chOff x="10863474" y="4822695"/>
                <a:chExt cx="1008000" cy="469423"/>
              </a:xfrm>
            </p:grpSpPr>
            <p:sp>
              <p:nvSpPr>
                <p:cNvPr id="758" name="Text 86">
                  <a:extLst>
                    <a:ext uri="{FF2B5EF4-FFF2-40B4-BE49-F238E27FC236}">
                      <ns2:creationId id="{5AC8FC13-F5C9-105D-34C1-FF97913DE7FB}"/>
                    </a:ext>
                  </a:extLst>
                </p:cNvPr>
                <p:cNvSpPr txBox="1"/>
                <p:nvPr/>
              </p:nvSpPr>
              <p:spPr>
                <a:xfrm>
                  <a:off x="10863474" y="482269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6" name="十字形 545">
                  <a:extLst>
                    <a:ext uri="{FF2B5EF4-FFF2-40B4-BE49-F238E27FC236}">
                      <ns2:creationId id="{05E8B9F7-C0A2-7140-326B-A9309AB01F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4895406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3" name="グループ化 462">
                <a:extLst>
                  <a:ext uri="{FF2B5EF4-FFF2-40B4-BE49-F238E27FC236}">
                    <ns2:creationId id="{2DE7C8F2-72D5-0EB4-6158-E86590B55754}"/>
                  </a:ext>
                </a:extLst>
              </p:cNvPr>
              <p:cNvGrpSpPr/>
              <p:nvPr/>
            </p:nvGrpSpPr>
            <p:grpSpPr>
              <a:xfrm>
                <a:off x="10863474" y="5331106"/>
                <a:ext cx="1008000" cy="469423"/>
                <a:chOff x="10863474" y="5331106"/>
                <a:chExt cx="1008000" cy="469423"/>
              </a:xfrm>
            </p:grpSpPr>
            <p:sp>
              <p:nvSpPr>
                <p:cNvPr id="760" name="Text 91">
                  <a:extLst>
                    <a:ext uri="{FF2B5EF4-FFF2-40B4-BE49-F238E27FC236}">
                      <ns2:creationId id="{490FBA99-931C-28CD-8186-30396C24D334}"/>
                    </a:ext>
                  </a:extLst>
                </p:cNvPr>
                <p:cNvSpPr txBox="1"/>
                <p:nvPr/>
              </p:nvSpPr>
              <p:spPr>
                <a:xfrm>
                  <a:off x="10863474" y="533110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8" name="十字形 547">
                  <a:extLst>
                    <a:ext uri="{FF2B5EF4-FFF2-40B4-BE49-F238E27FC236}">
                      <ns2:creationId id="{E7BCC633-6F28-B7AB-E612-82752DBA654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5403817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9" name="グループ化 458">
                <a:extLst>
                  <a:ext uri="{FF2B5EF4-FFF2-40B4-BE49-F238E27FC236}">
                    <ns2:creationId id="{4B9A4F5E-38B2-1B9E-B6E5-08BDDA80D6E3}"/>
                  </a:ext>
                </a:extLst>
              </p:cNvPr>
              <p:cNvGrpSpPr/>
              <p:nvPr/>
            </p:nvGrpSpPr>
            <p:grpSpPr>
              <a:xfrm>
                <a:off x="10863474" y="3815089"/>
                <a:ext cx="1008000" cy="469423"/>
                <a:chOff x="10863474" y="3815089"/>
                <a:chExt cx="1008000" cy="469423"/>
              </a:xfrm>
            </p:grpSpPr>
            <p:sp>
              <p:nvSpPr>
                <p:cNvPr id="754" name="Text 74">
                  <a:extLst>
                    <a:ext uri="{FF2B5EF4-FFF2-40B4-BE49-F238E27FC236}">
                      <ns2:creationId id="{F5FFDB8A-F14A-13BC-F1DD-F75342B2B57D}"/>
                    </a:ext>
                  </a:extLst>
                </p:cNvPr>
                <p:cNvSpPr txBox="1"/>
                <p:nvPr/>
              </p:nvSpPr>
              <p:spPr>
                <a:xfrm>
                  <a:off x="10863474" y="381508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8" name="グループ化 27">
                  <a:extLst>
                    <a:ext uri="{FF2B5EF4-FFF2-40B4-BE49-F238E27FC236}">
                      <ns2:creationId id="{B8E2852B-EC16-2F93-5551-20A64F68AF00}"/>
                    </a:ext>
                  </a:extLst>
                </p:cNvPr>
                <p:cNvGrpSpPr/>
                <p:nvPr/>
              </p:nvGrpSpPr>
              <p:grpSpPr>
                <a:xfrm>
                  <a:off x="11241474" y="3923800"/>
                  <a:ext cx="252000" cy="252000"/>
                  <a:chOff x="11281957" y="3926404"/>
                  <a:chExt cx="252000" cy="252000"/>
                </a:xfrm>
              </p:grpSpPr>
              <p:sp>
                <p:nvSpPr>
                  <p:cNvPr id="561" name="楕円 560">
                    <a:extLst>
                      <a:ext uri="{FF2B5EF4-FFF2-40B4-BE49-F238E27FC236}">
                        <ns2:creationId id="{BD7BCC5F-F8EE-A503-7E70-F95B8EF383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281957" y="3926404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62" name="楕円 561">
                    <a:extLst>
                      <a:ext uri="{FF2B5EF4-FFF2-40B4-BE49-F238E27FC236}">
                        <ns2:creationId id="{98F650AA-6ED5-BDC1-9B98-3AE29831E3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335957" y="3980404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64" name="グループ化 463">
                <a:extLst>
                  <a:ext uri="{FF2B5EF4-FFF2-40B4-BE49-F238E27FC236}">
                    <ns2:creationId id="{C0941841-53BA-5C3C-DA39-6F5990154D11}"/>
                  </a:ext>
                </a:extLst>
              </p:cNvPr>
              <p:cNvGrpSpPr/>
              <p:nvPr/>
            </p:nvGrpSpPr>
            <p:grpSpPr>
              <a:xfrm>
                <a:off x="10863474" y="5835963"/>
                <a:ext cx="1008000" cy="469423"/>
                <a:chOff x="10863474" y="5835963"/>
                <a:chExt cx="1008000" cy="469423"/>
              </a:xfrm>
            </p:grpSpPr>
            <p:sp>
              <p:nvSpPr>
                <p:cNvPr id="762" name="Text 96">
                  <a:extLst>
                    <a:ext uri="{FF2B5EF4-FFF2-40B4-BE49-F238E27FC236}">
                      <ns2:creationId id="{E8015B6A-955F-5DD9-DE9D-2622CAAB4E82}"/>
                    </a:ext>
                  </a:extLst>
                </p:cNvPr>
                <p:cNvSpPr txBox="1"/>
                <p:nvPr/>
              </p:nvSpPr>
              <p:spPr>
                <a:xfrm>
                  <a:off x="10863474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4" name="二等辺三角形 563">
                  <a:extLst>
                    <a:ext uri="{FF2B5EF4-FFF2-40B4-BE49-F238E27FC236}">
                      <ns2:creationId id="{1EE92380-36BD-9E59-FB41-C3FC4625DE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478" name="グループ化 477">
              <a:extLst>
                <a:ext uri="{FF2B5EF4-FFF2-40B4-BE49-F238E27FC236}">
                  <ns2:creationId id="{5C393124-60BA-AACC-36AC-9BBA95E3BADD}"/>
                </a:ext>
              </a:extLst>
            </p:cNvPr>
            <p:cNvGrpSpPr/>
            <p:nvPr/>
          </p:nvGrpSpPr>
          <p:grpSpPr>
            <a:xfrm>
              <a:off x="4221968" y="1029496"/>
              <a:ext cx="3744995" cy="5275890"/>
              <a:chOff x="4221968" y="1029496"/>
              <a:chExt cx="3744995" cy="5275890"/>
            </a:xfrm>
          </p:grpSpPr>
          <p:sp>
            <p:nvSpPr>
              <p:cNvPr id="18" name="Text 98">
                <a:extLst>
                  <a:ext uri="{FF2B5EF4-FFF2-40B4-BE49-F238E27FC236}">
                    <ns2:creationId id="{C63A42CE-2DB4-B0D2-EA8D-5F6597E34755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Text 6">
                <a:extLst>
                  <a:ext uri="{FF2B5EF4-FFF2-40B4-BE49-F238E27FC236}">
                    <ns2:creationId id="{4D42439C-5B12-7121-22CB-049CDD419492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Text 7">
                <a:extLst>
                  <a:ext uri="{FF2B5EF4-FFF2-40B4-BE49-F238E27FC236}">
                    <ns2:creationId id="{0A618EC8-F631-ABD7-53EB-2A4F4BCB0C80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Text 10">
                <a:extLst>
                  <a:ext uri="{FF2B5EF4-FFF2-40B4-BE49-F238E27FC236}">
                    <ns2:creationId id="{4EFBB592-0A64-D1FA-9E93-190D6D7163F6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Text 12">
                <a:extLst>
                  <a:ext uri="{FF2B5EF4-FFF2-40B4-BE49-F238E27FC236}">
                    <ns2:creationId id="{13CABF51-D739-F0C7-C345-28235F51767C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14" name="直線コネクタ 413">
                <a:extLst>
                  <a:ext uri="{FF2B5EF4-FFF2-40B4-BE49-F238E27FC236}">
                    <ns2:creationId id="{1CC1B161-8808-347F-B195-C908EA308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ns2:creationId id="{246C4592-8D49-8B03-A850-70A60B0EEB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" name="Text 12">
                <a:extLst>
                  <a:ext uri="{FF2B5EF4-FFF2-40B4-BE49-F238E27FC236}">
                    <ns2:creationId id="{A238718D-07DF-38D4-7AD8-DB8A5D5DBD21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0" name="Text 12">
                <a:extLst>
                  <a:ext uri="{FF2B5EF4-FFF2-40B4-BE49-F238E27FC236}">
                    <ns2:creationId id="{F825B1E6-0F01-8D06-FB43-30CB6789DD42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2" name="Text 12">
                <a:extLst>
                  <a:ext uri="{FF2B5EF4-FFF2-40B4-BE49-F238E27FC236}">
                    <ns2:creationId id="{A0A4E78A-E2B6-FFC9-F6AA-63272A4A615C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4" name="Text 12">
                <a:extLst>
                  <a:ext uri="{FF2B5EF4-FFF2-40B4-BE49-F238E27FC236}">
                    <ns2:creationId id="{E03541E5-06DE-0606-846B-DCE0291558BC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Text 12">
                <a:extLst>
                  <a:ext uri="{FF2B5EF4-FFF2-40B4-BE49-F238E27FC236}">
                    <ns2:creationId id="{71C7EE71-E30C-A3B9-25E7-79FE1B74436D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1" name="Text 61">
                <a:extLst>
                  <a:ext uri="{FF2B5EF4-FFF2-40B4-BE49-F238E27FC236}">
                    <ns2:creationId id="{D08E8E2F-27C1-77C6-82AD-FF9F7AEE0C94}"/>
                  </a:ext>
                </a:extLst>
              </p:cNvPr>
              <p:cNvSpPr txBox="1"/>
              <p:nvPr/>
            </p:nvSpPr>
            <p:spPr>
              <a:xfrm>
                <a:off x="6958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3" name="Text 64">
                <a:extLst>
                  <a:ext uri="{FF2B5EF4-FFF2-40B4-BE49-F238E27FC236}">
                    <ns2:creationId id="{AC649A59-3A5E-5CC3-C208-7F2FCCD37C07}"/>
                  </a:ext>
                </a:extLst>
              </p:cNvPr>
              <p:cNvSpPr txBox="1"/>
              <p:nvPr/>
            </p:nvSpPr>
            <p:spPr>
              <a:xfrm>
                <a:off x="6958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5" name="Text 67">
                <a:extLst>
                  <a:ext uri="{FF2B5EF4-FFF2-40B4-BE49-F238E27FC236}">
                    <ns2:creationId id="{143F3408-6CEE-64FD-9070-DC75341831CA}"/>
                  </a:ext>
                </a:extLst>
              </p:cNvPr>
              <p:cNvSpPr txBox="1"/>
              <p:nvPr/>
            </p:nvSpPr>
            <p:spPr>
              <a:xfrm>
                <a:off x="6958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7" name="Text 28">
                <a:extLst>
                  <a:ext uri="{FF2B5EF4-FFF2-40B4-BE49-F238E27FC236}">
                    <ns2:creationId id="{B0874067-A48A-FC95-1304-D7603322E23B}"/>
                  </a:ext>
                </a:extLst>
              </p:cNvPr>
              <p:cNvSpPr txBox="1"/>
              <p:nvPr/>
            </p:nvSpPr>
            <p:spPr>
              <a:xfrm>
                <a:off x="4222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9" name="Text 31">
                <a:extLst>
                  <a:ext uri="{FF2B5EF4-FFF2-40B4-BE49-F238E27FC236}">
                    <ns2:creationId id="{6718ADDF-7A2F-608C-B779-87031D2F17BB}"/>
                  </a:ext>
                </a:extLst>
              </p:cNvPr>
              <p:cNvSpPr txBox="1"/>
              <p:nvPr/>
            </p:nvSpPr>
            <p:spPr>
              <a:xfrm>
                <a:off x="4222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Text 34">
                <a:extLst>
                  <a:ext uri="{FF2B5EF4-FFF2-40B4-BE49-F238E27FC236}">
                    <ns2:creationId id="{5656E7EF-BCC9-BED2-E1EE-42702A3A46BA}"/>
                  </a:ext>
                </a:extLst>
              </p:cNvPr>
              <p:cNvSpPr txBox="1"/>
              <p:nvPr/>
            </p:nvSpPr>
            <p:spPr>
              <a:xfrm>
                <a:off x="4222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Text 37">
                <a:extLst>
                  <a:ext uri="{FF2B5EF4-FFF2-40B4-BE49-F238E27FC236}">
                    <ns2:creationId id="{08EC75A4-E26E-D819-55F4-681200436C30}"/>
                  </a:ext>
                </a:extLst>
              </p:cNvPr>
              <p:cNvSpPr txBox="1"/>
              <p:nvPr/>
            </p:nvSpPr>
            <p:spPr>
              <a:xfrm>
                <a:off x="4222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Text 71">
                <a:extLst>
                  <a:ext uri="{FF2B5EF4-FFF2-40B4-BE49-F238E27FC236}">
                    <ns2:creationId id="{451A87E1-068E-EC4D-EA1A-181A0FA432DE}"/>
                  </a:ext>
                </a:extLst>
              </p:cNvPr>
              <p:cNvSpPr txBox="1"/>
              <p:nvPr/>
            </p:nvSpPr>
            <p:spPr>
              <a:xfrm>
                <a:off x="6811331" y="3831633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0" name="Shape 59">
                <a:extLst>
                  <a:ext uri="{FF2B5EF4-FFF2-40B4-BE49-F238E27FC236}">
                    <ns2:creationId id="{26FEFF8D-2392-433E-EEBF-479A9EC436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6675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Shape 59">
                <a:extLst>
                  <a:ext uri="{FF2B5EF4-FFF2-40B4-BE49-F238E27FC236}">
                    <ns2:creationId id="{F3E8E706-0140-F2CB-1671-6FB560AD86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Shape 59">
                <a:extLst>
                  <a:ext uri="{FF2B5EF4-FFF2-40B4-BE49-F238E27FC236}">
                    <ns2:creationId id="{A9459B42-437B-27F0-1701-6BD4E3964B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Shape 59">
                <a:extLst>
                  <a:ext uri="{FF2B5EF4-FFF2-40B4-BE49-F238E27FC236}">
                    <ns2:creationId id="{AE377124-8227-263B-241C-E1BB913862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Shape 59">
                <a:extLst>
                  <a:ext uri="{FF2B5EF4-FFF2-40B4-BE49-F238E27FC236}">
                    <ns2:creationId id="{940A1E6F-D96B-1ABC-E74C-18F0D674DA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85204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6" name="Shape 59">
                <a:extLst>
                  <a:ext uri="{FF2B5EF4-FFF2-40B4-BE49-F238E27FC236}">
                    <ns2:creationId id="{48A5B37D-B3AA-CC40-0850-366AC6126D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Shape 59">
                <a:extLst>
                  <a:ext uri="{FF2B5EF4-FFF2-40B4-BE49-F238E27FC236}">
                    <ns2:creationId id="{8FC9472C-C699-E7A4-FE83-48D827C6EF4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07015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8" name="Shape 59">
                <a:extLst>
                  <a:ext uri="{FF2B5EF4-FFF2-40B4-BE49-F238E27FC236}">
                    <ns2:creationId id="{160AB927-DC26-2A4D-2180-C48A2DDB7C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9" name="Shape 59">
                <a:extLst>
                  <a:ext uri="{FF2B5EF4-FFF2-40B4-BE49-F238E27FC236}">
                    <ns2:creationId id="{F1017F73-7C59-1F4B-988C-EA866BB3E3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0" name="Shape 59">
                <a:extLst>
                  <a:ext uri="{FF2B5EF4-FFF2-40B4-BE49-F238E27FC236}">
                    <ns2:creationId id="{74A54D82-BD74-52B7-07CB-F72BD22A0A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95925" y="546640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1" name="Shape 59">
                <a:extLst>
                  <a:ext uri="{FF2B5EF4-FFF2-40B4-BE49-F238E27FC236}">
                    <ns2:creationId id="{80E31CC4-77F5-9E44-1F2C-E34A7491BB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Shape 59">
                <a:extLst>
                  <a:ext uri="{FF2B5EF4-FFF2-40B4-BE49-F238E27FC236}">
                    <ns2:creationId id="{D682C45B-0363-F231-9080-415612F8AD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3" name="コネクタ: カギ線 672">
                <a:extLst>
                  <a:ext uri="{FF2B5EF4-FFF2-40B4-BE49-F238E27FC236}">
                    <ns2:creationId id="{17595AA6-13F8-1CD4-97B4-3C70C0D448B6}"/>
                  </a:ext>
                </a:extLst>
              </p:cNvPr>
              <p:cNvCxnSpPr>
                <a:cxnSpLocks/>
                <a:stCxn id="661" idx="4"/>
                <a:endCxn id="665" idx="0"/>
              </p:cNvCxnSpPr>
              <p:nvPr/>
            </p:nvCxnSpPr>
            <p:spPr>
              <a:xfrm rot="5400000">
                <a:off x="5420977" y="2608088"/>
                <a:ext cx="292418" cy="34796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コネクタ: カギ線 673">
                <a:extLst>
                  <a:ext uri="{FF2B5EF4-FFF2-40B4-BE49-F238E27FC236}">
                    <ns2:creationId id="{FB8C853D-7B1E-677A-A92C-7FB8CF38997E}"/>
                  </a:ext>
                </a:extLst>
              </p:cNvPr>
              <p:cNvCxnSpPr>
                <a:cxnSpLocks/>
                <a:stCxn id="665" idx="4"/>
                <a:endCxn id="662" idx="0"/>
              </p:cNvCxnSpPr>
              <p:nvPr/>
            </p:nvCxnSpPr>
            <p:spPr>
              <a:xfrm rot="16200000" flipH="1">
                <a:off x="5420977" y="3116506"/>
                <a:ext cx="292418" cy="347964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矢印コネクタ 675">
                <a:extLst>
                  <a:ext uri="{FF2B5EF4-FFF2-40B4-BE49-F238E27FC236}">
                    <ns2:creationId id="{18FB69F4-A50A-04FA-A8D4-2B038391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116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矢印コネクタ 677">
                <a:extLst>
                  <a:ext uri="{FF2B5EF4-FFF2-40B4-BE49-F238E27FC236}">
                    <ns2:creationId id="{549B0A7E-650A-BBFB-FFA8-5D4DEA28BC34}"/>
                  </a:ext>
                </a:extLst>
              </p:cNvPr>
              <p:cNvCxnSpPr>
                <a:cxnSpLocks/>
                <a:stCxn id="668" idx="4"/>
                <a:endCxn id="669" idx="0"/>
              </p:cNvCxnSpPr>
              <p:nvPr/>
            </p:nvCxnSpPr>
            <p:spPr>
              <a:xfrm>
                <a:off x="6694657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矢印コネクタ 678">
                <a:extLst>
                  <a:ext uri="{FF2B5EF4-FFF2-40B4-BE49-F238E27FC236}">
                    <ns2:creationId id="{F0ED3D0B-63C4-AAD0-6471-2C95C1F741AA}"/>
                  </a:ext>
                </a:extLst>
              </p:cNvPr>
              <p:cNvCxnSpPr>
                <a:cxnSpLocks/>
                <a:stCxn id="669" idx="4"/>
                <a:endCxn id="672" idx="0"/>
              </p:cNvCxnSpPr>
              <p:nvPr/>
            </p:nvCxnSpPr>
            <p:spPr>
              <a:xfrm>
                <a:off x="6694657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B62952C0-BB93-D83E-89E0-4E7BE9F99009}"/>
                  </a:ext>
                </a:extLst>
              </p:cNvPr>
              <p:cNvCxnSpPr>
                <a:cxnSpLocks/>
                <a:stCxn id="667" idx="4"/>
                <a:endCxn id="668" idx="0"/>
              </p:cNvCxnSpPr>
              <p:nvPr/>
            </p:nvCxnSpPr>
            <p:spPr>
              <a:xfrm rot="16200000" flipH="1">
                <a:off x="6408627" y="3659085"/>
                <a:ext cx="292418" cy="27964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コネクタ: カギ線 680">
                <a:extLst>
                  <a:ext uri="{FF2B5EF4-FFF2-40B4-BE49-F238E27FC236}">
                    <ns2:creationId id="{8B6BD72E-DD1C-0A8F-0B36-D8B7010B615A}"/>
                  </a:ext>
                </a:extLst>
              </p:cNvPr>
              <p:cNvCxnSpPr>
                <a:cxnSpLocks/>
                <a:stCxn id="672" idx="4"/>
                <a:endCxn id="670" idx="0"/>
              </p:cNvCxnSpPr>
              <p:nvPr/>
            </p:nvCxnSpPr>
            <p:spPr>
              <a:xfrm rot="5400000">
                <a:off x="6255067" y="5026809"/>
                <a:ext cx="288449" cy="5907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Text 14">
                <a:extLst>
                  <a:ext uri="{FF2B5EF4-FFF2-40B4-BE49-F238E27FC236}">
                    <ns2:creationId id="{600E3CB7-C2A5-FA73-F6C3-43011835F8C1}"/>
                  </a:ext>
                </a:extLst>
              </p:cNvPr>
              <p:cNvSpPr txBox="1"/>
              <p:nvPr/>
            </p:nvSpPr>
            <p:spPr>
              <a:xfrm>
                <a:off x="5214672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6" name="Text 16">
                <a:extLst>
                  <a:ext uri="{FF2B5EF4-FFF2-40B4-BE49-F238E27FC236}">
                    <ns2:creationId id="{68E22FAD-A115-3463-2411-2209D0108994}"/>
                  </a:ext>
                </a:extLst>
              </p:cNvPr>
              <p:cNvSpPr txBox="1"/>
              <p:nvPr/>
            </p:nvSpPr>
            <p:spPr>
              <a:xfrm>
                <a:off x="5564240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4" name="Text 130">
                <a:extLst>
                  <a:ext uri="{FF2B5EF4-FFF2-40B4-BE49-F238E27FC236}">
                    <ns2:creationId id="{063FDB3D-5752-9182-19C5-7DB7F3FA82B4}"/>
                  </a:ext>
                </a:extLst>
              </p:cNvPr>
              <p:cNvSpPr txBox="1"/>
              <p:nvPr/>
            </p:nvSpPr>
            <p:spPr>
              <a:xfrm>
                <a:off x="591380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Text 132">
                <a:extLst>
                  <a:ext uri="{FF2B5EF4-FFF2-40B4-BE49-F238E27FC236}">
                    <ns2:creationId id="{161CA287-9A5E-03BC-9DCA-70ECD207FC6B}"/>
                  </a:ext>
                </a:extLst>
              </p:cNvPr>
              <p:cNvSpPr txBox="1"/>
              <p:nvPr/>
            </p:nvSpPr>
            <p:spPr>
              <a:xfrm>
                <a:off x="626337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Text 134">
                <a:extLst>
                  <a:ext uri="{FF2B5EF4-FFF2-40B4-BE49-F238E27FC236}">
                    <ns2:creationId id="{A51068B0-FB5A-55F3-22B0-57E8D983FB7E}"/>
                  </a:ext>
                </a:extLst>
              </p:cNvPr>
              <p:cNvSpPr txBox="1"/>
              <p:nvPr/>
            </p:nvSpPr>
            <p:spPr>
              <a:xfrm>
                <a:off x="6612945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3" name="コネクタ: カギ線 702">
                <a:extLst>
                  <a:ext uri="{FF2B5EF4-FFF2-40B4-BE49-F238E27FC236}">
                    <ns2:creationId id="{2E6B3A40-6704-6461-4892-5B7FA39241FE}"/>
                  </a:ext>
                </a:extLst>
              </p:cNvPr>
              <p:cNvCxnSpPr>
                <a:cxnSpLocks/>
                <a:stCxn id="666" idx="4"/>
                <a:endCxn id="667" idx="0"/>
              </p:cNvCxnSpPr>
              <p:nvPr/>
            </p:nvCxnSpPr>
            <p:spPr>
              <a:xfrm rot="5400000">
                <a:off x="6408627" y="3150667"/>
                <a:ext cx="292418" cy="27964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コネクタ: カギ線 704">
                <a:extLst>
                  <a:ext uri="{FF2B5EF4-FFF2-40B4-BE49-F238E27FC236}">
                    <ns2:creationId id="{EBD07380-705F-BD02-D549-02E914EBC250}"/>
                  </a:ext>
                </a:extLst>
              </p:cNvPr>
              <p:cNvCxnSpPr>
                <a:cxnSpLocks/>
                <a:stCxn id="660" idx="4"/>
                <a:endCxn id="666" idx="0"/>
              </p:cNvCxnSpPr>
              <p:nvPr/>
            </p:nvCxnSpPr>
            <p:spPr>
              <a:xfrm rot="16200000" flipH="1">
                <a:off x="6243457" y="2477079"/>
                <a:ext cx="292418" cy="60998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矢印コネクタ 8">
                <a:extLst>
                  <a:ext uri="{FF2B5EF4-FFF2-40B4-BE49-F238E27FC236}">
                    <ns2:creationId id="{3C8AD2A8-9DAE-FEFC-18D3-1AE6B5B962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740561" y="4147453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十字形 9">
                <a:extLst>
                  <a:ext uri="{FF2B5EF4-FFF2-40B4-BE49-F238E27FC236}">
                    <ns2:creationId id="{7F519463-655E-25AE-9225-DD4203ED2C1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62915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7" name="グループ化 466">
                <a:extLst>
                  <a:ext uri="{FF2B5EF4-FFF2-40B4-BE49-F238E27FC236}">
                    <ns2:creationId id="{720219A7-7376-DA04-B0F0-BFAB3E131CC7}"/>
                  </a:ext>
                </a:extLst>
              </p:cNvPr>
              <p:cNvGrpSpPr/>
              <p:nvPr/>
            </p:nvGrpSpPr>
            <p:grpSpPr>
              <a:xfrm>
                <a:off x="6958963" y="5332162"/>
                <a:ext cx="1008000" cy="469423"/>
                <a:chOff x="6958963" y="5332162"/>
                <a:chExt cx="1008000" cy="469423"/>
              </a:xfrm>
            </p:grpSpPr>
            <p:sp>
              <p:nvSpPr>
                <p:cNvPr id="643" name="Text 91">
                  <a:extLst>
                    <a:ext uri="{FF2B5EF4-FFF2-40B4-BE49-F238E27FC236}">
                      <ns2:creationId id="{CD972D3C-7CE2-F6E7-1AA8-45294595661A}"/>
                    </a:ext>
                  </a:extLst>
                </p:cNvPr>
                <p:cNvSpPr txBox="1"/>
                <p:nvPr/>
              </p:nvSpPr>
              <p:spPr>
                <a:xfrm>
                  <a:off x="6958963" y="53321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6" name="十字形 125">
                  <a:extLst>
                    <a:ext uri="{FF2B5EF4-FFF2-40B4-BE49-F238E27FC236}">
                      <ns2:creationId id="{A5D28202-A9A3-93E2-FF4A-69BFFE98A13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5404873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1" name="グループ化 470">
                <a:extLst>
                  <a:ext uri="{FF2B5EF4-FFF2-40B4-BE49-F238E27FC236}">
                    <ns2:creationId id="{00F817C6-E641-BA59-B0C3-C58EAD599EAE}"/>
                  </a:ext>
                </a:extLst>
              </p:cNvPr>
              <p:cNvGrpSpPr/>
              <p:nvPr/>
            </p:nvGrpSpPr>
            <p:grpSpPr>
              <a:xfrm>
                <a:off x="6958963" y="3813294"/>
                <a:ext cx="1008000" cy="469423"/>
                <a:chOff x="6958963" y="3813294"/>
                <a:chExt cx="1008000" cy="469423"/>
              </a:xfrm>
            </p:grpSpPr>
            <p:sp>
              <p:nvSpPr>
                <p:cNvPr id="637" name="Text 74">
                  <a:extLst>
                    <a:ext uri="{FF2B5EF4-FFF2-40B4-BE49-F238E27FC236}">
                      <ns2:creationId id="{11CBC346-BF6C-1B94-ADBB-FE335C805FB9}"/>
                    </a:ext>
                  </a:extLst>
                </p:cNvPr>
                <p:cNvSpPr txBox="1"/>
                <p:nvPr/>
              </p:nvSpPr>
              <p:spPr>
                <a:xfrm>
                  <a:off x="6958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9" name="二等辺三角形 528">
                  <a:extLst>
                    <a:ext uri="{FF2B5EF4-FFF2-40B4-BE49-F238E27FC236}">
                      <ns2:creationId id="{D5091456-DE24-7945-06D4-F2873237253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9" name="グループ化 468">
                <a:extLst>
                  <a:ext uri="{FF2B5EF4-FFF2-40B4-BE49-F238E27FC236}">
                    <ns2:creationId id="{A518A480-4166-7C8A-F4DB-6AE7A2C4E29D}"/>
                  </a:ext>
                </a:extLst>
              </p:cNvPr>
              <p:cNvGrpSpPr/>
              <p:nvPr/>
            </p:nvGrpSpPr>
            <p:grpSpPr>
              <a:xfrm>
                <a:off x="6958963" y="4318962"/>
                <a:ext cx="1008000" cy="469423"/>
                <a:chOff x="6958963" y="4318962"/>
                <a:chExt cx="1008000" cy="469423"/>
              </a:xfrm>
            </p:grpSpPr>
            <p:sp>
              <p:nvSpPr>
                <p:cNvPr id="639" name="Text 81">
                  <a:extLst>
                    <a:ext uri="{FF2B5EF4-FFF2-40B4-BE49-F238E27FC236}">
                      <ns2:creationId id="{6B0D60EA-51CB-C5EF-1EFA-779C1B77BBB6}"/>
                    </a:ext>
                  </a:extLst>
                </p:cNvPr>
                <p:cNvSpPr txBox="1"/>
                <p:nvPr/>
              </p:nvSpPr>
              <p:spPr>
                <a:xfrm>
                  <a:off x="6958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0" name="二等辺三角形 529">
                  <a:extLst>
                    <a:ext uri="{FF2B5EF4-FFF2-40B4-BE49-F238E27FC236}">
                      <ns2:creationId id="{281E28E0-A983-075C-4E26-1EC6A25AA9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5" name="グループ化 464">
                <a:extLst>
                  <a:ext uri="{FF2B5EF4-FFF2-40B4-BE49-F238E27FC236}">
                    <ns2:creationId id="{62C16166-5C27-F958-16E9-7623D3D02579}"/>
                  </a:ext>
                </a:extLst>
              </p:cNvPr>
              <p:cNvGrpSpPr/>
              <p:nvPr/>
            </p:nvGrpSpPr>
            <p:grpSpPr>
              <a:xfrm>
                <a:off x="6958963" y="5835963"/>
                <a:ext cx="1008000" cy="469423"/>
                <a:chOff x="6958963" y="5835963"/>
                <a:chExt cx="1008000" cy="469423"/>
              </a:xfrm>
            </p:grpSpPr>
            <p:sp>
              <p:nvSpPr>
                <p:cNvPr id="645" name="Text 96">
                  <a:extLst>
                    <a:ext uri="{FF2B5EF4-FFF2-40B4-BE49-F238E27FC236}">
                      <ns2:creationId id="{79C7B396-38F4-5E67-7401-BB39FB9B781E}"/>
                    </a:ext>
                  </a:extLst>
                </p:cNvPr>
                <p:cNvSpPr txBox="1"/>
                <p:nvPr/>
              </p:nvSpPr>
              <p:spPr>
                <a:xfrm>
                  <a:off x="6958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ct val="980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9" name="二等辺三角形 538">
                  <a:extLst>
                    <a:ext uri="{FF2B5EF4-FFF2-40B4-BE49-F238E27FC236}">
                      <ns2:creationId id="{B43B4706-F241-6197-9612-AC7B02DCA35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8" name="グループ化 467">
                <a:extLst>
                  <a:ext uri="{FF2B5EF4-FFF2-40B4-BE49-F238E27FC236}">
                    <ns2:creationId id="{11E6F2D9-224F-0E81-0B3D-E84307ADC9E4}"/>
                  </a:ext>
                </a:extLst>
              </p:cNvPr>
              <p:cNvGrpSpPr/>
              <p:nvPr/>
            </p:nvGrpSpPr>
            <p:grpSpPr>
              <a:xfrm>
                <a:off x="6958963" y="4817478"/>
                <a:ext cx="1008000" cy="469423"/>
                <a:chOff x="6958963" y="4817478"/>
                <a:chExt cx="1008000" cy="469423"/>
              </a:xfrm>
            </p:grpSpPr>
            <p:sp>
              <p:nvSpPr>
                <p:cNvPr id="641" name="Text 86">
                  <a:extLst>
                    <a:ext uri="{FF2B5EF4-FFF2-40B4-BE49-F238E27FC236}">
                      <ns2:creationId id="{555DB1C1-CD76-D917-552A-50C1AB777897}"/>
                    </a:ext>
                  </a:extLst>
                </p:cNvPr>
                <p:cNvSpPr txBox="1"/>
                <p:nvPr/>
              </p:nvSpPr>
              <p:spPr>
                <a:xfrm>
                  <a:off x="6958963" y="481747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9" name="十字形 558">
                  <a:extLst>
                    <a:ext uri="{FF2B5EF4-FFF2-40B4-BE49-F238E27FC236}">
                      <ns2:creationId id="{A0001F62-B37E-F628-2CD9-823A44308E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4890189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9" name="コネクタ: カギ線 18">
                <a:extLst>
                  <a:ext uri="{FF2B5EF4-FFF2-40B4-BE49-F238E27FC236}">
                    <ns2:creationId id="{E76EA829-B912-2538-0EC3-61C03DC9E678}"/>
                  </a:ext>
                </a:extLst>
              </p:cNvPr>
              <p:cNvCxnSpPr>
                <a:cxnSpLocks/>
                <a:stCxn id="670" idx="4"/>
                <a:endCxn id="671" idx="0"/>
              </p:cNvCxnSpPr>
              <p:nvPr/>
            </p:nvCxnSpPr>
            <p:spPr>
              <a:xfrm rot="16200000" flipH="1">
                <a:off x="6251099" y="5535226"/>
                <a:ext cx="296384" cy="59073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7" name="グループ化 476">
              <a:extLst>
                <a:ext uri="{FF2B5EF4-FFF2-40B4-BE49-F238E27FC236}">
                  <ns2:creationId id="{38A4A622-B944-45D6-65D4-124130700003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75890"/>
              <a:chOff x="334963" y="1029496"/>
              <a:chExt cx="3744000" cy="5275890"/>
            </a:xfrm>
          </p:grpSpPr>
          <p:sp>
            <p:nvSpPr>
              <p:cNvPr id="26" name="Text 6">
                <a:extLst>
                  <a:ext uri="{FF2B5EF4-FFF2-40B4-BE49-F238E27FC236}">
                    <ns2:creationId id="{32CD314A-2334-68BD-5001-1B10596FE9FE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Text 7">
                <a:extLst>
                  <a:ext uri="{FF2B5EF4-FFF2-40B4-BE49-F238E27FC236}">
                    <ns2:creationId id="{A18785B7-BDAE-2B84-D766-C773A90D1FC4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Text 10">
                <a:extLst>
                  <a:ext uri="{FF2B5EF4-FFF2-40B4-BE49-F238E27FC236}">
                    <ns2:creationId id="{69793F7A-7E8F-5406-668A-D205C3CF7D38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Text 12">
                <a:extLst>
                  <a:ext uri="{FF2B5EF4-FFF2-40B4-BE49-F238E27FC236}">
                    <ns2:creationId id="{DFA18B86-1A73-4F19-C0A5-4F4FA7048664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" name="直線コネクタ 41">
                <a:extLst>
                  <a:ext uri="{FF2B5EF4-FFF2-40B4-BE49-F238E27FC236}">
                    <ns2:creationId id="{5DD6992A-5E23-4FC7-9B07-7C5015B372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56A91EE-3EE9-D859-3556-DDB8BF3861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Text 12">
                <a:extLst>
                  <a:ext uri="{FF2B5EF4-FFF2-40B4-BE49-F238E27FC236}">
                    <ns2:creationId id="{E5032C63-7878-19C1-982E-4C69AA003942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12">
                <a:extLst>
                  <a:ext uri="{FF2B5EF4-FFF2-40B4-BE49-F238E27FC236}">
                    <ns2:creationId id="{7E345E22-D768-0139-A386-4A256A7AA206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2">
                <a:extLst>
                  <a:ext uri="{FF2B5EF4-FFF2-40B4-BE49-F238E27FC236}">
                    <ns2:creationId id="{0AB5B5D0-F288-276B-27B7-B2B3FDD2B977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12">
                <a:extLst>
                  <a:ext uri="{FF2B5EF4-FFF2-40B4-BE49-F238E27FC236}">
                    <ns2:creationId id="{80074251-6E94-6D5D-6D03-DD76F382ECEA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Text 12">
                <a:extLst>
                  <a:ext uri="{FF2B5EF4-FFF2-40B4-BE49-F238E27FC236}">
                    <ns2:creationId id="{94E65C00-BAC7-C880-B2D3-569E9A4A2E90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Text 14">
                <a:extLst>
                  <a:ext uri="{FF2B5EF4-FFF2-40B4-BE49-F238E27FC236}">
                    <ns2:creationId id="{5060CD95-2FB9-B6D4-C3C8-06099A6161F5}"/>
                  </a:ext>
                </a:extLst>
              </p:cNvPr>
              <p:cNvSpPr txBox="1"/>
              <p:nvPr/>
            </p:nvSpPr>
            <p:spPr>
              <a:xfrm>
                <a:off x="133766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Text 16">
                <a:extLst>
                  <a:ext uri="{FF2B5EF4-FFF2-40B4-BE49-F238E27FC236}">
                    <ns2:creationId id="{494E3114-5011-10B0-732E-6F938B765533}"/>
                  </a:ext>
                </a:extLst>
              </p:cNvPr>
              <p:cNvSpPr txBox="1"/>
              <p:nvPr/>
            </p:nvSpPr>
            <p:spPr>
              <a:xfrm>
                <a:off x="1683489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Text 18">
                <a:extLst>
                  <a:ext uri="{FF2B5EF4-FFF2-40B4-BE49-F238E27FC236}">
                    <ns2:creationId id="{D48BD8E7-4753-3D4C-EFC4-87B4E25D09B7}"/>
                  </a:ext>
                </a:extLst>
              </p:cNvPr>
              <p:cNvSpPr txBox="1"/>
              <p:nvPr/>
            </p:nvSpPr>
            <p:spPr>
              <a:xfrm>
                <a:off x="202931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Text 43">
                <a:extLst>
                  <a:ext uri="{FF2B5EF4-FFF2-40B4-BE49-F238E27FC236}">
                    <ns2:creationId id="{CC4CB8C6-EF77-C415-AED7-6EEF637DCD0E}"/>
                  </a:ext>
                </a:extLst>
              </p:cNvPr>
              <p:cNvSpPr txBox="1"/>
              <p:nvPr/>
            </p:nvSpPr>
            <p:spPr>
              <a:xfrm>
                <a:off x="2375139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Text 45">
                <a:extLst>
                  <a:ext uri="{FF2B5EF4-FFF2-40B4-BE49-F238E27FC236}">
                    <ns2:creationId id="{83384D1E-EFC5-EF95-CDA4-9A10E92F16C5}"/>
                  </a:ext>
                </a:extLst>
              </p:cNvPr>
              <p:cNvSpPr txBox="1"/>
              <p:nvPr/>
            </p:nvSpPr>
            <p:spPr>
              <a:xfrm>
                <a:off x="272096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Text 61">
                <a:extLst>
                  <a:ext uri="{FF2B5EF4-FFF2-40B4-BE49-F238E27FC236}">
                    <ns2:creationId id="{EE1192C5-4BCF-F5F3-4902-46E24BD0A9F4}"/>
                  </a:ext>
                </a:extLst>
              </p:cNvPr>
              <p:cNvSpPr txBox="1"/>
              <p:nvPr/>
            </p:nvSpPr>
            <p:spPr>
              <a:xfrm>
                <a:off x="3070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Text 64">
                <a:extLst>
                  <a:ext uri="{FF2B5EF4-FFF2-40B4-BE49-F238E27FC236}">
                    <ns2:creationId id="{8B7D356F-D1C9-F4DB-4E29-D25B52E55F1B}"/>
                  </a:ext>
                </a:extLst>
              </p:cNvPr>
              <p:cNvSpPr txBox="1"/>
              <p:nvPr/>
            </p:nvSpPr>
            <p:spPr>
              <a:xfrm>
                <a:off x="3070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67">
                <a:extLst>
                  <a:ext uri="{FF2B5EF4-FFF2-40B4-BE49-F238E27FC236}">
                    <ns2:creationId id="{17570BDE-2DAD-752D-0CB2-02B6FDE42B69}"/>
                  </a:ext>
                </a:extLst>
              </p:cNvPr>
              <p:cNvSpPr txBox="1"/>
              <p:nvPr/>
            </p:nvSpPr>
            <p:spPr>
              <a:xfrm>
                <a:off x="3070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8">
                <a:extLst>
                  <a:ext uri="{FF2B5EF4-FFF2-40B4-BE49-F238E27FC236}">
                    <ns2:creationId id="{5A831F92-2BBD-6E48-83E4-0F1F9EE1148A}"/>
                  </a:ext>
                </a:extLst>
              </p:cNvPr>
              <p:cNvSpPr txBox="1"/>
              <p:nvPr/>
            </p:nvSpPr>
            <p:spPr>
              <a:xfrm>
                <a:off x="334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31">
                <a:extLst>
                  <a:ext uri="{FF2B5EF4-FFF2-40B4-BE49-F238E27FC236}">
                    <ns2:creationId id="{DB8A3A21-DF78-3193-603C-6AD9FD737DAF}"/>
                  </a:ext>
                </a:extLst>
              </p:cNvPr>
              <p:cNvSpPr txBox="1"/>
              <p:nvPr/>
            </p:nvSpPr>
            <p:spPr>
              <a:xfrm>
                <a:off x="334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Text 34">
                <a:extLst>
                  <a:ext uri="{FF2B5EF4-FFF2-40B4-BE49-F238E27FC236}">
                    <ns2:creationId id="{4839B9FF-A1BD-C483-7642-2E2D5689882E}"/>
                  </a:ext>
                </a:extLst>
              </p:cNvPr>
              <p:cNvSpPr txBox="1"/>
              <p:nvPr/>
            </p:nvSpPr>
            <p:spPr>
              <a:xfrm>
                <a:off x="334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Text 37">
                <a:extLst>
                  <a:ext uri="{FF2B5EF4-FFF2-40B4-BE49-F238E27FC236}">
                    <ns2:creationId id="{E33ABDF7-02FD-3FEC-1711-3F698E7488D1}"/>
                  </a:ext>
                </a:extLst>
              </p:cNvPr>
              <p:cNvSpPr txBox="1"/>
              <p:nvPr/>
            </p:nvSpPr>
            <p:spPr>
              <a:xfrm>
                <a:off x="334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D389949-D0A8-E256-DA4B-A64F717E29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Text 71">
                <a:extLst>
                  <a:ext uri="{FF2B5EF4-FFF2-40B4-BE49-F238E27FC236}">
                    <ns2:creationId id="{E6FC007A-4366-B403-D62C-73C6CCFE93EC}"/>
                  </a:ext>
                </a:extLst>
              </p:cNvPr>
              <p:cNvSpPr txBox="1"/>
              <p:nvPr/>
            </p:nvSpPr>
            <p:spPr>
              <a:xfrm>
                <a:off x="2922502" y="3828861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Shape 59">
                <a:extLst>
                  <a:ext uri="{FF2B5EF4-FFF2-40B4-BE49-F238E27FC236}">
                    <ns2:creationId id="{607FF9FC-F27F-4002-CF44-E05CCD9AD1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0" name="Shape 59">
                <a:extLst>
                  <a:ext uri="{FF2B5EF4-FFF2-40B4-BE49-F238E27FC236}">
                    <ns2:creationId id="{5127F936-F1F9-D19A-94FF-B7B96E49F4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Shape 59">
                <a:extLst>
                  <a:ext uri="{FF2B5EF4-FFF2-40B4-BE49-F238E27FC236}">
                    <ns2:creationId id="{836437A9-1FC1-E627-559F-76705F4915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Shape 59">
                <a:extLst>
                  <a:ext uri="{FF2B5EF4-FFF2-40B4-BE49-F238E27FC236}">
                    <ns2:creationId id="{616C97D8-DD3A-D7DA-3AF7-C6323AE7ED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15EC3D47-46FB-2CF0-2C99-8F1FA68AF5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2" name="Shape 59">
                <a:extLst>
                  <a:ext uri="{FF2B5EF4-FFF2-40B4-BE49-F238E27FC236}">
                    <ns2:creationId id="{A2510EA4-012E-FB3A-41BD-6E81DB0BF4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Shape 59">
                <a:extLst>
                  <a:ext uri="{FF2B5EF4-FFF2-40B4-BE49-F238E27FC236}">
                    <ns2:creationId id="{D90DEEAF-9048-E5CC-4B52-820B0CED61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0" name="Shape 59">
                <a:extLst>
                  <a:ext uri="{FF2B5EF4-FFF2-40B4-BE49-F238E27FC236}">
                    <ns2:creationId id="{08046170-0B9C-8958-B641-9FEBF5448C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Shape 59">
                <a:extLst>
                  <a:ext uri="{FF2B5EF4-FFF2-40B4-BE49-F238E27FC236}">
                    <ns2:creationId id="{D9BE9674-16BA-3DFD-DB70-617BD4F844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93199" y="547036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2" name="Shape 59">
                <a:extLst>
                  <a:ext uri="{FF2B5EF4-FFF2-40B4-BE49-F238E27FC236}">
                    <ns2:creationId id="{0FC57225-BF1F-8EAB-5A95-1CEC60EC9C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78972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Shape 59">
                <a:extLst>
                  <a:ext uri="{FF2B5EF4-FFF2-40B4-BE49-F238E27FC236}">
                    <ns2:creationId id="{B670EE38-342F-551E-DDF2-49A9F994BE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00" name="コネクタ: カギ線 599">
                <a:extLst>
                  <a:ext uri="{FF2B5EF4-FFF2-40B4-BE49-F238E27FC236}">
                    <ns2:creationId id="{C7A962C0-EAC5-0729-00A2-650B3C6739D4}"/>
                  </a:ext>
                </a:extLst>
              </p:cNvPr>
              <p:cNvCxnSpPr>
                <a:cxnSpLocks/>
                <a:stCxn id="342" idx="4"/>
                <a:endCxn id="346" idx="2"/>
              </p:cNvCxnSpPr>
              <p:nvPr/>
            </p:nvCxnSpPr>
            <p:spPr>
              <a:xfrm rot="16200000" flipH="1">
                <a:off x="1423078" y="2720176"/>
                <a:ext cx="400418" cy="231787"/>
              </a:xfrm>
              <a:prstGeom prst="bentConnector2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コネクタ: カギ線 602">
                <a:extLst>
                  <a:ext uri="{FF2B5EF4-FFF2-40B4-BE49-F238E27FC236}">
                    <ns2:creationId id="{8D9DAB28-0025-1EB8-EF38-128F40A5EF8A}"/>
                  </a:ext>
                </a:extLst>
              </p:cNvPr>
              <p:cNvCxnSpPr>
                <a:cxnSpLocks/>
                <a:stCxn id="346" idx="4"/>
                <a:endCxn id="350" idx="0"/>
              </p:cNvCxnSpPr>
              <p:nvPr/>
            </p:nvCxnSpPr>
            <p:spPr>
              <a:xfrm rot="5400000">
                <a:off x="1531079" y="3120595"/>
                <a:ext cx="292418" cy="339787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矢印コネクタ 605">
                <a:extLst>
                  <a:ext uri="{FF2B5EF4-FFF2-40B4-BE49-F238E27FC236}">
                    <ns2:creationId id="{5F6FEAD0-1B06-E05A-8673-C22137B145E6}"/>
                  </a:ext>
                </a:extLst>
              </p:cNvPr>
              <p:cNvCxnSpPr>
                <a:cxnSpLocks/>
                <a:stCxn id="518" idx="4"/>
                <a:endCxn id="362" idx="0"/>
              </p:cNvCxnSpPr>
              <p:nvPr/>
            </p:nvCxnSpPr>
            <p:spPr>
              <a:xfrm rot="16200000" flipH="1">
                <a:off x="1865445" y="2617596"/>
                <a:ext cx="292418" cy="32894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矢印コネクタ 608">
                <a:extLst>
                  <a:ext uri="{FF2B5EF4-FFF2-40B4-BE49-F238E27FC236}">
                    <ns2:creationId id="{D86C884F-9B90-5D5F-7F02-8A78B1AF23A5}"/>
                  </a:ext>
                </a:extLst>
              </p:cNvPr>
              <p:cNvCxnSpPr>
                <a:cxnSpLocks/>
                <a:stCxn id="350" idx="4"/>
                <a:endCxn id="354" idx="0"/>
              </p:cNvCxnSpPr>
              <p:nvPr/>
            </p:nvCxnSpPr>
            <p:spPr>
              <a:xfrm>
                <a:off x="1507394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矢印コネクタ 610">
                <a:extLst>
                  <a:ext uri="{FF2B5EF4-FFF2-40B4-BE49-F238E27FC236}">
                    <ns2:creationId id="{E6981A7B-E441-B4AE-B299-9D5D59D224AE}"/>
                  </a:ext>
                </a:extLst>
              </p:cNvPr>
              <p:cNvCxnSpPr>
                <a:cxnSpLocks/>
                <a:stCxn id="372" idx="4"/>
                <a:endCxn id="376" idx="0"/>
              </p:cNvCxnSpPr>
              <p:nvPr/>
            </p:nvCxnSpPr>
            <p:spPr>
              <a:xfrm>
                <a:off x="217612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矢印コネクタ 613">
                <a:extLst>
                  <a:ext uri="{FF2B5EF4-FFF2-40B4-BE49-F238E27FC236}">
                    <ns2:creationId id="{857F7BB2-1907-7AFC-2AE3-959E6B6670ED}"/>
                  </a:ext>
                </a:extLst>
              </p:cNvPr>
              <p:cNvCxnSpPr>
                <a:cxnSpLocks/>
                <a:stCxn id="376" idx="4"/>
                <a:endCxn id="380" idx="0"/>
              </p:cNvCxnSpPr>
              <p:nvPr/>
            </p:nvCxnSpPr>
            <p:spPr>
              <a:xfrm>
                <a:off x="2176128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矢印コネクタ 616">
                <a:extLst>
                  <a:ext uri="{FF2B5EF4-FFF2-40B4-BE49-F238E27FC236}">
                    <ns2:creationId id="{F2990619-F00E-86D2-6BF9-0D748A7E62AD}"/>
                  </a:ext>
                </a:extLst>
              </p:cNvPr>
              <p:cNvCxnSpPr>
                <a:cxnSpLocks/>
                <a:stCxn id="380" idx="4"/>
                <a:endCxn id="396" idx="0"/>
              </p:cNvCxnSpPr>
              <p:nvPr/>
            </p:nvCxnSpPr>
            <p:spPr>
              <a:xfrm>
                <a:off x="2176128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コネクタ: カギ線 623">
                <a:extLst>
                  <a:ext uri="{FF2B5EF4-FFF2-40B4-BE49-F238E27FC236}">
                    <ns2:creationId id="{498A4EFF-3DB8-56F1-083E-43E809A99C4D}"/>
                  </a:ext>
                </a:extLst>
              </p:cNvPr>
              <p:cNvCxnSpPr>
                <a:cxnSpLocks/>
                <a:stCxn id="396" idx="6"/>
                <a:endCxn id="388" idx="0"/>
              </p:cNvCxnSpPr>
              <p:nvPr/>
            </p:nvCxnSpPr>
            <p:spPr>
              <a:xfrm>
                <a:off x="2284128" y="5069951"/>
                <a:ext cx="217071" cy="400418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コネクタ: カギ線 626">
                <a:extLst>
                  <a:ext uri="{FF2B5EF4-FFF2-40B4-BE49-F238E27FC236}">
                    <ns2:creationId id="{3E134B3B-DA11-709B-63DB-5E85B38C1E48}"/>
                  </a:ext>
                </a:extLst>
              </p:cNvPr>
              <p:cNvCxnSpPr>
                <a:cxnSpLocks/>
                <a:stCxn id="388" idx="6"/>
                <a:endCxn id="392" idx="0"/>
              </p:cNvCxnSpPr>
              <p:nvPr/>
            </p:nvCxnSpPr>
            <p:spPr>
              <a:xfrm>
                <a:off x="2609199" y="5578369"/>
                <a:ext cx="177773" cy="400415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0" name="直線矢印コネクタ 809">
                <a:extLst>
                  <a:ext uri="{FF2B5EF4-FFF2-40B4-BE49-F238E27FC236}">
                    <ns2:creationId id="{CEDF28B3-4B96-0072-77EE-6329DFA77EA6}"/>
                  </a:ext>
                </a:extLst>
              </p:cNvPr>
              <p:cNvCxnSpPr>
                <a:cxnSpLocks/>
                <a:stCxn id="354" idx="4"/>
              </p:cNvCxnSpPr>
              <p:nvPr/>
            </p:nvCxnSpPr>
            <p:spPr>
              <a:xfrm flipH="1">
                <a:off x="1506179" y="4161115"/>
                <a:ext cx="1215" cy="4590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十字形 15">
                <a:extLst>
                  <a:ext uri="{FF2B5EF4-FFF2-40B4-BE49-F238E27FC236}">
                    <ns2:creationId id="{25723EC3-58C1-027B-8584-0E799B803ED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398552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2" name="グループ化 471">
                <a:extLst>
                  <a:ext uri="{FF2B5EF4-FFF2-40B4-BE49-F238E27FC236}">
                    <ns2:creationId id="{7E0C4B38-7269-D887-5F09-DF201737CE84}"/>
                  </a:ext>
                </a:extLst>
              </p:cNvPr>
              <p:cNvGrpSpPr/>
              <p:nvPr/>
            </p:nvGrpSpPr>
            <p:grpSpPr>
              <a:xfrm>
                <a:off x="3070963" y="5835963"/>
                <a:ext cx="1008000" cy="469423"/>
                <a:chOff x="3070963" y="5835963"/>
                <a:chExt cx="1008000" cy="469423"/>
              </a:xfrm>
            </p:grpSpPr>
            <p:sp>
              <p:nvSpPr>
                <p:cNvPr id="510" name="Text 96">
                  <a:extLst>
                    <a:ext uri="{FF2B5EF4-FFF2-40B4-BE49-F238E27FC236}">
                      <ns2:creationId id="{8292E0E1-BD24-6BD8-6D6A-0FC9B74C8CD5}"/>
                    </a:ext>
                  </a:extLst>
                </p:cNvPr>
                <p:cNvSpPr txBox="1"/>
                <p:nvPr/>
              </p:nvSpPr>
              <p:spPr>
                <a:xfrm>
                  <a:off x="3070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7E5539F5-738C-AA16-71CC-B013ABA09E99}"/>
                    </a:ext>
                  </a:extLst>
                </p:cNvPr>
                <p:cNvGrpSpPr/>
                <p:nvPr/>
              </p:nvGrpSpPr>
              <p:grpSpPr>
                <a:xfrm>
                  <a:off x="3448963" y="5944674"/>
                  <a:ext cx="252000" cy="252000"/>
                  <a:chOff x="3444828" y="5969678"/>
                  <a:chExt cx="252000" cy="252000"/>
                </a:xfrm>
              </p:grpSpPr>
              <p:sp>
                <p:nvSpPr>
                  <p:cNvPr id="516" name="楕円 515">
                    <a:extLst>
                      <a:ext uri="{FF2B5EF4-FFF2-40B4-BE49-F238E27FC236}">
                        <ns2:creationId id="{81649963-F1E3-1DD9-7EB6-5522C3DF0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44828" y="5969678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17" name="楕円 516">
                    <a:extLst>
                      <a:ext uri="{FF2B5EF4-FFF2-40B4-BE49-F238E27FC236}">
                        <ns2:creationId id="{29B5F917-86FE-307C-F11D-7DA567D49B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98828" y="6023678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74" name="グループ化 473">
                <a:extLst>
                  <a:ext uri="{FF2B5EF4-FFF2-40B4-BE49-F238E27FC236}">
                    <ns2:creationId id="{3238366F-88EC-503A-6951-A0167C7BF44B}"/>
                  </a:ext>
                </a:extLst>
              </p:cNvPr>
              <p:cNvGrpSpPr/>
              <p:nvPr/>
            </p:nvGrpSpPr>
            <p:grpSpPr>
              <a:xfrm>
                <a:off x="3070963" y="4824630"/>
                <a:ext cx="1008000" cy="469423"/>
                <a:chOff x="3070963" y="4824630"/>
                <a:chExt cx="1008000" cy="469423"/>
              </a:xfrm>
            </p:grpSpPr>
            <p:sp>
              <p:nvSpPr>
                <p:cNvPr id="502" name="Text 86">
                  <a:extLst>
                    <a:ext uri="{FF2B5EF4-FFF2-40B4-BE49-F238E27FC236}">
                      <ns2:creationId id="{7ADBD760-BA6E-B48F-EABD-EC268522C15E}"/>
                    </a:ext>
                  </a:extLst>
                </p:cNvPr>
                <p:cNvSpPr txBox="1"/>
                <p:nvPr/>
              </p:nvSpPr>
              <p:spPr>
                <a:xfrm>
                  <a:off x="3070963" y="4824630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4" name="二等辺三角形 523">
                  <a:extLst>
                    <a:ext uri="{FF2B5EF4-FFF2-40B4-BE49-F238E27FC236}">
                      <ns2:creationId id="{599EA1F0-901C-B63B-0EE2-86C5D6FA09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0720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3" name="グループ化 472">
                <a:extLst>
                  <a:ext uri="{FF2B5EF4-FFF2-40B4-BE49-F238E27FC236}">
                    <ns2:creationId id="{E9AD61D8-0653-51DE-6B7E-AA000B9F3A4F}"/>
                  </a:ext>
                </a:extLst>
              </p:cNvPr>
              <p:cNvGrpSpPr/>
              <p:nvPr/>
            </p:nvGrpSpPr>
            <p:grpSpPr>
              <a:xfrm>
                <a:off x="3070963" y="5330298"/>
                <a:ext cx="1008000" cy="469423"/>
                <a:chOff x="3070963" y="5330298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2FDF854A-A67B-899C-34E3-8E87EC180B22}"/>
                    </a:ext>
                  </a:extLst>
                </p:cNvPr>
                <p:cNvSpPr txBox="1"/>
                <p:nvPr/>
              </p:nvSpPr>
              <p:spPr>
                <a:xfrm>
                  <a:off x="3070963" y="533029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6" name="二等辺三角形 525">
                  <a:extLst>
                    <a:ext uri="{FF2B5EF4-FFF2-40B4-BE49-F238E27FC236}">
                      <ns2:creationId id="{E7273B72-73BA-C15D-465A-DB536BBEA2D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56388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4" name="Text 5">
                <a:extLst>
                  <a:ext uri="{FF2B5EF4-FFF2-40B4-BE49-F238E27FC236}">
                    <ns2:creationId id="{7979B7CB-C3A8-F620-075F-EC9B5B6F887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6" name="グループ化 475">
                <a:extLst>
                  <a:ext uri="{FF2B5EF4-FFF2-40B4-BE49-F238E27FC236}">
                    <ns2:creationId id="{F7429119-5D5B-C389-4F9B-897D27A6C219}"/>
                  </a:ext>
                </a:extLst>
              </p:cNvPr>
              <p:cNvGrpSpPr/>
              <p:nvPr/>
            </p:nvGrpSpPr>
            <p:grpSpPr>
              <a:xfrm>
                <a:off x="3070963" y="3813294"/>
                <a:ext cx="1008000" cy="469423"/>
                <a:chOff x="3070963" y="3813294"/>
                <a:chExt cx="1008000" cy="469423"/>
              </a:xfrm>
            </p:grpSpPr>
            <p:sp>
              <p:nvSpPr>
                <p:cNvPr id="494" name="Text 74">
                  <a:extLst>
                    <a:ext uri="{FF2B5EF4-FFF2-40B4-BE49-F238E27FC236}">
                      <ns2:creationId id="{EF575652-33B6-BB3D-1294-8AC76F395D39}"/>
                    </a:ext>
                  </a:extLst>
                </p:cNvPr>
                <p:cNvSpPr txBox="1"/>
                <p:nvPr/>
              </p:nvSpPr>
              <p:spPr>
                <a:xfrm>
                  <a:off x="3070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2" name="二等辺三角形 551">
                  <a:extLst>
                    <a:ext uri="{FF2B5EF4-FFF2-40B4-BE49-F238E27FC236}">
                      <ns2:creationId id="{8B230948-74BF-DC01-3A1D-B89A56EFC3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5" name="グループ化 474">
                <a:extLst>
                  <a:ext uri="{FF2B5EF4-FFF2-40B4-BE49-F238E27FC236}">
                    <ns2:creationId id="{371C16FD-DF3C-71E0-CE5F-D1930AC8D614}"/>
                  </a:ext>
                </a:extLst>
              </p:cNvPr>
              <p:cNvGrpSpPr/>
              <p:nvPr/>
            </p:nvGrpSpPr>
            <p:grpSpPr>
              <a:xfrm>
                <a:off x="3070963" y="4318962"/>
                <a:ext cx="1008000" cy="469423"/>
                <a:chOff x="3070963" y="4318962"/>
                <a:chExt cx="1008000" cy="469423"/>
              </a:xfrm>
            </p:grpSpPr>
            <p:sp>
              <p:nvSpPr>
                <p:cNvPr id="498" name="Text 81">
                  <a:extLst>
                    <a:ext uri="{FF2B5EF4-FFF2-40B4-BE49-F238E27FC236}">
                      <ns2:creationId id="{3E17DE2B-8D93-FF17-853F-26DADD9A8B46}"/>
                    </a:ext>
                  </a:extLst>
                </p:cNvPr>
                <p:cNvSpPr txBox="1"/>
                <p:nvPr/>
              </p:nvSpPr>
              <p:spPr>
                <a:xfrm>
                  <a:off x="3070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5" name="二等辺三角形 554">
                  <a:extLst>
                    <a:ext uri="{FF2B5EF4-FFF2-40B4-BE49-F238E27FC236}">
                      <ns2:creationId id="{6AE22264-A410-6B9C-9459-CA62A24C8F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6" name="直線矢印コネクタ 35">
                <a:extLst>
                  <a:ext uri="{FF2B5EF4-FFF2-40B4-BE49-F238E27FC236}">
                    <ns2:creationId id="{60129822-6341-2810-D4DD-06143A96EF1F}"/>
                  </a:ext>
                </a:extLst>
              </p:cNvPr>
              <p:cNvCxnSpPr>
                <a:cxnSpLocks/>
                <a:stCxn id="362" idx="4"/>
                <a:endCxn id="372" idx="0"/>
              </p:cNvCxnSpPr>
              <p:nvPr/>
            </p:nvCxnSpPr>
            <p:spPr>
              <a:xfrm>
                <a:off x="2176128" y="3144279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2905923048"/>
      </p:ext>
    </p:extLst>
  </p:cSld>
  <p:clrMapOvr>
    <a:masterClrMapping/>
  </p:clrMapOvr>
</p:sld>
</file>

<file path=ppt/slides/slide226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7DDA106-6E7E-F7C7-4849-484A3770F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35188A9E-F8C4-1130-7959-24965ECF0E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56" name="グループ化 55">
            <a:extLst>
              <a:ext uri="{FF2B5EF4-FFF2-40B4-BE49-F238E27FC236}">
                <ns2:creationId id="{099DECEA-A798-7F07-8994-6808761544F6}"/>
              </a:ext>
            </a:extLst>
          </p:cNvPr>
          <p:cNvGrpSpPr/>
          <p:nvPr/>
        </p:nvGrpSpPr>
        <p:grpSpPr>
          <a:xfrm>
            <a:off x="334963" y="1029496"/>
            <a:ext cx="11524913" cy="5282801"/>
            <a:chOff x="334963" y="1029496"/>
            <a:chExt cx="11524913" cy="5282801"/>
          </a:xfrm>
        </p:grpSpPr>
        <p:grpSp>
          <p:nvGrpSpPr>
            <p:cNvPr id="54" name="グループ化 53">
              <a:extLst>
                <a:ext uri="{FF2B5EF4-FFF2-40B4-BE49-F238E27FC236}">
                  <ns2:creationId id="{B8D47FEB-F8F4-6845-E540-1B652EDDC4C7}"/>
                </a:ext>
              </a:extLst>
            </p:cNvPr>
            <p:cNvGrpSpPr/>
            <p:nvPr/>
          </p:nvGrpSpPr>
          <p:grpSpPr>
            <a:xfrm>
              <a:off x="4195657" y="1029496"/>
              <a:ext cx="3771306" cy="4775994"/>
              <a:chOff x="4195657" y="1029496"/>
              <a:chExt cx="3771306" cy="4775994"/>
            </a:xfrm>
          </p:grpSpPr>
          <p:sp>
            <p:nvSpPr>
              <p:cNvPr id="226" name="Text 98">
                <a:extLst>
                  <a:ext uri="{FF2B5EF4-FFF2-40B4-BE49-F238E27FC236}">
                    <ns2:creationId id="{A7C4320D-1517-94DA-67EB-4B13406D8DE9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Text 6">
                <a:extLst>
                  <a:ext uri="{FF2B5EF4-FFF2-40B4-BE49-F238E27FC236}">
                    <ns2:creationId id="{432E1A49-0F13-812E-C139-F5F4D8143D45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Text 7">
                <a:extLst>
                  <a:ext uri="{FF2B5EF4-FFF2-40B4-BE49-F238E27FC236}">
                    <ns2:creationId id="{AFEB450A-45DA-85BE-37B3-B10218B36886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7" name="Text 10">
                <a:extLst>
                  <a:ext uri="{FF2B5EF4-FFF2-40B4-BE49-F238E27FC236}">
                    <ns2:creationId id="{EEDE173B-CFCB-D776-0599-E8F3EFE9F56F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Text 12">
                <a:extLst>
                  <a:ext uri="{FF2B5EF4-FFF2-40B4-BE49-F238E27FC236}">
                    <ns2:creationId id="{C08C74D4-5F28-AEB7-816B-6B8768CC2449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ja-JP" alt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F328E0CE-2515-49E5-9D31-24EC4A1913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ns2:creationId id="{CDAEAE4E-5A10-E157-EC4B-3DA0BE0613C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 12">
                <a:extLst>
                  <a:ext uri="{FF2B5EF4-FFF2-40B4-BE49-F238E27FC236}">
                    <ns2:creationId id="{C63A5115-10C4-77C4-70AD-8DE8A51BEAEB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Text 12">
                <a:extLst>
                  <a:ext uri="{FF2B5EF4-FFF2-40B4-BE49-F238E27FC236}">
                    <ns2:creationId id="{6A021112-E48F-C72C-0D51-15A91CF88348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Text 12">
                <a:extLst>
                  <a:ext uri="{FF2B5EF4-FFF2-40B4-BE49-F238E27FC236}">
                    <ns2:creationId id="{26EA0E59-3EB8-3509-97AD-7D579F0236E9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Text 12">
                <a:extLst>
                  <a:ext uri="{FF2B5EF4-FFF2-40B4-BE49-F238E27FC236}">
                    <ns2:creationId id="{965F1123-BBB0-2FF2-4E0E-497DDA10C4BE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5" name="Text 12">
                <a:extLst>
                  <a:ext uri="{FF2B5EF4-FFF2-40B4-BE49-F238E27FC236}">
                    <ns2:creationId id="{B730617F-B8B4-8D2E-13F3-E895F3C17D10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4">
                <a:extLst>
                  <a:ext uri="{FF2B5EF4-FFF2-40B4-BE49-F238E27FC236}">
                    <ns2:creationId id="{D3F87A05-5122-8E78-C171-73C044EEDF34}"/>
                  </a:ext>
                </a:extLst>
              </p:cNvPr>
              <p:cNvSpPr txBox="1"/>
              <p:nvPr/>
            </p:nvSpPr>
            <p:spPr>
              <a:xfrm>
                <a:off x="5140605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6">
                <a:extLst>
                  <a:ext uri="{FF2B5EF4-FFF2-40B4-BE49-F238E27FC236}">
                    <ns2:creationId id="{2397BC37-AC9D-951F-7CA6-6BE909A78453}"/>
                  </a:ext>
                </a:extLst>
              </p:cNvPr>
              <p:cNvSpPr txBox="1"/>
              <p:nvPr/>
            </p:nvSpPr>
            <p:spPr>
              <a:xfrm>
                <a:off x="5491244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8">
                <a:extLst>
                  <a:ext uri="{FF2B5EF4-FFF2-40B4-BE49-F238E27FC236}">
                    <ns2:creationId id="{0FBE9DC4-60B1-23C3-87F2-4E1F6E75DBA1}"/>
                  </a:ext>
                </a:extLst>
              </p:cNvPr>
              <p:cNvSpPr txBox="1"/>
              <p:nvPr/>
            </p:nvSpPr>
            <p:spPr>
              <a:xfrm>
                <a:off x="5841883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43">
                <a:extLst>
                  <a:ext uri="{FF2B5EF4-FFF2-40B4-BE49-F238E27FC236}">
                    <ns2:creationId id="{6D469C53-C2A5-0520-4607-5B2B54A29BBF}"/>
                  </a:ext>
                </a:extLst>
              </p:cNvPr>
              <p:cNvSpPr txBox="1"/>
              <p:nvPr/>
            </p:nvSpPr>
            <p:spPr>
              <a:xfrm>
                <a:off x="6192522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45">
                <a:extLst>
                  <a:ext uri="{FF2B5EF4-FFF2-40B4-BE49-F238E27FC236}">
                    <ns2:creationId id="{2CB3F2F6-DA03-C28E-9477-879F5C689A1D}"/>
                  </a:ext>
                </a:extLst>
              </p:cNvPr>
              <p:cNvSpPr txBox="1"/>
              <p:nvPr/>
            </p:nvSpPr>
            <p:spPr>
              <a:xfrm>
                <a:off x="6543160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Text 28">
                <a:extLst>
                  <a:ext uri="{FF2B5EF4-FFF2-40B4-BE49-F238E27FC236}">
                    <ns2:creationId id="{5CE721CD-0943-40F7-DF52-72F980692D20}"/>
                  </a:ext>
                </a:extLst>
              </p:cNvPr>
              <p:cNvSpPr txBox="1"/>
              <p:nvPr/>
            </p:nvSpPr>
            <p:spPr>
              <a:xfrm>
                <a:off x="4195657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31">
                <a:extLst>
                  <a:ext uri="{FF2B5EF4-FFF2-40B4-BE49-F238E27FC236}">
                    <ns2:creationId id="{0330E820-421C-30B0-A97C-F6414BEBE5DF}"/>
                  </a:ext>
                </a:extLst>
              </p:cNvPr>
              <p:cNvSpPr txBox="1"/>
              <p:nvPr/>
            </p:nvSpPr>
            <p:spPr>
              <a:xfrm>
                <a:off x="4195657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34">
                <a:extLst>
                  <a:ext uri="{FF2B5EF4-FFF2-40B4-BE49-F238E27FC236}">
                    <ns2:creationId id="{0D9567A9-6E01-4C82-9FC1-CB6C8413AFE7}"/>
                  </a:ext>
                </a:extLst>
              </p:cNvPr>
              <p:cNvSpPr txBox="1"/>
              <p:nvPr/>
            </p:nvSpPr>
            <p:spPr>
              <a:xfrm>
                <a:off x="4195657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37">
                <a:extLst>
                  <a:ext uri="{FF2B5EF4-FFF2-40B4-BE49-F238E27FC236}">
                    <ns2:creationId id="{54AD8B83-2D62-CE1E-171E-7F14DBD0C3A2}"/>
                  </a:ext>
                </a:extLst>
              </p:cNvPr>
              <p:cNvSpPr txBox="1"/>
              <p:nvPr/>
            </p:nvSpPr>
            <p:spPr>
              <a:xfrm>
                <a:off x="4195657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Shape 59">
                <a:extLst>
                  <a:ext uri="{FF2B5EF4-FFF2-40B4-BE49-F238E27FC236}">
                    <ns2:creationId id="{3AE31CD3-016F-D1F9-E696-373FC9964D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Shape 59">
                <a:extLst>
                  <a:ext uri="{FF2B5EF4-FFF2-40B4-BE49-F238E27FC236}">
                    <ns2:creationId id="{032E28F1-7D17-F8E4-6771-B6E09E82EB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11958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Shape 59">
                <a:extLst>
                  <a:ext uri="{FF2B5EF4-FFF2-40B4-BE49-F238E27FC236}">
                    <ns2:creationId id="{D6146549-8943-E9A4-7078-BAC508BD84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Shape 59">
                <a:extLst>
                  <a:ext uri="{FF2B5EF4-FFF2-40B4-BE49-F238E27FC236}">
                    <ns2:creationId id="{8BDB0C3E-ABFA-8C26-6E1B-0EFE8D85F4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Shape 59">
                <a:extLst>
                  <a:ext uri="{FF2B5EF4-FFF2-40B4-BE49-F238E27FC236}">
                    <ns2:creationId id="{D8448450-B1FA-8FBF-F7E3-3C2D2F3261B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578856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Shape 59">
                <a:extLst>
                  <a:ext uri="{FF2B5EF4-FFF2-40B4-BE49-F238E27FC236}">
                    <ns2:creationId id="{54FBBBB6-BF4F-521F-E32A-2F6B733F92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07E83E6-9A09-73AE-D8C3-18FE483317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Shape 59">
                <a:extLst>
                  <a:ext uri="{FF2B5EF4-FFF2-40B4-BE49-F238E27FC236}">
                    <ns2:creationId id="{0A29C0CA-7C31-2469-4FF6-1AB9849B35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Shape 59">
                <a:extLst>
                  <a:ext uri="{FF2B5EF4-FFF2-40B4-BE49-F238E27FC236}">
                    <ns2:creationId id="{D50D58BC-CD96-6EB0-608D-A4B5287318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Shape 59">
                <a:extLst>
                  <a:ext uri="{FF2B5EF4-FFF2-40B4-BE49-F238E27FC236}">
                    <ns2:creationId id="{FF65365A-9C1E-3EEB-1727-0CC970E06D9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Shape 59">
                <a:extLst>
                  <a:ext uri="{FF2B5EF4-FFF2-40B4-BE49-F238E27FC236}">
                    <ns2:creationId id="{1E71D84E-6A4D-615F-F5A1-C7C52408BA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94938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4" name="コネクタ: カギ線 523">
                <a:extLst>
                  <a:ext uri="{FF2B5EF4-FFF2-40B4-BE49-F238E27FC236}">
                    <ns2:creationId id="{D0950784-390D-473A-0CFF-8332941276E2}"/>
                  </a:ext>
                </a:extLst>
              </p:cNvPr>
              <p:cNvCxnSpPr>
                <a:cxnSpLocks/>
                <a:stCxn id="513" idx="4"/>
                <a:endCxn id="516" idx="0"/>
              </p:cNvCxnSpPr>
              <p:nvPr/>
            </p:nvCxnSpPr>
            <p:spPr>
              <a:xfrm rot="16200000" flipH="1">
                <a:off x="5357198" y="2592236"/>
                <a:ext cx="292418" cy="36689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矢印コネクタ 527">
                <a:extLst>
                  <a:ext uri="{FF2B5EF4-FFF2-40B4-BE49-F238E27FC236}">
                    <ns2:creationId id="{4315181A-1119-14A2-E7EF-CCC36E5143E0}"/>
                  </a:ext>
                </a:extLst>
              </p:cNvPr>
              <p:cNvCxnSpPr>
                <a:cxnSpLocks/>
                <a:stCxn id="511" idx="4"/>
                <a:endCxn id="517" idx="0"/>
              </p:cNvCxnSpPr>
              <p:nvPr/>
            </p:nvCxnSpPr>
            <p:spPr>
              <a:xfrm>
                <a:off x="6369557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矢印コネクタ 529">
                <a:extLst>
                  <a:ext uri="{FF2B5EF4-FFF2-40B4-BE49-F238E27FC236}">
                    <ns2:creationId id="{BD035B04-6EB8-3452-BD9F-BC0AC9D50491}"/>
                  </a:ext>
                </a:extLst>
              </p:cNvPr>
              <p:cNvCxnSpPr>
                <a:cxnSpLocks/>
                <a:stCxn id="514" idx="4"/>
                <a:endCxn id="515" idx="0"/>
              </p:cNvCxnSpPr>
              <p:nvPr/>
            </p:nvCxnSpPr>
            <p:spPr>
              <a:xfrm>
                <a:off x="594424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矢印コネクタ 531">
                <a:extLst>
                  <a:ext uri="{FF2B5EF4-FFF2-40B4-BE49-F238E27FC236}">
                    <ns2:creationId id="{6F6F6AE3-155D-619E-2256-157B0AF0451A}"/>
                  </a:ext>
                </a:extLst>
              </p:cNvPr>
              <p:cNvCxnSpPr>
                <a:cxnSpLocks/>
                <a:stCxn id="520" idx="4"/>
                <a:endCxn id="522" idx="0"/>
              </p:cNvCxnSpPr>
              <p:nvPr/>
            </p:nvCxnSpPr>
            <p:spPr>
              <a:xfrm>
                <a:off x="6689553" y="4663148"/>
                <a:ext cx="0" cy="28623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コネクタ: カギ線 532">
                <a:extLst>
                  <a:ext uri="{FF2B5EF4-FFF2-40B4-BE49-F238E27FC236}">
                    <ns2:creationId id="{F29C7900-ADE8-8BF0-B8EA-0435B19EAF6C}"/>
                  </a:ext>
                </a:extLst>
              </p:cNvPr>
              <p:cNvCxnSpPr>
                <a:cxnSpLocks/>
                <a:stCxn id="522" idx="4"/>
                <a:endCxn id="521" idx="0"/>
              </p:cNvCxnSpPr>
              <p:nvPr/>
            </p:nvCxnSpPr>
            <p:spPr>
              <a:xfrm rot="5400000">
                <a:off x="6219006" y="4993437"/>
                <a:ext cx="298604" cy="6424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6" name="コネクタ: カギ線 545">
                <a:extLst>
                  <a:ext uri="{FF2B5EF4-FFF2-40B4-BE49-F238E27FC236}">
                    <ns2:creationId id="{F19DDF2C-9958-C9A8-DA65-7AD64384E562}"/>
                  </a:ext>
                </a:extLst>
              </p:cNvPr>
              <p:cNvCxnSpPr>
                <a:cxnSpLocks/>
                <a:stCxn id="516" idx="4"/>
                <a:endCxn id="514" idx="2"/>
              </p:cNvCxnSpPr>
              <p:nvPr/>
            </p:nvCxnSpPr>
            <p:spPr>
              <a:xfrm rot="16200000" flipH="1">
                <a:off x="5564705" y="3260045"/>
                <a:ext cx="393691" cy="149388"/>
              </a:xfrm>
              <a:prstGeom prst="bentConnector2">
                <a:avLst/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矢印コネクタ 546">
                <a:extLst>
                  <a:ext uri="{FF2B5EF4-FFF2-40B4-BE49-F238E27FC236}">
                    <ns2:creationId id="{15617B69-77F3-00A0-5E21-3AAB88987308}"/>
                  </a:ext>
                </a:extLst>
              </p:cNvPr>
              <p:cNvCxnSpPr>
                <a:cxnSpLocks/>
                <a:stCxn id="517" idx="4"/>
                <a:endCxn id="518" idx="0"/>
              </p:cNvCxnSpPr>
              <p:nvPr/>
            </p:nvCxnSpPr>
            <p:spPr>
              <a:xfrm>
                <a:off x="6369557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コネクタ: カギ線 548">
                <a:extLst>
                  <a:ext uri="{FF2B5EF4-FFF2-40B4-BE49-F238E27FC236}">
                    <ns2:creationId id="{DE8C04C7-3242-0944-B0D5-8C6A7715A4FB}"/>
                  </a:ext>
                </a:extLst>
              </p:cNvPr>
              <p:cNvCxnSpPr>
                <a:cxnSpLocks/>
                <a:stCxn id="518" idx="4"/>
                <a:endCxn id="519" idx="0"/>
              </p:cNvCxnSpPr>
              <p:nvPr/>
            </p:nvCxnSpPr>
            <p:spPr>
              <a:xfrm rot="5400000">
                <a:off x="6058738" y="3627910"/>
                <a:ext cx="299145" cy="32249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コネクタ: カギ線 549">
                <a:extLst>
                  <a:ext uri="{FF2B5EF4-FFF2-40B4-BE49-F238E27FC236}">
                    <ns2:creationId id="{30ADF9CA-D943-76AE-EC20-F21C307A7F4B}"/>
                  </a:ext>
                </a:extLst>
              </p:cNvPr>
              <p:cNvCxnSpPr>
                <a:cxnSpLocks/>
                <a:stCxn id="519" idx="4"/>
                <a:endCxn id="520" idx="0"/>
              </p:cNvCxnSpPr>
              <p:nvPr/>
            </p:nvCxnSpPr>
            <p:spPr>
              <a:xfrm rot="16200000" flipH="1">
                <a:off x="6222099" y="3979694"/>
                <a:ext cx="292418" cy="642490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矢印コネクタ 550">
                <a:extLst>
                  <a:ext uri="{FF2B5EF4-FFF2-40B4-BE49-F238E27FC236}">
                    <ns2:creationId id="{EF36DAE6-6854-9F55-BD66-146DB4A6E8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943637" y="4139357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2" name="十字形 551">
                <a:extLst>
                  <a:ext uri="{FF2B5EF4-FFF2-40B4-BE49-F238E27FC236}">
                    <ns2:creationId id="{1DF40DD8-4448-AAF7-7B5A-D55751A4CD8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856543" y="429233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71">
                <a:extLst>
                  <a:ext uri="{FF2B5EF4-FFF2-40B4-BE49-F238E27FC236}">
                    <ns2:creationId id="{BF6E68B0-A9DB-FE4B-3EC3-27F4CF54A9D7}"/>
                  </a:ext>
                </a:extLst>
              </p:cNvPr>
              <p:cNvSpPr txBox="1"/>
              <p:nvPr/>
            </p:nvSpPr>
            <p:spPr>
              <a:xfrm>
                <a:off x="6783196" y="2371600"/>
                <a:ext cx="109721" cy="190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" name="グループ化 27">
                <a:extLst>
                  <a:ext uri="{FF2B5EF4-FFF2-40B4-BE49-F238E27FC236}">
                    <ns2:creationId id="{EE37ABE4-7C6F-FE5B-2507-66C8961CD69A}"/>
                  </a:ext>
                </a:extLst>
              </p:cNvPr>
              <p:cNvGrpSpPr/>
              <p:nvPr/>
            </p:nvGrpSpPr>
            <p:grpSpPr>
              <a:xfrm>
                <a:off x="6931657" y="3303199"/>
                <a:ext cx="1008000" cy="469423"/>
                <a:chOff x="6931657" y="3303601"/>
                <a:chExt cx="1008000" cy="469423"/>
              </a:xfrm>
            </p:grpSpPr>
            <p:sp>
              <p:nvSpPr>
                <p:cNvPr id="498" name="Text 67">
                  <a:extLst>
                    <a:ext uri="{FF2B5EF4-FFF2-40B4-BE49-F238E27FC236}">
                      <ns2:creationId id="{AAC99BCD-8493-B602-B752-39EACCF22518}"/>
                    </a:ext>
                  </a:extLst>
                </p:cNvPr>
                <p:cNvSpPr txBox="1"/>
                <p:nvPr/>
              </p:nvSpPr>
              <p:spPr>
                <a:xfrm>
                  <a:off x="6931657" y="330360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7200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6" name="二等辺三角形 635">
                  <a:extLst>
                    <a:ext uri="{FF2B5EF4-FFF2-40B4-BE49-F238E27FC236}">
                      <ns2:creationId id="{AB72042F-F189-F3A6-57E9-91F35D6A56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42969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BC0B46D0-302A-8338-698F-F907DF3FF0A9}"/>
                  </a:ext>
                </a:extLst>
              </p:cNvPr>
              <p:cNvGrpSpPr/>
              <p:nvPr/>
            </p:nvGrpSpPr>
            <p:grpSpPr>
              <a:xfrm>
                <a:off x="6931657" y="3812019"/>
                <a:ext cx="1008000" cy="469423"/>
                <a:chOff x="6931657" y="3812019"/>
                <a:chExt cx="1008000" cy="469423"/>
              </a:xfrm>
            </p:grpSpPr>
            <p:sp>
              <p:nvSpPr>
                <p:cNvPr id="500" name="Text 74">
                  <a:extLst>
                    <a:ext uri="{FF2B5EF4-FFF2-40B4-BE49-F238E27FC236}">
                      <ns2:creationId id="{D9E77060-1BC8-7B27-A919-9056AF783A33}"/>
                    </a:ext>
                  </a:extLst>
                </p:cNvPr>
                <p:cNvSpPr txBox="1"/>
                <p:nvPr/>
              </p:nvSpPr>
              <p:spPr>
                <a:xfrm>
                  <a:off x="6931657" y="381201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7" name="二等辺三角形 636">
                  <a:extLst>
                    <a:ext uri="{FF2B5EF4-FFF2-40B4-BE49-F238E27FC236}">
                      <ns2:creationId id="{E3556020-4008-F38F-2592-447920A268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4" name="グループ化 23">
                <a:extLst>
                  <a:ext uri="{FF2B5EF4-FFF2-40B4-BE49-F238E27FC236}">
                    <ns2:creationId id="{B100FD5F-408A-A8D2-595A-1E532B17EF38}"/>
                  </a:ext>
                </a:extLst>
              </p:cNvPr>
              <p:cNvGrpSpPr/>
              <p:nvPr/>
            </p:nvGrpSpPr>
            <p:grpSpPr>
              <a:xfrm>
                <a:off x="6931657" y="4319633"/>
                <a:ext cx="1008000" cy="469423"/>
                <a:chOff x="6931657" y="4320437"/>
                <a:chExt cx="1008000" cy="469423"/>
              </a:xfrm>
            </p:grpSpPr>
            <p:sp>
              <p:nvSpPr>
                <p:cNvPr id="503" name="Text 81">
                  <a:extLst>
                    <a:ext uri="{FF2B5EF4-FFF2-40B4-BE49-F238E27FC236}">
                      <ns2:creationId id="{F730645D-41E8-3F8E-1ABF-7CD65FF27272}"/>
                    </a:ext>
                  </a:extLst>
                </p:cNvPr>
                <p:cNvSpPr txBox="1"/>
                <p:nvPr/>
              </p:nvSpPr>
              <p:spPr>
                <a:xfrm>
                  <a:off x="6931657" y="4320437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8" name="二等辺三角形 637">
                  <a:extLst>
                    <a:ext uri="{FF2B5EF4-FFF2-40B4-BE49-F238E27FC236}">
                      <ns2:creationId id="{1F3BBE6F-CE8F-656E-EB6A-97C58DFE10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CC010D3E-2CF0-A1C5-F8D7-393F9A7F1EE9}"/>
                  </a:ext>
                </a:extLst>
              </p:cNvPr>
              <p:cNvGrpSpPr/>
              <p:nvPr/>
            </p:nvGrpSpPr>
            <p:grpSpPr>
              <a:xfrm>
                <a:off x="6931657" y="2286765"/>
                <a:ext cx="1008000" cy="469423"/>
                <a:chOff x="6931657" y="2286765"/>
                <a:chExt cx="1008000" cy="469423"/>
              </a:xfrm>
            </p:grpSpPr>
            <p:sp>
              <p:nvSpPr>
                <p:cNvPr id="63" name="Text 61">
                  <a:extLst>
                    <a:ext uri="{FF2B5EF4-FFF2-40B4-BE49-F238E27FC236}">
                      <ns2:creationId id="{4E44307E-2EDD-E180-52F1-CEC969A9FD55}"/>
                    </a:ext>
                  </a:extLst>
                </p:cNvPr>
                <p:cNvSpPr txBox="1"/>
                <p:nvPr/>
              </p:nvSpPr>
              <p:spPr>
                <a:xfrm>
                  <a:off x="6931657" y="228676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2" name="グループ化 11">
                  <a:extLst>
                    <a:ext uri="{FF2B5EF4-FFF2-40B4-BE49-F238E27FC236}">
                      <ns2:creationId id="{4190578D-04D3-EC8C-8341-034E3083EA3F}"/>
                    </a:ext>
                  </a:extLst>
                </p:cNvPr>
                <p:cNvGrpSpPr/>
                <p:nvPr/>
              </p:nvGrpSpPr>
              <p:grpSpPr>
                <a:xfrm>
                  <a:off x="7309657" y="2395476"/>
                  <a:ext cx="252000" cy="252000"/>
                  <a:chOff x="7298193" y="2367231"/>
                  <a:chExt cx="252000" cy="252000"/>
                </a:xfrm>
              </p:grpSpPr>
              <p:sp>
                <p:nvSpPr>
                  <p:cNvPr id="642" name="楕円 641">
                    <a:extLst>
                      <a:ext uri="{FF2B5EF4-FFF2-40B4-BE49-F238E27FC236}">
                        <ns2:creationId id="{2B8800CA-58E6-0437-5765-4FC0387079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298193" y="2367231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3" name="楕円 642">
                    <a:extLst>
                      <a:ext uri="{FF2B5EF4-FFF2-40B4-BE49-F238E27FC236}">
                        <ns2:creationId id="{6E509F80-992B-4CBC-5BFB-CBD5D561DF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52193" y="2421231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ns2:creationId id="{70CBACB7-7232-ABCE-C1E0-E0339AC6B4C1}"/>
                  </a:ext>
                </a:extLst>
              </p:cNvPr>
              <p:cNvGrpSpPr/>
              <p:nvPr/>
            </p:nvGrpSpPr>
            <p:grpSpPr>
              <a:xfrm>
                <a:off x="6931657" y="2794982"/>
                <a:ext cx="1008000" cy="469423"/>
                <a:chOff x="6931657" y="2795183"/>
                <a:chExt cx="1008000" cy="469423"/>
              </a:xfrm>
            </p:grpSpPr>
            <p:sp>
              <p:nvSpPr>
                <p:cNvPr id="496" name="Text 64">
                  <a:extLst>
                    <a:ext uri="{FF2B5EF4-FFF2-40B4-BE49-F238E27FC236}">
                      <ns2:creationId id="{869E5E97-EF86-CBE2-ACD5-0AAE3C729B01}"/>
                    </a:ext>
                  </a:extLst>
                </p:cNvPr>
                <p:cNvSpPr txBox="1"/>
                <p:nvPr/>
              </p:nvSpPr>
              <p:spPr>
                <a:xfrm>
                  <a:off x="6931657" y="279518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E8D5FC21-C71A-2234-62F7-0848C99BF1F2}"/>
                    </a:ext>
                  </a:extLst>
                </p:cNvPr>
                <p:cNvGrpSpPr/>
                <p:nvPr/>
              </p:nvGrpSpPr>
              <p:grpSpPr>
                <a:xfrm>
                  <a:off x="7309657" y="2903894"/>
                  <a:ext cx="252000" cy="252000"/>
                  <a:chOff x="7309657" y="2939499"/>
                  <a:chExt cx="252000" cy="252000"/>
                </a:xfrm>
              </p:grpSpPr>
              <p:sp>
                <p:nvSpPr>
                  <p:cNvPr id="645" name="楕円 644">
                    <a:extLst>
                      <a:ext uri="{FF2B5EF4-FFF2-40B4-BE49-F238E27FC236}">
                        <ns2:creationId id="{76A0DD31-463F-AEE3-AD0B-32E907657D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9657" y="2939499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6" name="楕円 645">
                    <a:extLst>
                      <a:ext uri="{FF2B5EF4-FFF2-40B4-BE49-F238E27FC236}">
                        <ns2:creationId id="{895F8867-5E17-83A4-5699-D96E5322052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63657" y="2993499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5" name="グループ化 24">
                <a:extLst>
                  <a:ext uri="{FF2B5EF4-FFF2-40B4-BE49-F238E27FC236}">
                    <ns2:creationId id="{33ADC888-28DE-324E-F34A-640B4F153B87}"/>
                  </a:ext>
                </a:extLst>
              </p:cNvPr>
              <p:cNvGrpSpPr/>
              <p:nvPr/>
            </p:nvGrpSpPr>
            <p:grpSpPr>
              <a:xfrm>
                <a:off x="6931657" y="4827720"/>
                <a:ext cx="1008000" cy="469423"/>
                <a:chOff x="6931657" y="4828594"/>
                <a:chExt cx="1008000" cy="469423"/>
              </a:xfrm>
            </p:grpSpPr>
            <p:sp>
              <p:nvSpPr>
                <p:cNvPr id="505" name="Text 86">
                  <a:extLst>
                    <a:ext uri="{FF2B5EF4-FFF2-40B4-BE49-F238E27FC236}">
                      <ns2:creationId id="{EAF65E12-6E53-FB02-5A86-B3614093B164}"/>
                    </a:ext>
                  </a:extLst>
                </p:cNvPr>
                <p:cNvSpPr txBox="1"/>
                <p:nvPr/>
              </p:nvSpPr>
              <p:spPr>
                <a:xfrm>
                  <a:off x="6931657" y="48285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48" name="十字形 647">
                  <a:extLst>
                    <a:ext uri="{FF2B5EF4-FFF2-40B4-BE49-F238E27FC236}">
                      <ns2:creationId id="{4141872A-928C-2AD6-7EFD-2089DB4AF7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273657" y="490130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" name="グループ化 25">
                <a:extLst>
                  <a:ext uri="{FF2B5EF4-FFF2-40B4-BE49-F238E27FC236}">
                    <ns2:creationId id="{53081AB7-CD5E-9608-02C0-8516DD591507}"/>
                  </a:ext>
                </a:extLst>
              </p:cNvPr>
              <p:cNvGrpSpPr/>
              <p:nvPr/>
            </p:nvGrpSpPr>
            <p:grpSpPr>
              <a:xfrm>
                <a:off x="6931657" y="5336067"/>
                <a:ext cx="1008000" cy="469423"/>
                <a:chOff x="6931657" y="5337273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D922CEAD-2D17-3949-5703-809726C3E33C}"/>
                    </a:ext>
                  </a:extLst>
                </p:cNvPr>
                <p:cNvSpPr txBox="1"/>
                <p:nvPr/>
              </p:nvSpPr>
              <p:spPr>
                <a:xfrm>
                  <a:off x="6931657" y="533727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3600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 algn="ctr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50" name="二等辺三角形 649">
                  <a:extLst>
                    <a:ext uri="{FF2B5EF4-FFF2-40B4-BE49-F238E27FC236}">
                      <ns2:creationId id="{F68CC66F-F3FA-B205-1467-791C24AC58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546336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5" name="グループ化 54">
              <a:extLst>
                <a:ext uri="{FF2B5EF4-FFF2-40B4-BE49-F238E27FC236}">
                  <ns2:creationId id="{87126643-81F1-5953-FDD9-3C9FD6A21713}"/>
                </a:ext>
              </a:extLst>
            </p:cNvPr>
            <p:cNvGrpSpPr/>
            <p:nvPr/>
          </p:nvGrpSpPr>
          <p:grpSpPr>
            <a:xfrm>
              <a:off x="8110963" y="1029496"/>
              <a:ext cx="3748913" cy="3758848"/>
              <a:chOff x="8110963" y="1029496"/>
              <a:chExt cx="3748913" cy="3758848"/>
            </a:xfrm>
          </p:grpSpPr>
          <p:sp>
            <p:nvSpPr>
              <p:cNvPr id="227" name="Text 191">
                <a:extLst>
                  <a:ext uri="{FF2B5EF4-FFF2-40B4-BE49-F238E27FC236}">
                    <ns2:creationId id="{3746A089-2835-15FE-D571-23244E52E48D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Text 6">
                <a:extLst>
                  <a:ext uri="{FF2B5EF4-FFF2-40B4-BE49-F238E27FC236}">
                    <ns2:creationId id="{D803A464-6441-51C0-BE35-7282FA05B254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Text 7">
                <a:extLst>
                  <a:ext uri="{FF2B5EF4-FFF2-40B4-BE49-F238E27FC236}">
                    <ns2:creationId id="{ACA60FD8-D2D0-9871-159F-61C88F791033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Text 10">
                <a:extLst>
                  <a:ext uri="{FF2B5EF4-FFF2-40B4-BE49-F238E27FC236}">
                    <ns2:creationId id="{A40F9588-05EC-9C11-AD3E-690DF04767E4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61" name="直線コネクタ 260">
                <a:extLst>
                  <a:ext uri="{FF2B5EF4-FFF2-40B4-BE49-F238E27FC236}">
                    <ns2:creationId id="{6DBF16FA-21BB-6071-0984-826A486DB3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ns2:creationId id="{EBC57736-B2A3-435F-CE51-CE18F0A28F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Text 12">
                <a:extLst>
                  <a:ext uri="{FF2B5EF4-FFF2-40B4-BE49-F238E27FC236}">
                    <ns2:creationId id="{EE9BCCF7-A952-E5E1-770B-1BA759E11C13}"/>
                  </a:ext>
                </a:extLst>
              </p:cNvPr>
              <p:cNvSpPr txBox="1"/>
              <p:nvPr/>
            </p:nvSpPr>
            <p:spPr>
              <a:xfrm>
                <a:off x="10022145" y="14442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12">
                <a:extLst>
                  <a:ext uri="{FF2B5EF4-FFF2-40B4-BE49-F238E27FC236}">
                    <ns2:creationId id="{38ED78D4-EEE7-3A3A-A247-4BAE9029726E}"/>
                  </a:ext>
                </a:extLst>
              </p:cNvPr>
              <p:cNvSpPr txBox="1"/>
              <p:nvPr/>
            </p:nvSpPr>
            <p:spPr>
              <a:xfrm>
                <a:off x="10022144" y="164140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Text 12">
                <a:extLst>
                  <a:ext uri="{FF2B5EF4-FFF2-40B4-BE49-F238E27FC236}">
                    <ns2:creationId id="{FDF22447-E01D-1EA2-A27C-3E910EAEEEDC}"/>
                  </a:ext>
                </a:extLst>
              </p:cNvPr>
              <p:cNvSpPr txBox="1"/>
              <p:nvPr/>
            </p:nvSpPr>
            <p:spPr>
              <a:xfrm>
                <a:off x="10317563" y="1428548"/>
                <a:ext cx="1512000" cy="18752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Text 12">
                <a:extLst>
                  <a:ext uri="{FF2B5EF4-FFF2-40B4-BE49-F238E27FC236}">
                    <ns2:creationId id="{D9DBCA88-7DAC-6234-FB52-F0AA064BC64B}"/>
                  </a:ext>
                </a:extLst>
              </p:cNvPr>
              <p:cNvSpPr txBox="1"/>
              <p:nvPr/>
            </p:nvSpPr>
            <p:spPr>
              <a:xfrm>
                <a:off x="10318655" y="16358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2" name="Text 26">
                <a:extLst>
                  <a:ext uri="{FF2B5EF4-FFF2-40B4-BE49-F238E27FC236}">
                    <ns2:creationId id="{EEBBA127-BEEF-FA46-4561-1D1881DF4FAC}"/>
                  </a:ext>
                </a:extLst>
              </p:cNvPr>
              <p:cNvSpPr txBox="1"/>
              <p:nvPr/>
            </p:nvSpPr>
            <p:spPr>
              <a:xfrm>
                <a:off x="8110963" y="2287476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3" name="Text 29">
                <a:extLst>
                  <a:ext uri="{FF2B5EF4-FFF2-40B4-BE49-F238E27FC236}">
                    <ns2:creationId id="{B5094E33-9880-7626-CC5C-FE669E876846}"/>
                  </a:ext>
                </a:extLst>
              </p:cNvPr>
              <p:cNvSpPr txBox="1"/>
              <p:nvPr/>
            </p:nvSpPr>
            <p:spPr>
              <a:xfrm>
                <a:off x="8110963" y="2795693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4" name="Text 32">
                <a:extLst>
                  <a:ext uri="{FF2B5EF4-FFF2-40B4-BE49-F238E27FC236}">
                    <ns2:creationId id="{7C77AC33-2641-88DD-2E6A-D0A470AD7BAB}"/>
                  </a:ext>
                </a:extLst>
              </p:cNvPr>
              <p:cNvSpPr txBox="1"/>
              <p:nvPr/>
            </p:nvSpPr>
            <p:spPr>
              <a:xfrm>
                <a:off x="8110963" y="330391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5" name="Text 35">
                <a:extLst>
                  <a:ext uri="{FF2B5EF4-FFF2-40B4-BE49-F238E27FC236}">
                    <ns2:creationId id="{751C1A8F-1848-00AC-2F65-1901DF17B178}"/>
                  </a:ext>
                </a:extLst>
              </p:cNvPr>
              <p:cNvSpPr txBox="1"/>
              <p:nvPr/>
            </p:nvSpPr>
            <p:spPr>
              <a:xfrm>
                <a:off x="8110963" y="381273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89" name="Text 16">
                <a:extLst>
                  <a:ext uri="{FF2B5EF4-FFF2-40B4-BE49-F238E27FC236}">
                    <ns2:creationId id="{A64EA46D-47DA-09A5-0EF3-23358BBC7BC4}"/>
                  </a:ext>
                </a:extLst>
              </p:cNvPr>
              <p:cNvSpPr txBox="1"/>
              <p:nvPr/>
            </p:nvSpPr>
            <p:spPr>
              <a:xfrm>
                <a:off x="9335787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18">
                <a:extLst>
                  <a:ext uri="{FF2B5EF4-FFF2-40B4-BE49-F238E27FC236}">
                    <ns2:creationId id="{E6EF0890-D5DF-2EFB-4BF0-51AEC51880BD}"/>
                  </a:ext>
                </a:extLst>
              </p:cNvPr>
              <p:cNvSpPr txBox="1"/>
              <p:nvPr/>
            </p:nvSpPr>
            <p:spPr>
              <a:xfrm>
                <a:off x="977213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Text 43">
                <a:extLst>
                  <a:ext uri="{FF2B5EF4-FFF2-40B4-BE49-F238E27FC236}">
                    <ns2:creationId id="{35C3659E-8505-1E55-9143-8F55A082C897}"/>
                  </a:ext>
                </a:extLst>
              </p:cNvPr>
              <p:cNvSpPr txBox="1"/>
              <p:nvPr/>
            </p:nvSpPr>
            <p:spPr>
              <a:xfrm>
                <a:off x="10208484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Text 71">
                <a:extLst>
                  <a:ext uri="{FF2B5EF4-FFF2-40B4-BE49-F238E27FC236}">
                    <ns2:creationId id="{CEB4634D-3C62-CE09-AFAE-1B687455C3FB}"/>
                  </a:ext>
                </a:extLst>
              </p:cNvPr>
              <p:cNvSpPr txBox="1"/>
              <p:nvPr/>
            </p:nvSpPr>
            <p:spPr>
              <a:xfrm>
                <a:off x="10707864" y="2317119"/>
                <a:ext cx="109721" cy="936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Shape 59">
                <a:extLst>
                  <a:ext uri="{FF2B5EF4-FFF2-40B4-BE49-F238E27FC236}">
                    <ns2:creationId id="{017B342A-A507-75F1-6736-410E311C7A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Shape 59">
                <a:extLst>
                  <a:ext uri="{FF2B5EF4-FFF2-40B4-BE49-F238E27FC236}">
                    <ns2:creationId id="{4F751364-1FB4-DCF8-6B4E-D9738A427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Shape 59">
                <a:extLst>
                  <a:ext uri="{FF2B5EF4-FFF2-40B4-BE49-F238E27FC236}">
                    <ns2:creationId id="{EBF3D004-1F37-040C-CE77-238E8E294DE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Shape 59">
                <a:extLst>
                  <a:ext uri="{FF2B5EF4-FFF2-40B4-BE49-F238E27FC236}">
                    <ns2:creationId id="{C83D8937-4328-AC3F-5159-C51B0BF3D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Shape 59">
                <a:extLst>
                  <a:ext uri="{FF2B5EF4-FFF2-40B4-BE49-F238E27FC236}">
                    <ns2:creationId id="{720FBC52-EDD2-94E8-4541-190B7BAFB1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Shape 59">
                <a:extLst>
                  <a:ext uri="{FF2B5EF4-FFF2-40B4-BE49-F238E27FC236}">
                    <ns2:creationId id="{760D5954-F9F5-975F-EC4E-9AA69D4E19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Shape 59">
                <a:extLst>
                  <a:ext uri="{FF2B5EF4-FFF2-40B4-BE49-F238E27FC236}">
                    <ns2:creationId id="{77C571CD-56FC-724D-9538-B60A7F667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Shape 59">
                <a:extLst>
                  <a:ext uri="{FF2B5EF4-FFF2-40B4-BE49-F238E27FC236}">
                    <ns2:creationId id="{35B4E662-FCE8-CF06-B3D5-0D45985A1F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Shape 59">
                <a:extLst>
                  <a:ext uri="{FF2B5EF4-FFF2-40B4-BE49-F238E27FC236}">
                    <ns2:creationId id="{EB875D65-9314-8884-A64D-A1E90948D7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77888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66" name="コネクタ: カギ線 465">
                <a:extLst>
                  <a:ext uri="{FF2B5EF4-FFF2-40B4-BE49-F238E27FC236}">
                    <ns2:creationId id="{79F053FF-0CE4-02E8-34C5-1C96CCE5B450}"/>
                  </a:ext>
                </a:extLst>
              </p:cNvPr>
              <p:cNvCxnSpPr>
                <a:cxnSpLocks/>
                <a:stCxn id="454" idx="4"/>
                <a:endCxn id="455" idx="0"/>
              </p:cNvCxnSpPr>
              <p:nvPr/>
            </p:nvCxnSpPr>
            <p:spPr>
              <a:xfrm>
                <a:off x="994112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コネクタ: カギ線 466">
                <a:extLst>
                  <a:ext uri="{FF2B5EF4-FFF2-40B4-BE49-F238E27FC236}">
                    <ns2:creationId id="{FEDE6D92-9359-6091-9E66-E65FBC89415D}"/>
                  </a:ext>
                </a:extLst>
              </p:cNvPr>
              <p:cNvCxnSpPr>
                <a:cxnSpLocks/>
                <a:stCxn id="450" idx="4"/>
                <a:endCxn id="451" idx="0"/>
              </p:cNvCxnSpPr>
              <p:nvPr/>
            </p:nvCxnSpPr>
            <p:spPr>
              <a:xfrm>
                <a:off x="949201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コネクタ: カギ線 467">
                <a:extLst>
                  <a:ext uri="{FF2B5EF4-FFF2-40B4-BE49-F238E27FC236}">
                    <ns2:creationId id="{2A53A59C-0CF8-1627-DF46-D1A406D90C17}"/>
                  </a:ext>
                </a:extLst>
              </p:cNvPr>
              <p:cNvCxnSpPr>
                <a:cxnSpLocks/>
                <a:stCxn id="455" idx="4"/>
                <a:endCxn id="456" idx="0"/>
              </p:cNvCxnSpPr>
              <p:nvPr/>
            </p:nvCxnSpPr>
            <p:spPr>
              <a:xfrm rot="16200000" flipH="1">
                <a:off x="10017299" y="4078559"/>
                <a:ext cx="292418" cy="4447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矢印コネクタ 555">
                <a:extLst>
                  <a:ext uri="{FF2B5EF4-FFF2-40B4-BE49-F238E27FC236}">
                    <ns2:creationId id="{9B57158B-FF9F-8E22-3847-B06A6FB21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91407" y="4150146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7" name="十字形 556">
                <a:extLst>
                  <a:ext uri="{FF2B5EF4-FFF2-40B4-BE49-F238E27FC236}">
                    <ns2:creationId id="{40A15E91-9530-1B20-1E52-C17526658B2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384014" y="4303122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58" name="コネクタ: カギ線 557">
                <a:extLst>
                  <a:ext uri="{FF2B5EF4-FFF2-40B4-BE49-F238E27FC236}">
                    <ns2:creationId id="{6C570268-9FF8-545F-30DD-269F0622548B}"/>
                  </a:ext>
                </a:extLst>
              </p:cNvPr>
              <p:cNvCxnSpPr>
                <a:cxnSpLocks/>
                <a:stCxn id="448" idx="4"/>
                <a:endCxn id="449" idx="0"/>
              </p:cNvCxnSpPr>
              <p:nvPr/>
            </p:nvCxnSpPr>
            <p:spPr>
              <a:xfrm rot="16200000" flipH="1">
                <a:off x="9570362" y="2551127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コネクタ: カギ線 560">
                <a:extLst>
                  <a:ext uri="{FF2B5EF4-FFF2-40B4-BE49-F238E27FC236}">
                    <ns2:creationId id="{16EA693D-D148-5B03-82EE-450D435AF2C2}"/>
                  </a:ext>
                </a:extLst>
              </p:cNvPr>
              <p:cNvCxnSpPr>
                <a:cxnSpLocks/>
                <a:stCxn id="452" idx="4"/>
                <a:endCxn id="453" idx="0"/>
              </p:cNvCxnSpPr>
              <p:nvPr/>
            </p:nvCxnSpPr>
            <p:spPr>
              <a:xfrm rot="5400000">
                <a:off x="9570363" y="2551128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コネクタ: カギ線 565">
                <a:extLst>
                  <a:ext uri="{FF2B5EF4-FFF2-40B4-BE49-F238E27FC236}">
                    <ns2:creationId id="{EC5DAB06-0047-CE95-8CE1-463BEF953940}"/>
                  </a:ext>
                </a:extLst>
              </p:cNvPr>
              <p:cNvCxnSpPr>
                <a:cxnSpLocks/>
                <a:stCxn id="453" idx="4"/>
                <a:endCxn id="454" idx="0"/>
              </p:cNvCxnSpPr>
              <p:nvPr/>
            </p:nvCxnSpPr>
            <p:spPr>
              <a:xfrm rot="16200000" flipH="1">
                <a:off x="9573726" y="3056181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コネクタ: カギ線 566">
                <a:extLst>
                  <a:ext uri="{FF2B5EF4-FFF2-40B4-BE49-F238E27FC236}">
                    <ns2:creationId id="{6A4D4EE2-B033-E271-5740-5CEF8F63722E}"/>
                  </a:ext>
                </a:extLst>
              </p:cNvPr>
              <p:cNvCxnSpPr>
                <a:cxnSpLocks/>
                <a:stCxn id="449" idx="4"/>
                <a:endCxn id="450" idx="0"/>
              </p:cNvCxnSpPr>
              <p:nvPr/>
            </p:nvCxnSpPr>
            <p:spPr>
              <a:xfrm rot="5400000">
                <a:off x="9573727" y="3056182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7" name="Text 26">
                <a:extLst>
                  <a:ext uri="{FF2B5EF4-FFF2-40B4-BE49-F238E27FC236}">
                    <ns2:creationId id="{19E85010-E091-44BF-2A93-1C46B4D7CF66}"/>
                  </a:ext>
                </a:extLst>
              </p:cNvPr>
              <p:cNvSpPr txBox="1"/>
              <p:nvPr/>
            </p:nvSpPr>
            <p:spPr>
              <a:xfrm>
                <a:off x="10846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6" name="二等辺三角形 655">
                <a:extLst>
                  <a:ext uri="{FF2B5EF4-FFF2-40B4-BE49-F238E27FC236}">
                    <ns2:creationId id="{3A18764A-0267-8D68-73A7-DACC6A1170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41285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1" name="Text 28">
                <a:extLst>
                  <a:ext uri="{FF2B5EF4-FFF2-40B4-BE49-F238E27FC236}">
                    <ns2:creationId id="{347BDEC1-0896-6D34-1D8D-923D5C97B0C6}"/>
                  </a:ext>
                </a:extLst>
              </p:cNvPr>
              <p:cNvSpPr txBox="1"/>
              <p:nvPr/>
            </p:nvSpPr>
            <p:spPr>
              <a:xfrm>
                <a:off x="10846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7" name="二等辺三角形 656">
                <a:extLst>
                  <a:ext uri="{FF2B5EF4-FFF2-40B4-BE49-F238E27FC236}">
                    <ns2:creationId id="{D1EF33BC-528C-B3EB-CAC6-607051A3DF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921273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82BE3CC5-B644-2AFB-7224-728EB41FF8DE}"/>
                  </a:ext>
                </a:extLst>
              </p:cNvPr>
              <p:cNvGrpSpPr/>
              <p:nvPr/>
            </p:nvGrpSpPr>
            <p:grpSpPr>
              <a:xfrm>
                <a:off x="10846963" y="3303910"/>
                <a:ext cx="1008000" cy="468000"/>
                <a:chOff x="10846963" y="3304312"/>
                <a:chExt cx="1008000" cy="468000"/>
              </a:xfrm>
            </p:grpSpPr>
            <p:sp>
              <p:nvSpPr>
                <p:cNvPr id="438" name="Text 29">
                  <a:extLst>
                    <a:ext uri="{FF2B5EF4-FFF2-40B4-BE49-F238E27FC236}">
                      <ns2:creationId id="{579088D7-755D-4241-3B64-410CD667E0D7}"/>
                    </a:ext>
                  </a:extLst>
                </p:cNvPr>
                <p:cNvSpPr txBox="1"/>
                <p:nvPr/>
              </p:nvSpPr>
              <p:spPr>
                <a:xfrm>
                  <a:off x="10846963" y="3304312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4" name="二等辺三角形 653">
                  <a:extLst>
                    <a:ext uri="{FF2B5EF4-FFF2-40B4-BE49-F238E27FC236}">
                      <ns2:creationId id="{AB11A2CE-EE8D-5805-C67B-3BCAD94082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42259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45918903-A308-E300-B48C-F2717738F7D9}"/>
                  </a:ext>
                </a:extLst>
              </p:cNvPr>
              <p:cNvGrpSpPr/>
              <p:nvPr/>
            </p:nvGrpSpPr>
            <p:grpSpPr>
              <a:xfrm>
                <a:off x="10846963" y="3812730"/>
                <a:ext cx="1008000" cy="468000"/>
                <a:chOff x="10846963" y="3812730"/>
                <a:chExt cx="1008000" cy="468000"/>
              </a:xfrm>
            </p:grpSpPr>
            <p:sp>
              <p:nvSpPr>
                <p:cNvPr id="439" name="Text 32">
                  <a:extLst>
                    <a:ext uri="{FF2B5EF4-FFF2-40B4-BE49-F238E27FC236}">
                      <ns2:creationId id="{D770BC89-BD53-7D4B-2DB7-620040624038}"/>
                    </a:ext>
                  </a:extLst>
                </p:cNvPr>
                <p:cNvSpPr txBox="1"/>
                <p:nvPr/>
              </p:nvSpPr>
              <p:spPr>
                <a:xfrm>
                  <a:off x="10846963" y="3812730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36000" rIns="36000" bIns="3600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5" name="二等辺三角形 654">
                  <a:extLst>
                    <a:ext uri="{FF2B5EF4-FFF2-40B4-BE49-F238E27FC236}">
                      <ns2:creationId id="{8BF57121-3539-26FC-811E-00160D65A7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3" name="グループ化 22">
                <a:extLst>
                  <a:ext uri="{FF2B5EF4-FFF2-40B4-BE49-F238E27FC236}">
                    <ns2:creationId id="{14992068-798D-FE7D-0C44-5EB946F5EB56}"/>
                  </a:ext>
                </a:extLst>
              </p:cNvPr>
              <p:cNvGrpSpPr/>
              <p:nvPr/>
            </p:nvGrpSpPr>
            <p:grpSpPr>
              <a:xfrm>
                <a:off x="10846963" y="4320344"/>
                <a:ext cx="1008000" cy="468000"/>
                <a:chOff x="10846963" y="4321148"/>
                <a:chExt cx="1008000" cy="468000"/>
              </a:xfrm>
            </p:grpSpPr>
            <p:sp>
              <p:nvSpPr>
                <p:cNvPr id="440" name="Text 35">
                  <a:extLst>
                    <a:ext uri="{FF2B5EF4-FFF2-40B4-BE49-F238E27FC236}">
                      <ns2:creationId id="{D7FAC90E-8C72-E316-5605-5205C9316200}"/>
                    </a:ext>
                  </a:extLst>
                </p:cNvPr>
                <p:cNvSpPr txBox="1"/>
                <p:nvPr/>
              </p:nvSpPr>
              <p:spPr>
                <a:xfrm>
                  <a:off x="10846963" y="4321148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9" name="二等辺三角形 658">
                  <a:extLst>
                    <a:ext uri="{FF2B5EF4-FFF2-40B4-BE49-F238E27FC236}">
                      <ns2:creationId id="{BCD98A07-A5F0-9373-516D-42D15FC512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2" name="グループ化 51">
              <a:extLst>
                <a:ext uri="{FF2B5EF4-FFF2-40B4-BE49-F238E27FC236}">
                  <ns2:creationId id="{2722783B-2060-CDF7-2BDE-913651966F42}"/>
                </a:ext>
              </a:extLst>
            </p:cNvPr>
            <p:cNvGrpSpPr/>
            <p:nvPr/>
          </p:nvGrpSpPr>
          <p:grpSpPr>
            <a:xfrm>
              <a:off x="334963" y="2775584"/>
              <a:ext cx="11520000" cy="3048598"/>
              <a:chOff x="334963" y="2775584"/>
              <a:chExt cx="11520000" cy="3048598"/>
            </a:xfrm>
          </p:grpSpPr>
          <p:grpSp>
            <p:nvGrpSpPr>
              <p:cNvPr id="41" name="グループ化 40">
                <a:extLst>
                  <a:ext uri="{FF2B5EF4-FFF2-40B4-BE49-F238E27FC236}">
                    <ns2:creationId id="{0DF3C4D9-F3E6-B5F6-A9DA-AE3FAAF2D0AE}"/>
                  </a:ext>
                </a:extLst>
              </p:cNvPr>
              <p:cNvGrpSpPr/>
              <p:nvPr/>
            </p:nvGrpSpPr>
            <p:grpSpPr>
              <a:xfrm>
                <a:off x="334963" y="3283802"/>
                <a:ext cx="11520000" cy="0"/>
                <a:chOff x="334963" y="3280453"/>
                <a:chExt cx="11520000" cy="0"/>
              </a:xfrm>
            </p:grpSpPr>
            <p:grpSp>
              <p:nvGrpSpPr>
                <p:cNvPr id="603" name="グループ化 602">
                  <a:extLst>
                    <a:ext uri="{FF2B5EF4-FFF2-40B4-BE49-F238E27FC236}">
                      <ns2:creationId id="{13B0DBEF-A286-45AE-1A5B-880497043DF8}"/>
                    </a:ext>
                  </a:extLst>
                </p:cNvPr>
                <p:cNvGrpSpPr/>
                <p:nvPr/>
              </p:nvGrpSpPr>
              <p:grpSpPr>
                <a:xfrm>
                  <a:off x="4222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6" name="直線コネクタ 615">
                    <a:extLst>
                      <a:ext uri="{FF2B5EF4-FFF2-40B4-BE49-F238E27FC236}">
                        <ns2:creationId id="{95792EB4-CE3B-A532-0D03-01BE04C247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直線コネクタ 616">
                    <a:extLst>
                      <a:ext uri="{FF2B5EF4-FFF2-40B4-BE49-F238E27FC236}">
                        <ns2:creationId id="{2EEF8FE1-F7DD-32C6-7F10-7B56258D9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8" name="直線コネクタ 617">
                    <a:extLst>
                      <a:ext uri="{FF2B5EF4-FFF2-40B4-BE49-F238E27FC236}">
                        <ns2:creationId id="{DF76B4D7-3598-55FF-CF3E-32D3F6AD5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2" name="グループ化 571">
                  <a:extLst>
                    <a:ext uri="{FF2B5EF4-FFF2-40B4-BE49-F238E27FC236}">
                      <ns2:creationId id="{3942E8AF-7CDD-224F-144F-C625E3622EEF}"/>
                    </a:ext>
                  </a:extLst>
                </p:cNvPr>
                <p:cNvGrpSpPr/>
                <p:nvPr/>
              </p:nvGrpSpPr>
              <p:grpSpPr>
                <a:xfrm>
                  <a:off x="8110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3" name="直線コネクタ 572">
                    <a:extLst>
                      <a:ext uri="{FF2B5EF4-FFF2-40B4-BE49-F238E27FC236}">
                        <ns2:creationId id="{B1306966-16E1-FC1C-1B68-818B8D4B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4" name="直線コネクタ 573">
                    <a:extLst>
                      <a:ext uri="{FF2B5EF4-FFF2-40B4-BE49-F238E27FC236}">
                        <ns2:creationId id="{29DEFB9F-114F-975D-7012-F1F814631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5" name="直線コネクタ 574">
                    <a:extLst>
                      <a:ext uri="{FF2B5EF4-FFF2-40B4-BE49-F238E27FC236}">
                        <ns2:creationId id="{3735A07D-D568-2E67-B29B-CBF685EABF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グループ化 585">
                  <a:extLst>
                    <a:ext uri="{FF2B5EF4-FFF2-40B4-BE49-F238E27FC236}">
                      <ns2:creationId id="{DDC62FBE-FFD6-D7C6-0633-D3BEEF5A0AD6}"/>
                    </a:ext>
                  </a:extLst>
                </p:cNvPr>
                <p:cNvGrpSpPr/>
                <p:nvPr/>
              </p:nvGrpSpPr>
              <p:grpSpPr>
                <a:xfrm>
                  <a:off x="334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9" name="直線コネクタ 598">
                    <a:extLst>
                      <a:ext uri="{FF2B5EF4-FFF2-40B4-BE49-F238E27FC236}">
                        <ns2:creationId id="{3E45D522-ABDA-66B5-B985-756DBC9C12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0" name="直線コネクタ 599">
                    <a:extLst>
                      <a:ext uri="{FF2B5EF4-FFF2-40B4-BE49-F238E27FC236}">
                        <ns2:creationId id="{AA84188E-D5C1-8CE8-16AE-9E1D35BBA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直線コネクタ 600">
                    <a:extLst>
                      <a:ext uri="{FF2B5EF4-FFF2-40B4-BE49-F238E27FC236}">
                        <ns2:creationId id="{1886E684-C937-15D3-DB63-04776909D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26F5CF69-D09D-ADBE-0816-F70009A01076}"/>
                  </a:ext>
                </a:extLst>
              </p:cNvPr>
              <p:cNvGrpSpPr/>
              <p:nvPr/>
            </p:nvGrpSpPr>
            <p:grpSpPr>
              <a:xfrm>
                <a:off x="334963" y="2775584"/>
                <a:ext cx="11520000" cy="0"/>
                <a:chOff x="334963" y="2775685"/>
                <a:chExt cx="11520000" cy="0"/>
              </a:xfrm>
            </p:grpSpPr>
            <p:grpSp>
              <p:nvGrpSpPr>
                <p:cNvPr id="604" name="グループ化 603">
                  <a:extLst>
                    <a:ext uri="{FF2B5EF4-FFF2-40B4-BE49-F238E27FC236}">
                      <ns2:creationId id="{93A1162F-68C6-187D-C560-E16A6D3A1239}"/>
                    </a:ext>
                  </a:extLst>
                </p:cNvPr>
                <p:cNvGrpSpPr/>
                <p:nvPr/>
              </p:nvGrpSpPr>
              <p:grpSpPr>
                <a:xfrm>
                  <a:off x="4222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5" name="直線コネクタ 614">
                    <a:extLst>
                      <a:ext uri="{FF2B5EF4-FFF2-40B4-BE49-F238E27FC236}">
                        <ns2:creationId id="{B9A689F8-0B9B-F0FF-4027-967960E25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直線コネクタ 612">
                    <a:extLst>
                      <a:ext uri="{FF2B5EF4-FFF2-40B4-BE49-F238E27FC236}">
                        <ns2:creationId id="{9E5D5618-BA4C-0481-FF49-1DF9C4FDB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4" name="直線コネクタ 613">
                    <a:extLst>
                      <a:ext uri="{FF2B5EF4-FFF2-40B4-BE49-F238E27FC236}">
                        <ns2:creationId id="{70593720-C008-70DA-FB8D-4675C5FFCC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6" name="グループ化 575">
                  <a:extLst>
                    <a:ext uri="{FF2B5EF4-FFF2-40B4-BE49-F238E27FC236}">
                      <ns2:creationId id="{BFB58247-5916-E24D-98EB-C77B72914658}"/>
                    </a:ext>
                  </a:extLst>
                </p:cNvPr>
                <p:cNvGrpSpPr/>
                <p:nvPr/>
              </p:nvGrpSpPr>
              <p:grpSpPr>
                <a:xfrm>
                  <a:off x="8110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7" name="直線コネクタ 576">
                    <a:extLst>
                      <a:ext uri="{FF2B5EF4-FFF2-40B4-BE49-F238E27FC236}">
                        <ns2:creationId id="{AC58DD23-EDA0-9758-F307-540DF7AFC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8" name="直線コネクタ 577">
                    <a:extLst>
                      <a:ext uri="{FF2B5EF4-FFF2-40B4-BE49-F238E27FC236}">
                        <ns2:creationId id="{6B3D629A-311A-4162-248B-DF6F093F60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直線コネクタ 578">
                    <a:extLst>
                      <a:ext uri="{FF2B5EF4-FFF2-40B4-BE49-F238E27FC236}">
                        <ns2:creationId id="{2FA1F88B-D555-56D5-D9EC-05F211A8AD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グループ化 586">
                  <a:extLst>
                    <a:ext uri="{FF2B5EF4-FFF2-40B4-BE49-F238E27FC236}">
                      <ns2:creationId id="{CF086EE7-AEB4-0BAD-2318-611179443309}"/>
                    </a:ext>
                  </a:extLst>
                </p:cNvPr>
                <p:cNvGrpSpPr/>
                <p:nvPr/>
              </p:nvGrpSpPr>
              <p:grpSpPr>
                <a:xfrm>
                  <a:off x="334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6" name="直線コネクタ 595">
                    <a:extLst>
                      <a:ext uri="{FF2B5EF4-FFF2-40B4-BE49-F238E27FC236}">
                        <ns2:creationId id="{5C551720-39C2-F1C7-EE60-55F4CA76D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7" name="直線コネクタ 596">
                    <a:extLst>
                      <a:ext uri="{FF2B5EF4-FFF2-40B4-BE49-F238E27FC236}">
                        <ns2:creationId id="{C486B741-9ABB-AF57-E8EE-C08E8D1A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8" name="直線コネクタ 597">
                    <a:extLst>
                      <a:ext uri="{FF2B5EF4-FFF2-40B4-BE49-F238E27FC236}">
                        <ns2:creationId id="{DA0D74BB-4EE3-F9B0-9DF1-B6C958F3D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0" name="グループ化 19">
                <a:extLst>
                  <a:ext uri="{FF2B5EF4-FFF2-40B4-BE49-F238E27FC236}">
                    <ns2:creationId id="{8FC922F5-1449-93DE-9877-1F644BA6149A}"/>
                  </a:ext>
                </a:extLst>
              </p:cNvPr>
              <p:cNvGrpSpPr/>
              <p:nvPr/>
            </p:nvGrpSpPr>
            <p:grpSpPr>
              <a:xfrm>
                <a:off x="334963" y="3792320"/>
                <a:ext cx="11520000" cy="0"/>
                <a:chOff x="334963" y="3792520"/>
                <a:chExt cx="11520000" cy="0"/>
              </a:xfrm>
            </p:grpSpPr>
            <p:grpSp>
              <p:nvGrpSpPr>
                <p:cNvPr id="605" name="グループ化 604">
                  <a:extLst>
                    <a:ext uri="{FF2B5EF4-FFF2-40B4-BE49-F238E27FC236}">
                      <ns2:creationId id="{7477DFA2-B5A0-E9FC-1F56-8C1CF48EA910}"/>
                    </a:ext>
                  </a:extLst>
                </p:cNvPr>
                <p:cNvGrpSpPr/>
                <p:nvPr/>
              </p:nvGrpSpPr>
              <p:grpSpPr>
                <a:xfrm>
                  <a:off x="4222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0" name="直線コネクタ 609">
                    <a:extLst>
                      <a:ext uri="{FF2B5EF4-FFF2-40B4-BE49-F238E27FC236}">
                        <ns2:creationId id="{A38F565D-4056-0943-3A31-2D089C539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1" name="直線コネクタ 610">
                    <a:extLst>
                      <a:ext uri="{FF2B5EF4-FFF2-40B4-BE49-F238E27FC236}">
                        <ns2:creationId id="{D17F8859-4744-B8D7-1DF6-EFAB4AA34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2" name="直線コネクタ 611">
                    <a:extLst>
                      <a:ext uri="{FF2B5EF4-FFF2-40B4-BE49-F238E27FC236}">
                        <ns2:creationId id="{3DBBFC99-21C0-A21A-5B7B-788ACFDD5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" name="グループ化 470">
                  <a:extLst>
                    <a:ext uri="{FF2B5EF4-FFF2-40B4-BE49-F238E27FC236}">
                      <ns2:creationId id="{B6F5CAE4-C3A0-8F7A-FAFD-F7048CA38E24}"/>
                    </a:ext>
                  </a:extLst>
                </p:cNvPr>
                <p:cNvGrpSpPr/>
                <p:nvPr/>
              </p:nvGrpSpPr>
              <p:grpSpPr>
                <a:xfrm>
                  <a:off x="8110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485" name="直線コネクタ 484">
                    <a:extLst>
                      <a:ext uri="{FF2B5EF4-FFF2-40B4-BE49-F238E27FC236}">
                        <ns2:creationId id="{97849F47-CEC1-D763-E7C5-5AB723E3C1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直線コネクタ 485">
                    <a:extLst>
                      <a:ext uri="{FF2B5EF4-FFF2-40B4-BE49-F238E27FC236}">
                        <ns2:creationId id="{7B0EE49D-BD4F-A48D-72BE-492C3EFDE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7" name="直線コネクタ 486">
                    <a:extLst>
                      <a:ext uri="{FF2B5EF4-FFF2-40B4-BE49-F238E27FC236}">
                        <ns2:creationId id="{7252CB46-2CAD-F8F1-93C5-B0C9DC587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8" name="グループ化 587">
                  <a:extLst>
                    <a:ext uri="{FF2B5EF4-FFF2-40B4-BE49-F238E27FC236}">
                      <ns2:creationId id="{56333C06-2BDA-5B5C-1A9E-B7FBA0C50BB6}"/>
                    </a:ext>
                  </a:extLst>
                </p:cNvPr>
                <p:cNvGrpSpPr/>
                <p:nvPr/>
              </p:nvGrpSpPr>
              <p:grpSpPr>
                <a:xfrm>
                  <a:off x="334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3" name="直線コネクタ 592">
                    <a:extLst>
                      <a:ext uri="{FF2B5EF4-FFF2-40B4-BE49-F238E27FC236}">
                        <ns2:creationId id="{234E458D-8475-9008-4A66-4A45BBDDBD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4" name="直線コネクタ 593">
                    <a:extLst>
                      <a:ext uri="{FF2B5EF4-FFF2-40B4-BE49-F238E27FC236}">
                        <ns2:creationId id="{FCF526C0-EB8D-D602-A5E7-3BB3CCDC34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直線コネクタ 594">
                    <a:extLst>
                      <a:ext uri="{FF2B5EF4-FFF2-40B4-BE49-F238E27FC236}">
                        <ns2:creationId id="{8C5B722E-2D9E-839A-7E0F-9A4734ECF2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" name="グループ化 18">
                <a:extLst>
                  <a:ext uri="{FF2B5EF4-FFF2-40B4-BE49-F238E27FC236}">
                    <ns2:creationId id="{4BB5078E-C149-200D-17FF-F6E58F9FADC7}"/>
                  </a:ext>
                </a:extLst>
              </p:cNvPr>
              <p:cNvGrpSpPr/>
              <p:nvPr/>
            </p:nvGrpSpPr>
            <p:grpSpPr>
              <a:xfrm>
                <a:off x="334963" y="4290076"/>
                <a:ext cx="11520000" cy="20210"/>
                <a:chOff x="334963" y="4290834"/>
                <a:chExt cx="11520000" cy="20210"/>
              </a:xfrm>
            </p:grpSpPr>
            <p:grpSp>
              <p:nvGrpSpPr>
                <p:cNvPr id="606" name="グループ化 605">
                  <a:extLst>
                    <a:ext uri="{FF2B5EF4-FFF2-40B4-BE49-F238E27FC236}">
                      <ns2:creationId id="{04D22EBC-D2F5-C61C-1A23-0B3B5C2A2DEF}"/>
                    </a:ext>
                  </a:extLst>
                </p:cNvPr>
                <p:cNvGrpSpPr/>
                <p:nvPr/>
              </p:nvGrpSpPr>
              <p:grpSpPr>
                <a:xfrm>
                  <a:off x="4222963" y="430093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07" name="直線コネクタ 606">
                    <a:extLst>
                      <a:ext uri="{FF2B5EF4-FFF2-40B4-BE49-F238E27FC236}">
                        <ns2:creationId id="{F2781066-ED02-2A51-3CEB-32496DC6B7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8" name="直線コネクタ 607">
                    <a:extLst>
                      <a:ext uri="{FF2B5EF4-FFF2-40B4-BE49-F238E27FC236}">
                        <ns2:creationId id="{80EE39F1-8FEB-F584-CD27-74DE31DC9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9" name="直線コネクタ 608">
                    <a:extLst>
                      <a:ext uri="{FF2B5EF4-FFF2-40B4-BE49-F238E27FC236}">
                        <ns2:creationId id="{91E2F115-8F92-A927-520A-C10EB3F6E6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" name="グループ化 17">
                  <a:extLst>
                    <a:ext uri="{FF2B5EF4-FFF2-40B4-BE49-F238E27FC236}">
                      <ns2:creationId id="{55105708-8BCF-8FD3-5341-8535F250D25A}"/>
                    </a:ext>
                  </a:extLst>
                </p:cNvPr>
                <p:cNvGrpSpPr/>
                <p:nvPr/>
              </p:nvGrpSpPr>
              <p:grpSpPr>
                <a:xfrm>
                  <a:off x="8110963" y="4290834"/>
                  <a:ext cx="3744000" cy="0"/>
                  <a:chOff x="8110963" y="4293652"/>
                  <a:chExt cx="3744000" cy="0"/>
                </a:xfrm>
              </p:grpSpPr>
              <p:cxnSp>
                <p:nvCxnSpPr>
                  <p:cNvPr id="581" name="直線コネクタ 580">
                    <a:extLst>
                      <a:ext uri="{FF2B5EF4-FFF2-40B4-BE49-F238E27FC236}">
                        <ns2:creationId id="{432826F5-FC40-A79C-CA84-E6B4BEE5BF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2" name="直線コネクタ 581">
                    <a:extLst>
                      <a:ext uri="{FF2B5EF4-FFF2-40B4-BE49-F238E27FC236}">
                        <ns2:creationId id="{3C978B66-E544-A2CB-A05B-2CA163BC08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直線コネクタ 582">
                    <a:extLst>
                      <a:ext uri="{FF2B5EF4-FFF2-40B4-BE49-F238E27FC236}">
                        <ns2:creationId id="{9F18CAB3-C7EE-0C96-11AB-3708298FEB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9" name="グループ化 588">
                  <a:extLst>
                    <a:ext uri="{FF2B5EF4-FFF2-40B4-BE49-F238E27FC236}">
                      <ns2:creationId id="{4A0097BA-D30C-DA8F-39F6-C1020073B5FE}"/>
                    </a:ext>
                  </a:extLst>
                </p:cNvPr>
                <p:cNvGrpSpPr/>
                <p:nvPr/>
              </p:nvGrpSpPr>
              <p:grpSpPr>
                <a:xfrm>
                  <a:off x="334963" y="431104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0" name="直線コネクタ 589">
                    <a:extLst>
                      <a:ext uri="{FF2B5EF4-FFF2-40B4-BE49-F238E27FC236}">
                        <ns2:creationId id="{41B4611B-CCC5-A1BA-8BD3-2616190ABC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直線コネクタ 590">
                    <a:extLst>
                      <a:ext uri="{FF2B5EF4-FFF2-40B4-BE49-F238E27FC236}">
                        <ns2:creationId id="{EA81499E-3CC7-FF33-1926-3844430D1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2" name="直線コネクタ 591">
                    <a:extLst>
                      <a:ext uri="{FF2B5EF4-FFF2-40B4-BE49-F238E27FC236}">
                        <ns2:creationId id="{FDD2AC0A-4EE9-2165-9BF8-DF1336CD5A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0" name="グループ化 49">
                <a:extLst>
                  <a:ext uri="{FF2B5EF4-FFF2-40B4-BE49-F238E27FC236}">
                    <ns2:creationId id="{BE41C316-6C36-EF78-CAE5-67AE28B4665E}"/>
                  </a:ext>
                </a:extLst>
              </p:cNvPr>
              <p:cNvGrpSpPr/>
              <p:nvPr/>
            </p:nvGrpSpPr>
            <p:grpSpPr>
              <a:xfrm>
                <a:off x="1387963" y="4808388"/>
                <a:ext cx="6579000" cy="0"/>
                <a:chOff x="1387963" y="4798840"/>
                <a:chExt cx="6579000" cy="0"/>
              </a:xfrm>
            </p:grpSpPr>
            <p:grpSp>
              <p:nvGrpSpPr>
                <p:cNvPr id="620" name="グループ化 619">
                  <a:extLst>
                    <a:ext uri="{FF2B5EF4-FFF2-40B4-BE49-F238E27FC236}">
                      <ns2:creationId id="{43C8BDE0-A2AC-4DD5-7D39-526A37FD0C29}"/>
                    </a:ext>
                  </a:extLst>
                </p:cNvPr>
                <p:cNvGrpSpPr/>
                <p:nvPr/>
              </p:nvGrpSpPr>
              <p:grpSpPr>
                <a:xfrm>
                  <a:off x="5275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1" name="直線コネクタ 620">
                    <a:extLst>
                      <a:ext uri="{FF2B5EF4-FFF2-40B4-BE49-F238E27FC236}">
                        <ns2:creationId id="{B53D8875-2FA4-2672-B19C-9E624B6903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2" name="直線コネクタ 621">
                    <a:extLst>
                      <a:ext uri="{FF2B5EF4-FFF2-40B4-BE49-F238E27FC236}">
                        <ns2:creationId id="{C82FA5CF-72F3-16B2-4EB2-A423E1E39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グループ化 625">
                  <a:extLst>
                    <a:ext uri="{FF2B5EF4-FFF2-40B4-BE49-F238E27FC236}">
                      <ns2:creationId id="{5FD8529A-9471-4719-C9D9-410949C9B82C}"/>
                    </a:ext>
                  </a:extLst>
                </p:cNvPr>
                <p:cNvGrpSpPr/>
                <p:nvPr/>
              </p:nvGrpSpPr>
              <p:grpSpPr>
                <a:xfrm>
                  <a:off x="1387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7" name="直線コネクタ 626">
                    <a:extLst>
                      <a:ext uri="{FF2B5EF4-FFF2-40B4-BE49-F238E27FC236}">
                        <ns2:creationId id="{B11B2FA9-D790-9686-ECDB-80F8F307B6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8" name="直線コネクタ 627">
                    <a:extLst>
                      <a:ext uri="{FF2B5EF4-FFF2-40B4-BE49-F238E27FC236}">
                        <ns2:creationId id="{7256142E-C0BA-33BD-6CA0-BF884123B1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1" name="グループ化 50">
                <a:extLst>
                  <a:ext uri="{FF2B5EF4-FFF2-40B4-BE49-F238E27FC236}">
                    <ns2:creationId id="{E6EF0B1D-984A-4371-0041-1AF82E6F59C2}"/>
                  </a:ext>
                </a:extLst>
              </p:cNvPr>
              <p:cNvGrpSpPr/>
              <p:nvPr/>
            </p:nvGrpSpPr>
            <p:grpSpPr>
              <a:xfrm>
                <a:off x="1387963" y="5316605"/>
                <a:ext cx="6579000" cy="0"/>
                <a:chOff x="1387963" y="5302465"/>
                <a:chExt cx="6579000" cy="0"/>
              </a:xfrm>
            </p:grpSpPr>
            <p:grpSp>
              <p:nvGrpSpPr>
                <p:cNvPr id="623" name="グループ化 622">
                  <a:extLst>
                    <a:ext uri="{FF2B5EF4-FFF2-40B4-BE49-F238E27FC236}">
                      <ns2:creationId id="{2C306817-4F8B-B610-93A2-2C2A77B540FB}"/>
                    </a:ext>
                  </a:extLst>
                </p:cNvPr>
                <p:cNvGrpSpPr/>
                <p:nvPr/>
              </p:nvGrpSpPr>
              <p:grpSpPr>
                <a:xfrm>
                  <a:off x="5275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4" name="直線コネクタ 623">
                    <a:extLst>
                      <a:ext uri="{FF2B5EF4-FFF2-40B4-BE49-F238E27FC236}">
                        <ns2:creationId id="{BD155DCB-FEFA-D680-BA99-3D073D37DE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5" name="直線コネクタ 624">
                    <a:extLst>
                      <a:ext uri="{FF2B5EF4-FFF2-40B4-BE49-F238E27FC236}">
                        <ns2:creationId id="{DD069B61-A391-04F4-9E74-D02509CBD2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9" name="グループ化 628">
                  <a:extLst>
                    <a:ext uri="{FF2B5EF4-FFF2-40B4-BE49-F238E27FC236}">
                      <ns2:creationId id="{982E0A78-E4F6-685C-81C0-F1AC8EC70910}"/>
                    </a:ext>
                  </a:extLst>
                </p:cNvPr>
                <p:cNvGrpSpPr/>
                <p:nvPr/>
              </p:nvGrpSpPr>
              <p:grpSpPr>
                <a:xfrm>
                  <a:off x="1387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30" name="直線コネクタ 629">
                    <a:extLst>
                      <a:ext uri="{FF2B5EF4-FFF2-40B4-BE49-F238E27FC236}">
                        <ns2:creationId id="{886A2B30-E2FC-7FF6-C903-265C7AD97D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1" name="直線コネクタ 630">
                    <a:extLst>
                      <a:ext uri="{FF2B5EF4-FFF2-40B4-BE49-F238E27FC236}">
                        <ns2:creationId id="{F0A0D488-F2EF-A063-A274-E420F70AEF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32" name="グループ化 631">
                <a:extLst>
                  <a:ext uri="{FF2B5EF4-FFF2-40B4-BE49-F238E27FC236}">
                    <ns2:creationId id="{DE38446C-13C2-88B5-DC1D-C6959E6865CD}"/>
                  </a:ext>
                </a:extLst>
              </p:cNvPr>
              <p:cNvGrpSpPr/>
              <p:nvPr/>
            </p:nvGrpSpPr>
            <p:grpSpPr>
              <a:xfrm>
                <a:off x="1387963" y="5824182"/>
                <a:ext cx="2691000" cy="0"/>
                <a:chOff x="9163963" y="4293652"/>
                <a:chExt cx="2691000" cy="0"/>
              </a:xfrm>
            </p:grpSpPr>
            <p:cxnSp>
              <p:nvCxnSpPr>
                <p:cNvPr id="633" name="直線コネクタ 632">
                  <a:extLst>
                    <a:ext uri="{FF2B5EF4-FFF2-40B4-BE49-F238E27FC236}">
                      <ns2:creationId id="{0A40DD91-7AE3-FCF5-A97E-C644E30C98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46963" y="4293652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4" name="直線コネクタ 633">
                  <a:extLst>
                    <a:ext uri="{FF2B5EF4-FFF2-40B4-BE49-F238E27FC236}">
                      <ns2:creationId id="{A37CDB52-19F2-8FF1-7731-8523CD141E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63963" y="4293652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3" name="グループ化 52">
              <a:extLst>
                <a:ext uri="{FF2B5EF4-FFF2-40B4-BE49-F238E27FC236}">
                  <ns2:creationId id="{08133DE2-DD55-7BA3-2EDC-B9D21529326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82801"/>
              <a:chOff x="334963" y="1029496"/>
              <a:chExt cx="3744000" cy="5282801"/>
            </a:xfrm>
          </p:grpSpPr>
          <p:sp>
            <p:nvSpPr>
              <p:cNvPr id="225" name="Text 5">
                <a:extLst>
                  <a:ext uri="{FF2B5EF4-FFF2-40B4-BE49-F238E27FC236}">
                    <ns2:creationId id="{839660CB-126D-BF31-0323-553917DC462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9" name="Text 6">
                <a:extLst>
                  <a:ext uri="{FF2B5EF4-FFF2-40B4-BE49-F238E27FC236}">
                    <ns2:creationId id="{B2098173-C74C-0665-360F-305566148237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0" name="Text 7">
                <a:extLst>
                  <a:ext uri="{FF2B5EF4-FFF2-40B4-BE49-F238E27FC236}">
                    <ns2:creationId id="{6B1D1D3F-4A91-91E7-DE20-EAD83D761F4E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Text 10">
                <a:extLst>
                  <a:ext uri="{FF2B5EF4-FFF2-40B4-BE49-F238E27FC236}">
                    <ns2:creationId id="{BCE81D5B-517B-2919-C79D-A3CB3B31226F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Text 12">
                <a:extLst>
                  <a:ext uri="{FF2B5EF4-FFF2-40B4-BE49-F238E27FC236}">
                    <ns2:creationId id="{79D17577-5421-7393-9A1F-102AF3544DB9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323105FD-20D7-8E37-4F4E-9FDB6123136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ns2:creationId id="{58F569B9-7164-4082-34C2-28718C974A3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Text 12">
                <a:extLst>
                  <a:ext uri="{FF2B5EF4-FFF2-40B4-BE49-F238E27FC236}">
                    <ns2:creationId id="{BC832FD5-7886-64ED-7585-FEE52841C1B7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Text 12">
                <a:extLst>
                  <a:ext uri="{FF2B5EF4-FFF2-40B4-BE49-F238E27FC236}">
                    <ns2:creationId id="{9FC9B4BF-8432-738F-5582-EF1108B54EB4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7" name="Text 12">
                <a:extLst>
                  <a:ext uri="{FF2B5EF4-FFF2-40B4-BE49-F238E27FC236}">
                    <ns2:creationId id="{66B34086-272B-C2AD-3118-AA5519C1797D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8" name="Text 12">
                <a:extLst>
                  <a:ext uri="{FF2B5EF4-FFF2-40B4-BE49-F238E27FC236}">
                    <ns2:creationId id="{1E5B651A-4228-685D-596E-F32AF006FAA5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Text 12">
                <a:extLst>
                  <a:ext uri="{FF2B5EF4-FFF2-40B4-BE49-F238E27FC236}">
                    <ns2:creationId id="{E3805E3F-AA8B-A354-7C52-0ADD8FF99637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Text 61">
                <a:extLst>
                  <a:ext uri="{FF2B5EF4-FFF2-40B4-BE49-F238E27FC236}">
                    <ns2:creationId id="{C1642D97-1BAE-8D87-5EC2-B872537F84E5}"/>
                  </a:ext>
                </a:extLst>
              </p:cNvPr>
              <p:cNvSpPr txBox="1"/>
              <p:nvPr/>
            </p:nvSpPr>
            <p:spPr>
              <a:xfrm>
                <a:off x="3070963" y="2286765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7" name="Text 64">
                <a:extLst>
                  <a:ext uri="{FF2B5EF4-FFF2-40B4-BE49-F238E27FC236}">
                    <ns2:creationId id="{33C2E23D-424A-982D-61F6-E806FDDDA03A}"/>
                  </a:ext>
                </a:extLst>
              </p:cNvPr>
              <p:cNvSpPr txBox="1"/>
              <p:nvPr/>
            </p:nvSpPr>
            <p:spPr>
              <a:xfrm>
                <a:off x="3070963" y="2794982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AI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8" name="Text 67">
                <a:extLst>
                  <a:ext uri="{FF2B5EF4-FFF2-40B4-BE49-F238E27FC236}">
                    <ns2:creationId id="{1730BC73-5F3D-9AEF-6778-DA94BC8B6CA2}"/>
                  </a:ext>
                </a:extLst>
              </p:cNvPr>
              <p:cNvSpPr txBox="1"/>
              <p:nvPr/>
            </p:nvSpPr>
            <p:spPr>
              <a:xfrm>
                <a:off x="3070963" y="3303199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04" name="Text 28">
                <a:extLst>
                  <a:ext uri="{FF2B5EF4-FFF2-40B4-BE49-F238E27FC236}">
                    <ns2:creationId id="{66AD504C-FF50-42CF-E18F-5833F907CC5A}"/>
                  </a:ext>
                </a:extLst>
              </p:cNvPr>
              <p:cNvSpPr txBox="1"/>
              <p:nvPr/>
            </p:nvSpPr>
            <p:spPr>
              <a:xfrm>
                <a:off x="334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5" name="Text 31">
                <a:extLst>
                  <a:ext uri="{FF2B5EF4-FFF2-40B4-BE49-F238E27FC236}">
                    <ns2:creationId id="{DB4EF6BC-54CB-C73E-EDC3-B25A832444B6}"/>
                  </a:ext>
                </a:extLst>
              </p:cNvPr>
              <p:cNvSpPr txBox="1"/>
              <p:nvPr/>
            </p:nvSpPr>
            <p:spPr>
              <a:xfrm>
                <a:off x="334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6" name="Text 34">
                <a:extLst>
                  <a:ext uri="{FF2B5EF4-FFF2-40B4-BE49-F238E27FC236}">
                    <ns2:creationId id="{D890D678-6A3B-63DB-AC69-7CB5E5B30879}"/>
                  </a:ext>
                </a:extLst>
              </p:cNvPr>
              <p:cNvSpPr txBox="1"/>
              <p:nvPr/>
            </p:nvSpPr>
            <p:spPr>
              <a:xfrm>
                <a:off x="334963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7" name="Text 37">
                <a:extLst>
                  <a:ext uri="{FF2B5EF4-FFF2-40B4-BE49-F238E27FC236}">
                    <ns2:creationId id="{A248A960-1E4E-AB0A-D5CD-CC7EBFDC2326}"/>
                  </a:ext>
                </a:extLst>
              </p:cNvPr>
              <p:cNvSpPr txBox="1"/>
              <p:nvPr/>
            </p:nvSpPr>
            <p:spPr>
              <a:xfrm>
                <a:off x="334963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ja-JP" altLang="en-US" sz="7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</p:txBody>
          </p:sp>
          <p:sp>
            <p:nvSpPr>
              <p:cNvPr id="208" name="Shape 59">
                <a:extLst>
                  <a:ext uri="{FF2B5EF4-FFF2-40B4-BE49-F238E27FC236}">
                    <ns2:creationId id="{4E89D630-ABEC-E240-3682-DD53B59F5B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7571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Text 71">
                <a:extLst>
                  <a:ext uri="{FF2B5EF4-FFF2-40B4-BE49-F238E27FC236}">
                    <ns2:creationId id="{BCE468D1-D1B3-914E-AFFF-F75BD6208798}"/>
                  </a:ext>
                </a:extLst>
              </p:cNvPr>
              <p:cNvSpPr txBox="1"/>
              <p:nvPr/>
            </p:nvSpPr>
            <p:spPr>
              <a:xfrm>
                <a:off x="2922502" y="3824055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59">
                <a:extLst>
                  <a:ext uri="{FF2B5EF4-FFF2-40B4-BE49-F238E27FC236}">
                    <ns2:creationId id="{E19F421C-C36B-1C9D-63D2-09D2738F8D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1" name="Shape 59">
                <a:extLst>
                  <a:ext uri="{FF2B5EF4-FFF2-40B4-BE49-F238E27FC236}">
                    <ns2:creationId id="{B5943EDF-C773-58F9-56BD-943889A917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Shape 59">
                <a:extLst>
                  <a:ext uri="{FF2B5EF4-FFF2-40B4-BE49-F238E27FC236}">
                    <ns2:creationId id="{FF495E18-BB69-0C9C-2296-2378377E62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1" name="Shape 59">
                <a:extLst>
                  <a:ext uri="{FF2B5EF4-FFF2-40B4-BE49-F238E27FC236}">
                    <ns2:creationId id="{5783F2DE-9206-DED6-7234-35F40BD4DB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F6B215C7-7832-DEEF-883B-B78390A788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59">
                <a:extLst>
                  <a:ext uri="{FF2B5EF4-FFF2-40B4-BE49-F238E27FC236}">
                    <ns2:creationId id="{E1D7AA75-1978-CBEA-3168-13E794D30C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5" name="Shape 59">
                <a:extLst>
                  <a:ext uri="{FF2B5EF4-FFF2-40B4-BE49-F238E27FC236}">
                    <ns2:creationId id="{5C55A0F1-82E6-D06A-EEEF-16CFC24AA8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Shape 59">
                <a:extLst>
                  <a:ext uri="{FF2B5EF4-FFF2-40B4-BE49-F238E27FC236}">
                    <ns2:creationId id="{F71D6956-9736-B241-3D56-7A6E90D91A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Shape 59">
                <a:extLst>
                  <a:ext uri="{FF2B5EF4-FFF2-40B4-BE49-F238E27FC236}">
                    <ns2:creationId id="{6C0E2398-5D85-89C5-3B58-1044E4B9E9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59">
                <a:extLst>
                  <a:ext uri="{FF2B5EF4-FFF2-40B4-BE49-F238E27FC236}">
                    <ns2:creationId id="{BC2C1230-4E5D-D845-EF76-16116A3EC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5969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9" name="Shape 59">
                <a:extLst>
                  <a:ext uri="{FF2B5EF4-FFF2-40B4-BE49-F238E27FC236}">
                    <ns2:creationId id="{68CBFAC9-3349-9F2F-E77D-B89B52900D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23" name="コネクタ: カギ線 222">
                <a:extLst>
                  <a:ext uri="{FF2B5EF4-FFF2-40B4-BE49-F238E27FC236}">
                    <ns2:creationId id="{7F0196EF-9D29-A703-4505-69D554E69979}"/>
                  </a:ext>
                </a:extLst>
              </p:cNvPr>
              <p:cNvCxnSpPr>
                <a:cxnSpLocks/>
                <a:stCxn id="361" idx="4"/>
                <a:endCxn id="211" idx="0"/>
              </p:cNvCxnSpPr>
              <p:nvPr/>
            </p:nvCxnSpPr>
            <p:spPr>
              <a:xfrm>
                <a:off x="1651769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1CC874D4-21FA-8E28-9C26-F4CDE829A9D9}"/>
                  </a:ext>
                </a:extLst>
              </p:cNvPr>
              <p:cNvCxnSpPr>
                <a:cxnSpLocks/>
                <a:stCxn id="211" idx="4"/>
                <a:endCxn id="212" idx="0"/>
              </p:cNvCxnSpPr>
              <p:nvPr/>
            </p:nvCxnSpPr>
            <p:spPr>
              <a:xfrm>
                <a:off x="165176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9AE05920-5C79-5295-5796-3D019831E929}"/>
                  </a:ext>
                </a:extLst>
              </p:cNvPr>
              <p:cNvCxnSpPr>
                <a:cxnSpLocks/>
                <a:stCxn id="214" idx="4"/>
                <a:endCxn id="215" idx="0"/>
              </p:cNvCxnSpPr>
              <p:nvPr/>
            </p:nvCxnSpPr>
            <p:spPr>
              <a:xfrm>
                <a:off x="2391971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矢印コネクタ 262">
                <a:extLst>
                  <a:ext uri="{FF2B5EF4-FFF2-40B4-BE49-F238E27FC236}">
                    <ns2:creationId id="{3960E024-D217-784B-E1D6-C6CC335F0A4A}"/>
                  </a:ext>
                </a:extLst>
              </p:cNvPr>
              <p:cNvCxnSpPr>
                <a:cxnSpLocks/>
                <a:stCxn id="215" idx="4"/>
                <a:endCxn id="216" idx="0"/>
              </p:cNvCxnSpPr>
              <p:nvPr/>
            </p:nvCxnSpPr>
            <p:spPr>
              <a:xfrm>
                <a:off x="2391971" y="4154730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コネクタ: カギ線 273">
                <a:extLst>
                  <a:ext uri="{FF2B5EF4-FFF2-40B4-BE49-F238E27FC236}">
                    <ns2:creationId id="{AC084A53-0279-D983-8D15-E54A98668D7F}"/>
                  </a:ext>
                </a:extLst>
              </p:cNvPr>
              <p:cNvCxnSpPr>
                <a:cxnSpLocks/>
                <a:stCxn id="362" idx="4"/>
                <a:endCxn id="214" idx="0"/>
              </p:cNvCxnSpPr>
              <p:nvPr/>
            </p:nvCxnSpPr>
            <p:spPr>
              <a:xfrm>
                <a:off x="2391971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922C30B1-0042-F59E-B13D-86A3EB5DE37A}"/>
                  </a:ext>
                </a:extLst>
              </p:cNvPr>
              <p:cNvCxnSpPr>
                <a:cxnSpLocks/>
                <a:stCxn id="219" idx="4"/>
                <a:endCxn id="217" idx="0"/>
              </p:cNvCxnSpPr>
              <p:nvPr/>
            </p:nvCxnSpPr>
            <p:spPr>
              <a:xfrm>
                <a:off x="2790786" y="5177951"/>
                <a:ext cx="0" cy="28603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コネクタ: カギ線 275">
                <a:extLst>
                  <a:ext uri="{FF2B5EF4-FFF2-40B4-BE49-F238E27FC236}">
                    <ns2:creationId id="{12C4D3A0-1287-F187-D4EC-59852F9395E2}"/>
                  </a:ext>
                </a:extLst>
              </p:cNvPr>
              <p:cNvCxnSpPr>
                <a:cxnSpLocks/>
                <a:stCxn id="217" idx="4"/>
                <a:endCxn id="218" idx="0"/>
              </p:cNvCxnSpPr>
              <p:nvPr/>
            </p:nvCxnSpPr>
            <p:spPr>
              <a:xfrm rot="5400000">
                <a:off x="2446579" y="5625377"/>
                <a:ext cx="289601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矢印コネクタ 358">
                <a:extLst>
                  <a:ext uri="{FF2B5EF4-FFF2-40B4-BE49-F238E27FC236}">
                    <ns2:creationId id="{DE47B64C-92B2-E50B-782F-0E35475B421B}"/>
                  </a:ext>
                </a:extLst>
              </p:cNvPr>
              <p:cNvCxnSpPr>
                <a:cxnSpLocks/>
                <a:stCxn id="212" idx="4"/>
              </p:cNvCxnSpPr>
              <p:nvPr/>
            </p:nvCxnSpPr>
            <p:spPr>
              <a:xfrm flipH="1">
                <a:off x="1650554" y="4154730"/>
                <a:ext cx="1215" cy="4654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0" name="十字形 359">
                <a:extLst>
                  <a:ext uri="{FF2B5EF4-FFF2-40B4-BE49-F238E27FC236}">
                    <ns2:creationId id="{7ED153F4-0D2E-6F02-05C5-CBBFFC395E1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542927" y="4244146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Text 14">
                <a:extLst>
                  <a:ext uri="{FF2B5EF4-FFF2-40B4-BE49-F238E27FC236}">
                    <ns2:creationId id="{EC7A2CC6-8605-4879-F8B1-2CE17941DD38}"/>
                  </a:ext>
                </a:extLst>
              </p:cNvPr>
              <p:cNvSpPr txBox="1"/>
              <p:nvPr/>
            </p:nvSpPr>
            <p:spPr>
              <a:xfrm>
                <a:off x="1484105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Text 16">
                <a:extLst>
                  <a:ext uri="{FF2B5EF4-FFF2-40B4-BE49-F238E27FC236}">
                    <ns2:creationId id="{73576599-5605-AD61-ABC0-86DFBBFDD08A}"/>
                  </a:ext>
                </a:extLst>
              </p:cNvPr>
              <p:cNvSpPr txBox="1"/>
              <p:nvPr/>
            </p:nvSpPr>
            <p:spPr>
              <a:xfrm>
                <a:off x="186032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9" name="Text 18">
                <a:extLst>
                  <a:ext uri="{FF2B5EF4-FFF2-40B4-BE49-F238E27FC236}">
                    <ns2:creationId id="{CB48E147-14CD-7F45-1088-6BC728701BD5}"/>
                  </a:ext>
                </a:extLst>
              </p:cNvPr>
              <p:cNvSpPr txBox="1"/>
              <p:nvPr/>
            </p:nvSpPr>
            <p:spPr>
              <a:xfrm>
                <a:off x="223654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Text 43">
                <a:extLst>
                  <a:ext uri="{FF2B5EF4-FFF2-40B4-BE49-F238E27FC236}">
                    <ns2:creationId id="{B0BD38D6-B347-BA59-1971-CF7667657927}"/>
                  </a:ext>
                </a:extLst>
              </p:cNvPr>
              <p:cNvSpPr txBox="1"/>
              <p:nvPr/>
            </p:nvSpPr>
            <p:spPr>
              <a:xfrm>
                <a:off x="261275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5" name="直線矢印コネクタ 374">
                <a:extLst>
                  <a:ext uri="{FF2B5EF4-FFF2-40B4-BE49-F238E27FC236}">
                    <ns2:creationId id="{9FD3F351-8492-4F77-1A87-13A158A51CE3}"/>
                  </a:ext>
                </a:extLst>
              </p:cNvPr>
              <p:cNvCxnSpPr>
                <a:cxnSpLocks/>
                <a:stCxn id="210" idx="4"/>
                <a:endCxn id="361" idx="0"/>
              </p:cNvCxnSpPr>
              <p:nvPr/>
            </p:nvCxnSpPr>
            <p:spPr>
              <a:xfrm>
                <a:off x="1651769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0B695341-F0A8-3FD1-C96E-F0B86690987F}"/>
                  </a:ext>
                </a:extLst>
              </p:cNvPr>
              <p:cNvCxnSpPr>
                <a:cxnSpLocks/>
                <a:stCxn id="216" idx="4"/>
                <a:endCxn id="219" idx="0"/>
              </p:cNvCxnSpPr>
              <p:nvPr/>
            </p:nvCxnSpPr>
            <p:spPr>
              <a:xfrm rot="16200000" flipH="1">
                <a:off x="2441977" y="4613141"/>
                <a:ext cx="298803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コネクタ: カギ線 426">
                <a:extLst>
                  <a:ext uri="{FF2B5EF4-FFF2-40B4-BE49-F238E27FC236}">
                    <ns2:creationId id="{CB0AF2E3-C447-DD98-4853-62642E18A905}"/>
                  </a:ext>
                </a:extLst>
              </p:cNvPr>
              <p:cNvCxnSpPr>
                <a:cxnSpLocks/>
                <a:stCxn id="208" idx="4"/>
                <a:endCxn id="362" idx="0"/>
              </p:cNvCxnSpPr>
              <p:nvPr/>
            </p:nvCxnSpPr>
            <p:spPr>
              <a:xfrm rot="16200000" flipH="1">
                <a:off x="2072562" y="2602485"/>
                <a:ext cx="292418" cy="3464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" name="グループ化 34">
                <a:extLst>
                  <a:ext uri="{FF2B5EF4-FFF2-40B4-BE49-F238E27FC236}">
                    <ns2:creationId id="{7260FE88-853C-606C-DBC6-6C268350728A}"/>
                  </a:ext>
                </a:extLst>
              </p:cNvPr>
              <p:cNvGrpSpPr/>
              <p:nvPr/>
            </p:nvGrpSpPr>
            <p:grpSpPr>
              <a:xfrm>
                <a:off x="3070963" y="5842874"/>
                <a:ext cx="1008000" cy="469423"/>
                <a:chOff x="3070963" y="5842874"/>
                <a:chExt cx="1008000" cy="469423"/>
              </a:xfrm>
            </p:grpSpPr>
            <p:sp>
              <p:nvSpPr>
                <p:cNvPr id="203" name="Text 96">
                  <a:extLst>
                    <a:ext uri="{FF2B5EF4-FFF2-40B4-BE49-F238E27FC236}">
                      <ns2:creationId id="{4C6B79DD-D62A-D06E-F35C-41311882C464}"/>
                    </a:ext>
                  </a:extLst>
                </p:cNvPr>
                <p:cNvSpPr txBox="1"/>
                <p:nvPr/>
              </p:nvSpPr>
              <p:spPr>
                <a:xfrm>
                  <a:off x="3070963" y="584287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499" name="十字形 498">
                  <a:extLst>
                    <a:ext uri="{FF2B5EF4-FFF2-40B4-BE49-F238E27FC236}">
                      <ns2:creationId id="{D9381AC4-1DFC-23D1-2142-6BEE02AA248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3412963" y="591558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65F97BF-11A2-A8EA-8982-B7EA09E9165F}"/>
                  </a:ext>
                </a:extLst>
              </p:cNvPr>
              <p:cNvGrpSpPr/>
              <p:nvPr/>
            </p:nvGrpSpPr>
            <p:grpSpPr>
              <a:xfrm>
                <a:off x="3070963" y="3810813"/>
                <a:ext cx="1008000" cy="469423"/>
                <a:chOff x="3070963" y="3810813"/>
                <a:chExt cx="1008000" cy="469423"/>
              </a:xfrm>
            </p:grpSpPr>
            <p:sp>
              <p:nvSpPr>
                <p:cNvPr id="199" name="Text 74">
                  <a:extLst>
                    <a:ext uri="{FF2B5EF4-FFF2-40B4-BE49-F238E27FC236}">
                      <ns2:creationId id="{AFBF4C00-29EA-C3B4-64F7-DEC6DB1F5783}"/>
                    </a:ext>
                  </a:extLst>
                </p:cNvPr>
                <p:cNvSpPr txBox="1"/>
                <p:nvPr/>
              </p:nvSpPr>
              <p:spPr>
                <a:xfrm>
                  <a:off x="3070963" y="381081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72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7" name="二等辺三角形 666">
                  <a:extLst>
                    <a:ext uri="{FF2B5EF4-FFF2-40B4-BE49-F238E27FC236}">
                      <ns2:creationId id="{6EC8471B-E331-018A-89BF-730D5415F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690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0B6E442B-6867-1F6B-8A37-26102BFCE339}"/>
                  </a:ext>
                </a:extLst>
              </p:cNvPr>
              <p:cNvGrpSpPr/>
              <p:nvPr/>
            </p:nvGrpSpPr>
            <p:grpSpPr>
              <a:xfrm>
                <a:off x="3070963" y="4319633"/>
                <a:ext cx="1008000" cy="469423"/>
                <a:chOff x="3070963" y="4318829"/>
                <a:chExt cx="1008000" cy="469423"/>
              </a:xfrm>
            </p:grpSpPr>
            <p:sp>
              <p:nvSpPr>
                <p:cNvPr id="200" name="Text 81">
                  <a:extLst>
                    <a:ext uri="{FF2B5EF4-FFF2-40B4-BE49-F238E27FC236}">
                      <ns2:creationId id="{22FA0952-EBF7-618F-67E6-2E9050E134F9}"/>
                    </a:ext>
                  </a:extLst>
                </p:cNvPr>
                <p:cNvSpPr txBox="1"/>
                <p:nvPr/>
              </p:nvSpPr>
              <p:spPr>
                <a:xfrm>
                  <a:off x="3070963" y="431882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 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9" name="二等辺三角形 668">
                  <a:extLst>
                    <a:ext uri="{FF2B5EF4-FFF2-40B4-BE49-F238E27FC236}">
                      <ns2:creationId id="{835F9B33-5E76-FF10-A01F-0DBA1B05F3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491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3" name="グループ化 32">
                <a:extLst>
                  <a:ext uri="{FF2B5EF4-FFF2-40B4-BE49-F238E27FC236}">
                    <ns2:creationId id="{E9244EC8-29F7-53FA-CECA-1EF93BDE4E37}"/>
                  </a:ext>
                </a:extLst>
              </p:cNvPr>
              <p:cNvGrpSpPr/>
              <p:nvPr/>
            </p:nvGrpSpPr>
            <p:grpSpPr>
              <a:xfrm>
                <a:off x="3070963" y="4827720"/>
                <a:ext cx="1008000" cy="469423"/>
                <a:chOff x="3070963" y="4826845"/>
                <a:chExt cx="1008000" cy="469423"/>
              </a:xfrm>
            </p:grpSpPr>
            <p:sp>
              <p:nvSpPr>
                <p:cNvPr id="201" name="Text 86">
                  <a:extLst>
                    <a:ext uri="{FF2B5EF4-FFF2-40B4-BE49-F238E27FC236}">
                      <ns2:creationId id="{064239CA-32EF-A735-482E-290BD5AE7609}"/>
                    </a:ext>
                  </a:extLst>
                </p:cNvPr>
                <p:cNvSpPr txBox="1"/>
                <p:nvPr/>
              </p:nvSpPr>
              <p:spPr>
                <a:xfrm>
                  <a:off x="3070963" y="482684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1" name="二等辺三角形 670">
                  <a:extLst>
                    <a:ext uri="{FF2B5EF4-FFF2-40B4-BE49-F238E27FC236}">
                      <ns2:creationId id="{4ADFD5F9-886E-AD31-B601-A10BC566CE2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2935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98BDEE92-70E5-CD89-D8A1-9FE3E5A764BB}"/>
                  </a:ext>
                </a:extLst>
              </p:cNvPr>
              <p:cNvGrpSpPr/>
              <p:nvPr/>
            </p:nvGrpSpPr>
            <p:grpSpPr>
              <a:xfrm>
                <a:off x="3070963" y="5336067"/>
                <a:ext cx="1008000" cy="469423"/>
                <a:chOff x="3070963" y="5334861"/>
                <a:chExt cx="1008000" cy="469423"/>
              </a:xfrm>
            </p:grpSpPr>
            <p:sp>
              <p:nvSpPr>
                <p:cNvPr id="202" name="Text 91">
                  <a:extLst>
                    <a:ext uri="{FF2B5EF4-FFF2-40B4-BE49-F238E27FC236}">
                      <ns2:creationId id="{7F01857A-A90D-3F21-EACB-50CDBDF30B75}"/>
                    </a:ext>
                  </a:extLst>
                </p:cNvPr>
                <p:cNvSpPr txBox="1"/>
                <p:nvPr/>
              </p:nvSpPr>
              <p:spPr>
                <a:xfrm>
                  <a:off x="3070963" y="533486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3" name="二等辺三角形 672">
                  <a:extLst>
                    <a:ext uri="{FF2B5EF4-FFF2-40B4-BE49-F238E27FC236}">
                      <ns2:creationId id="{0DE6E032-3529-A854-E046-E69E7D2C571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6095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3:creationId val="4089537275"/>
      </p:ext>
    </p:extLst>
  </p:cSld>
  <p:clrMapOvr>
    <a:masterClrMapping/>
  </p:clrMapOvr>
</p:sld>
</file>

<file path=ppt/slides/slide22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A7B15B-E7EE-B1AD-06F1-82FD402A3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タイトル 1">
            <a:extLst>
              <a:ext uri="{FF2B5EF4-FFF2-40B4-BE49-F238E27FC236}">
                <ns2:creationId id="{9DC4EE27-1DE1-46FF-AE6B-09B14A0177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E1CC10D1-F41C-8494-1D3A-3B5FBF3FF94B}"/>
              </a:ext>
            </a:extLst>
          </p:cNvPr>
          <p:cNvGrpSpPr/>
          <p:nvPr/>
        </p:nvGrpSpPr>
        <p:grpSpPr>
          <a:xfrm>
            <a:off x="334963" y="1029496"/>
            <a:ext cx="11520000" cy="5292000"/>
            <a:chOff x="334963" y="1029496"/>
            <a:chExt cx="11520000" cy="5292000"/>
          </a:xfrm>
        </p:grpSpPr>
        <p:grpSp>
          <p:nvGrpSpPr>
            <p:cNvPr id="38" name="グループ化 37">
              <a:extLst>
                <a:ext uri="{FF2B5EF4-FFF2-40B4-BE49-F238E27FC236}">
                  <ns2:creationId id="{80AD2660-29A6-BE8A-19DA-2B108881F44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4676041"/>
              <a:chOff x="334963" y="1029496"/>
              <a:chExt cx="3744000" cy="4676041"/>
            </a:xfrm>
          </p:grpSpPr>
          <p:sp>
            <p:nvSpPr>
              <p:cNvPr id="5" name="Text 5">
                <a:extLst>
                  <a:ext uri="{FF2B5EF4-FFF2-40B4-BE49-F238E27FC236}">
                    <ns2:creationId id="{F96E61B4-6724-63FC-FB43-40762F072B05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7C31F9EB-65F2-DAA6-64F7-316AAF3360E8}"/>
                  </a:ext>
                </a:extLst>
              </p:cNvPr>
              <p:cNvSpPr txBox="1"/>
              <p:nvPr/>
            </p:nvSpPr>
            <p:spPr>
              <a:xfrm>
                <a:off x="33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0224A9E6-DFE6-D321-D867-2BC0A3553CCC}"/>
                  </a:ext>
                </a:extLst>
              </p:cNvPr>
              <p:cNvSpPr txBox="1"/>
              <p:nvPr/>
            </p:nvSpPr>
            <p:spPr>
              <a:xfrm>
                <a:off x="222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10">
                <a:extLst>
                  <a:ext uri="{FF2B5EF4-FFF2-40B4-BE49-F238E27FC236}">
                    <ns2:creationId id="{9E97C17A-31E0-BFE7-6D7E-6CD3D44B28CB}"/>
                  </a:ext>
                </a:extLst>
              </p:cNvPr>
              <p:cNvSpPr txBox="1"/>
              <p:nvPr/>
            </p:nvSpPr>
            <p:spPr>
              <a:xfrm>
                <a:off x="334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non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1" name="Text 12">
                <a:extLst>
                  <a:ext uri="{FF2B5EF4-FFF2-40B4-BE49-F238E27FC236}">
                    <ns2:creationId id="{3E94D10B-9A2B-6169-8D05-33C91177E590}"/>
                  </a:ext>
                </a:extLst>
              </p:cNvPr>
              <p:cNvSpPr txBox="1"/>
              <p:nvPr/>
            </p:nvSpPr>
            <p:spPr>
              <a:xfrm>
                <a:off x="2556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2" name="直線コネクタ 11">
                <a:extLst>
                  <a:ext uri="{FF2B5EF4-FFF2-40B4-BE49-F238E27FC236}">
                    <ns2:creationId id="{BB21D4B3-B2AE-4277-75A1-2C1611CDE9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線コネクタ 12">
                <a:extLst>
                  <a:ext uri="{FF2B5EF4-FFF2-40B4-BE49-F238E27FC236}">
                    <ns2:creationId id="{A2D239A9-F9A0-1913-D911-6D217B8CA6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 12">
                <a:extLst>
                  <a:ext uri="{FF2B5EF4-FFF2-40B4-BE49-F238E27FC236}">
                    <ns2:creationId id="{418E12D9-E717-04EB-79CC-5BADF83DC9B6}"/>
                  </a:ext>
                </a:extLst>
              </p:cNvPr>
              <p:cNvSpPr txBox="1"/>
              <p:nvPr/>
            </p:nvSpPr>
            <p:spPr>
              <a:xfrm>
                <a:off x="2266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2">
                <a:extLst>
                  <a:ext uri="{FF2B5EF4-FFF2-40B4-BE49-F238E27FC236}">
                    <ns2:creationId id="{FDA6E5E3-DCD1-C35E-62C7-620CE4E3E1FB}"/>
                  </a:ext>
                </a:extLst>
              </p:cNvPr>
              <p:cNvSpPr txBox="1"/>
              <p:nvPr/>
            </p:nvSpPr>
            <p:spPr>
              <a:xfrm>
                <a:off x="2266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2">
                <a:extLst>
                  <a:ext uri="{FF2B5EF4-FFF2-40B4-BE49-F238E27FC236}">
                    <ns2:creationId id="{132DE04C-85A1-90D2-5BA1-564A4D3F4C50}"/>
                  </a:ext>
                </a:extLst>
              </p:cNvPr>
              <p:cNvSpPr txBox="1"/>
              <p:nvPr/>
            </p:nvSpPr>
            <p:spPr>
              <a:xfrm>
                <a:off x="2556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59">
                <a:extLst>
                  <a:ext uri="{FF2B5EF4-FFF2-40B4-BE49-F238E27FC236}">
                    <ns2:creationId id="{F9DD61CF-823C-901A-6F4D-B353858FBA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25957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Shape 59">
                <a:extLst>
                  <a:ext uri="{FF2B5EF4-FFF2-40B4-BE49-F238E27FC236}">
                    <ns2:creationId id="{D7C35A23-3300-B7A9-D912-743811E331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34061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Shape 59">
                <a:extLst>
                  <a:ext uri="{FF2B5EF4-FFF2-40B4-BE49-F238E27FC236}">
                    <ns2:creationId id="{634BAE25-1C59-81F4-B992-0E2AD86CF6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421519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Shape 59">
                <a:extLst>
                  <a:ext uri="{FF2B5EF4-FFF2-40B4-BE49-F238E27FC236}">
                    <ns2:creationId id="{CAF5891E-E758-BA11-33AE-D024969B1A3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17798" y="503151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26">
                <a:extLst>
                  <a:ext uri="{FF2B5EF4-FFF2-40B4-BE49-F238E27FC236}">
                    <ns2:creationId id="{B3D95EA0-9341-F1C4-7417-436363595207}"/>
                  </a:ext>
                </a:extLst>
              </p:cNvPr>
              <p:cNvSpPr txBox="1"/>
              <p:nvPr/>
            </p:nvSpPr>
            <p:spPr>
              <a:xfrm>
                <a:off x="307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67" name="Text 29">
                <a:extLst>
                  <a:ext uri="{FF2B5EF4-FFF2-40B4-BE49-F238E27FC236}">
                    <ns2:creationId id="{45608349-C76A-A424-9ADC-D8F8CBCB9191}"/>
                  </a:ext>
                </a:extLst>
              </p:cNvPr>
              <p:cNvSpPr txBox="1"/>
              <p:nvPr/>
            </p:nvSpPr>
            <p:spPr>
              <a:xfrm>
                <a:off x="307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69" name="Text 32">
                <a:extLst>
                  <a:ext uri="{FF2B5EF4-FFF2-40B4-BE49-F238E27FC236}">
                    <ns2:creationId id="{EB7DB588-EE2E-D699-5F0F-E79233963753}"/>
                  </a:ext>
                </a:extLst>
              </p:cNvPr>
              <p:cNvSpPr txBox="1"/>
              <p:nvPr/>
            </p:nvSpPr>
            <p:spPr>
              <a:xfrm>
                <a:off x="307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1" name="Text 35">
                <a:extLst>
                  <a:ext uri="{FF2B5EF4-FFF2-40B4-BE49-F238E27FC236}">
                    <ns2:creationId id="{E1D17906-5D62-9011-8478-CB17DE5E562B}"/>
                  </a:ext>
                </a:extLst>
              </p:cNvPr>
              <p:cNvSpPr txBox="1"/>
              <p:nvPr/>
            </p:nvSpPr>
            <p:spPr>
              <a:xfrm>
                <a:off x="307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9" name="Text 26">
                <a:extLst>
                  <a:ext uri="{FF2B5EF4-FFF2-40B4-BE49-F238E27FC236}">
                    <ns2:creationId id="{CAA34B82-54D6-ACD8-E2BB-CED70470D884}"/>
                  </a:ext>
                </a:extLst>
              </p:cNvPr>
              <p:cNvSpPr txBox="1"/>
              <p:nvPr/>
            </p:nvSpPr>
            <p:spPr>
              <a:xfrm>
                <a:off x="334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108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</a:p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Text 29">
                <a:extLst>
                  <a:ext uri="{FF2B5EF4-FFF2-40B4-BE49-F238E27FC236}">
                    <ns2:creationId id="{DC9B6964-94F5-53B2-E98E-9E4AF432C2A9}"/>
                  </a:ext>
                </a:extLst>
              </p:cNvPr>
              <p:cNvSpPr txBox="1"/>
              <p:nvPr/>
            </p:nvSpPr>
            <p:spPr>
              <a:xfrm>
                <a:off x="334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Text 32">
                <a:extLst>
                  <a:ext uri="{FF2B5EF4-FFF2-40B4-BE49-F238E27FC236}">
                    <ns2:creationId id="{46572688-0378-8CE6-BDCA-301F119C8D09}"/>
                  </a:ext>
                </a:extLst>
              </p:cNvPr>
              <p:cNvSpPr txBox="1"/>
              <p:nvPr/>
            </p:nvSpPr>
            <p:spPr>
              <a:xfrm>
                <a:off x="334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Text 35">
                <a:extLst>
                  <a:ext uri="{FF2B5EF4-FFF2-40B4-BE49-F238E27FC236}">
                    <ns2:creationId id="{79EF1883-69E1-1632-E9D3-1067C8D9A7AA}"/>
                  </a:ext>
                </a:extLst>
              </p:cNvPr>
              <p:cNvSpPr txBox="1"/>
              <p:nvPr/>
            </p:nvSpPr>
            <p:spPr>
              <a:xfrm>
                <a:off x="334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4">
                <a:extLst>
                  <a:ext uri="{FF2B5EF4-FFF2-40B4-BE49-F238E27FC236}">
                    <ns2:creationId id="{885D63E6-5629-3A3C-A1A2-0358BACFFFEF}"/>
                  </a:ext>
                </a:extLst>
              </p:cNvPr>
              <p:cNvSpPr txBox="1"/>
              <p:nvPr/>
            </p:nvSpPr>
            <p:spPr>
              <a:xfrm>
                <a:off x="1416730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Text 16">
                <a:extLst>
                  <a:ext uri="{FF2B5EF4-FFF2-40B4-BE49-F238E27FC236}">
                    <ns2:creationId id="{EF695493-C442-5D21-F1C1-677A93D8BBAF}"/>
                  </a:ext>
                </a:extLst>
              </p:cNvPr>
              <p:cNvSpPr txBox="1"/>
              <p:nvPr/>
            </p:nvSpPr>
            <p:spPr>
              <a:xfrm>
                <a:off x="1792948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Text 18">
                <a:extLst>
                  <a:ext uri="{FF2B5EF4-FFF2-40B4-BE49-F238E27FC236}">
                    <ns2:creationId id="{48A39268-6AE6-42CD-AD75-C20C24A903E2}"/>
                  </a:ext>
                </a:extLst>
              </p:cNvPr>
              <p:cNvSpPr txBox="1"/>
              <p:nvPr/>
            </p:nvSpPr>
            <p:spPr>
              <a:xfrm>
                <a:off x="216916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Text 43">
                <a:extLst>
                  <a:ext uri="{FF2B5EF4-FFF2-40B4-BE49-F238E27FC236}">
                    <ns2:creationId id="{8D52CF4B-A149-204F-EB5E-ADF63ACFBEE8}"/>
                  </a:ext>
                </a:extLst>
              </p:cNvPr>
              <p:cNvSpPr txBox="1"/>
              <p:nvPr/>
            </p:nvSpPr>
            <p:spPr>
              <a:xfrm>
                <a:off x="2545385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71">
                <a:extLst>
                  <a:ext uri="{FF2B5EF4-FFF2-40B4-BE49-F238E27FC236}">
                    <ns2:creationId id="{B61DEA5E-64B5-6784-6400-13483F199DD1}"/>
                  </a:ext>
                </a:extLst>
              </p:cNvPr>
              <p:cNvSpPr txBox="1"/>
              <p:nvPr/>
            </p:nvSpPr>
            <p:spPr>
              <a:xfrm>
                <a:off x="2931785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Shape 59">
                <a:extLst>
                  <a:ext uri="{FF2B5EF4-FFF2-40B4-BE49-F238E27FC236}">
                    <ns2:creationId id="{A6DC34A3-4880-A186-8C4D-FDDE05CE30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Shape 59">
                <a:extLst>
                  <a:ext uri="{FF2B5EF4-FFF2-40B4-BE49-F238E27FC236}">
                    <ns2:creationId id="{F803B0C0-AE13-2C8D-CE33-C861DBC1D16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42179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Shape 59">
                <a:extLst>
                  <a:ext uri="{FF2B5EF4-FFF2-40B4-BE49-F238E27FC236}">
                    <ns2:creationId id="{577993D4-1DE4-E0C4-FE45-3B601F53D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503842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9" name="十字形 558">
                <a:extLst>
                  <a:ext uri="{FF2B5EF4-FFF2-40B4-BE49-F238E27FC236}">
                    <ns2:creationId id="{70A416DD-891D-9380-3D4D-E4A3FF228B3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06611" y="2543102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1" name="二等辺三角形 560">
                <a:extLst>
                  <a:ext uri="{FF2B5EF4-FFF2-40B4-BE49-F238E27FC236}">
                    <ns2:creationId id="{B57FF502-4349-C677-9DA4-8DCF49989F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2816" y="3379002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3" name="十字形 562">
                <a:extLst>
                  <a:ext uri="{FF2B5EF4-FFF2-40B4-BE49-F238E27FC236}">
                    <ns2:creationId id="{AD91AA44-4899-9C99-D762-02C43A6C08B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12963" y="4099628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5" name="二等辺三角形 564">
                <a:extLst>
                  <a:ext uri="{FF2B5EF4-FFF2-40B4-BE49-F238E27FC236}">
                    <ns2:creationId id="{44CD78E5-7DB6-BFBD-88DE-F0E3DBB9D5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48962" y="500774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68" name="コネクタ: カギ線 667">
                <a:extLst>
                  <a:ext uri="{FF2B5EF4-FFF2-40B4-BE49-F238E27FC236}">
                    <ns2:creationId id="{D36BB68D-C341-5ED3-636A-7D878129D0F9}"/>
                  </a:ext>
                </a:extLst>
              </p:cNvPr>
              <p:cNvCxnSpPr>
                <a:cxnSpLocks/>
                <a:stCxn id="349" idx="4"/>
                <a:endCxn id="351" idx="0"/>
              </p:cNvCxnSpPr>
              <p:nvPr/>
            </p:nvCxnSpPr>
            <p:spPr>
              <a:xfrm rot="16200000" flipH="1">
                <a:off x="1466047" y="2919108"/>
                <a:ext cx="593370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コネクタ: カギ線 690">
                <a:extLst>
                  <a:ext uri="{FF2B5EF4-FFF2-40B4-BE49-F238E27FC236}">
                    <ns2:creationId id="{12AE15FD-BC8E-74C7-B53A-ED13BA146B48}"/>
                  </a:ext>
                </a:extLst>
              </p:cNvPr>
              <p:cNvCxnSpPr>
                <a:cxnSpLocks/>
                <a:stCxn id="351" idx="4"/>
                <a:endCxn id="353" idx="0"/>
              </p:cNvCxnSpPr>
              <p:nvPr/>
            </p:nvCxnSpPr>
            <p:spPr>
              <a:xfrm rot="5400000">
                <a:off x="1466252" y="3728275"/>
                <a:ext cx="592962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コネクタ: カギ線 693">
                <a:extLst>
                  <a:ext uri="{FF2B5EF4-FFF2-40B4-BE49-F238E27FC236}">
                    <ns2:creationId id="{F280C337-6B3C-5FF4-0270-C45602ECFE98}"/>
                  </a:ext>
                </a:extLst>
              </p:cNvPr>
              <p:cNvCxnSpPr>
                <a:cxnSpLocks/>
                <a:stCxn id="353" idx="4"/>
                <a:endCxn id="355" idx="0"/>
              </p:cNvCxnSpPr>
              <p:nvPr/>
            </p:nvCxnSpPr>
            <p:spPr>
              <a:xfrm>
                <a:off x="1569491" y="4433997"/>
                <a:ext cx="0" cy="60442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コネクタ: カギ線 699">
                <a:extLst>
                  <a:ext uri="{FF2B5EF4-FFF2-40B4-BE49-F238E27FC236}">
                    <ns2:creationId id="{4AE5602B-EF67-7268-FF9A-E540FE510549}"/>
                  </a:ext>
                </a:extLst>
              </p:cNvPr>
              <p:cNvCxnSpPr>
                <a:cxnSpLocks/>
                <a:stCxn id="355" idx="4"/>
              </p:cNvCxnSpPr>
              <p:nvPr/>
            </p:nvCxnSpPr>
            <p:spPr>
              <a:xfrm>
                <a:off x="1569491" y="5254425"/>
                <a:ext cx="0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5" name="十字形 704">
                <a:extLst>
                  <a:ext uri="{FF2B5EF4-FFF2-40B4-BE49-F238E27FC236}">
                    <ns2:creationId id="{948ABBB9-2818-00F8-3F99-0036A073C8E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457604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0" name="コネクタ: カギ線 709">
                <a:extLst>
                  <a:ext uri="{FF2B5EF4-FFF2-40B4-BE49-F238E27FC236}">
                    <ns2:creationId id="{EE6E5293-8F1A-F410-E703-4D395CD8533F}"/>
                  </a:ext>
                </a:extLst>
              </p:cNvPr>
              <p:cNvCxnSpPr>
                <a:cxnSpLocks/>
                <a:stCxn id="30" idx="4"/>
                <a:endCxn id="41" idx="6"/>
              </p:cNvCxnSpPr>
              <p:nvPr/>
            </p:nvCxnSpPr>
            <p:spPr>
              <a:xfrm rot="5400000">
                <a:off x="1653377" y="2835848"/>
                <a:ext cx="702400" cy="65417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Shape 59">
                <a:extLst>
                  <a:ext uri="{FF2B5EF4-FFF2-40B4-BE49-F238E27FC236}">
                    <ns2:creationId id="{0331B9FE-E4C8-9109-06A2-B887C6D296D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47974" y="3409035"/>
                <a:ext cx="216000" cy="216000"/>
              </a:xfrm>
              <a:prstGeom prst="ellipse">
                <a:avLst/>
              </a:prstGeom>
              <a:solidFill>
                <a:srgbClr val="7FC696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8" name="コネクタ: カギ線 717">
                <a:extLst>
                  <a:ext uri="{FF2B5EF4-FFF2-40B4-BE49-F238E27FC236}">
                    <ns2:creationId id="{C6BFC8CC-E981-F812-98B0-00BC65CB3BB8}"/>
                  </a:ext>
                </a:extLst>
              </p:cNvPr>
              <p:cNvCxnSpPr>
                <a:cxnSpLocks/>
                <a:stCxn id="41" idx="4"/>
                <a:endCxn id="42" idx="0"/>
              </p:cNvCxnSpPr>
              <p:nvPr/>
            </p:nvCxnSpPr>
            <p:spPr>
              <a:xfrm rot="16200000" flipH="1">
                <a:off x="1654048" y="3537577"/>
                <a:ext cx="593058" cy="7621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円弧 722">
                <a:extLst>
                  <a:ext uri="{FF2B5EF4-FFF2-40B4-BE49-F238E27FC236}">
                    <ns2:creationId id="{3EABB9B7-7634-B65A-B668-9F2DDA7BAC6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540000">
                <a:off x="1852209" y="3748562"/>
                <a:ext cx="216000" cy="216000"/>
              </a:xfrm>
              <a:prstGeom prst="arc">
                <a:avLst>
                  <a:gd name="adj1" fmla="val 10764652"/>
                  <a:gd name="adj2" fmla="val 314703"/>
                </a:avLst>
              </a:prstGeom>
              <a:solidFill>
                <a:srgbClr val="FFFFFF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4" name="コネクタ: カギ線 723">
                <a:extLst>
                  <a:ext uri="{FF2B5EF4-FFF2-40B4-BE49-F238E27FC236}">
                    <ns2:creationId id="{53F814B1-063D-9B3D-FCBF-E074D23DCF83}"/>
                  </a:ext>
                </a:extLst>
              </p:cNvPr>
              <p:cNvCxnSpPr>
                <a:cxnSpLocks/>
                <a:stCxn id="42" idx="4"/>
                <a:endCxn id="43" idx="0"/>
              </p:cNvCxnSpPr>
              <p:nvPr/>
            </p:nvCxnSpPr>
            <p:spPr>
              <a:xfrm rot="16200000" flipH="1">
                <a:off x="2228567" y="4534287"/>
                <a:ext cx="600326" cy="39413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AC56BDB4-99B4-91D1-F727-B30010E17944}"/>
                </a:ext>
              </a:extLst>
            </p:cNvPr>
            <p:cNvGrpSpPr/>
            <p:nvPr/>
          </p:nvGrpSpPr>
          <p:grpSpPr>
            <a:xfrm>
              <a:off x="4222963" y="1029496"/>
              <a:ext cx="3744000" cy="5292000"/>
              <a:chOff x="4222963" y="1029496"/>
              <a:chExt cx="3744000" cy="5292000"/>
            </a:xfrm>
          </p:grpSpPr>
          <p:sp>
            <p:nvSpPr>
              <p:cNvPr id="6" name="Text 98">
                <a:extLst>
                  <a:ext uri="{FF2B5EF4-FFF2-40B4-BE49-F238E27FC236}">
                    <ns2:creationId id="{AD0A9CD1-4527-9CBA-38A3-0315D4EEC50C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25" name="Text 6">
                <a:extLst>
                  <a:ext uri="{FF2B5EF4-FFF2-40B4-BE49-F238E27FC236}">
                    <ns2:creationId id="{65B067B2-F640-15A6-B5C5-4FEC4A44ADCA}"/>
                  </a:ext>
                </a:extLst>
              </p:cNvPr>
              <p:cNvSpPr txBox="1"/>
              <p:nvPr/>
            </p:nvSpPr>
            <p:spPr>
              <a:xfrm>
                <a:off x="422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6" name="Text 7">
                <a:extLst>
                  <a:ext uri="{FF2B5EF4-FFF2-40B4-BE49-F238E27FC236}">
                    <ns2:creationId id="{E84A294A-30DF-E27E-F2F9-A5B21E51BF24}"/>
                  </a:ext>
                </a:extLst>
              </p:cNvPr>
              <p:cNvSpPr txBox="1"/>
              <p:nvPr/>
            </p:nvSpPr>
            <p:spPr>
              <a:xfrm>
                <a:off x="611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7" name="Text 10">
                <a:extLst>
                  <a:ext uri="{FF2B5EF4-FFF2-40B4-BE49-F238E27FC236}">
                    <ns2:creationId id="{FCCC609A-2CBC-46E9-5F0B-C04C22B25BB9}"/>
                  </a:ext>
                </a:extLst>
              </p:cNvPr>
              <p:cNvSpPr txBox="1"/>
              <p:nvPr/>
            </p:nvSpPr>
            <p:spPr>
              <a:xfrm>
                <a:off x="4222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28" name="Text 12">
                <a:extLst>
                  <a:ext uri="{FF2B5EF4-FFF2-40B4-BE49-F238E27FC236}">
                    <ns2:creationId id="{E82A326B-190F-6C98-51F9-7911177FFAC8}"/>
                  </a:ext>
                </a:extLst>
              </p:cNvPr>
              <p:cNvSpPr txBox="1"/>
              <p:nvPr/>
            </p:nvSpPr>
            <p:spPr>
              <a:xfrm>
                <a:off x="6444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29" name="直線コネクタ 328">
                <a:extLst>
                  <a:ext uri="{FF2B5EF4-FFF2-40B4-BE49-F238E27FC236}">
                    <ns2:creationId id="{2D6E8447-59BA-19FE-1090-5D2D51D60F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C56B5A02-D5B4-E1DF-CF0B-861E016341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1" name="Text 12">
                <a:extLst>
                  <a:ext uri="{FF2B5EF4-FFF2-40B4-BE49-F238E27FC236}">
                    <ns2:creationId id="{52225D71-C764-CB7C-46B2-241737B59F9B}"/>
                  </a:ext>
                </a:extLst>
              </p:cNvPr>
              <p:cNvSpPr txBox="1"/>
              <p:nvPr/>
            </p:nvSpPr>
            <p:spPr>
              <a:xfrm>
                <a:off x="6154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Text 12">
                <a:extLst>
                  <a:ext uri="{FF2B5EF4-FFF2-40B4-BE49-F238E27FC236}">
                    <ns2:creationId id="{D6D57482-60F8-75E7-EDF6-191BFF68AF24}"/>
                  </a:ext>
                </a:extLst>
              </p:cNvPr>
              <p:cNvSpPr txBox="1"/>
              <p:nvPr/>
            </p:nvSpPr>
            <p:spPr>
              <a:xfrm>
                <a:off x="6154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Text 12">
                <a:extLst>
                  <a:ext uri="{FF2B5EF4-FFF2-40B4-BE49-F238E27FC236}">
                    <ns2:creationId id="{F4166499-48B3-74E4-BD1F-584DEA2E042E}"/>
                  </a:ext>
                </a:extLst>
              </p:cNvPr>
              <p:cNvSpPr txBox="1"/>
              <p:nvPr/>
            </p:nvSpPr>
            <p:spPr>
              <a:xfrm>
                <a:off x="6444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non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26">
                <a:extLst>
                  <a:ext uri="{FF2B5EF4-FFF2-40B4-BE49-F238E27FC236}">
                    <ns2:creationId id="{8834A406-478E-C55F-3FED-6CC8B3D10D6E}"/>
                  </a:ext>
                </a:extLst>
              </p:cNvPr>
              <p:cNvSpPr txBox="1"/>
              <p:nvPr/>
            </p:nvSpPr>
            <p:spPr>
              <a:xfrm>
                <a:off x="6958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6" name="Text 29">
                <a:extLst>
                  <a:ext uri="{FF2B5EF4-FFF2-40B4-BE49-F238E27FC236}">
                    <ns2:creationId id="{883C70A2-226B-3B33-8A03-E8E441F55EDA}"/>
                  </a:ext>
                </a:extLst>
              </p:cNvPr>
              <p:cNvSpPr txBox="1"/>
              <p:nvPr/>
            </p:nvSpPr>
            <p:spPr>
              <a:xfrm>
                <a:off x="6958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8" name="Text 32">
                <a:extLst>
                  <a:ext uri="{FF2B5EF4-FFF2-40B4-BE49-F238E27FC236}">
                    <ns2:creationId id="{86E70040-87D3-3996-2543-FCC3255B5E16}"/>
                  </a:ext>
                </a:extLst>
              </p:cNvPr>
              <p:cNvSpPr txBox="1"/>
              <p:nvPr/>
            </p:nvSpPr>
            <p:spPr>
              <a:xfrm>
                <a:off x="6958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0" name="Text 35">
                <a:extLst>
                  <a:ext uri="{FF2B5EF4-FFF2-40B4-BE49-F238E27FC236}">
                    <ns2:creationId id="{DF69FAEF-3633-0824-1F3D-5DF0ADF56CC2}"/>
                  </a:ext>
                </a:extLst>
              </p:cNvPr>
              <p:cNvSpPr txBox="1"/>
              <p:nvPr/>
            </p:nvSpPr>
            <p:spPr>
              <a:xfrm>
                <a:off x="6958963" y="556549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2" name="Text 28">
                <a:extLst>
                  <a:ext uri="{FF2B5EF4-FFF2-40B4-BE49-F238E27FC236}">
                    <ns2:creationId id="{D4B8EEAF-7071-A071-5465-BD520046BE65}"/>
                  </a:ext>
                </a:extLst>
              </p:cNvPr>
              <p:cNvSpPr txBox="1"/>
              <p:nvPr/>
            </p:nvSpPr>
            <p:spPr>
              <a:xfrm>
                <a:off x="6958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4" name="Text 26">
                <a:extLst>
                  <a:ext uri="{FF2B5EF4-FFF2-40B4-BE49-F238E27FC236}">
                    <ns2:creationId id="{092D5F0F-E423-0F93-B571-A898A4037FB1}"/>
                  </a:ext>
                </a:extLst>
              </p:cNvPr>
              <p:cNvSpPr txBox="1"/>
              <p:nvPr/>
            </p:nvSpPr>
            <p:spPr>
              <a:xfrm>
                <a:off x="4222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5" name="Text 29">
                <a:extLst>
                  <a:ext uri="{FF2B5EF4-FFF2-40B4-BE49-F238E27FC236}">
                    <ns2:creationId id="{94FEAF6D-79E3-7547-A0B4-93719DE7BBB9}"/>
                  </a:ext>
                </a:extLst>
              </p:cNvPr>
              <p:cNvSpPr txBox="1"/>
              <p:nvPr/>
            </p:nvSpPr>
            <p:spPr>
              <a:xfrm>
                <a:off x="4222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6" name="Text 32">
                <a:extLst>
                  <a:ext uri="{FF2B5EF4-FFF2-40B4-BE49-F238E27FC236}">
                    <ns2:creationId id="{44EB8FE5-C19A-11CE-3CDA-4EAF74185B13}"/>
                  </a:ext>
                </a:extLst>
              </p:cNvPr>
              <p:cNvSpPr txBox="1"/>
              <p:nvPr/>
            </p:nvSpPr>
            <p:spPr>
              <a:xfrm>
                <a:off x="4222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7" name="Text 35">
                <a:extLst>
                  <a:ext uri="{FF2B5EF4-FFF2-40B4-BE49-F238E27FC236}">
                    <ns2:creationId id="{E86F71C9-7B45-3E5D-1F6A-FF2E5A3D7FDE}"/>
                  </a:ext>
                </a:extLst>
              </p:cNvPr>
              <p:cNvSpPr txBox="1"/>
              <p:nvPr/>
            </p:nvSpPr>
            <p:spPr>
              <a:xfrm>
                <a:off x="4222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00" name="Text 14">
                <a:extLst>
                  <a:ext uri="{FF2B5EF4-FFF2-40B4-BE49-F238E27FC236}">
                    <ns2:creationId id="{180BCEEE-9EA8-8014-E0A9-E3914ADC019F}"/>
                  </a:ext>
                </a:extLst>
              </p:cNvPr>
              <p:cNvSpPr txBox="1"/>
              <p:nvPr/>
            </p:nvSpPr>
            <p:spPr>
              <a:xfrm>
                <a:off x="5333684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Text 16">
                <a:extLst>
                  <a:ext uri="{FF2B5EF4-FFF2-40B4-BE49-F238E27FC236}">
                    <ns2:creationId id="{53CD4B41-3B70-9BB7-2AF8-46FCDAB7B10A}"/>
                  </a:ext>
                </a:extLst>
              </p:cNvPr>
              <p:cNvSpPr txBox="1"/>
              <p:nvPr/>
            </p:nvSpPr>
            <p:spPr>
              <a:xfrm>
                <a:off x="5709902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Text 18">
                <a:extLst>
                  <a:ext uri="{FF2B5EF4-FFF2-40B4-BE49-F238E27FC236}">
                    <ns2:creationId id="{9F1A6F4B-6455-822E-3A6A-1EBBF0D61781}"/>
                  </a:ext>
                </a:extLst>
              </p:cNvPr>
              <p:cNvSpPr txBox="1"/>
              <p:nvPr/>
            </p:nvSpPr>
            <p:spPr>
              <a:xfrm>
                <a:off x="6086120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Text 43">
                <a:extLst>
                  <a:ext uri="{FF2B5EF4-FFF2-40B4-BE49-F238E27FC236}">
                    <ns2:creationId id="{3B6EA10D-BAB0-6947-E045-CB2B0DA8727D}"/>
                  </a:ext>
                </a:extLst>
              </p:cNvPr>
              <p:cNvSpPr txBox="1"/>
              <p:nvPr/>
            </p:nvSpPr>
            <p:spPr>
              <a:xfrm>
                <a:off x="646233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Text 71">
                <a:extLst>
                  <a:ext uri="{FF2B5EF4-FFF2-40B4-BE49-F238E27FC236}">
                    <ns2:creationId id="{388E9DDE-959C-3150-43B4-89D761BAA5E1}"/>
                  </a:ext>
                </a:extLst>
              </p:cNvPr>
              <p:cNvSpPr txBox="1"/>
              <p:nvPr/>
            </p:nvSpPr>
            <p:spPr>
              <a:xfrm>
                <a:off x="6829489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Shape 59">
                <a:extLst>
                  <a:ext uri="{FF2B5EF4-FFF2-40B4-BE49-F238E27FC236}">
                    <ns2:creationId id="{16BC4BA6-FF19-064E-832C-D41CC35274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259486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Shape 59">
                <a:extLst>
                  <a:ext uri="{FF2B5EF4-FFF2-40B4-BE49-F238E27FC236}">
                    <ns2:creationId id="{0108BDEE-7C6A-CD48-01C9-7B2F0CE772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340903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Shape 59">
                <a:extLst>
                  <a:ext uri="{FF2B5EF4-FFF2-40B4-BE49-F238E27FC236}">
                    <ns2:creationId id="{B1276773-F871-C2BA-59D5-35B1C03E6A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421978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Shape 59">
                <a:extLst>
                  <a:ext uri="{FF2B5EF4-FFF2-40B4-BE49-F238E27FC236}">
                    <ns2:creationId id="{51BE586B-C745-8A54-9B07-D295732832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05751" y="502580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1" name="Shape 59">
                <a:extLst>
                  <a:ext uri="{FF2B5EF4-FFF2-40B4-BE49-F238E27FC236}">
                    <ns2:creationId id="{5BADF9E3-ADDB-F58C-DF42-F68A720871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259486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Shape 59">
                <a:extLst>
                  <a:ext uri="{FF2B5EF4-FFF2-40B4-BE49-F238E27FC236}">
                    <ns2:creationId id="{5C5D47A7-D59D-F8ED-59B7-6DBDE3929D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340903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Shape 59">
                <a:extLst>
                  <a:ext uri="{FF2B5EF4-FFF2-40B4-BE49-F238E27FC236}">
                    <ns2:creationId id="{35E31573-AFB0-6A28-1114-19D320F0A7A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421978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Shape 59">
                <a:extLst>
                  <a:ext uri="{FF2B5EF4-FFF2-40B4-BE49-F238E27FC236}">
                    <ns2:creationId id="{C99B99E0-CDB4-C4A3-BB64-62AFC3BF5A3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18586" y="502580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Shape 59">
                <a:extLst>
                  <a:ext uri="{FF2B5EF4-FFF2-40B4-BE49-F238E27FC236}">
                    <ns2:creationId id="{F1FA7416-544B-2D3F-DC22-9B77B71ABA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583549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二等辺三角形 650">
                <a:extLst>
                  <a:ext uri="{FF2B5EF4-FFF2-40B4-BE49-F238E27FC236}">
                    <ns2:creationId id="{03E85F1A-2506-525B-06D5-E09B04B1B7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2586280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二等辺三角形 652">
                <a:extLst>
                  <a:ext uri="{FF2B5EF4-FFF2-40B4-BE49-F238E27FC236}">
                    <ns2:creationId id="{CD4C5B80-8943-3AE4-23A3-DB959B6370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3384784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十字形 654">
                <a:extLst>
                  <a:ext uri="{FF2B5EF4-FFF2-40B4-BE49-F238E27FC236}">
                    <ns2:creationId id="{A8F88D4B-7F6C-E4D7-BA20-1FF4AEBD4D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48227" y="417932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7" name="十字形 656">
                <a:extLst>
                  <a:ext uri="{FF2B5EF4-FFF2-40B4-BE49-F238E27FC236}">
                    <ns2:creationId id="{8CB5499F-7233-11BA-A2FE-1D522C91F92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73809" y="497928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9" name="二等辺三角形 658">
                <a:extLst>
                  <a:ext uri="{FF2B5EF4-FFF2-40B4-BE49-F238E27FC236}">
                    <ns2:creationId id="{D3B75F38-4112-3C30-2FE2-F16AEE7D05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36963" y="583487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7" name="コネクタ: カギ線 726">
                <a:extLst>
                  <a:ext uri="{FF2B5EF4-FFF2-40B4-BE49-F238E27FC236}">
                    <ns2:creationId id="{ACC350B9-3A13-C9FA-A4E5-84192C113FEF}"/>
                  </a:ext>
                </a:extLst>
              </p:cNvPr>
              <p:cNvCxnSpPr>
                <a:cxnSpLocks/>
                <a:stCxn id="543" idx="4"/>
                <a:endCxn id="545" idx="1"/>
              </p:cNvCxnSpPr>
              <p:nvPr/>
            </p:nvCxnSpPr>
            <p:spPr>
              <a:xfrm rot="5400000">
                <a:off x="5516374" y="3087581"/>
                <a:ext cx="629803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コネクタ: カギ線 729">
                <a:extLst>
                  <a:ext uri="{FF2B5EF4-FFF2-40B4-BE49-F238E27FC236}">
                    <ns2:creationId id="{BDB9E3CC-73C7-A20B-FDC0-C455E9C5DDEF}"/>
                  </a:ext>
                </a:extLst>
              </p:cNvPr>
              <p:cNvCxnSpPr>
                <a:cxnSpLocks/>
                <a:stCxn id="591" idx="4"/>
                <a:endCxn id="593" idx="6"/>
              </p:cNvCxnSpPr>
              <p:nvPr/>
            </p:nvCxnSpPr>
            <p:spPr>
              <a:xfrm rot="5400000">
                <a:off x="5791018" y="3048373"/>
                <a:ext cx="706171" cy="23115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コネクタ: カギ線 732">
                <a:extLst>
                  <a:ext uri="{FF2B5EF4-FFF2-40B4-BE49-F238E27FC236}">
                    <ns2:creationId id="{778ECE97-6135-90A9-93B0-266776114BFD}"/>
                  </a:ext>
                </a:extLst>
              </p:cNvPr>
              <p:cNvCxnSpPr>
                <a:cxnSpLocks/>
                <a:stCxn id="545" idx="3"/>
                <a:endCxn id="547" idx="0"/>
              </p:cNvCxnSpPr>
              <p:nvPr/>
            </p:nvCxnSpPr>
            <p:spPr>
              <a:xfrm rot="16200000" flipH="1">
                <a:off x="5518083" y="3868411"/>
                <a:ext cx="626384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コネクタ: カギ線 734">
                <a:extLst>
                  <a:ext uri="{FF2B5EF4-FFF2-40B4-BE49-F238E27FC236}">
                    <ns2:creationId id="{CAEC7E7A-0E6B-344F-E621-8042CC74001B}"/>
                  </a:ext>
                </a:extLst>
              </p:cNvPr>
              <p:cNvCxnSpPr>
                <a:cxnSpLocks/>
                <a:stCxn id="593" idx="4"/>
                <a:endCxn id="595" idx="0"/>
              </p:cNvCxnSpPr>
              <p:nvPr/>
            </p:nvCxnSpPr>
            <p:spPr>
              <a:xfrm rot="16200000" flipH="1">
                <a:off x="5792727" y="3752835"/>
                <a:ext cx="594752" cy="33915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コネクタ: カギ線 738">
                <a:extLst>
                  <a:ext uri="{FF2B5EF4-FFF2-40B4-BE49-F238E27FC236}">
                    <ns2:creationId id="{D4C05B86-C3A7-ACD1-12F9-623D87AFBEEB}"/>
                  </a:ext>
                </a:extLst>
              </p:cNvPr>
              <p:cNvCxnSpPr>
                <a:cxnSpLocks/>
                <a:stCxn id="595" idx="4"/>
                <a:endCxn id="597" idx="0"/>
              </p:cNvCxnSpPr>
              <p:nvPr/>
            </p:nvCxnSpPr>
            <p:spPr>
              <a:xfrm rot="16200000" flipH="1">
                <a:off x="6148123" y="4547342"/>
                <a:ext cx="590019" cy="36690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コネクタ: カギ線 741">
                <a:extLst>
                  <a:ext uri="{FF2B5EF4-FFF2-40B4-BE49-F238E27FC236}">
                    <ns2:creationId id="{F59EFB21-6F5B-3379-0602-9594C6181DDF}"/>
                  </a:ext>
                </a:extLst>
              </p:cNvPr>
              <p:cNvCxnSpPr>
                <a:cxnSpLocks/>
                <a:stCxn id="547" idx="4"/>
                <a:endCxn id="549" idx="0"/>
              </p:cNvCxnSpPr>
              <p:nvPr/>
            </p:nvCxnSpPr>
            <p:spPr>
              <a:xfrm rot="5400000">
                <a:off x="5396596" y="4552942"/>
                <a:ext cx="590019" cy="35570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コネクタ: カギ線 745">
                <a:extLst>
                  <a:ext uri="{FF2B5EF4-FFF2-40B4-BE49-F238E27FC236}">
                    <ns2:creationId id="{93480108-4167-7EEF-28EB-DC1E4E4C3F14}"/>
                  </a:ext>
                </a:extLst>
              </p:cNvPr>
              <p:cNvCxnSpPr>
                <a:cxnSpLocks/>
                <a:stCxn id="597" idx="4"/>
                <a:endCxn id="599" idx="0"/>
              </p:cNvCxnSpPr>
              <p:nvPr/>
            </p:nvCxnSpPr>
            <p:spPr>
              <a:xfrm rot="5400000">
                <a:off x="5976712" y="5185622"/>
                <a:ext cx="593690" cy="7060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コネクタ: カギ線 748">
                <a:extLst>
                  <a:ext uri="{FF2B5EF4-FFF2-40B4-BE49-F238E27FC236}">
                    <ns2:creationId id="{0888038E-1981-AED4-59C5-93A0C5229588}"/>
                  </a:ext>
                </a:extLst>
              </p:cNvPr>
              <p:cNvCxnSpPr>
                <a:cxnSpLocks/>
                <a:stCxn id="549" idx="4"/>
              </p:cNvCxnSpPr>
              <p:nvPr/>
            </p:nvCxnSpPr>
            <p:spPr>
              <a:xfrm flipH="1">
                <a:off x="5512528" y="5241806"/>
                <a:ext cx="1223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0" name="十字形 749">
                <a:extLst>
                  <a:ext uri="{FF2B5EF4-FFF2-40B4-BE49-F238E27FC236}">
                    <ns2:creationId id="{B57825B4-456C-3808-FF1D-C8E923FB03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41354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4" name="グループ化 43">
              <a:extLst>
                <a:ext uri="{FF2B5EF4-FFF2-40B4-BE49-F238E27FC236}">
                  <ns2:creationId id="{4E588C82-9EE6-CDBD-5168-C6DC2EA714A2}"/>
                </a:ext>
              </a:extLst>
            </p:cNvPr>
            <p:cNvGrpSpPr/>
            <p:nvPr/>
          </p:nvGrpSpPr>
          <p:grpSpPr>
            <a:xfrm>
              <a:off x="8110963" y="1029496"/>
              <a:ext cx="3744000" cy="4628025"/>
              <a:chOff x="8110963" y="1029496"/>
              <a:chExt cx="3744000" cy="4628025"/>
            </a:xfrm>
          </p:grpSpPr>
          <p:sp>
            <p:nvSpPr>
              <p:cNvPr id="7" name="Text 191">
                <a:extLst>
                  <a:ext uri="{FF2B5EF4-FFF2-40B4-BE49-F238E27FC236}">
                    <ns2:creationId id="{FDB45798-8FAE-3952-9788-73D774042AD5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5" name="Text 26">
                <a:extLst>
                  <a:ext uri="{FF2B5EF4-FFF2-40B4-BE49-F238E27FC236}">
                    <ns2:creationId id="{68653BFE-1184-2CE6-57CB-FC785E81E74E}"/>
                  </a:ext>
                </a:extLst>
              </p:cNvPr>
              <p:cNvSpPr txBox="1"/>
              <p:nvPr/>
            </p:nvSpPr>
            <p:spPr>
              <a:xfrm>
                <a:off x="811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6" name="Text 29">
                <a:extLst>
                  <a:ext uri="{FF2B5EF4-FFF2-40B4-BE49-F238E27FC236}">
                    <ns2:creationId id="{822364E2-A437-55D9-326E-B62065016A95}"/>
                  </a:ext>
                </a:extLst>
              </p:cNvPr>
              <p:cNvSpPr txBox="1"/>
              <p:nvPr/>
            </p:nvSpPr>
            <p:spPr>
              <a:xfrm>
                <a:off x="811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7" name="Text 32">
                <a:extLst>
                  <a:ext uri="{FF2B5EF4-FFF2-40B4-BE49-F238E27FC236}">
                    <ns2:creationId id="{CCE28E45-32AF-614B-E526-A8764534BB80}"/>
                  </a:ext>
                </a:extLst>
              </p:cNvPr>
              <p:cNvSpPr txBox="1"/>
              <p:nvPr/>
            </p:nvSpPr>
            <p:spPr>
              <a:xfrm>
                <a:off x="811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8" name="Text 35">
                <a:extLst>
                  <a:ext uri="{FF2B5EF4-FFF2-40B4-BE49-F238E27FC236}">
                    <ns2:creationId id="{6B79164E-3B1F-ECB1-03ED-64ED3323ECE7}"/>
                  </a:ext>
                </a:extLst>
              </p:cNvPr>
              <p:cNvSpPr txBox="1"/>
              <p:nvPr/>
            </p:nvSpPr>
            <p:spPr>
              <a:xfrm>
                <a:off x="811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Text 26">
                <a:extLst>
                  <a:ext uri="{FF2B5EF4-FFF2-40B4-BE49-F238E27FC236}">
                    <ns2:creationId id="{4F631AFC-62A8-445A-7564-C0E1BECF38F7}"/>
                  </a:ext>
                </a:extLst>
              </p:cNvPr>
              <p:cNvSpPr txBox="1"/>
              <p:nvPr/>
            </p:nvSpPr>
            <p:spPr>
              <a:xfrm>
                <a:off x="10846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1" name="Text 29">
                <a:extLst>
                  <a:ext uri="{FF2B5EF4-FFF2-40B4-BE49-F238E27FC236}">
                    <ns2:creationId id="{1DF86288-9F90-3952-44C0-3C4C992DA323}"/>
                  </a:ext>
                </a:extLst>
              </p:cNvPr>
              <p:cNvSpPr txBox="1"/>
              <p:nvPr/>
            </p:nvSpPr>
            <p:spPr>
              <a:xfrm>
                <a:off x="10846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2" name="Text 32">
                <a:extLst>
                  <a:ext uri="{FF2B5EF4-FFF2-40B4-BE49-F238E27FC236}">
                    <ns2:creationId id="{3FB46FEB-3DBC-D9F6-5B3C-C94AFD0F5897}"/>
                  </a:ext>
                </a:extLst>
              </p:cNvPr>
              <p:cNvSpPr txBox="1"/>
              <p:nvPr/>
            </p:nvSpPr>
            <p:spPr>
              <a:xfrm>
                <a:off x="10846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93" name="Text 35">
                <a:extLst>
                  <a:ext uri="{FF2B5EF4-FFF2-40B4-BE49-F238E27FC236}">
                    <ns2:creationId id="{8E0C9F31-5E26-316C-8D91-4A21433F08AE}"/>
                  </a:ext>
                </a:extLst>
              </p:cNvPr>
              <p:cNvSpPr txBox="1"/>
              <p:nvPr/>
            </p:nvSpPr>
            <p:spPr>
              <a:xfrm>
                <a:off x="10846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35" name="Text 6">
                <a:extLst>
                  <a:ext uri="{FF2B5EF4-FFF2-40B4-BE49-F238E27FC236}">
                    <ns2:creationId id="{95031C47-12D9-3E11-4B89-B4241DD3D646}"/>
                  </a:ext>
                </a:extLst>
              </p:cNvPr>
              <p:cNvSpPr txBox="1"/>
              <p:nvPr/>
            </p:nvSpPr>
            <p:spPr>
              <a:xfrm>
                <a:off x="811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Text 7">
                <a:extLst>
                  <a:ext uri="{FF2B5EF4-FFF2-40B4-BE49-F238E27FC236}">
                    <ns2:creationId id="{D07C00CA-CCF7-F875-C270-234571D0BFD7}"/>
                  </a:ext>
                </a:extLst>
              </p:cNvPr>
              <p:cNvSpPr txBox="1"/>
              <p:nvPr/>
            </p:nvSpPr>
            <p:spPr>
              <a:xfrm>
                <a:off x="1000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Text 10">
                <a:extLst>
                  <a:ext uri="{FF2B5EF4-FFF2-40B4-BE49-F238E27FC236}">
                    <ns2:creationId id="{94E0AA81-C3C8-2ECF-F1FC-983B6CAF7445}"/>
                  </a:ext>
                </a:extLst>
              </p:cNvPr>
              <p:cNvSpPr txBox="1"/>
              <p:nvPr/>
            </p:nvSpPr>
            <p:spPr>
              <a:xfrm>
                <a:off x="8110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38" name="Text 12">
                <a:extLst>
                  <a:ext uri="{FF2B5EF4-FFF2-40B4-BE49-F238E27FC236}">
                    <ns2:creationId id="{5A8F9152-0D98-BF7F-F392-12C7F3D88FA4}"/>
                  </a:ext>
                </a:extLst>
              </p:cNvPr>
              <p:cNvSpPr txBox="1"/>
              <p:nvPr/>
            </p:nvSpPr>
            <p:spPr>
              <a:xfrm>
                <a:off x="10332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9" name="直線コネクタ 338">
                <a:extLst>
                  <a:ext uri="{FF2B5EF4-FFF2-40B4-BE49-F238E27FC236}">
                    <ns2:creationId id="{57D5BA24-9B26-F5F0-3457-14F6C899B0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6118E9C1-581F-B17A-3EF1-B5C60E3409F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Text 12">
                <a:extLst>
                  <a:ext uri="{FF2B5EF4-FFF2-40B4-BE49-F238E27FC236}">
                    <ns2:creationId id="{9E592D9C-4ACB-E57D-D732-846E2B21E40C}"/>
                  </a:ext>
                </a:extLst>
              </p:cNvPr>
              <p:cNvSpPr txBox="1"/>
              <p:nvPr/>
            </p:nvSpPr>
            <p:spPr>
              <a:xfrm>
                <a:off x="10042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Text 12">
                <a:extLst>
                  <a:ext uri="{FF2B5EF4-FFF2-40B4-BE49-F238E27FC236}">
                    <ns2:creationId id="{CD0862EB-2ECE-56CE-5217-A2EC0080B59E}"/>
                  </a:ext>
                </a:extLst>
              </p:cNvPr>
              <p:cNvSpPr txBox="1"/>
              <p:nvPr/>
            </p:nvSpPr>
            <p:spPr>
              <a:xfrm>
                <a:off x="10042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Text 12">
                <a:extLst>
                  <a:ext uri="{FF2B5EF4-FFF2-40B4-BE49-F238E27FC236}">
                    <ns2:creationId id="{E502082E-E854-06C6-769E-07A882D7EBA9}"/>
                  </a:ext>
                </a:extLst>
              </p:cNvPr>
              <p:cNvSpPr txBox="1"/>
              <p:nvPr/>
            </p:nvSpPr>
            <p:spPr>
              <a:xfrm>
                <a:off x="10332792" y="1685114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14">
                <a:extLst>
                  <a:ext uri="{FF2B5EF4-FFF2-40B4-BE49-F238E27FC236}">
                    <ns2:creationId id="{90E66E60-BE67-3195-003C-3913216479C9}"/>
                  </a:ext>
                </a:extLst>
              </p:cNvPr>
              <p:cNvSpPr txBox="1"/>
              <p:nvPr/>
            </p:nvSpPr>
            <p:spPr>
              <a:xfrm>
                <a:off x="9164013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16">
                <a:extLst>
                  <a:ext uri="{FF2B5EF4-FFF2-40B4-BE49-F238E27FC236}">
                    <ns2:creationId id="{5AF8F8F2-1292-CFAD-1B31-260F59DD7DF2}"/>
                  </a:ext>
                </a:extLst>
              </p:cNvPr>
              <p:cNvSpPr txBox="1"/>
              <p:nvPr/>
            </p:nvSpPr>
            <p:spPr>
              <a:xfrm>
                <a:off x="9540231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Text 18">
                <a:extLst>
                  <a:ext uri="{FF2B5EF4-FFF2-40B4-BE49-F238E27FC236}">
                    <ns2:creationId id="{7EE6353E-1AA1-600D-1CD4-98C912658BB6}"/>
                  </a:ext>
                </a:extLst>
              </p:cNvPr>
              <p:cNvSpPr txBox="1"/>
              <p:nvPr/>
            </p:nvSpPr>
            <p:spPr>
              <a:xfrm>
                <a:off x="991644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43">
                <a:extLst>
                  <a:ext uri="{FF2B5EF4-FFF2-40B4-BE49-F238E27FC236}">
                    <ns2:creationId id="{2FE856E1-29F1-E404-3D2C-768BBED47A23}"/>
                  </a:ext>
                </a:extLst>
              </p:cNvPr>
              <p:cNvSpPr txBox="1"/>
              <p:nvPr/>
            </p:nvSpPr>
            <p:spPr>
              <a:xfrm>
                <a:off x="10292668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71">
                <a:extLst>
                  <a:ext uri="{FF2B5EF4-FFF2-40B4-BE49-F238E27FC236}">
                    <ns2:creationId id="{C30816A6-22EA-2507-31CA-5E141738D84A}"/>
                  </a:ext>
                </a:extLst>
              </p:cNvPr>
              <p:cNvSpPr txBox="1"/>
              <p:nvPr/>
            </p:nvSpPr>
            <p:spPr>
              <a:xfrm>
                <a:off x="10727194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Shape 59">
                <a:extLst>
                  <a:ext uri="{FF2B5EF4-FFF2-40B4-BE49-F238E27FC236}">
                    <ns2:creationId id="{1E0BA3B7-496D-41A4-A5D5-702559B063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259966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1" name="Shape 59">
                <a:extLst>
                  <a:ext uri="{FF2B5EF4-FFF2-40B4-BE49-F238E27FC236}">
                    <ns2:creationId id="{C5133BDE-2F7A-17C2-89AB-8CA9A40414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421776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3" name="Shape 59">
                <a:extLst>
                  <a:ext uri="{FF2B5EF4-FFF2-40B4-BE49-F238E27FC236}">
                    <ns2:creationId id="{5E7B30B0-F070-57D4-5C1D-ECE389495A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50239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3" name="Shape 59">
                <a:extLst>
                  <a:ext uri="{FF2B5EF4-FFF2-40B4-BE49-F238E27FC236}">
                    <ns2:creationId id="{07D67FE9-47AD-D4DE-E4D8-73D4398255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5" name="Shape 59">
                <a:extLst>
                  <a:ext uri="{FF2B5EF4-FFF2-40B4-BE49-F238E27FC236}">
                    <ns2:creationId id="{4F39ED14-E78C-4335-B391-647B9B6E2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3402458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7" name="Shape 59">
                <a:extLst>
                  <a:ext uri="{FF2B5EF4-FFF2-40B4-BE49-F238E27FC236}">
                    <ns2:creationId id="{FC1F347B-30BB-106D-9DB3-676807C2C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421776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9" name="Shape 59">
                <a:extLst>
                  <a:ext uri="{FF2B5EF4-FFF2-40B4-BE49-F238E27FC236}">
                    <ns2:creationId id="{49F48BAC-74F8-9019-FC67-AFAEA004B8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259589" y="50239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Shape 59">
                <a:extLst>
                  <a:ext uri="{FF2B5EF4-FFF2-40B4-BE49-F238E27FC236}">
                    <ns2:creationId id="{42731660-E070-3C89-324C-B55ACCED9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51460" y="340245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二等辺三角形 660">
                <a:extLst>
                  <a:ext uri="{FF2B5EF4-FFF2-40B4-BE49-F238E27FC236}">
                    <ns2:creationId id="{C253B94E-4051-4CB6-3470-AC657C5F9F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596118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二等辺三角形 662">
                <a:extLst>
                  <a:ext uri="{FF2B5EF4-FFF2-40B4-BE49-F238E27FC236}">
                    <ns2:creationId id="{35B11B97-3AC5-CFBF-D01E-BF04C3F63C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3405807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二等辺三角形 664">
                <a:extLst>
                  <a:ext uri="{FF2B5EF4-FFF2-40B4-BE49-F238E27FC236}">
                    <ns2:creationId id="{8438EBFC-950C-7A63-B87D-BC81C733CD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21549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二等辺三角形 666">
                <a:extLst>
                  <a:ext uri="{FF2B5EF4-FFF2-40B4-BE49-F238E27FC236}">
                    <ns2:creationId id="{101E49E3-41E4-1231-3230-0994A21E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998341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4" name="コネクタ: カギ線 753">
                <a:extLst>
                  <a:ext uri="{FF2B5EF4-FFF2-40B4-BE49-F238E27FC236}">
                    <ns2:creationId id="{B9B3B9FA-FD14-670E-76F5-0AF6EC528C21}"/>
                  </a:ext>
                </a:extLst>
              </p:cNvPr>
              <p:cNvCxnSpPr>
                <a:cxnSpLocks/>
                <a:stCxn id="623" idx="4"/>
                <a:endCxn id="625" idx="0"/>
              </p:cNvCxnSpPr>
              <p:nvPr/>
            </p:nvCxnSpPr>
            <p:spPr>
              <a:xfrm>
                <a:off x="9672476" y="2815665"/>
                <a:ext cx="0" cy="586793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7" name="コネクタ: カギ線 756">
                <a:extLst>
                  <a:ext uri="{FF2B5EF4-FFF2-40B4-BE49-F238E27FC236}">
                    <ns2:creationId id="{366BC88F-42DB-FAC4-5705-865292DAE266}"/>
                  </a:ext>
                </a:extLst>
              </p:cNvPr>
              <p:cNvCxnSpPr>
                <a:cxnSpLocks/>
                <a:stCxn id="607" idx="4"/>
                <a:endCxn id="609" idx="6"/>
              </p:cNvCxnSpPr>
              <p:nvPr/>
            </p:nvCxnSpPr>
            <p:spPr>
              <a:xfrm rot="5400000">
                <a:off x="9632260" y="3050866"/>
                <a:ext cx="694793" cy="224391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コネクタ: カギ線 759">
                <a:extLst>
                  <a:ext uri="{FF2B5EF4-FFF2-40B4-BE49-F238E27FC236}">
                    <ns2:creationId id="{B1C67CAC-71D1-2F6A-3D71-20A2819DB34A}"/>
                  </a:ext>
                </a:extLst>
              </p:cNvPr>
              <p:cNvCxnSpPr>
                <a:cxnSpLocks/>
                <a:stCxn id="625" idx="4"/>
                <a:endCxn id="627" idx="0"/>
              </p:cNvCxnSpPr>
              <p:nvPr/>
            </p:nvCxnSpPr>
            <p:spPr>
              <a:xfrm>
                <a:off x="9672476" y="3618458"/>
                <a:ext cx="0" cy="599309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コネクタ: カギ線 760">
                <a:extLst>
                  <a:ext uri="{FF2B5EF4-FFF2-40B4-BE49-F238E27FC236}">
                    <ns2:creationId id="{0A9A479B-E916-4EB2-C3D1-0CB112F121D4}"/>
                  </a:ext>
                </a:extLst>
              </p:cNvPr>
              <p:cNvCxnSpPr>
                <a:cxnSpLocks/>
                <a:stCxn id="609" idx="4"/>
                <a:endCxn id="611" idx="0"/>
              </p:cNvCxnSpPr>
              <p:nvPr/>
            </p:nvCxnSpPr>
            <p:spPr>
              <a:xfrm rot="16200000" flipH="1">
                <a:off x="9626001" y="3751916"/>
                <a:ext cx="599309" cy="33239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コネクタ: カギ線 767">
                <a:extLst>
                  <a:ext uri="{FF2B5EF4-FFF2-40B4-BE49-F238E27FC236}">
                    <ns2:creationId id="{0F3623AD-8823-93C8-4BBC-46C9A330D277}"/>
                  </a:ext>
                </a:extLst>
              </p:cNvPr>
              <p:cNvCxnSpPr>
                <a:cxnSpLocks/>
                <a:stCxn id="627" idx="4"/>
                <a:endCxn id="629" idx="0"/>
              </p:cNvCxnSpPr>
              <p:nvPr/>
            </p:nvCxnSpPr>
            <p:spPr>
              <a:xfrm rot="5400000">
                <a:off x="9224929" y="4576428"/>
                <a:ext cx="590209" cy="3048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コネクタ: カギ線 770">
                <a:extLst>
                  <a:ext uri="{FF2B5EF4-FFF2-40B4-BE49-F238E27FC236}">
                    <ns2:creationId id="{76A76411-44E5-F154-8178-B1583CEAB54C}"/>
                  </a:ext>
                </a:extLst>
              </p:cNvPr>
              <p:cNvCxnSpPr>
                <a:cxnSpLocks/>
                <a:stCxn id="611" idx="4"/>
                <a:endCxn id="613" idx="0"/>
              </p:cNvCxnSpPr>
              <p:nvPr/>
            </p:nvCxnSpPr>
            <p:spPr>
              <a:xfrm rot="5400000">
                <a:off x="9803097" y="4735221"/>
                <a:ext cx="590209" cy="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コネクタ: カギ線 773">
                <a:extLst>
                  <a:ext uri="{FF2B5EF4-FFF2-40B4-BE49-F238E27FC236}">
                    <ns2:creationId id="{09AA04E2-3354-AEDA-3983-2E18C08A59A4}"/>
                  </a:ext>
                </a:extLst>
              </p:cNvPr>
              <p:cNvCxnSpPr>
                <a:cxnSpLocks/>
                <a:stCxn id="629" idx="4"/>
              </p:cNvCxnSpPr>
              <p:nvPr/>
            </p:nvCxnSpPr>
            <p:spPr>
              <a:xfrm flipH="1">
                <a:off x="9363143" y="5239976"/>
                <a:ext cx="0" cy="4175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5" name="十字形 774">
                <a:extLst>
                  <a:ext uri="{FF2B5EF4-FFF2-40B4-BE49-F238E27FC236}">
                    <ns2:creationId id="{A3F9BF25-416D-41CE-BB88-86C8FA63D7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25453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6E443372-ED0E-3917-3E76-28D8154C13F9}"/>
                </a:ext>
              </a:extLst>
            </p:cNvPr>
            <p:cNvGrpSpPr/>
            <p:nvPr/>
          </p:nvGrpSpPr>
          <p:grpSpPr>
            <a:xfrm>
              <a:off x="334963" y="3109584"/>
              <a:ext cx="11520000" cy="2429139"/>
              <a:chOff x="334963" y="3109584"/>
              <a:chExt cx="11520000" cy="2429139"/>
            </a:xfrm>
          </p:grpSpPr>
          <p:grpSp>
            <p:nvGrpSpPr>
              <p:cNvPr id="792" name="グループ化 791">
                <a:extLst>
                  <a:ext uri="{FF2B5EF4-FFF2-40B4-BE49-F238E27FC236}">
                    <ns2:creationId id="{5C850A5D-BE3F-A189-EBF4-C4C42FBF6A08}"/>
                  </a:ext>
                </a:extLst>
              </p:cNvPr>
              <p:cNvGrpSpPr/>
              <p:nvPr/>
            </p:nvGrpSpPr>
            <p:grpSpPr>
              <a:xfrm>
                <a:off x="4222963" y="5538723"/>
                <a:ext cx="3744000" cy="0"/>
                <a:chOff x="334963" y="1865114"/>
                <a:chExt cx="3744000" cy="0"/>
              </a:xfrm>
            </p:grpSpPr>
            <p:cxnSp>
              <p:nvCxnSpPr>
                <p:cNvPr id="793" name="直線コネクタ 792">
                  <a:extLst>
                    <a:ext uri="{FF2B5EF4-FFF2-40B4-BE49-F238E27FC236}">
                      <ns2:creationId id="{B5AA5EBE-E1BE-C935-D781-0B32D61708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4" name="直線コネクタ 793">
                  <a:extLst>
                    <a:ext uri="{FF2B5EF4-FFF2-40B4-BE49-F238E27FC236}">
                      <ns2:creationId id="{2EFF9EF6-ABB2-01C6-2605-EB58AE5784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70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5" name="直線コネクタ 794">
                  <a:extLst>
                    <a:ext uri="{FF2B5EF4-FFF2-40B4-BE49-F238E27FC236}">
                      <ns2:creationId id="{B8F70E16-F9D3-25E4-E12E-38328507B7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87963" y="1865114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BA4A2D1D-4730-67E4-7E4E-171C114369BB}"/>
                  </a:ext>
                </a:extLst>
              </p:cNvPr>
              <p:cNvGrpSpPr/>
              <p:nvPr/>
            </p:nvGrpSpPr>
            <p:grpSpPr>
              <a:xfrm>
                <a:off x="334963" y="3109584"/>
                <a:ext cx="11520000" cy="0"/>
                <a:chOff x="334963" y="3108714"/>
                <a:chExt cx="11520000" cy="0"/>
              </a:xfrm>
            </p:grpSpPr>
            <p:grpSp>
              <p:nvGrpSpPr>
                <p:cNvPr id="784" name="グループ化 783">
                  <a:extLst>
                    <a:ext uri="{FF2B5EF4-FFF2-40B4-BE49-F238E27FC236}">
                      <ns2:creationId id="{B562C905-E36C-D7A1-048A-3CBB72F4BE3E}"/>
                    </a:ext>
                  </a:extLst>
                </p:cNvPr>
                <p:cNvGrpSpPr/>
                <p:nvPr/>
              </p:nvGrpSpPr>
              <p:grpSpPr>
                <a:xfrm>
                  <a:off x="334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5" name="直線コネクタ 784">
                    <a:extLst>
                      <a:ext uri="{FF2B5EF4-FFF2-40B4-BE49-F238E27FC236}">
                        <ns2:creationId id="{168020C7-148A-F193-B30A-36C679113D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6" name="直線コネクタ 785">
                    <a:extLst>
                      <a:ext uri="{FF2B5EF4-FFF2-40B4-BE49-F238E27FC236}">
                        <ns2:creationId id="{A2380A7D-A1F1-A380-3D06-BDDA81BCF6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7" name="直線コネクタ 786">
                    <a:extLst>
                      <a:ext uri="{FF2B5EF4-FFF2-40B4-BE49-F238E27FC236}">
                        <ns2:creationId id="{8C34C856-2983-A813-5422-882D3DEA59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9E7B1018-8AE6-E2C8-835B-AA929A035A30}"/>
                    </a:ext>
                  </a:extLst>
                </p:cNvPr>
                <p:cNvGrpSpPr/>
                <p:nvPr/>
              </p:nvGrpSpPr>
              <p:grpSpPr>
                <a:xfrm>
                  <a:off x="4222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1" name="直線コネクタ 800">
                    <a:extLst>
                      <a:ext uri="{FF2B5EF4-FFF2-40B4-BE49-F238E27FC236}">
                        <ns2:creationId id="{C8E4CAAF-17DC-7428-1DA3-F5B6D529C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2" name="直線コネクタ 801">
                    <a:extLst>
                      <a:ext uri="{FF2B5EF4-FFF2-40B4-BE49-F238E27FC236}">
                        <ns2:creationId id="{BAF1E1F8-BFD6-F760-0C4E-7913CBE6A4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3" name="直線コネクタ 802">
                    <a:extLst>
                      <a:ext uri="{FF2B5EF4-FFF2-40B4-BE49-F238E27FC236}">
                        <ns2:creationId id="{C8811CC2-1A0F-C85B-C885-C85E67BC8F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A7D043E4-16EB-21DA-8386-53B61D0BBF99}"/>
                    </a:ext>
                  </a:extLst>
                </p:cNvPr>
                <p:cNvGrpSpPr/>
                <p:nvPr/>
              </p:nvGrpSpPr>
              <p:grpSpPr>
                <a:xfrm>
                  <a:off x="8110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3" name="直線コネクタ 822">
                    <a:extLst>
                      <a:ext uri="{FF2B5EF4-FFF2-40B4-BE49-F238E27FC236}">
                        <ns2:creationId id="{2603660C-9F7D-DAD0-A0E6-CB7D2DCB2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4" name="直線コネクタ 823">
                    <a:extLst>
                      <a:ext uri="{FF2B5EF4-FFF2-40B4-BE49-F238E27FC236}">
                        <ns2:creationId id="{C0D3A959-595C-1122-36A4-5AC3503A5F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5" name="直線コネクタ 824">
                    <a:extLst>
                      <a:ext uri="{FF2B5EF4-FFF2-40B4-BE49-F238E27FC236}">
                        <ns2:creationId id="{20C3BD88-5524-3A67-E5A6-0CFD41052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2A525309-4B23-E12D-04D5-569DFDFFFCF5}"/>
                  </a:ext>
                </a:extLst>
              </p:cNvPr>
              <p:cNvGrpSpPr/>
              <p:nvPr/>
            </p:nvGrpSpPr>
            <p:grpSpPr>
              <a:xfrm>
                <a:off x="334963" y="3919272"/>
                <a:ext cx="11520000" cy="0"/>
                <a:chOff x="334963" y="3923599"/>
                <a:chExt cx="11520000" cy="0"/>
              </a:xfrm>
            </p:grpSpPr>
            <p:grpSp>
              <p:nvGrpSpPr>
                <p:cNvPr id="788" name="グループ化 787">
                  <a:extLst>
                    <a:ext uri="{FF2B5EF4-FFF2-40B4-BE49-F238E27FC236}">
                      <ns2:creationId id="{CFD9A5A2-5329-56B6-72FA-0D6CF4CA3CDC}"/>
                    </a:ext>
                  </a:extLst>
                </p:cNvPr>
                <p:cNvGrpSpPr/>
                <p:nvPr/>
              </p:nvGrpSpPr>
              <p:grpSpPr>
                <a:xfrm>
                  <a:off x="334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9" name="直線コネクタ 788">
                    <a:extLst>
                      <a:ext uri="{FF2B5EF4-FFF2-40B4-BE49-F238E27FC236}">
                        <ns2:creationId id="{627F924A-9B7A-D7A9-E22C-9838E7763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0" name="直線コネクタ 789">
                    <a:extLst>
                      <a:ext uri="{FF2B5EF4-FFF2-40B4-BE49-F238E27FC236}">
                        <ns2:creationId id="{6D4E886F-FC88-504E-A9BC-84E20272B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直線コネクタ 790">
                    <a:extLst>
                      <a:ext uri="{FF2B5EF4-FFF2-40B4-BE49-F238E27FC236}">
                        <ns2:creationId id="{9EDAD9AD-8AB0-7147-87CA-B6A41FCCF2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4" name="グループ化 803">
                  <a:extLst>
                    <a:ext uri="{FF2B5EF4-FFF2-40B4-BE49-F238E27FC236}">
                      <ns2:creationId id="{47475A3D-BB07-33BB-EB69-E4EC01FD2931}"/>
                    </a:ext>
                  </a:extLst>
                </p:cNvPr>
                <p:cNvGrpSpPr/>
                <p:nvPr/>
              </p:nvGrpSpPr>
              <p:grpSpPr>
                <a:xfrm>
                  <a:off x="4222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5" name="直線コネクタ 804">
                    <a:extLst>
                      <a:ext uri="{FF2B5EF4-FFF2-40B4-BE49-F238E27FC236}">
                        <ns2:creationId id="{B49D7AF9-29C0-154C-E25D-6180306AF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6" name="直線コネクタ 805">
                    <a:extLst>
                      <a:ext uri="{FF2B5EF4-FFF2-40B4-BE49-F238E27FC236}">
                        <ns2:creationId id="{589149A5-4829-F723-34AE-E7F679FC6E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7" name="直線コネクタ 806">
                    <a:extLst>
                      <a:ext uri="{FF2B5EF4-FFF2-40B4-BE49-F238E27FC236}">
                        <ns2:creationId id="{C9865198-1BA4-9FF6-7515-18CE5C8BE9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5" name="グループ化 814">
                  <a:extLst>
                    <a:ext uri="{FF2B5EF4-FFF2-40B4-BE49-F238E27FC236}">
                      <ns2:creationId id="{53D06759-48D6-9C46-903F-F8B8342E917D}"/>
                    </a:ext>
                  </a:extLst>
                </p:cNvPr>
                <p:cNvGrpSpPr/>
                <p:nvPr/>
              </p:nvGrpSpPr>
              <p:grpSpPr>
                <a:xfrm>
                  <a:off x="8110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0" name="直線コネクタ 819">
                    <a:extLst>
                      <a:ext uri="{FF2B5EF4-FFF2-40B4-BE49-F238E27FC236}">
                        <ns2:creationId id="{430F59DC-1B3E-E06C-89E7-EE0516BADD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1" name="直線コネクタ 820">
                    <a:extLst>
                      <a:ext uri="{FF2B5EF4-FFF2-40B4-BE49-F238E27FC236}">
                        <ns2:creationId id="{DA130DAB-D246-8FCB-5B70-02E6C7C1D1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2" name="直線コネクタ 821">
                    <a:extLst>
                      <a:ext uri="{FF2B5EF4-FFF2-40B4-BE49-F238E27FC236}">
                        <ns2:creationId id="{4E9D9CE1-2A98-EC07-E1B0-0691D0BCE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" name="グループ化 33">
                <a:extLst>
                  <a:ext uri="{FF2B5EF4-FFF2-40B4-BE49-F238E27FC236}">
                    <ns2:creationId id="{4E9C6F61-7480-710E-11D5-EB08A3AA5898}"/>
                  </a:ext>
                </a:extLst>
              </p:cNvPr>
              <p:cNvGrpSpPr/>
              <p:nvPr/>
            </p:nvGrpSpPr>
            <p:grpSpPr>
              <a:xfrm>
                <a:off x="334963" y="4728961"/>
                <a:ext cx="11520000" cy="0"/>
                <a:chOff x="334963" y="4729831"/>
                <a:chExt cx="11520000" cy="0"/>
              </a:xfrm>
            </p:grpSpPr>
            <p:grpSp>
              <p:nvGrpSpPr>
                <p:cNvPr id="796" name="グループ化 795">
                  <a:extLst>
                    <a:ext uri="{FF2B5EF4-FFF2-40B4-BE49-F238E27FC236}">
                      <ns2:creationId id="{EB200576-8E66-6E0E-8F7C-785E5969A66C}"/>
                    </a:ext>
                  </a:extLst>
                </p:cNvPr>
                <p:cNvGrpSpPr/>
                <p:nvPr/>
              </p:nvGrpSpPr>
              <p:grpSpPr>
                <a:xfrm>
                  <a:off x="334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97" name="直線コネクタ 796">
                    <a:extLst>
                      <a:ext uri="{FF2B5EF4-FFF2-40B4-BE49-F238E27FC236}">
                        <ns2:creationId id="{E610674A-8E32-557E-EB90-19DC672AE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8" name="直線コネクタ 797">
                    <a:extLst>
                      <a:ext uri="{FF2B5EF4-FFF2-40B4-BE49-F238E27FC236}">
                        <ns2:creationId id="{64E8D030-756E-A0AE-2929-13B8F14509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9" name="直線コネクタ 798">
                    <a:extLst>
                      <a:ext uri="{FF2B5EF4-FFF2-40B4-BE49-F238E27FC236}">
                        <ns2:creationId id="{146B9073-A63F-1C35-619A-A0CE2DEB68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8" name="グループ化 807">
                  <a:extLst>
                    <a:ext uri="{FF2B5EF4-FFF2-40B4-BE49-F238E27FC236}">
                      <ns2:creationId id="{926164D3-0A94-E923-D0A3-EC97D2916D5C}"/>
                    </a:ext>
                  </a:extLst>
                </p:cNvPr>
                <p:cNvGrpSpPr/>
                <p:nvPr/>
              </p:nvGrpSpPr>
              <p:grpSpPr>
                <a:xfrm>
                  <a:off x="4222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9" name="直線コネクタ 808">
                    <a:extLst>
                      <a:ext uri="{FF2B5EF4-FFF2-40B4-BE49-F238E27FC236}">
                        <ns2:creationId id="{658BBF4E-C28D-D4F8-ED3F-B5F748DAB2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0" name="直線コネクタ 809">
                    <a:extLst>
                      <a:ext uri="{FF2B5EF4-FFF2-40B4-BE49-F238E27FC236}">
                        <ns2:creationId id="{FC91C9B7-5FAA-EC55-9C93-FE5131599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1" name="直線コネクタ 810">
                    <a:extLst>
                      <a:ext uri="{FF2B5EF4-FFF2-40B4-BE49-F238E27FC236}">
                        <ns2:creationId id="{94D3FC5A-0679-41C7-DBB7-9E1EFC04B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6" name="グループ化 815">
                  <a:extLst>
                    <a:ext uri="{FF2B5EF4-FFF2-40B4-BE49-F238E27FC236}">
                      <ns2:creationId id="{23B4EF1F-FBAF-5B0C-9E43-BE1C5A6A6033}"/>
                    </a:ext>
                  </a:extLst>
                </p:cNvPr>
                <p:cNvGrpSpPr/>
                <p:nvPr/>
              </p:nvGrpSpPr>
              <p:grpSpPr>
                <a:xfrm>
                  <a:off x="8110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17" name="直線コネクタ 816">
                    <a:extLst>
                      <a:ext uri="{FF2B5EF4-FFF2-40B4-BE49-F238E27FC236}">
                        <ns2:creationId id="{5BBFBD81-118A-746D-8448-B22ACD873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8" name="直線コネクタ 817">
                    <a:extLst>
                      <a:ext uri="{FF2B5EF4-FFF2-40B4-BE49-F238E27FC236}">
                        <ns2:creationId id="{4F05CFF4-BBA5-5EB2-E5D1-CD47D8A9C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9" name="直線コネクタ 818">
                    <a:extLst>
                      <a:ext uri="{FF2B5EF4-FFF2-40B4-BE49-F238E27FC236}">
                        <ns2:creationId id="{1AFE0B40-5B94-B286-0009-399E4667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3:creationId val="3940781347"/>
      </p:ext>
    </p:extLst>
  </p:cSld>
  <p:clrMapOvr>
    <a:masterClrMapping/>
  </p:clrMapOvr>
</p:sld>
</file>

<file path=ppt/slides/slide22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0F317-0E1A-F89A-B7DD-86AF497F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6">
            <a:extLst>
              <a:ext uri="{FF2B5EF4-FFF2-40B4-BE49-F238E27FC236}">
                <ns2:creationId id="{004E911E-DF74-05A7-BD12-C2975284A6A7}"/>
              </a:ext>
            </a:extLst>
          </p:cNvPr>
          <p:cNvSpPr txBox="1">
            <a:spLocks/>
          </p:cNvSpPr>
          <p:nvPr/>
        </p:nvSpPr>
        <p:spPr>
          <a:xfrm>
            <a:off x="314484" y="914400"/>
            <a:ext cx="11534400" cy="427038"/>
          </a:xfrm>
          <a:prstGeom prst="rect">
            <a:avLst/>
          </a:prstGeom>
        </p:spPr>
        <p:txBody>
          <a:bodyPr vert="horz" lIns="0" tIns="45720" rIns="9000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Excel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PH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ns2:creationId id="{A0C9AD00-026F-275D-C6E2-41CBFC47327B}"/>
              </a:ext>
            </a:extLst>
          </p:cNvPr>
          <p:cNvGrpSpPr/>
          <p:nvPr/>
        </p:nvGrpSpPr>
        <p:grpSpPr>
          <a:xfrm>
            <a:off x="338749" y="1634372"/>
            <a:ext cx="11520756" cy="4675116"/>
            <a:chOff x="338749" y="1634372"/>
            <a:chExt cx="11520756" cy="4675116"/>
          </a:xfrm>
        </p:grpSpPr>
        <p:sp>
          <p:nvSpPr>
            <p:cNvPr id="53" name="TextBox 33">
              <a:extLst>
                <a:ext uri="{FF2B5EF4-FFF2-40B4-BE49-F238E27FC236}">
                  <ns2:creationId id="{4616FB4C-B608-A7F1-4EF6-D9F5227B872C}"/>
                </a:ext>
              </a:extLst>
            </p:cNvPr>
            <p:cNvSpPr txBox="1"/>
            <p:nvPr/>
          </p:nvSpPr>
          <p:spPr>
            <a:xfrm>
              <a:off x="3668939" y="1634372"/>
              <a:ext cx="8186466" cy="288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TextBox 35">
              <a:extLst>
                <a:ext uri="{FF2B5EF4-FFF2-40B4-BE49-F238E27FC236}">
                  <ns2:creationId id="{8B77A0C5-BA3C-27B2-923D-EC0B15F4D24C}"/>
                </a:ext>
              </a:extLst>
            </p:cNvPr>
            <p:cNvSpPr txBox="1"/>
            <p:nvPr/>
          </p:nvSpPr>
          <p:spPr>
            <a:xfrm>
              <a:off x="338749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9" name="TextBox 37">
              <a:extLst>
                <a:ext uri="{FF2B5EF4-FFF2-40B4-BE49-F238E27FC236}">
                  <ns2:creationId id="{BA6976F7-F058-D1AD-0C7C-8DCD765B5FB8}"/>
                </a:ext>
              </a:extLst>
            </p:cNvPr>
            <p:cNvSpPr txBox="1"/>
            <p:nvPr/>
          </p:nvSpPr>
          <p:spPr>
            <a:xfrm>
              <a:off x="4243077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71" name="TextBox 43">
              <a:extLst>
                <a:ext uri="{FF2B5EF4-FFF2-40B4-BE49-F238E27FC236}">
                  <ns2:creationId id="{1A4063DE-6FFF-CD7C-0225-008944BC3336}"/>
                </a:ext>
              </a:extLst>
            </p:cNvPr>
            <p:cNvSpPr txBox="1"/>
            <p:nvPr/>
          </p:nvSpPr>
          <p:spPr>
            <a:xfrm>
              <a:off x="338749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36000" tIns="0" rIns="36000" bIns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sz="9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3" name="TextBox 54">
              <a:extLst>
                <a:ext uri="{FF2B5EF4-FFF2-40B4-BE49-F238E27FC236}">
                  <ns2:creationId id="{E4B8FE85-2219-0855-A562-4071B5EBAA3C}"/>
                </a:ext>
              </a:extLst>
            </p:cNvPr>
            <p:cNvSpPr txBox="1"/>
            <p:nvPr/>
          </p:nvSpPr>
          <p:spPr>
            <a:xfrm>
              <a:off x="5000938" y="2939908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9" name="TextBox 57">
              <a:extLst>
                <a:ext uri="{FF2B5EF4-FFF2-40B4-BE49-F238E27FC236}">
                  <ns2:creationId id="{7F4BC4E0-8AAA-79E9-8889-61B38DA13B3F}"/>
                </a:ext>
              </a:extLst>
            </p:cNvPr>
            <p:cNvSpPr txBox="1"/>
            <p:nvPr/>
          </p:nvSpPr>
          <p:spPr>
            <a:xfrm>
              <a:off x="5000938" y="4137444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29" name="Picture 72" descr="image.png">
              <a:extLst>
                <a:ext uri="{FF2B5EF4-FFF2-40B4-BE49-F238E27FC236}">
                  <ns2:creationId id="{7A6B483C-84BF-5FCC-6790-F9F41209B7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94432" y="2113680"/>
              <a:ext cx="97217" cy="104194"/>
            </a:xfrm>
            <a:prstGeom prst="rect">
              <a:avLst/>
            </a:prstGeom>
          </p:spPr>
        </p:pic>
        <p:sp>
          <p:nvSpPr>
            <p:cNvPr id="149" name="TextBox 82">
              <a:extLst>
                <a:ext uri="{FF2B5EF4-FFF2-40B4-BE49-F238E27FC236}">
                  <ns2:creationId id="{75D7BD57-86AF-33FF-189C-EA1ECFBE8999}"/>
                </a:ext>
              </a:extLst>
            </p:cNvPr>
            <p:cNvSpPr txBox="1"/>
            <p:nvPr/>
          </p:nvSpPr>
          <p:spPr>
            <a:xfrm>
              <a:off x="5919127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182563" marR="0" lvl="0" indent="-1825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① 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3" name="TextBox 84">
              <a:extLst>
                <a:ext uri="{FF2B5EF4-FFF2-40B4-BE49-F238E27FC236}">
                  <ns2:creationId id="{86DDC2A3-3F67-AAEE-48A6-AF7FAA192835}"/>
                </a:ext>
              </a:extLst>
            </p:cNvPr>
            <p:cNvSpPr txBox="1"/>
            <p:nvPr/>
          </p:nvSpPr>
          <p:spPr>
            <a:xfrm>
              <a:off x="7989316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②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7" name="TextBox 86">
              <a:extLst>
                <a:ext uri="{FF2B5EF4-FFF2-40B4-BE49-F238E27FC236}">
                  <ns2:creationId id="{0695A0E1-6FA8-5A38-B183-300528D19497}"/>
                </a:ext>
              </a:extLst>
            </p:cNvPr>
            <p:cNvSpPr txBox="1"/>
            <p:nvPr/>
          </p:nvSpPr>
          <p:spPr>
            <a:xfrm>
              <a:off x="10059505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③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>
                  <a:tab pos="92075" algn="l"/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6" name="正方形/長方形 22">
              <a:extLst>
                <a:ext uri="{FF2B5EF4-FFF2-40B4-BE49-F238E27FC236}">
                  <ns2:creationId id="{993D8BCE-BBAB-4248-BA3E-A163C12B4820}"/>
                </a:ext>
              </a:extLst>
            </p:cNvPr>
            <p:cNvSpPr/>
            <p:nvPr/>
          </p:nvSpPr>
          <p:spPr>
            <a:xfrm>
              <a:off x="338749" y="1999140"/>
              <a:ext cx="3060000" cy="347507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grpSp>
          <p:nvGrpSpPr>
            <p:cNvPr id="67" name="グループ化 66">
              <a:extLst>
                <a:ext uri="{FF2B5EF4-FFF2-40B4-BE49-F238E27FC236}">
                  <ns2:creationId id="{09E5BB84-654E-3D1E-56B9-56F771CAE9F0}"/>
                </a:ext>
              </a:extLst>
            </p:cNvPr>
            <p:cNvGrpSpPr/>
            <p:nvPr/>
          </p:nvGrpSpPr>
          <p:grpSpPr>
            <a:xfrm>
              <a:off x="473329" y="2024619"/>
              <a:ext cx="2790841" cy="2035444"/>
              <a:chOff x="381599" y="2211963"/>
              <a:chExt cx="2790841" cy="2035444"/>
            </a:xfrm>
          </p:grpSpPr>
          <p:sp>
            <p:nvSpPr>
              <p:cNvPr id="3" name="正方形/長方形 22">
                <a:extLst>
                  <a:ext uri="{FF2B5EF4-FFF2-40B4-BE49-F238E27FC236}">
                    <ns2:creationId id="{59E71767-9CCB-42F5-7B78-91398E70BE7F}"/>
                  </a:ext>
                </a:extLst>
              </p:cNvPr>
              <p:cNvSpPr/>
              <p:nvPr/>
            </p:nvSpPr>
            <p:spPr>
              <a:xfrm>
                <a:off x="472440" y="2303407"/>
                <a:ext cx="2700000" cy="1944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8A41CED3-076E-E41E-D17C-67A4307D19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2211963"/>
                <a:ext cx="180000" cy="180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9" name="TextBox 39">
                <a:extLst>
                  <a:ext uri="{FF2B5EF4-FFF2-40B4-BE49-F238E27FC236}">
                    <ns2:creationId id="{1C7C2355-E9F6-B96B-E55C-1ABB7F92F325}"/>
                  </a:ext>
                </a:extLst>
              </p:cNvPr>
              <p:cNvSpPr txBox="1"/>
              <p:nvPr/>
            </p:nvSpPr>
            <p:spPr>
              <a:xfrm>
                <a:off x="584131" y="2500678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" name="TextBox 39">
                <a:extLst>
                  <a:ext uri="{FF2B5EF4-FFF2-40B4-BE49-F238E27FC236}">
                    <ns2:creationId id="{99B8028C-A2A6-9B0B-8456-025DB871A6BE}"/>
                  </a:ext>
                </a:extLst>
              </p:cNvPr>
              <p:cNvSpPr txBox="1"/>
              <p:nvPr/>
            </p:nvSpPr>
            <p:spPr>
              <a:xfrm>
                <a:off x="1256722" y="2500678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3E7399A0-458F-8537-BFCB-607A1470301F}"/>
                  </a:ext>
                </a:extLst>
              </p:cNvPr>
              <p:cNvSpPr/>
              <p:nvPr/>
            </p:nvSpPr>
            <p:spPr>
              <a:xfrm>
                <a:off x="692130" y="2679340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3ECB282-E37E-E9D2-69BF-A877CC22F812}"/>
                  </a:ext>
                </a:extLst>
              </p:cNvPr>
              <p:cNvSpPr/>
              <p:nvPr/>
            </p:nvSpPr>
            <p:spPr>
              <a:xfrm>
                <a:off x="2810219" y="2324171"/>
                <a:ext cx="325695" cy="180000"/>
              </a:xfrm>
              <a:prstGeom prst="roundRect">
                <a:avLst>
                  <a:gd name="adj" fmla="val 10000"/>
                </a:avLst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2" name="TextBox 42">
                <a:extLst>
                  <a:ext uri="{FF2B5EF4-FFF2-40B4-BE49-F238E27FC236}">
                    <ns2:creationId id="{1AE38741-9008-191A-BC64-E0A0FB6E876A}"/>
                  </a:ext>
                </a:extLst>
              </p:cNvPr>
              <p:cNvSpPr txBox="1"/>
              <p:nvPr/>
            </p:nvSpPr>
            <p:spPr>
              <a:xfrm>
                <a:off x="584131" y="2843232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" name="TextBox 42">
                <a:extLst>
                  <a:ext uri="{FF2B5EF4-FFF2-40B4-BE49-F238E27FC236}">
                    <ns2:creationId id="{F4F033B6-A407-CBB3-6E46-8E70132F734F}"/>
                  </a:ext>
                </a:extLst>
              </p:cNvPr>
              <p:cNvSpPr txBox="1"/>
              <p:nvPr/>
            </p:nvSpPr>
            <p:spPr>
              <a:xfrm>
                <a:off x="1256722" y="2843232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57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137A0296-8B5B-C6CA-4ADD-5232009CE13D}"/>
                  </a:ext>
                </a:extLst>
              </p:cNvPr>
              <p:cNvSpPr/>
              <p:nvPr/>
            </p:nvSpPr>
            <p:spPr>
              <a:xfrm>
                <a:off x="692130" y="3021894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5" name="TextBox 45">
                <a:extLst>
                  <a:ext uri="{FF2B5EF4-FFF2-40B4-BE49-F238E27FC236}">
                    <ns2:creationId id="{E65D416F-7FB0-4A4B-046C-E3852CBC21AF}"/>
                  </a:ext>
                </a:extLst>
              </p:cNvPr>
              <p:cNvSpPr txBox="1"/>
              <p:nvPr/>
            </p:nvSpPr>
            <p:spPr>
              <a:xfrm>
                <a:off x="1256722" y="3185785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4" name="TextBox 45">
                <a:extLst>
                  <a:ext uri="{FF2B5EF4-FFF2-40B4-BE49-F238E27FC236}">
                    <ns2:creationId id="{62818BB3-6DAB-1D44-681C-A5D331351386}"/>
                  </a:ext>
                </a:extLst>
              </p:cNvPr>
              <p:cNvSpPr txBox="1"/>
              <p:nvPr/>
            </p:nvSpPr>
            <p:spPr>
              <a:xfrm>
                <a:off x="584131" y="3185785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4AA2D47B-B3E1-6D2C-A6F3-82A5FA309876}"/>
                  </a:ext>
                </a:extLst>
              </p:cNvPr>
              <p:cNvSpPr/>
              <p:nvPr/>
            </p:nvSpPr>
            <p:spPr>
              <a:xfrm>
                <a:off x="692130" y="3364447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4" name="TextBox 69">
                <a:extLst>
                  <a:ext uri="{FF2B5EF4-FFF2-40B4-BE49-F238E27FC236}">
                    <ns2:creationId id="{200247E4-EE91-2E68-4AA2-27FAB43F088B}"/>
                  </a:ext>
                </a:extLst>
              </p:cNvPr>
              <p:cNvSpPr txBox="1"/>
              <p:nvPr/>
            </p:nvSpPr>
            <p:spPr>
              <a:xfrm>
                <a:off x="584131" y="373092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TextBox 69">
                <a:extLst>
                  <a:ext uri="{FF2B5EF4-FFF2-40B4-BE49-F238E27FC236}">
                    <ns2:creationId id="{B3C3FC8C-C48C-496B-D58C-689FEA9C76AC}"/>
                  </a:ext>
                </a:extLst>
              </p:cNvPr>
              <p:cNvSpPr txBox="1"/>
              <p:nvPr/>
            </p:nvSpPr>
            <p:spPr>
              <a:xfrm>
                <a:off x="1508722" y="373092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6" name="TextBox 71">
                <a:extLst>
                  <a:ext uri="{FF2B5EF4-FFF2-40B4-BE49-F238E27FC236}">
                    <ns2:creationId id="{AC64FCD5-FD6D-95A6-424D-7D34A8700858}"/>
                  </a:ext>
                </a:extLst>
              </p:cNvPr>
              <p:cNvSpPr txBox="1"/>
              <p:nvPr/>
            </p:nvSpPr>
            <p:spPr>
              <a:xfrm>
                <a:off x="584131" y="389549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TextBox 71">
                <a:extLst>
                  <a:ext uri="{FF2B5EF4-FFF2-40B4-BE49-F238E27FC236}">
                    <ns2:creationId id="{DBD7C260-5D1B-E15F-2985-8939ABD41CE4}"/>
                  </a:ext>
                </a:extLst>
              </p:cNvPr>
              <p:cNvSpPr txBox="1"/>
              <p:nvPr/>
            </p:nvSpPr>
            <p:spPr>
              <a:xfrm>
                <a:off x="1508722" y="389549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」「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8" name="TextBox 73">
                <a:extLst>
                  <a:ext uri="{FF2B5EF4-FFF2-40B4-BE49-F238E27FC236}">
                    <ns2:creationId id="{845480DB-A687-23B5-AC05-DAED46675703}"/>
                  </a:ext>
                </a:extLst>
              </p:cNvPr>
              <p:cNvSpPr txBox="1"/>
              <p:nvPr/>
            </p:nvSpPr>
            <p:spPr>
              <a:xfrm>
                <a:off x="1508722" y="4060063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2" name="TextBox 73">
                <a:extLst>
                  <a:ext uri="{FF2B5EF4-FFF2-40B4-BE49-F238E27FC236}">
                    <ns2:creationId id="{C739B09C-9DBA-BE66-431E-BE03C8F68E16}"/>
                  </a:ext>
                </a:extLst>
              </p:cNvPr>
              <p:cNvSpPr txBox="1"/>
              <p:nvPr/>
            </p:nvSpPr>
            <p:spPr>
              <a:xfrm>
                <a:off x="584131" y="4060063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22">
                <a:extLst>
                  <a:ext uri="{FF2B5EF4-FFF2-40B4-BE49-F238E27FC236}">
                    <ns2:creationId id="{3D07359D-34B4-976E-C00B-FF17C555D465}"/>
                  </a:ext>
                </a:extLst>
              </p:cNvPr>
              <p:cNvSpPr/>
              <p:nvPr/>
            </p:nvSpPr>
            <p:spPr>
              <a:xfrm>
                <a:off x="470426" y="3530354"/>
                <a:ext cx="2700000" cy="180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0" name="直線コネクタ 39">
                <a:extLst>
                  <a:ext uri="{FF2B5EF4-FFF2-40B4-BE49-F238E27FC236}">
                    <ns2:creationId id="{F68EF003-BEC1-B374-1167-F52A758173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2833955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線コネクタ 41">
                <a:extLst>
                  <a:ext uri="{FF2B5EF4-FFF2-40B4-BE49-F238E27FC236}">
                    <ns2:creationId id="{E3AF451E-74EF-C990-1CD2-9E18512AE0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3176509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グループ化 65">
              <a:extLst>
                <a:ext uri="{FF2B5EF4-FFF2-40B4-BE49-F238E27FC236}">
                  <ns2:creationId id="{15FA9A12-9AD5-031E-1D04-05BE7CEB571A}"/>
                </a:ext>
              </a:extLst>
            </p:cNvPr>
            <p:cNvGrpSpPr/>
            <p:nvPr/>
          </p:nvGrpSpPr>
          <p:grpSpPr>
            <a:xfrm>
              <a:off x="471315" y="4079692"/>
              <a:ext cx="2790841" cy="1349412"/>
              <a:chOff x="381599" y="4408555"/>
              <a:chExt cx="2790841" cy="1349412"/>
            </a:xfrm>
          </p:grpSpPr>
          <p:pic>
            <p:nvPicPr>
              <p:cNvPr id="173" name="Picture 94" descr="image.png">
                <a:extLst>
                  <a:ext uri="{FF2B5EF4-FFF2-40B4-BE49-F238E27FC236}">
                    <ns2:creationId id="{C241A3A7-AC60-338F-06A6-6369A04D2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50762" y="4694961"/>
                <a:ext cx="85965" cy="92172"/>
              </a:xfrm>
              <a:prstGeom prst="rect">
                <a:avLst/>
              </a:prstGeom>
            </p:spPr>
          </p:pic>
          <p:sp>
            <p:nvSpPr>
              <p:cNvPr id="5" name="正方形/長方形 22">
                <a:extLst>
                  <a:ext uri="{FF2B5EF4-FFF2-40B4-BE49-F238E27FC236}">
                    <ns2:creationId id="{D38742DD-B978-BDA6-0C11-819C54D14515}"/>
                  </a:ext>
                </a:extLst>
              </p:cNvPr>
              <p:cNvSpPr/>
              <p:nvPr/>
            </p:nvSpPr>
            <p:spPr>
              <a:xfrm>
                <a:off x="472440" y="4497967"/>
                <a:ext cx="2700000" cy="126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TextBox 39">
                <a:extLst>
                  <a:ext uri="{FF2B5EF4-FFF2-40B4-BE49-F238E27FC236}">
                    <ns2:creationId id="{5798FF19-A555-4B32-C888-67A9EB330DA3}"/>
                  </a:ext>
                </a:extLst>
              </p:cNvPr>
              <p:cNvSpPr txBox="1"/>
              <p:nvPr/>
            </p:nvSpPr>
            <p:spPr>
              <a:xfrm>
                <a:off x="584131" y="4695238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0" name="TextBox 39">
                <a:extLst>
                  <a:ext uri="{FF2B5EF4-FFF2-40B4-BE49-F238E27FC236}">
                    <ns2:creationId id="{388113DE-E967-091C-29CD-246BB43992B2}"/>
                  </a:ext>
                </a:extLst>
              </p:cNvPr>
              <p:cNvSpPr txBox="1"/>
              <p:nvPr/>
            </p:nvSpPr>
            <p:spPr>
              <a:xfrm>
                <a:off x="777240" y="4695238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1" name="TextBox 42">
                <a:extLst>
                  <a:ext uri="{FF2B5EF4-FFF2-40B4-BE49-F238E27FC236}">
                    <ns2:creationId id="{C3A1E467-2E1D-1D18-48B5-EE1F570B34F6}"/>
                  </a:ext>
                </a:extLst>
              </p:cNvPr>
              <p:cNvSpPr txBox="1"/>
              <p:nvPr/>
            </p:nvSpPr>
            <p:spPr>
              <a:xfrm>
                <a:off x="584131" y="5037792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2" name="TextBox 42">
                <a:extLst>
                  <a:ext uri="{FF2B5EF4-FFF2-40B4-BE49-F238E27FC236}">
                    <ns2:creationId id="{12B94A83-92DD-0D70-A187-8FE9B39706EA}"/>
                  </a:ext>
                </a:extLst>
              </p:cNvPr>
              <p:cNvSpPr txBox="1"/>
              <p:nvPr/>
            </p:nvSpPr>
            <p:spPr>
              <a:xfrm>
                <a:off x="777240" y="5037792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4" name="TextBox 45">
                <a:extLst>
                  <a:ext uri="{FF2B5EF4-FFF2-40B4-BE49-F238E27FC236}">
                    <ns2:creationId id="{F8A0CDA8-ECFA-2F69-CCFF-353C5E66EB3F}"/>
                  </a:ext>
                </a:extLst>
              </p:cNvPr>
              <p:cNvSpPr txBox="1"/>
              <p:nvPr/>
            </p:nvSpPr>
            <p:spPr>
              <a:xfrm>
                <a:off x="777240" y="5380345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6" name="TextBox 45">
                <a:extLst>
                  <a:ext uri="{FF2B5EF4-FFF2-40B4-BE49-F238E27FC236}">
                    <ns2:creationId id="{117B8140-A146-E9A6-D41B-D1D0EFD565D8}"/>
                  </a:ext>
                </a:extLst>
              </p:cNvPr>
              <p:cNvSpPr txBox="1"/>
              <p:nvPr/>
            </p:nvSpPr>
            <p:spPr>
              <a:xfrm>
                <a:off x="584131" y="5380345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45D1B118-6C6C-F2AF-045F-E21305B4E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028515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2B806AB5-DFE6-1820-2741-5E2F8901B2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371069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楕円 45">
                <a:extLst>
                  <a:ext uri="{FF2B5EF4-FFF2-40B4-BE49-F238E27FC236}">
                    <ns2:creationId id="{2892CDF2-4E50-DA34-C594-32D8463CF5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4408555"/>
                <a:ext cx="180000" cy="180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sp>
          <p:nvSpPr>
            <p:cNvPr id="145" name="TextBox 80">
              <a:extLst>
                <a:ext uri="{FF2B5EF4-FFF2-40B4-BE49-F238E27FC236}">
                  <ns2:creationId id="{5E8B4A50-53F0-2640-EC42-143CB93723B6}"/>
                </a:ext>
              </a:extLst>
            </p:cNvPr>
            <p:cNvSpPr txBox="1"/>
            <p:nvPr/>
          </p:nvSpPr>
          <p:spPr>
            <a:xfrm>
              <a:off x="10059505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SAP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37" name="TextBox 76">
              <a:extLst>
                <a:ext uri="{FF2B5EF4-FFF2-40B4-BE49-F238E27FC236}">
                  <ns2:creationId id="{F4AA8D1A-140D-B5FE-3B73-D5068AB38FFB}"/>
                </a:ext>
              </a:extLst>
            </p:cNvPr>
            <p:cNvSpPr txBox="1"/>
            <p:nvPr/>
          </p:nvSpPr>
          <p:spPr>
            <a:xfrm>
              <a:off x="5919127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1" name="TextBox 78">
              <a:extLst>
                <a:ext uri="{FF2B5EF4-FFF2-40B4-BE49-F238E27FC236}">
                  <ns2:creationId id="{E464342F-341A-A2B1-76A9-AA56DA829B00}"/>
                </a:ext>
              </a:extLst>
            </p:cNvPr>
            <p:cNvSpPr txBox="1"/>
            <p:nvPr/>
          </p:nvSpPr>
          <p:spPr>
            <a:xfrm>
              <a:off x="7989316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1" name="TextBox 88">
              <a:extLst>
                <a:ext uri="{FF2B5EF4-FFF2-40B4-BE49-F238E27FC236}">
                  <ns2:creationId id="{D1E8C000-F31D-776A-F442-B5A48A7C67AB}"/>
                </a:ext>
              </a:extLst>
            </p:cNvPr>
            <p:cNvSpPr txBox="1"/>
            <p:nvPr/>
          </p:nvSpPr>
          <p:spPr>
            <a:xfrm>
              <a:off x="5919127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自動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API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5" name="TextBox 90">
              <a:extLst>
                <a:ext uri="{FF2B5EF4-FFF2-40B4-BE49-F238E27FC236}">
                  <ns2:creationId id="{FEDE8EC8-16F6-1398-F76E-11670988BB48}"/>
                </a:ext>
              </a:extLst>
            </p:cNvPr>
            <p:cNvSpPr txBox="1"/>
            <p:nvPr/>
          </p:nvSpPr>
          <p:spPr>
            <a:xfrm>
              <a:off x="7989316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05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69" name="TextBox 92">
              <a:extLst>
                <a:ext uri="{FF2B5EF4-FFF2-40B4-BE49-F238E27FC236}">
                  <ns2:creationId id="{10182499-4F83-FE4A-4682-A82BB4C6728E}"/>
                </a:ext>
              </a:extLst>
            </p:cNvPr>
            <p:cNvSpPr txBox="1"/>
            <p:nvPr/>
          </p:nvSpPr>
          <p:spPr>
            <a:xfrm>
              <a:off x="10059505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ns2:creationId id="{62739236-9429-695B-7CF9-F9CA0AB0F316}"/>
                </a:ext>
              </a:extLst>
            </p:cNvPr>
            <p:cNvSpPr txBox="1"/>
            <p:nvPr/>
          </p:nvSpPr>
          <p:spPr>
            <a:xfrm>
              <a:off x="4243077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4" name="TextBox 37">
              <a:extLst>
                <a:ext uri="{FF2B5EF4-FFF2-40B4-BE49-F238E27FC236}">
                  <ns2:creationId id="{0C477D90-76E1-E53E-5CFF-DCB7A31AD313}"/>
                </a:ext>
              </a:extLst>
            </p:cNvPr>
            <p:cNvSpPr txBox="1"/>
            <p:nvPr/>
          </p:nvSpPr>
          <p:spPr>
            <a:xfrm>
              <a:off x="8147405" y="5733488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3" name="TextBox 39">
              <a:extLst>
                <a:ext uri="{FF2B5EF4-FFF2-40B4-BE49-F238E27FC236}">
                  <ns2:creationId id="{6A6F4D66-2A79-9779-5A5A-C32642B475D6}"/>
                </a:ext>
              </a:extLst>
            </p:cNvPr>
            <p:cNvSpPr txBox="1"/>
            <p:nvPr/>
          </p:nvSpPr>
          <p:spPr>
            <a:xfrm>
              <a:off x="8147405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1" name="TextBox 48">
              <a:extLst>
                <a:ext uri="{FF2B5EF4-FFF2-40B4-BE49-F238E27FC236}">
                  <ns2:creationId id="{F8856117-30FD-46DF-FAB6-9F7D9F8B01C9}"/>
                </a:ext>
              </a:extLst>
            </p:cNvPr>
            <p:cNvSpPr txBox="1"/>
            <p:nvPr/>
          </p:nvSpPr>
          <p:spPr>
            <a:xfrm>
              <a:off x="818625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3" name="TextBox 49">
              <a:extLst>
                <a:ext uri="{FF2B5EF4-FFF2-40B4-BE49-F238E27FC236}">
                  <ns2:creationId id="{795399C6-B827-582C-03B6-320C72B078E6}"/>
                </a:ext>
              </a:extLst>
            </p:cNvPr>
            <p:cNvSpPr txBox="1"/>
            <p:nvPr/>
          </p:nvSpPr>
          <p:spPr>
            <a:xfrm>
              <a:off x="818625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5" name="TextBox 48">
              <a:extLst>
                <a:ext uri="{FF2B5EF4-FFF2-40B4-BE49-F238E27FC236}">
                  <ns2:creationId id="{A30B9A62-B2E3-B322-D353-39D7C836159B}"/>
                </a:ext>
              </a:extLst>
            </p:cNvPr>
            <p:cNvSpPr txBox="1"/>
            <p:nvPr/>
          </p:nvSpPr>
          <p:spPr>
            <a:xfrm>
              <a:off x="8895144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7" name="TextBox 49">
              <a:extLst>
                <a:ext uri="{FF2B5EF4-FFF2-40B4-BE49-F238E27FC236}">
                  <ns2:creationId id="{9B891C22-92C4-227F-B5EE-3015641872EA}"/>
                </a:ext>
              </a:extLst>
            </p:cNvPr>
            <p:cNvSpPr txBox="1"/>
            <p:nvPr/>
          </p:nvSpPr>
          <p:spPr>
            <a:xfrm>
              <a:off x="8895144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・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2" name="直線コネクタ 71">
              <a:extLst>
                <a:ext uri="{FF2B5EF4-FFF2-40B4-BE49-F238E27FC236}">
                  <ns2:creationId id="{C06B7320-0695-9A88-3D06-682501DFE933}"/>
                </a:ext>
              </a:extLst>
            </p:cNvPr>
            <p:cNvCxnSpPr>
              <a:cxnSpLocks/>
            </p:cNvCxnSpPr>
            <p:nvPr/>
          </p:nvCxnSpPr>
          <p:spPr>
            <a:xfrm>
              <a:off x="8895144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50">
              <a:extLst>
                <a:ext uri="{FF2B5EF4-FFF2-40B4-BE49-F238E27FC236}">
                  <ns2:creationId id="{C4EDB4E7-AE7B-046C-406A-2C7326342387}"/>
                </a:ext>
              </a:extLst>
            </p:cNvPr>
            <p:cNvSpPr txBox="1"/>
            <p:nvPr/>
          </p:nvSpPr>
          <p:spPr>
            <a:xfrm>
              <a:off x="1002161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TextBox 51">
              <a:extLst>
                <a:ext uri="{FF2B5EF4-FFF2-40B4-BE49-F238E27FC236}">
                  <ns2:creationId id="{AEA968F4-9211-81C8-444D-7DE503046D58}"/>
                </a:ext>
              </a:extLst>
            </p:cNvPr>
            <p:cNvSpPr txBox="1"/>
            <p:nvPr/>
          </p:nvSpPr>
          <p:spPr>
            <a:xfrm>
              <a:off x="1002161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9" name="TextBox 50">
              <a:extLst>
                <a:ext uri="{FF2B5EF4-FFF2-40B4-BE49-F238E27FC236}">
                  <ns2:creationId id="{897F4025-52FA-6411-89CC-56B8BF50E199}"/>
                </a:ext>
              </a:extLst>
            </p:cNvPr>
            <p:cNvSpPr txBox="1"/>
            <p:nvPr/>
          </p:nvSpPr>
          <p:spPr>
            <a:xfrm>
              <a:off x="10736552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2" name="TextBox 51">
              <a:extLst>
                <a:ext uri="{FF2B5EF4-FFF2-40B4-BE49-F238E27FC236}">
                  <ns2:creationId id="{F853D26F-2BF6-3BE7-E7B9-350F40A9ED5E}"/>
                </a:ext>
              </a:extLst>
            </p:cNvPr>
            <p:cNvSpPr txBox="1"/>
            <p:nvPr/>
          </p:nvSpPr>
          <p:spPr>
            <a:xfrm>
              <a:off x="10736552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CA8B42DB-BB2C-9285-7335-DF285CFF1C46}"/>
                </a:ext>
              </a:extLst>
            </p:cNvPr>
            <p:cNvCxnSpPr>
              <a:cxnSpLocks/>
            </p:cNvCxnSpPr>
            <p:nvPr/>
          </p:nvCxnSpPr>
          <p:spPr>
            <a:xfrm>
              <a:off x="10736552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37">
              <a:extLst>
                <a:ext uri="{FF2B5EF4-FFF2-40B4-BE49-F238E27FC236}">
                  <ns2:creationId id="{1ECE68CB-8CB1-B42C-CBB8-FE59A9D1A059}"/>
                </a:ext>
              </a:extLst>
            </p:cNvPr>
            <p:cNvSpPr txBox="1"/>
            <p:nvPr/>
          </p:nvSpPr>
          <p:spPr>
            <a:xfrm>
              <a:off x="4281931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4" name="TextBox 37">
              <a:extLst>
                <a:ext uri="{FF2B5EF4-FFF2-40B4-BE49-F238E27FC236}">
                  <ns2:creationId id="{07BF6DE9-547B-B5B0-0A67-0CD54ECE8EA3}"/>
                </a:ext>
              </a:extLst>
            </p:cNvPr>
            <p:cNvSpPr txBox="1"/>
            <p:nvPr/>
          </p:nvSpPr>
          <p:spPr>
            <a:xfrm>
              <a:off x="6123339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8" name="TextBox 37">
              <a:extLst>
                <a:ext uri="{FF2B5EF4-FFF2-40B4-BE49-F238E27FC236}">
                  <ns2:creationId id="{32FEA11F-3ECB-8BFC-3295-ED43C3A6F17E}"/>
                </a:ext>
              </a:extLst>
            </p:cNvPr>
            <p:cNvSpPr txBox="1"/>
            <p:nvPr/>
          </p:nvSpPr>
          <p:spPr>
            <a:xfrm>
              <a:off x="4281931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0" name="TextBox 37">
              <a:extLst>
                <a:ext uri="{FF2B5EF4-FFF2-40B4-BE49-F238E27FC236}">
                  <ns2:creationId id="{C5B73636-5D09-1739-F780-3ADD6EAC6DC1}"/>
                </a:ext>
              </a:extLst>
            </p:cNvPr>
            <p:cNvSpPr txBox="1"/>
            <p:nvPr/>
          </p:nvSpPr>
          <p:spPr>
            <a:xfrm>
              <a:off x="6123339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SCM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4" name="TextBox 37">
              <a:extLst>
                <a:ext uri="{FF2B5EF4-FFF2-40B4-BE49-F238E27FC236}">
                  <ns2:creationId id="{59704CB8-1886-02C7-9BDA-344A7347A93A}"/>
                </a:ext>
              </a:extLst>
            </p:cNvPr>
            <p:cNvSpPr txBox="1"/>
            <p:nvPr/>
          </p:nvSpPr>
          <p:spPr>
            <a:xfrm>
              <a:off x="4281931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6" name="TextBox 37">
              <a:extLst>
                <a:ext uri="{FF2B5EF4-FFF2-40B4-BE49-F238E27FC236}">
                  <ns2:creationId id="{04224B68-33DC-C226-94B1-690B55FB9CA6}"/>
                </a:ext>
              </a:extLst>
            </p:cNvPr>
            <p:cNvSpPr txBox="1"/>
            <p:nvPr/>
          </p:nvSpPr>
          <p:spPr>
            <a:xfrm>
              <a:off x="6123339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10" name="グラフィックス 109" descr="ネットワーク図 単色塗りつぶし">
              <a:extLst>
                <a:ext uri="{FF2B5EF4-FFF2-40B4-BE49-F238E27FC236}">
                  <ns2:creationId id="{20FC9BC1-543C-87DB-96BF-0B4F33AA7C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6381995" y="6126012"/>
              <a:ext cx="162000" cy="162000"/>
            </a:xfrm>
            <a:prstGeom prst="rect">
              <a:avLst/>
            </a:prstGeom>
          </p:spPr>
        </p:pic>
        <p:pic>
          <p:nvPicPr>
            <p:cNvPr id="114" name="グラフィックス 113" descr="ダンプ トラック 単色塗りつぶし">
              <a:extLst>
                <a:ext uri="{FF2B5EF4-FFF2-40B4-BE49-F238E27FC236}">
                  <ns2:creationId id="{C6DA5569-33F4-A5CC-3608-05576BB068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6381995" y="5940489"/>
              <a:ext cx="162000" cy="162000"/>
            </a:xfrm>
            <a:prstGeom prst="rect">
              <a:avLst/>
            </a:prstGeom>
          </p:spPr>
        </p:pic>
        <p:pic>
          <p:nvPicPr>
            <p:cNvPr id="118" name="グラフィックス 117" descr="世界 単色塗りつぶし">
              <a:extLst>
                <a:ext uri="{FF2B5EF4-FFF2-40B4-BE49-F238E27FC236}">
                  <ns2:creationId id="{3A64837E-722A-9585-5E6C-83F8B87FFE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381995" y="5754965"/>
              <a:ext cx="162000" cy="162000"/>
            </a:xfrm>
            <a:prstGeom prst="rect">
              <a:avLst/>
            </a:prstGeom>
          </p:spPr>
        </p:pic>
        <p:pic>
          <p:nvPicPr>
            <p:cNvPr id="122" name="グラフィックス 121" descr="会議 単色塗りつぶし">
              <a:extLst>
                <a:ext uri="{FF2B5EF4-FFF2-40B4-BE49-F238E27FC236}">
                  <ns2:creationId id="{4812F933-46EB-0AB1-DDE8-E2DD1E6306A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4563879" y="6126012"/>
              <a:ext cx="162000" cy="162000"/>
            </a:xfrm>
            <a:prstGeom prst="rect">
              <a:avLst/>
            </a:prstGeom>
          </p:spPr>
        </p:pic>
        <p:pic>
          <p:nvPicPr>
            <p:cNvPr id="126" name="グラフィックス 125" descr="フラスコ 単色塗りつぶし">
              <a:extLst>
                <a:ext uri="{FF2B5EF4-FFF2-40B4-BE49-F238E27FC236}">
                  <ns2:creationId id="{33FDAC1D-607C-5311-3A7F-690ECA173C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563879" y="5940489"/>
              <a:ext cx="162000" cy="162000"/>
            </a:xfrm>
            <a:prstGeom prst="rect">
              <a:avLst/>
            </a:prstGeom>
          </p:spPr>
        </p:pic>
        <p:pic>
          <p:nvPicPr>
            <p:cNvPr id="130" name="グラフィックス 129" descr="工場 単色塗りつぶし">
              <a:extLst>
                <a:ext uri="{FF2B5EF4-FFF2-40B4-BE49-F238E27FC236}">
                  <ns2:creationId id="{5E9727E5-2C48-77BE-BBAD-71E26D9B39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4563879" y="5754965"/>
              <a:ext cx="162000" cy="162000"/>
            </a:xfrm>
            <a:prstGeom prst="rect">
              <a:avLst/>
            </a:prstGeom>
          </p:spPr>
        </p:pic>
        <p:pic>
          <p:nvPicPr>
            <p:cNvPr id="134" name="グラフィックス 133" descr="バッジ: チェックマーク 1 単色塗りつぶし">
              <a:extLst>
                <a:ext uri="{FF2B5EF4-FFF2-40B4-BE49-F238E27FC236}">
                  <ns2:creationId id="{1DB12FB8-4C4B-F455-8226-D45DA6748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8973172" y="5550979"/>
              <a:ext cx="180000" cy="180000"/>
            </a:xfrm>
            <a:prstGeom prst="rect">
              <a:avLst/>
            </a:prstGeom>
          </p:spPr>
        </p:pic>
        <p:pic>
          <p:nvPicPr>
            <p:cNvPr id="136" name="グラフィックス 135" descr="ブロックチェーン 単色塗りつぶし">
              <a:extLst>
                <a:ext uri="{FF2B5EF4-FFF2-40B4-BE49-F238E27FC236}">
                  <ns2:creationId id="{B53A2734-4F1F-BB35-58EC-23D8730576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5165097" y="5550979"/>
              <a:ext cx="180000" cy="180000"/>
            </a:xfrm>
            <a:prstGeom prst="rect">
              <a:avLst/>
            </a:prstGeom>
          </p:spPr>
        </p:pic>
        <p:pic>
          <p:nvPicPr>
            <p:cNvPr id="144" name="グラフィックス 143" descr="ターゲット 単色塗りつぶし">
              <a:extLst>
                <a:ext uri="{FF2B5EF4-FFF2-40B4-BE49-F238E27FC236}">
                  <ns2:creationId id="{9CBDAD0E-EC36-0E35-FC2D-6006D7066A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tretch>
              <a:fillRect/>
            </a:stretch>
          </p:blipFill>
          <p:spPr>
            <a:xfrm>
              <a:off x="1568777" y="5550979"/>
              <a:ext cx="180000" cy="180000"/>
            </a:xfrm>
            <a:prstGeom prst="rect">
              <a:avLst/>
            </a:prstGeom>
          </p:spPr>
        </p:pic>
        <p:sp>
          <p:nvSpPr>
            <p:cNvPr id="13" name="右矢印 58">
              <a:extLst>
                <a:ext uri="{FF2B5EF4-FFF2-40B4-BE49-F238E27FC236}">
                  <ns2:creationId id="{D21A935B-49F0-625C-AF1F-C70AC170DBCF}"/>
                </a:ext>
              </a:extLst>
            </p:cNvPr>
            <p:cNvSpPr/>
            <p:nvPr/>
          </p:nvSpPr>
          <p:spPr>
            <a:xfrm rot="5400000">
              <a:off x="3423019" y="2888294"/>
              <a:ext cx="2471838" cy="540000"/>
            </a:xfrm>
            <a:prstGeom prst="rightArrow">
              <a:avLst/>
            </a:pr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</a:schemeClr>
                </a:gs>
                <a:gs pos="47000">
                  <a:schemeClr val="bg1">
                    <a:lumMod val="7500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1" name="TextBox 73">
              <a:extLst>
                <a:ext uri="{FF2B5EF4-FFF2-40B4-BE49-F238E27FC236}">
                  <ns2:creationId id="{A87EEC33-9CF3-0B08-4D2D-5557F61DEC8B}"/>
                </a:ext>
              </a:extLst>
            </p:cNvPr>
            <p:cNvSpPr txBox="1"/>
            <p:nvPr/>
          </p:nvSpPr>
          <p:spPr>
            <a:xfrm>
              <a:off x="3668938" y="3196676"/>
              <a:ext cx="1980000" cy="864000"/>
            </a:xfrm>
            <a:prstGeom prst="rect">
              <a:avLst/>
            </a:prstGeom>
            <a:solidFill>
              <a:srgbClr val="4CAF6C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5" name="TextBox 54">
              <a:extLst>
                <a:ext uri="{FF2B5EF4-FFF2-40B4-BE49-F238E27FC236}">
                  <ns2:creationId id="{77A3E393-6A01-6636-7142-253DF307BE65}"/>
                </a:ext>
              </a:extLst>
            </p:cNvPr>
            <p:cNvSpPr txBox="1"/>
            <p:nvPr/>
          </p:nvSpPr>
          <p:spPr>
            <a:xfrm>
              <a:off x="3668938" y="1999140"/>
              <a:ext cx="1980000" cy="864000"/>
            </a:xfrm>
            <a:prstGeom prst="rect">
              <a:avLst/>
            </a:prstGeom>
            <a:solidFill>
              <a:srgbClr val="99D1AB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378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4118938" y="3944212"/>
              <a:ext cx="1080000" cy="1980000"/>
            </a:xfrm>
            <a:prstGeom prst="homePlate">
              <a:avLst>
                <a:gd name="adj" fmla="val 16163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40" name="グラフィックス 139" descr="握りこぶし 単色塗りつぶし">
              <a:extLst>
                <a:ext uri="{FF2B5EF4-FFF2-40B4-BE49-F238E27FC236}">
                  <ns2:creationId id="{0479932B-AE2D-2734-D40A-51643CA8E7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775077" y="2795908"/>
              <a:ext cx="468000" cy="468000"/>
            </a:xfrm>
            <a:prstGeom prst="rect">
              <a:avLst/>
            </a:prstGeom>
          </p:spPr>
        </p:pic>
        <p:cxnSp>
          <p:nvCxnSpPr>
            <p:cNvPr id="19" name="直線コネクタ 18">
              <a:extLst>
                <a:ext uri="{FF2B5EF4-FFF2-40B4-BE49-F238E27FC236}">
                  <ns2:creationId id="{4C3AB2C0-1C8B-BB2C-7C47-35CA39AB6157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1999140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ns2:creationId id="{60371BB8-445D-2E2B-95FF-A54B5C10C32F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3196676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ns2:creationId id="{4EF1C013-B561-765E-70D6-526474DD3303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4502212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ns2:creationId id="{98D9871C-8C5E-630E-7ADA-327089B2375F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ns2:creationId id="{3572963B-6C61-D1E8-A1FF-21094A7BD2F3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359032EE-30CF-344C-A0A3-34FF6E8B5770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DA464ED2-E3FF-9E83-F8B5-DD7CC2EA5C1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26BD3811-4408-5F4C-A83A-AD99F08C6FA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DB469CB5-4EC0-FB48-9A71-7C0065F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A1EEE220-BFC9-ABBD-B70C-B164D24DFE5B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2431140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F680E659-3D5C-8118-9961-BAF5DC41C0E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4934212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363D4724-F61C-F05F-95F3-9D9F6D01C9D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3628676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4D74A1B0-B1DB-FEAA-3684-188DCF7B537A}"/>
                </a:ext>
              </a:extLst>
            </p:cNvPr>
            <p:cNvCxnSpPr>
              <a:cxnSpLocks/>
              <a:stCxn id="140" idx="1"/>
            </p:cNvCxnSpPr>
            <p:nvPr/>
          </p:nvCxnSpPr>
          <p:spPr>
            <a:xfrm flipH="1">
              <a:off x="3398749" y="3029908"/>
              <a:ext cx="376328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03397199"/>
      </p:ext>
    </p:extLst>
  </p:cSld>
  <p:clrMapOvr>
    <a:masterClrMapping/>
  </p:clrMapOvr>
</p:sld>
</file>

<file path=ppt/slides/slide229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426A87-5C9D-68DB-17E7-A06AFF3255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D2DFB3-6CC4-7191-FFDA-EB780A1A98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aphicFrame>
        <p:nvGraphicFramePr>
          <p:cNvPr id="10" name="グラフ 9">
            <a:extLst>
              <a:ext uri="{FF2B5EF4-FFF2-40B4-BE49-F238E27FC236}">
                <ns2:creationId id="{8476F36A-26FB-5D36-72CF-7896125E5B84}"/>
              </a:ext>
            </a:extLst>
          </p:cNvPr>
          <p:cNvGraphicFramePr/>
          <p:nvPr/>
        </p:nvGraphicFramePr>
        <p:xfrm>
          <a:off x="1386039" y="1837267"/>
          <a:ext cx="10479988" cy="184335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1" name="正方形/長方形 10">
            <a:extLst>
              <a:ext uri="{FF2B5EF4-FFF2-40B4-BE49-F238E27FC236}">
                <ns2:creationId id="{77FDB53C-DD8E-B144-D15E-193F14E5A123}"/>
              </a:ext>
            </a:extLst>
          </p:cNvPr>
          <p:cNvSpPr/>
          <p:nvPr/>
        </p:nvSpPr>
        <p:spPr>
          <a:xfrm>
            <a:off x="1546903" y="1280273"/>
            <a:ext cx="10310135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B1AC49F3-9D35-4552-6303-36D4942F59C4}"/>
              </a:ext>
            </a:extLst>
          </p:cNvPr>
          <p:cNvSpPr/>
          <p:nvPr/>
        </p:nvSpPr>
        <p:spPr>
          <a:xfrm>
            <a:off x="1592621" y="1627124"/>
            <a:ext cx="3289259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77A45F0F-5147-B3C7-81D2-FD2E1803441D}"/>
              </a:ext>
            </a:extLst>
          </p:cNvPr>
          <p:cNvSpPr/>
          <p:nvPr/>
        </p:nvSpPr>
        <p:spPr>
          <a:xfrm>
            <a:off x="4983779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8C1A5458-5FD0-0066-10DC-BFF5BB90E7D6}"/>
              </a:ext>
            </a:extLst>
          </p:cNvPr>
          <p:cNvSpPr/>
          <p:nvPr/>
        </p:nvSpPr>
        <p:spPr>
          <a:xfrm>
            <a:off x="8383405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ns2:creationId id="{3E683F2B-D701-F4F9-6E43-147F57FEEE7F}"/>
              </a:ext>
            </a:extLst>
          </p:cNvPr>
          <p:cNvGrpSpPr/>
          <p:nvPr/>
        </p:nvGrpSpPr>
        <p:grpSpPr>
          <a:xfrm>
            <a:off x="334962" y="3561359"/>
            <a:ext cx="11433286" cy="2746877"/>
            <a:chOff x="334962" y="3561359"/>
            <a:chExt cx="11433286" cy="2746877"/>
          </a:xfrm>
        </p:grpSpPr>
        <p:sp>
          <p:nvSpPr>
            <p:cNvPr id="17" name="四角形: 角を丸くする 16">
              <a:extLst>
                <a:ext uri="{FF2B5EF4-FFF2-40B4-BE49-F238E27FC236}">
                  <ns2:creationId id="{99D7F35E-F1EC-5131-E635-3109E52B132B}"/>
                </a:ext>
              </a:extLst>
            </p:cNvPr>
            <p:cNvSpPr/>
            <p:nvPr/>
          </p:nvSpPr>
          <p:spPr>
            <a:xfrm>
              <a:off x="1546903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F6A458FF-83AE-43A8-6592-5D2F394A07CE}"/>
                </a:ext>
              </a:extLst>
            </p:cNvPr>
            <p:cNvSpPr/>
            <p:nvPr/>
          </p:nvSpPr>
          <p:spPr>
            <a:xfrm>
              <a:off x="4965576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C98FD3D-AFF9-58F6-0ADC-523AC1CB5E87}"/>
                </a:ext>
              </a:extLst>
            </p:cNvPr>
            <p:cNvSpPr/>
            <p:nvPr/>
          </p:nvSpPr>
          <p:spPr>
            <a:xfrm>
              <a:off x="8384248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7D8EC45C-FF9E-4114-650A-48691E77B914}"/>
                </a:ext>
              </a:extLst>
            </p:cNvPr>
            <p:cNvSpPr/>
            <p:nvPr/>
          </p:nvSpPr>
          <p:spPr>
            <a:xfrm>
              <a:off x="1546905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1ECA42BB-F5AA-6C95-6639-DD1AE05F2AC6}"/>
                </a:ext>
              </a:extLst>
            </p:cNvPr>
            <p:cNvSpPr/>
            <p:nvPr/>
          </p:nvSpPr>
          <p:spPr>
            <a:xfrm>
              <a:off x="2483320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EC56F721-68D6-615E-C1C9-3046B7A3B8E5}"/>
                </a:ext>
              </a:extLst>
            </p:cNvPr>
            <p:cNvSpPr/>
            <p:nvPr/>
          </p:nvSpPr>
          <p:spPr>
            <a:xfrm>
              <a:off x="1546905" y="4220202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54C607C6-D194-A49E-2F35-39D7860C2262}"/>
                </a:ext>
              </a:extLst>
            </p:cNvPr>
            <p:cNvSpPr/>
            <p:nvPr/>
          </p:nvSpPr>
          <p:spPr>
            <a:xfrm>
              <a:off x="2483319" y="4220202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DEDD5E7-33D4-776B-48F7-C0B0D4EE3CC5}"/>
                </a:ext>
              </a:extLst>
            </p:cNvPr>
            <p:cNvSpPr/>
            <p:nvPr/>
          </p:nvSpPr>
          <p:spPr>
            <a:xfrm>
              <a:off x="1546905" y="4796213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四角形: 角を丸くする 24">
              <a:extLst>
                <a:ext uri="{FF2B5EF4-FFF2-40B4-BE49-F238E27FC236}">
                  <ns2:creationId id="{6BD82310-BEBF-19DE-F220-AC8E5AFE0CEC}"/>
                </a:ext>
              </a:extLst>
            </p:cNvPr>
            <p:cNvSpPr/>
            <p:nvPr/>
          </p:nvSpPr>
          <p:spPr>
            <a:xfrm>
              <a:off x="2483319" y="4796213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65232C5D-B1C5-2ED7-AE15-1EDE0FD5F041}"/>
                </a:ext>
              </a:extLst>
            </p:cNvPr>
            <p:cNvSpPr/>
            <p:nvPr/>
          </p:nvSpPr>
          <p:spPr>
            <a:xfrm>
              <a:off x="1546905" y="5408224"/>
              <a:ext cx="900000" cy="324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5707DAD9-B4B2-2B5C-9E40-3BCC30845CE3}"/>
                </a:ext>
              </a:extLst>
            </p:cNvPr>
            <p:cNvSpPr/>
            <p:nvPr/>
          </p:nvSpPr>
          <p:spPr>
            <a:xfrm>
              <a:off x="2483319" y="5408224"/>
              <a:ext cx="2448000" cy="324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DDDFFFA-1C90-5C57-56A3-EE474FEB58B2}"/>
                </a:ext>
              </a:extLst>
            </p:cNvPr>
            <p:cNvSpPr/>
            <p:nvPr/>
          </p:nvSpPr>
          <p:spPr>
            <a:xfrm>
              <a:off x="1546905" y="5768236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B468EA96-C86B-A1BF-94F3-C95E0DFB999B}"/>
                </a:ext>
              </a:extLst>
            </p:cNvPr>
            <p:cNvSpPr/>
            <p:nvPr/>
          </p:nvSpPr>
          <p:spPr>
            <a:xfrm>
              <a:off x="2483319" y="5768236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CA15EEC8-A1ED-1142-3C05-CE4767251787}"/>
                </a:ext>
              </a:extLst>
            </p:cNvPr>
            <p:cNvSpPr/>
            <p:nvPr/>
          </p:nvSpPr>
          <p:spPr>
            <a:xfrm>
              <a:off x="4965161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DDC1911-12DB-779E-F9F1-FCDD9DB16F5E}"/>
                </a:ext>
              </a:extLst>
            </p:cNvPr>
            <p:cNvSpPr/>
            <p:nvPr/>
          </p:nvSpPr>
          <p:spPr>
            <a:xfrm>
              <a:off x="5901576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D33E7D96-EB93-E07B-D5AF-E4EF4975C15C}"/>
                </a:ext>
              </a:extLst>
            </p:cNvPr>
            <p:cNvSpPr/>
            <p:nvPr/>
          </p:nvSpPr>
          <p:spPr>
            <a:xfrm>
              <a:off x="4965161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B931581A-8047-A561-661A-0419EB8946D0}"/>
                </a:ext>
              </a:extLst>
            </p:cNvPr>
            <p:cNvSpPr/>
            <p:nvPr/>
          </p:nvSpPr>
          <p:spPr>
            <a:xfrm>
              <a:off x="5901575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2F907800-3354-508A-6CA8-CB2BFF188291}"/>
                </a:ext>
              </a:extLst>
            </p:cNvPr>
            <p:cNvSpPr/>
            <p:nvPr/>
          </p:nvSpPr>
          <p:spPr>
            <a:xfrm>
              <a:off x="4965161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62248135-DC97-5E9B-A4E6-9DFFD1CBC8BA}"/>
                </a:ext>
              </a:extLst>
            </p:cNvPr>
            <p:cNvSpPr/>
            <p:nvPr/>
          </p:nvSpPr>
          <p:spPr>
            <a:xfrm>
              <a:off x="5901575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244FAC79-CAB8-D959-9403-48F33F8D1F30}"/>
                </a:ext>
              </a:extLst>
            </p:cNvPr>
            <p:cNvSpPr/>
            <p:nvPr/>
          </p:nvSpPr>
          <p:spPr>
            <a:xfrm>
              <a:off x="4965161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D8CADA0E-A2BE-23D0-6F15-20F132CB8FB2}"/>
                </a:ext>
              </a:extLst>
            </p:cNvPr>
            <p:cNvSpPr/>
            <p:nvPr/>
          </p:nvSpPr>
          <p:spPr>
            <a:xfrm>
              <a:off x="5901575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C4B987D8-76AD-771A-EE1A-544930EA63C7}"/>
                </a:ext>
              </a:extLst>
            </p:cNvPr>
            <p:cNvSpPr/>
            <p:nvPr/>
          </p:nvSpPr>
          <p:spPr>
            <a:xfrm>
              <a:off x="8381712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55909537-8CAA-8278-043E-AAEB9A75F9B5}"/>
                </a:ext>
              </a:extLst>
            </p:cNvPr>
            <p:cNvSpPr/>
            <p:nvPr/>
          </p:nvSpPr>
          <p:spPr>
            <a:xfrm>
              <a:off x="9318127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CA8BED3A-D279-66FA-4CE1-7942D6B594AB}"/>
                </a:ext>
              </a:extLst>
            </p:cNvPr>
            <p:cNvSpPr/>
            <p:nvPr/>
          </p:nvSpPr>
          <p:spPr>
            <a:xfrm>
              <a:off x="8381712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434D755E-E22D-298B-1B7E-785CD3627983}"/>
                </a:ext>
              </a:extLst>
            </p:cNvPr>
            <p:cNvSpPr/>
            <p:nvPr/>
          </p:nvSpPr>
          <p:spPr>
            <a:xfrm>
              <a:off x="9318126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四角形: 角を丸くする 43">
              <a:extLst>
                <a:ext uri="{FF2B5EF4-FFF2-40B4-BE49-F238E27FC236}">
                  <ns2:creationId id="{C6E917F7-36EE-98F8-6E5C-370CCA2732AD}"/>
                </a:ext>
              </a:extLst>
            </p:cNvPr>
            <p:cNvSpPr/>
            <p:nvPr/>
          </p:nvSpPr>
          <p:spPr>
            <a:xfrm>
              <a:off x="8381712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05CFE67F-B686-F437-8F7D-8B7752E23A81}"/>
                </a:ext>
              </a:extLst>
            </p:cNvPr>
            <p:cNvSpPr/>
            <p:nvPr/>
          </p:nvSpPr>
          <p:spPr>
            <a:xfrm>
              <a:off x="9318126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0DA0B3C1-339F-4B9F-8BD3-AA5BDF2A7034}"/>
                </a:ext>
              </a:extLst>
            </p:cNvPr>
            <p:cNvSpPr/>
            <p:nvPr/>
          </p:nvSpPr>
          <p:spPr>
            <a:xfrm>
              <a:off x="8381712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85A7C22C-F5FE-6C00-C1DE-719459A20E98}"/>
                </a:ext>
              </a:extLst>
            </p:cNvPr>
            <p:cNvSpPr/>
            <p:nvPr/>
          </p:nvSpPr>
          <p:spPr>
            <a:xfrm>
              <a:off x="9318126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5AC4D0B9-3654-4AAA-9B8C-4CAEC8383652}"/>
                </a:ext>
              </a:extLst>
            </p:cNvPr>
            <p:cNvGrpSpPr/>
            <p:nvPr/>
          </p:nvGrpSpPr>
          <p:grpSpPr>
            <a:xfrm>
              <a:off x="2483319" y="4202196"/>
              <a:ext cx="9275268" cy="1548034"/>
              <a:chOff x="2483319" y="4197116"/>
              <a:chExt cx="9275268" cy="1548034"/>
            </a:xfrm>
          </p:grpSpPr>
          <p:grpSp>
            <p:nvGrpSpPr>
              <p:cNvPr id="87" name="グループ化 86">
                <a:extLst>
                  <a:ext uri="{FF2B5EF4-FFF2-40B4-BE49-F238E27FC236}">
                    <ns2:creationId id="{C770B4CD-1A0D-E6F3-78DE-11C3CF45BFF0}"/>
                  </a:ext>
                </a:extLst>
              </p:cNvPr>
              <p:cNvGrpSpPr/>
              <p:nvPr/>
            </p:nvGrpSpPr>
            <p:grpSpPr>
              <a:xfrm>
                <a:off x="2483319" y="4197116"/>
                <a:ext cx="2448000" cy="1548034"/>
                <a:chOff x="2483319" y="4197116"/>
                <a:chExt cx="2448000" cy="1548034"/>
              </a:xfrm>
            </p:grpSpPr>
            <p:cxnSp>
              <p:nvCxnSpPr>
                <p:cNvPr id="63" name="直線コネクタ 62">
                  <a:extLst>
                    <a:ext uri="{FF2B5EF4-FFF2-40B4-BE49-F238E27FC236}">
                      <ns2:creationId id="{D1DD335D-9FFF-508A-CF10-1D4C27EE3A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773127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線コネクタ 65">
                  <a:extLst>
                    <a:ext uri="{FF2B5EF4-FFF2-40B4-BE49-F238E27FC236}">
                      <ns2:creationId id="{A9875CB9-0BC5-0E1E-6CE4-16F9F5174B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38389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コネクタ 66">
                  <a:extLst>
                    <a:ext uri="{FF2B5EF4-FFF2-40B4-BE49-F238E27FC236}">
                      <ns2:creationId id="{B4910274-FBE4-32B0-3763-1F2500ACA3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74515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線コネクタ 79">
                  <a:extLst>
                    <a:ext uri="{FF2B5EF4-FFF2-40B4-BE49-F238E27FC236}">
                      <ns2:creationId id="{08123AD5-20D7-0E63-C53E-DCFFAAFB45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" name="グループ化 85">
                <a:extLst>
                  <a:ext uri="{FF2B5EF4-FFF2-40B4-BE49-F238E27FC236}">
                    <ns2:creationId id="{BEFB95E3-A8A8-6015-FF01-C5F8AB778406}"/>
                  </a:ext>
                </a:extLst>
              </p:cNvPr>
              <p:cNvGrpSpPr/>
              <p:nvPr/>
            </p:nvGrpSpPr>
            <p:grpSpPr>
              <a:xfrm>
                <a:off x="5897805" y="4197116"/>
                <a:ext cx="2448000" cy="1187928"/>
                <a:chOff x="5897805" y="4197116"/>
                <a:chExt cx="2448000" cy="1187928"/>
              </a:xfrm>
            </p:grpSpPr>
            <p:cxnSp>
              <p:nvCxnSpPr>
                <p:cNvPr id="70" name="直線コネクタ 69">
                  <a:extLst>
                    <a:ext uri="{FF2B5EF4-FFF2-40B4-BE49-F238E27FC236}">
                      <ns2:creationId id="{6EAFF27B-A7B0-6B89-5FE8-CB071192F2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453B6515-B4EF-6CD0-143D-608B665C01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6FCB4B7D-BEC7-F5D1-C40A-F24DDC80B7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15D65683-67F5-04AF-7F32-47A122B074A9}"/>
                  </a:ext>
                </a:extLst>
              </p:cNvPr>
              <p:cNvGrpSpPr/>
              <p:nvPr/>
            </p:nvGrpSpPr>
            <p:grpSpPr>
              <a:xfrm>
                <a:off x="9310587" y="4197116"/>
                <a:ext cx="2448000" cy="1187928"/>
                <a:chOff x="9310587" y="4197116"/>
                <a:chExt cx="2448000" cy="1187928"/>
              </a:xfrm>
            </p:grpSpPr>
            <p:cxnSp>
              <p:nvCxnSpPr>
                <p:cNvPr id="74" name="直線コネクタ 73">
                  <a:extLst>
                    <a:ext uri="{FF2B5EF4-FFF2-40B4-BE49-F238E27FC236}">
                      <ns2:creationId id="{F93FC4C8-1ECF-2054-7D40-C3B7A6AD5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06EE2A7E-AA35-64F3-BA29-928A3AB9AA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線コネクタ 83">
                  <a:extLst>
                    <a:ext uri="{FF2B5EF4-FFF2-40B4-BE49-F238E27FC236}">
                      <ns2:creationId id="{83B3A943-8EEA-5C61-CCEC-2EEB0AC05A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2" name="グループ化 101">
              <a:extLst>
                <a:ext uri="{FF2B5EF4-FFF2-40B4-BE49-F238E27FC236}">
                  <ns2:creationId id="{C9BBEC25-83AB-7A61-6775-8115095DF7F7}"/>
                </a:ext>
              </a:extLst>
            </p:cNvPr>
            <p:cNvGrpSpPr/>
            <p:nvPr/>
          </p:nvGrpSpPr>
          <p:grpSpPr>
            <a:xfrm>
              <a:off x="1546903" y="3908042"/>
              <a:ext cx="10221345" cy="0"/>
              <a:chOff x="1546903" y="3906237"/>
              <a:chExt cx="10221345" cy="0"/>
            </a:xfrm>
          </p:grpSpPr>
          <p:cxnSp>
            <p:nvCxnSpPr>
              <p:cNvPr id="91" name="直線コネクタ 90">
                <a:extLst>
                  <a:ext uri="{FF2B5EF4-FFF2-40B4-BE49-F238E27FC236}">
                    <ns2:creationId id="{FA9DC7E0-EF78-8FB0-C7CA-6CFC8DF534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6903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BD34D8B6-115B-DDE7-9553-6CB7A5E75E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5576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CA10F258-64DC-2ACD-6C8B-2BD4B6660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4248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C5E0B21B-67EF-2D8D-EB1F-AE623F7B7388}"/>
                </a:ext>
              </a:extLst>
            </p:cNvPr>
            <p:cNvGrpSpPr/>
            <p:nvPr/>
          </p:nvGrpSpPr>
          <p:grpSpPr>
            <a:xfrm>
              <a:off x="334962" y="3932191"/>
              <a:ext cx="1152000" cy="2376000"/>
              <a:chOff x="334962" y="3927111"/>
              <a:chExt cx="1152000" cy="2376000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73927A3F-FC58-3107-0AB2-DC7FBDD959EF}"/>
                  </a:ext>
                </a:extLst>
              </p:cNvPr>
              <p:cNvSpPr/>
              <p:nvPr/>
            </p:nvSpPr>
            <p:spPr>
              <a:xfrm>
                <a:off x="334962" y="3927111"/>
                <a:ext cx="1152000" cy="2376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" name="グラフィックス 37" descr="電球と鉛筆 単色塗りつぶし">
                <a:extLst>
                  <a:ext uri="{FF2B5EF4-FFF2-40B4-BE49-F238E27FC236}">
                    <ns2:creationId id="{9124F610-1713-3007-6FBF-EE48477C02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2962" y="5979110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9" name="グループ化 48">
              <a:extLst>
                <a:ext uri="{FF2B5EF4-FFF2-40B4-BE49-F238E27FC236}">
                  <ns2:creationId id="{0574F838-BC75-9951-6C92-B041E1447F64}"/>
                </a:ext>
              </a:extLst>
            </p:cNvPr>
            <p:cNvGrpSpPr/>
            <p:nvPr/>
          </p:nvGrpSpPr>
          <p:grpSpPr>
            <a:xfrm>
              <a:off x="334962" y="3561359"/>
              <a:ext cx="1152000" cy="324000"/>
              <a:chOff x="334962" y="3561359"/>
              <a:chExt cx="1152000" cy="324000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930B0356-9715-D443-F5D8-9FC6E93A9737}"/>
                  </a:ext>
                </a:extLst>
              </p:cNvPr>
              <p:cNvSpPr/>
              <p:nvPr/>
            </p:nvSpPr>
            <p:spPr>
              <a:xfrm>
                <a:off x="334962" y="3561359"/>
                <a:ext cx="1152000" cy="324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8" name="グラフィックス 47" descr="追加 単色塗りつぶし">
                <a:extLst>
                  <a:ext uri="{FF2B5EF4-FFF2-40B4-BE49-F238E27FC236}">
                    <ns2:creationId id="{9C5A26FE-6B09-58DA-D516-A99067171C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70962" y="3669359"/>
                <a:ext cx="216000" cy="21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40145308"/>
      </p:ext>
    </p:extLst>
  </p:cSld>
  <p:clrMapOvr>
    <a:masterClrMapping/>
  </p:clrMapOvr>
</p:sld>
</file>

<file path=ppt/slides/slide23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 err="1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  <a:endParaRPr kumimoji="1" lang="en-US" altLang="ja-JP" dirty="0"/>
          </a:p>
        </p:txBody>
      </p:sp>
      <p:grpSp>
        <p:nvGrpSpPr>
          <p:cNvPr id="8" name="グループ化 7">
            <a:extLst>
              <a:ext uri="{FF2B5EF4-FFF2-40B4-BE49-F238E27FC236}">
                <ns2:creationId id="{617308A5-FD3A-F8D0-804E-165C12713FD6}"/>
              </a:ext>
            </a:extLst>
          </p:cNvPr>
          <p:cNvGrpSpPr/>
          <p:nvPr/>
        </p:nvGrpSpPr>
        <p:grpSpPr>
          <a:xfrm>
            <a:off x="334963" y="1626669"/>
            <a:ext cx="11522074" cy="4679301"/>
            <a:chOff x="334963" y="1626669"/>
            <a:chExt cx="11522074" cy="4679301"/>
          </a:xfrm>
        </p:grpSpPr>
        <p:grpSp>
          <p:nvGrpSpPr>
            <p:cNvPr id="7" name="グループ化 6">
              <a:extLst>
                <a:ext uri="{FF2B5EF4-FFF2-40B4-BE49-F238E27FC236}">
                  <ns2:creationId id="{1E39662A-E148-168E-30F3-21B137017B83}"/>
                </a:ext>
              </a:extLst>
            </p:cNvPr>
            <p:cNvGrpSpPr/>
            <p:nvPr/>
          </p:nvGrpSpPr>
          <p:grpSpPr>
            <a:xfrm>
              <a:off x="334963" y="5621970"/>
              <a:ext cx="11522074" cy="684000"/>
              <a:chOff x="334963" y="5621970"/>
              <a:chExt cx="11522074" cy="684000"/>
            </a:xfrm>
          </p:grpSpPr>
          <p:sp>
            <p:nvSpPr>
              <p:cNvPr id="10" name="Richtungspfeil 1">
                <a:extLst>
                  <a:ext uri="{FF2B5EF4-FFF2-40B4-BE49-F238E27FC236}">
                    <ns2:creationId id="{EF64C369-7E47-C468-6F6C-68A3BC62D293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34963" y="5621970"/>
                <a:ext cx="2773997" cy="684000"/>
              </a:xfrm>
              <a:prstGeom prst="homePlate">
                <a:avLst>
                  <a:gd name="adj" fmla="val 30640"/>
                </a:avLst>
              </a:prstGeom>
              <a:solidFill>
                <a:schemeClr val="accent5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432000" tIns="0" rIns="90000" bIns="720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ja-JP" sz="2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Richtungspfeil 1">
                <a:extLst>
                  <a:ext uri="{FF2B5EF4-FFF2-40B4-BE49-F238E27FC236}">
                    <ns2:creationId id="{E4EE482C-32BA-A178-FB38-896CD42E4573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 bwMode="auto">
              <a:xfrm>
                <a:off x="343996" y="5621970"/>
                <a:ext cx="11513041" cy="68400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lIns="2448000" tIns="46800" rIns="90000" bIns="46800" anchor="ctr" anchorCtr="1"/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lvl="0"/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熱望 単色塗りつぶし">
                <a:extLst>
                  <a:ext uri="{FF2B5EF4-FFF2-40B4-BE49-F238E27FC236}">
                    <ns2:creationId id="{DEB90283-7F11-FD41-78BA-CAABE90C05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2458" y="5693970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3" name="グループ化 2">
              <a:extLst>
                <a:ext uri="{FF2B5EF4-FFF2-40B4-BE49-F238E27FC236}">
                  <ns2:creationId id="{792F643A-C24E-97D7-8E7A-3987380095D4}"/>
                </a:ext>
              </a:extLst>
            </p:cNvPr>
            <p:cNvGrpSpPr/>
            <p:nvPr/>
          </p:nvGrpSpPr>
          <p:grpSpPr>
            <a:xfrm>
              <a:off x="337218" y="1626669"/>
              <a:ext cx="11509498" cy="725989"/>
              <a:chOff x="337218" y="1626669"/>
              <a:chExt cx="11509498" cy="725989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56C0160D-66B1-A8B6-4D26-2D91BEC81EE0}"/>
                  </a:ext>
                </a:extLst>
              </p:cNvPr>
              <p:cNvSpPr/>
              <p:nvPr/>
            </p:nvSpPr>
            <p:spPr>
              <a:xfrm>
                <a:off x="337218" y="1640586"/>
                <a:ext cx="11509498" cy="712072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BA369682-B8CB-1768-52D9-C14E322297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5031" y="1708622"/>
                <a:ext cx="0" cy="576000"/>
              </a:xfrm>
              <a:prstGeom prst="line">
                <a:avLst/>
              </a:prstGeom>
              <a:ln w="38100">
                <a:solidFill>
                  <a:schemeClr val="accent5">
                    <a:alpha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965E1EB6-96BA-1506-ECDB-43EF734DF237}"/>
                  </a:ext>
                </a:extLst>
              </p:cNvPr>
              <p:cNvSpPr txBox="1"/>
              <p:nvPr/>
            </p:nvSpPr>
            <p:spPr>
              <a:xfrm>
                <a:off x="2252252" y="1626669"/>
                <a:ext cx="9519445" cy="720000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B5DB5F7-9564-8D7E-87D6-0B6E555DB2C8}"/>
                </a:ext>
              </a:extLst>
            </p:cNvPr>
            <p:cNvGrpSpPr/>
            <p:nvPr/>
          </p:nvGrpSpPr>
          <p:grpSpPr>
            <a:xfrm>
              <a:off x="334963" y="2519593"/>
              <a:ext cx="3780000" cy="3024054"/>
              <a:chOff x="334963" y="2519593"/>
              <a:chExt cx="3780000" cy="3024054"/>
            </a:xfrm>
          </p:grpSpPr>
          <p:sp>
            <p:nvSpPr>
              <p:cNvPr id="84" name="正方形/長方形 83">
                <a:extLst>
                  <a:ext uri="{FF2B5EF4-FFF2-40B4-BE49-F238E27FC236}">
                    <ns2:creationId id="{E657FA79-608D-5187-E432-E1E08CF19BB7}"/>
                  </a:ext>
                </a:extLst>
              </p:cNvPr>
              <p:cNvSpPr/>
              <p:nvPr/>
            </p:nvSpPr>
            <p:spPr>
              <a:xfrm>
                <a:off x="334963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buNone/>
                </a:pP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四角形: 角を丸くする 85">
                <a:extLst>
                  <a:ext uri="{FF2B5EF4-FFF2-40B4-BE49-F238E27FC236}">
                    <ns2:creationId id="{D05A95C2-487F-3EA0-711C-653D34B8C7CA}"/>
                  </a:ext>
                </a:extLst>
              </p:cNvPr>
              <p:cNvSpPr/>
              <p:nvPr/>
            </p:nvSpPr>
            <p:spPr>
              <a:xfrm>
                <a:off x="540327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7AF0F505-8A35-8447-F8E2-E1810C4EFB48}"/>
                  </a:ext>
                </a:extLst>
              </p:cNvPr>
              <p:cNvSpPr/>
              <p:nvPr/>
            </p:nvSpPr>
            <p:spPr>
              <a:xfrm>
                <a:off x="334963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7" name="直線矢印コネクタ 26">
                <a:extLst>
                  <a:ext uri="{FF2B5EF4-FFF2-40B4-BE49-F238E27FC236}">
                    <ns2:creationId id="{E5BBECA9-B5DC-B714-DB8E-F97DC67102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3327" y="3455471"/>
                <a:ext cx="0" cy="1800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楕円 30">
                <a:extLst>
                  <a:ext uri="{FF2B5EF4-FFF2-40B4-BE49-F238E27FC236}">
                    <ns2:creationId id="{D013AA4A-16EF-B47E-C4FA-6D2D7F0315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62033" y="5274647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楕円 31">
                <a:extLst>
                  <a:ext uri="{FF2B5EF4-FFF2-40B4-BE49-F238E27FC236}">
                    <ns2:creationId id="{46A69E7D-0F8B-7303-96B1-80AD8A7D0B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3623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639D58D3-C247-3683-C65E-DA9633C0BC82}"/>
                  </a:ext>
                </a:extLst>
              </p:cNvPr>
              <p:cNvGrpSpPr/>
              <p:nvPr/>
            </p:nvGrpSpPr>
            <p:grpSpPr>
              <a:xfrm>
                <a:off x="572472" y="3443590"/>
                <a:ext cx="3502994" cy="468000"/>
                <a:chOff x="572472" y="3462840"/>
                <a:chExt cx="3502994" cy="46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10DD2338-7B6C-FD50-B7C2-3350A139092E}"/>
                    </a:ext>
                  </a:extLst>
                </p:cNvPr>
                <p:cNvSpPr/>
                <p:nvPr/>
              </p:nvSpPr>
              <p:spPr>
                <a:xfrm>
                  <a:off x="1088596" y="346284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E9A447E6-6DD5-4F90-B00B-A9C530CCB245}"/>
                    </a:ext>
                  </a:extLst>
                </p:cNvPr>
                <p:cNvSpPr/>
                <p:nvPr/>
              </p:nvSpPr>
              <p:spPr>
                <a:xfrm>
                  <a:off x="572472" y="346284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FDA10C71-0A65-0713-7413-6954289F7AB5}"/>
                  </a:ext>
                </a:extLst>
              </p:cNvPr>
              <p:cNvGrpSpPr/>
              <p:nvPr/>
            </p:nvGrpSpPr>
            <p:grpSpPr>
              <a:xfrm>
                <a:off x="572472" y="3935623"/>
                <a:ext cx="3502994" cy="828000"/>
                <a:chOff x="572472" y="3940206"/>
                <a:chExt cx="3502994" cy="828000"/>
              </a:xfrm>
            </p:grpSpPr>
            <p:sp>
              <p:nvSpPr>
                <p:cNvPr id="35" name="正方形/長方形 34">
                  <a:extLst>
                    <a:ext uri="{FF2B5EF4-FFF2-40B4-BE49-F238E27FC236}">
                      <ns2:creationId id="{DDBDDB4E-6CF1-B8F6-6EF5-CD9EC498D410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82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DE196A8-6B81-2F2B-7457-F2BDBB13B48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828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0E0C5059-C514-D225-C695-99F69D093C97}"/>
                  </a:ext>
                </a:extLst>
              </p:cNvPr>
              <p:cNvGrpSpPr/>
              <p:nvPr/>
            </p:nvGrpSpPr>
            <p:grpSpPr>
              <a:xfrm>
                <a:off x="572472" y="4787656"/>
                <a:ext cx="3502994" cy="468000"/>
                <a:chOff x="572472" y="4768406"/>
                <a:chExt cx="3502994" cy="468000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A1889262-04A9-B70A-2DF2-13F86AE8ED6C}"/>
                    </a:ext>
                  </a:extLst>
                </p:cNvPr>
                <p:cNvSpPr/>
                <p:nvPr/>
              </p:nvSpPr>
              <p:spPr>
                <a:xfrm>
                  <a:off x="1088596" y="4768406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B4962194-8E7A-809F-C888-147F072F9FF0}"/>
                    </a:ext>
                  </a:extLst>
                </p:cNvPr>
                <p:cNvSpPr/>
                <p:nvPr/>
              </p:nvSpPr>
              <p:spPr>
                <a:xfrm>
                  <a:off x="572472" y="4768406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" name="楕円 39">
                <a:extLst>
                  <a:ext uri="{FF2B5EF4-FFF2-40B4-BE49-F238E27FC236}">
                    <ns2:creationId id="{698B0433-5CFC-96C3-61A6-7FAD28E1F6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295623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楕円 41">
                <a:extLst>
                  <a:ext uri="{FF2B5EF4-FFF2-40B4-BE49-F238E27FC236}">
                    <ns2:creationId id="{2F8DBD45-8890-22F5-A703-0F8976796D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96765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7054B387-F8AC-1683-F948-23DB48872E4F}"/>
                  </a:ext>
                </a:extLst>
              </p:cNvPr>
              <p:cNvSpPr/>
              <p:nvPr/>
            </p:nvSpPr>
            <p:spPr>
              <a:xfrm>
                <a:off x="572472" y="5279173"/>
                <a:ext cx="3502994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5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9289BD85-55A3-D79D-774F-9D85B2C0B44E}"/>
                </a:ext>
              </a:extLst>
            </p:cNvPr>
            <p:cNvGrpSpPr/>
            <p:nvPr/>
          </p:nvGrpSpPr>
          <p:grpSpPr>
            <a:xfrm>
              <a:off x="4213947" y="2519593"/>
              <a:ext cx="3780000" cy="3024054"/>
              <a:chOff x="4213947" y="2519593"/>
              <a:chExt cx="3780000" cy="3024054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95AF604E-F7A8-88CA-AFE6-00A5A7AFF486}"/>
                  </a:ext>
                </a:extLst>
              </p:cNvPr>
              <p:cNvSpPr/>
              <p:nvPr/>
            </p:nvSpPr>
            <p:spPr>
              <a:xfrm>
                <a:off x="4213947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939E42B0-1EC7-8760-AE9E-9CFD2F07911C}"/>
                  </a:ext>
                </a:extLst>
              </p:cNvPr>
              <p:cNvSpPr/>
              <p:nvPr/>
            </p:nvSpPr>
            <p:spPr>
              <a:xfrm>
                <a:off x="4419311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FC16FF5-0306-CED4-1B0D-F88EBB775F0B}"/>
                  </a:ext>
                </a:extLst>
              </p:cNvPr>
              <p:cNvSpPr/>
              <p:nvPr/>
            </p:nvSpPr>
            <p:spPr>
              <a:xfrm>
                <a:off x="4213947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矢印コネクタ 46">
                <a:extLst>
                  <a:ext uri="{FF2B5EF4-FFF2-40B4-BE49-F238E27FC236}">
                    <ns2:creationId id="{AB7E8ECA-73FD-9FFB-EC14-B77B020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40384" y="3455471"/>
                <a:ext cx="0" cy="1656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楕円 47">
                <a:extLst>
                  <a:ext uri="{FF2B5EF4-FFF2-40B4-BE49-F238E27FC236}">
                    <ns2:creationId id="{1517F750-6094-47DF-8069-6D73636A8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3650205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6" name="グループ化 75">
                <a:extLst>
                  <a:ext uri="{FF2B5EF4-FFF2-40B4-BE49-F238E27FC236}">
                    <ns2:creationId id="{F61A0EF5-0602-9ED0-36E2-3110DAD61A2F}"/>
                  </a:ext>
                </a:extLst>
              </p:cNvPr>
              <p:cNvGrpSpPr/>
              <p:nvPr/>
            </p:nvGrpSpPr>
            <p:grpSpPr>
              <a:xfrm>
                <a:off x="4449529" y="3443590"/>
                <a:ext cx="3502994" cy="468000"/>
                <a:chOff x="4449529" y="3443590"/>
                <a:chExt cx="3502994" cy="468000"/>
              </a:xfrm>
            </p:grpSpPr>
            <p:sp>
              <p:nvSpPr>
                <p:cNvPr id="50" name="正方形/長方形 49">
                  <a:extLst>
                    <a:ext uri="{FF2B5EF4-FFF2-40B4-BE49-F238E27FC236}">
                      <ns2:creationId id="{A4D4A517-A03F-BF48-4AF1-D38FFB6B7BFA}"/>
                    </a:ext>
                  </a:extLst>
                </p:cNvPr>
                <p:cNvSpPr/>
                <p:nvPr/>
              </p:nvSpPr>
              <p:spPr>
                <a:xfrm>
                  <a:off x="4965653" y="344359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45987844-99CC-A5F9-2C95-A5CB0691D7FC}"/>
                    </a:ext>
                  </a:extLst>
                </p:cNvPr>
                <p:cNvSpPr/>
                <p:nvPr/>
              </p:nvSpPr>
              <p:spPr>
                <a:xfrm>
                  <a:off x="4449529" y="344359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2" name="グループ化 51">
                <a:extLst>
                  <a:ext uri="{FF2B5EF4-FFF2-40B4-BE49-F238E27FC236}">
                    <ns2:creationId id="{4E47F8E1-3464-C549-8A58-7A62505E8AFB}"/>
                  </a:ext>
                </a:extLst>
              </p:cNvPr>
              <p:cNvGrpSpPr/>
              <p:nvPr/>
            </p:nvGrpSpPr>
            <p:grpSpPr>
              <a:xfrm>
                <a:off x="4449529" y="3935623"/>
                <a:ext cx="3502994" cy="720000"/>
                <a:chOff x="572472" y="3940206"/>
                <a:chExt cx="3502994" cy="720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FBC81097-4A91-DA6C-5EB1-17AF3E96DF87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830C8DED-11AD-859F-69EB-B30AE27848CF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01ECAE4-9C93-957E-924C-72D6C60DA54E}"/>
                  </a:ext>
                </a:extLst>
              </p:cNvPr>
              <p:cNvGrpSpPr/>
              <p:nvPr/>
            </p:nvGrpSpPr>
            <p:grpSpPr>
              <a:xfrm>
                <a:off x="4449529" y="4691406"/>
                <a:ext cx="3502994" cy="252000"/>
                <a:chOff x="4449529" y="4691406"/>
                <a:chExt cx="3502994" cy="252000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575477F6-A71A-6A31-9253-7A0168AF942C}"/>
                    </a:ext>
                  </a:extLst>
                </p:cNvPr>
                <p:cNvSpPr/>
                <p:nvPr/>
              </p:nvSpPr>
              <p:spPr>
                <a:xfrm>
                  <a:off x="4965653" y="4691406"/>
                  <a:ext cx="298687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9EDD0EE1-1760-3275-7B34-9DA522741D3F}"/>
                    </a:ext>
                  </a:extLst>
                </p:cNvPr>
                <p:cNvSpPr/>
                <p:nvPr/>
              </p:nvSpPr>
              <p:spPr>
                <a:xfrm>
                  <a:off x="4449529" y="4691406"/>
                  <a:ext cx="516121" cy="25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58" name="楕円 57">
                <a:extLst>
                  <a:ext uri="{FF2B5EF4-FFF2-40B4-BE49-F238E27FC236}">
                    <ns2:creationId id="{21F17004-097D-C5E1-5CF0-4E837E047B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235741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楕円 58">
                <a:extLst>
                  <a:ext uri="{FF2B5EF4-FFF2-40B4-BE49-F238E27FC236}">
                    <ns2:creationId id="{967299F0-724E-A77F-4253-C379C84F32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7634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楕円 59">
                <a:extLst>
                  <a:ext uri="{FF2B5EF4-FFF2-40B4-BE49-F238E27FC236}">
                    <ns2:creationId id="{76605C27-0FD4-B8F0-0F57-B28F2B6197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39090" y="5139896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8FF9AC6-3AED-338F-94CC-8BBCFD1E9D4E}"/>
                  </a:ext>
                </a:extLst>
              </p:cNvPr>
              <p:cNvSpPr/>
              <p:nvPr/>
            </p:nvSpPr>
            <p:spPr>
              <a:xfrm>
                <a:off x="4449529" y="4980798"/>
                <a:ext cx="3502994" cy="54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97CDC72B-38AA-06A4-0141-A1F956EB8A89}"/>
                </a:ext>
              </a:extLst>
            </p:cNvPr>
            <p:cNvGrpSpPr/>
            <p:nvPr/>
          </p:nvGrpSpPr>
          <p:grpSpPr>
            <a:xfrm>
              <a:off x="8074216" y="2519593"/>
              <a:ext cx="3780000" cy="3024054"/>
              <a:chOff x="8074216" y="2519593"/>
              <a:chExt cx="3780000" cy="3024054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74F082C-84AF-586C-5024-24EAA936BE22}"/>
                  </a:ext>
                </a:extLst>
              </p:cNvPr>
              <p:cNvSpPr/>
              <p:nvPr/>
            </p:nvSpPr>
            <p:spPr>
              <a:xfrm>
                <a:off x="8074216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B7D3B8B6-B16A-C8C4-E692-1C664A4CF271}"/>
                  </a:ext>
                </a:extLst>
              </p:cNvPr>
              <p:cNvSpPr/>
              <p:nvPr/>
            </p:nvSpPr>
            <p:spPr>
              <a:xfrm>
                <a:off x="8279580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E076E63-3561-E48B-859B-0732C05AC7CF}"/>
                  </a:ext>
                </a:extLst>
              </p:cNvPr>
              <p:cNvSpPr/>
              <p:nvPr/>
            </p:nvSpPr>
            <p:spPr>
              <a:xfrm>
                <a:off x="8074216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3" name="直線矢印コネクタ 62">
                <a:extLst>
                  <a:ext uri="{FF2B5EF4-FFF2-40B4-BE49-F238E27FC236}">
                    <ns2:creationId id="{3D5A43B0-C25A-8248-06AD-6DBD4561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7828" y="3455471"/>
                <a:ext cx="0" cy="1944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楕円 63">
                <a:extLst>
                  <a:ext uri="{FF2B5EF4-FFF2-40B4-BE49-F238E27FC236}">
                    <ns2:creationId id="{A93641C6-04E4-2EC0-92E1-B0EA0DA9BA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3821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28B12FEA-8A8A-9EF0-C408-07DA8624276D}"/>
                  </a:ext>
                </a:extLst>
              </p:cNvPr>
              <p:cNvSpPr/>
              <p:nvPr/>
            </p:nvSpPr>
            <p:spPr>
              <a:xfrm>
                <a:off x="8843097" y="3443590"/>
                <a:ext cx="2986870" cy="86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lvl="0" indent="-8731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0273DB88-0A79-8F08-DD73-7734001633A6}"/>
                  </a:ext>
                </a:extLst>
              </p:cNvPr>
              <p:cNvSpPr/>
              <p:nvPr/>
            </p:nvSpPr>
            <p:spPr>
              <a:xfrm>
                <a:off x="8326973" y="3443590"/>
                <a:ext cx="516121" cy="864000"/>
              </a:xfrm>
              <a:prstGeom prst="rect">
                <a:avLst/>
              </a:prstGeom>
              <a:solidFill>
                <a:schemeClr val="accent5">
                  <a:alpha val="5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7" name="グループ化 66">
                <a:extLst>
                  <a:ext uri="{FF2B5EF4-FFF2-40B4-BE49-F238E27FC236}">
                    <ns2:creationId id="{792EA248-7FB9-F6C0-05A0-4A776FE939D1}"/>
                  </a:ext>
                </a:extLst>
              </p:cNvPr>
              <p:cNvGrpSpPr/>
              <p:nvPr/>
            </p:nvGrpSpPr>
            <p:grpSpPr>
              <a:xfrm>
                <a:off x="8326973" y="4349506"/>
                <a:ext cx="3502994" cy="864000"/>
                <a:chOff x="572472" y="3940206"/>
                <a:chExt cx="3502994" cy="720000"/>
              </a:xfrm>
            </p:grpSpPr>
            <p:sp>
              <p:nvSpPr>
                <p:cNvPr id="68" name="正方形/長方形 67">
                  <a:extLst>
                    <a:ext uri="{FF2B5EF4-FFF2-40B4-BE49-F238E27FC236}">
                      <ns2:creationId id="{D0411407-E88E-5986-61E8-11C890BE640D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0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B85DE5B1-3296-BBEC-2A0B-63A750DE2C1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72" name="楕円 71">
                <a:extLst>
                  <a:ext uri="{FF2B5EF4-FFF2-40B4-BE49-F238E27FC236}">
                    <ns2:creationId id="{906B070B-3C3A-786D-00A5-8291AB442B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47275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4204197605"/>
      </p:ext>
    </p:extLst>
  </p:cSld>
  <p:clrMapOvr>
    <a:masterClrMapping/>
  </p:clrMapOvr>
</p:sld>
</file>

<file path=ppt/slides/slide2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FE1768-BBA7-4A50-669F-B6CF089E16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9FB583-8AFF-5F30-7DAE-2773C58475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  <a:r>
              <a:rPr kumimoji="1" lang="en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9E1B2DC4-5378-8C3D-0D31-92E6A074E5B4}"/>
              </a:ext>
            </a:extLst>
          </p:cNvPr>
          <p:cNvGrpSpPr/>
          <p:nvPr/>
        </p:nvGrpSpPr>
        <p:grpSpPr>
          <a:xfrm>
            <a:off x="334963" y="1642791"/>
            <a:ext cx="11526282" cy="4676332"/>
            <a:chOff x="334963" y="1642791"/>
            <a:chExt cx="11526282" cy="4676332"/>
          </a:xfrm>
        </p:grpSpPr>
        <p:cxnSp>
          <p:nvCxnSpPr>
            <p:cNvPr id="37" name="直線コネクタ 36">
              <a:extLst>
                <a:ext uri="{FF2B5EF4-FFF2-40B4-BE49-F238E27FC236}">
                  <ns2:creationId id="{524A71FB-A18E-10C1-8595-CA9D264DC632}"/>
                </a:ext>
              </a:extLst>
            </p:cNvPr>
            <p:cNvCxnSpPr/>
            <p:nvPr/>
          </p:nvCxnSpPr>
          <p:spPr>
            <a:xfrm>
              <a:off x="6856434" y="2120571"/>
              <a:ext cx="0" cy="1046324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B5EADBA3-7451-A4BE-9F6F-A1FE4E15AE6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3254239"/>
              <a:ext cx="0" cy="751001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29687019-D223-88AC-EE2A-D6A84431573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4093846"/>
              <a:ext cx="0" cy="1227738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4AE27743-37D5-34F4-2A91-3EE27D6198A2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5408930"/>
              <a:ext cx="0" cy="900000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638DA4FD-B478-2122-C919-8F500464404C}"/>
                </a:ext>
              </a:extLst>
            </p:cNvPr>
            <p:cNvCxnSpPr/>
            <p:nvPr/>
          </p:nvCxnSpPr>
          <p:spPr>
            <a:xfrm flipH="1">
              <a:off x="6856433" y="2570571"/>
              <a:ext cx="43200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カギ線コネクタ 76">
              <a:extLst>
                <a:ext uri="{FF2B5EF4-FFF2-40B4-BE49-F238E27FC236}">
                  <ns2:creationId id="{CD5A69D1-CB66-8911-9036-D131A036C1A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856433" y="3557209"/>
              <a:ext cx="432000" cy="1098376"/>
            </a:xfrm>
            <a:prstGeom prst="bentConnector3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フリーフォーム 85">
              <a:extLst>
                <a:ext uri="{FF2B5EF4-FFF2-40B4-BE49-F238E27FC236}">
                  <ns2:creationId id="{134C801B-0A62-B0DF-674D-1021FB23EB21}"/>
                </a:ext>
              </a:extLst>
            </p:cNvPr>
            <p:cNvSpPr/>
            <p:nvPr/>
          </p:nvSpPr>
          <p:spPr>
            <a:xfrm>
              <a:off x="6856433" y="4563533"/>
              <a:ext cx="432000" cy="1312334"/>
            </a:xfrm>
            <a:custGeom>
              <a:avLst/>
              <a:gdLst>
                <a:gd name="csX0" fmla="*/ 0 w 440267"/>
                <a:gd name="csY0" fmla="*/ 1312334 h 1312334"/>
                <a:gd name="csX1" fmla="*/ 0 w 440267"/>
                <a:gd name="csY1" fmla="*/ 1312334 h 1312334"/>
                <a:gd name="csX2" fmla="*/ 304800 w 440267"/>
                <a:gd name="csY2" fmla="*/ 1312334 h 1312334"/>
                <a:gd name="csX3" fmla="*/ 304800 w 440267"/>
                <a:gd name="csY3" fmla="*/ 0 h 1312334"/>
                <a:gd name="csX4" fmla="*/ 440267 w 440267"/>
                <a:gd name="csY4" fmla="*/ 0 h 1312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0267" h="1312334">
                  <a:moveTo>
                    <a:pt x="0" y="1312334"/>
                  </a:moveTo>
                  <a:lnTo>
                    <a:pt x="0" y="1312334"/>
                  </a:lnTo>
                  <a:lnTo>
                    <a:pt x="304800" y="1312334"/>
                  </a:lnTo>
                  <a:lnTo>
                    <a:pt x="304800" y="0"/>
                  </a:lnTo>
                  <a:lnTo>
                    <a:pt x="440267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sp>
          <p:nvSpPr>
            <p:cNvPr id="87" name="フリーフォーム 86">
              <a:extLst>
                <a:ext uri="{FF2B5EF4-FFF2-40B4-BE49-F238E27FC236}">
                  <ns2:creationId id="{097523F2-ADD8-F675-E952-442811A76F0A}"/>
                </a:ext>
              </a:extLst>
            </p:cNvPr>
            <p:cNvSpPr/>
            <p:nvPr/>
          </p:nvSpPr>
          <p:spPr>
            <a:xfrm>
              <a:off x="6856433" y="2794475"/>
              <a:ext cx="432000" cy="803304"/>
            </a:xfrm>
            <a:custGeom>
              <a:avLst/>
              <a:gdLst>
                <a:gd name="csX0" fmla="*/ 0 w 461473"/>
                <a:gd name="csY0" fmla="*/ 803304 h 803304"/>
                <a:gd name="csX1" fmla="*/ 128187 w 461473"/>
                <a:gd name="csY1" fmla="*/ 803304 h 803304"/>
                <a:gd name="csX2" fmla="*/ 128187 w 461473"/>
                <a:gd name="csY2" fmla="*/ 0 h 803304"/>
                <a:gd name="csX3" fmla="*/ 461473 w 461473"/>
                <a:gd name="csY3" fmla="*/ 0 h 8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1473" h="803304">
                  <a:moveTo>
                    <a:pt x="0" y="803304"/>
                  </a:moveTo>
                  <a:lnTo>
                    <a:pt x="128187" y="803304"/>
                  </a:lnTo>
                  <a:lnTo>
                    <a:pt x="128187" y="0"/>
                  </a:lnTo>
                  <a:lnTo>
                    <a:pt x="461473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4997333-195C-0B92-A1B5-1E687B43F69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35809"/>
              <a:ext cx="6443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テキスト ボックス 6">
              <a:extLst>
                <a:ext uri="{FF2B5EF4-FFF2-40B4-BE49-F238E27FC236}">
                  <ns2:creationId id="{2736FD4B-BB0E-F079-F7AE-0DA777DC53F9}"/>
                </a:ext>
              </a:extLst>
            </p:cNvPr>
            <p:cNvSpPr txBox="1"/>
            <p:nvPr/>
          </p:nvSpPr>
          <p:spPr>
            <a:xfrm>
              <a:off x="334963" y="1642791"/>
              <a:ext cx="6443075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 dirty="0">
                  <a:latin typeface="+mn-ea"/>
                </a:rPr>
                <a:t>XX</a:t>
              </a:r>
              <a:r>
                <a:rPr kumimoji="1" lang="en-US" altLang="ja-JP" dirty="0">
                  <a:latin typeface="+mn-ea"/>
                </a:rPr>
                <a:t> / </a:t>
              </a:r>
              <a:r>
                <a:rPr kumimoji="1" lang="ja-JP" altLang="en-US" dirty="0">
                  <a:latin typeface="+mn-ea"/>
                </a:rPr>
                <a:t>XX</a:t>
              </a:r>
              <a:endParaRPr kumimoji="1" lang="en-US" altLang="ja-JP" dirty="0">
                <a:latin typeface="+mn-ea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C67E388B-C9AF-2418-E802-2694EE745ABC}"/>
                </a:ext>
              </a:extLst>
            </p:cNvPr>
            <p:cNvSpPr/>
            <p:nvPr/>
          </p:nvSpPr>
          <p:spPr>
            <a:xfrm>
              <a:off x="1630039" y="2120571"/>
              <a:ext cx="5148000" cy="104632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7A12E95A-4AE4-D880-4FCB-D6A7C76AD3A5}"/>
                </a:ext>
              </a:extLst>
            </p:cNvPr>
            <p:cNvSpPr/>
            <p:nvPr/>
          </p:nvSpPr>
          <p:spPr>
            <a:xfrm>
              <a:off x="1630039" y="3254239"/>
              <a:ext cx="5147999" cy="75100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ECDBD60-E738-83F1-BF7C-1F69DD307BE0}"/>
                </a:ext>
              </a:extLst>
            </p:cNvPr>
            <p:cNvSpPr/>
            <p:nvPr/>
          </p:nvSpPr>
          <p:spPr>
            <a:xfrm>
              <a:off x="1630039" y="4093847"/>
              <a:ext cx="5147999" cy="12277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4FC60714-CB45-4F06-0642-701EEEBFBE00}"/>
                </a:ext>
              </a:extLst>
            </p:cNvPr>
            <p:cNvSpPr/>
            <p:nvPr/>
          </p:nvSpPr>
          <p:spPr>
            <a:xfrm>
              <a:off x="1630039" y="5408930"/>
              <a:ext cx="5147999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" name="直線コネクタ 27">
              <a:extLst>
                <a:ext uri="{FF2B5EF4-FFF2-40B4-BE49-F238E27FC236}">
                  <ns2:creationId id="{A20E55D4-9843-6127-841A-70B87030740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3210567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C4E4585A-647B-FD4C-D9C0-E20912145745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4049544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1E8BDF51-EBCD-B584-0F2B-FC11F0D7571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5365258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9" name="グラフィックス 88" descr="レンガ壁の建築 枠線">
              <a:extLst>
                <a:ext uri="{FF2B5EF4-FFF2-40B4-BE49-F238E27FC236}">
                  <ns2:creationId id="{6263DDFA-7303-E59B-60FB-F435D77FBB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66240" y="1672857"/>
              <a:ext cx="324000" cy="324000"/>
            </a:xfrm>
            <a:prstGeom prst="rect">
              <a:avLst/>
            </a:prstGeom>
          </p:spPr>
        </p:pic>
        <p:sp>
          <p:nvSpPr>
            <p:cNvPr id="10" name="正方形/長方形 9">
              <a:extLst>
                <a:ext uri="{FF2B5EF4-FFF2-40B4-BE49-F238E27FC236}">
                  <ns2:creationId id="{C8BF33BC-6F5B-7405-1858-BB534DF9D04C}"/>
                </a:ext>
              </a:extLst>
            </p:cNvPr>
            <p:cNvSpPr/>
            <p:nvPr/>
          </p:nvSpPr>
          <p:spPr>
            <a:xfrm>
              <a:off x="334963" y="2120574"/>
              <a:ext cx="1260000" cy="1046321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85">
              <a:extLst>
                <a:ext uri="{FF2B5EF4-FFF2-40B4-BE49-F238E27FC236}">
                  <ns2:creationId id="{B76AD727-45D8-65B6-DF36-61A6CF2DBAD0}"/>
                </a:ext>
              </a:extLst>
            </p:cNvPr>
            <p:cNvSpPr/>
            <p:nvPr/>
          </p:nvSpPr>
          <p:spPr>
            <a:xfrm>
              <a:off x="376350" y="2277259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4C58C12-655A-2762-7CE0-5359E3FA9149}"/>
                </a:ext>
              </a:extLst>
            </p:cNvPr>
            <p:cNvSpPr/>
            <p:nvPr/>
          </p:nvSpPr>
          <p:spPr>
            <a:xfrm>
              <a:off x="334963" y="3251657"/>
              <a:ext cx="1260000" cy="751002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85">
              <a:extLst>
                <a:ext uri="{FF2B5EF4-FFF2-40B4-BE49-F238E27FC236}">
                  <ns2:creationId id="{0B021DD6-0EFE-3942-D2F4-9B70AAC78191}"/>
                </a:ext>
              </a:extLst>
            </p:cNvPr>
            <p:cNvSpPr/>
            <p:nvPr/>
          </p:nvSpPr>
          <p:spPr>
            <a:xfrm>
              <a:off x="376350" y="3279912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24B0D62-2392-BCAF-35FD-D73273AAD129}"/>
                </a:ext>
              </a:extLst>
            </p:cNvPr>
            <p:cNvSpPr/>
            <p:nvPr/>
          </p:nvSpPr>
          <p:spPr>
            <a:xfrm>
              <a:off x="334963" y="4091264"/>
              <a:ext cx="1260000" cy="1227739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四角形: 角を丸くする 85">
              <a:extLst>
                <a:ext uri="{FF2B5EF4-FFF2-40B4-BE49-F238E27FC236}">
                  <ns2:creationId id="{E3597FFE-8C10-AE7D-80A7-5C5D4EE572E5}"/>
                </a:ext>
              </a:extLst>
            </p:cNvPr>
            <p:cNvSpPr/>
            <p:nvPr/>
          </p:nvSpPr>
          <p:spPr>
            <a:xfrm>
              <a:off x="376350" y="420969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4AC67FF-B605-51F1-9BCA-9C45392794C9}"/>
                </a:ext>
              </a:extLst>
            </p:cNvPr>
            <p:cNvSpPr/>
            <p:nvPr/>
          </p:nvSpPr>
          <p:spPr>
            <a:xfrm>
              <a:off x="342712" y="5408930"/>
              <a:ext cx="1260000" cy="900000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四角形: 角を丸くする 85">
              <a:extLst>
                <a:ext uri="{FF2B5EF4-FFF2-40B4-BE49-F238E27FC236}">
                  <ns2:creationId id="{B4293D87-517B-47BA-4092-63AD101A3789}"/>
                </a:ext>
              </a:extLst>
            </p:cNvPr>
            <p:cNvSpPr/>
            <p:nvPr/>
          </p:nvSpPr>
          <p:spPr>
            <a:xfrm>
              <a:off x="384099" y="546487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93" name="グラフィックス 92" descr="対象の人々 単色塗りつぶし">
              <a:extLst>
                <a:ext uri="{FF2B5EF4-FFF2-40B4-BE49-F238E27FC236}">
                  <ns2:creationId id="{BA0B165F-6ECF-C1EA-DE8D-4E872CC23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270962" y="2842894"/>
              <a:ext cx="324000" cy="324000"/>
            </a:xfrm>
            <a:prstGeom prst="rect">
              <a:avLst/>
            </a:prstGeom>
          </p:spPr>
        </p:pic>
        <p:pic>
          <p:nvPicPr>
            <p:cNvPr id="97" name="グラフィックス 96" descr="環状の矢印 単色塗りつぶし">
              <a:extLst>
                <a:ext uri="{FF2B5EF4-FFF2-40B4-BE49-F238E27FC236}">
                  <ns2:creationId id="{82176E51-DD0E-E118-4218-40C44341D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270962" y="5984930"/>
              <a:ext cx="324000" cy="324000"/>
            </a:xfrm>
            <a:prstGeom prst="rect">
              <a:avLst/>
            </a:prstGeom>
          </p:spPr>
        </p:pic>
        <p:pic>
          <p:nvPicPr>
            <p:cNvPr id="101" name="グラフィックス 100" descr="釣り合っていない天秤 単色塗りつぶし">
              <a:extLst>
                <a:ext uri="{FF2B5EF4-FFF2-40B4-BE49-F238E27FC236}">
                  <ns2:creationId id="{86593FBD-795B-A175-1EAF-DA2ACE707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270962" y="4995003"/>
              <a:ext cx="324000" cy="324000"/>
            </a:xfrm>
            <a:prstGeom prst="rect">
              <a:avLst/>
            </a:prstGeom>
          </p:spPr>
        </p:pic>
        <p:pic>
          <p:nvPicPr>
            <p:cNvPr id="103" name="グラフィックス 102" descr="在宅勤務デスク 単色塗りつぶし">
              <a:extLst>
                <a:ext uri="{FF2B5EF4-FFF2-40B4-BE49-F238E27FC236}">
                  <ns2:creationId id="{5DD8185D-5DB1-3E05-D2CD-3969842D2D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270962" y="3678659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コネクタ 33">
              <a:extLst>
                <a:ext uri="{FF2B5EF4-FFF2-40B4-BE49-F238E27FC236}">
                  <ns2:creationId id="{704848C4-4644-5A90-6466-01A9D0618793}"/>
                </a:ext>
              </a:extLst>
            </p:cNvPr>
            <p:cNvCxnSpPr>
              <a:cxnSpLocks/>
            </p:cNvCxnSpPr>
            <p:nvPr/>
          </p:nvCxnSpPr>
          <p:spPr>
            <a:xfrm>
              <a:off x="7288431" y="2035809"/>
              <a:ext cx="45728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A5609908-25A4-3B22-E46E-8252864D8F00}"/>
                </a:ext>
              </a:extLst>
            </p:cNvPr>
            <p:cNvSpPr txBox="1"/>
            <p:nvPr/>
          </p:nvSpPr>
          <p:spPr>
            <a:xfrm>
              <a:off x="7288431" y="1642791"/>
              <a:ext cx="4572813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>
                  <a:latin typeface="+mn-ea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F3A21A1-411F-BE48-471B-EE9A8D301EEE}"/>
                </a:ext>
              </a:extLst>
            </p:cNvPr>
            <p:cNvSpPr/>
            <p:nvPr/>
          </p:nvSpPr>
          <p:spPr>
            <a:xfrm>
              <a:off x="7288432" y="2120571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 marL="12700" lvl="1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A6003D7D-ED8E-12FC-2B8D-CE8831DB1198}"/>
                </a:ext>
              </a:extLst>
            </p:cNvPr>
            <p:cNvSpPr/>
            <p:nvPr/>
          </p:nvSpPr>
          <p:spPr>
            <a:xfrm>
              <a:off x="7288432" y="3107209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AC0330E-12E1-7632-2728-B321AC152E84}"/>
                </a:ext>
              </a:extLst>
            </p:cNvPr>
            <p:cNvSpPr/>
            <p:nvPr/>
          </p:nvSpPr>
          <p:spPr>
            <a:xfrm>
              <a:off x="7288432" y="4093847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4" name="グループ化 103">
              <a:extLst>
                <a:ext uri="{FF2B5EF4-FFF2-40B4-BE49-F238E27FC236}">
                  <ns2:creationId id="{4B21F3E8-AF8E-43C3-EFF5-DF26BF789A49}"/>
                </a:ext>
              </a:extLst>
            </p:cNvPr>
            <p:cNvGrpSpPr/>
            <p:nvPr/>
          </p:nvGrpSpPr>
          <p:grpSpPr>
            <a:xfrm>
              <a:off x="7288431" y="5096251"/>
              <a:ext cx="4572813" cy="252000"/>
              <a:chOff x="7288431" y="5080485"/>
              <a:chExt cx="4572813" cy="252000"/>
            </a:xfrm>
          </p:grpSpPr>
          <p:cxnSp>
            <p:nvCxnSpPr>
              <p:cNvPr id="46" name="直線コネクタ 31">
                <a:extLst>
                  <a:ext uri="{FF2B5EF4-FFF2-40B4-BE49-F238E27FC236}">
                    <ns2:creationId id="{EDD87325-AA98-EE1C-345A-2FBC264938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8431" y="5206485"/>
                <a:ext cx="4572813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2">
                <a:extLst>
                  <a:ext uri="{FF2B5EF4-FFF2-40B4-BE49-F238E27FC236}">
                    <ns2:creationId id="{0ADC62E6-7E93-59F4-20ED-938541E668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837" y="5080485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48" name="グラフィックス 111" descr="キャレットを下へ 枠線">
                <a:extLst>
                  <a:ext uri="{FF2B5EF4-FFF2-40B4-BE49-F238E27FC236}">
                    <ns2:creationId id="{D228A70C-9385-4DB9-D971-811F2A1B67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448837" y="5080485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49" name="正方形/長方形 48">
              <a:extLst>
                <a:ext uri="{FF2B5EF4-FFF2-40B4-BE49-F238E27FC236}">
                  <ns2:creationId id="{2E1F58CD-E4D9-CA27-260B-A2128CA5AA5A}"/>
                </a:ext>
              </a:extLst>
            </p:cNvPr>
            <p:cNvSpPr/>
            <p:nvPr/>
          </p:nvSpPr>
          <p:spPr>
            <a:xfrm>
              <a:off x="7288432" y="5419123"/>
              <a:ext cx="4572813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3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1" name="グラフィックス 90" descr="電球と鉛筆 枠線">
              <a:extLst>
                <a:ext uri="{FF2B5EF4-FFF2-40B4-BE49-F238E27FC236}">
                  <ns2:creationId id="{812C348C-0EC7-F555-B20D-18529E0557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902567" y="1672857"/>
              <a:ext cx="324000" cy="324000"/>
            </a:xfrm>
            <a:prstGeom prst="rect">
              <a:avLst/>
            </a:prstGeom>
          </p:spPr>
        </p:pic>
        <p:pic>
          <p:nvPicPr>
            <p:cNvPr id="106" name="グラフィックス 105" descr="警告 単色塗りつぶし">
              <a:extLst>
                <a:ext uri="{FF2B5EF4-FFF2-40B4-BE49-F238E27FC236}">
                  <ns2:creationId id="{835DA42C-A568-B8D5-AE0A-846B40968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393761" y="3125497"/>
              <a:ext cx="288000" cy="288000"/>
            </a:xfrm>
            <a:prstGeom prst="rect">
              <a:avLst/>
            </a:prstGeom>
          </p:spPr>
        </p:pic>
        <p:pic>
          <p:nvPicPr>
            <p:cNvPr id="110" name="グラフィックス 109" descr="パズルのピース 単色塗りつぶし">
              <a:extLst>
                <a:ext uri="{FF2B5EF4-FFF2-40B4-BE49-F238E27FC236}">
                  <ns2:creationId id="{B7B471D4-A47F-16DE-9610-988D686F75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393761" y="4112135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イラストレーター 単色塗りつぶし">
              <a:extLst>
                <a:ext uri="{FF2B5EF4-FFF2-40B4-BE49-F238E27FC236}">
                  <ns2:creationId id="{F6A52F76-47BE-A615-87C5-4A355D2EF4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393761" y="2138859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20202165"/>
      </p:ext>
    </p:extLst>
  </p:cSld>
  <p:clrMapOvr>
    <a:masterClrMapping/>
  </p:clrMapOvr>
</p:sld>
</file>

<file path=ppt/slides/slide2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7AD14EF-58CE-C2E7-2BFE-4CFD485E9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D7F927-566E-E145-1313-A7377659E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85F2D57-9BF2-326E-FF68-E0960E12CD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54CD168F-5A6A-EAD5-4C4F-0E16D34C2443}"/>
              </a:ext>
            </a:extLst>
          </p:cNvPr>
          <p:cNvGrpSpPr/>
          <p:nvPr/>
        </p:nvGrpSpPr>
        <p:grpSpPr>
          <a:xfrm>
            <a:off x="334962" y="1628775"/>
            <a:ext cx="11522076" cy="4679950"/>
            <a:chOff x="334962" y="1628775"/>
            <a:chExt cx="11522076" cy="4679950"/>
          </a:xfrm>
        </p:grpSpPr>
        <p:sp>
          <p:nvSpPr>
            <p:cNvPr id="149" name="正方形/長方形 148">
              <a:extLst>
                <a:ext uri="{FF2B5EF4-FFF2-40B4-BE49-F238E27FC236}">
                  <ns2:creationId id="{0BEF2AD7-1276-028C-EE1E-1D16A0BCC8E9}"/>
                </a:ext>
              </a:extLst>
            </p:cNvPr>
            <p:cNvSpPr/>
            <p:nvPr/>
          </p:nvSpPr>
          <p:spPr>
            <a:xfrm>
              <a:off x="969178" y="5793925"/>
              <a:ext cx="10886277" cy="514799"/>
            </a:xfrm>
            <a:prstGeom prst="rect">
              <a:avLst/>
            </a:prstGeom>
            <a:solidFill>
              <a:srgbClr val="C5E0B4">
                <a:alpha val="20000"/>
              </a:srgbClr>
            </a:solidFill>
            <a:ln w="190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endParaRPr lang="ja-JP" altLang="en-US" sz="1100">
                <a:solidFill>
                  <a:srgbClr val="575757">
                    <a:lumMod val="75000"/>
                  </a:srgbClr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C1DC9A3-519F-F8BE-0CC1-4EF3C05BD32F}"/>
                </a:ext>
              </a:extLst>
            </p:cNvPr>
            <p:cNvSpPr/>
            <p:nvPr/>
          </p:nvSpPr>
          <p:spPr>
            <a:xfrm>
              <a:off x="334962" y="1628775"/>
              <a:ext cx="553692" cy="900000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29D35EF-31A7-A0BB-E76F-3DD0BAE82929}"/>
                </a:ext>
              </a:extLst>
            </p:cNvPr>
            <p:cNvSpPr/>
            <p:nvPr/>
          </p:nvSpPr>
          <p:spPr>
            <a:xfrm>
              <a:off x="334964" y="2614818"/>
              <a:ext cx="553692" cy="1067921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5" name="グループ化 74">
              <a:extLst>
                <a:ext uri="{FF2B5EF4-FFF2-40B4-BE49-F238E27FC236}">
                  <ns2:creationId id="{887BCF51-654E-3B55-4DF8-89AB1DDE1840}"/>
                </a:ext>
              </a:extLst>
            </p:cNvPr>
            <p:cNvGrpSpPr/>
            <p:nvPr/>
          </p:nvGrpSpPr>
          <p:grpSpPr>
            <a:xfrm>
              <a:off x="9218528" y="2614819"/>
              <a:ext cx="2638505" cy="1067922"/>
              <a:chOff x="9362531" y="2597207"/>
              <a:chExt cx="2638505" cy="106792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268EEAC4-D1D7-EBBC-F4E3-19F1E329C50F}"/>
                  </a:ext>
                </a:extLst>
              </p:cNvPr>
              <p:cNvSpPr/>
              <p:nvPr/>
            </p:nvSpPr>
            <p:spPr>
              <a:xfrm>
                <a:off x="9481036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円/楕円 58">
                <a:extLst>
                  <a:ext uri="{FF2B5EF4-FFF2-40B4-BE49-F238E27FC236}">
                    <ns2:creationId id="{BA90C103-5512-62C8-C424-83DEAC0DD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62531" y="2597207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1" name="グラフィックス 60" descr="階層状のピラミッド 単色塗りつぶし">
                <a:extLst>
                  <a:ext uri="{FF2B5EF4-FFF2-40B4-BE49-F238E27FC236}">
                    <ns2:creationId id="{C89CC2FD-9F4D-8D3C-CCB3-0954B5826B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41035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6" name="グループ化 75">
              <a:extLst>
                <a:ext uri="{FF2B5EF4-FFF2-40B4-BE49-F238E27FC236}">
                  <ns2:creationId id="{15F4C58B-9253-AE9A-182D-20B3F6A9CAD6}"/>
                </a:ext>
              </a:extLst>
            </p:cNvPr>
            <p:cNvGrpSpPr/>
            <p:nvPr/>
          </p:nvGrpSpPr>
          <p:grpSpPr>
            <a:xfrm>
              <a:off x="969180" y="2614818"/>
              <a:ext cx="2646000" cy="1067921"/>
              <a:chOff x="968915" y="2597206"/>
              <a:chExt cx="2646000" cy="1067923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AD587001-DC11-072D-9FD2-BAFFC3B39BE5}"/>
                  </a:ext>
                </a:extLst>
              </p:cNvPr>
              <p:cNvSpPr/>
              <p:nvPr/>
            </p:nvSpPr>
            <p:spPr>
              <a:xfrm>
                <a:off x="1094915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円/楕円 55">
                <a:extLst>
                  <a:ext uri="{FF2B5EF4-FFF2-40B4-BE49-F238E27FC236}">
                    <ns2:creationId id="{C3144745-EF19-0E9B-FC1A-5BFAE714195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891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3" name="グラフィックス 62" descr="階層 単色塗りつぶし">
                <a:extLst>
                  <a:ext uri="{FF2B5EF4-FFF2-40B4-BE49-F238E27FC236}">
                    <ns2:creationId id="{6484DD14-8662-C713-7B99-52998A7E77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25491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5F74713B-77FD-80E6-4A48-ECE5CF095A4E}"/>
                </a:ext>
              </a:extLst>
            </p:cNvPr>
            <p:cNvGrpSpPr/>
            <p:nvPr/>
          </p:nvGrpSpPr>
          <p:grpSpPr>
            <a:xfrm>
              <a:off x="6476044" y="2614818"/>
              <a:ext cx="2635475" cy="1067921"/>
              <a:chOff x="6731169" y="2597206"/>
              <a:chExt cx="2635475" cy="1067923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023F931-B17E-AAA7-B7E0-AA08BEC48AD2}"/>
                  </a:ext>
                </a:extLst>
              </p:cNvPr>
              <p:cNvSpPr/>
              <p:nvPr/>
            </p:nvSpPr>
            <p:spPr>
              <a:xfrm>
                <a:off x="6846644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円/楕円 57">
                <a:extLst>
                  <a:ext uri="{FF2B5EF4-FFF2-40B4-BE49-F238E27FC236}">
                    <ns2:creationId id="{1886723C-BE51-BCEF-33FF-9877E0CED6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31169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6" name="グラフィックス 65" descr="棒グラフ (上昇) 単色塗りつぶし">
                <a:extLst>
                  <a:ext uri="{FF2B5EF4-FFF2-40B4-BE49-F238E27FC236}">
                    <ns2:creationId id="{00479E45-DD73-1F36-66B2-8C13D1B694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0664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4F27201C-5A31-12EA-DECD-2FEF023D273A}"/>
                </a:ext>
              </a:extLst>
            </p:cNvPr>
            <p:cNvGrpSpPr/>
            <p:nvPr/>
          </p:nvGrpSpPr>
          <p:grpSpPr>
            <a:xfrm>
              <a:off x="3722188" y="2614818"/>
              <a:ext cx="2646847" cy="1067921"/>
              <a:chOff x="4088435" y="2597206"/>
              <a:chExt cx="2646847" cy="1067923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4D6F70C3-6F27-0FD6-9074-2B6D902E48F6}"/>
                  </a:ext>
                </a:extLst>
              </p:cNvPr>
              <p:cNvSpPr/>
              <p:nvPr/>
            </p:nvSpPr>
            <p:spPr>
              <a:xfrm>
                <a:off x="4215282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円/楕円 56">
                <a:extLst>
                  <a:ext uri="{FF2B5EF4-FFF2-40B4-BE49-F238E27FC236}">
                    <ns2:creationId id="{159BC565-A516-BE10-E295-EBADC979D0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8843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8" name="グラフィックス 67" descr="お金 単色塗りつぶし">
                <a:extLst>
                  <a:ext uri="{FF2B5EF4-FFF2-40B4-BE49-F238E27FC236}">
                    <ns2:creationId id="{FBF2F12A-FDAC-5CE3-B6B4-9A6630F010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375282" y="3305129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4" name="正方形/長方形 23">
              <a:extLst>
                <a:ext uri="{FF2B5EF4-FFF2-40B4-BE49-F238E27FC236}">
                  <ns2:creationId id="{F993F0C9-BC4A-ABD3-87EC-78DBF96056A1}"/>
                </a:ext>
              </a:extLst>
            </p:cNvPr>
            <p:cNvSpPr/>
            <p:nvPr/>
          </p:nvSpPr>
          <p:spPr>
            <a:xfrm>
              <a:off x="334963" y="3781666"/>
              <a:ext cx="553692" cy="2524182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420E5934-C126-50F2-8DD3-021000EBEEA0}"/>
                </a:ext>
              </a:extLst>
            </p:cNvPr>
            <p:cNvSpPr/>
            <p:nvPr/>
          </p:nvSpPr>
          <p:spPr>
            <a:xfrm>
              <a:off x="969178" y="4217945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B5D7F799-C759-6EDF-FB66-2D5288A8E61B}"/>
                </a:ext>
              </a:extLst>
            </p:cNvPr>
            <p:cNvSpPr/>
            <p:nvPr/>
          </p:nvSpPr>
          <p:spPr>
            <a:xfrm>
              <a:off x="969178" y="4748453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marR="0" lvl="0" indent="-13970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84" name="直線コネクタ 83">
              <a:extLst>
                <a:ext uri="{FF2B5EF4-FFF2-40B4-BE49-F238E27FC236}">
                  <ns2:creationId id="{75CBF1F1-9CE0-6A1E-3468-674EC4AC7A5A}"/>
                </a:ext>
              </a:extLst>
            </p:cNvPr>
            <p:cNvCxnSpPr>
              <a:cxnSpLocks/>
            </p:cNvCxnSpPr>
            <p:nvPr/>
          </p:nvCxnSpPr>
          <p:spPr>
            <a:xfrm>
              <a:off x="969179" y="4161908"/>
              <a:ext cx="223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正方形/長方形 84">
              <a:extLst>
                <a:ext uri="{FF2B5EF4-FFF2-40B4-BE49-F238E27FC236}">
                  <ns2:creationId id="{6467AE1B-7F44-F128-7437-6E123C7BF88B}"/>
                </a:ext>
              </a:extLst>
            </p:cNvPr>
            <p:cNvSpPr/>
            <p:nvPr/>
          </p:nvSpPr>
          <p:spPr>
            <a:xfrm>
              <a:off x="969178" y="3765908"/>
              <a:ext cx="2232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72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B7D7B715-B031-1076-4033-DE77254EC414}"/>
                </a:ext>
              </a:extLst>
            </p:cNvPr>
            <p:cNvSpPr/>
            <p:nvPr/>
          </p:nvSpPr>
          <p:spPr>
            <a:xfrm>
              <a:off x="969178" y="5278961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9E95A80-E755-4F66-8EE5-AE48C8C76E9C}"/>
                </a:ext>
              </a:extLst>
            </p:cNvPr>
            <p:cNvSpPr/>
            <p:nvPr/>
          </p:nvSpPr>
          <p:spPr>
            <a:xfrm>
              <a:off x="969178" y="5793925"/>
              <a:ext cx="2232000" cy="514800"/>
            </a:xfrm>
            <a:prstGeom prst="rect">
              <a:avLst/>
            </a:prstGeom>
            <a:solidFill>
              <a:srgbClr val="C5E0B4">
                <a:alpha val="60000"/>
              </a:srgb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 : 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5" name="直線コネクタ 114">
              <a:extLst>
                <a:ext uri="{FF2B5EF4-FFF2-40B4-BE49-F238E27FC236}">
                  <ns2:creationId id="{5B499385-16E8-43CC-F088-93BD6F5D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115">
              <a:extLst>
                <a:ext uri="{FF2B5EF4-FFF2-40B4-BE49-F238E27FC236}">
                  <ns2:creationId id="{9164E9ED-3171-8DCB-7547-85BF1EA7BBC3}"/>
                </a:ext>
              </a:extLst>
            </p:cNvPr>
            <p:cNvSpPr/>
            <p:nvPr/>
          </p:nvSpPr>
          <p:spPr>
            <a:xfrm>
              <a:off x="3300324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21B1ECF-9904-FA68-D872-C1C2D62F9103}"/>
                </a:ext>
              </a:extLst>
            </p:cNvPr>
            <p:cNvSpPr/>
            <p:nvPr/>
          </p:nvSpPr>
          <p:spPr>
            <a:xfrm>
              <a:off x="3300323" y="3765909"/>
              <a:ext cx="720000" cy="16788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8EBA6D24-CF3D-F09F-C5CE-F2D075D6911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2797F78-6873-6EEE-F5B4-05D1848D898F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0A62DB-9825-3B05-0A46-0A8A39B29A25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線コネクタ 117">
              <a:extLst>
                <a:ext uri="{FF2B5EF4-FFF2-40B4-BE49-F238E27FC236}">
                  <ns2:creationId id="{30C19B00-D75F-94E4-4B79-2150216F807A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正方形/長方形 118">
              <a:extLst>
                <a:ext uri="{FF2B5EF4-FFF2-40B4-BE49-F238E27FC236}">
                  <ns2:creationId id="{B451CE43-3F6D-9FFF-D43F-3D305E1C3694}"/>
                </a:ext>
              </a:extLst>
            </p:cNvPr>
            <p:cNvSpPr/>
            <p:nvPr/>
          </p:nvSpPr>
          <p:spPr>
            <a:xfrm>
              <a:off x="413074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65851405-FC83-7A3D-D4ED-ACEA8DFE91B5}"/>
                </a:ext>
              </a:extLst>
            </p:cNvPr>
            <p:cNvSpPr/>
            <p:nvPr/>
          </p:nvSpPr>
          <p:spPr>
            <a:xfrm>
              <a:off x="4130747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3824D473-BFD6-92A1-EFCC-2CA5F7CE53DD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9C5F21A7-127E-4C79-6347-A658526B2492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50750D0C-B20A-9A8D-FD6E-1639F13E5204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08FE7A1-26BB-2C4A-A294-FC4051C7354D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正方形/長方形 121">
              <a:extLst>
                <a:ext uri="{FF2B5EF4-FFF2-40B4-BE49-F238E27FC236}">
                  <ns2:creationId id="{71618551-58C4-9A26-0193-13711EF23783}"/>
                </a:ext>
              </a:extLst>
            </p:cNvPr>
            <p:cNvSpPr/>
            <p:nvPr/>
          </p:nvSpPr>
          <p:spPr>
            <a:xfrm>
              <a:off x="496116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2CDBE60-5DDE-E80A-3408-7F541F6973F3}"/>
                </a:ext>
              </a:extLst>
            </p:cNvPr>
            <p:cNvSpPr/>
            <p:nvPr/>
          </p:nvSpPr>
          <p:spPr>
            <a:xfrm>
              <a:off x="4961168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A6782AA6-7ECE-FF12-311A-A6EFA2A58468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4AF682C4-0A11-6EB8-C559-95B077F02F4C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31079CE3-519F-DA7B-736B-80E4651F8D51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C5AB2D5F-D6F7-F6D4-D468-5E9F3D2FE43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正方形/長方形 124">
              <a:extLst>
                <a:ext uri="{FF2B5EF4-FFF2-40B4-BE49-F238E27FC236}">
                  <ns2:creationId id="{4DE30652-F464-A32F-1C01-98F111E31987}"/>
                </a:ext>
              </a:extLst>
            </p:cNvPr>
            <p:cNvSpPr/>
            <p:nvPr/>
          </p:nvSpPr>
          <p:spPr>
            <a:xfrm>
              <a:off x="5780312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9001AA92-4FAC-DFA6-D853-9D6FEFA56FF3}"/>
                </a:ext>
              </a:extLst>
            </p:cNvPr>
            <p:cNvSpPr/>
            <p:nvPr/>
          </p:nvSpPr>
          <p:spPr>
            <a:xfrm>
              <a:off x="5780312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769574C9-A126-9645-D78D-31DCAC30A2DF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46B8863-B6DC-48A5-C784-E53AB3DC4FB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30B58C1A-5F4B-63C0-097B-6FCA0822B96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FFC5E8AE-09B4-CA62-9C3B-E57FF62E335D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161910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正方形/長方形 12">
              <a:extLst>
                <a:ext uri="{FF2B5EF4-FFF2-40B4-BE49-F238E27FC236}">
                  <ns2:creationId id="{C11F2BD2-A8A5-6F1D-77BC-F0EFB0E9D349}"/>
                </a:ext>
              </a:extLst>
            </p:cNvPr>
            <p:cNvSpPr/>
            <p:nvPr/>
          </p:nvSpPr>
          <p:spPr>
            <a:xfrm>
              <a:off x="6599456" y="3765910"/>
              <a:ext cx="5256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2556000" bIns="72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B91C7056-5AEE-7B7C-FE7A-F56B39796369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717199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1A00BF2E-5312-5049-2B65-C6D776FFDE7F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247707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5860DE0A-00D6-8411-5E8C-16E02F2365C1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778216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グループ化 4">
              <a:extLst>
                <a:ext uri="{FF2B5EF4-FFF2-40B4-BE49-F238E27FC236}">
                  <ns2:creationId id="{70578F2B-BAE5-37EB-1FB1-1924F9E6CF2A}"/>
                </a:ext>
              </a:extLst>
            </p:cNvPr>
            <p:cNvGrpSpPr/>
            <p:nvPr/>
          </p:nvGrpSpPr>
          <p:grpSpPr>
            <a:xfrm>
              <a:off x="6857124" y="4217944"/>
              <a:ext cx="4998332" cy="2090780"/>
              <a:chOff x="6599456" y="4217944"/>
              <a:chExt cx="5256000" cy="2090780"/>
            </a:xfrm>
            <a:noFill/>
          </p:grpSpPr>
          <p:sp>
            <p:nvSpPr>
              <p:cNvPr id="9" name="正方形/長方形 8">
                <a:extLst>
                  <a:ext uri="{FF2B5EF4-FFF2-40B4-BE49-F238E27FC236}">
                    <ns2:creationId id="{544E8D37-50AA-08D7-59CE-3F36E6C28728}"/>
                  </a:ext>
                </a:extLst>
              </p:cNvPr>
              <p:cNvSpPr/>
              <p:nvPr/>
            </p:nvSpPr>
            <p:spPr>
              <a:xfrm>
                <a:off x="6599456" y="4217944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22D2C87-6C50-6C9F-A64C-A34D5B6E1609}"/>
                  </a:ext>
                </a:extLst>
              </p:cNvPr>
              <p:cNvSpPr/>
              <p:nvPr/>
            </p:nvSpPr>
            <p:spPr>
              <a:xfrm>
                <a:off x="6599456" y="4379944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/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34EE5EAA-DB21-63BC-101A-340F265CA48E}"/>
                  </a:ext>
                </a:extLst>
              </p:cNvPr>
              <p:cNvSpPr/>
              <p:nvPr/>
            </p:nvSpPr>
            <p:spPr>
              <a:xfrm>
                <a:off x="6599456" y="4748453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210652F2-7414-A76F-FEDC-9CCE76AEE829}"/>
                  </a:ext>
                </a:extLst>
              </p:cNvPr>
              <p:cNvSpPr/>
              <p:nvPr/>
            </p:nvSpPr>
            <p:spPr>
              <a:xfrm>
                <a:off x="6599456" y="4910453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36F2271B-0E7F-3D0E-8F93-A00A5BE7DCB9}"/>
                  </a:ext>
                </a:extLst>
              </p:cNvPr>
              <p:cNvSpPr/>
              <p:nvPr/>
            </p:nvSpPr>
            <p:spPr>
              <a:xfrm>
                <a:off x="6599456" y="5278962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304D687-148E-DC61-9B1C-6297220DD4AB}"/>
                  </a:ext>
                </a:extLst>
              </p:cNvPr>
              <p:cNvSpPr/>
              <p:nvPr/>
            </p:nvSpPr>
            <p:spPr>
              <a:xfrm>
                <a:off x="6599456" y="5440962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AD88716E-6475-98B5-EEB1-DE05856622C5}"/>
                  </a:ext>
                </a:extLst>
              </p:cNvPr>
              <p:cNvSpPr/>
              <p:nvPr/>
            </p:nvSpPr>
            <p:spPr>
              <a:xfrm>
                <a:off x="6599456" y="5809470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16FB8E9-1F0E-B3A0-AA8D-D4885AC06E22}"/>
                  </a:ext>
                </a:extLst>
              </p:cNvPr>
              <p:cNvSpPr/>
              <p:nvPr/>
            </p:nvSpPr>
            <p:spPr>
              <a:xfrm>
                <a:off x="6599456" y="6074724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sp>
          <p:nvSpPr>
            <p:cNvPr id="109" name="乗算記号 108">
              <a:extLst>
                <a:ext uri="{FF2B5EF4-FFF2-40B4-BE49-F238E27FC236}">
                  <ns2:creationId id="{85E4C6C5-2EA5-1CB0-6E51-0FE5A4D563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62323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ドーナツ 109">
              <a:extLst>
                <a:ext uri="{FF2B5EF4-FFF2-40B4-BE49-F238E27FC236}">
                  <ns2:creationId id="{5D1045D3-67FE-836B-85FC-5B853E7570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1" name="乗算記号 110">
              <a:extLst>
                <a:ext uri="{FF2B5EF4-FFF2-40B4-BE49-F238E27FC236}">
                  <ns2:creationId id="{78581B4B-1988-67A9-7FAA-9F6CB6946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2" name="乗算記号 111">
              <a:extLst>
                <a:ext uri="{FF2B5EF4-FFF2-40B4-BE49-F238E27FC236}">
                  <ns2:creationId id="{263AD682-2C64-49E9-F886-437C0CE69E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3" name="乗算記号 112">
              <a:extLst>
                <a:ext uri="{FF2B5EF4-FFF2-40B4-BE49-F238E27FC236}">
                  <ns2:creationId id="{FC2CCD9B-0CC1-5222-B5DF-1CCC831C22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4" name="ドーナツ 113">
              <a:extLst>
                <a:ext uri="{FF2B5EF4-FFF2-40B4-BE49-F238E27FC236}">
                  <ns2:creationId id="{6A385214-D739-F0E3-9940-572DA96DB4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46746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7" name="ドーナツ 126">
              <a:extLst>
                <a:ext uri="{FF2B5EF4-FFF2-40B4-BE49-F238E27FC236}">
                  <ns2:creationId id="{21E72517-1202-D750-FD1C-9F607ECD704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8" name="ドーナツ 127">
              <a:extLst>
                <a:ext uri="{FF2B5EF4-FFF2-40B4-BE49-F238E27FC236}">
                  <ns2:creationId id="{C5CE3A58-1FE4-6493-0F95-91C416691B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6312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9" name="ドーナツ 128">
              <a:extLst>
                <a:ext uri="{FF2B5EF4-FFF2-40B4-BE49-F238E27FC236}">
                  <ns2:creationId id="{248AB426-BCCB-7DF9-502B-F515F6DC12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4838453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0" name="乗算記号 129">
              <a:extLst>
                <a:ext uri="{FF2B5EF4-FFF2-40B4-BE49-F238E27FC236}">
                  <ns2:creationId id="{AA99F493-43E6-9994-64C1-47C5E17CDE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5314961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1" name="乗算記号 130">
              <a:extLst>
                <a:ext uri="{FF2B5EF4-FFF2-40B4-BE49-F238E27FC236}">
                  <ns2:creationId id="{3DBAF94C-2F52-8B9F-A1C5-6E40314361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3" name="三角形 132">
              <a:extLst>
                <a:ext uri="{FF2B5EF4-FFF2-40B4-BE49-F238E27FC236}">
                  <ns2:creationId id="{0210FA38-C288-B7EF-FAAF-39EA04E944CB}"/>
                </a:ext>
              </a:extLst>
            </p:cNvPr>
            <p:cNvSpPr>
              <a:spLocks/>
            </p:cNvSpPr>
            <p:nvPr/>
          </p:nvSpPr>
          <p:spPr>
            <a:xfrm>
              <a:off x="3516323" y="4856453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4" name="乗算記号 133">
              <a:extLst>
                <a:ext uri="{FF2B5EF4-FFF2-40B4-BE49-F238E27FC236}">
                  <ns2:creationId id="{0A6293A2-6619-C3FF-C947-9605344B44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三角形 134">
              <a:extLst>
                <a:ext uri="{FF2B5EF4-FFF2-40B4-BE49-F238E27FC236}">
                  <ns2:creationId id="{B9192D38-5CED-EE19-4010-576D54491A2F}"/>
                </a:ext>
              </a:extLst>
            </p:cNvPr>
            <p:cNvSpPr>
              <a:spLocks/>
            </p:cNvSpPr>
            <p:nvPr/>
          </p:nvSpPr>
          <p:spPr>
            <a:xfrm>
              <a:off x="4346746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6" name="ドーナツ 135">
              <a:extLst>
                <a:ext uri="{FF2B5EF4-FFF2-40B4-BE49-F238E27FC236}">
                  <ns2:creationId id="{21F36C17-BBE8-45D0-8278-1BBC479E6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368961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7" name="三角形 136">
              <a:extLst>
                <a:ext uri="{FF2B5EF4-FFF2-40B4-BE49-F238E27FC236}">
                  <ns2:creationId id="{760B9ED0-1FCE-4EA2-F768-C36F79AC1FE0}"/>
                </a:ext>
              </a:extLst>
            </p:cNvPr>
            <p:cNvSpPr>
              <a:spLocks/>
            </p:cNvSpPr>
            <p:nvPr/>
          </p:nvSpPr>
          <p:spPr>
            <a:xfrm>
              <a:off x="5996312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6" name="四角形: 角を丸くする 4">
              <a:extLst>
                <a:ext uri="{FF2B5EF4-FFF2-40B4-BE49-F238E27FC236}">
                  <ns2:creationId id="{C7DBE7C0-D3C0-4626-5A70-00F081D3C0BB}"/>
                </a:ext>
              </a:extLst>
            </p:cNvPr>
            <p:cNvSpPr/>
            <p:nvPr/>
          </p:nvSpPr>
          <p:spPr>
            <a:xfrm>
              <a:off x="969180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四角形: 角を丸くする 4">
              <a:extLst>
                <a:ext uri="{FF2B5EF4-FFF2-40B4-BE49-F238E27FC236}">
                  <ns2:creationId id="{1F4B6768-B63B-31FE-E262-07E78CFA310F}"/>
                </a:ext>
              </a:extLst>
            </p:cNvPr>
            <p:cNvSpPr/>
            <p:nvPr/>
          </p:nvSpPr>
          <p:spPr>
            <a:xfrm>
              <a:off x="5729701" y="1628775"/>
              <a:ext cx="1366811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四角形: 角を丸くする 4">
              <a:extLst>
                <a:ext uri="{FF2B5EF4-FFF2-40B4-BE49-F238E27FC236}">
                  <ns2:creationId id="{2C4946FC-153B-220E-9277-EE176B7568CB}"/>
                </a:ext>
              </a:extLst>
            </p:cNvPr>
            <p:cNvSpPr/>
            <p:nvPr/>
          </p:nvSpPr>
          <p:spPr>
            <a:xfrm>
              <a:off x="7177038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" sz="1500">
                  <a:solidFill>
                    <a:schemeClr val="tx1"/>
                  </a:solidFill>
                  <a:latin typeface="+mn-ea"/>
                </a:rPr>
                <a:t>「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四角形: 角を丸くする 4">
              <a:extLst>
                <a:ext uri="{FF2B5EF4-FFF2-40B4-BE49-F238E27FC236}">
                  <ns2:creationId id="{2931C8B0-1749-24E6-739B-25FE31638EDD}"/>
                </a:ext>
              </a:extLst>
            </p:cNvPr>
            <p:cNvSpPr/>
            <p:nvPr/>
          </p:nvSpPr>
          <p:spPr>
            <a:xfrm>
              <a:off x="969180" y="2276775"/>
              <a:ext cx="10887856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※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44" name="直線矢印コネクタ 143">
              <a:extLst>
                <a:ext uri="{FF2B5EF4-FFF2-40B4-BE49-F238E27FC236}">
                  <ns2:creationId id="{798833A1-A598-C5A7-4EC9-1521DC139FDB}"/>
                </a:ext>
              </a:extLst>
            </p:cNvPr>
            <p:cNvCxnSpPr>
              <a:stCxn id="26" idx="3"/>
              <a:endCxn id="30" idx="1"/>
            </p:cNvCxnSpPr>
            <p:nvPr/>
          </p:nvCxnSpPr>
          <p:spPr>
            <a:xfrm>
              <a:off x="5649180" y="1940759"/>
              <a:ext cx="1527858" cy="0"/>
            </a:xfrm>
            <a:prstGeom prst="straightConnector1">
              <a:avLst/>
            </a:prstGeom>
            <a:ln w="254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右向き指示マーク 単色塗りつぶし">
              <a:extLst>
                <a:ext uri="{FF2B5EF4-FFF2-40B4-BE49-F238E27FC236}">
                  <ns2:creationId id="{BB582086-6AE1-D13D-38EF-AB7297EE0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611523" y="6099291"/>
              <a:ext cx="144000" cy="144000"/>
            </a:xfrm>
            <a:prstGeom prst="rect">
              <a:avLst/>
            </a:prstGeom>
          </p:spPr>
        </p:pic>
        <p:pic>
          <p:nvPicPr>
            <p:cNvPr id="10" name="グラフィックス 9" descr="リサーチ 単色塗りつぶし">
              <a:extLst>
                <a:ext uri="{FF2B5EF4-FFF2-40B4-BE49-F238E27FC236}">
                  <ns2:creationId id="{935C0C05-7252-1530-734D-7C4414EB5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464737"/>
              <a:ext cx="144000" cy="144000"/>
            </a:xfrm>
            <a:prstGeom prst="rect">
              <a:avLst/>
            </a:prstGeom>
          </p:spPr>
        </p:pic>
        <p:pic>
          <p:nvPicPr>
            <p:cNvPr id="14" name="グラフィックス 13" descr="ライト: オン 単色塗りつぶし">
              <a:extLst>
                <a:ext uri="{FF2B5EF4-FFF2-40B4-BE49-F238E27FC236}">
                  <ns2:creationId id="{CDEA8CD4-8DF2-A84A-6A1F-9853C9C10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202045"/>
              <a:ext cx="144000" cy="144000"/>
            </a:xfrm>
            <a:prstGeom prst="rect">
              <a:avLst/>
            </a:prstGeom>
          </p:spPr>
        </p:pic>
        <p:pic>
          <p:nvPicPr>
            <p:cNvPr id="15" name="グラフィックス 14" descr="リサーチ 単色塗りつぶし">
              <a:extLst>
                <a:ext uri="{FF2B5EF4-FFF2-40B4-BE49-F238E27FC236}">
                  <ns2:creationId id="{6B6EB12E-A678-6F17-BFC3-F503D819C3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991409"/>
              <a:ext cx="144000" cy="144000"/>
            </a:xfrm>
            <a:prstGeom prst="rect">
              <a:avLst/>
            </a:prstGeom>
          </p:spPr>
        </p:pic>
        <p:pic>
          <p:nvPicPr>
            <p:cNvPr id="16" name="グラフィックス 15" descr="ライト: オン 単色塗りつぶし">
              <a:extLst>
                <a:ext uri="{FF2B5EF4-FFF2-40B4-BE49-F238E27FC236}">
                  <ns2:creationId id="{6C1B13F1-0EA5-7F0B-BD20-369DE43596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746497"/>
              <a:ext cx="144000" cy="144000"/>
            </a:xfrm>
            <a:prstGeom prst="rect">
              <a:avLst/>
            </a:prstGeom>
          </p:spPr>
        </p:pic>
        <p:pic>
          <p:nvPicPr>
            <p:cNvPr id="18" name="グラフィックス 17" descr="リサーチ 単色塗りつぶし">
              <a:extLst>
                <a:ext uri="{FF2B5EF4-FFF2-40B4-BE49-F238E27FC236}">
                  <ns2:creationId id="{38B8A888-41A1-715D-9A4A-D2A7E0E915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5535056"/>
              <a:ext cx="144000" cy="144000"/>
            </a:xfrm>
            <a:prstGeom prst="rect">
              <a:avLst/>
            </a:prstGeom>
          </p:spPr>
        </p:pic>
        <p:pic>
          <p:nvPicPr>
            <p:cNvPr id="19" name="グラフィックス 18" descr="ライト: オン 単色塗りつぶし">
              <a:extLst>
                <a:ext uri="{FF2B5EF4-FFF2-40B4-BE49-F238E27FC236}">
                  <ns2:creationId id="{61E11E1E-3860-8229-4649-F3DF8422FF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277444"/>
              <a:ext cx="144000" cy="144000"/>
            </a:xfrm>
            <a:prstGeom prst="rect">
              <a:avLst/>
            </a:prstGeom>
          </p:spPr>
        </p:pic>
        <p:pic>
          <p:nvPicPr>
            <p:cNvPr id="21" name="グラフィックス 20" descr="ライト: オン 単色塗りつぶし">
              <a:extLst>
                <a:ext uri="{FF2B5EF4-FFF2-40B4-BE49-F238E27FC236}">
                  <ns2:creationId id="{5FFB1448-7984-C3DA-74E3-11F2916515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866402"/>
              <a:ext cx="144000" cy="144000"/>
            </a:xfrm>
            <a:prstGeom prst="rect">
              <a:avLst/>
            </a:prstGeom>
          </p:spPr>
        </p:pic>
        <p:grpSp>
          <p:nvGrpSpPr>
            <p:cNvPr id="64" name="グループ化 63">
              <a:extLst>
                <a:ext uri="{FF2B5EF4-FFF2-40B4-BE49-F238E27FC236}">
                  <ns2:creationId id="{335262D9-AD45-5A37-ECBF-E269ECC043F7}"/>
                </a:ext>
              </a:extLst>
            </p:cNvPr>
            <p:cNvGrpSpPr/>
            <p:nvPr/>
          </p:nvGrpSpPr>
          <p:grpSpPr>
            <a:xfrm>
              <a:off x="6816483" y="4217945"/>
              <a:ext cx="877" cy="2076294"/>
              <a:chOff x="6816483" y="4217945"/>
              <a:chExt cx="877" cy="2076294"/>
            </a:xfrm>
          </p:grpSpPr>
          <p:grpSp>
            <p:nvGrpSpPr>
              <p:cNvPr id="31" name="グループ化 30">
                <a:extLst>
                  <a:ext uri="{FF2B5EF4-FFF2-40B4-BE49-F238E27FC236}">
                    <ns2:creationId id="{FF9F2A82-9CF6-93C0-BC49-4A91CF592292}"/>
                  </a:ext>
                </a:extLst>
              </p:cNvPr>
              <p:cNvGrpSpPr/>
              <p:nvPr/>
            </p:nvGrpSpPr>
            <p:grpSpPr>
              <a:xfrm>
                <a:off x="6817360" y="4217945"/>
                <a:ext cx="0" cy="474470"/>
                <a:chOff x="6863080" y="4217945"/>
                <a:chExt cx="0" cy="474470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F79D2614-09DD-4DCD-7712-2D86887A36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3325FFD-1C78-6B15-EE8D-360FC0AF3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B60E9D31-D7F3-C00A-0413-51EA37E55D83}"/>
                  </a:ext>
                </a:extLst>
              </p:cNvPr>
              <p:cNvGrpSpPr/>
              <p:nvPr/>
            </p:nvGrpSpPr>
            <p:grpSpPr>
              <a:xfrm>
                <a:off x="6816483" y="4748453"/>
                <a:ext cx="0" cy="474470"/>
                <a:chOff x="6863080" y="4217945"/>
                <a:chExt cx="0" cy="474470"/>
              </a:xfrm>
            </p:grpSpPr>
            <p:cxnSp>
              <p:nvCxnSpPr>
                <p:cNvPr id="34" name="直線コネクタ 33">
                  <a:extLst>
                    <a:ext uri="{FF2B5EF4-FFF2-40B4-BE49-F238E27FC236}">
                      <ns2:creationId id="{0616AC8A-C975-DB22-6DA0-72DA072559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ns2:creationId id="{107DF819-A8D8-1029-AAA2-0C30327A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244FB605-1677-4355-EAD5-6D2BEB81BC4F}"/>
                  </a:ext>
                </a:extLst>
              </p:cNvPr>
              <p:cNvGrpSpPr/>
              <p:nvPr/>
            </p:nvGrpSpPr>
            <p:grpSpPr>
              <a:xfrm>
                <a:off x="6816483" y="5283953"/>
                <a:ext cx="0" cy="474470"/>
                <a:chOff x="6863080" y="4217945"/>
                <a:chExt cx="0" cy="474470"/>
              </a:xfrm>
            </p:grpSpPr>
            <p:cxnSp>
              <p:nvCxnSpPr>
                <p:cNvPr id="37" name="直線コネクタ 36">
                  <a:extLst>
                    <a:ext uri="{FF2B5EF4-FFF2-40B4-BE49-F238E27FC236}">
                      <ns2:creationId id="{B3A31181-D68C-217A-1F69-518464F5E4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ns2:creationId id="{6B323FA8-046C-FC71-7475-101D5105CE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0" name="直線コネクタ 59">
                <a:extLst>
                  <a:ext uri="{FF2B5EF4-FFF2-40B4-BE49-F238E27FC236}">
                    <ns2:creationId id="{6E677F96-044C-68BB-8D0F-F5B847A84D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581662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CF5E3176-3BA0-0F5E-03B5-62CA2E164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606023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グループ化 88">
              <a:extLst>
                <a:ext uri="{FF2B5EF4-FFF2-40B4-BE49-F238E27FC236}">
                  <ns2:creationId id="{31CFFA90-A09C-A724-FBE6-5611B159ED16}"/>
                </a:ext>
              </a:extLst>
            </p:cNvPr>
            <p:cNvGrpSpPr/>
            <p:nvPr/>
          </p:nvGrpSpPr>
          <p:grpSpPr>
            <a:xfrm>
              <a:off x="9466065" y="3868078"/>
              <a:ext cx="2341182" cy="167887"/>
              <a:chOff x="9466065" y="3868078"/>
              <a:chExt cx="2341182" cy="167887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7606F6B8-68AA-4EA4-DB2E-B84F1B4D389F}"/>
                  </a:ext>
                </a:extLst>
              </p:cNvPr>
              <p:cNvSpPr/>
              <p:nvPr/>
            </p:nvSpPr>
            <p:spPr>
              <a:xfrm>
                <a:off x="9626785" y="3868078"/>
                <a:ext cx="385584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8D2E2E4E-80A7-20C3-4415-CC8F41F80B99}"/>
                  </a:ext>
                </a:extLst>
              </p:cNvPr>
              <p:cNvSpPr/>
              <p:nvPr/>
            </p:nvSpPr>
            <p:spPr>
              <a:xfrm>
                <a:off x="10189809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E7E7035A-2453-E801-D9E5-5CF7DBAF06A5}"/>
                  </a:ext>
                </a:extLst>
              </p:cNvPr>
              <p:cNvSpPr/>
              <p:nvPr/>
            </p:nvSpPr>
            <p:spPr>
              <a:xfrm>
                <a:off x="11087247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65" name="グラフィックス 64" descr="右向き指示マーク 単色塗りつぶし">
                <a:extLst>
                  <a:ext uri="{FF2B5EF4-FFF2-40B4-BE49-F238E27FC236}">
                    <ns2:creationId id="{4B0E091A-DCBF-6868-251D-6BF5572E98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092652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78" name="グラフィックス 77" descr="リサーチ 単色塗りつぶし">
                <a:extLst>
                  <a:ext uri="{FF2B5EF4-FFF2-40B4-BE49-F238E27FC236}">
                    <ns2:creationId id="{8D0C77CC-1C4F-400C-F308-2A52C1DAD2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002908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80" name="グラフィックス 79" descr="ライト: オン 単色塗りつぶし">
                <a:extLst>
                  <a:ext uri="{FF2B5EF4-FFF2-40B4-BE49-F238E27FC236}">
                    <ns2:creationId id="{57EA2554-43C5-3F3A-2353-DCCB500B0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466065" y="3880021"/>
                <a:ext cx="144000" cy="14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649748829"/>
      </p:ext>
    </p:extLst>
  </p:cSld>
  <p:clrMapOvr>
    <a:masterClrMapping/>
  </p:clrMapOvr>
</p:sld>
</file>

<file path=ppt/slides/slide233.xml><?xml version="1.0" encoding="utf-8"?>
<p:sld xmlns:a="http://schemas.openxmlformats.org/drawingml/2006/main" xmlns:ns2="http://schemas.microsoft.com/office/drawing/2014/main" xmlns:ns4="http://schemas.microsoft.com/office/drawing/2018/hyperlinkcolor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CC211BE-C670-8E6A-7120-F74FE99D7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110119-C423-8C70-B4DE-F1CF180C3C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参考</a:t>
            </a:r>
            <a:r>
              <a:rPr kumimoji="1" lang="en-US" altLang="ja-JP" dirty="0"/>
              <a:t>) </a:t>
            </a:r>
            <a:r>
              <a:rPr kumimoji="1" lang="ja-JP" altLang="en-US"/>
              <a:t>XX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B494027-D2DF-F638-1349-CACF9EEDC9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D798B02B-94AF-A0E0-6C9E-25417821D034}"/>
              </a:ext>
            </a:extLst>
          </p:cNvPr>
          <p:cNvGrpSpPr/>
          <p:nvPr/>
        </p:nvGrpSpPr>
        <p:grpSpPr>
          <a:xfrm>
            <a:off x="334964" y="1628775"/>
            <a:ext cx="11522074" cy="4675656"/>
            <a:chOff x="334964" y="1628775"/>
            <a:chExt cx="11522074" cy="4675656"/>
          </a:xfrm>
        </p:grpSpPr>
        <p:sp>
          <p:nvSpPr>
            <p:cNvPr id="5" name="正方形/長方形 4">
              <a:extLst>
                <a:ext uri="{FF2B5EF4-FFF2-40B4-BE49-F238E27FC236}">
                  <ns2:creationId id="{56D68A86-71DD-7EC9-E362-693929E3BCA2}"/>
                </a:ext>
              </a:extLst>
            </p:cNvPr>
            <p:cNvSpPr/>
            <p:nvPr/>
          </p:nvSpPr>
          <p:spPr>
            <a:xfrm>
              <a:off x="1181814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532D9BFA-C047-67D2-777C-E696D7ED9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55814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941DBB7-EB50-44FF-E840-04865ABD4888}"/>
                </a:ext>
              </a:extLst>
            </p:cNvPr>
            <p:cNvSpPr/>
            <p:nvPr/>
          </p:nvSpPr>
          <p:spPr>
            <a:xfrm>
              <a:off x="1181813" y="2228039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0D10843-E41A-4C43-26B6-0365B8319A9E}"/>
                </a:ext>
              </a:extLst>
            </p:cNvPr>
            <p:cNvSpPr/>
            <p:nvPr/>
          </p:nvSpPr>
          <p:spPr>
            <a:xfrm>
              <a:off x="334964" y="2716136"/>
              <a:ext cx="684000" cy="792000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26BFDA0-517E-907B-EE47-F380EADEBBB6}"/>
                </a:ext>
              </a:extLst>
            </p:cNvPr>
            <p:cNvSpPr/>
            <p:nvPr/>
          </p:nvSpPr>
          <p:spPr>
            <a:xfrm>
              <a:off x="334964" y="3600235"/>
              <a:ext cx="684000" cy="97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4CED84F-F651-F87A-BBF6-F2B994172FDC}"/>
                </a:ext>
              </a:extLst>
            </p:cNvPr>
            <p:cNvSpPr/>
            <p:nvPr/>
          </p:nvSpPr>
          <p:spPr>
            <a:xfrm>
              <a:off x="334964" y="4664333"/>
              <a:ext cx="684000" cy="115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FAF9F6B-C2B0-73D1-F2B0-1C3DC0EE052E}"/>
                </a:ext>
              </a:extLst>
            </p:cNvPr>
            <p:cNvSpPr/>
            <p:nvPr/>
          </p:nvSpPr>
          <p:spPr>
            <a:xfrm>
              <a:off x="334964" y="5908431"/>
              <a:ext cx="684000" cy="395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URL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C6A47954-D4AF-E193-5822-665BEA706738}"/>
                </a:ext>
              </a:extLst>
            </p:cNvPr>
            <p:cNvSpPr/>
            <p:nvPr/>
          </p:nvSpPr>
          <p:spPr>
            <a:xfrm>
              <a:off x="3878122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円/楕円 18">
              <a:extLst>
                <a:ext uri="{FF2B5EF4-FFF2-40B4-BE49-F238E27FC236}">
                  <ns2:creationId id="{F19C6CB6-4CF9-3F88-4113-8FC0EA5F16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52122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0EB2A3FE-30F2-0F39-7DDD-61E605DFC3F4}"/>
                </a:ext>
              </a:extLst>
            </p:cNvPr>
            <p:cNvSpPr/>
            <p:nvPr/>
          </p:nvSpPr>
          <p:spPr>
            <a:xfrm>
              <a:off x="3878121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E313FD4-B977-E5FC-C07A-830D35EA9686}"/>
                </a:ext>
              </a:extLst>
            </p:cNvPr>
            <p:cNvSpPr/>
            <p:nvPr/>
          </p:nvSpPr>
          <p:spPr>
            <a:xfrm>
              <a:off x="6586153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円/楕円 24">
              <a:extLst>
                <a:ext uri="{FF2B5EF4-FFF2-40B4-BE49-F238E27FC236}">
                  <ns2:creationId id="{0E45854A-986A-5AFF-EF03-DE7FB676F6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015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C2E8D02-DB8B-F41C-97D8-ED8696095414}"/>
                </a:ext>
              </a:extLst>
            </p:cNvPr>
            <p:cNvSpPr/>
            <p:nvPr/>
          </p:nvSpPr>
          <p:spPr>
            <a:xfrm>
              <a:off x="6586152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" sz="1200">
                  <a:solidFill>
                    <a:srgbClr val="008D2E"/>
                  </a:solidFill>
                  <a:latin typeface="+mn-ea"/>
                </a:rPr>
                <a:t>・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A613FD8-DC0E-316A-D5B9-45BC7A571214}"/>
                </a:ext>
              </a:extLst>
            </p:cNvPr>
            <p:cNvSpPr/>
            <p:nvPr/>
          </p:nvSpPr>
          <p:spPr>
            <a:xfrm>
              <a:off x="9337038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円/楕円 30">
              <a:extLst>
                <a:ext uri="{FF2B5EF4-FFF2-40B4-BE49-F238E27FC236}">
                  <ns2:creationId id="{996672A3-CAAD-C6C5-7B55-70DECF9D72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11038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B6C8D56-F181-2E51-E7F7-E56837712628}"/>
                </a:ext>
              </a:extLst>
            </p:cNvPr>
            <p:cNvSpPr/>
            <p:nvPr/>
          </p:nvSpPr>
          <p:spPr>
            <a:xfrm>
              <a:off x="9337037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× 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899269A-4A2F-2BC5-A10E-A3808A7DAFB1}"/>
                </a:ext>
              </a:extLst>
            </p:cNvPr>
            <p:cNvSpPr/>
            <p:nvPr/>
          </p:nvSpPr>
          <p:spPr>
            <a:xfrm>
              <a:off x="1181813" y="2716137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BD1C0A89-C9CE-1C2C-8669-6E263444684A}"/>
                </a:ext>
              </a:extLst>
            </p:cNvPr>
            <p:cNvSpPr/>
            <p:nvPr/>
          </p:nvSpPr>
          <p:spPr>
            <a:xfrm>
              <a:off x="3878121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1A49F63A-FA6C-5ECB-B148-903F7395AAD0}"/>
                </a:ext>
              </a:extLst>
            </p:cNvPr>
            <p:cNvSpPr/>
            <p:nvPr/>
          </p:nvSpPr>
          <p:spPr>
            <a:xfrm>
              <a:off x="6586152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E0A9A67-7E00-8D28-8B88-3BCE82FF1462}"/>
                </a:ext>
              </a:extLst>
            </p:cNvPr>
            <p:cNvSpPr/>
            <p:nvPr/>
          </p:nvSpPr>
          <p:spPr>
            <a:xfrm>
              <a:off x="9337037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9C8A22B-C635-E0E7-4A03-61EBDC1814F5}"/>
                </a:ext>
              </a:extLst>
            </p:cNvPr>
            <p:cNvSpPr/>
            <p:nvPr/>
          </p:nvSpPr>
          <p:spPr>
            <a:xfrm>
              <a:off x="1181813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indent="11113">
                <a:spcAft>
                  <a:spcPts val="200"/>
                </a:spcAft>
              </a:pP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AC214371-B00C-4C5C-B85C-741C815E0DC4}"/>
                </a:ext>
              </a:extLst>
            </p:cNvPr>
            <p:cNvSpPr/>
            <p:nvPr/>
          </p:nvSpPr>
          <p:spPr>
            <a:xfrm>
              <a:off x="1181813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4885926C-2485-2AC3-CF51-49F2BCBFCE3B}"/>
                </a:ext>
              </a:extLst>
            </p:cNvPr>
            <p:cNvSpPr/>
            <p:nvPr/>
          </p:nvSpPr>
          <p:spPr>
            <a:xfrm>
              <a:off x="1181813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22309439-23CC-1CEB-06C0-7D3D3C99F692}"/>
                </a:ext>
              </a:extLst>
            </p:cNvPr>
            <p:cNvSpPr/>
            <p:nvPr/>
          </p:nvSpPr>
          <p:spPr>
            <a:xfrm>
              <a:off x="3878121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988037E-8CD7-827D-DACF-B4DBCE96F3C4}"/>
                </a:ext>
              </a:extLst>
            </p:cNvPr>
            <p:cNvSpPr/>
            <p:nvPr/>
          </p:nvSpPr>
          <p:spPr>
            <a:xfrm>
              <a:off x="3878121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hlinkClick r:id="rId4"/>
              <a:extLst>
                <a:ext uri="{FF2B5EF4-FFF2-40B4-BE49-F238E27FC236}">
                  <ns2:creationId id="{04C2506A-1622-2AC7-E1FE-628767BC2264}"/>
                </a:ext>
              </a:extLst>
            </p:cNvPr>
            <p:cNvSpPr/>
            <p:nvPr/>
          </p:nvSpPr>
          <p:spPr>
            <a:xfrm>
              <a:off x="3878121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757F1DF-BA72-8105-7003-C8831EEE2356}"/>
                </a:ext>
              </a:extLst>
            </p:cNvPr>
            <p:cNvSpPr/>
            <p:nvPr/>
          </p:nvSpPr>
          <p:spPr>
            <a:xfrm>
              <a:off x="6586152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DD9C33C1-3184-9448-8CAD-C127F2D838C5}"/>
                </a:ext>
              </a:extLst>
            </p:cNvPr>
            <p:cNvSpPr/>
            <p:nvPr/>
          </p:nvSpPr>
          <p:spPr>
            <a:xfrm>
              <a:off x="6586152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47DC7A5-1857-946D-514B-3BBE3A79FE0D}"/>
                </a:ext>
              </a:extLst>
            </p:cNvPr>
            <p:cNvSpPr/>
            <p:nvPr/>
          </p:nvSpPr>
          <p:spPr>
            <a:xfrm>
              <a:off x="6586152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 : </a:t>
              </a: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+mn-ea"/>
                <a:hlinkClick r:id="rId5">
                  <a:extLst>
                    <a:ext uri="{A12FA001-AC4F-418D-AE19-62706E023703}">
                      <ns4:hlinkClr val="tx"/>
                    </a:ext>
                  </a:extLst>
                </a:hlinkClick>
              </a:endParaRPr>
            </a:p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0B23E91E-F24F-D741-E50D-ED45F7B21B8A}"/>
                </a:ext>
              </a:extLst>
            </p:cNvPr>
            <p:cNvSpPr/>
            <p:nvPr/>
          </p:nvSpPr>
          <p:spPr>
            <a:xfrm>
              <a:off x="9337036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70FD73BC-8A95-C8DB-143F-0CD4308C5EF3}"/>
                </a:ext>
              </a:extLst>
            </p:cNvPr>
            <p:cNvSpPr/>
            <p:nvPr/>
          </p:nvSpPr>
          <p:spPr>
            <a:xfrm>
              <a:off x="9337036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E937A6B-628E-E481-B48C-18FE12642FB4}"/>
                </a:ext>
              </a:extLst>
            </p:cNvPr>
            <p:cNvSpPr/>
            <p:nvPr/>
          </p:nvSpPr>
          <p:spPr>
            <a:xfrm>
              <a:off x="9337036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cxnSp>
          <p:nvCxnSpPr>
            <p:cNvPr id="93" name="直線コネクタ 92">
              <a:extLst>
                <a:ext uri="{FF2B5EF4-FFF2-40B4-BE49-F238E27FC236}">
                  <ns2:creationId id="{F1F2E0C8-743F-F9FB-34F0-740B38A7D3F9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ns2:creationId id="{B0872F18-61A7-844F-0D73-773DABD79F63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F5E8DF2-7FF4-49A8-0EDC-705F1AA9A671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6DE8C2D7-2038-8411-08C3-70D11B0A46EA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15B1DABC-3889-C075-80BB-78C2FDD73046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0A859C2B-24CB-18C3-7C61-05F2ABAAB71E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8815CF9-257C-4B44-B913-567215084A63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6A3B85C8-863C-BEDD-F54D-B95A0E092C9F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077611BC-7AC7-7270-EF17-D83EC9CD728E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4F8B8A8-4F18-D504-030D-A85F0E4CA7EF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8C635688-BC41-3536-B322-BA8257C21D6D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コネクタ 149">
              <a:extLst>
                <a:ext uri="{FF2B5EF4-FFF2-40B4-BE49-F238E27FC236}">
                  <ns2:creationId id="{768F9755-EB39-88EA-ACEC-3AC71A9711CA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線コネクタ 150">
              <a:extLst>
                <a:ext uri="{FF2B5EF4-FFF2-40B4-BE49-F238E27FC236}">
                  <ns2:creationId id="{04AFAAC2-FEBA-0B74-5350-ED048F43E989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5A3E0A1-0DB7-3E47-4C02-8D446F57B11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9A5A72D-EC70-6258-CCC3-6746CAA25E7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5A706D30-55A3-C546-88D0-B80D541CFD97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22018759"/>
      </p:ext>
    </p:extLst>
  </p:cSld>
  <p:clrMapOvr>
    <a:masterClrMapping/>
  </p:clrMapOvr>
</p:sld>
</file>

<file path=ppt/slides/slide2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821A4E-3819-7B5F-ED03-63D80EBA2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5AB4620-A596-ABB2-2795-0E5C1027D8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/</a:t>
            </a:r>
            <a:r>
              <a:rPr lang="en" altLang="ja-JP" dirty="0"/>
              <a:t> </a:t>
            </a: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(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  <a:r>
              <a:rPr kumimoji="1" lang="en-US" altLang="ja-JP" dirty="0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D01A11-9CF0-DD30-BE5A-D75D2CFC01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」「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</a:p>
        </p:txBody>
      </p:sp>
      <p:grpSp>
        <p:nvGrpSpPr>
          <p:cNvPr id="398" name="グループ化 397">
            <a:extLst>
              <a:ext uri="{FF2B5EF4-FFF2-40B4-BE49-F238E27FC236}">
                <ns2:creationId id="{05AD87A9-C421-EC18-B56F-A3DABF3D7B8F}"/>
              </a:ext>
            </a:extLst>
          </p:cNvPr>
          <p:cNvGrpSpPr/>
          <p:nvPr/>
        </p:nvGrpSpPr>
        <p:grpSpPr>
          <a:xfrm>
            <a:off x="334962" y="1633114"/>
            <a:ext cx="11527486" cy="4668953"/>
            <a:chOff x="334962" y="1633114"/>
            <a:chExt cx="11527486" cy="4668953"/>
          </a:xfrm>
        </p:grpSpPr>
        <p:grpSp>
          <p:nvGrpSpPr>
            <p:cNvPr id="397" name="グループ化 396">
              <a:extLst>
                <a:ext uri="{FF2B5EF4-FFF2-40B4-BE49-F238E27FC236}">
                  <ns2:creationId id="{47C094A0-45F2-1BE2-9CE4-0F49C4CA9F97}"/>
                </a:ext>
              </a:extLst>
            </p:cNvPr>
            <p:cNvGrpSpPr/>
            <p:nvPr/>
          </p:nvGrpSpPr>
          <p:grpSpPr>
            <a:xfrm>
              <a:off x="334962" y="1995832"/>
              <a:ext cx="1246776" cy="3269308"/>
              <a:chOff x="367103" y="1995832"/>
              <a:chExt cx="1246776" cy="3269308"/>
            </a:xfrm>
          </p:grpSpPr>
          <p:sp>
            <p:nvSpPr>
              <p:cNvPr id="158" name="フリーフォーム 157">
                <a:extLst>
                  <a:ext uri="{FF2B5EF4-FFF2-40B4-BE49-F238E27FC236}">
                    <ns2:creationId id="{E8CAA030-A78A-0B0B-CC63-8D15048EDCE5}"/>
                  </a:ext>
                </a:extLst>
              </p:cNvPr>
              <p:cNvSpPr/>
              <p:nvPr/>
            </p:nvSpPr>
            <p:spPr>
              <a:xfrm>
                <a:off x="782695" y="1995832"/>
                <a:ext cx="415592" cy="1044000"/>
              </a:xfrm>
              <a:custGeom>
                <a:avLst/>
                <a:gdLst>
                  <a:gd name="csX0" fmla="*/ 0 w 2709333"/>
                  <a:gd name="csY0" fmla="*/ 1806222 h 1806222"/>
                  <a:gd name="csX1" fmla="*/ 1354667 w 2709333"/>
                  <a:gd name="csY1" fmla="*/ 0 h 1806222"/>
                  <a:gd name="csX2" fmla="*/ 1354667 w 2709333"/>
                  <a:gd name="csY2" fmla="*/ 0 h 1806222"/>
                  <a:gd name="csX3" fmla="*/ 2709333 w 2709333"/>
                  <a:gd name="csY3" fmla="*/ 1806222 h 1806222"/>
                  <a:gd name="csX4" fmla="*/ 0 w 2709333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709333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1354667" y="0"/>
                    </a:lnTo>
                    <a:lnTo>
                      <a:pt x="2709333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5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64770" tIns="64770" rIns="64770" bIns="64770" numCol="1" spcCol="1270" anchor="ctr" anchorCtr="0">
                <a:noAutofit/>
              </a:bodyPr>
              <a:lstStyle/>
              <a:p>
                <a:pPr marL="0" lvl="0" indent="0" algn="ctr" defTabSz="22669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5100" kern="1200">
                  <a:latin typeface="+mn-ea"/>
                </a:endParaRPr>
              </a:p>
            </p:txBody>
          </p:sp>
          <p:sp>
            <p:nvSpPr>
              <p:cNvPr id="159" name="フリーフォーム 158">
                <a:extLst>
                  <a:ext uri="{FF2B5EF4-FFF2-40B4-BE49-F238E27FC236}">
                    <ns2:creationId id="{24549040-8A91-E71A-F605-922A522D8CD8}"/>
                  </a:ext>
                </a:extLst>
              </p:cNvPr>
              <p:cNvSpPr/>
              <p:nvPr/>
            </p:nvSpPr>
            <p:spPr>
              <a:xfrm>
                <a:off x="574899" y="3108485"/>
                <a:ext cx="831184" cy="1044000"/>
              </a:xfrm>
              <a:custGeom>
                <a:avLst/>
                <a:gdLst>
                  <a:gd name="csX0" fmla="*/ 0 w 5418666"/>
                  <a:gd name="csY0" fmla="*/ 1806222 h 1806222"/>
                  <a:gd name="csX1" fmla="*/ 1354667 w 5418666"/>
                  <a:gd name="csY1" fmla="*/ 0 h 1806222"/>
                  <a:gd name="csX2" fmla="*/ 4064000 w 5418666"/>
                  <a:gd name="csY2" fmla="*/ 0 h 1806222"/>
                  <a:gd name="csX3" fmla="*/ 5418666 w 5418666"/>
                  <a:gd name="csY3" fmla="*/ 1806222 h 1806222"/>
                  <a:gd name="csX4" fmla="*/ 0 w 5418666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418666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4064000" y="0"/>
                    </a:lnTo>
                    <a:lnTo>
                      <a:pt x="5418666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4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030817" tIns="82550" rIns="1030816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0" name="フリーフォーム 159">
                <a:extLst>
                  <a:ext uri="{FF2B5EF4-FFF2-40B4-BE49-F238E27FC236}">
                    <ns2:creationId id="{62FDC9DF-7B89-64DD-AB6E-0D201078B391}"/>
                  </a:ext>
                </a:extLst>
              </p:cNvPr>
              <p:cNvSpPr/>
              <p:nvPr/>
            </p:nvSpPr>
            <p:spPr>
              <a:xfrm>
                <a:off x="367103" y="4221140"/>
                <a:ext cx="1246776" cy="1044000"/>
              </a:xfrm>
              <a:custGeom>
                <a:avLst/>
                <a:gdLst>
                  <a:gd name="csX0" fmla="*/ 0 w 8128000"/>
                  <a:gd name="csY0" fmla="*/ 1806222 h 1806222"/>
                  <a:gd name="csX1" fmla="*/ 1354667 w 8128000"/>
                  <a:gd name="csY1" fmla="*/ 0 h 1806222"/>
                  <a:gd name="csX2" fmla="*/ 6773334 w 8128000"/>
                  <a:gd name="csY2" fmla="*/ 0 h 1806222"/>
                  <a:gd name="csX3" fmla="*/ 8128000 w 8128000"/>
                  <a:gd name="csY3" fmla="*/ 1806222 h 1806222"/>
                  <a:gd name="csX4" fmla="*/ 0 w 8128000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128000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6773334" y="0"/>
                    </a:lnTo>
                    <a:lnTo>
                      <a:pt x="8128000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504949" tIns="82550" rIns="1504951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E93B1F91-D151-87B1-54EB-680AD9E1771E}"/>
                  </a:ext>
                </a:extLst>
              </p:cNvPr>
              <p:cNvSpPr/>
              <p:nvPr/>
            </p:nvSpPr>
            <p:spPr>
              <a:xfrm>
                <a:off x="775545" y="4600867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E4E828A6-252E-EAD5-4B35-7B228D075D5D}"/>
                  </a:ext>
                </a:extLst>
              </p:cNvPr>
              <p:cNvSpPr/>
              <p:nvPr/>
            </p:nvSpPr>
            <p:spPr>
              <a:xfrm>
                <a:off x="775545" y="3488212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FB7C025-D9C3-9894-84F0-0AE625630E3D}"/>
                  </a:ext>
                </a:extLst>
              </p:cNvPr>
              <p:cNvSpPr/>
              <p:nvPr/>
            </p:nvSpPr>
            <p:spPr>
              <a:xfrm>
                <a:off x="775546" y="2375558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43" name="グループ化 242">
              <a:extLst>
                <a:ext uri="{FF2B5EF4-FFF2-40B4-BE49-F238E27FC236}">
                  <ns2:creationId id="{D3CF00D8-F67E-BB9F-5B80-AFC47DBD9CB3}"/>
                </a:ext>
              </a:extLst>
            </p:cNvPr>
            <p:cNvGrpSpPr/>
            <p:nvPr/>
          </p:nvGrpSpPr>
          <p:grpSpPr>
            <a:xfrm>
              <a:off x="334963" y="5315662"/>
              <a:ext cx="11522075" cy="252000"/>
              <a:chOff x="334963" y="5557402"/>
              <a:chExt cx="11522075" cy="252000"/>
            </a:xfrm>
          </p:grpSpPr>
          <p:cxnSp>
            <p:nvCxnSpPr>
              <p:cNvPr id="240" name="直線コネクタ 31">
                <a:extLst>
                  <a:ext uri="{FF2B5EF4-FFF2-40B4-BE49-F238E27FC236}">
                    <ns2:creationId id="{9894E8C7-BF6B-C0A0-D060-EDAD2CCEE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683402"/>
                <a:ext cx="1152207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1" name="円/楕円 32">
                <a:extLst>
                  <a:ext uri="{FF2B5EF4-FFF2-40B4-BE49-F238E27FC236}">
                    <ns2:creationId id="{B239DF98-9C80-D549-3523-CB8B5DD464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0000" y="5557402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42" name="グラフィックス 111" descr="キャレットを下へ 枠線">
                <a:extLst>
                  <a:ext uri="{FF2B5EF4-FFF2-40B4-BE49-F238E27FC236}">
                    <ns2:creationId id="{445AE86A-F9B1-5449-532A-D8C96E26C2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970000" y="55574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51" name="グループ化 250">
              <a:extLst>
                <a:ext uri="{FF2B5EF4-FFF2-40B4-BE49-F238E27FC236}">
                  <ns2:creationId id="{3F8229F5-AF77-200D-2D04-60F02F8182F4}"/>
                </a:ext>
              </a:extLst>
            </p:cNvPr>
            <p:cNvGrpSpPr/>
            <p:nvPr/>
          </p:nvGrpSpPr>
          <p:grpSpPr>
            <a:xfrm>
              <a:off x="334963" y="5557980"/>
              <a:ext cx="11522075" cy="744087"/>
              <a:chOff x="334963" y="5557981"/>
              <a:chExt cx="11522075" cy="744087"/>
            </a:xfrm>
          </p:grpSpPr>
          <p:grpSp>
            <p:nvGrpSpPr>
              <p:cNvPr id="250" name="グループ化 249">
                <a:extLst>
                  <a:ext uri="{FF2B5EF4-FFF2-40B4-BE49-F238E27FC236}">
                    <ns2:creationId id="{974D636B-D4BD-19B7-B70A-87F0CA635093}"/>
                  </a:ext>
                </a:extLst>
              </p:cNvPr>
              <p:cNvGrpSpPr/>
              <p:nvPr/>
            </p:nvGrpSpPr>
            <p:grpSpPr>
              <a:xfrm>
                <a:off x="641187" y="5842724"/>
                <a:ext cx="10934617" cy="396001"/>
                <a:chOff x="775545" y="5842724"/>
                <a:chExt cx="10934617" cy="396001"/>
              </a:xfrm>
            </p:grpSpPr>
            <p:sp>
              <p:nvSpPr>
                <p:cNvPr id="245" name="正方形/長方形 244">
                  <a:extLst>
                    <a:ext uri="{FF2B5EF4-FFF2-40B4-BE49-F238E27FC236}">
                      <ns2:creationId id="{2B38C0BB-26BB-EAC5-6C9A-98A6015A0600}"/>
                    </a:ext>
                  </a:extLst>
                </p:cNvPr>
                <p:cNvSpPr/>
                <p:nvPr/>
              </p:nvSpPr>
              <p:spPr>
                <a:xfrm>
                  <a:off x="775545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6" name="正方形/長方形 245">
                  <a:extLst>
                    <a:ext uri="{FF2B5EF4-FFF2-40B4-BE49-F238E27FC236}">
                      <ns2:creationId id="{7A4AA8BB-80DC-B5D8-65CD-0B11553F9E5D}"/>
                    </a:ext>
                  </a:extLst>
                </p:cNvPr>
                <p:cNvSpPr/>
                <p:nvPr/>
              </p:nvSpPr>
              <p:spPr>
                <a:xfrm>
                  <a:off x="3556417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正方形/長方形 246">
                  <a:extLst>
                    <a:ext uri="{FF2B5EF4-FFF2-40B4-BE49-F238E27FC236}">
                      <ns2:creationId id="{9F96AF73-3DEC-5696-1529-4EF8E24BEC77}"/>
                    </a:ext>
                  </a:extLst>
                </p:cNvPr>
                <p:cNvSpPr/>
                <p:nvPr/>
              </p:nvSpPr>
              <p:spPr>
                <a:xfrm>
                  <a:off x="6337289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8" name="正方形/長方形 247">
                  <a:extLst>
                    <a:ext uri="{FF2B5EF4-FFF2-40B4-BE49-F238E27FC236}">
                      <ns2:creationId id="{F0A321B1-EE28-A556-AA4E-46A899A5BBEF}"/>
                    </a:ext>
                  </a:extLst>
                </p:cNvPr>
                <p:cNvSpPr/>
                <p:nvPr/>
              </p:nvSpPr>
              <p:spPr>
                <a:xfrm>
                  <a:off x="9118162" y="5842725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49" name="正方形/長方形 248">
                <a:extLst>
                  <a:ext uri="{FF2B5EF4-FFF2-40B4-BE49-F238E27FC236}">
                    <ns2:creationId id="{1A45440D-D749-679A-884B-E57B8044DE47}"/>
                  </a:ext>
                </a:extLst>
              </p:cNvPr>
              <p:cNvSpPr/>
              <p:nvPr/>
            </p:nvSpPr>
            <p:spPr>
              <a:xfrm>
                <a:off x="334963" y="5723072"/>
                <a:ext cx="11522075" cy="578996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A22D5477-19B1-ABB6-465D-C5278D789F01}"/>
                  </a:ext>
                </a:extLst>
              </p:cNvPr>
              <p:cNvSpPr/>
              <p:nvPr/>
            </p:nvSpPr>
            <p:spPr>
              <a:xfrm>
                <a:off x="467537" y="5557981"/>
                <a:ext cx="2275663" cy="284547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" altLang="ja-JP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40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6" name="グループ化 395">
              <a:extLst>
                <a:ext uri="{FF2B5EF4-FFF2-40B4-BE49-F238E27FC236}">
                  <ns2:creationId id="{3448C4D8-5B91-0F35-2C50-6B3ADF3873C1}"/>
                </a:ext>
              </a:extLst>
            </p:cNvPr>
            <p:cNvGrpSpPr/>
            <p:nvPr/>
          </p:nvGrpSpPr>
          <p:grpSpPr>
            <a:xfrm>
              <a:off x="1667113" y="1633114"/>
              <a:ext cx="3031556" cy="3632027"/>
              <a:chOff x="1654236" y="1633114"/>
              <a:chExt cx="3031556" cy="3632027"/>
            </a:xfrm>
          </p:grpSpPr>
          <p:sp>
            <p:nvSpPr>
              <p:cNvPr id="164" name="ホームベース 51">
                <a:extLst>
                  <a:ext uri="{FF2B5EF4-FFF2-40B4-BE49-F238E27FC236}">
                    <ns2:creationId id="{7FF3462D-2DB5-AB92-7095-62893745333A}"/>
                  </a:ext>
                </a:extLst>
              </p:cNvPr>
              <p:cNvSpPr/>
              <p:nvPr/>
            </p:nvSpPr>
            <p:spPr>
              <a:xfrm>
                <a:off x="1661792" y="1633114"/>
                <a:ext cx="3024000" cy="324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+mn-ea"/>
                  </a:rPr>
                  <a:t>XX</a:t>
                </a:r>
                <a:r>
                  <a:rPr lang="en-US" altLang="ja-JP" sz="1600" dirty="0">
                    <a:latin typeface="+mn-ea"/>
                  </a:rPr>
                  <a:t> (</a:t>
                </a:r>
                <a:r>
                  <a:rPr kumimoji="1" lang="ja-JP" altLang="en-US" sz="1600">
                    <a:latin typeface="+mn-ea"/>
                  </a:rPr>
                  <a:t>XX</a:t>
                </a:r>
                <a:r>
                  <a:rPr kumimoji="1" lang="en-US" altLang="ja-JP" sz="1600" dirty="0">
                    <a:latin typeface="+mn-ea"/>
                  </a:rPr>
                  <a:t>)</a:t>
                </a:r>
                <a:endParaRPr kumimoji="1" lang="ja-JP" altLang="en-US" sz="1600">
                  <a:latin typeface="+mn-ea"/>
                </a:endParaRPr>
              </a:p>
            </p:txBody>
          </p:sp>
          <p:sp>
            <p:nvSpPr>
              <p:cNvPr id="316" name="角丸四角形 315">
                <a:extLst>
                  <a:ext uri="{FF2B5EF4-FFF2-40B4-BE49-F238E27FC236}">
                    <ns2:creationId id="{7545C496-A1DC-EAC6-0547-74DAE4F499CA}"/>
                  </a:ext>
                </a:extLst>
              </p:cNvPr>
              <p:cNvSpPr/>
              <p:nvPr/>
            </p:nvSpPr>
            <p:spPr>
              <a:xfrm>
                <a:off x="1654236" y="2205786"/>
                <a:ext cx="1080000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7" name="正方形/長方形 316">
                <a:extLst>
                  <a:ext uri="{FF2B5EF4-FFF2-40B4-BE49-F238E27FC236}">
                    <ns2:creationId id="{EE7F9BC5-9821-828E-2A18-4116A635BBDE}"/>
                  </a:ext>
                </a:extLst>
              </p:cNvPr>
              <p:cNvSpPr/>
              <p:nvPr/>
            </p:nvSpPr>
            <p:spPr>
              <a:xfrm>
                <a:off x="2813794" y="2205786"/>
                <a:ext cx="1775745" cy="62409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rgbClr val="C00000"/>
                    </a:solidFill>
                    <a:latin typeface="+mn-ea"/>
                  </a:rPr>
                </a:b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9" name="角丸四角形 318">
                <a:extLst>
                  <a:ext uri="{FF2B5EF4-FFF2-40B4-BE49-F238E27FC236}">
                    <ns2:creationId id="{197688F2-1441-062F-2534-51E2FA1C29A2}"/>
                  </a:ext>
                </a:extLst>
              </p:cNvPr>
              <p:cNvSpPr/>
              <p:nvPr/>
            </p:nvSpPr>
            <p:spPr>
              <a:xfrm>
                <a:off x="1661792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B0FFE1A0-D58A-123C-6DC8-13266797305F}"/>
                  </a:ext>
                </a:extLst>
              </p:cNvPr>
              <p:cNvSpPr/>
              <p:nvPr/>
            </p:nvSpPr>
            <p:spPr>
              <a:xfrm>
                <a:off x="1661792" y="4563463"/>
                <a:ext cx="2927747" cy="17538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31CCFCF-FC78-55DC-3CF7-F3EC8367A26C}"/>
                  </a:ext>
                </a:extLst>
              </p:cNvPr>
              <p:cNvSpPr/>
              <p:nvPr/>
            </p:nvSpPr>
            <p:spPr>
              <a:xfrm>
                <a:off x="1661792" y="4748152"/>
                <a:ext cx="2927747" cy="30968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4" name="角丸四角形 323">
                <a:extLst>
                  <a:ext uri="{FF2B5EF4-FFF2-40B4-BE49-F238E27FC236}">
                    <ns2:creationId id="{F9290D64-11A1-8C8B-81F6-4CA5AFF6DC19}"/>
                  </a:ext>
                </a:extLst>
              </p:cNvPr>
              <p:cNvSpPr/>
              <p:nvPr/>
            </p:nvSpPr>
            <p:spPr>
              <a:xfrm>
                <a:off x="2089750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5" name="角丸四角形 324">
                <a:extLst>
                  <a:ext uri="{FF2B5EF4-FFF2-40B4-BE49-F238E27FC236}">
                    <ns2:creationId id="{BAEA7027-08B3-437D-EAAD-12B022AFA7E5}"/>
                  </a:ext>
                </a:extLst>
              </p:cNvPr>
              <p:cNvSpPr/>
              <p:nvPr/>
            </p:nvSpPr>
            <p:spPr>
              <a:xfrm>
                <a:off x="2517708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6" name="角丸四角形 325">
                <a:extLst>
                  <a:ext uri="{FF2B5EF4-FFF2-40B4-BE49-F238E27FC236}">
                    <ns2:creationId id="{3388228F-2BF2-EA1A-1BA7-AC0D68283AC3}"/>
                  </a:ext>
                </a:extLst>
              </p:cNvPr>
              <p:cNvSpPr/>
              <p:nvPr/>
            </p:nvSpPr>
            <p:spPr>
              <a:xfrm>
                <a:off x="2945666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7" name="角丸四角形 326">
                <a:extLst>
                  <a:ext uri="{FF2B5EF4-FFF2-40B4-BE49-F238E27FC236}">
                    <ns2:creationId id="{40A093C2-0085-2020-F923-A41CD8977241}"/>
                  </a:ext>
                </a:extLst>
              </p:cNvPr>
              <p:cNvSpPr/>
              <p:nvPr/>
            </p:nvSpPr>
            <p:spPr>
              <a:xfrm>
                <a:off x="3373623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8" name="角丸四角形 327">
                <a:extLst>
                  <a:ext uri="{FF2B5EF4-FFF2-40B4-BE49-F238E27FC236}">
                    <ns2:creationId id="{359C334F-1CCE-C411-B600-8DD841ACDEEF}"/>
                  </a:ext>
                </a:extLst>
              </p:cNvPr>
              <p:cNvSpPr/>
              <p:nvPr/>
            </p:nvSpPr>
            <p:spPr>
              <a:xfrm>
                <a:off x="3801581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9" name="角丸四角形 328">
                <a:extLst>
                  <a:ext uri="{FF2B5EF4-FFF2-40B4-BE49-F238E27FC236}">
                    <ns2:creationId id="{7DB0ECAF-977E-A581-FA02-43C611CA9494}"/>
                  </a:ext>
                </a:extLst>
              </p:cNvPr>
              <p:cNvSpPr/>
              <p:nvPr/>
            </p:nvSpPr>
            <p:spPr>
              <a:xfrm>
                <a:off x="4229539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0" name="角丸四角形 329">
                <a:extLst>
                  <a:ext uri="{FF2B5EF4-FFF2-40B4-BE49-F238E27FC236}">
                    <ns2:creationId id="{70ECD0C7-F6A5-715E-D583-3C04E14EF79E}"/>
                  </a:ext>
                </a:extLst>
              </p:cNvPr>
              <p:cNvSpPr/>
              <p:nvPr/>
            </p:nvSpPr>
            <p:spPr>
              <a:xfrm>
                <a:off x="1661792" y="5067150"/>
                <a:ext cx="2927747" cy="19799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850" b="1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85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角丸四角形 330">
                <a:extLst>
                  <a:ext uri="{FF2B5EF4-FFF2-40B4-BE49-F238E27FC236}">
                    <ns2:creationId id="{F29D47F8-CCD9-1147-19CE-3CE41C3C09E3}"/>
                  </a:ext>
                </a:extLst>
              </p:cNvPr>
              <p:cNvSpPr/>
              <p:nvPr/>
            </p:nvSpPr>
            <p:spPr>
              <a:xfrm>
                <a:off x="2194237" y="401686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36" name="直線矢印コネクタ 335">
                <a:extLst>
                  <a:ext uri="{FF2B5EF4-FFF2-40B4-BE49-F238E27FC236}">
                    <ns2:creationId id="{968E33CA-624F-8CA2-498B-57155AD45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2806" y="2829877"/>
                <a:ext cx="0" cy="1477185"/>
              </a:xfrm>
              <a:prstGeom prst="straightConnector1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角丸四角形 317">
                <a:extLst>
                  <a:ext uri="{FF2B5EF4-FFF2-40B4-BE49-F238E27FC236}">
                    <ns2:creationId id="{D3BC7288-73C3-A86C-3080-6689F8D0E66F}"/>
                  </a:ext>
                </a:extLst>
              </p:cNvPr>
              <p:cNvSpPr/>
              <p:nvPr/>
            </p:nvSpPr>
            <p:spPr>
              <a:xfrm>
                <a:off x="1661792" y="3288485"/>
                <a:ext cx="2927747" cy="684000"/>
              </a:xfrm>
              <a:prstGeom prst="roundRect">
                <a:avLst>
                  <a:gd name="adj" fmla="val 6165"/>
                </a:avLst>
              </a:prstGeom>
              <a:solidFill>
                <a:srgbClr val="F9E5E5"/>
              </a:solidFill>
              <a:ln w="9525">
                <a:noFill/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)</a:t>
                </a:r>
                <a:endParaRPr lang="ja-JP" altLang="en-US" sz="1100" b="1" dirty="0">
                  <a:solidFill>
                    <a:srgbClr val="C00000"/>
                  </a:solidFill>
                  <a:latin typeface="+mn-ea"/>
                </a:endParaRPr>
              </a:p>
              <a:p>
                <a:pPr marL="95250" lvl="0">
                  <a:buClr>
                    <a:schemeClr val="accent5"/>
                  </a:buClr>
                  <a:defRPr/>
                </a:pP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5" name="グループ化 394">
              <a:extLst>
                <a:ext uri="{FF2B5EF4-FFF2-40B4-BE49-F238E27FC236}">
                  <ns2:creationId id="{E99EBFE5-CA9A-1F8D-C71E-8B7A43EEA865}"/>
                </a:ext>
              </a:extLst>
            </p:cNvPr>
            <p:cNvGrpSpPr/>
            <p:nvPr/>
          </p:nvGrpSpPr>
          <p:grpSpPr>
            <a:xfrm>
              <a:off x="4784046" y="1633880"/>
              <a:ext cx="3024001" cy="3631261"/>
              <a:chOff x="4756386" y="1633880"/>
              <a:chExt cx="3024001" cy="3631261"/>
            </a:xfrm>
          </p:grpSpPr>
          <p:sp>
            <p:nvSpPr>
              <p:cNvPr id="165" name="山形 52">
                <a:extLst>
                  <a:ext uri="{FF2B5EF4-FFF2-40B4-BE49-F238E27FC236}">
                    <ns2:creationId id="{FE381332-B9D3-D415-6314-7229695E48BA}"/>
                  </a:ext>
                </a:extLst>
              </p:cNvPr>
              <p:cNvSpPr/>
              <p:nvPr/>
            </p:nvSpPr>
            <p:spPr>
              <a:xfrm>
                <a:off x="4756387" y="1633880"/>
                <a:ext cx="3024000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kumimoji="1"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64" name="角丸四角形 363">
                <a:extLst>
                  <a:ext uri="{FF2B5EF4-FFF2-40B4-BE49-F238E27FC236}">
                    <ns2:creationId id="{745B950D-1179-431D-9B8D-BFEA2327A201}"/>
                  </a:ext>
                </a:extLst>
              </p:cNvPr>
              <p:cNvSpPr/>
              <p:nvPr/>
            </p:nvSpPr>
            <p:spPr>
              <a:xfrm>
                <a:off x="4756387" y="2205786"/>
                <a:ext cx="2937954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5" name="角丸四角形 364">
                <a:extLst>
                  <a:ext uri="{FF2B5EF4-FFF2-40B4-BE49-F238E27FC236}">
                    <ns2:creationId id="{2FE0637D-B857-D4A1-C612-7CEE023FC271}"/>
                  </a:ext>
                </a:extLst>
              </p:cNvPr>
              <p:cNvSpPr/>
              <p:nvPr/>
            </p:nvSpPr>
            <p:spPr>
              <a:xfrm>
                <a:off x="4756387" y="3288486"/>
                <a:ext cx="2937954" cy="683999"/>
              </a:xfrm>
              <a:prstGeom prst="roundRect">
                <a:avLst>
                  <a:gd name="adj" fmla="val 7413"/>
                </a:avLst>
              </a:prstGeom>
              <a:solidFill>
                <a:srgbClr val="008D2E"/>
              </a:solidFill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※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endParaRPr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367" name="直線コネクタ 366">
                <a:extLst>
                  <a:ext uri="{FF2B5EF4-FFF2-40B4-BE49-F238E27FC236}">
                    <ns2:creationId id="{5A083885-89CF-D908-D22A-95BC1DA946EF}"/>
                  </a:ext>
                </a:extLst>
              </p:cNvPr>
              <p:cNvCxnSpPr/>
              <p:nvPr/>
            </p:nvCxnSpPr>
            <p:spPr>
              <a:xfrm>
                <a:off x="5142016" y="2847879"/>
                <a:ext cx="0" cy="440606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角丸四角形 368">
                <a:extLst>
                  <a:ext uri="{FF2B5EF4-FFF2-40B4-BE49-F238E27FC236}">
                    <ns2:creationId id="{3AB612B0-5126-18FA-284B-71CC952212FE}"/>
                  </a:ext>
                </a:extLst>
              </p:cNvPr>
              <p:cNvSpPr/>
              <p:nvPr/>
            </p:nvSpPr>
            <p:spPr>
              <a:xfrm>
                <a:off x="5164231" y="2917222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0" name="角丸四角形 369">
                <a:extLst>
                  <a:ext uri="{FF2B5EF4-FFF2-40B4-BE49-F238E27FC236}">
                    <ns2:creationId id="{7270579B-EF3A-A2C5-853E-BA1CB8660447}"/>
                  </a:ext>
                </a:extLst>
              </p:cNvPr>
              <p:cNvSpPr/>
              <p:nvPr/>
            </p:nvSpPr>
            <p:spPr>
              <a:xfrm>
                <a:off x="5164231" y="402067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023FFB57-477D-3E05-CBF0-A00A71C091E0}"/>
                  </a:ext>
                </a:extLst>
              </p:cNvPr>
              <p:cNvCxnSpPr/>
              <p:nvPr/>
            </p:nvCxnSpPr>
            <p:spPr>
              <a:xfrm>
                <a:off x="5142016" y="3972484"/>
                <a:ext cx="0" cy="324000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3" name="角丸四角形 372">
                <a:extLst>
                  <a:ext uri="{FF2B5EF4-FFF2-40B4-BE49-F238E27FC236}">
                    <ns2:creationId id="{8D0566D7-7B14-418D-FE9C-8415912B6C63}"/>
                  </a:ext>
                </a:extLst>
              </p:cNvPr>
              <p:cNvSpPr/>
              <p:nvPr/>
            </p:nvSpPr>
            <p:spPr>
              <a:xfrm>
                <a:off x="6673312" y="4325064"/>
                <a:ext cx="1007320" cy="542349"/>
              </a:xfrm>
              <a:prstGeom prst="roundRect">
                <a:avLst>
                  <a:gd name="adj" fmla="val 8476"/>
                </a:avLst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 b="1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</a:p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(</a:t>
                </a: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)</a:t>
                </a:r>
                <a:endParaRPr lang="ja-JP" altLang="en-US" sz="5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379" name="グループ化 378">
                <a:extLst>
                  <a:ext uri="{FF2B5EF4-FFF2-40B4-BE49-F238E27FC236}">
                    <ns2:creationId id="{2DADD8F1-17FF-9502-C882-FA7B6F1DA37D}"/>
                  </a:ext>
                </a:extLst>
              </p:cNvPr>
              <p:cNvGrpSpPr/>
              <p:nvPr/>
            </p:nvGrpSpPr>
            <p:grpSpPr>
              <a:xfrm>
                <a:off x="4756386" y="4325064"/>
                <a:ext cx="1872000" cy="542349"/>
                <a:chOff x="4756386" y="4325065"/>
                <a:chExt cx="1872000" cy="542349"/>
              </a:xfrm>
            </p:grpSpPr>
            <p:sp>
              <p:nvSpPr>
                <p:cNvPr id="372" name="角丸四角形 371">
                  <a:extLst>
                    <a:ext uri="{FF2B5EF4-FFF2-40B4-BE49-F238E27FC236}">
                      <ns2:creationId id="{F0EA95F3-7B1E-0EDF-1D81-973B74631228}"/>
                    </a:ext>
                  </a:extLst>
                </p:cNvPr>
                <p:cNvSpPr/>
                <p:nvPr/>
              </p:nvSpPr>
              <p:spPr>
                <a:xfrm>
                  <a:off x="4756386" y="4325065"/>
                  <a:ext cx="1872000" cy="542349"/>
                </a:xfrm>
                <a:prstGeom prst="roundRect">
                  <a:avLst>
                    <a:gd name="adj" fmla="val 8476"/>
                  </a:avLst>
                </a:prstGeom>
                <a:solidFill>
                  <a:schemeClr val="bg1">
                    <a:lumMod val="95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)</a:t>
                  </a:r>
                  <a:endParaRPr lang="ja-JP" altLang="en-US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grpSp>
              <p:nvGrpSpPr>
                <p:cNvPr id="378" name="グループ化 377">
                  <a:extLst>
                    <a:ext uri="{FF2B5EF4-FFF2-40B4-BE49-F238E27FC236}">
                      <ns2:creationId id="{D754E4B8-70BB-92F6-53A4-B5A9DC03227F}"/>
                    </a:ext>
                  </a:extLst>
                </p:cNvPr>
                <p:cNvGrpSpPr/>
                <p:nvPr/>
              </p:nvGrpSpPr>
              <p:grpSpPr>
                <a:xfrm>
                  <a:off x="4792850" y="4538591"/>
                  <a:ext cx="1799071" cy="288000"/>
                  <a:chOff x="4788276" y="4538591"/>
                  <a:chExt cx="1799071" cy="288000"/>
                </a:xfrm>
              </p:grpSpPr>
              <p:sp>
                <p:nvSpPr>
                  <p:cNvPr id="374" name="角丸四角形 373">
                    <a:extLst>
                      <a:ext uri="{FF2B5EF4-FFF2-40B4-BE49-F238E27FC236}">
                        <ns2:creationId id="{D2F9DE10-3817-A9F5-0417-DCB791313972}"/>
                      </a:ext>
                    </a:extLst>
                  </p:cNvPr>
                  <p:cNvSpPr/>
                  <p:nvPr/>
                </p:nvSpPr>
                <p:spPr>
                  <a:xfrm>
                    <a:off x="4788276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5" name="角丸四角形 374">
                    <a:extLst>
                      <a:ext uri="{FF2B5EF4-FFF2-40B4-BE49-F238E27FC236}">
                        <ns2:creationId id="{7FF9FBB5-1700-490E-65DE-E8CD0776F14C}"/>
                      </a:ext>
                    </a:extLst>
                  </p:cNvPr>
                  <p:cNvSpPr/>
                  <p:nvPr/>
                </p:nvSpPr>
                <p:spPr>
                  <a:xfrm>
                    <a:off x="5399812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6" name="角丸四角形 375">
                    <a:extLst>
                      <a:ext uri="{FF2B5EF4-FFF2-40B4-BE49-F238E27FC236}">
                        <ns2:creationId id="{FE1AF70C-1807-6617-4F71-8E9A0AF2004C}"/>
                      </a:ext>
                    </a:extLst>
                  </p:cNvPr>
                  <p:cNvSpPr/>
                  <p:nvPr/>
                </p:nvSpPr>
                <p:spPr>
                  <a:xfrm>
                    <a:off x="6011347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</p:grpSp>
          </p:grpSp>
          <p:sp>
            <p:nvSpPr>
              <p:cNvPr id="377" name="角丸四角形 376">
                <a:extLst>
                  <a:ext uri="{FF2B5EF4-FFF2-40B4-BE49-F238E27FC236}">
                    <ns2:creationId id="{5745EECB-EACE-24BA-A01E-38803EFEC658}"/>
                  </a:ext>
                </a:extLst>
              </p:cNvPr>
              <p:cNvSpPr/>
              <p:nvPr/>
            </p:nvSpPr>
            <p:spPr>
              <a:xfrm>
                <a:off x="4756387" y="4955452"/>
                <a:ext cx="2937953" cy="309689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394" name="グループ化 393">
              <a:extLst>
                <a:ext uri="{FF2B5EF4-FFF2-40B4-BE49-F238E27FC236}">
                  <ns2:creationId id="{0483F560-3C86-683C-5992-57BF6CC6469C}"/>
                </a:ext>
              </a:extLst>
            </p:cNvPr>
            <p:cNvGrpSpPr/>
            <p:nvPr/>
          </p:nvGrpSpPr>
          <p:grpSpPr>
            <a:xfrm>
              <a:off x="7893422" y="1635622"/>
              <a:ext cx="3969026" cy="3629519"/>
              <a:chOff x="7893423" y="1635622"/>
              <a:chExt cx="3969026" cy="3629519"/>
            </a:xfrm>
          </p:grpSpPr>
          <p:cxnSp>
            <p:nvCxnSpPr>
              <p:cNvPr id="231" name="直線コネクタ 230">
                <a:extLst>
                  <a:ext uri="{FF2B5EF4-FFF2-40B4-BE49-F238E27FC236}">
                    <ns2:creationId id="{9F694822-4C3B-DCF1-8712-08312A919B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3423" y="1943399"/>
                <a:ext cx="39690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テキスト ボックス 231">
                <a:extLst>
                  <a:ext uri="{FF2B5EF4-FFF2-40B4-BE49-F238E27FC236}">
                    <ns2:creationId id="{0C4F123C-8520-13A6-36CF-4E929A57F1FF}"/>
                  </a:ext>
                </a:extLst>
              </p:cNvPr>
              <p:cNvSpPr txBox="1"/>
              <p:nvPr/>
            </p:nvSpPr>
            <p:spPr>
              <a:xfrm>
                <a:off x="7893423" y="1635622"/>
                <a:ext cx="3969026" cy="307777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pPr algn="ctr"/>
                <a:r>
                  <a:rPr kumimoji="1" lang="ja-JP" altLang="en-US" sz="1400">
                    <a:latin typeface="+mn-ea"/>
                  </a:rPr>
                  <a:t>XX</a:t>
                </a: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9590DFAA-30C3-B24D-C74F-E719588EB878}"/>
                  </a:ext>
                </a:extLst>
              </p:cNvPr>
              <p:cNvSpPr/>
              <p:nvPr/>
            </p:nvSpPr>
            <p:spPr>
              <a:xfrm>
                <a:off x="7893423" y="1995832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C677204-AE3E-EC30-0789-2735F7420ECE}"/>
                  </a:ext>
                </a:extLst>
              </p:cNvPr>
              <p:cNvSpPr/>
              <p:nvPr/>
            </p:nvSpPr>
            <p:spPr>
              <a:xfrm>
                <a:off x="7893423" y="3108486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26E35508-4B3B-D126-C855-FA4F715C646C}"/>
                  </a:ext>
                </a:extLst>
              </p:cNvPr>
              <p:cNvSpPr/>
              <p:nvPr/>
            </p:nvSpPr>
            <p:spPr>
              <a:xfrm>
                <a:off x="7893423" y="4221140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1" name="グラフィックス 380" descr="山形の矢印 単色塗りつぶし">
                <a:extLst>
                  <a:ext uri="{FF2B5EF4-FFF2-40B4-BE49-F238E27FC236}">
                    <ns2:creationId id="{7BBA5720-4732-6DEE-46EE-C6B3A6D686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30449" y="4833141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3" name="グラフィックス 382" descr="階層 単色塗りつぶし">
                <a:extLst>
                  <a:ext uri="{FF2B5EF4-FFF2-40B4-BE49-F238E27FC236}">
                    <ns2:creationId id="{D0AB3C76-9EAE-A7FF-9D52-059DEBF77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30449" y="3720485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5" name="グラフィックス 384" descr="ターゲット 単色塗りつぶし">
                <a:extLst>
                  <a:ext uri="{FF2B5EF4-FFF2-40B4-BE49-F238E27FC236}">
                    <ns2:creationId id="{BAAF0BFA-32AD-BD52-5E96-1C0B77BE05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430449" y="2607832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390" name="直線コネクタ 389">
              <a:extLst>
                <a:ext uri="{FF2B5EF4-FFF2-40B4-BE49-F238E27FC236}">
                  <ns2:creationId id="{46BC8DCE-2237-33C2-14F8-31AA5BDD5D47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3074158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FC299DD8-3A1F-4222-AB23-9586135AA104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4186812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58838678"/>
      </p:ext>
    </p:extLst>
  </p:cSld>
  <p:clrMapOvr>
    <a:masterClrMapping/>
  </p:clrMapOvr>
</p:sld>
</file>

<file path=ppt/slides/slide2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A8EF0F-3750-766C-90A4-A3D8AEFECA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C17B0D-E117-1F84-52D2-5900605D4F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09A625-6D57-6717-4AD0-E90EE8A2F8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PMO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112" name="グループ化 111">
            <a:extLst>
              <a:ext uri="{FF2B5EF4-FFF2-40B4-BE49-F238E27FC236}">
                <ns2:creationId id="{3F6A0653-FECB-A6FD-568F-DB67687DB2AC}"/>
              </a:ext>
            </a:extLst>
          </p:cNvPr>
          <p:cNvGrpSpPr/>
          <p:nvPr/>
        </p:nvGrpSpPr>
        <p:grpSpPr>
          <a:xfrm>
            <a:off x="334962" y="1639164"/>
            <a:ext cx="11522075" cy="4666019"/>
            <a:chOff x="334962" y="1639164"/>
            <a:chExt cx="11522075" cy="4666019"/>
          </a:xfrm>
        </p:grpSpPr>
        <p:grpSp>
          <p:nvGrpSpPr>
            <p:cNvPr id="110" name="グループ化 109">
              <a:extLst>
                <a:ext uri="{FF2B5EF4-FFF2-40B4-BE49-F238E27FC236}">
                  <ns2:creationId id="{D622E4CA-648B-043C-E4F1-B73729148F71}"/>
                </a:ext>
              </a:extLst>
            </p:cNvPr>
            <p:cNvGrpSpPr/>
            <p:nvPr/>
          </p:nvGrpSpPr>
          <p:grpSpPr>
            <a:xfrm>
              <a:off x="334962" y="1639164"/>
              <a:ext cx="11522075" cy="2001913"/>
              <a:chOff x="334962" y="1639164"/>
              <a:chExt cx="11522075" cy="2001913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D053990-FB00-7743-2C34-BCF181DC4420}"/>
                  </a:ext>
                </a:extLst>
              </p:cNvPr>
              <p:cNvSpPr/>
              <p:nvPr/>
            </p:nvSpPr>
            <p:spPr>
              <a:xfrm>
                <a:off x="334962" y="1639164"/>
                <a:ext cx="900000" cy="2001913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F9EBFF2D-77F9-9543-0CBB-5B48F007063E}"/>
                  </a:ext>
                </a:extLst>
              </p:cNvPr>
              <p:cNvSpPr/>
              <p:nvPr/>
            </p:nvSpPr>
            <p:spPr>
              <a:xfrm>
                <a:off x="1301175" y="1639166"/>
                <a:ext cx="10555861" cy="19160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B25A871A-D079-EFB8-9157-03DC9A37B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021404"/>
                <a:ext cx="120289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388626AE-4334-7C4C-1AF0-4FAA70667E7C}"/>
                  </a:ext>
                </a:extLst>
              </p:cNvPr>
              <p:cNvSpPr txBox="1"/>
              <p:nvPr/>
            </p:nvSpPr>
            <p:spPr>
              <a:xfrm>
                <a:off x="2576398" y="1841404"/>
                <a:ext cx="120289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6" name="直線コネクタ 15">
                <a:extLst>
                  <a:ext uri="{FF2B5EF4-FFF2-40B4-BE49-F238E27FC236}">
                    <ns2:creationId id="{E0F66F44-DA35-0830-FF62-861A432E5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5" y="2021404"/>
                <a:ext cx="439959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テキスト ボックス 16">
                <a:extLst>
                  <a:ext uri="{FF2B5EF4-FFF2-40B4-BE49-F238E27FC236}">
                    <ns2:creationId id="{A7485C72-C5EF-9DFA-1E2F-F2CB866B9EF3}"/>
                  </a:ext>
                </a:extLst>
              </p:cNvPr>
              <p:cNvSpPr txBox="1"/>
              <p:nvPr/>
            </p:nvSpPr>
            <p:spPr>
              <a:xfrm>
                <a:off x="3861125" y="1841405"/>
                <a:ext cx="4399592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46220B0C-951B-B122-AA0B-C6464DD6E7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6" y="2021404"/>
                <a:ext cx="352616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639EDF86-7A15-DF66-10A5-0E2EE62C51A5}"/>
                  </a:ext>
                </a:extLst>
              </p:cNvPr>
              <p:cNvSpPr txBox="1"/>
              <p:nvPr/>
            </p:nvSpPr>
            <p:spPr>
              <a:xfrm>
                <a:off x="8330876" y="1841405"/>
                <a:ext cx="352616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087D62FB-2A61-37E1-2966-D0379C01EFF5}"/>
                  </a:ext>
                </a:extLst>
              </p:cNvPr>
              <p:cNvSpPr txBox="1"/>
              <p:nvPr/>
            </p:nvSpPr>
            <p:spPr>
              <a:xfrm>
                <a:off x="1301175" y="2075074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en-US" altLang="ja-JP" sz="1000" dirty="0">
                    <a:latin typeface="+mn-ea"/>
                  </a:rPr>
                  <a:t>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>
                  <a:latin typeface="+mn-ea"/>
                </a:endParaRP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7B4927E9-8F62-927D-25C7-83FBD315E37A}"/>
                  </a:ext>
                </a:extLst>
              </p:cNvPr>
              <p:cNvSpPr txBox="1"/>
              <p:nvPr/>
            </p:nvSpPr>
            <p:spPr>
              <a:xfrm>
                <a:off x="1301175" y="2498076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PMO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6304169A-E1BE-4A6E-C1AD-23328FC1116C}"/>
                  </a:ext>
                </a:extLst>
              </p:cNvPr>
              <p:cNvSpPr txBox="1"/>
              <p:nvPr/>
            </p:nvSpPr>
            <p:spPr>
              <a:xfrm>
                <a:off x="3861125" y="2075073"/>
                <a:ext cx="4399592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A299F6D3-56BD-D417-3463-168268A3BE90}"/>
                  </a:ext>
                </a:extLst>
              </p:cNvPr>
              <p:cNvSpPr txBox="1"/>
              <p:nvPr/>
            </p:nvSpPr>
            <p:spPr>
              <a:xfrm>
                <a:off x="8330876" y="2075073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2ABA7F0E-57BE-7933-AA7D-0319E1013DE6}"/>
                  </a:ext>
                </a:extLst>
              </p:cNvPr>
              <p:cNvSpPr txBox="1"/>
              <p:nvPr/>
            </p:nvSpPr>
            <p:spPr>
              <a:xfrm>
                <a:off x="3861124" y="2498075"/>
                <a:ext cx="4399593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(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BC12F724-DD13-9F19-845F-9F1D0DA3403D}"/>
                  </a:ext>
                </a:extLst>
              </p:cNvPr>
              <p:cNvSpPr txBox="1"/>
              <p:nvPr/>
            </p:nvSpPr>
            <p:spPr>
              <a:xfrm>
                <a:off x="8330875" y="2498075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46DA8EA-31F1-23DB-63D3-7E07583E7C1A}"/>
                  </a:ext>
                </a:extLst>
              </p:cNvPr>
              <p:cNvSpPr txBox="1"/>
              <p:nvPr/>
            </p:nvSpPr>
            <p:spPr>
              <a:xfrm>
                <a:off x="2576398" y="2498075"/>
                <a:ext cx="120289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" altLang="ja-JP" sz="1000" dirty="0">
                  <a:latin typeface="+mn-ea"/>
                </a:endParaRP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6A9900CC-5A6C-B205-B79C-B9BFACEFF5CA}"/>
                  </a:ext>
                </a:extLst>
              </p:cNvPr>
              <p:cNvGrpSpPr/>
              <p:nvPr/>
            </p:nvGrpSpPr>
            <p:grpSpPr>
              <a:xfrm>
                <a:off x="1301175" y="2921077"/>
                <a:ext cx="10555861" cy="720000"/>
                <a:chOff x="1301175" y="2889248"/>
                <a:chExt cx="10555861" cy="720000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95A7DD05-994F-7062-E046-3F8799C050F8}"/>
                    </a:ext>
                  </a:extLst>
                </p:cNvPr>
                <p:cNvSpPr txBox="1"/>
                <p:nvPr/>
              </p:nvSpPr>
              <p:spPr>
                <a:xfrm>
                  <a:off x="1301175" y="2889248"/>
                  <a:ext cx="10555861" cy="720000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</p:spPr>
              <p:txBody>
                <a:bodyPr wrap="square" lIns="108000" tIns="36000" rIns="36000" bIns="36000" rtlCol="0" anchor="t">
                  <a:noAutofit/>
                </a:bodyPr>
                <a:lstStyle/>
                <a:p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lang="en-US" altLang="ja-JP" sz="1050" dirty="0">
                      <a:latin typeface="+mn-ea"/>
                    </a:rPr>
                    <a:t> (</a:t>
                  </a:r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kumimoji="1" lang="en-US" altLang="ja-JP" sz="1050" dirty="0">
                      <a:latin typeface="+mn-ea"/>
                    </a:rPr>
                    <a:t>)</a:t>
                  </a:r>
                  <a:endParaRPr kumimoji="1" lang="ja-JP" altLang="en-US" sz="1050">
                    <a:latin typeface="+mn-ea"/>
                  </a:endParaRPr>
                </a:p>
              </p:txBody>
            </p:sp>
            <p:sp>
              <p:nvSpPr>
                <p:cNvPr id="8" name="テキスト ボックス 7">
                  <a:extLst>
                    <a:ext uri="{FF2B5EF4-FFF2-40B4-BE49-F238E27FC236}">
                      <ns2:creationId id="{A434842C-E033-159B-79E4-43ACFE0C0E30}"/>
                    </a:ext>
                  </a:extLst>
                </p:cNvPr>
                <p:cNvSpPr txBox="1"/>
                <p:nvPr/>
              </p:nvSpPr>
              <p:spPr>
                <a:xfrm>
                  <a:off x="1431804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 :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)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-US" altLang="ja-JP" sz="900" dirty="0">
                    <a:latin typeface="+mn-ea"/>
                  </a:endParaRPr>
                </a:p>
                <a:p>
                  <a:pPr marL="755650"/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en" altLang="ja-JP" sz="900" dirty="0">
                      <a:latin typeface="+mn-ea"/>
                    </a:rPr>
                    <a:t>XX</a:t>
                  </a:r>
                  <a:br>
                    <a:rPr kumimoji="1" lang="en" altLang="ja-JP" sz="900" dirty="0">
                      <a:latin typeface="+mn-ea"/>
                    </a:rPr>
                  </a:b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02A306AA-4A77-0836-893A-AA2F3680C18B}"/>
                    </a:ext>
                  </a:extLst>
                </p:cNvPr>
                <p:cNvSpPr txBox="1"/>
                <p:nvPr/>
              </p:nvSpPr>
              <p:spPr>
                <a:xfrm>
                  <a:off x="4792428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29" name="テキスト ボックス 28">
                  <a:extLst>
                    <a:ext uri="{FF2B5EF4-FFF2-40B4-BE49-F238E27FC236}">
                      <ns2:creationId id="{43B35869-61AC-8E5E-0E84-E0A57C2E3A29}"/>
                    </a:ext>
                  </a:extLst>
                </p:cNvPr>
                <p:cNvSpPr txBox="1"/>
                <p:nvPr/>
              </p:nvSpPr>
              <p:spPr>
                <a:xfrm>
                  <a:off x="8205722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144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</p:grpSp>
          <p:cxnSp>
            <p:nvCxnSpPr>
              <p:cNvPr id="100" name="直線コネクタ 99">
                <a:extLst>
                  <a:ext uri="{FF2B5EF4-FFF2-40B4-BE49-F238E27FC236}">
                    <ns2:creationId id="{22A24EC0-1F5D-8F18-DBB6-56F7436055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471240"/>
                <a:ext cx="120289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8E7E73A-74EE-55FC-219D-D597B1C7CD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4" y="2471240"/>
                <a:ext cx="4399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4FF78F4C-A7C5-3C0F-5DDA-0D5430D17C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5" y="2471240"/>
                <a:ext cx="3526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F49EC6C6-D015-D341-2C31-6AF30C1296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962" y="3173077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11" name="グループ化 110">
              <a:extLst>
                <a:ext uri="{FF2B5EF4-FFF2-40B4-BE49-F238E27FC236}">
                  <ns2:creationId id="{0FFCB203-FD79-53EE-0977-78323931DEB7}"/>
                </a:ext>
              </a:extLst>
            </p:cNvPr>
            <p:cNvGrpSpPr/>
            <p:nvPr/>
          </p:nvGrpSpPr>
          <p:grpSpPr>
            <a:xfrm>
              <a:off x="334962" y="3724052"/>
              <a:ext cx="11522074" cy="2581131"/>
              <a:chOff x="334962" y="3724052"/>
              <a:chExt cx="11522074" cy="2581131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739DC4CF-016B-9898-420D-4405BE7A2DF7}"/>
                  </a:ext>
                </a:extLst>
              </p:cNvPr>
              <p:cNvSpPr/>
              <p:nvPr/>
            </p:nvSpPr>
            <p:spPr>
              <a:xfrm>
                <a:off x="334962" y="3724052"/>
                <a:ext cx="900000" cy="2581129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テキスト ボックス 6">
                <a:extLst>
                  <a:ext uri="{FF2B5EF4-FFF2-40B4-BE49-F238E27FC236}">
                    <ns2:creationId id="{EB5A3743-5F21-91FF-E141-31D16C38F13D}"/>
                  </a:ext>
                </a:extLst>
              </p:cNvPr>
              <p:cNvSpPr txBox="1"/>
              <p:nvPr/>
            </p:nvSpPr>
            <p:spPr>
              <a:xfrm>
                <a:off x="1301175" y="3724052"/>
                <a:ext cx="1202891" cy="360000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2C9C7D9-B6AF-B4FD-ED48-706D69B576E1}"/>
                  </a:ext>
                </a:extLst>
              </p:cNvPr>
              <p:cNvSpPr txBox="1"/>
              <p:nvPr/>
            </p:nvSpPr>
            <p:spPr>
              <a:xfrm>
                <a:off x="1301175" y="4110177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F6A43FCF-716C-D3B9-29E2-8DE69946931D}"/>
                  </a:ext>
                </a:extLst>
              </p:cNvPr>
              <p:cNvSpPr txBox="1"/>
              <p:nvPr/>
            </p:nvSpPr>
            <p:spPr>
              <a:xfrm>
                <a:off x="1301175" y="4531759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FE775985-A229-3C5F-FE77-0093E8B72BAD}"/>
                  </a:ext>
                </a:extLst>
              </p:cNvPr>
              <p:cNvSpPr txBox="1"/>
              <p:nvPr/>
            </p:nvSpPr>
            <p:spPr>
              <a:xfrm>
                <a:off x="1301174" y="4948400"/>
                <a:ext cx="576000" cy="782785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DB216129-D092-F456-6264-5A232B2361B3}"/>
                  </a:ext>
                </a:extLst>
              </p:cNvPr>
              <p:cNvSpPr txBox="1"/>
              <p:nvPr/>
            </p:nvSpPr>
            <p:spPr>
              <a:xfrm>
                <a:off x="1301175" y="5770380"/>
                <a:ext cx="1202891" cy="534803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3" name="テキスト ボックス 32">
                <a:extLst>
                  <a:ext uri="{FF2B5EF4-FFF2-40B4-BE49-F238E27FC236}">
                    <ns2:creationId id="{5B2E1045-A9A8-2078-5A87-54474290D43A}"/>
                  </a:ext>
                </a:extLst>
              </p:cNvPr>
              <p:cNvSpPr txBox="1"/>
              <p:nvPr/>
            </p:nvSpPr>
            <p:spPr>
              <a:xfrm>
                <a:off x="2576398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63BEC0FF-B41F-460A-97A3-1A556D9CA919}"/>
                  </a:ext>
                </a:extLst>
              </p:cNvPr>
              <p:cNvSpPr txBox="1"/>
              <p:nvPr/>
            </p:nvSpPr>
            <p:spPr>
              <a:xfrm>
                <a:off x="4554557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tIns="36000" rIns="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/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0A227FF6-1C64-552C-E5EA-CFF844FD100B}"/>
                  </a:ext>
                </a:extLst>
              </p:cNvPr>
              <p:cNvSpPr txBox="1"/>
              <p:nvPr/>
            </p:nvSpPr>
            <p:spPr>
              <a:xfrm>
                <a:off x="6532717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C546FCFE-2EE4-E8C1-241D-DCFAA9F40971}"/>
                  </a:ext>
                </a:extLst>
              </p:cNvPr>
              <p:cNvSpPr txBox="1"/>
              <p:nvPr/>
            </p:nvSpPr>
            <p:spPr>
              <a:xfrm>
                <a:off x="833087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B3704D29-5234-1FAE-F5A5-7758369C317B}"/>
                  </a:ext>
                </a:extLst>
              </p:cNvPr>
              <p:cNvSpPr txBox="1"/>
              <p:nvPr/>
            </p:nvSpPr>
            <p:spPr>
              <a:xfrm>
                <a:off x="1012903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34" name="ホームベース 91">
                <a:extLst>
                  <a:ext uri="{FF2B5EF4-FFF2-40B4-BE49-F238E27FC236}">
                    <ns2:creationId id="{C5F76A40-4C9A-8548-CE54-632A966F7E0C}"/>
                  </a:ext>
                </a:extLst>
              </p:cNvPr>
              <p:cNvSpPr/>
              <p:nvPr/>
            </p:nvSpPr>
            <p:spPr>
              <a:xfrm rot="5400000">
                <a:off x="2012971" y="4868006"/>
                <a:ext cx="396000" cy="576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山形 92">
                <a:extLst>
                  <a:ext uri="{FF2B5EF4-FFF2-40B4-BE49-F238E27FC236}">
                    <ns2:creationId id="{598947A1-692D-D124-F31A-404B83C5FDB2}"/>
                  </a:ext>
                </a:extLst>
              </p:cNvPr>
              <p:cNvSpPr/>
              <p:nvPr/>
            </p:nvSpPr>
            <p:spPr>
              <a:xfrm rot="5400000">
                <a:off x="2012971" y="5258519"/>
                <a:ext cx="396000" cy="576000"/>
              </a:xfrm>
              <a:prstGeom prst="chevron">
                <a:avLst>
                  <a:gd name="adj" fmla="val 18094"/>
                </a:avLst>
              </a:prstGeom>
              <a:solidFill>
                <a:srgbClr val="C5E0B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ホームベース 51">
                <a:extLst>
                  <a:ext uri="{FF2B5EF4-FFF2-40B4-BE49-F238E27FC236}">
                    <ns2:creationId id="{F7402BA1-870F-4706-BB3A-42FF78DAC60E}"/>
                  </a:ext>
                </a:extLst>
              </p:cNvPr>
              <p:cNvSpPr/>
              <p:nvPr/>
            </p:nvSpPr>
            <p:spPr>
              <a:xfrm>
                <a:off x="2576398" y="3724052"/>
                <a:ext cx="1548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XX</a:t>
                </a:r>
                <a:br>
                  <a:rPr kumimoji="1" lang="en-US" altLang="ja-JP" sz="1100" dirty="0">
                    <a:latin typeface="+mn-ea"/>
                  </a:rPr>
                </a:b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sp>
            <p:nvSpPr>
              <p:cNvPr id="46" name="山形 52">
                <a:extLst>
                  <a:ext uri="{FF2B5EF4-FFF2-40B4-BE49-F238E27FC236}">
                    <ns2:creationId id="{2AE3667E-5A01-8304-36F1-7F93BA1878D1}"/>
                  </a:ext>
                </a:extLst>
              </p:cNvPr>
              <p:cNvSpPr/>
              <p:nvPr/>
            </p:nvSpPr>
            <p:spPr>
              <a:xfrm>
                <a:off x="412292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0" name="山形 52">
                <a:extLst>
                  <a:ext uri="{FF2B5EF4-FFF2-40B4-BE49-F238E27FC236}">
                    <ns2:creationId id="{FBF6BF5B-211F-9C04-8CFB-9FCA52E460B1}"/>
                  </a:ext>
                </a:extLst>
              </p:cNvPr>
              <p:cNvSpPr/>
              <p:nvPr/>
            </p:nvSpPr>
            <p:spPr>
              <a:xfrm>
                <a:off x="5669452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1" name="山形 52">
                <a:extLst>
                  <a:ext uri="{FF2B5EF4-FFF2-40B4-BE49-F238E27FC236}">
                    <ns2:creationId id="{8F715255-B3FD-0981-3BAC-AE14322F3189}"/>
                  </a:ext>
                </a:extLst>
              </p:cNvPr>
              <p:cNvSpPr/>
              <p:nvPr/>
            </p:nvSpPr>
            <p:spPr>
              <a:xfrm>
                <a:off x="7215980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2" name="山形 52">
                <a:extLst>
                  <a:ext uri="{FF2B5EF4-FFF2-40B4-BE49-F238E27FC236}">
                    <ns2:creationId id="{0DA3064D-8086-8D06-A9F2-9C41E83C71B4}"/>
                  </a:ext>
                </a:extLst>
              </p:cNvPr>
              <p:cNvSpPr/>
              <p:nvPr/>
            </p:nvSpPr>
            <p:spPr>
              <a:xfrm>
                <a:off x="8762507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3" name="山形 52">
                <a:extLst>
                  <a:ext uri="{FF2B5EF4-FFF2-40B4-BE49-F238E27FC236}">
                    <ns2:creationId id="{9B4E7A02-08F9-FE7C-D51E-FD0B4442A65D}"/>
                  </a:ext>
                </a:extLst>
              </p:cNvPr>
              <p:cNvSpPr/>
              <p:nvPr/>
            </p:nvSpPr>
            <p:spPr>
              <a:xfrm>
                <a:off x="1030903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D7325E04-BF33-5C84-815E-218F0E3EA59D}"/>
                  </a:ext>
                </a:extLst>
              </p:cNvPr>
              <p:cNvSpPr txBox="1"/>
              <p:nvPr/>
            </p:nvSpPr>
            <p:spPr>
              <a:xfrm>
                <a:off x="2576398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91ECD041-651F-ED2D-3358-1A82494C18DA}"/>
                  </a:ext>
                </a:extLst>
              </p:cNvPr>
              <p:cNvSpPr txBox="1"/>
              <p:nvPr/>
            </p:nvSpPr>
            <p:spPr>
              <a:xfrm>
                <a:off x="412292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8A1F7A2-4782-F7EE-6FBE-7E55F4EE9578}"/>
                  </a:ext>
                </a:extLst>
              </p:cNvPr>
              <p:cNvSpPr txBox="1"/>
              <p:nvPr/>
            </p:nvSpPr>
            <p:spPr>
              <a:xfrm>
                <a:off x="5669452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7ED7E2FF-C78B-72A3-C023-B9A5CFA309E3}"/>
                  </a:ext>
                </a:extLst>
              </p:cNvPr>
              <p:cNvSpPr txBox="1"/>
              <p:nvPr/>
            </p:nvSpPr>
            <p:spPr>
              <a:xfrm>
                <a:off x="7215979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8" name="テキスト ボックス 57">
                <a:extLst>
                  <a:ext uri="{FF2B5EF4-FFF2-40B4-BE49-F238E27FC236}">
                    <ns2:creationId id="{2C8F4401-D15A-E987-8205-C53403928D02}"/>
                  </a:ext>
                </a:extLst>
              </p:cNvPr>
              <p:cNvSpPr txBox="1"/>
              <p:nvPr/>
            </p:nvSpPr>
            <p:spPr>
              <a:xfrm>
                <a:off x="8762506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58">
                <a:extLst>
                  <a:ext uri="{FF2B5EF4-FFF2-40B4-BE49-F238E27FC236}">
                    <ns2:creationId id="{87FF5FA0-ADF9-1C14-FD8E-5D184C35EE8B}"/>
                  </a:ext>
                </a:extLst>
              </p:cNvPr>
              <p:cNvSpPr txBox="1"/>
              <p:nvPr/>
            </p:nvSpPr>
            <p:spPr>
              <a:xfrm>
                <a:off x="1030903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C943D772-666E-8840-B2EE-8607571AA280}"/>
                  </a:ext>
                </a:extLst>
              </p:cNvPr>
              <p:cNvSpPr txBox="1"/>
              <p:nvPr/>
            </p:nvSpPr>
            <p:spPr>
              <a:xfrm>
                <a:off x="2576398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10D85589-1836-97E5-1FFF-3A16AAECEA0F}"/>
                  </a:ext>
                </a:extLst>
              </p:cNvPr>
              <p:cNvSpPr txBox="1"/>
              <p:nvPr/>
            </p:nvSpPr>
            <p:spPr>
              <a:xfrm>
                <a:off x="412292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B6B8C8F9-D8B7-7B2A-9D6D-B5E859B6B5A5}"/>
                  </a:ext>
                </a:extLst>
              </p:cNvPr>
              <p:cNvSpPr txBox="1"/>
              <p:nvPr/>
            </p:nvSpPr>
            <p:spPr>
              <a:xfrm>
                <a:off x="5669452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CF4BE782-96A5-88FC-8B54-3D294F2A595F}"/>
                  </a:ext>
                </a:extLst>
              </p:cNvPr>
              <p:cNvSpPr txBox="1"/>
              <p:nvPr/>
            </p:nvSpPr>
            <p:spPr>
              <a:xfrm>
                <a:off x="7215979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3C62A308-60FC-B020-AEA0-F060DE393218}"/>
                  </a:ext>
                </a:extLst>
              </p:cNvPr>
              <p:cNvSpPr txBox="1"/>
              <p:nvPr/>
            </p:nvSpPr>
            <p:spPr>
              <a:xfrm>
                <a:off x="8762506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8F890-8AE3-C390-9C75-01828B85F077}"/>
                  </a:ext>
                </a:extLst>
              </p:cNvPr>
              <p:cNvSpPr txBox="1"/>
              <p:nvPr/>
            </p:nvSpPr>
            <p:spPr>
              <a:xfrm>
                <a:off x="1030903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FFCD6460-C871-6CBF-68D7-379268592761}"/>
                  </a:ext>
                </a:extLst>
              </p:cNvPr>
              <p:cNvSpPr txBox="1"/>
              <p:nvPr/>
            </p:nvSpPr>
            <p:spPr>
              <a:xfrm>
                <a:off x="2576398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7" name="テキスト ボックス 66">
                <a:extLst>
                  <a:ext uri="{FF2B5EF4-FFF2-40B4-BE49-F238E27FC236}">
                    <ns2:creationId id="{018EB998-0070-1F08-E230-F0691361DCAE}"/>
                  </a:ext>
                </a:extLst>
              </p:cNvPr>
              <p:cNvSpPr txBox="1"/>
              <p:nvPr/>
            </p:nvSpPr>
            <p:spPr>
              <a:xfrm>
                <a:off x="412292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 dirty="0">
                    <a:latin typeface="+mn-ea"/>
                  </a:rPr>
                  <a:t>-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87C1350B-A144-734A-1434-DD50CA9F1D9D}"/>
                  </a:ext>
                </a:extLst>
              </p:cNvPr>
              <p:cNvSpPr txBox="1"/>
              <p:nvPr/>
            </p:nvSpPr>
            <p:spPr>
              <a:xfrm>
                <a:off x="5669452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4C716945-B11C-0AFC-30AD-5774E2B4644A}"/>
                  </a:ext>
                </a:extLst>
              </p:cNvPr>
              <p:cNvSpPr txBox="1"/>
              <p:nvPr/>
            </p:nvSpPr>
            <p:spPr>
              <a:xfrm>
                <a:off x="8762506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4CCFB33A-B012-EDB0-22B8-D7EEBEBB6E50}"/>
                  </a:ext>
                </a:extLst>
              </p:cNvPr>
              <p:cNvSpPr txBox="1"/>
              <p:nvPr/>
            </p:nvSpPr>
            <p:spPr>
              <a:xfrm>
                <a:off x="1030903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 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2EAE1724-838F-A18A-B8E0-B265B6ECF068}"/>
                  </a:ext>
                </a:extLst>
              </p:cNvPr>
              <p:cNvSpPr txBox="1"/>
              <p:nvPr/>
            </p:nvSpPr>
            <p:spPr>
              <a:xfrm>
                <a:off x="2576398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E4F31964-217E-3F93-E560-16ABFD521CF7}"/>
                  </a:ext>
                </a:extLst>
              </p:cNvPr>
              <p:cNvSpPr txBox="1"/>
              <p:nvPr/>
            </p:nvSpPr>
            <p:spPr>
              <a:xfrm>
                <a:off x="4122925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4" name="テキスト ボックス 73">
                <a:extLst>
                  <a:ext uri="{FF2B5EF4-FFF2-40B4-BE49-F238E27FC236}">
                    <ns2:creationId id="{97982BF3-477B-52DD-99BD-7872AFAAB8ED}"/>
                  </a:ext>
                </a:extLst>
              </p:cNvPr>
              <p:cNvSpPr txBox="1"/>
              <p:nvPr/>
            </p:nvSpPr>
            <p:spPr>
              <a:xfrm>
                <a:off x="5669452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ns2:creationId id="{53418BC1-DE0E-15A4-D40F-4E8DE8427217}"/>
                  </a:ext>
                </a:extLst>
              </p:cNvPr>
              <p:cNvSpPr txBox="1"/>
              <p:nvPr/>
            </p:nvSpPr>
            <p:spPr>
              <a:xfrm>
                <a:off x="7215979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ns2:creationId id="{CAC2CDAA-590E-FAF7-371C-E42D0C631D01}"/>
                  </a:ext>
                </a:extLst>
              </p:cNvPr>
              <p:cNvSpPr txBox="1"/>
              <p:nvPr/>
            </p:nvSpPr>
            <p:spPr>
              <a:xfrm>
                <a:off x="8762506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A13E69D0-9111-32D3-2EB0-EC03E6B4DA4A}"/>
                  </a:ext>
                </a:extLst>
              </p:cNvPr>
              <p:cNvSpPr txBox="1"/>
              <p:nvPr/>
            </p:nvSpPr>
            <p:spPr>
              <a:xfrm>
                <a:off x="10309035" y="5374923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cxnSp>
            <p:nvCxnSpPr>
              <p:cNvPr id="78" name="直線コネクタ 77">
                <a:extLst>
                  <a:ext uri="{FF2B5EF4-FFF2-40B4-BE49-F238E27FC236}">
                    <ns2:creationId id="{A9BB5159-3093-3D08-F191-247400BAA9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88E16833-83ED-6963-CE5E-086CCE444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B09088D6-E72D-5CFA-B7D7-3E08AE0B92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>
                <a:extLst>
                  <a:ext uri="{FF2B5EF4-FFF2-40B4-BE49-F238E27FC236}">
                    <ns2:creationId id="{FEA745BA-CC02-3CE5-E3E8-7B27766B3C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AC949E11-59FB-5A50-4734-43C858D04A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DBAD42A8-3C6A-C03F-B134-41D6CABA2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98A1EE3E-AFB7-6418-8247-95F01ED778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4F5F6DA3-4577-E93D-CDDA-4EF9745B6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2A25C230-2480-7375-41A7-109F35AB3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06A68707-4475-493B-E77A-5481FC1BD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732D357D-9ABF-C120-4E7E-CAE834ABA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FAC4E517-DB48-0604-ACE0-C91A6F992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78638FA-B8BF-563E-B0FC-FAB6010A79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CE416D4C-D092-6027-8DB2-B6986813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57A56EFE-608A-3F6D-0762-19C8CF5A7B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34001DC3-E637-197D-7746-11DCAA520B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35A3F04F-EABE-BD12-E436-1731FBC0D0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2BB76DD2-6B4D-50A7-0D3D-ED27A8D10E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4" name="グラフィックス 103" descr="テーブル 単色塗りつぶし">
                <a:extLst>
                  <a:ext uri="{FF2B5EF4-FFF2-40B4-BE49-F238E27FC236}">
                    <ns2:creationId id="{47A93B23-09D1-7A4E-EA37-8166659672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66962" y="583718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109" name="テキスト ボックス 108">
                <a:extLst>
                  <a:ext uri="{FF2B5EF4-FFF2-40B4-BE49-F238E27FC236}">
                    <ns2:creationId id="{3E441190-1611-7BD3-4A81-411FEA7ECA65}"/>
                  </a:ext>
                </a:extLst>
              </p:cNvPr>
              <p:cNvSpPr txBox="1"/>
              <p:nvPr/>
            </p:nvSpPr>
            <p:spPr>
              <a:xfrm>
                <a:off x="7215979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</p:grpSp>
      </p:grpSp>
    </p:spTree>
    <p:extLst>
      <p:ext uri="{BB962C8B-B14F-4D97-AF65-F5344CB8AC3E}">
        <ns5:creationId val="3278881194"/>
      </p:ext>
    </p:extLst>
  </p:cSld>
  <p:clrMapOvr>
    <a:masterClrMapping/>
  </p:clrMapOvr>
</p:sld>
</file>

<file path=ppt/slides/slide2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1849DEE-B9F2-544B-B006-422A63DC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C8CFCB-59F2-8AE2-DC45-8F346569D6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CA0BA4-084E-7364-652C-326CC32DF2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</a:p>
        </p:txBody>
      </p:sp>
      <p:grpSp>
        <p:nvGrpSpPr>
          <p:cNvPr id="144" name="グループ化 143">
            <a:extLst>
              <a:ext uri="{FF2B5EF4-FFF2-40B4-BE49-F238E27FC236}">
                <ns2:creationId id="{94C24A7C-376B-5BAC-C610-29C9947CAC31}"/>
              </a:ext>
            </a:extLst>
          </p:cNvPr>
          <p:cNvGrpSpPr/>
          <p:nvPr/>
        </p:nvGrpSpPr>
        <p:grpSpPr>
          <a:xfrm>
            <a:off x="334962" y="1628775"/>
            <a:ext cx="11521895" cy="4680581"/>
            <a:chOff x="334962" y="1628775"/>
            <a:chExt cx="11521895" cy="4680581"/>
          </a:xfrm>
        </p:grpSpPr>
        <p:grpSp>
          <p:nvGrpSpPr>
            <p:cNvPr id="131" name="グループ化 130">
              <a:extLst>
                <a:ext uri="{FF2B5EF4-FFF2-40B4-BE49-F238E27FC236}">
                  <ns2:creationId id="{1BFCF9D4-E857-6AFF-EF97-908E06227BFC}"/>
                </a:ext>
              </a:extLst>
            </p:cNvPr>
            <p:cNvGrpSpPr/>
            <p:nvPr/>
          </p:nvGrpSpPr>
          <p:grpSpPr>
            <a:xfrm>
              <a:off x="1596623" y="1633488"/>
              <a:ext cx="2556000" cy="4675868"/>
              <a:chOff x="1569061" y="1633488"/>
              <a:chExt cx="2556000" cy="4675868"/>
            </a:xfrm>
          </p:grpSpPr>
          <p:cxnSp>
            <p:nvCxnSpPr>
              <p:cNvPr id="105" name="直線コネクタ 104">
                <a:extLst>
                  <a:ext uri="{FF2B5EF4-FFF2-40B4-BE49-F238E27FC236}">
                    <ns2:creationId id="{919DF3C4-A004-DB8B-E2B8-C657E26730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1934895"/>
                <a:ext cx="255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テキスト ボックス 106">
                <a:extLst>
                  <a:ext uri="{FF2B5EF4-FFF2-40B4-BE49-F238E27FC236}">
                    <ns2:creationId id="{D47E447D-DCD9-DF5F-7A04-8063DADF2947}"/>
                  </a:ext>
                </a:extLst>
              </p:cNvPr>
              <p:cNvSpPr txBox="1"/>
              <p:nvPr/>
            </p:nvSpPr>
            <p:spPr>
              <a:xfrm>
                <a:off x="1569061" y="1633488"/>
                <a:ext cx="2556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83F6BD85-CDDF-0CE3-F851-5F69EA4EF106}"/>
                  </a:ext>
                </a:extLst>
              </p:cNvPr>
              <p:cNvSpPr/>
              <p:nvPr/>
            </p:nvSpPr>
            <p:spPr>
              <a:xfrm>
                <a:off x="1569061" y="2024983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A2FE9DD-8A20-ADB2-AF59-869425434CD8}"/>
                  </a:ext>
                </a:extLst>
              </p:cNvPr>
              <p:cNvSpPr/>
              <p:nvPr/>
            </p:nvSpPr>
            <p:spPr>
              <a:xfrm>
                <a:off x="1569061" y="2826076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5D311F4-0FBE-76CC-3DD0-8CBCA0B36453}"/>
                  </a:ext>
                </a:extLst>
              </p:cNvPr>
              <p:cNvSpPr/>
              <p:nvPr/>
            </p:nvSpPr>
            <p:spPr>
              <a:xfrm>
                <a:off x="1569061" y="3627169"/>
                <a:ext cx="2556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D2CFAABA-FF7E-E48E-5595-78D1C6FCA33E}"/>
                  </a:ext>
                </a:extLst>
              </p:cNvPr>
              <p:cNvSpPr/>
              <p:nvPr/>
            </p:nvSpPr>
            <p:spPr>
              <a:xfrm>
                <a:off x="1569061" y="4644262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RPA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0189569C-E5F8-3B26-E234-5C91AD099CC0}"/>
                  </a:ext>
                </a:extLst>
              </p:cNvPr>
              <p:cNvSpPr/>
              <p:nvPr/>
            </p:nvSpPr>
            <p:spPr>
              <a:xfrm>
                <a:off x="1569061" y="5517356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EAE3A061-9CB3-0911-FC8E-456AD910D1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278552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59CF83D-06A8-F0F2-EA58-2F4A418C1F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3586622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線コネクタ 25">
                <a:extLst>
                  <a:ext uri="{FF2B5EF4-FFF2-40B4-BE49-F238E27FC236}">
                    <ns2:creationId id="{CB74DBAC-9C83-D839-F89F-BB2251445A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4603716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26">
                <a:extLst>
                  <a:ext uri="{FF2B5EF4-FFF2-40B4-BE49-F238E27FC236}">
                    <ns2:creationId id="{77F61705-185E-4CE0-018B-33A15548C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547680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グループ化 129">
              <a:extLst>
                <a:ext uri="{FF2B5EF4-FFF2-40B4-BE49-F238E27FC236}">
                  <ns2:creationId id="{D9EC9B53-107E-1392-AF05-2B7ABBE0AB9C}"/>
                </a:ext>
              </a:extLst>
            </p:cNvPr>
            <p:cNvGrpSpPr/>
            <p:nvPr/>
          </p:nvGrpSpPr>
          <p:grpSpPr>
            <a:xfrm>
              <a:off x="4224571" y="1633488"/>
              <a:ext cx="1440001" cy="4675868"/>
              <a:chOff x="4169785" y="1633488"/>
              <a:chExt cx="1440001" cy="4675868"/>
            </a:xfrm>
          </p:grpSpPr>
          <p:cxnSp>
            <p:nvCxnSpPr>
              <p:cNvPr id="9" name="直線コネクタ 8">
                <a:extLst>
                  <a:ext uri="{FF2B5EF4-FFF2-40B4-BE49-F238E27FC236}">
                    <ns2:creationId id="{A70803C4-479A-0C1D-4333-0D964436B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1934895"/>
                <a:ext cx="14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F9595696-318C-6F27-52F3-87B2662A6578}"/>
                  </a:ext>
                </a:extLst>
              </p:cNvPr>
              <p:cNvSpPr txBox="1"/>
              <p:nvPr/>
            </p:nvSpPr>
            <p:spPr>
              <a:xfrm>
                <a:off x="4169786" y="1633488"/>
                <a:ext cx="1440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D6FB20B4-D89E-D5C7-C8D1-A1D1B4286D07}"/>
                  </a:ext>
                </a:extLst>
              </p:cNvPr>
              <p:cNvSpPr/>
              <p:nvPr/>
            </p:nvSpPr>
            <p:spPr>
              <a:xfrm>
                <a:off x="4169785" y="2024985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F098FE4-16D1-53DB-1951-D94E9C61B750}"/>
                  </a:ext>
                </a:extLst>
              </p:cNvPr>
              <p:cNvSpPr/>
              <p:nvPr/>
            </p:nvSpPr>
            <p:spPr>
              <a:xfrm>
                <a:off x="4169786" y="2826077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AEE18D2D-3F84-7A5A-8957-19098EAD7E34}"/>
                  </a:ext>
                </a:extLst>
              </p:cNvPr>
              <p:cNvSpPr/>
              <p:nvPr/>
            </p:nvSpPr>
            <p:spPr>
              <a:xfrm>
                <a:off x="4169786" y="3627170"/>
                <a:ext cx="1440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8F30C394-0F5D-B058-56B3-A00E0BCA7329}"/>
                  </a:ext>
                </a:extLst>
              </p:cNvPr>
              <p:cNvSpPr/>
              <p:nvPr/>
            </p:nvSpPr>
            <p:spPr>
              <a:xfrm>
                <a:off x="4169786" y="4644263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642C4F0-C3D1-7AE9-B05D-03EDAF794291}"/>
                  </a:ext>
                </a:extLst>
              </p:cNvPr>
              <p:cNvSpPr/>
              <p:nvPr/>
            </p:nvSpPr>
            <p:spPr>
              <a:xfrm>
                <a:off x="4169786" y="5517356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E7446CE9-1018-AD06-4494-DC8C03CE76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2785531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ns2:creationId id="{557C4AB2-5852-5F3C-5004-5562C938C0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3586624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13F695C-C688-540F-B629-F28922CAD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4603716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4A2F2160-9B8E-7821-59A1-881EADC33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5476809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グループ化 128">
              <a:extLst>
                <a:ext uri="{FF2B5EF4-FFF2-40B4-BE49-F238E27FC236}">
                  <ns2:creationId id="{AD19580D-60C6-BBDA-EAE9-8A4E9863F81B}"/>
                </a:ext>
              </a:extLst>
            </p:cNvPr>
            <p:cNvGrpSpPr/>
            <p:nvPr/>
          </p:nvGrpSpPr>
          <p:grpSpPr>
            <a:xfrm>
              <a:off x="5736520" y="1633488"/>
              <a:ext cx="1404002" cy="4675868"/>
              <a:chOff x="5673267" y="1633488"/>
              <a:chExt cx="1404002" cy="4675868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B2647F2D-60D6-CAB0-9942-91770D89A9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9" y="1934895"/>
                <a:ext cx="140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テキスト ボックス 5">
                <a:extLst>
                  <a:ext uri="{FF2B5EF4-FFF2-40B4-BE49-F238E27FC236}">
                    <ns2:creationId id="{BC1C43DA-D001-7E32-7890-351BF4AD004E}"/>
                  </a:ext>
                </a:extLst>
              </p:cNvPr>
              <p:cNvSpPr txBox="1"/>
              <p:nvPr/>
            </p:nvSpPr>
            <p:spPr>
              <a:xfrm>
                <a:off x="5673269" y="1633488"/>
                <a:ext cx="1404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CEA16CA5-0B26-C7DE-39A5-548C0B2A5A95}"/>
                  </a:ext>
                </a:extLst>
              </p:cNvPr>
              <p:cNvSpPr/>
              <p:nvPr/>
            </p:nvSpPr>
            <p:spPr>
              <a:xfrm>
                <a:off x="5673268" y="2024985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A0655A8F-89D6-16C9-5C1D-E63C157102BC}"/>
                  </a:ext>
                </a:extLst>
              </p:cNvPr>
              <p:cNvSpPr/>
              <p:nvPr/>
            </p:nvSpPr>
            <p:spPr>
              <a:xfrm>
                <a:off x="5673269" y="2826077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E9108B30-1606-7066-7A05-A16548CF528C}"/>
                  </a:ext>
                </a:extLst>
              </p:cNvPr>
              <p:cNvSpPr/>
              <p:nvPr/>
            </p:nvSpPr>
            <p:spPr>
              <a:xfrm>
                <a:off x="5673269" y="3627170"/>
                <a:ext cx="1404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DE30571F-01E4-F7A8-D796-43F2803CF575}"/>
                  </a:ext>
                </a:extLst>
              </p:cNvPr>
              <p:cNvSpPr/>
              <p:nvPr/>
            </p:nvSpPr>
            <p:spPr>
              <a:xfrm>
                <a:off x="5673269" y="4644263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9D0EBB3-77C2-B653-4631-15172F585853}"/>
                  </a:ext>
                </a:extLst>
              </p:cNvPr>
              <p:cNvSpPr/>
              <p:nvPr/>
            </p:nvSpPr>
            <p:spPr>
              <a:xfrm>
                <a:off x="5673269" y="5517356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E09E187B-0725-A307-5EDA-D81C3B5596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2785531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9BFDD915-5FD9-8664-BFC8-6E6E740024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3586624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5CF0474-8C93-9331-B9C6-A1F44D5A34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4603716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D568A777-97E7-43D9-7CC9-DFFF26D520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5476809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8" name="グループ化 127">
              <a:extLst>
                <a:ext uri="{FF2B5EF4-FFF2-40B4-BE49-F238E27FC236}">
                  <ns2:creationId id="{7BD4A2E3-FBB9-B2A7-EC2F-FB9E383A2CFB}"/>
                </a:ext>
              </a:extLst>
            </p:cNvPr>
            <p:cNvGrpSpPr/>
            <p:nvPr/>
          </p:nvGrpSpPr>
          <p:grpSpPr>
            <a:xfrm>
              <a:off x="7212471" y="1628775"/>
              <a:ext cx="4644386" cy="4680580"/>
              <a:chOff x="7212471" y="1628775"/>
              <a:chExt cx="4644386" cy="4680580"/>
            </a:xfrm>
          </p:grpSpPr>
          <p:sp>
            <p:nvSpPr>
              <p:cNvPr id="38" name="テキスト ボックス 37">
                <a:extLst>
                  <a:ext uri="{FF2B5EF4-FFF2-40B4-BE49-F238E27FC236}">
                    <ns2:creationId id="{7ED3A34E-5F95-DC97-BA8B-FAEC534E211E}"/>
                  </a:ext>
                </a:extLst>
              </p:cNvPr>
              <p:cNvSpPr txBox="1"/>
              <p:nvPr/>
            </p:nvSpPr>
            <p:spPr>
              <a:xfrm>
                <a:off x="7212471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17A264E6-82A2-65A1-E9D6-8D8439808B6F}"/>
                  </a:ext>
                </a:extLst>
              </p:cNvPr>
              <p:cNvSpPr txBox="1"/>
              <p:nvPr/>
            </p:nvSpPr>
            <p:spPr>
              <a:xfrm>
                <a:off x="747296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8A5FCAD8-DF7D-1FD7-1781-3C7D1BD4485F}"/>
                  </a:ext>
                </a:extLst>
              </p:cNvPr>
              <p:cNvSpPr txBox="1"/>
              <p:nvPr/>
            </p:nvSpPr>
            <p:spPr>
              <a:xfrm>
                <a:off x="77334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0D3CCB89-8787-BD69-7E31-2863F63CE951}"/>
                  </a:ext>
                </a:extLst>
              </p:cNvPr>
              <p:cNvSpPr txBox="1"/>
              <p:nvPr/>
            </p:nvSpPr>
            <p:spPr>
              <a:xfrm>
                <a:off x="799395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A6D0F851-39E7-DB90-45F4-FDA2FE2A0F2F}"/>
                  </a:ext>
                </a:extLst>
              </p:cNvPr>
              <p:cNvSpPr txBox="1"/>
              <p:nvPr/>
            </p:nvSpPr>
            <p:spPr>
              <a:xfrm>
                <a:off x="825444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9DDF81A9-D733-3C42-DA43-10E31F163196}"/>
                  </a:ext>
                </a:extLst>
              </p:cNvPr>
              <p:cNvSpPr txBox="1"/>
              <p:nvPr/>
            </p:nvSpPr>
            <p:spPr>
              <a:xfrm>
                <a:off x="851493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BCCA9F49-F01D-BA0C-544A-E2E5CED607E3}"/>
                  </a:ext>
                </a:extLst>
              </p:cNvPr>
              <p:cNvSpPr txBox="1"/>
              <p:nvPr/>
            </p:nvSpPr>
            <p:spPr>
              <a:xfrm>
                <a:off x="877543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13CBDEC7-F88E-8CDE-0ACF-5508C4DBFB2C}"/>
                  </a:ext>
                </a:extLst>
              </p:cNvPr>
              <p:cNvSpPr txBox="1"/>
              <p:nvPr/>
            </p:nvSpPr>
            <p:spPr>
              <a:xfrm>
                <a:off x="903592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FF5BFC8C-8762-FF35-A053-C9C3466C4588}"/>
                  </a:ext>
                </a:extLst>
              </p:cNvPr>
              <p:cNvSpPr txBox="1"/>
              <p:nvPr/>
            </p:nvSpPr>
            <p:spPr>
              <a:xfrm>
                <a:off x="929641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4348737D-A5F0-D008-21A5-7300DD42F64C}"/>
                  </a:ext>
                </a:extLst>
              </p:cNvPr>
              <p:cNvSpPr txBox="1"/>
              <p:nvPr/>
            </p:nvSpPr>
            <p:spPr>
              <a:xfrm>
                <a:off x="955691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343F8C9-686C-405E-A8CF-A8AE40A10D9B}"/>
                  </a:ext>
                </a:extLst>
              </p:cNvPr>
              <p:cNvSpPr txBox="1"/>
              <p:nvPr/>
            </p:nvSpPr>
            <p:spPr>
              <a:xfrm>
                <a:off x="981740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4A21C00E-3154-2B92-56F9-15AAED8267E6}"/>
                  </a:ext>
                </a:extLst>
              </p:cNvPr>
              <p:cNvSpPr txBox="1"/>
              <p:nvPr/>
            </p:nvSpPr>
            <p:spPr>
              <a:xfrm>
                <a:off x="1007789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BBCEDA8-A499-E552-B138-8105E8C17557}"/>
                  </a:ext>
                </a:extLst>
              </p:cNvPr>
              <p:cNvSpPr txBox="1"/>
              <p:nvPr/>
            </p:nvSpPr>
            <p:spPr>
              <a:xfrm>
                <a:off x="1033839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57BF15DE-4ABD-FB4F-8921-E63006F89D19}"/>
                  </a:ext>
                </a:extLst>
              </p:cNvPr>
              <p:cNvSpPr txBox="1"/>
              <p:nvPr/>
            </p:nvSpPr>
            <p:spPr>
              <a:xfrm>
                <a:off x="1059888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669F156B-CBE7-0C80-80CF-C19880847AAF}"/>
                  </a:ext>
                </a:extLst>
              </p:cNvPr>
              <p:cNvSpPr txBox="1"/>
              <p:nvPr/>
            </p:nvSpPr>
            <p:spPr>
              <a:xfrm>
                <a:off x="1085937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F75AE65A-3F5B-B157-A580-990DBAE5B804}"/>
                  </a:ext>
                </a:extLst>
              </p:cNvPr>
              <p:cNvSpPr txBox="1"/>
              <p:nvPr/>
            </p:nvSpPr>
            <p:spPr>
              <a:xfrm>
                <a:off x="1111987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95868-28B1-678D-3E57-FA348BE048F7}"/>
                  </a:ext>
                </a:extLst>
              </p:cNvPr>
              <p:cNvSpPr txBox="1"/>
              <p:nvPr/>
            </p:nvSpPr>
            <p:spPr>
              <a:xfrm>
                <a:off x="1138036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CFD04564-2EED-5407-FCAB-534E1AD2CAD3}"/>
                  </a:ext>
                </a:extLst>
              </p:cNvPr>
              <p:cNvSpPr txBox="1"/>
              <p:nvPr/>
            </p:nvSpPr>
            <p:spPr>
              <a:xfrm>
                <a:off x="116408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3C61D037-7633-8A7B-6AC5-CB19C9C4A8C4}"/>
                  </a:ext>
                </a:extLst>
              </p:cNvPr>
              <p:cNvSpPr txBox="1"/>
              <p:nvPr/>
            </p:nvSpPr>
            <p:spPr>
              <a:xfrm>
                <a:off x="7212471" y="1628775"/>
                <a:ext cx="1257972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675F56C4-EFCC-234D-F277-6CEB0555A99B}"/>
                  </a:ext>
                </a:extLst>
              </p:cNvPr>
              <p:cNvSpPr txBox="1"/>
              <p:nvPr/>
            </p:nvSpPr>
            <p:spPr>
              <a:xfrm>
                <a:off x="8514937" y="1628775"/>
                <a:ext cx="3081426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35891930-EDF4-F9FC-DC5F-100573257183}"/>
                  </a:ext>
                </a:extLst>
              </p:cNvPr>
              <p:cNvSpPr txBox="1"/>
              <p:nvPr/>
            </p:nvSpPr>
            <p:spPr>
              <a:xfrm>
                <a:off x="11640857" y="1628775"/>
                <a:ext cx="215999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8EDAE387-390C-1BEE-F295-31BE0981BB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2785531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3411D6FE-ED9A-936A-8A22-7E1A1525E5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3586624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2364139-15D9-46D4-0514-33E726BD5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4603716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8B61D16-960B-2035-05F1-297974C7E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5476809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矢印コネクタ 85">
                <a:extLst>
                  <a:ext uri="{FF2B5EF4-FFF2-40B4-BE49-F238E27FC236}">
                    <ns2:creationId id="{550AFB67-F5AB-E0AE-9F18-EB9EBC29C5C6}"/>
                  </a:ext>
                </a:extLst>
              </p:cNvPr>
              <p:cNvCxnSpPr/>
              <p:nvPr/>
            </p:nvCxnSpPr>
            <p:spPr>
              <a:xfrm>
                <a:off x="7212471" y="2384985"/>
                <a:ext cx="736985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矢印コネクタ 86">
                <a:extLst>
                  <a:ext uri="{FF2B5EF4-FFF2-40B4-BE49-F238E27FC236}">
                    <ns2:creationId id="{41034066-2B87-2D47-C297-DF55755D1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3457" y="3186076"/>
                <a:ext cx="215999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矢印コネクタ 88">
                <a:extLst>
                  <a:ext uri="{FF2B5EF4-FFF2-40B4-BE49-F238E27FC236}">
                    <ns2:creationId id="{5F8A3738-B802-8F6C-B282-AB4BBA6188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75429" y="5040263"/>
                <a:ext cx="201887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矢印コネクタ 89">
                <a:extLst>
                  <a:ext uri="{FF2B5EF4-FFF2-40B4-BE49-F238E27FC236}">
                    <ns2:creationId id="{DFA16EE3-AF3D-5189-A1CE-0E2C5567E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59376" y="5898516"/>
                <a:ext cx="99025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矢印コネクタ 90">
                <a:extLst>
                  <a:ext uri="{FF2B5EF4-FFF2-40B4-BE49-F238E27FC236}">
                    <ns2:creationId id="{2FFA4E6A-F0A0-A386-2D69-022D77EE1E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3950" y="4104842"/>
                <a:ext cx="736987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2BE34E1D-9830-2DBB-173E-44A26435ABC1}"/>
                  </a:ext>
                </a:extLst>
              </p:cNvPr>
              <p:cNvCxnSpPr>
                <a:stCxn id="39" idx="1"/>
              </p:cNvCxnSpPr>
              <p:nvPr/>
            </p:nvCxnSpPr>
            <p:spPr>
              <a:xfrm flipH="1">
                <a:off x="7450717" y="1862894"/>
                <a:ext cx="22247" cy="4446461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A4313580-8A12-AE63-9D5A-B449FA0645A1}"/>
                  </a:ext>
                </a:extLst>
              </p:cNvPr>
              <p:cNvCxnSpPr/>
              <p:nvPr/>
            </p:nvCxnSpPr>
            <p:spPr>
              <a:xfrm>
                <a:off x="77112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F5CD8BC-335D-F451-B3DF-C826477D45F2}"/>
                  </a:ext>
                </a:extLst>
              </p:cNvPr>
              <p:cNvCxnSpPr/>
              <p:nvPr/>
            </p:nvCxnSpPr>
            <p:spPr>
              <a:xfrm>
                <a:off x="797170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8BC68E4A-8091-14E8-C73B-B8BF90691C0C}"/>
                  </a:ext>
                </a:extLst>
              </p:cNvPr>
              <p:cNvCxnSpPr/>
              <p:nvPr/>
            </p:nvCxnSpPr>
            <p:spPr>
              <a:xfrm>
                <a:off x="823219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0BA37F0-ED7A-AC8F-8429-968846B31AD7}"/>
                  </a:ext>
                </a:extLst>
              </p:cNvPr>
              <p:cNvCxnSpPr/>
              <p:nvPr/>
            </p:nvCxnSpPr>
            <p:spPr>
              <a:xfrm>
                <a:off x="849269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7B489C34-FB18-1FC2-BEDE-00D61CEAC34E}"/>
                  </a:ext>
                </a:extLst>
              </p:cNvPr>
              <p:cNvCxnSpPr/>
              <p:nvPr/>
            </p:nvCxnSpPr>
            <p:spPr>
              <a:xfrm>
                <a:off x="875318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B4D44D16-1752-9183-3A9D-7E57E838A5E2}"/>
                  </a:ext>
                </a:extLst>
              </p:cNvPr>
              <p:cNvCxnSpPr/>
              <p:nvPr/>
            </p:nvCxnSpPr>
            <p:spPr>
              <a:xfrm>
                <a:off x="901367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2FE8098E-A5BE-FB61-E8C1-281504F8C243}"/>
                  </a:ext>
                </a:extLst>
              </p:cNvPr>
              <p:cNvCxnSpPr/>
              <p:nvPr/>
            </p:nvCxnSpPr>
            <p:spPr>
              <a:xfrm>
                <a:off x="953466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C1ABA5A7-B8C2-6BD8-AB55-8FEF3A132F4F}"/>
                  </a:ext>
                </a:extLst>
              </p:cNvPr>
              <p:cNvCxnSpPr/>
              <p:nvPr/>
            </p:nvCxnSpPr>
            <p:spPr>
              <a:xfrm>
                <a:off x="979515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48BD9944-6BCF-8ADD-D25E-2407EF17C636}"/>
                  </a:ext>
                </a:extLst>
              </p:cNvPr>
              <p:cNvCxnSpPr/>
              <p:nvPr/>
            </p:nvCxnSpPr>
            <p:spPr>
              <a:xfrm>
                <a:off x="1005565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AC9B176E-1A32-74CB-5D19-8A2797B0E24E}"/>
                  </a:ext>
                </a:extLst>
              </p:cNvPr>
              <p:cNvCxnSpPr/>
              <p:nvPr/>
            </p:nvCxnSpPr>
            <p:spPr>
              <a:xfrm>
                <a:off x="1031614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02634079-7F2C-F135-EF96-85F9C414104D}"/>
                  </a:ext>
                </a:extLst>
              </p:cNvPr>
              <p:cNvCxnSpPr/>
              <p:nvPr/>
            </p:nvCxnSpPr>
            <p:spPr>
              <a:xfrm>
                <a:off x="1057663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A6436D01-74B3-FB8D-0833-DDC7D9F5733E}"/>
                  </a:ext>
                </a:extLst>
              </p:cNvPr>
              <p:cNvCxnSpPr/>
              <p:nvPr/>
            </p:nvCxnSpPr>
            <p:spPr>
              <a:xfrm>
                <a:off x="1083713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EE331D8F-1BD9-8028-D939-93B58A299549}"/>
                  </a:ext>
                </a:extLst>
              </p:cNvPr>
              <p:cNvCxnSpPr/>
              <p:nvPr/>
            </p:nvCxnSpPr>
            <p:spPr>
              <a:xfrm>
                <a:off x="1109762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14ECD902-27F5-4773-D9D0-B74DABA79ABD}"/>
                  </a:ext>
                </a:extLst>
              </p:cNvPr>
              <p:cNvCxnSpPr/>
              <p:nvPr/>
            </p:nvCxnSpPr>
            <p:spPr>
              <a:xfrm>
                <a:off x="1135811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D9BEECB6-6466-B082-3505-C41066C2506A}"/>
                  </a:ext>
                </a:extLst>
              </p:cNvPr>
              <p:cNvCxnSpPr/>
              <p:nvPr/>
            </p:nvCxnSpPr>
            <p:spPr>
              <a:xfrm>
                <a:off x="116186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F05AE74C-BB8E-7C8C-EA07-9CA72D74230F}"/>
                  </a:ext>
                </a:extLst>
              </p:cNvPr>
              <p:cNvCxnSpPr/>
              <p:nvPr/>
            </p:nvCxnSpPr>
            <p:spPr>
              <a:xfrm>
                <a:off x="927417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テキスト ボックス 123">
                <a:extLst>
                  <a:ext uri="{FF2B5EF4-FFF2-40B4-BE49-F238E27FC236}">
                    <ns2:creationId id="{26B5DD10-3E4C-7BC7-BB13-65C821CB6F13}"/>
                  </a:ext>
                </a:extLst>
              </p:cNvPr>
              <p:cNvSpPr txBox="1"/>
              <p:nvPr/>
            </p:nvSpPr>
            <p:spPr>
              <a:xfrm>
                <a:off x="7212471" y="219207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E3E64F20-DE40-D178-1139-1384C661BAA1}"/>
                  </a:ext>
                </a:extLst>
              </p:cNvPr>
              <p:cNvSpPr txBox="1"/>
              <p:nvPr/>
            </p:nvSpPr>
            <p:spPr>
              <a:xfrm>
                <a:off x="7472964" y="296518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6" name="テキスト ボックス 125">
                <a:extLst>
                  <a:ext uri="{FF2B5EF4-FFF2-40B4-BE49-F238E27FC236}">
                    <ns2:creationId id="{E5F191A7-5C10-1AF0-3545-1985A70050C8}"/>
                  </a:ext>
                </a:extLst>
              </p:cNvPr>
              <p:cNvSpPr txBox="1"/>
              <p:nvPr/>
            </p:nvSpPr>
            <p:spPr>
              <a:xfrm>
                <a:off x="10824137" y="5559952"/>
                <a:ext cx="1025493" cy="281919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7" name="テキスト ボックス 126">
                <a:extLst>
                  <a:ext uri="{FF2B5EF4-FFF2-40B4-BE49-F238E27FC236}">
                    <ns2:creationId id="{48D87AB6-98AF-C02E-9D4A-68AA4406AF0F}"/>
                  </a:ext>
                </a:extLst>
              </p:cNvPr>
              <p:cNvSpPr txBox="1"/>
              <p:nvPr/>
            </p:nvSpPr>
            <p:spPr>
              <a:xfrm>
                <a:off x="7993950" y="3869107"/>
                <a:ext cx="736987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43" name="グループ化 142">
              <a:extLst>
                <a:ext uri="{FF2B5EF4-FFF2-40B4-BE49-F238E27FC236}">
                  <ns2:creationId id="{70080686-C10B-F3AF-2AE4-6850A9596E4C}"/>
                </a:ext>
              </a:extLst>
            </p:cNvPr>
            <p:cNvGrpSpPr/>
            <p:nvPr/>
          </p:nvGrpSpPr>
          <p:grpSpPr>
            <a:xfrm>
              <a:off x="334962" y="1633488"/>
              <a:ext cx="1189712" cy="4675868"/>
              <a:chOff x="334962" y="1633488"/>
              <a:chExt cx="1189712" cy="4675868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F6DDB3AC-C840-9D32-7CE5-D92515557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934895"/>
                <a:ext cx="118971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テキスト ボックス 31">
                <a:extLst>
                  <a:ext uri="{FF2B5EF4-FFF2-40B4-BE49-F238E27FC236}">
                    <ns2:creationId id="{C6A77D88-B11F-A0FA-D1AB-85720F8F41AE}"/>
                  </a:ext>
                </a:extLst>
              </p:cNvPr>
              <p:cNvSpPr txBox="1"/>
              <p:nvPr/>
            </p:nvSpPr>
            <p:spPr>
              <a:xfrm>
                <a:off x="334962" y="1633488"/>
                <a:ext cx="1189712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12BE285F-0F3B-79DB-D1BD-FBB3711FD84A}"/>
                  </a:ext>
                </a:extLst>
              </p:cNvPr>
              <p:cNvSpPr/>
              <p:nvPr/>
            </p:nvSpPr>
            <p:spPr>
              <a:xfrm>
                <a:off x="408674" y="2024983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円/楕円 41">
                <a:extLst>
                  <a:ext uri="{FF2B5EF4-FFF2-40B4-BE49-F238E27FC236}">
                    <ns2:creationId id="{5356F4D7-F367-B5E5-0DC8-72B550150C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1966430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2C7D6A6E-B453-FAB4-916D-ADD2E8CC0B8A}"/>
                  </a:ext>
                </a:extLst>
              </p:cNvPr>
              <p:cNvSpPr/>
              <p:nvPr/>
            </p:nvSpPr>
            <p:spPr>
              <a:xfrm>
                <a:off x="408674" y="2826076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円/楕円 43">
                <a:extLst>
                  <a:ext uri="{FF2B5EF4-FFF2-40B4-BE49-F238E27FC236}">
                    <ns2:creationId id="{26E6F48F-3075-BD85-89FA-8B4DCBA02A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279162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634240C8-292E-1299-21A1-4E8E13866ED8}"/>
                  </a:ext>
                </a:extLst>
              </p:cNvPr>
              <p:cNvSpPr/>
              <p:nvPr/>
            </p:nvSpPr>
            <p:spPr>
              <a:xfrm>
                <a:off x="408674" y="3627169"/>
                <a:ext cx="1116000" cy="93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ja-JP" altLang="en-US" sz="95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円/楕円 47">
                <a:extLst>
                  <a:ext uri="{FF2B5EF4-FFF2-40B4-BE49-F238E27FC236}">
                    <ns2:creationId id="{344DEC34-B71A-C145-CC4B-DB3D5CF5D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3592717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B88BECD3-9A2A-D6DD-9A8C-B23251045D5C}"/>
                  </a:ext>
                </a:extLst>
              </p:cNvPr>
              <p:cNvSpPr/>
              <p:nvPr/>
            </p:nvSpPr>
            <p:spPr>
              <a:xfrm>
                <a:off x="408674" y="4644261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円/楕円 93">
                <a:extLst>
                  <a:ext uri="{FF2B5EF4-FFF2-40B4-BE49-F238E27FC236}">
                    <ns2:creationId id="{B99E3915-57AD-95ED-E890-D2B6A1F122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4609812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D566A1C9-6DDA-0AB7-9A30-A01E74B42370}"/>
                  </a:ext>
                </a:extLst>
              </p:cNvPr>
              <p:cNvSpPr/>
              <p:nvPr/>
            </p:nvSpPr>
            <p:spPr>
              <a:xfrm>
                <a:off x="408674" y="5517356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6" name="円/楕円 95">
                <a:extLst>
                  <a:ext uri="{FF2B5EF4-FFF2-40B4-BE49-F238E27FC236}">
                    <ns2:creationId id="{8EDBA858-27FF-A54A-BA3D-3C441FBF5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548290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134" name="グラフィックス 133" descr="目のスキャン 単色塗りつぶし">
                <a:extLst>
                  <a:ext uri="{FF2B5EF4-FFF2-40B4-BE49-F238E27FC236}">
                    <ns2:creationId id="{4D874DC5-D0A2-C956-74A3-7A61375924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00674" y="24209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6" name="グラフィックス 135" descr="プレゼンテーション (組織図) 単色塗りつぶし">
                <a:extLst>
                  <a:ext uri="{FF2B5EF4-FFF2-40B4-BE49-F238E27FC236}">
                    <ns2:creationId id="{F1C3FB14-5388-7C77-73F0-22FA5D53C7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00674" y="5985356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8" name="グラフィックス 137" descr="左矢印付きの円 単色塗りつぶし">
                <a:extLst>
                  <a:ext uri="{FF2B5EF4-FFF2-40B4-BE49-F238E27FC236}">
                    <ns2:creationId id="{EA784D5C-907A-84F0-2637-90D06FA377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1200674" y="423916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山形の矢印 単色塗りつぶし">
                <a:extLst>
                  <a:ext uri="{FF2B5EF4-FFF2-40B4-BE49-F238E27FC236}">
                    <ns2:creationId id="{231DE800-B447-8BF2-EF52-5EF4538FB0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200674" y="5112261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2" name="グラフィックス 141" descr="UI UX 単色塗りつぶし">
                <a:extLst>
                  <a:ext uri="{FF2B5EF4-FFF2-40B4-BE49-F238E27FC236}">
                    <ns2:creationId id="{EE1283CD-66FA-70D9-50A8-D9AA15060A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200674" y="3222076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17686919"/>
      </p:ext>
    </p:extLst>
  </p:cSld>
  <p:clrMapOvr>
    <a:masterClrMapping/>
  </p:clrMapOvr>
</p:sld>
</file>

<file path=ppt/slides/slide23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2404DEB-3F35-B449-BFF8-FBBBD5F66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E8FDDC-488B-73DA-5089-BD9DA6E60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en" altLang="ja-JP" dirty="0"/>
              <a:t>KPI</a:t>
            </a:r>
            <a:r>
              <a:rPr kumimoji="1" lang="ja-JP" altLang="en-US"/>
              <a:t>XX</a:t>
            </a:r>
            <a:r>
              <a:rPr kumimoji="1" lang="en" altLang="ja-JP" dirty="0"/>
              <a:t>ROI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08879D-FB93-274B-B2BB-61450A50F8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TCO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ROI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498F9BC6-1A35-95F8-4778-39F1DA0329F9}"/>
              </a:ext>
            </a:extLst>
          </p:cNvPr>
          <p:cNvGrpSpPr/>
          <p:nvPr/>
        </p:nvGrpSpPr>
        <p:grpSpPr>
          <a:xfrm>
            <a:off x="342914" y="4578487"/>
            <a:ext cx="11514409" cy="1738597"/>
            <a:chOff x="342914" y="4578487"/>
            <a:chExt cx="11514409" cy="1738597"/>
          </a:xfrm>
        </p:grpSpPr>
        <p:sp>
          <p:nvSpPr>
            <p:cNvPr id="20" name="table_TWformat_txt_2_1">
              <a:extLst>
                <a:ext uri="{FF2B5EF4-FFF2-40B4-BE49-F238E27FC236}">
                  <ns2:creationId id="{010960D2-BD5A-E110-3A9A-6B272BA2983D}"/>
                </a:ext>
              </a:extLst>
            </p:cNvPr>
            <p:cNvSpPr/>
            <p:nvPr/>
          </p:nvSpPr>
          <p:spPr>
            <a:xfrm>
              <a:off x="342914" y="4578487"/>
              <a:ext cx="274637" cy="1738596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5" name="Shape 2">
              <a:extLst>
                <a:ext uri="{FF2B5EF4-FFF2-40B4-BE49-F238E27FC236}">
                  <ns2:creationId id="{6F312345-FA90-6DFE-531C-CEDF9DB2B401}"/>
                </a:ext>
              </a:extLst>
            </p:cNvPr>
            <p:cNvSpPr/>
            <p:nvPr/>
          </p:nvSpPr>
          <p:spPr>
            <a:xfrm>
              <a:off x="750999" y="4578487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① </a:t>
              </a:r>
              <a:r>
                <a:rPr lang="en-US" altLang="ja-JP" sz="1200" dirty="0" err="1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rgbClr val="5A6660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200" dirty="0" err="1"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27" name="Text 4">
              <a:extLst>
                <a:ext uri="{FF2B5EF4-FFF2-40B4-BE49-F238E27FC236}">
                  <ns2:creationId id="{FA3CBA13-301A-E013-10A5-674098903AD8}"/>
                </a:ext>
              </a:extLst>
            </p:cNvPr>
            <p:cNvSpPr/>
            <p:nvPr/>
          </p:nvSpPr>
          <p:spPr>
            <a:xfrm>
              <a:off x="2767604" y="4578487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8" name="Text 5">
              <a:extLst>
                <a:ext uri="{FF2B5EF4-FFF2-40B4-BE49-F238E27FC236}">
                  <ns2:creationId id="{C4086E6E-8341-2BE8-9B77-8DAFD48B62CC}"/>
                </a:ext>
              </a:extLst>
            </p:cNvPr>
            <p:cNvSpPr/>
            <p:nvPr/>
          </p:nvSpPr>
          <p:spPr>
            <a:xfrm>
              <a:off x="3739059" y="4578487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29" name="Shape 6">
              <a:extLst>
                <a:ext uri="{FF2B5EF4-FFF2-40B4-BE49-F238E27FC236}">
                  <ns2:creationId id="{42AAA30A-72AC-3C28-6B1F-CAA3ACD8D07E}"/>
                </a:ext>
              </a:extLst>
            </p:cNvPr>
            <p:cNvSpPr/>
            <p:nvPr/>
          </p:nvSpPr>
          <p:spPr>
            <a:xfrm>
              <a:off x="750999" y="5177786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008D2E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② </a:t>
              </a:r>
              <a:r>
                <a:rPr lang="ja-JP" altLang="en-US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ROI</a:t>
              </a:r>
            </a:p>
            <a:p>
              <a:pPr>
                <a:spcAft>
                  <a:spcPts val="200"/>
                </a:spcAft>
              </a:pPr>
              <a:r>
                <a:rPr lang="en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lang="en-US" altLang="ja-JP" sz="1200" dirty="0">
                <a:latin typeface="+mn-ea"/>
              </a:endParaRPr>
            </a:p>
          </p:txBody>
        </p:sp>
        <p:sp>
          <p:nvSpPr>
            <p:cNvPr id="331" name="Text 8">
              <a:extLst>
                <a:ext uri="{FF2B5EF4-FFF2-40B4-BE49-F238E27FC236}">
                  <ns2:creationId id="{ADB8D128-9CAA-EF37-B897-5EC71186AD36}"/>
                </a:ext>
              </a:extLst>
            </p:cNvPr>
            <p:cNvSpPr/>
            <p:nvPr/>
          </p:nvSpPr>
          <p:spPr>
            <a:xfrm>
              <a:off x="2767604" y="5177785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32" name="Text 9">
              <a:extLst>
                <a:ext uri="{FF2B5EF4-FFF2-40B4-BE49-F238E27FC236}">
                  <ns2:creationId id="{25FB4907-1C53-79A3-ABBB-BA0B2A829757}"/>
                </a:ext>
              </a:extLst>
            </p:cNvPr>
            <p:cNvSpPr/>
            <p:nvPr/>
          </p:nvSpPr>
          <p:spPr>
            <a:xfrm>
              <a:off x="3739059" y="5177786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 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33" name="Shape 10">
              <a:extLst>
                <a:ext uri="{FF2B5EF4-FFF2-40B4-BE49-F238E27FC236}">
                  <ns2:creationId id="{63CCAA0E-B842-51AC-F225-17645431040B}"/>
                </a:ext>
              </a:extLst>
            </p:cNvPr>
            <p:cNvSpPr/>
            <p:nvPr/>
          </p:nvSpPr>
          <p:spPr>
            <a:xfrm>
              <a:off x="750999" y="5777084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C00000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C00000"/>
                  </a:solidFill>
                  <a:latin typeface="+mn-ea"/>
                </a:rPr>
                <a:t>③ </a:t>
              </a:r>
              <a:r>
                <a:rPr lang="ja-JP" altLang="en-US" sz="1200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C00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35" name="Text 12">
              <a:extLst>
                <a:ext uri="{FF2B5EF4-FFF2-40B4-BE49-F238E27FC236}">
                  <ns2:creationId id="{23D3E81B-6C57-D7F8-4B91-18FB6780C021}"/>
                </a:ext>
              </a:extLst>
            </p:cNvPr>
            <p:cNvSpPr/>
            <p:nvPr/>
          </p:nvSpPr>
          <p:spPr>
            <a:xfrm>
              <a:off x="2767604" y="5777084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336" name="Text 13">
              <a:extLst>
                <a:ext uri="{FF2B5EF4-FFF2-40B4-BE49-F238E27FC236}">
                  <ns2:creationId id="{E662DD11-6337-CA26-078C-726695BCFE4C}"/>
                </a:ext>
              </a:extLst>
            </p:cNvPr>
            <p:cNvSpPr/>
            <p:nvPr/>
          </p:nvSpPr>
          <p:spPr>
            <a:xfrm>
              <a:off x="3726941" y="5777084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rgbClr val="C00000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・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 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altLang="ja-JP" sz="900" dirty="0">
                  <a:latin typeface="+mn-ea"/>
                  <a:cs typeface="Meiryo UI" pitchFamily="34" charset="-120"/>
                </a:rPr>
                <a:t>-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cxnSp>
          <p:nvCxnSpPr>
            <p:cNvPr id="340" name="table_TWformat_line_2_2">
              <a:extLst>
                <a:ext uri="{FF2B5EF4-FFF2-40B4-BE49-F238E27FC236}">
                  <ns2:creationId id="{ED4F64F4-48C9-7CFB-DFDC-E57DA6786534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148136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table_TWformat_line_2_2">
              <a:extLst>
                <a:ext uri="{FF2B5EF4-FFF2-40B4-BE49-F238E27FC236}">
                  <ns2:creationId id="{13131F90-BBC9-C17F-7D2D-06DF3C92C84B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747435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table_TWformat_line_2_2">
              <a:extLst>
                <a:ext uri="{FF2B5EF4-FFF2-40B4-BE49-F238E27FC236}">
                  <ns2:creationId id="{00D9F11A-7728-2279-18F3-9BB37D088C6A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148137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table_TWformat_line_2_2">
              <a:extLst>
                <a:ext uri="{FF2B5EF4-FFF2-40B4-BE49-F238E27FC236}">
                  <ns2:creationId id="{D313C91B-E21C-2C5D-205B-0B52403D2EDC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747435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" name="テキスト ボックス 344">
              <a:extLst>
                <a:ext uri="{FF2B5EF4-FFF2-40B4-BE49-F238E27FC236}">
                  <ns2:creationId id="{69459932-D279-ECC5-AF79-19559E1D048D}"/>
                </a:ext>
              </a:extLst>
            </p:cNvPr>
            <p:cNvSpPr txBox="1"/>
            <p:nvPr/>
          </p:nvSpPr>
          <p:spPr>
            <a:xfrm>
              <a:off x="11243201" y="4578487"/>
              <a:ext cx="614122" cy="324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0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7" name="テキスト ボックス 346">
              <a:extLst>
                <a:ext uri="{FF2B5EF4-FFF2-40B4-BE49-F238E27FC236}">
                  <ns2:creationId id="{B578C5AC-6077-4468-E492-8CA6FCBD598B}"/>
                </a:ext>
              </a:extLst>
            </p:cNvPr>
            <p:cNvSpPr txBox="1"/>
            <p:nvPr/>
          </p:nvSpPr>
          <p:spPr>
            <a:xfrm>
              <a:off x="6997639" y="4932119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kumimoji="1" lang="en-US" altLang="ja-JP" sz="1000" dirty="0">
                  <a:latin typeface="+mn-ea"/>
                </a:rPr>
                <a:t>①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8" name="テキスト ボックス 347">
              <a:extLst>
                <a:ext uri="{FF2B5EF4-FFF2-40B4-BE49-F238E27FC236}">
                  <ns2:creationId id="{36C2EB65-CED9-8522-F304-BA55C199EA46}"/>
                </a:ext>
              </a:extLst>
            </p:cNvPr>
            <p:cNvSpPr txBox="1"/>
            <p:nvPr/>
          </p:nvSpPr>
          <p:spPr>
            <a:xfrm>
              <a:off x="6997639" y="5285752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>
                <a:tabLst>
                  <a:tab pos="179388" algn="l"/>
                </a:tabLst>
              </a:pPr>
              <a:r>
                <a:rPr kumimoji="1" lang="en-US" altLang="ja-JP" sz="1000" dirty="0">
                  <a:latin typeface="+mn-ea"/>
                </a:rPr>
                <a:t>②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9" name="テキスト ボックス 348">
              <a:extLst>
                <a:ext uri="{FF2B5EF4-FFF2-40B4-BE49-F238E27FC236}">
                  <ns2:creationId id="{E4292C8A-FC47-9A67-F07C-2D989B4FFB73}"/>
                </a:ext>
              </a:extLst>
            </p:cNvPr>
            <p:cNvSpPr txBox="1"/>
            <p:nvPr/>
          </p:nvSpPr>
          <p:spPr>
            <a:xfrm>
              <a:off x="6997639" y="5639384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lang="ja-JP" altLang="en-US" sz="1000" dirty="0">
                  <a:latin typeface="+mn-ea"/>
                </a:rPr>
                <a:t>③</a:t>
              </a:r>
              <a:r>
                <a:rPr lang="en-US" altLang="ja-JP" sz="1000" dirty="0">
                  <a:latin typeface="+mn-ea"/>
                </a:rPr>
                <a:t>	</a:t>
              </a:r>
              <a:r>
                <a:rPr kumimoji="1" lang="en-US" altLang="ja-JP" sz="1000" dirty="0">
                  <a:latin typeface="+mn-ea"/>
                </a:rPr>
                <a:t>XX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</a:p>
          </p:txBody>
        </p:sp>
        <p:sp>
          <p:nvSpPr>
            <p:cNvPr id="351" name="テキスト ボックス 350">
              <a:extLst>
                <a:ext uri="{FF2B5EF4-FFF2-40B4-BE49-F238E27FC236}">
                  <ns2:creationId id="{BF43608C-11B4-9A2D-977B-CFFA09630C0D}"/>
                </a:ext>
              </a:extLst>
            </p:cNvPr>
            <p:cNvSpPr txBox="1"/>
            <p:nvPr/>
          </p:nvSpPr>
          <p:spPr>
            <a:xfrm>
              <a:off x="6997639" y="5993017"/>
              <a:ext cx="15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②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③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2" name="テキスト ボックス 351">
              <a:extLst>
                <a:ext uri="{FF2B5EF4-FFF2-40B4-BE49-F238E27FC236}">
                  <ns2:creationId id="{FF2EFAC8-AA72-1F52-305C-B1FDFEF7E049}"/>
                </a:ext>
              </a:extLst>
            </p:cNvPr>
            <p:cNvSpPr txBox="1"/>
            <p:nvPr/>
          </p:nvSpPr>
          <p:spPr>
            <a:xfrm>
              <a:off x="8537951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3" name="テキスト ボックス 352">
              <a:extLst>
                <a:ext uri="{FF2B5EF4-FFF2-40B4-BE49-F238E27FC236}">
                  <ns2:creationId id="{F763070D-3072-F220-2723-6C511423553C}"/>
                </a:ext>
              </a:extLst>
            </p:cNvPr>
            <p:cNvSpPr txBox="1"/>
            <p:nvPr/>
          </p:nvSpPr>
          <p:spPr>
            <a:xfrm>
              <a:off x="8537951" y="5285751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4" name="テキスト ボックス 353">
              <a:extLst>
                <a:ext uri="{FF2B5EF4-FFF2-40B4-BE49-F238E27FC236}">
                  <ns2:creationId id="{31340B59-161A-522B-7438-119D295799FD}"/>
                </a:ext>
              </a:extLst>
            </p:cNvPr>
            <p:cNvSpPr txBox="1"/>
            <p:nvPr/>
          </p:nvSpPr>
          <p:spPr>
            <a:xfrm>
              <a:off x="8537951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5" name="テキスト ボックス 354">
              <a:extLst>
                <a:ext uri="{FF2B5EF4-FFF2-40B4-BE49-F238E27FC236}">
                  <ns2:creationId id="{0954D0FC-F981-CEBA-BA27-2668AD27A085}"/>
                </a:ext>
              </a:extLst>
            </p:cNvPr>
            <p:cNvSpPr txBox="1"/>
            <p:nvPr/>
          </p:nvSpPr>
          <p:spPr>
            <a:xfrm>
              <a:off x="8537951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C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6" name="テキスト ボックス 355">
              <a:extLst>
                <a:ext uri="{FF2B5EF4-FFF2-40B4-BE49-F238E27FC236}">
                  <ns2:creationId id="{CF5574FE-7E93-5B6F-6C45-C90C86B22625}"/>
                </a:ext>
              </a:extLst>
            </p:cNvPr>
            <p:cNvSpPr txBox="1"/>
            <p:nvPr/>
          </p:nvSpPr>
          <p:spPr>
            <a:xfrm>
              <a:off x="9214262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7" name="テキスト ボックス 356">
              <a:extLst>
                <a:ext uri="{FF2B5EF4-FFF2-40B4-BE49-F238E27FC236}">
                  <ns2:creationId id="{3A0C97A2-79AF-A41A-6B56-99194D86EBC9}"/>
                </a:ext>
              </a:extLst>
            </p:cNvPr>
            <p:cNvSpPr txBox="1"/>
            <p:nvPr/>
          </p:nvSpPr>
          <p:spPr>
            <a:xfrm>
              <a:off x="9214262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8" name="テキスト ボックス 357">
              <a:extLst>
                <a:ext uri="{FF2B5EF4-FFF2-40B4-BE49-F238E27FC236}">
                  <ns2:creationId id="{8EA57DF4-7CD2-115A-C6A1-A0E629968731}"/>
                </a:ext>
              </a:extLst>
            </p:cNvPr>
            <p:cNvSpPr txBox="1"/>
            <p:nvPr/>
          </p:nvSpPr>
          <p:spPr>
            <a:xfrm>
              <a:off x="9214262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9" name="テキスト ボックス 358">
              <a:extLst>
                <a:ext uri="{FF2B5EF4-FFF2-40B4-BE49-F238E27FC236}">
                  <ns2:creationId id="{268D7059-3912-FDAB-651A-FEEE0903EF10}"/>
                </a:ext>
              </a:extLst>
            </p:cNvPr>
            <p:cNvSpPr txBox="1"/>
            <p:nvPr/>
          </p:nvSpPr>
          <p:spPr>
            <a:xfrm>
              <a:off x="9214262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0" name="テキスト ボックス 359">
              <a:extLst>
                <a:ext uri="{FF2B5EF4-FFF2-40B4-BE49-F238E27FC236}">
                  <ns2:creationId id="{683BFE67-5D29-C9AD-4888-0907729E193D}"/>
                </a:ext>
              </a:extLst>
            </p:cNvPr>
            <p:cNvSpPr txBox="1"/>
            <p:nvPr/>
          </p:nvSpPr>
          <p:spPr>
            <a:xfrm>
              <a:off x="9890576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1" name="テキスト ボックス 360">
              <a:extLst>
                <a:ext uri="{FF2B5EF4-FFF2-40B4-BE49-F238E27FC236}">
                  <ns2:creationId id="{641AD7D3-D69B-31B3-8852-818919E84FC7}"/>
                </a:ext>
              </a:extLst>
            </p:cNvPr>
            <p:cNvSpPr txBox="1"/>
            <p:nvPr/>
          </p:nvSpPr>
          <p:spPr>
            <a:xfrm>
              <a:off x="9890576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2" name="テキスト ボックス 361">
              <a:extLst>
                <a:ext uri="{FF2B5EF4-FFF2-40B4-BE49-F238E27FC236}">
                  <ns2:creationId id="{BA95374A-8109-EBCF-3228-BAB2ED08A44D}"/>
                </a:ext>
              </a:extLst>
            </p:cNvPr>
            <p:cNvSpPr txBox="1"/>
            <p:nvPr/>
          </p:nvSpPr>
          <p:spPr>
            <a:xfrm>
              <a:off x="9890576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3" name="テキスト ボックス 362">
              <a:extLst>
                <a:ext uri="{FF2B5EF4-FFF2-40B4-BE49-F238E27FC236}">
                  <ns2:creationId id="{A33BAC58-22EC-DB7F-36F8-8C46E5C5DAA5}"/>
                </a:ext>
              </a:extLst>
            </p:cNvPr>
            <p:cNvSpPr txBox="1"/>
            <p:nvPr/>
          </p:nvSpPr>
          <p:spPr>
            <a:xfrm>
              <a:off x="9890576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4" name="テキスト ボックス 363">
              <a:extLst>
                <a:ext uri="{FF2B5EF4-FFF2-40B4-BE49-F238E27FC236}">
                  <ns2:creationId id="{83A0204A-EFCC-5CFE-16B6-647FD2A25E5F}"/>
                </a:ext>
              </a:extLst>
            </p:cNvPr>
            <p:cNvSpPr txBox="1"/>
            <p:nvPr/>
          </p:nvSpPr>
          <p:spPr>
            <a:xfrm>
              <a:off x="10566887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dirty="0">
                  <a:latin typeface="+mn-ea"/>
                </a:rPr>
                <a:t>-</a:t>
              </a:r>
              <a:endParaRPr kumimoji="1" lang="en-US" altLang="ja-JP" sz="1000" dirty="0">
                <a:latin typeface="+mn-ea"/>
              </a:endParaRPr>
            </a:p>
          </p:txBody>
        </p:sp>
        <p:sp>
          <p:nvSpPr>
            <p:cNvPr id="365" name="テキスト ボックス 364">
              <a:extLst>
                <a:ext uri="{FF2B5EF4-FFF2-40B4-BE49-F238E27FC236}">
                  <ns2:creationId id="{8EF49C1E-D46A-9BD8-0959-90255D4D4FAD}"/>
                </a:ext>
              </a:extLst>
            </p:cNvPr>
            <p:cNvSpPr txBox="1"/>
            <p:nvPr/>
          </p:nvSpPr>
          <p:spPr>
            <a:xfrm>
              <a:off x="10566887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6" name="テキスト ボックス 365">
              <a:extLst>
                <a:ext uri="{FF2B5EF4-FFF2-40B4-BE49-F238E27FC236}">
                  <ns2:creationId id="{390EDC64-FF50-BCB6-3742-365C611459C2}"/>
                </a:ext>
              </a:extLst>
            </p:cNvPr>
            <p:cNvSpPr txBox="1"/>
            <p:nvPr/>
          </p:nvSpPr>
          <p:spPr>
            <a:xfrm>
              <a:off x="10566887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7" name="テキスト ボックス 366">
              <a:extLst>
                <a:ext uri="{FF2B5EF4-FFF2-40B4-BE49-F238E27FC236}">
                  <ns2:creationId id="{DFE338CD-9D05-851C-CD42-B297781B1053}"/>
                </a:ext>
              </a:extLst>
            </p:cNvPr>
            <p:cNvSpPr txBox="1"/>
            <p:nvPr/>
          </p:nvSpPr>
          <p:spPr>
            <a:xfrm>
              <a:off x="10566887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8" name="テキスト ボックス 367">
              <a:extLst>
                <a:ext uri="{FF2B5EF4-FFF2-40B4-BE49-F238E27FC236}">
                  <ns2:creationId id="{48D1EF16-AACD-4441-45A9-9D604A5557FD}"/>
                </a:ext>
              </a:extLst>
            </p:cNvPr>
            <p:cNvSpPr txBox="1"/>
            <p:nvPr/>
          </p:nvSpPr>
          <p:spPr>
            <a:xfrm>
              <a:off x="11243201" y="4932119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9" name="テキスト ボックス 368">
              <a:extLst>
                <a:ext uri="{FF2B5EF4-FFF2-40B4-BE49-F238E27FC236}">
                  <ns2:creationId id="{325A9BB5-4E80-8189-ECF9-94EF96C4287A}"/>
                </a:ext>
              </a:extLst>
            </p:cNvPr>
            <p:cNvSpPr txBox="1"/>
            <p:nvPr/>
          </p:nvSpPr>
          <p:spPr>
            <a:xfrm>
              <a:off x="11243201" y="5285752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0" name="テキスト ボックス 369">
              <a:extLst>
                <a:ext uri="{FF2B5EF4-FFF2-40B4-BE49-F238E27FC236}">
                  <ns2:creationId id="{8AAF1B01-CE18-B65A-6223-7C5EA6C5372E}"/>
                </a:ext>
              </a:extLst>
            </p:cNvPr>
            <p:cNvSpPr txBox="1"/>
            <p:nvPr/>
          </p:nvSpPr>
          <p:spPr>
            <a:xfrm>
              <a:off x="11243201" y="5639384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1" name="テキスト ボックス 370">
              <a:extLst>
                <a:ext uri="{FF2B5EF4-FFF2-40B4-BE49-F238E27FC236}">
                  <ns2:creationId id="{AA7FF3ED-744B-B171-51D2-9A5D51FA22D5}"/>
                </a:ext>
              </a:extLst>
            </p:cNvPr>
            <p:cNvSpPr txBox="1"/>
            <p:nvPr/>
          </p:nvSpPr>
          <p:spPr>
            <a:xfrm>
              <a:off x="11243201" y="5993017"/>
              <a:ext cx="614122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テキスト ボックス 371">
              <a:extLst>
                <a:ext uri="{FF2B5EF4-FFF2-40B4-BE49-F238E27FC236}">
                  <ns2:creationId id="{7EC7D045-F26D-0CF1-8471-DE4F7455F0B2}"/>
                </a:ext>
              </a:extLst>
            </p:cNvPr>
            <p:cNvSpPr txBox="1"/>
            <p:nvPr/>
          </p:nvSpPr>
          <p:spPr>
            <a:xfrm>
              <a:off x="6997639" y="4578487"/>
              <a:ext cx="1512000" cy="324000"/>
            </a:xfrm>
            <a:prstGeom prst="rect">
              <a:avLst/>
            </a:prstGeom>
            <a:noFill/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(</a:t>
              </a:r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)</a:t>
              </a:r>
            </a:p>
          </p:txBody>
        </p:sp>
        <p:sp>
          <p:nvSpPr>
            <p:cNvPr id="373" name="山形 52">
              <a:extLst>
                <a:ext uri="{FF2B5EF4-FFF2-40B4-BE49-F238E27FC236}">
                  <ns2:creationId id="{D6FD6CF1-BE57-A217-DDD8-9C99EDC9A88F}"/>
                </a:ext>
              </a:extLst>
            </p:cNvPr>
            <p:cNvSpPr/>
            <p:nvPr/>
          </p:nvSpPr>
          <p:spPr>
            <a:xfrm>
              <a:off x="8537951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4" name="山形 52">
              <a:extLst>
                <a:ext uri="{FF2B5EF4-FFF2-40B4-BE49-F238E27FC236}">
                  <ns2:creationId id="{8EAC857D-E409-9CF4-BD29-F5359ABD7F26}"/>
                </a:ext>
              </a:extLst>
            </p:cNvPr>
            <p:cNvSpPr/>
            <p:nvPr/>
          </p:nvSpPr>
          <p:spPr>
            <a:xfrm>
              <a:off x="9214263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5" name="山形 52">
              <a:extLst>
                <a:ext uri="{FF2B5EF4-FFF2-40B4-BE49-F238E27FC236}">
                  <ns2:creationId id="{D5CB166C-42DD-398C-B430-6B77F0B0A124}"/>
                </a:ext>
              </a:extLst>
            </p:cNvPr>
            <p:cNvSpPr/>
            <p:nvPr/>
          </p:nvSpPr>
          <p:spPr>
            <a:xfrm>
              <a:off x="9890576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6" name="山形 375">
              <a:extLst>
                <a:ext uri="{FF2B5EF4-FFF2-40B4-BE49-F238E27FC236}">
                  <ns2:creationId id="{1E5C5CEA-3C67-9B59-5C64-85A2EB701BA0}"/>
                </a:ext>
              </a:extLst>
            </p:cNvPr>
            <p:cNvSpPr/>
            <p:nvPr/>
          </p:nvSpPr>
          <p:spPr>
            <a:xfrm>
              <a:off x="10566888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378" name="table_TWformat_line_2_2">
              <a:extLst>
                <a:ext uri="{FF2B5EF4-FFF2-40B4-BE49-F238E27FC236}">
                  <ns2:creationId id="{5E593B89-2F52-89D5-C35E-47D117348EF3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table_TWformat_line_2_2">
              <a:extLst>
                <a:ext uri="{FF2B5EF4-FFF2-40B4-BE49-F238E27FC236}">
                  <ns2:creationId id="{4CA312BB-1999-535D-EC08-6AB7954FBEA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table_TWformat_line_2_2">
              <a:extLst>
                <a:ext uri="{FF2B5EF4-FFF2-40B4-BE49-F238E27FC236}">
                  <ns2:creationId id="{9C923BE6-0E86-C73B-897A-D5CBFD52882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table_TWformat_line_2_2">
              <a:extLst>
                <a:ext uri="{FF2B5EF4-FFF2-40B4-BE49-F238E27FC236}">
                  <ns2:creationId id="{66D5FFFF-E0AE-0BED-2533-FE11354239D5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table_TWformat_line_2_2">
              <a:extLst>
                <a:ext uri="{FF2B5EF4-FFF2-40B4-BE49-F238E27FC236}">
                  <ns2:creationId id="{36508B16-4052-6AE9-5BA6-A065508AE8E3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table_TWformat_line_2_2">
              <a:extLst>
                <a:ext uri="{FF2B5EF4-FFF2-40B4-BE49-F238E27FC236}">
                  <ns2:creationId id="{025F1690-AC1C-E4D5-2304-C394CC1F135A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table_TWformat_line_2_2">
              <a:extLst>
                <a:ext uri="{FF2B5EF4-FFF2-40B4-BE49-F238E27FC236}">
                  <ns2:creationId id="{A9A1073F-59C1-BE47-11DF-16975AF6E126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table_TWformat_line_2_2">
              <a:extLst>
                <a:ext uri="{FF2B5EF4-FFF2-40B4-BE49-F238E27FC236}">
                  <ns2:creationId id="{7A89D3DF-4DC0-8EBA-49B1-2AED54CE5098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table_TWformat_line_2_2">
              <a:extLst>
                <a:ext uri="{FF2B5EF4-FFF2-40B4-BE49-F238E27FC236}">
                  <ns2:creationId id="{9470E92C-2C9A-D360-C7BD-DD89A8DE2112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table_TWformat_line_2_2">
              <a:extLst>
                <a:ext uri="{FF2B5EF4-FFF2-40B4-BE49-F238E27FC236}">
                  <ns2:creationId id="{242A30B2-666C-A91C-2F9F-B476F8FBB433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table_TWformat_line_2_2">
              <a:extLst>
                <a:ext uri="{FF2B5EF4-FFF2-40B4-BE49-F238E27FC236}">
                  <ns2:creationId id="{4CD52BB9-0B86-0AC8-3EA1-8CF64C31A1C8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table_TWformat_line_2_2">
              <a:extLst>
                <a:ext uri="{FF2B5EF4-FFF2-40B4-BE49-F238E27FC236}">
                  <ns2:creationId id="{286329C4-41FC-1519-A6FC-D7742D97DE4F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table_TWformat_line_2_2">
              <a:extLst>
                <a:ext uri="{FF2B5EF4-FFF2-40B4-BE49-F238E27FC236}">
                  <ns2:creationId id="{800A0185-633B-8463-7046-6F5BB086FE45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table_TWformat_line_2_2">
              <a:extLst>
                <a:ext uri="{FF2B5EF4-FFF2-40B4-BE49-F238E27FC236}">
                  <ns2:creationId id="{CB7D9E2D-FF5F-18F7-2758-E77969AFE691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table_TWformat_line_2_2">
              <a:extLst>
                <a:ext uri="{FF2B5EF4-FFF2-40B4-BE49-F238E27FC236}">
                  <ns2:creationId id="{33F12185-B080-6907-87B5-97FE3BA645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45C920A7-A0E5-0E17-0E75-22BEBC46475D}"/>
              </a:ext>
            </a:extLst>
          </p:cNvPr>
          <p:cNvGrpSpPr/>
          <p:nvPr/>
        </p:nvGrpSpPr>
        <p:grpSpPr>
          <a:xfrm>
            <a:off x="342913" y="1643271"/>
            <a:ext cx="11514959" cy="2854591"/>
            <a:chOff x="342913" y="1643271"/>
            <a:chExt cx="11514959" cy="2854591"/>
          </a:xfrm>
        </p:grpSpPr>
        <p:sp>
          <p:nvSpPr>
            <p:cNvPr id="17" name="table_TWformat_txt_2_1">
              <a:extLst>
                <a:ext uri="{FF2B5EF4-FFF2-40B4-BE49-F238E27FC236}">
                  <ns2:creationId id="{5BFF5E71-17E9-3E8C-C3AE-7F29A0755605}"/>
                </a:ext>
              </a:extLst>
            </p:cNvPr>
            <p:cNvSpPr/>
            <p:nvPr/>
          </p:nvSpPr>
          <p:spPr>
            <a:xfrm>
              <a:off x="342913" y="1643271"/>
              <a:ext cx="274637" cy="2773965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38C5659-7051-F653-78FC-97C3B7E82CAE}"/>
                </a:ext>
              </a:extLst>
            </p:cNvPr>
            <p:cNvGrpSpPr/>
            <p:nvPr/>
          </p:nvGrpSpPr>
          <p:grpSpPr>
            <a:xfrm>
              <a:off x="2767605" y="1643271"/>
              <a:ext cx="2612115" cy="2773966"/>
              <a:chOff x="2767605" y="1643271"/>
              <a:chExt cx="3046455" cy="2773966"/>
            </a:xfrm>
          </p:grpSpPr>
          <p:sp>
            <p:nvSpPr>
              <p:cNvPr id="22" name="table_TWformat_txt_1_2">
                <a:extLst>
                  <a:ext uri="{FF2B5EF4-FFF2-40B4-BE49-F238E27FC236}">
                    <ns2:creationId id="{D457F82F-6BE7-62BA-124B-63105FC10F32}"/>
                  </a:ext>
                </a:extLst>
              </p:cNvPr>
              <p:cNvSpPr/>
              <p:nvPr/>
            </p:nvSpPr>
            <p:spPr>
              <a:xfrm>
                <a:off x="2767605" y="1643271"/>
                <a:ext cx="3046453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58" name="table_TWformat_line_2_2">
                <a:extLst>
                  <a:ext uri="{FF2B5EF4-FFF2-40B4-BE49-F238E27FC236}">
                    <ns2:creationId id="{1234B3AF-8F67-AD03-CBA9-3B905B86E5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185927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FB168364-50F4-F85B-5929-A8640AB1F2FE}"/>
                  </a:ext>
                </a:extLst>
              </p:cNvPr>
              <p:cNvSpPr/>
              <p:nvPr/>
            </p:nvSpPr>
            <p:spPr>
              <a:xfrm>
                <a:off x="2767605" y="1909726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48" name="table_TWformat_line_2_2">
                <a:extLst>
                  <a:ext uri="{FF2B5EF4-FFF2-40B4-BE49-F238E27FC236}">
                    <ns2:creationId id="{0BFB7BFA-7759-262A-ECEF-A87B58B9E6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08020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" name="正方形/長方形 150">
                <a:extLst>
                  <a:ext uri="{FF2B5EF4-FFF2-40B4-BE49-F238E27FC236}">
                    <ns2:creationId id="{0286C657-E0C7-E1FE-BF63-1755CBAB5C34}"/>
                  </a:ext>
                </a:extLst>
              </p:cNvPr>
              <p:cNvSpPr/>
              <p:nvPr/>
            </p:nvSpPr>
            <p:spPr>
              <a:xfrm>
                <a:off x="2767605" y="2106685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2" name="table_TWformat_line_2_2">
                <a:extLst>
                  <a:ext uri="{FF2B5EF4-FFF2-40B4-BE49-F238E27FC236}">
                    <ns2:creationId id="{9378B737-E142-7F85-0EE0-5C72E00AD7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27716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正方形/長方形 152">
                <a:extLst>
                  <a:ext uri="{FF2B5EF4-FFF2-40B4-BE49-F238E27FC236}">
                    <ns2:creationId id="{84B803E3-8D40-C211-70FC-891A08915499}"/>
                  </a:ext>
                </a:extLst>
              </p:cNvPr>
              <p:cNvSpPr/>
              <p:nvPr/>
            </p:nvSpPr>
            <p:spPr>
              <a:xfrm>
                <a:off x="2767605" y="2303644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4" name="table_TWformat_line_2_2">
                <a:extLst>
                  <a:ext uri="{FF2B5EF4-FFF2-40B4-BE49-F238E27FC236}">
                    <ns2:creationId id="{2E61B3A9-4D07-AFCB-59B4-D2FB687C77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474124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" name="正方形/長方形 154">
                <a:extLst>
                  <a:ext uri="{FF2B5EF4-FFF2-40B4-BE49-F238E27FC236}">
                    <ns2:creationId id="{FDF06F19-102A-69F3-9C16-D6EB311D7C9D}"/>
                  </a:ext>
                </a:extLst>
              </p:cNvPr>
              <p:cNvSpPr/>
              <p:nvPr/>
            </p:nvSpPr>
            <p:spPr>
              <a:xfrm>
                <a:off x="2767605" y="250060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6" name="table_TWformat_line_2_2">
                <a:extLst>
                  <a:ext uri="{FF2B5EF4-FFF2-40B4-BE49-F238E27FC236}">
                    <ns2:creationId id="{84A27F89-DAA9-B12C-DDE6-3AE240CB05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671083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正方形/長方形 156">
                <a:extLst>
                  <a:ext uri="{FF2B5EF4-FFF2-40B4-BE49-F238E27FC236}">
                    <ns2:creationId id="{BF2C3F24-4FEB-DB22-8141-59002856084E}"/>
                  </a:ext>
                </a:extLst>
              </p:cNvPr>
              <p:cNvSpPr/>
              <p:nvPr/>
            </p:nvSpPr>
            <p:spPr>
              <a:xfrm>
                <a:off x="2767605" y="269756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58" name="table_TWformat_line_2_2">
                <a:extLst>
                  <a:ext uri="{FF2B5EF4-FFF2-40B4-BE49-F238E27FC236}">
                    <ns2:creationId id="{C3A87AA7-C876-6F69-7B5C-CD2E8074AB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86804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正方形/長方形 158">
                <a:extLst>
                  <a:ext uri="{FF2B5EF4-FFF2-40B4-BE49-F238E27FC236}">
                    <ns2:creationId id="{33E8DEA5-A062-9EE2-D189-4092E13914DF}"/>
                  </a:ext>
                </a:extLst>
              </p:cNvPr>
              <p:cNvSpPr/>
              <p:nvPr/>
            </p:nvSpPr>
            <p:spPr>
              <a:xfrm>
                <a:off x="2767605" y="2894522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0" name="table_TWformat_line_2_2">
                <a:extLst>
                  <a:ext uri="{FF2B5EF4-FFF2-40B4-BE49-F238E27FC236}">
                    <ns2:creationId id="{607C13D4-BB76-411B-D05E-1B0D4444C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26196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正方形/長方形 160">
                <a:extLst>
                  <a:ext uri="{FF2B5EF4-FFF2-40B4-BE49-F238E27FC236}">
                    <ns2:creationId id="{50213658-B1D1-AB3D-6AC4-0D4CB3D2E908}"/>
                  </a:ext>
                </a:extLst>
              </p:cNvPr>
              <p:cNvSpPr/>
              <p:nvPr/>
            </p:nvSpPr>
            <p:spPr>
              <a:xfrm>
                <a:off x="2767605" y="328844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2" name="table_TWformat_line_2_2">
                <a:extLst>
                  <a:ext uri="{FF2B5EF4-FFF2-40B4-BE49-F238E27FC236}">
                    <ns2:creationId id="{6C46720E-0510-57AD-871C-8AA6C2E64F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45892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正方形/長方形 162">
                <a:extLst>
                  <a:ext uri="{FF2B5EF4-FFF2-40B4-BE49-F238E27FC236}">
                    <ns2:creationId id="{4F26BC11-FDFF-E0F8-5D7D-2235995210C3}"/>
                  </a:ext>
                </a:extLst>
              </p:cNvPr>
              <p:cNvSpPr/>
              <p:nvPr/>
            </p:nvSpPr>
            <p:spPr>
              <a:xfrm>
                <a:off x="2767605" y="3485400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4" name="table_TWformat_line_2_2">
                <a:extLst>
                  <a:ext uri="{FF2B5EF4-FFF2-40B4-BE49-F238E27FC236}">
                    <ns2:creationId id="{62E7D1C7-1C32-F733-D591-0A7FB6642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65588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正方形/長方形 164">
                <a:extLst>
                  <a:ext uri="{FF2B5EF4-FFF2-40B4-BE49-F238E27FC236}">
                    <ns2:creationId id="{28473FB4-FD04-DD38-E920-DFF974302929}"/>
                  </a:ext>
                </a:extLst>
              </p:cNvPr>
              <p:cNvSpPr/>
              <p:nvPr/>
            </p:nvSpPr>
            <p:spPr>
              <a:xfrm>
                <a:off x="2767605" y="368235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66" name="table_TWformat_line_2_2">
                <a:extLst>
                  <a:ext uri="{FF2B5EF4-FFF2-40B4-BE49-F238E27FC236}">
                    <ns2:creationId id="{69C9CBD2-9784-1EE9-3284-C8BD02DF6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852839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正方形/長方形 166">
                <a:extLst>
                  <a:ext uri="{FF2B5EF4-FFF2-40B4-BE49-F238E27FC236}">
                    <ns2:creationId id="{48AA2972-DC1D-49F0-A466-BB22DD9EA10B}"/>
                  </a:ext>
                </a:extLst>
              </p:cNvPr>
              <p:cNvSpPr/>
              <p:nvPr/>
            </p:nvSpPr>
            <p:spPr>
              <a:xfrm>
                <a:off x="2767605" y="387931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TCO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8" name="table_TWformat_line_2_2">
                <a:extLst>
                  <a:ext uri="{FF2B5EF4-FFF2-40B4-BE49-F238E27FC236}">
                    <ns2:creationId id="{3F4C8031-F28C-DF1D-345E-C1FBAA14F1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04979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正方形/長方形 168">
                <a:extLst>
                  <a:ext uri="{FF2B5EF4-FFF2-40B4-BE49-F238E27FC236}">
                    <ns2:creationId id="{3283A1DF-A962-7396-1A98-EB4DF7FFFD0A}"/>
                  </a:ext>
                </a:extLst>
              </p:cNvPr>
              <p:cNvSpPr/>
              <p:nvPr/>
            </p:nvSpPr>
            <p:spPr>
              <a:xfrm>
                <a:off x="2767605" y="4076278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70" name="table_TWformat_line_2_2">
                <a:extLst>
                  <a:ext uri="{FF2B5EF4-FFF2-40B4-BE49-F238E27FC236}">
                    <ns2:creationId id="{1754F8BD-DD18-6ECB-47E5-A1397F5938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24675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5EBC3E89-116B-34F0-3C73-696DBEB598EB}"/>
                  </a:ext>
                </a:extLst>
              </p:cNvPr>
              <p:cNvSpPr/>
              <p:nvPr/>
            </p:nvSpPr>
            <p:spPr>
              <a:xfrm>
                <a:off x="2767606" y="4273237"/>
                <a:ext cx="3046454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90" name="table_TWformat_line_2_2">
                <a:extLst>
                  <a:ext uri="{FF2B5EF4-FFF2-40B4-BE49-F238E27FC236}">
                    <ns2:creationId id="{B8A7B5AF-399C-6359-4C0B-E0CAA43D13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06500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正方形/長方形 190">
                <a:extLst>
                  <a:ext uri="{FF2B5EF4-FFF2-40B4-BE49-F238E27FC236}">
                    <ns2:creationId id="{079D9732-5AE8-9FA3-BD73-1964EDFCFA93}"/>
                  </a:ext>
                </a:extLst>
              </p:cNvPr>
              <p:cNvSpPr/>
              <p:nvPr/>
            </p:nvSpPr>
            <p:spPr>
              <a:xfrm>
                <a:off x="2767605" y="309148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8AFCB59B-9CDF-850D-2CDD-F005A09398AA}"/>
                </a:ext>
              </a:extLst>
            </p:cNvPr>
            <p:cNvGrpSpPr/>
            <p:nvPr/>
          </p:nvGrpSpPr>
          <p:grpSpPr>
            <a:xfrm>
              <a:off x="5516880" y="1643271"/>
              <a:ext cx="4904140" cy="216000"/>
              <a:chOff x="6499852" y="1643271"/>
              <a:chExt cx="3921168" cy="216000"/>
            </a:xfrm>
          </p:grpSpPr>
          <p:sp>
            <p:nvSpPr>
              <p:cNvPr id="59" name="table_TWformat_txt_1_3">
                <a:extLst>
                  <a:ext uri="{FF2B5EF4-FFF2-40B4-BE49-F238E27FC236}">
                    <ns2:creationId id="{FD2607B0-1085-085A-A4B4-35E2C9894FA4}"/>
                  </a:ext>
                </a:extLst>
              </p:cNvPr>
              <p:cNvSpPr/>
              <p:nvPr/>
            </p:nvSpPr>
            <p:spPr>
              <a:xfrm>
                <a:off x="6499852" y="1643271"/>
                <a:ext cx="3921168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0" name="table_TWformat_line_2_3">
                <a:extLst>
                  <a:ext uri="{FF2B5EF4-FFF2-40B4-BE49-F238E27FC236}">
                    <ns2:creationId id="{8C2EF0ED-2EA5-F8D5-75CB-08AD43D250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185927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FA96DF2B-94C1-EB93-E139-40BC88976616}"/>
                </a:ext>
              </a:extLst>
            </p:cNvPr>
            <p:cNvGrpSpPr/>
            <p:nvPr/>
          </p:nvGrpSpPr>
          <p:grpSpPr>
            <a:xfrm>
              <a:off x="7266432" y="1909726"/>
              <a:ext cx="3154589" cy="2507511"/>
              <a:chOff x="6499852" y="1909726"/>
              <a:chExt cx="3921169" cy="2507511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03935298-FDA8-3A20-446F-85DDEE74FEE2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205" name="table_TWformat_line_2_2">
                <a:extLst>
                  <a:ext uri="{FF2B5EF4-FFF2-40B4-BE49-F238E27FC236}">
                    <ns2:creationId id="{36EB40B5-3683-22F8-2169-C5D6EB1EAA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08020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正方形/長方形 205">
                <a:extLst>
                  <a:ext uri="{FF2B5EF4-FFF2-40B4-BE49-F238E27FC236}">
                    <ns2:creationId id="{7CB049DF-43AF-9802-1BF3-17B53B3470F0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7" name="table_TWformat_line_2_2">
                <a:extLst>
                  <a:ext uri="{FF2B5EF4-FFF2-40B4-BE49-F238E27FC236}">
                    <ns2:creationId id="{3A2F4B4C-2190-186F-BF61-B280423189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27716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正方形/長方形 207">
                <a:extLst>
                  <a:ext uri="{FF2B5EF4-FFF2-40B4-BE49-F238E27FC236}">
                    <ns2:creationId id="{BE30C691-851E-93ED-E33E-E3762803C27D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AI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/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RPA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9" name="table_TWformat_line_2_2">
                <a:extLst>
                  <a:ext uri="{FF2B5EF4-FFF2-40B4-BE49-F238E27FC236}">
                    <ns2:creationId id="{30ADCD9D-EDAF-3EE7-519B-7C670BB88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474124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正方形/長方形 209">
                <a:extLst>
                  <a:ext uri="{FF2B5EF4-FFF2-40B4-BE49-F238E27FC236}">
                    <ns2:creationId id="{84B5D2A6-0DBB-C470-CB41-F09E53F9D6FC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11" name="table_TWformat_line_2_2">
                <a:extLst>
                  <a:ext uri="{FF2B5EF4-FFF2-40B4-BE49-F238E27FC236}">
                    <ns2:creationId id="{94835570-7566-0317-0526-0C6CA11B5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671083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正方形/長方形 211">
                <a:extLst>
                  <a:ext uri="{FF2B5EF4-FFF2-40B4-BE49-F238E27FC236}">
                    <ns2:creationId id="{DA975B49-819A-70C0-3901-10D793D2E7A3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3" name="table_TWformat_line_2_2">
                <a:extLst>
                  <a:ext uri="{FF2B5EF4-FFF2-40B4-BE49-F238E27FC236}">
                    <ns2:creationId id="{18C23A35-EAD5-DC4E-18E1-C8C7C84C0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86804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4" name="正方形/長方形 213">
                <a:extLst>
                  <a:ext uri="{FF2B5EF4-FFF2-40B4-BE49-F238E27FC236}">
                    <ns2:creationId id="{4C1BA091-17D6-448A-834E-30E53DEFD7D1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5" name="table_TWformat_line_2_2">
                <a:extLst>
                  <a:ext uri="{FF2B5EF4-FFF2-40B4-BE49-F238E27FC236}">
                    <ns2:creationId id="{73B596F7-63B4-B6B0-0D1E-12A2F717AA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26196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6" name="正方形/長方形 215">
                <a:extLst>
                  <a:ext uri="{FF2B5EF4-FFF2-40B4-BE49-F238E27FC236}">
                    <ns2:creationId id="{505E93F8-E417-2FD8-ED1F-B598E90D3A1A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7" name="table_TWformat_line_2_2">
                <a:extLst>
                  <a:ext uri="{FF2B5EF4-FFF2-40B4-BE49-F238E27FC236}">
                    <ns2:creationId id="{A31ECCFB-DDE0-5A5C-F828-1B5B6C8DB4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45892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正方形/長方形 217">
                <a:extLst>
                  <a:ext uri="{FF2B5EF4-FFF2-40B4-BE49-F238E27FC236}">
                    <ns2:creationId id="{D0EF0A7E-AB8F-C493-38F9-D98CE3B5EA85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9" name="table_TWformat_line_2_2">
                <a:extLst>
                  <a:ext uri="{FF2B5EF4-FFF2-40B4-BE49-F238E27FC236}">
                    <ns2:creationId id="{0CD168DD-5515-3AF9-6558-2C6022BB39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65588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正方形/長方形 219">
                <a:extLst>
                  <a:ext uri="{FF2B5EF4-FFF2-40B4-BE49-F238E27FC236}">
                    <ns2:creationId id="{B65D1107-1DE6-58F9-CA0E-6CC73535E6BA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1" name="table_TWformat_line_2_2">
                <a:extLst>
                  <a:ext uri="{FF2B5EF4-FFF2-40B4-BE49-F238E27FC236}">
                    <ns2:creationId id="{1D91B8C6-B9A9-008D-0B75-2AB02F06B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852839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正方形/長方形 221">
                <a:extLst>
                  <a:ext uri="{FF2B5EF4-FFF2-40B4-BE49-F238E27FC236}">
                    <ns2:creationId id="{847DD09D-1CB5-E100-BF1E-25F5678D6D48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3" name="table_TWformat_line_2_2">
                <a:extLst>
                  <a:ext uri="{FF2B5EF4-FFF2-40B4-BE49-F238E27FC236}">
                    <ns2:creationId id="{AEF96E17-3C88-4918-BAD6-19A8B2DC94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04979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正方形/長方形 223">
                <a:extLst>
                  <a:ext uri="{FF2B5EF4-FFF2-40B4-BE49-F238E27FC236}">
                    <ns2:creationId id="{8A2652E4-67E0-C28D-737F-C9ED8164FFD4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5" name="table_TWformat_line_2_2">
                <a:extLst>
                  <a:ext uri="{FF2B5EF4-FFF2-40B4-BE49-F238E27FC236}">
                    <ns2:creationId id="{DFBBF152-9007-7C67-ABE5-D83AF79AF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24675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正方形/長方形 225">
                <a:extLst>
                  <a:ext uri="{FF2B5EF4-FFF2-40B4-BE49-F238E27FC236}">
                    <ns2:creationId id="{437F7884-5596-C4B5-271E-BF8234BBDD46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table_TWformat_line_2_2">
                <a:extLst>
                  <a:ext uri="{FF2B5EF4-FFF2-40B4-BE49-F238E27FC236}">
                    <ns2:creationId id="{43D68D23-A6B3-5151-ED72-9A104B192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06500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正方形/長方形 227">
                <a:extLst>
                  <a:ext uri="{FF2B5EF4-FFF2-40B4-BE49-F238E27FC236}">
                    <ns2:creationId id="{992FCC62-A751-159B-3228-3A207B40B1EF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  <p:sp>
          <p:nvSpPr>
            <p:cNvPr id="61" name="table_TWformat_txt_1_4">
              <a:extLst>
                <a:ext uri="{FF2B5EF4-FFF2-40B4-BE49-F238E27FC236}">
                  <ns2:creationId id="{CE4E4A9C-5904-58C2-22CB-7A3C2C0EDDB8}"/>
                </a:ext>
              </a:extLst>
            </p:cNvPr>
            <p:cNvSpPr/>
            <p:nvPr/>
          </p:nvSpPr>
          <p:spPr>
            <a:xfrm>
              <a:off x="10554470" y="1643272"/>
              <a:ext cx="1303402" cy="21600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62" name="table_TWformat_line_2_4">
              <a:extLst>
                <a:ext uri="{FF2B5EF4-FFF2-40B4-BE49-F238E27FC236}">
                  <ns2:creationId id="{75143081-EACD-67B2-1D9A-7F4409692ADF}"/>
                </a:ext>
              </a:extLst>
            </p:cNvPr>
            <p:cNvCxnSpPr/>
            <p:nvPr/>
          </p:nvCxnSpPr>
          <p:spPr>
            <a:xfrm>
              <a:off x="10554471" y="185927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1" name="正方形/長方形 270">
              <a:extLst>
                <a:ext uri="{FF2B5EF4-FFF2-40B4-BE49-F238E27FC236}">
                  <ns2:creationId id="{E2AE138E-EC8C-F9EB-8030-4FC271D3D36D}"/>
                </a:ext>
              </a:extLst>
            </p:cNvPr>
            <p:cNvSpPr/>
            <p:nvPr/>
          </p:nvSpPr>
          <p:spPr>
            <a:xfrm>
              <a:off x="10554471" y="1909726"/>
              <a:ext cx="1303401" cy="537918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76" name="table_TWformat_line_2_2">
              <a:extLst>
                <a:ext uri="{FF2B5EF4-FFF2-40B4-BE49-F238E27FC236}">
                  <ns2:creationId id="{3C4EC3CF-DC5A-5B5E-27B8-ACA023C1944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1" y="2474124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正方形/長方形 276">
              <a:extLst>
                <a:ext uri="{FF2B5EF4-FFF2-40B4-BE49-F238E27FC236}">
                  <ns2:creationId id="{7C86F3AA-BFA1-D4B9-3387-55D39814AD8C}"/>
                </a:ext>
              </a:extLst>
            </p:cNvPr>
            <p:cNvSpPr/>
            <p:nvPr/>
          </p:nvSpPr>
          <p:spPr>
            <a:xfrm>
              <a:off x="10554471" y="2500602"/>
              <a:ext cx="1303401" cy="34096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0" name="table_TWformat_line_2_2">
              <a:extLst>
                <a:ext uri="{FF2B5EF4-FFF2-40B4-BE49-F238E27FC236}">
                  <ns2:creationId id="{A4E4A37F-F50B-7CA7-1C18-7858A12667F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286804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B41D010B-4004-1CD4-6C1D-455900914F99}"/>
                </a:ext>
              </a:extLst>
            </p:cNvPr>
            <p:cNvSpPr/>
            <p:nvPr/>
          </p:nvSpPr>
          <p:spPr>
            <a:xfrm>
              <a:off x="10554470" y="2894521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2" name="table_TWformat_line_2_2">
              <a:extLst>
                <a:ext uri="{FF2B5EF4-FFF2-40B4-BE49-F238E27FC236}">
                  <ns2:creationId id="{984EA7AD-5B83-9CC5-4CF3-4E09E3693E5F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26196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正方形/長方形 282">
              <a:extLst>
                <a:ext uri="{FF2B5EF4-FFF2-40B4-BE49-F238E27FC236}">
                  <ns2:creationId id="{07A2FAB1-665E-DA2B-AD0F-223AA9031957}"/>
                </a:ext>
              </a:extLst>
            </p:cNvPr>
            <p:cNvSpPr/>
            <p:nvPr/>
          </p:nvSpPr>
          <p:spPr>
            <a:xfrm>
              <a:off x="10554470" y="328844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4" name="table_TWformat_line_2_2">
              <a:extLst>
                <a:ext uri="{FF2B5EF4-FFF2-40B4-BE49-F238E27FC236}">
                  <ns2:creationId id="{27288839-7622-9F30-F740-6DA518956D3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45891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正方形/長方形 284">
              <a:extLst>
                <a:ext uri="{FF2B5EF4-FFF2-40B4-BE49-F238E27FC236}">
                  <ns2:creationId id="{D8610BF2-41E1-6189-22BD-40B6A24FE94C}"/>
                </a:ext>
              </a:extLst>
            </p:cNvPr>
            <p:cNvSpPr/>
            <p:nvPr/>
          </p:nvSpPr>
          <p:spPr>
            <a:xfrm>
              <a:off x="10554470" y="348539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6" name="table_TWformat_line_2_2">
              <a:extLst>
                <a:ext uri="{FF2B5EF4-FFF2-40B4-BE49-F238E27FC236}">
                  <ns2:creationId id="{7254BC1A-FA7E-C118-A41C-1742E331CB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65587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正方形/長方形 286">
              <a:extLst>
                <a:ext uri="{FF2B5EF4-FFF2-40B4-BE49-F238E27FC236}">
                  <ns2:creationId id="{624DBFBA-02B6-9C04-7561-827F08B5B71B}"/>
                </a:ext>
              </a:extLst>
            </p:cNvPr>
            <p:cNvSpPr/>
            <p:nvPr/>
          </p:nvSpPr>
          <p:spPr>
            <a:xfrm>
              <a:off x="10554470" y="368235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8" name="table_TWformat_line_2_2">
              <a:extLst>
                <a:ext uri="{FF2B5EF4-FFF2-40B4-BE49-F238E27FC236}">
                  <ns2:creationId id="{4AC546EA-F5B6-90D7-8FF9-1794D7C0FE81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85283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9" name="正方形/長方形 288">
              <a:extLst>
                <a:ext uri="{FF2B5EF4-FFF2-40B4-BE49-F238E27FC236}">
                  <ns2:creationId id="{603D7334-84F6-DEFB-82F0-510FF06880B6}"/>
                </a:ext>
              </a:extLst>
            </p:cNvPr>
            <p:cNvSpPr/>
            <p:nvPr/>
          </p:nvSpPr>
          <p:spPr>
            <a:xfrm>
              <a:off x="10554470" y="387931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0" name="table_TWformat_line_2_2">
              <a:extLst>
                <a:ext uri="{FF2B5EF4-FFF2-40B4-BE49-F238E27FC236}">
                  <ns2:creationId id="{F00BBE5E-B725-A848-4F5F-B06025FE4483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04979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正方形/長方形 290">
              <a:extLst>
                <a:ext uri="{FF2B5EF4-FFF2-40B4-BE49-F238E27FC236}">
                  <ns2:creationId id="{49645851-955A-9BE8-0DB1-E9CEC8DBF95E}"/>
                </a:ext>
              </a:extLst>
            </p:cNvPr>
            <p:cNvSpPr/>
            <p:nvPr/>
          </p:nvSpPr>
          <p:spPr>
            <a:xfrm>
              <a:off x="10554470" y="407627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2" name="table_TWformat_line_2_2">
              <a:extLst>
                <a:ext uri="{FF2B5EF4-FFF2-40B4-BE49-F238E27FC236}">
                  <ns2:creationId id="{D9E816A2-7AAD-025A-2A52-C0B67C8593EC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24675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3" name="正方形/長方形 292">
              <a:extLst>
                <a:ext uri="{FF2B5EF4-FFF2-40B4-BE49-F238E27FC236}">
                  <ns2:creationId id="{89996325-82E5-3150-391F-6BFDA62B357E}"/>
                </a:ext>
              </a:extLst>
            </p:cNvPr>
            <p:cNvSpPr/>
            <p:nvPr/>
          </p:nvSpPr>
          <p:spPr>
            <a:xfrm>
              <a:off x="10554470" y="427323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4" name="table_TWformat_line_2_2">
              <a:extLst>
                <a:ext uri="{FF2B5EF4-FFF2-40B4-BE49-F238E27FC236}">
                  <ns2:creationId id="{64540E65-9D55-DB1F-4DEC-4FF7299BC9F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06500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正方形/長方形 294">
              <a:extLst>
                <a:ext uri="{FF2B5EF4-FFF2-40B4-BE49-F238E27FC236}">
                  <ns2:creationId id="{A22C3C54-E689-0091-61CE-612B45C7936A}"/>
                </a:ext>
              </a:extLst>
            </p:cNvPr>
            <p:cNvSpPr/>
            <p:nvPr/>
          </p:nvSpPr>
          <p:spPr>
            <a:xfrm>
              <a:off x="10554470" y="309148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38" name="グループ化 337">
              <a:extLst>
                <a:ext uri="{FF2B5EF4-FFF2-40B4-BE49-F238E27FC236}">
                  <ns2:creationId id="{F81A4089-13B2-FC71-8768-E34ED3C9FBB2}"/>
                </a:ext>
              </a:extLst>
            </p:cNvPr>
            <p:cNvGrpSpPr/>
            <p:nvPr/>
          </p:nvGrpSpPr>
          <p:grpSpPr>
            <a:xfrm>
              <a:off x="750999" y="1643271"/>
              <a:ext cx="1883157" cy="2773966"/>
              <a:chOff x="750999" y="1643271"/>
              <a:chExt cx="1883157" cy="2773966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8FBB6E1C-96D6-F46E-BEC4-B6200F0636D6}"/>
                  </a:ext>
                </a:extLst>
              </p:cNvPr>
              <p:cNvSpPr/>
              <p:nvPr/>
            </p:nvSpPr>
            <p:spPr>
              <a:xfrm>
                <a:off x="750999" y="1643271"/>
                <a:ext cx="1883156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9" name="table_TWformat_line_2_2">
                <a:extLst>
                  <a:ext uri="{FF2B5EF4-FFF2-40B4-BE49-F238E27FC236}">
                    <ns2:creationId id="{7F247EA5-B62E-75D5-17F0-3544C221E4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0999" y="1859271"/>
                <a:ext cx="18831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正方形/長方形 69">
                <a:extLst>
                  <a:ext uri="{FF2B5EF4-FFF2-40B4-BE49-F238E27FC236}">
                    <ns2:creationId id="{0EE46F7B-A051-2CED-C3F4-39B4F9C12C45}"/>
                  </a:ext>
                </a:extLst>
              </p:cNvPr>
              <p:cNvSpPr/>
              <p:nvPr/>
            </p:nvSpPr>
            <p:spPr>
              <a:xfrm>
                <a:off x="751000" y="1909726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①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35E70D1E-9AD6-B74C-7BC9-D3A5C6C22063}"/>
                  </a:ext>
                </a:extLst>
              </p:cNvPr>
              <p:cNvSpPr/>
              <p:nvPr/>
            </p:nvSpPr>
            <p:spPr>
              <a:xfrm>
                <a:off x="750999" y="2500602"/>
                <a:ext cx="1883156" cy="73487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②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17204CA-5FC0-24AB-852E-AB06F787B271}"/>
                  </a:ext>
                </a:extLst>
              </p:cNvPr>
              <p:cNvSpPr/>
              <p:nvPr/>
            </p:nvSpPr>
            <p:spPr>
              <a:xfrm>
                <a:off x="750999" y="3288440"/>
                <a:ext cx="1883156" cy="537917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③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846CDC89-BBB6-A95C-0B86-58376E080339}"/>
                  </a:ext>
                </a:extLst>
              </p:cNvPr>
              <p:cNvSpPr/>
              <p:nvPr/>
            </p:nvSpPr>
            <p:spPr>
              <a:xfrm>
                <a:off x="750999" y="3879319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④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314" name="グラフィックス 313" descr="雲 単色塗りつぶし">
                <a:extLst>
                  <a:ext uri="{FF2B5EF4-FFF2-40B4-BE49-F238E27FC236}">
                    <ns2:creationId id="{951BB9B7-0A16-5658-ECAC-609CDE60FE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274155" y="4057237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18" name="グラフィックス 317" descr="釣り合っていない天秤 単色塗りつぶし">
                <a:extLst>
                  <a:ext uri="{FF2B5EF4-FFF2-40B4-BE49-F238E27FC236}">
                    <ns2:creationId id="{035B758E-81AE-B62E-0D75-E0AEFF4E50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274155" y="3466358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0" name="グラフィックス 319" descr="棒グラフ (上昇) 単色塗りつぶし">
                <a:extLst>
                  <a:ext uri="{FF2B5EF4-FFF2-40B4-BE49-F238E27FC236}">
                    <ns2:creationId id="{30FF68AD-A371-46E7-9807-E8277BBF0B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274155" y="287548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2" name="グラフィックス 321" descr="人と循環 単色塗りつぶし">
                <a:extLst>
                  <a:ext uri="{FF2B5EF4-FFF2-40B4-BE49-F238E27FC236}">
                    <ns2:creationId id="{DEDB1248-9941-FB1E-57A4-8B3C1199E3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274155" y="20876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344" name="table_TWformat_line_2_2">
              <a:extLst>
                <a:ext uri="{FF2B5EF4-FFF2-40B4-BE49-F238E27FC236}">
                  <ns2:creationId id="{25CB88FE-BA62-82A8-76DE-1484C58D29A1}"/>
                </a:ext>
              </a:extLst>
            </p:cNvPr>
            <p:cNvCxnSpPr>
              <a:cxnSpLocks/>
            </p:cNvCxnSpPr>
            <p:nvPr/>
          </p:nvCxnSpPr>
          <p:spPr>
            <a:xfrm>
              <a:off x="750999" y="4497862"/>
              <a:ext cx="1110687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18B6F64B-ED46-925A-8798-0020955093B2}"/>
                </a:ext>
              </a:extLst>
            </p:cNvPr>
            <p:cNvGrpSpPr/>
            <p:nvPr/>
          </p:nvGrpSpPr>
          <p:grpSpPr>
            <a:xfrm>
              <a:off x="5503227" y="1909726"/>
              <a:ext cx="1708341" cy="2507511"/>
              <a:chOff x="6499852" y="1909726"/>
              <a:chExt cx="3921169" cy="2507511"/>
            </a:xfrm>
            <a:solidFill>
              <a:srgbClr val="C5E0B4"/>
            </a:solidFill>
          </p:grpSpPr>
          <p:sp>
            <p:nvSpPr>
              <p:cNvPr id="8" name="正方形/長方形 7">
                <a:extLst>
                  <a:ext uri="{FF2B5EF4-FFF2-40B4-BE49-F238E27FC236}">
                    <ns2:creationId id="{58DA753C-C9A4-26BB-3B77-272FD9B0261D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8F95EE84-CFBA-F972-85C8-F3736678BCA4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6393E298-5B28-6862-70FE-DF7260DF93C1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681078C-FCC2-BE03-B3C7-432978B8800B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5CD3FCA-2549-ADD3-9EE9-3750A028A066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3B3A665-1813-316B-29F7-DDDAC53C431E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CF5090E0-4436-15C5-A3D6-4F86C2446464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EA471C22-047A-C491-CCC9-260D52D9089F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3717678B-435D-247F-FB81-D44263C85075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FFCC46B-6A36-9E38-227F-168ED6DE9E3C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D393162-9975-8EEE-ED54-0AEEAC15D83D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5049E4-171F-D9D4-4ECF-6E8014B51563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ja-JP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BCFF8DC1-7F0E-8730-7F6E-C19C9C472201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6:creationId val="11005063"/>
      </p:ext>
    </p:extLst>
  </p:cSld>
  <p:clrMapOvr>
    <a:masterClrMapping/>
  </p:clrMapOvr>
</p:sld>
</file>

<file path=ppt/slides/slide2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EFC0A5-8B77-E6CB-0197-6C3B9B1823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3CFF7A-4D15-A2CB-352C-B9A5A99E6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Text 0">
            <a:extLst>
              <a:ext uri="{FF2B5EF4-FFF2-40B4-BE49-F238E27FC236}">
                <ns2:creationId id="{B6F2F8B8-4B15-B0F6-2004-A56D033F7A89}"/>
              </a:ext>
            </a:extLst>
          </p:cNvPr>
          <p:cNvSpPr/>
          <p:nvPr/>
        </p:nvSpPr>
        <p:spPr>
          <a:xfrm>
            <a:off x="365760" y="201168"/>
            <a:ext cx="10607040" cy="457200"/>
          </a:xfrm>
          <a:prstGeom prst="rect">
            <a:avLst/>
          </a:prstGeom>
          <a:noFill/>
          <a:ln/>
        </p:spPr>
        <p:txBody>
          <a:bodyPr wrap="square" rtlCol="0" anchor="ctr">
            <a:noAutofit/>
          </a:bodyPr>
          <a:lstStyle/>
          <a:p>
            <a:pPr marL="0" indent="0">
              <a:buNone/>
            </a:pPr>
            <a:endParaRPr lang="en-US" sz="19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ns2:creationId id="{2C5202F5-5D91-B538-B9D0-6D160E3542A3}"/>
              </a:ext>
            </a:extLst>
          </p:cNvPr>
          <p:cNvGrpSpPr/>
          <p:nvPr/>
        </p:nvGrpSpPr>
        <p:grpSpPr>
          <a:xfrm>
            <a:off x="334961" y="1638197"/>
            <a:ext cx="11520000" cy="2032194"/>
            <a:chOff x="334961" y="1638197"/>
            <a:chExt cx="11520000" cy="2032194"/>
          </a:xfrm>
        </p:grpSpPr>
        <p:cxnSp>
          <p:nvCxnSpPr>
            <p:cNvPr id="214" name="コネクタ: カギ線 213">
              <a:extLst>
                <a:ext uri="{FF2B5EF4-FFF2-40B4-BE49-F238E27FC236}">
                  <ns2:creationId id="{00FC0127-6551-994D-3537-353530A5A60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752489" y="2608391"/>
              <a:ext cx="324000" cy="1800000"/>
            </a:xfrm>
            <a:prstGeom prst="bentConnector3">
              <a:avLst>
                <a:gd name="adj1" fmla="val 33464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コネクタ: カギ線 255">
              <a:extLst>
                <a:ext uri="{FF2B5EF4-FFF2-40B4-BE49-F238E27FC236}">
                  <ns2:creationId id="{B5AD8D59-49EF-E68D-DED9-3C441143FB9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283103" y="2257285"/>
              <a:ext cx="396000" cy="2412000"/>
            </a:xfrm>
            <a:prstGeom prst="bentConnector3">
              <a:avLst>
                <a:gd name="adj1" fmla="val 55427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 4">
              <a:extLst>
                <a:ext uri="{FF2B5EF4-FFF2-40B4-BE49-F238E27FC236}">
                  <ns2:creationId id="{47770658-3EEA-AF3B-03FA-3659B3498556}"/>
                </a:ext>
              </a:extLst>
            </p:cNvPr>
            <p:cNvSpPr/>
            <p:nvPr/>
          </p:nvSpPr>
          <p:spPr>
            <a:xfrm>
              <a:off x="355369" y="1638197"/>
              <a:ext cx="6858000" cy="216000"/>
            </a:xfrm>
            <a:prstGeom prst="rect">
              <a:avLst/>
            </a:prstGeom>
            <a:noFill/>
            <a:ln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marL="0" indent="0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④ </a:t>
              </a:r>
              <a:r>
                <a:rPr lang="en-US" sz="14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" name="グループ化 41">
              <a:extLst>
                <a:ext uri="{FF2B5EF4-FFF2-40B4-BE49-F238E27FC236}">
                  <ns2:creationId id="{DF768FA1-C9E3-A78D-7CB0-394D952A5A04}"/>
                </a:ext>
              </a:extLst>
            </p:cNvPr>
            <p:cNvGrpSpPr/>
            <p:nvPr/>
          </p:nvGrpSpPr>
          <p:grpSpPr>
            <a:xfrm>
              <a:off x="1974469" y="1886098"/>
              <a:ext cx="9880492" cy="390248"/>
              <a:chOff x="1974469" y="1886098"/>
              <a:chExt cx="9880492" cy="390248"/>
            </a:xfrm>
          </p:grpSpPr>
          <p:sp>
            <p:nvSpPr>
              <p:cNvPr id="92" name="Text 4">
                <a:extLst>
                  <a:ext uri="{FF2B5EF4-FFF2-40B4-BE49-F238E27FC236}">
                    <ns2:creationId id="{7027D5C1-E5D0-755C-4554-D4BF85800FC3}"/>
                  </a:ext>
                </a:extLst>
              </p:cNvPr>
              <p:cNvSpPr/>
              <p:nvPr/>
            </p:nvSpPr>
            <p:spPr>
              <a:xfrm>
                <a:off x="1974469" y="1886098"/>
                <a:ext cx="87768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Text 4">
                <a:extLst>
                  <a:ext uri="{FF2B5EF4-FFF2-40B4-BE49-F238E27FC236}">
                    <ns2:creationId id="{4A6A8463-E8AC-9BB7-C463-8450BF29B3B5}"/>
                  </a:ext>
                </a:extLst>
              </p:cNvPr>
              <p:cNvSpPr/>
              <p:nvPr/>
            </p:nvSpPr>
            <p:spPr>
              <a:xfrm>
                <a:off x="10810961" y="1886098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Text 7">
                <a:extLst>
                  <a:ext uri="{FF2B5EF4-FFF2-40B4-BE49-F238E27FC236}">
                    <ns2:creationId id="{F3B55460-1626-D0B0-4E83-B42591902483}"/>
                  </a:ext>
                </a:extLst>
              </p:cNvPr>
              <p:cNvSpPr/>
              <p:nvPr/>
            </p:nvSpPr>
            <p:spPr>
              <a:xfrm>
                <a:off x="1974469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Text 8">
                <a:extLst>
                  <a:ext uri="{FF2B5EF4-FFF2-40B4-BE49-F238E27FC236}">
                    <ns2:creationId id="{9CC19D3D-A5C7-A114-CFC0-BC273EDD80E8}"/>
                  </a:ext>
                </a:extLst>
              </p:cNvPr>
              <p:cNvSpPr/>
              <p:nvPr/>
            </p:nvSpPr>
            <p:spPr>
              <a:xfrm>
                <a:off x="3079030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5">
                <a:extLst>
                  <a:ext uri="{FF2B5EF4-FFF2-40B4-BE49-F238E27FC236}">
                    <ns2:creationId id="{559C63B1-D529-088F-9D94-910A36899A6B}"/>
                  </a:ext>
                </a:extLst>
              </p:cNvPr>
              <p:cNvSpPr/>
              <p:nvPr/>
            </p:nvSpPr>
            <p:spPr>
              <a:xfrm>
                <a:off x="1081096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4">
                <a:extLst>
                  <a:ext uri="{FF2B5EF4-FFF2-40B4-BE49-F238E27FC236}">
                    <ns2:creationId id="{1B6D851A-78A9-E1C4-57DC-4255D410F9D0}"/>
                  </a:ext>
                </a:extLst>
              </p:cNvPr>
              <p:cNvSpPr/>
              <p:nvPr/>
            </p:nvSpPr>
            <p:spPr>
              <a:xfrm>
                <a:off x="9706396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Text 11">
                <a:extLst>
                  <a:ext uri="{FF2B5EF4-FFF2-40B4-BE49-F238E27FC236}">
                    <ns2:creationId id="{AB2CF191-5CAE-A4EF-4BA0-1F76221CFB37}"/>
                  </a:ext>
                </a:extLst>
              </p:cNvPr>
              <p:cNvSpPr/>
              <p:nvPr/>
            </p:nvSpPr>
            <p:spPr>
              <a:xfrm>
                <a:off x="6392713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Text 12">
                <a:extLst>
                  <a:ext uri="{FF2B5EF4-FFF2-40B4-BE49-F238E27FC236}">
                    <ns2:creationId id="{0E7D7B71-6FE9-B485-2007-9A8A47CBC842}"/>
                  </a:ext>
                </a:extLst>
              </p:cNvPr>
              <p:cNvSpPr/>
              <p:nvPr/>
            </p:nvSpPr>
            <p:spPr>
              <a:xfrm>
                <a:off x="7497274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3">
                <a:extLst>
                  <a:ext uri="{FF2B5EF4-FFF2-40B4-BE49-F238E27FC236}">
                    <ns2:creationId id="{F6A011AE-0B69-FF63-BCF4-B5CDC70CE6A5}"/>
                  </a:ext>
                </a:extLst>
              </p:cNvPr>
              <p:cNvSpPr/>
              <p:nvPr/>
            </p:nvSpPr>
            <p:spPr>
              <a:xfrm>
                <a:off x="8601835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9">
                <a:extLst>
                  <a:ext uri="{FF2B5EF4-FFF2-40B4-BE49-F238E27FC236}">
                    <ns2:creationId id="{9D690AC9-705B-B32A-2C64-4BDDF0EAF6A0}"/>
                  </a:ext>
                </a:extLst>
              </p:cNvPr>
              <p:cNvSpPr/>
              <p:nvPr/>
            </p:nvSpPr>
            <p:spPr>
              <a:xfrm>
                <a:off x="418359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Text 9">
                <a:extLst>
                  <a:ext uri="{FF2B5EF4-FFF2-40B4-BE49-F238E27FC236}">
                    <ns2:creationId id="{685029A3-04D3-A5F0-41AA-FB95B0F55EA0}"/>
                  </a:ext>
                </a:extLst>
              </p:cNvPr>
              <p:cNvSpPr/>
              <p:nvPr/>
            </p:nvSpPr>
            <p:spPr>
              <a:xfrm>
                <a:off x="5288152" y="2096346"/>
                <a:ext cx="1044000" cy="180000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8" name="グループ化 47">
              <a:extLst>
                <a:ext uri="{FF2B5EF4-FFF2-40B4-BE49-F238E27FC236}">
                  <ns2:creationId id="{EE81689A-2F4B-4C50-1BBF-2616A6478785}"/>
                </a:ext>
              </a:extLst>
            </p:cNvPr>
            <p:cNvGrpSpPr/>
            <p:nvPr/>
          </p:nvGrpSpPr>
          <p:grpSpPr>
            <a:xfrm>
              <a:off x="334961" y="2359583"/>
              <a:ext cx="11518952" cy="1110532"/>
              <a:chOff x="334961" y="2359583"/>
              <a:chExt cx="11518952" cy="1110532"/>
            </a:xfrm>
          </p:grpSpPr>
          <p:sp>
            <p:nvSpPr>
              <p:cNvPr id="55" name="Text 10">
                <a:extLst>
                  <a:ext uri="{FF2B5EF4-FFF2-40B4-BE49-F238E27FC236}">
                    <ns2:creationId id="{99143A50-7E00-32E3-6F01-FE860373786F}"/>
                  </a:ext>
                </a:extLst>
              </p:cNvPr>
              <p:cNvSpPr/>
              <p:nvPr/>
            </p:nvSpPr>
            <p:spPr>
              <a:xfrm>
                <a:off x="5360155" y="2359583"/>
                <a:ext cx="900000" cy="180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algn="ctr">
                  <a:lnSpc>
                    <a:spcPct val="95000"/>
                  </a:lnSpc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16">
                <a:extLst>
                  <a:ext uri="{FF2B5EF4-FFF2-40B4-BE49-F238E27FC236}">
                    <ns2:creationId id="{B936EB3C-AB8E-F880-A39C-19E2DE237E16}"/>
                  </a:ext>
                </a:extLst>
              </p:cNvPr>
              <p:cNvSpPr/>
              <p:nvPr/>
            </p:nvSpPr>
            <p:spPr>
              <a:xfrm>
                <a:off x="334961" y="2359583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Shape 17">
                <a:extLst>
                  <a:ext uri="{FF2B5EF4-FFF2-40B4-BE49-F238E27FC236}">
                    <ns2:creationId id="{9D4A644D-4DC4-9F56-6D8A-F2E5EBC58B38}"/>
                  </a:ext>
                </a:extLst>
              </p:cNvPr>
              <p:cNvSpPr/>
              <p:nvPr/>
            </p:nvSpPr>
            <p:spPr>
              <a:xfrm>
                <a:off x="1974469" y="2539583"/>
                <a:ext cx="2149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5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Text 18">
                <a:extLst>
                  <a:ext uri="{FF2B5EF4-FFF2-40B4-BE49-F238E27FC236}">
                    <ns2:creationId id="{352F1117-FB12-DC47-3DB8-004486A4865B}"/>
                  </a:ext>
                </a:extLst>
              </p:cNvPr>
              <p:cNvSpPr/>
              <p:nvPr/>
            </p:nvSpPr>
            <p:spPr>
              <a:xfrm>
                <a:off x="2779069" y="2359583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Text 19">
                <a:extLst>
                  <a:ext uri="{FF2B5EF4-FFF2-40B4-BE49-F238E27FC236}">
                    <ns2:creationId id="{C08BC8BB-0F7C-01B3-D294-66D6490D78AE}"/>
                  </a:ext>
                </a:extLst>
              </p:cNvPr>
              <p:cNvSpPr/>
              <p:nvPr/>
            </p:nvSpPr>
            <p:spPr>
              <a:xfrm>
                <a:off x="334961" y="2640519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Shape 20">
                <a:extLst>
                  <a:ext uri="{FF2B5EF4-FFF2-40B4-BE49-F238E27FC236}">
                    <ns2:creationId id="{FFF4E064-7564-6A9C-8907-5DBDB489A405}"/>
                  </a:ext>
                </a:extLst>
              </p:cNvPr>
              <p:cNvSpPr/>
              <p:nvPr/>
            </p:nvSpPr>
            <p:spPr>
              <a:xfrm>
                <a:off x="3079030" y="2820519"/>
                <a:ext cx="32544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70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1">
                <a:extLst>
                  <a:ext uri="{FF2B5EF4-FFF2-40B4-BE49-F238E27FC236}">
                    <ns2:creationId id="{37438E51-8B8B-FB90-C6B6-568193BACEB9}"/>
                  </a:ext>
                </a:extLst>
              </p:cNvPr>
              <p:cNvSpPr/>
              <p:nvPr/>
            </p:nvSpPr>
            <p:spPr>
              <a:xfrm>
                <a:off x="4436230" y="2640519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Text 22">
                <a:extLst>
                  <a:ext uri="{FF2B5EF4-FFF2-40B4-BE49-F238E27FC236}">
                    <ns2:creationId id="{C3546D01-C441-82D6-2712-1E1E548EB258}"/>
                  </a:ext>
                </a:extLst>
              </p:cNvPr>
              <p:cNvSpPr/>
              <p:nvPr/>
            </p:nvSpPr>
            <p:spPr>
              <a:xfrm>
                <a:off x="334961" y="2921455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0" rIns="36000" bIns="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Shape 23">
                <a:extLst>
                  <a:ext uri="{FF2B5EF4-FFF2-40B4-BE49-F238E27FC236}">
                    <ns2:creationId id="{5C295847-740A-E70A-85EA-DA5E61C3DB00}"/>
                  </a:ext>
                </a:extLst>
              </p:cNvPr>
              <p:cNvSpPr/>
              <p:nvPr/>
            </p:nvSpPr>
            <p:spPr>
              <a:xfrm>
                <a:off x="4183591" y="3101455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8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Text 24">
                <a:extLst>
                  <a:ext uri="{FF2B5EF4-FFF2-40B4-BE49-F238E27FC236}">
                    <ns2:creationId id="{2B76DD44-977F-8412-B52C-79D94965D80B}"/>
                  </a:ext>
                </a:extLst>
              </p:cNvPr>
              <p:cNvSpPr/>
              <p:nvPr/>
            </p:nvSpPr>
            <p:spPr>
              <a:xfrm>
                <a:off x="6644191" y="2921455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5">
                <a:extLst>
                  <a:ext uri="{FF2B5EF4-FFF2-40B4-BE49-F238E27FC236}">
                    <ns2:creationId id="{2FC38B23-124A-AD6F-8892-93F253F591D0}"/>
                  </a:ext>
                </a:extLst>
              </p:cNvPr>
              <p:cNvSpPr/>
              <p:nvPr/>
            </p:nvSpPr>
            <p:spPr>
              <a:xfrm>
                <a:off x="334961" y="3202391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Text 27">
                <a:extLst>
                  <a:ext uri="{FF2B5EF4-FFF2-40B4-BE49-F238E27FC236}">
                    <ns2:creationId id="{6343ECA9-39D2-0C6E-DEAC-1FB82C0F09E3}"/>
                  </a:ext>
                </a:extLst>
              </p:cNvPr>
              <p:cNvSpPr/>
              <p:nvPr/>
            </p:nvSpPr>
            <p:spPr>
              <a:xfrm>
                <a:off x="10480396" y="3194980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Shape 26">
                <a:extLst>
                  <a:ext uri="{FF2B5EF4-FFF2-40B4-BE49-F238E27FC236}">
                    <ns2:creationId id="{14CF4E01-0607-1806-8982-9F4D8690DF24}"/>
                  </a:ext>
                </a:extLst>
              </p:cNvPr>
              <p:cNvSpPr/>
              <p:nvPr/>
            </p:nvSpPr>
            <p:spPr>
              <a:xfrm>
                <a:off x="6392713" y="3364391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40000"/>
                </a:srgbClr>
              </a:solidFill>
              <a:ln w="1270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Shape 28">
                <a:extLst>
                  <a:ext uri="{FF2B5EF4-FFF2-40B4-BE49-F238E27FC236}">
                    <ns2:creationId id="{D90B651C-E47E-5317-9E54-CA38C678A9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60713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Shape 29">
                <a:extLst>
                  <a:ext uri="{FF2B5EF4-FFF2-40B4-BE49-F238E27FC236}">
                    <ns2:creationId id="{DE276461-BEF0-778C-34E8-929CC6F88B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965274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Shape 30">
                <a:extLst>
                  <a:ext uri="{FF2B5EF4-FFF2-40B4-BE49-F238E27FC236}">
                    <ns2:creationId id="{6908063E-E0F3-1130-F85D-1A4FEAF2C6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69835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DCA7693C-2A48-5DB4-2607-FB10C7AAB9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14489" y="2624661"/>
                <a:ext cx="0" cy="648000"/>
              </a:xfrm>
              <a:prstGeom prst="line">
                <a:avLst/>
              </a:prstGeom>
              <a:ln w="19050">
                <a:solidFill>
                  <a:srgbClr val="008D2E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9" name="グラフィックス 258" descr="クリップボード: 部分的に横線 単色塗りつぶし">
                <a:extLst>
                  <a:ext uri="{FF2B5EF4-FFF2-40B4-BE49-F238E27FC236}">
                    <ns2:creationId id="{45484359-CE7A-D704-1B46-D88D5FC2FB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34961" y="2378096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1" name="グラフィックス 260" descr="歯車 単色塗りつぶし">
                <a:extLst>
                  <a:ext uri="{FF2B5EF4-FFF2-40B4-BE49-F238E27FC236}">
                    <ns2:creationId id="{0E0EB1CC-3333-B3BF-BD37-6C1DE60F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4961" y="2670102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3" name="グラフィックス 262" descr="環状の矢印 単色塗りつぶし">
                <a:extLst>
                  <a:ext uri="{FF2B5EF4-FFF2-40B4-BE49-F238E27FC236}">
                    <ns2:creationId id="{6E553CA3-3F02-F389-DCF4-3C263BB4D3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34961" y="2962108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5" name="グラフィックス 264" descr="評価 単色塗りつぶし">
                <a:extLst>
                  <a:ext uri="{FF2B5EF4-FFF2-40B4-BE49-F238E27FC236}">
                    <ns2:creationId id="{FDA29FA7-9D07-6BE2-44E6-7A693F3A6A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34961" y="3254115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A5AA2B6C-628B-EFED-6BFC-369211BE2B29}"/>
              </a:ext>
            </a:extLst>
          </p:cNvPr>
          <p:cNvGrpSpPr/>
          <p:nvPr/>
        </p:nvGrpSpPr>
        <p:grpSpPr>
          <a:xfrm>
            <a:off x="334961" y="3614680"/>
            <a:ext cx="11520000" cy="2708453"/>
            <a:chOff x="334961" y="3614680"/>
            <a:chExt cx="11520000" cy="2708453"/>
          </a:xfrm>
        </p:grpSpPr>
        <p:grpSp>
          <p:nvGrpSpPr>
            <p:cNvPr id="78" name="グループ化 77">
              <a:extLst>
                <a:ext uri="{FF2B5EF4-FFF2-40B4-BE49-F238E27FC236}">
                  <ns2:creationId id="{E77821A5-6596-CFC3-FABE-FE3DF9D55D33}"/>
                </a:ext>
              </a:extLst>
            </p:cNvPr>
            <p:cNvGrpSpPr/>
            <p:nvPr/>
          </p:nvGrpSpPr>
          <p:grpSpPr>
            <a:xfrm>
              <a:off x="334961" y="3659680"/>
              <a:ext cx="6567052" cy="2663453"/>
              <a:chOff x="334961" y="3659680"/>
              <a:chExt cx="6567052" cy="2663453"/>
            </a:xfrm>
          </p:grpSpPr>
          <p:sp>
            <p:nvSpPr>
              <p:cNvPr id="21" name="Text 16">
                <a:extLst>
                  <a:ext uri="{FF2B5EF4-FFF2-40B4-BE49-F238E27FC236}">
                    <ns2:creationId id="{4890963E-0BA6-0C95-C9D2-9150C1E6E7DE}"/>
                  </a:ext>
                </a:extLst>
              </p:cNvPr>
              <p:cNvSpPr/>
              <p:nvPr/>
            </p:nvSpPr>
            <p:spPr>
              <a:xfrm>
                <a:off x="5066013" y="4010309"/>
                <a:ext cx="1836000" cy="936000"/>
              </a:xfrm>
              <a:prstGeom prst="rect">
                <a:avLst/>
              </a:prstGeom>
              <a:noFill/>
              <a:ln/>
            </p:spPr>
            <p:txBody>
              <a:bodyPr wrap="square" lIns="108000" tIns="0" rIns="36000" bIns="72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「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」 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8AF8A41-995A-D576-AF89-89E859B480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3871595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Text 7">
                <a:extLst>
                  <a:ext uri="{FF2B5EF4-FFF2-40B4-BE49-F238E27FC236}">
                    <ns2:creationId id="{DABCA61E-1238-30AD-9B9C-661E96322D38}"/>
                  </a:ext>
                </a:extLst>
              </p:cNvPr>
              <p:cNvSpPr/>
              <p:nvPr/>
            </p:nvSpPr>
            <p:spPr>
              <a:xfrm>
                <a:off x="334961" y="4010309"/>
                <a:ext cx="1080000" cy="936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0" name="グラフィックス 39" descr="散布図 単色塗りつぶし">
                <a:extLst>
                  <a:ext uri="{FF2B5EF4-FFF2-40B4-BE49-F238E27FC236}">
                    <ns2:creationId id="{22753EEA-07AB-F14C-60A8-BE5D610C12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2485" y="464197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3" name="直線コネクタ 92">
                <a:extLst>
                  <a:ext uri="{FF2B5EF4-FFF2-40B4-BE49-F238E27FC236}">
                    <ns2:creationId id="{A64C93A1-0835-64E8-6B66-A19124EDA8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4010309"/>
                <a:ext cx="0" cy="9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" name="グループ化 38">
                <a:extLst>
                  <a:ext uri="{FF2B5EF4-FFF2-40B4-BE49-F238E27FC236}">
                    <ns2:creationId id="{1ECE13EC-AD12-DE62-A308-EACF711950C6}"/>
                  </a:ext>
                </a:extLst>
              </p:cNvPr>
              <p:cNvGrpSpPr/>
              <p:nvPr/>
            </p:nvGrpSpPr>
            <p:grpSpPr>
              <a:xfrm>
                <a:off x="1529647" y="3659680"/>
                <a:ext cx="1548000" cy="2663453"/>
                <a:chOff x="1480487" y="3659680"/>
                <a:chExt cx="1548000" cy="2663453"/>
              </a:xfrm>
            </p:grpSpPr>
            <p:sp>
              <p:nvSpPr>
                <p:cNvPr id="8" name="ホームベース 51">
                  <a:extLst>
                    <a:ext uri="{FF2B5EF4-FFF2-40B4-BE49-F238E27FC236}">
                      <ns2:creationId id="{1E1205A6-7CE7-5E62-57F7-3176DB4C1E4E}"/>
                    </a:ext>
                  </a:extLst>
                </p:cNvPr>
                <p:cNvSpPr/>
                <p:nvPr/>
              </p:nvSpPr>
              <p:spPr>
                <a:xfrm>
                  <a:off x="1480487" y="3659680"/>
                  <a:ext cx="1548000" cy="252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7FC6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28800" rIns="360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2" name="Text 10">
                  <a:extLst>
                    <a:ext uri="{FF2B5EF4-FFF2-40B4-BE49-F238E27FC236}">
                      <ns2:creationId id="{669D34CC-2349-1D32-0E1E-6E6F48504317}"/>
                    </a:ext>
                  </a:extLst>
                </p:cNvPr>
                <p:cNvSpPr/>
                <p:nvPr/>
              </p:nvSpPr>
              <p:spPr>
                <a:xfrm>
                  <a:off x="1480487" y="4010309"/>
                  <a:ext cx="1548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」 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" name="Text 23">
                  <a:extLst>
                    <a:ext uri="{FF2B5EF4-FFF2-40B4-BE49-F238E27FC236}">
                      <ns2:creationId id="{3638385E-CCCE-6548-F1EE-D734BAD7CAC9}"/>
                    </a:ext>
                  </a:extLst>
                </p:cNvPr>
                <p:cNvSpPr/>
                <p:nvPr/>
              </p:nvSpPr>
              <p:spPr>
                <a:xfrm>
                  <a:off x="1480487" y="5063133"/>
                  <a:ext cx="1548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PL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" name="グループ化 36">
                <a:extLst>
                  <a:ext uri="{FF2B5EF4-FFF2-40B4-BE49-F238E27FC236}">
                    <ns2:creationId id="{7505205E-2ACB-5610-F31D-369B5E7554F8}"/>
                  </a:ext>
                </a:extLst>
              </p:cNvPr>
              <p:cNvGrpSpPr/>
              <p:nvPr/>
            </p:nvGrpSpPr>
            <p:grpSpPr>
              <a:xfrm>
                <a:off x="3171830" y="3659680"/>
                <a:ext cx="1800000" cy="2663453"/>
                <a:chOff x="3085655" y="3659680"/>
                <a:chExt cx="1800000" cy="2663453"/>
              </a:xfrm>
            </p:grpSpPr>
            <p:sp>
              <p:nvSpPr>
                <p:cNvPr id="9" name="山形 52">
                  <a:extLst>
                    <a:ext uri="{FF2B5EF4-FFF2-40B4-BE49-F238E27FC236}">
                      <ns2:creationId id="{C743BBF1-3EAE-8476-9DD8-5E1EA7BCA9F5}"/>
                    </a:ext>
                  </a:extLst>
                </p:cNvPr>
                <p:cNvSpPr/>
                <p:nvPr/>
              </p:nvSpPr>
              <p:spPr>
                <a:xfrm>
                  <a:off x="3085655" y="3659680"/>
                  <a:ext cx="1800000" cy="252000"/>
                </a:xfrm>
                <a:prstGeom prst="chevron">
                  <a:avLst>
                    <a:gd name="adj" fmla="val 0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" name="Text 14">
                  <a:extLst>
                    <a:ext uri="{FF2B5EF4-FFF2-40B4-BE49-F238E27FC236}">
                      <ns2:creationId id="{FF738B07-CAC7-3E62-8401-9A619C00CA9F}"/>
                    </a:ext>
                  </a:extLst>
                </p:cNvPr>
                <p:cNvSpPr/>
                <p:nvPr/>
              </p:nvSpPr>
              <p:spPr>
                <a:xfrm>
                  <a:off x="3085655" y="4010309"/>
                  <a:ext cx="1800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spcAft>
                      <a:spcPts val="600"/>
                    </a:spcAft>
                    <a:buNone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Yu Gothic UI" panose="020B0500000000000000" pitchFamily="50" charset="-128"/>
                    <a:buChar char="▶"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Text 27">
                  <a:extLst>
                    <a:ext uri="{FF2B5EF4-FFF2-40B4-BE49-F238E27FC236}">
                      <ns2:creationId id="{861AFA58-80E0-465E-9163-3AC094F9D449}"/>
                    </a:ext>
                  </a:extLst>
                </p:cNvPr>
                <p:cNvSpPr/>
                <p:nvPr/>
              </p:nvSpPr>
              <p:spPr>
                <a:xfrm>
                  <a:off x="3085655" y="5063133"/>
                  <a:ext cx="1800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  <a:buClr>
                      <a:srgbClr val="008D2E"/>
                    </a:buClr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Meiryo UI" panose="020B0604030504040204" pitchFamily="50" charset="-128"/>
                    <a:buChar char="▶"/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4" name="Text 29">
                <a:extLst>
                  <a:ext uri="{FF2B5EF4-FFF2-40B4-BE49-F238E27FC236}">
                    <ns2:creationId id="{12E52DE5-BFA5-2EA6-C71B-6BC93E7C39EC}"/>
                  </a:ext>
                </a:extLst>
              </p:cNvPr>
              <p:cNvSpPr/>
              <p:nvPr/>
            </p:nvSpPr>
            <p:spPr>
              <a:xfrm>
                <a:off x="5066013" y="5063133"/>
                <a:ext cx="1836000" cy="126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144000" tIns="0" rIns="72000" bIns="288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B32BD3B8-7833-34BB-5AC2-0FC3BCA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5131723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Text 20">
                <a:extLst>
                  <a:ext uri="{FF2B5EF4-FFF2-40B4-BE49-F238E27FC236}">
                    <ns2:creationId id="{6F5456F3-986A-A050-6A24-4F6D21011C2A}"/>
                  </a:ext>
                </a:extLst>
              </p:cNvPr>
              <p:cNvSpPr/>
              <p:nvPr/>
            </p:nvSpPr>
            <p:spPr>
              <a:xfrm>
                <a:off x="334961" y="5063133"/>
                <a:ext cx="1080000" cy="1260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意思決定図 単色塗りつぶし">
                <a:extLst>
                  <a:ext uri="{FF2B5EF4-FFF2-40B4-BE49-F238E27FC236}">
                    <ns2:creationId id="{6E092B51-2438-E7CC-6F4A-5DCEC52E20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92485" y="599913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5" name="直線コネクタ 94">
                <a:extLst>
                  <a:ext uri="{FF2B5EF4-FFF2-40B4-BE49-F238E27FC236}">
                    <ns2:creationId id="{05C32525-52E9-E60E-E3E7-2A405E844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5063133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グループ化 83">
              <a:extLst>
                <a:ext uri="{FF2B5EF4-FFF2-40B4-BE49-F238E27FC236}">
                  <ns2:creationId id="{74C1B8F5-EAA4-01CE-9B66-1D2933EAC311}"/>
                </a:ext>
              </a:extLst>
            </p:cNvPr>
            <p:cNvGrpSpPr/>
            <p:nvPr/>
          </p:nvGrpSpPr>
          <p:grpSpPr>
            <a:xfrm>
              <a:off x="5915096" y="3614680"/>
              <a:ext cx="5939865" cy="2708453"/>
              <a:chOff x="5915096" y="3614680"/>
              <a:chExt cx="5939865" cy="2708453"/>
            </a:xfrm>
          </p:grpSpPr>
          <p:sp>
            <p:nvSpPr>
              <p:cNvPr id="38" name="楕円 2">
                <a:extLst>
                  <a:ext uri="{FF2B5EF4-FFF2-40B4-BE49-F238E27FC236}">
                    <ns2:creationId id="{C594BEBD-2398-0DF4-0D6A-B59DF23ED7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15096" y="4050848"/>
                <a:ext cx="2299481" cy="2133117"/>
              </a:xfrm>
              <a:prstGeom prst="arc">
                <a:avLst>
                  <a:gd name="adj1" fmla="val 16200000"/>
                  <a:gd name="adj2" fmla="val 5407509"/>
                </a:avLst>
              </a:prstGeom>
              <a:solidFill>
                <a:srgbClr val="008D2E"/>
              </a:solidFill>
              <a:ln w="984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9" name="グループ化 78">
                <a:extLst>
                  <a:ext uri="{FF2B5EF4-FFF2-40B4-BE49-F238E27FC236}">
                    <ns2:creationId id="{EFED4A75-3787-2A51-88AF-699AAB96D2C0}"/>
                  </a:ext>
                </a:extLst>
              </p:cNvPr>
              <p:cNvGrpSpPr/>
              <p:nvPr/>
            </p:nvGrpSpPr>
            <p:grpSpPr>
              <a:xfrm>
                <a:off x="7022718" y="3614680"/>
                <a:ext cx="4832243" cy="2708453"/>
                <a:chOff x="7022718" y="3614680"/>
                <a:chExt cx="4832243" cy="2708453"/>
              </a:xfrm>
            </p:grpSpPr>
            <p:cxnSp>
              <p:nvCxnSpPr>
                <p:cNvPr id="41" name="Straight Connector 116">
                  <a:extLst>
                    <a:ext uri="{FF2B5EF4-FFF2-40B4-BE49-F238E27FC236}">
                      <ns2:creationId id="{3A96CE0B-F7E5-7212-1268-504D68A9E457}"/>
                    </a:ext>
                  </a:extLst>
                </p:cNvPr>
                <p:cNvCxnSpPr>
                  <a:cxnSpLocks noChangeAspect="1"/>
                  <a:stCxn id="77" idx="2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553743" cy="4021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Straight Connector 30">
                  <a:extLst>
                    <a:ext uri="{FF2B5EF4-FFF2-40B4-BE49-F238E27FC236}">
                      <ns2:creationId id="{6A81A279-9B1C-39FC-7EDF-EED26E019850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>
                  <a:off x="7064837" y="4289066"/>
                  <a:ext cx="1355017" cy="828341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0">
                  <a:extLst>
                    <a:ext uri="{FF2B5EF4-FFF2-40B4-BE49-F238E27FC236}">
                      <ns2:creationId id="{6F0120EB-DABD-766C-0A93-1A5477D7B3C3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347916" cy="828000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2" name="Text 44">
                  <a:extLst>
                    <a:ext uri="{FF2B5EF4-FFF2-40B4-BE49-F238E27FC236}">
                      <ns2:creationId id="{4A78923F-5303-A90D-087A-37238DC0CE60}"/>
                    </a:ext>
                  </a:extLst>
                </p:cNvPr>
                <p:cNvSpPr/>
                <p:nvPr/>
              </p:nvSpPr>
              <p:spPr>
                <a:xfrm>
                  <a:off x="8485406" y="3614680"/>
                  <a:ext cx="2160000" cy="288000"/>
                </a:xfrm>
                <a:prstGeom prst="rect">
                  <a:avLst/>
                </a:prstGeom>
                <a:noFill/>
                <a:ln/>
              </p:spPr>
              <p:txBody>
                <a:bodyPr wrap="square" tIns="0" bIns="0" rtlCol="0" anchor="ctr">
                  <a:noAutofit/>
                </a:bodyPr>
                <a:lstStyle/>
                <a:p>
                  <a:pPr marL="0" indent="0" algn="ctr">
                    <a:buNone/>
                  </a:pPr>
                  <a:r>
                    <a:rPr lang="en-US" sz="14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D4ABE054-657E-C249-CCAF-29A3726D3AF1}"/>
                    </a:ext>
                  </a:extLst>
                </p:cNvPr>
                <p:cNvGrpSpPr/>
                <p:nvPr/>
              </p:nvGrpSpPr>
              <p:grpSpPr>
                <a:xfrm>
                  <a:off x="8417371" y="3911680"/>
                  <a:ext cx="3437590" cy="2411453"/>
                  <a:chOff x="8417371" y="3911680"/>
                  <a:chExt cx="3437590" cy="2411453"/>
                </a:xfrm>
              </p:grpSpPr>
              <p:grpSp>
                <p:nvGrpSpPr>
                  <p:cNvPr id="11" name="グループ化 10">
                    <a:extLst>
                      <a:ext uri="{FF2B5EF4-FFF2-40B4-BE49-F238E27FC236}">
                        <ns2:creationId id="{9FC117C0-E6D1-EC43-C1D9-F429D18C005F}"/>
                      </a:ext>
                    </a:extLst>
                  </p:cNvPr>
                  <p:cNvGrpSpPr/>
                  <p:nvPr/>
                </p:nvGrpSpPr>
                <p:grpSpPr>
                  <a:xfrm>
                    <a:off x="8419854" y="3911680"/>
                    <a:ext cx="3435107" cy="756000"/>
                    <a:chOff x="8419854" y="3540319"/>
                    <a:chExt cx="3435107" cy="756000"/>
                  </a:xfrm>
                </p:grpSpPr>
                <p:cxnSp>
                  <p:nvCxnSpPr>
                    <p:cNvPr id="44" name="Straight Connector 111">
                      <a:extLst>
                        <a:ext uri="{FF2B5EF4-FFF2-40B4-BE49-F238E27FC236}">
                          <ns2:creationId id="{79913456-E2BA-DF30-6D25-D5CC86819B50}"/>
                        </a:ext>
                      </a:extLst>
                    </p:cNvPr>
                    <p:cNvCxnSpPr>
                      <a:cxnSpLocks noChangeAspect="1"/>
                      <a:stCxn id="51" idx="2"/>
                    </p:cNvCxnSpPr>
                    <p:nvPr/>
                  </p:nvCxnSpPr>
                  <p:spPr>
                    <a:xfrm flipH="1">
                      <a:off x="8419854" y="3918319"/>
                      <a:ext cx="198726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  <a:headEnd type="non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" name="テキスト ボックス 45">
                      <a:extLst>
                        <a:ext uri="{FF2B5EF4-FFF2-40B4-BE49-F238E27FC236}">
                          <ns2:creationId id="{FC93499D-DDCF-9E1B-8CCC-DED7F531B818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3558319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200" b="1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51" name="楕円 3">
                      <a:extLst>
                        <a:ext uri="{FF2B5EF4-FFF2-40B4-BE49-F238E27FC236}">
                          <ns2:creationId id="{9B67CB0A-94BF-AF5F-EC9B-1D09225D79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3540319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5" name="グラフィックス 84" descr="トグル 単色塗りつぶし">
                      <a:extLst>
                        <a:ext uri="{FF2B5EF4-FFF2-40B4-BE49-F238E27FC236}">
                          <ns2:creationId id="{55F37C3F-D9B7-EC71-1E30-D2E5B68F67D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3648319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10" name="グループ化 9">
                    <a:extLst>
                      <a:ext uri="{FF2B5EF4-FFF2-40B4-BE49-F238E27FC236}">
                        <ns2:creationId id="{D543B536-756C-EA54-9763-56AEA83783D0}"/>
                      </a:ext>
                    </a:extLst>
                  </p:cNvPr>
                  <p:cNvGrpSpPr/>
                  <p:nvPr/>
                </p:nvGrpSpPr>
                <p:grpSpPr>
                  <a:xfrm>
                    <a:off x="8618580" y="4743428"/>
                    <a:ext cx="3236381" cy="756000"/>
                    <a:chOff x="8618580" y="4553727"/>
                    <a:chExt cx="3236381" cy="756000"/>
                  </a:xfrm>
                </p:grpSpPr>
                <p:sp>
                  <p:nvSpPr>
                    <p:cNvPr id="76" name="テキスト ボックス 72">
                      <a:extLst>
                        <a:ext uri="{FF2B5EF4-FFF2-40B4-BE49-F238E27FC236}">
                          <ns2:creationId id="{553E9A5D-F66D-5CD5-F378-3C25CB9EE780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4571727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 err="1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・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77" name="楕円 3">
                      <a:extLst>
                        <a:ext uri="{FF2B5EF4-FFF2-40B4-BE49-F238E27FC236}">
                          <ns2:creationId id="{6008BDA6-0CCF-F30C-92D2-A376DA97BA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4553727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6" name="グラフィックス 85" descr="カスタマー レビュー 単色塗りつぶし">
                      <a:extLst>
                        <a:ext uri="{FF2B5EF4-FFF2-40B4-BE49-F238E27FC236}">
                          <ns2:creationId id="{598FCCC0-3F62-CE14-1C8E-CB525B795C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9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4661727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" name="グループ化 6">
                    <a:extLst>
                      <a:ext uri="{FF2B5EF4-FFF2-40B4-BE49-F238E27FC236}">
                        <ns2:creationId id="{2ECE11C7-25B2-575B-27FD-43AD1831AE26}"/>
                      </a:ext>
                    </a:extLst>
                  </p:cNvPr>
                  <p:cNvGrpSpPr/>
                  <p:nvPr/>
                </p:nvGrpSpPr>
                <p:grpSpPr>
                  <a:xfrm>
                    <a:off x="8417371" y="5567133"/>
                    <a:ext cx="3437590" cy="756000"/>
                    <a:chOff x="8417371" y="5567133"/>
                    <a:chExt cx="3437590" cy="756000"/>
                  </a:xfrm>
                </p:grpSpPr>
                <p:cxnSp>
                  <p:nvCxnSpPr>
                    <p:cNvPr id="45" name="Straight Connector 114">
                      <a:extLst>
                        <a:ext uri="{FF2B5EF4-FFF2-40B4-BE49-F238E27FC236}">
                          <ns2:creationId id="{6160DE94-92E5-673B-8B59-1C114F94BE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H="1">
                      <a:off x="8417371" y="5946456"/>
                      <a:ext cx="198000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80" name="楕円 3">
                      <a:extLst>
                        <a:ext uri="{FF2B5EF4-FFF2-40B4-BE49-F238E27FC236}">
                          <ns2:creationId id="{E303825F-3281-F240-BF73-FFCC5917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5567133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83" name="テキスト ボックス 72">
                      <a:extLst>
                        <a:ext uri="{FF2B5EF4-FFF2-40B4-BE49-F238E27FC236}">
                          <ns2:creationId id="{F8462443-2AAC-24F2-B230-C19721DA2933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5585133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7" name="グラフィックス 86" descr="フローチャート 単色塗りつぶし">
                      <a:extLst>
                        <a:ext uri="{FF2B5EF4-FFF2-40B4-BE49-F238E27FC236}">
                          <ns2:creationId id="{C9DB85F0-7297-5239-2000-9CD58E11A76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1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5675133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81" name="Freeform 44">
                  <a:extLst>
                    <a:ext uri="{FF2B5EF4-FFF2-40B4-BE49-F238E27FC236}">
                      <ns2:creationId id="{FE9B7135-2ABC-06D2-7FA0-1519747A0C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22718" y="4117633"/>
                  <a:ext cx="1123216" cy="1999547"/>
                </a:xfrm>
                <a:custGeom>
                  <a:avLst/>
                  <a:gdLst>
                    <a:gd name="connsiteX0" fmla="*/ 0 w 1800000"/>
                    <a:gd name="connsiteY0" fmla="*/ 0 h 3600000"/>
                    <a:gd name="connsiteX1" fmla="*/ 1800000 w 1800000"/>
                    <a:gd name="connsiteY1" fmla="*/ 1800000 h 3600000"/>
                    <a:gd name="connsiteX2" fmla="*/ 0 w 1800000"/>
                    <a:gd name="connsiteY2" fmla="*/ 3600000 h 360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0000" h="3600000">
                      <a:moveTo>
                        <a:pt x="0" y="0"/>
                      </a:moveTo>
                      <a:cubicBezTo>
                        <a:pt x="994113" y="0"/>
                        <a:pt x="1800000" y="805887"/>
                        <a:pt x="1800000" y="1800000"/>
                      </a:cubicBezTo>
                      <a:cubicBezTo>
                        <a:pt x="1800000" y="2794113"/>
                        <a:pt x="994113" y="3600000"/>
                        <a:pt x="0" y="360000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en-US" altLang="ja-JP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" name="Text 16">
                  <a:extLst>
                    <a:ext uri="{FF2B5EF4-FFF2-40B4-BE49-F238E27FC236}">
                      <ns2:creationId id="{FDCF02E1-DEFF-734A-7D52-2AF67EFB7DD4}"/>
                    </a:ext>
                  </a:extLst>
                </p:cNvPr>
                <p:cNvSpPr/>
                <p:nvPr/>
              </p:nvSpPr>
              <p:spPr>
                <a:xfrm>
                  <a:off x="7139548" y="4307406"/>
                  <a:ext cx="900000" cy="162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36000" rIns="36000" bIns="3600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581118093"/>
      </p:ext>
    </p:extLst>
  </p:cSld>
  <p:clrMapOvr>
    <a:masterClrMapping/>
  </p:clrMapOvr>
</p:sld>
</file>

<file path=ppt/slides/slide2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50EE71-D967-BA9D-5EC3-92DAC05D5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72D25B7-7C63-DEB6-7D12-55EF4251BC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0C888C94-7EBB-96D4-0EA0-316C02BBD147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B74D2276-4C7D-036F-9B00-21EF4F004E42}"/>
              </a:ext>
            </a:extLst>
          </p:cNvPr>
          <p:cNvSpPr/>
          <p:nvPr/>
        </p:nvSpPr>
        <p:spPr>
          <a:xfrm>
            <a:off x="334961" y="1705591"/>
            <a:ext cx="957389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0DBFEF41-22AA-A878-2269-2366F2CF32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1356269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4875298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8394327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E9B7609B-D3E1-3DA0-FDB3-FDD33EC4615C}"/>
              </a:ext>
            </a:extLst>
          </p:cNvPr>
          <p:cNvSpPr txBox="1"/>
          <p:nvPr/>
        </p:nvSpPr>
        <p:spPr>
          <a:xfrm>
            <a:off x="334963" y="6079697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</a:p>
        </p:txBody>
      </p:sp>
      <p:sp>
        <p:nvSpPr>
          <p:cNvPr id="10" name="二等辺三角形 9">
            <a:extLst>
              <a:ext uri="{FF2B5EF4-FFF2-40B4-BE49-F238E27FC236}">
                <ns2:creationId id="{7EF58582-AC6F-EAFC-5FF4-C1FC3B109934}"/>
              </a:ext>
            </a:extLst>
          </p:cNvPr>
          <p:cNvSpPr/>
          <p:nvPr/>
        </p:nvSpPr>
        <p:spPr>
          <a:xfrm rot="10800000">
            <a:off x="490568" y="2264707"/>
            <a:ext cx="696088" cy="159409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正方形/長方形 3">
            <a:extLst>
              <a:ext uri="{FF2B5EF4-FFF2-40B4-BE49-F238E27FC236}">
                <ns2:creationId id="{39427BA7-4F9D-2CEC-6BE1-B4F33BB41994}"/>
              </a:ext>
            </a:extLst>
          </p:cNvPr>
          <p:cNvSpPr/>
          <p:nvPr/>
        </p:nvSpPr>
        <p:spPr>
          <a:xfrm>
            <a:off x="334961" y="2460693"/>
            <a:ext cx="957389" cy="2543018"/>
          </a:xfrm>
          <a:prstGeom prst="rect">
            <a:avLst/>
          </a:prstGeom>
          <a:solidFill>
            <a:srgbClr val="008D2E">
              <a:alpha val="30196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307A81E1-AE97-B48A-90EF-DEF1AFD1157F}"/>
              </a:ext>
            </a:extLst>
          </p:cNvPr>
          <p:cNvSpPr/>
          <p:nvPr/>
        </p:nvSpPr>
        <p:spPr>
          <a:xfrm>
            <a:off x="135626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、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KPI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: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</a:p>
          <a:p>
            <a:pPr marL="171450" lvl="0" indent="-171450"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8BB981D5-A290-C8DB-BD7E-005C52F65EF8}"/>
              </a:ext>
            </a:extLst>
          </p:cNvPr>
          <p:cNvSpPr/>
          <p:nvPr/>
        </p:nvSpPr>
        <p:spPr>
          <a:xfrm>
            <a:off x="487529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%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API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DBA2B06F-7F0D-60C3-9928-A2264FF8CCD3}"/>
              </a:ext>
            </a:extLst>
          </p:cNvPr>
          <p:cNvSpPr/>
          <p:nvPr/>
        </p:nvSpPr>
        <p:spPr>
          <a:xfrm>
            <a:off x="8394327" y="2460693"/>
            <a:ext cx="3455109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8AB971F4-0906-9188-0583-783BA3BC3E13}"/>
              </a:ext>
            </a:extLst>
          </p:cNvPr>
          <p:cNvGrpSpPr/>
          <p:nvPr/>
        </p:nvGrpSpPr>
        <p:grpSpPr>
          <a:xfrm>
            <a:off x="334963" y="5123379"/>
            <a:ext cx="11514474" cy="933032"/>
            <a:chOff x="334963" y="5123379"/>
            <a:chExt cx="11514474" cy="1194062"/>
          </a:xfrm>
        </p:grpSpPr>
        <p:sp>
          <p:nvSpPr>
            <p:cNvPr id="12" name="正方形/長方形 11">
              <a:extLst>
                <a:ext uri="{FF2B5EF4-FFF2-40B4-BE49-F238E27FC236}">
                  <ns2:creationId id="{CF05A527-ACEA-B528-50A5-3A57C9E56015}"/>
                </a:ext>
              </a:extLst>
            </p:cNvPr>
            <p:cNvSpPr/>
            <p:nvPr/>
          </p:nvSpPr>
          <p:spPr>
            <a:xfrm>
              <a:off x="334963" y="5123379"/>
              <a:ext cx="957389" cy="1194061"/>
            </a:xfrm>
            <a:prstGeom prst="rect">
              <a:avLst/>
            </a:prstGeom>
            <a:solidFill>
              <a:srgbClr val="008D2E">
                <a:alpha val="3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4DC8D24-5AE4-48B6-5A0F-75A2A9081490}"/>
                </a:ext>
              </a:extLst>
            </p:cNvPr>
            <p:cNvSpPr/>
            <p:nvPr/>
          </p:nvSpPr>
          <p:spPr>
            <a:xfrm>
              <a:off x="135626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9DA884F-C9ED-FE98-4A6E-952F809FACED}"/>
                </a:ext>
              </a:extLst>
            </p:cNvPr>
            <p:cNvSpPr/>
            <p:nvPr/>
          </p:nvSpPr>
          <p:spPr>
            <a:xfrm>
              <a:off x="1356268" y="5538332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F66CF32-0552-89F3-2558-D892A77D057E}"/>
                </a:ext>
              </a:extLst>
            </p:cNvPr>
            <p:cNvSpPr/>
            <p:nvPr/>
          </p:nvSpPr>
          <p:spPr>
            <a:xfrm>
              <a:off x="196161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AA456AEA-2689-BD33-FB36-FD0001A53033}"/>
                </a:ext>
              </a:extLst>
            </p:cNvPr>
            <p:cNvSpPr/>
            <p:nvPr/>
          </p:nvSpPr>
          <p:spPr>
            <a:xfrm>
              <a:off x="196161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1FE7D058-9892-16E2-54FF-851DA35B4572}"/>
                </a:ext>
              </a:extLst>
            </p:cNvPr>
            <p:cNvSpPr/>
            <p:nvPr/>
          </p:nvSpPr>
          <p:spPr>
            <a:xfrm>
              <a:off x="548064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LTV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FAA8055-933A-E527-AEF3-189A72556CCA}"/>
                </a:ext>
              </a:extLst>
            </p:cNvPr>
            <p:cNvSpPr/>
            <p:nvPr/>
          </p:nvSpPr>
          <p:spPr>
            <a:xfrm>
              <a:off x="548064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6D23AB5-8EF6-2E5B-87D6-014857CCA212}"/>
                </a:ext>
              </a:extLst>
            </p:cNvPr>
            <p:cNvSpPr/>
            <p:nvPr/>
          </p:nvSpPr>
          <p:spPr>
            <a:xfrm>
              <a:off x="5480647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18A487C-C684-14C8-C988-997CF4A29CC4}"/>
                </a:ext>
              </a:extLst>
            </p:cNvPr>
            <p:cNvSpPr/>
            <p:nvPr/>
          </p:nvSpPr>
          <p:spPr>
            <a:xfrm>
              <a:off x="8394327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26">
              <a:extLst>
                <a:ext uri="{FF2B5EF4-FFF2-40B4-BE49-F238E27FC236}">
                  <ns2:creationId id="{F23CAF51-3370-A467-67B2-EF864DAD26F6}"/>
                </a:ext>
              </a:extLst>
            </p:cNvPr>
            <p:cNvSpPr/>
            <p:nvPr/>
          </p:nvSpPr>
          <p:spPr>
            <a:xfrm>
              <a:off x="8394327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26">
              <a:extLst>
                <a:ext uri="{FF2B5EF4-FFF2-40B4-BE49-F238E27FC236}">
                  <ns2:creationId id="{A2D7E0D0-9DE8-0B2F-EBA6-5ABB642B331B}"/>
                </a:ext>
              </a:extLst>
            </p:cNvPr>
            <p:cNvSpPr/>
            <p:nvPr/>
          </p:nvSpPr>
          <p:spPr>
            <a:xfrm>
              <a:off x="8394327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6E2D5654-15D0-2D73-E3CE-B372E96B9D25}"/>
                </a:ext>
              </a:extLst>
            </p:cNvPr>
            <p:cNvSpPr/>
            <p:nvPr/>
          </p:nvSpPr>
          <p:spPr>
            <a:xfrm>
              <a:off x="8999676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C2D79B3-1F33-475F-D866-8F2F95B1EBEA}"/>
                </a:ext>
              </a:extLst>
            </p:cNvPr>
            <p:cNvSpPr/>
            <p:nvPr/>
          </p:nvSpPr>
          <p:spPr>
            <a:xfrm>
              <a:off x="8999676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60FFB67-3464-0876-95A2-1783521A6B3A}"/>
                </a:ext>
              </a:extLst>
            </p:cNvPr>
            <p:cNvSpPr/>
            <p:nvPr/>
          </p:nvSpPr>
          <p:spPr>
            <a:xfrm>
              <a:off x="8999676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cxnSp>
        <p:nvCxnSpPr>
          <p:cNvPr id="37" name="直線コネクタ 36">
            <a:extLst>
              <a:ext uri="{FF2B5EF4-FFF2-40B4-BE49-F238E27FC236}">
                <ns2:creationId id="{1254090F-6A26-D441-7883-3ADEB692991A}"/>
              </a:ext>
            </a:extLst>
          </p:cNvPr>
          <p:cNvCxnSpPr/>
          <p:nvPr/>
        </p:nvCxnSpPr>
        <p:spPr>
          <a:xfrm>
            <a:off x="1356268" y="5063545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C140F5B3-DB86-1A82-9C72-D7C2E338258B}"/>
              </a:ext>
            </a:extLst>
          </p:cNvPr>
          <p:cNvCxnSpPr/>
          <p:nvPr/>
        </p:nvCxnSpPr>
        <p:spPr>
          <a:xfrm>
            <a:off x="4875298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A3CE862D-A9B1-35C2-6E4D-04B615740A97}"/>
              </a:ext>
            </a:extLst>
          </p:cNvPr>
          <p:cNvCxnSpPr/>
          <p:nvPr/>
        </p:nvCxnSpPr>
        <p:spPr>
          <a:xfrm>
            <a:off x="8394327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 20">
            <a:extLst>
              <a:ext uri="{FF2B5EF4-FFF2-40B4-BE49-F238E27FC236}">
                <ns2:creationId id="{A7E55F49-4EDA-4987-0B77-6CB93E021CFF}"/>
              </a:ext>
            </a:extLst>
          </p:cNvPr>
          <p:cNvSpPr>
            <a:spLocks noChangeAspect="1"/>
          </p:cNvSpPr>
          <p:nvPr/>
        </p:nvSpPr>
        <p:spPr>
          <a:xfrm>
            <a:off x="1331216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3" name="Text 33">
            <a:extLst>
              <a:ext uri="{FF2B5EF4-FFF2-40B4-BE49-F238E27FC236}">
                <ns2:creationId id="{C3E1428D-8E82-CAA6-7B17-CD21A0211359}"/>
              </a:ext>
            </a:extLst>
          </p:cNvPr>
          <p:cNvSpPr>
            <a:spLocks noChangeAspect="1"/>
          </p:cNvSpPr>
          <p:nvPr/>
        </p:nvSpPr>
        <p:spPr>
          <a:xfrm>
            <a:off x="4850246" y="1642147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8B9E06B3-F4FC-CE5C-5F41-6A2BF70E9135}"/>
              </a:ext>
            </a:extLst>
          </p:cNvPr>
          <p:cNvSpPr>
            <a:spLocks noChangeAspect="1"/>
          </p:cNvSpPr>
          <p:nvPr/>
        </p:nvSpPr>
        <p:spPr>
          <a:xfrm>
            <a:off x="8369275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pic>
        <p:nvPicPr>
          <p:cNvPr id="47" name="グラフィックス 46" descr="環状の矢印 単色塗りつぶし">
            <a:extLst>
              <a:ext uri="{FF2B5EF4-FFF2-40B4-BE49-F238E27FC236}">
                <ns2:creationId id="{90C7B7D7-673F-C654-41D5-3BDFA616EB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8730027" y="1782124"/>
            <a:ext cx="369474" cy="369474"/>
          </a:xfrm>
          <a:prstGeom prst="rect">
            <a:avLst/>
          </a:prstGeom>
        </p:spPr>
      </p:pic>
      <p:pic>
        <p:nvPicPr>
          <p:cNvPr id="49" name="グラフィックス 48" descr="的中 単色塗りつぶし">
            <a:extLst>
              <a:ext uri="{FF2B5EF4-FFF2-40B4-BE49-F238E27FC236}">
                <ns2:creationId id="{56BFF963-A24C-D6E8-0E6F-EE5AEC79E0E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704725" y="1782124"/>
            <a:ext cx="369474" cy="369474"/>
          </a:xfrm>
          <a:prstGeom prst="rect">
            <a:avLst/>
          </a:prstGeom>
        </p:spPr>
      </p:pic>
      <p:pic>
        <p:nvPicPr>
          <p:cNvPr id="51" name="グラフィックス 50" descr="電球と鉛筆 単色塗りつぶし">
            <a:extLst>
              <a:ext uri="{FF2B5EF4-FFF2-40B4-BE49-F238E27FC236}">
                <ns2:creationId id="{E330A2A6-C9B6-8244-A0F4-765C253FCA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214434" y="1782124"/>
            <a:ext cx="369474" cy="369474"/>
          </a:xfrm>
          <a:prstGeom prst="rect">
            <a:avLst/>
          </a:prstGeom>
        </p:spPr>
      </p:pic>
    </p:spTree>
    <p:extLst>
      <p:ext uri="{BB962C8B-B14F-4D97-AF65-F5344CB8AC3E}">
        <ns5:creationId val="1657841508"/>
      </p:ext>
    </p:extLst>
  </p:cSld>
  <p:clrMapOvr>
    <a:masterClrMapping/>
  </p:clrMapOvr>
</p:sld>
</file>

<file path=ppt/slides/slide24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DA4C5E-7A5C-D4E8-A9FA-0F4FB28A2E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8CC633-93E0-5AF6-C894-CB21B730C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78DD1FEB-8A99-1BD2-FCF5-1223003805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ns2:creationId id="{391CD2E8-79B5-CE97-4F2F-12ED7F022DC7}"/>
              </a:ext>
            </a:extLst>
          </p:cNvPr>
          <p:cNvSpPr txBox="1"/>
          <p:nvPr/>
        </p:nvSpPr>
        <p:spPr>
          <a:xfrm>
            <a:off x="334962" y="5622163"/>
            <a:ext cx="11522075" cy="393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28650">
              <a:lnSpc>
                <a:spcPct val="115000"/>
              </a:lnSpc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。</a:t>
            </a:r>
            <a:endParaRPr lang="en-US" altLang="ja-JP" sz="900" dirty="0">
              <a:solidFill>
                <a:srgbClr val="262626"/>
              </a:solidFill>
              <a:latin typeface="+mn-ea"/>
            </a:endParaRPr>
          </a:p>
          <a:p>
            <a:pPr defTabSz="628650">
              <a:lnSpc>
                <a:spcPct val="115000"/>
              </a:lnSpc>
            </a:pP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	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/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endParaRPr lang="ja-JP" altLang="en-US" sz="900" b="1" dirty="0">
              <a:solidFill>
                <a:srgbClr val="262626"/>
              </a:solidFill>
              <a:latin typeface="+mn-ea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A999509A-7362-9692-ECF1-DD6638DAB1AB}"/>
              </a:ext>
            </a:extLst>
          </p:cNvPr>
          <p:cNvSpPr txBox="1"/>
          <p:nvPr/>
        </p:nvSpPr>
        <p:spPr>
          <a:xfrm>
            <a:off x="334963" y="6073601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endParaRPr lang="ja-JP" altLang="en-US" sz="900" dirty="0">
              <a:solidFill>
                <a:srgbClr val="262626"/>
              </a:solidFill>
              <a:latin typeface="+mn-ea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ns2:creationId id="{5751EA7B-A807-A056-187E-1C378A1717FC}"/>
              </a:ext>
            </a:extLst>
          </p:cNvPr>
          <p:cNvGrpSpPr/>
          <p:nvPr/>
        </p:nvGrpSpPr>
        <p:grpSpPr>
          <a:xfrm>
            <a:off x="2280104" y="1628776"/>
            <a:ext cx="4209229" cy="255823"/>
            <a:chOff x="1375749" y="1628776"/>
            <a:chExt cx="1303401" cy="255823"/>
          </a:xfrm>
        </p:grpSpPr>
        <p:sp>
          <p:nvSpPr>
            <p:cNvPr id="28" name="table_TWformat_txt_1_2">
              <a:extLst>
                <a:ext uri="{FF2B5EF4-FFF2-40B4-BE49-F238E27FC236}">
                  <ns2:creationId id="{6A038C9F-1B86-C371-9405-3ED30DFE8352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zh-CN" altLang="en-US" sz="1400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29" name="table_TWformat_line_2_2">
              <a:extLst>
                <a:ext uri="{FF2B5EF4-FFF2-40B4-BE49-F238E27FC236}">
                  <ns2:creationId id="{71ABB664-7D7F-8A15-7F10-5B57DF962A98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グループ化 50">
            <a:extLst>
              <a:ext uri="{FF2B5EF4-FFF2-40B4-BE49-F238E27FC236}">
                <ns2:creationId id="{6806A3E4-E2DD-F788-BD88-4C6D54B59704}"/>
              </a:ext>
            </a:extLst>
          </p:cNvPr>
          <p:cNvGrpSpPr/>
          <p:nvPr/>
        </p:nvGrpSpPr>
        <p:grpSpPr>
          <a:xfrm>
            <a:off x="6694979" y="1628776"/>
            <a:ext cx="3162456" cy="255823"/>
            <a:chOff x="2739179" y="1628776"/>
            <a:chExt cx="1303402" cy="255823"/>
          </a:xfrm>
        </p:grpSpPr>
        <p:sp>
          <p:nvSpPr>
            <p:cNvPr id="36" name="table_TWformat_txt_1_3">
              <a:extLst>
                <a:ext uri="{FF2B5EF4-FFF2-40B4-BE49-F238E27FC236}">
                  <ns2:creationId id="{A35522A8-6F1B-D5CA-82C6-644C29B7A028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0" name="table_TWformat_line_2_3">
              <a:extLst>
                <a:ext uri="{FF2B5EF4-FFF2-40B4-BE49-F238E27FC236}">
                  <ns2:creationId id="{915BE79F-5C7D-23E6-84DB-DFA521F4FF00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ns2:creationId id="{69F1DEBB-F61B-2E35-D47E-2FC71A5CFDC5}"/>
              </a:ext>
            </a:extLst>
          </p:cNvPr>
          <p:cNvGrpSpPr/>
          <p:nvPr/>
        </p:nvGrpSpPr>
        <p:grpSpPr>
          <a:xfrm>
            <a:off x="10063082" y="1628776"/>
            <a:ext cx="1785124" cy="255823"/>
            <a:chOff x="4102610" y="1628776"/>
            <a:chExt cx="1303402" cy="255823"/>
          </a:xfrm>
        </p:grpSpPr>
        <p:sp>
          <p:nvSpPr>
            <p:cNvPr id="42" name="table_TWformat_txt_1_4">
              <a:extLst>
                <a:ext uri="{FF2B5EF4-FFF2-40B4-BE49-F238E27FC236}">
                  <ns2:creationId id="{4E43D043-D845-8957-D033-59FDF1A3D35A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4" name="table_TWformat_line_2_4">
              <a:extLst>
                <a:ext uri="{FF2B5EF4-FFF2-40B4-BE49-F238E27FC236}">
                  <ns2:creationId id="{CDABF741-F844-CE36-F48E-16C70EB3B556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グループ化 52">
            <a:extLst>
              <a:ext uri="{FF2B5EF4-FFF2-40B4-BE49-F238E27FC236}">
                <ns2:creationId id="{B2C6025D-003F-A499-7D56-CF710E42CC82}"/>
              </a:ext>
            </a:extLst>
          </p:cNvPr>
          <p:cNvGrpSpPr/>
          <p:nvPr/>
        </p:nvGrpSpPr>
        <p:grpSpPr>
          <a:xfrm>
            <a:off x="334961" y="1628775"/>
            <a:ext cx="1739497" cy="255824"/>
            <a:chOff x="334963" y="1628775"/>
            <a:chExt cx="982662" cy="255824"/>
          </a:xfrm>
        </p:grpSpPr>
        <p:sp>
          <p:nvSpPr>
            <p:cNvPr id="24" name="table_TWformat_txt_1_1">
              <a:extLst>
                <a:ext uri="{FF2B5EF4-FFF2-40B4-BE49-F238E27FC236}">
                  <ns2:creationId id="{E7B83E91-AF6B-AB63-9A9E-AF440D04F6D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table_TWformat_line_2_2">
              <a:extLst>
                <a:ext uri="{FF2B5EF4-FFF2-40B4-BE49-F238E27FC236}">
                  <ns2:creationId id="{658C4356-281F-3F69-DB20-0184DBE315B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25566BE7-2029-8C2A-496A-F12784C3E167}"/>
              </a:ext>
            </a:extLst>
          </p:cNvPr>
          <p:cNvGrpSpPr/>
          <p:nvPr/>
        </p:nvGrpSpPr>
        <p:grpSpPr>
          <a:xfrm>
            <a:off x="334961" y="2005842"/>
            <a:ext cx="11522075" cy="3564376"/>
            <a:chOff x="334961" y="2005842"/>
            <a:chExt cx="11522075" cy="3564376"/>
          </a:xfrm>
        </p:grpSpPr>
        <p:grpSp>
          <p:nvGrpSpPr>
            <p:cNvPr id="20" name="グループ化 19">
              <a:extLst>
                <a:ext uri="{FF2B5EF4-FFF2-40B4-BE49-F238E27FC236}">
                  <ns2:creationId id="{1337F69D-7089-059A-3AD9-4A9CB49FA941}"/>
                </a:ext>
              </a:extLst>
            </p:cNvPr>
            <p:cNvGrpSpPr/>
            <p:nvPr/>
          </p:nvGrpSpPr>
          <p:grpSpPr>
            <a:xfrm>
              <a:off x="334961" y="2005842"/>
              <a:ext cx="11522075" cy="3564376"/>
              <a:chOff x="334961" y="2005842"/>
              <a:chExt cx="11522075" cy="3908924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D7980947-581C-46E9-9E8C-0AA3927C066E}"/>
                  </a:ext>
                </a:extLst>
              </p:cNvPr>
              <p:cNvSpPr/>
              <p:nvPr/>
            </p:nvSpPr>
            <p:spPr>
              <a:xfrm>
                <a:off x="6694978" y="5483300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202E4713-8060-4217-13EE-6E50E2F22A5C}"/>
                  </a:ext>
                </a:extLst>
              </p:cNvPr>
              <p:cNvSpPr/>
              <p:nvPr/>
            </p:nvSpPr>
            <p:spPr>
              <a:xfrm>
                <a:off x="10063081" y="5483300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6">
                <a:extLst>
                  <a:ext uri="{FF2B5EF4-FFF2-40B4-BE49-F238E27FC236}">
                    <ns2:creationId id="{D627CEBD-CC51-C707-C6BE-07CC7F58BECC}"/>
                  </a:ext>
                </a:extLst>
              </p:cNvPr>
              <p:cNvSpPr/>
              <p:nvPr/>
            </p:nvSpPr>
            <p:spPr>
              <a:xfrm>
                <a:off x="2269039" y="5483301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DAC72122-CED6-5BDF-006D-893AAAF051AC}"/>
                  </a:ext>
                </a:extLst>
              </p:cNvPr>
              <p:cNvSpPr/>
              <p:nvPr/>
            </p:nvSpPr>
            <p:spPr>
              <a:xfrm>
                <a:off x="2764484" y="5483301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4975635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005842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6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995773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7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3985704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0766FCA-55A0-2F26-173C-AC804F031A41}"/>
                  </a:ext>
                </a:extLst>
              </p:cNvPr>
              <p:cNvSpPr/>
              <p:nvPr/>
            </p:nvSpPr>
            <p:spPr>
              <a:xfrm>
                <a:off x="2764485" y="2005842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prstClr val="black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005842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513507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74CEC26A-0DC0-3BAD-98C0-56A142404471}"/>
                  </a:ext>
                </a:extLst>
              </p:cNvPr>
              <p:cNvSpPr/>
              <p:nvPr/>
            </p:nvSpPr>
            <p:spPr>
              <a:xfrm>
                <a:off x="2764485" y="2513507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A613F37-60C1-9417-95D3-48E55A6DB4D1}"/>
                  </a:ext>
                </a:extLst>
              </p:cNvPr>
              <p:cNvSpPr/>
              <p:nvPr/>
            </p:nvSpPr>
            <p:spPr>
              <a:xfrm>
                <a:off x="6694979" y="2005842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BC90306-3426-EECF-9D5A-BDE1CB6FB5B8}"/>
                  </a:ext>
                </a:extLst>
              </p:cNvPr>
              <p:cNvSpPr/>
              <p:nvPr/>
            </p:nvSpPr>
            <p:spPr>
              <a:xfrm>
                <a:off x="6694979" y="2513506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AEAFF7D-18D0-9E48-50B9-45C77FF42AE1}"/>
                  </a:ext>
                </a:extLst>
              </p:cNvPr>
              <p:cNvSpPr/>
              <p:nvPr/>
            </p:nvSpPr>
            <p:spPr>
              <a:xfrm>
                <a:off x="10063082" y="2005842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E8E42F8F-6B7D-8442-0E51-B193F4004778}"/>
                  </a:ext>
                </a:extLst>
              </p:cNvPr>
              <p:cNvSpPr/>
              <p:nvPr/>
            </p:nvSpPr>
            <p:spPr>
              <a:xfrm>
                <a:off x="10063082" y="251350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1" name="コネクタ: カギ線 20">
                <a:extLst>
                  <a:ext uri="{FF2B5EF4-FFF2-40B4-BE49-F238E27FC236}">
                    <ns2:creationId id="{40D2548B-11C5-C37B-11B1-0C62E92D53A7}"/>
                  </a:ext>
                </a:extLst>
              </p:cNvPr>
              <p:cNvCxnSpPr>
                <a:stCxn id="55" idx="3"/>
                <a:endCxn id="17" idx="1"/>
              </p:cNvCxnSpPr>
              <p:nvPr/>
            </p:nvCxnSpPr>
            <p:spPr>
              <a:xfrm flipV="1">
                <a:off x="2074460" y="2221575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コネクタ: カギ線 21">
                <a:extLst>
                  <a:ext uri="{FF2B5EF4-FFF2-40B4-BE49-F238E27FC236}">
                    <ns2:creationId id="{6C81C7A7-17D8-2C50-2F51-3FC035E6902E}"/>
                  </a:ext>
                </a:extLst>
              </p:cNvPr>
              <p:cNvCxnSpPr>
                <a:cxnSpLocks/>
                <a:stCxn id="55" idx="3"/>
                <a:endCxn id="59" idx="1"/>
              </p:cNvCxnSpPr>
              <p:nvPr/>
            </p:nvCxnSpPr>
            <p:spPr>
              <a:xfrm>
                <a:off x="2074460" y="2475408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EFF4474A-AEDF-DC2D-8033-04FAC34432D5}"/>
                  </a:ext>
                </a:extLst>
              </p:cNvPr>
              <p:cNvCxnSpPr/>
              <p:nvPr/>
            </p:nvCxnSpPr>
            <p:spPr>
              <a:xfrm>
                <a:off x="6694979" y="2475406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397F3CB2-6755-AE19-9E4D-EFA05ADE0ABF}"/>
                  </a:ext>
                </a:extLst>
              </p:cNvPr>
              <p:cNvCxnSpPr/>
              <p:nvPr/>
            </p:nvCxnSpPr>
            <p:spPr>
              <a:xfrm>
                <a:off x="10063082" y="2475406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正方形/長方形 79">
                <a:extLst>
                  <a:ext uri="{FF2B5EF4-FFF2-40B4-BE49-F238E27FC236}">
                    <ns2:creationId id="{71051519-B6A8-EF91-2EC8-0895A7012B4D}"/>
                  </a:ext>
                </a:extLst>
              </p:cNvPr>
              <p:cNvSpPr/>
              <p:nvPr/>
            </p:nvSpPr>
            <p:spPr>
              <a:xfrm>
                <a:off x="2764484" y="299577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ROI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B025A400-5558-2893-D34C-6BE30BB60B2B}"/>
                  </a:ext>
                </a:extLst>
              </p:cNvPr>
              <p:cNvSpPr/>
              <p:nvPr/>
            </p:nvSpPr>
            <p:spPr>
              <a:xfrm>
                <a:off x="2269039" y="299577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16">
                <a:extLst>
                  <a:ext uri="{FF2B5EF4-FFF2-40B4-BE49-F238E27FC236}">
                    <ns2:creationId id="{188C9419-39BC-A877-8190-EDD34E55B156}"/>
                  </a:ext>
                </a:extLst>
              </p:cNvPr>
              <p:cNvSpPr/>
              <p:nvPr/>
            </p:nvSpPr>
            <p:spPr>
              <a:xfrm>
                <a:off x="2269039" y="350343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741269FD-1730-F038-E2F8-66FA894BA52E}"/>
                  </a:ext>
                </a:extLst>
              </p:cNvPr>
              <p:cNvSpPr/>
              <p:nvPr/>
            </p:nvSpPr>
            <p:spPr>
              <a:xfrm>
                <a:off x="2764484" y="350343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7931A7E5-B604-A09B-DE95-E527296991F4}"/>
                  </a:ext>
                </a:extLst>
              </p:cNvPr>
              <p:cNvSpPr/>
              <p:nvPr/>
            </p:nvSpPr>
            <p:spPr>
              <a:xfrm>
                <a:off x="6694978" y="299577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A814CE81-7ED0-3934-DE0B-1269C80869E6}"/>
                  </a:ext>
                </a:extLst>
              </p:cNvPr>
              <p:cNvSpPr/>
              <p:nvPr/>
            </p:nvSpPr>
            <p:spPr>
              <a:xfrm>
                <a:off x="6694978" y="350343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1B4AA7B-DB0B-C757-6BD5-3AF2CC0EAD88}"/>
                  </a:ext>
                </a:extLst>
              </p:cNvPr>
              <p:cNvSpPr/>
              <p:nvPr/>
            </p:nvSpPr>
            <p:spPr>
              <a:xfrm>
                <a:off x="10063081" y="299577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D6D91900-1436-A893-AA4F-31972483CC06}"/>
                  </a:ext>
                </a:extLst>
              </p:cNvPr>
              <p:cNvSpPr/>
              <p:nvPr/>
            </p:nvSpPr>
            <p:spPr>
              <a:xfrm>
                <a:off x="10063081" y="350343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/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)</a:t>
                </a:r>
                <a:endParaRPr lang="ja-JP" altLang="en-US" sz="11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cxnSp>
            <p:nvCxnSpPr>
              <p:cNvPr id="88" name="コネクタ: カギ線 87">
                <a:extLst>
                  <a:ext uri="{FF2B5EF4-FFF2-40B4-BE49-F238E27FC236}">
                    <ns2:creationId id="{58765A65-C0EE-9B3E-C58C-9A1037AEE7AB}"/>
                  </a:ext>
                </a:extLst>
              </p:cNvPr>
              <p:cNvCxnSpPr>
                <a:endCxn id="81" idx="1"/>
              </p:cNvCxnSpPr>
              <p:nvPr/>
            </p:nvCxnSpPr>
            <p:spPr>
              <a:xfrm flipV="1">
                <a:off x="2074459" y="321150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27B39C7F-882A-3C5F-7C00-EE320E7A67F0}"/>
                  </a:ext>
                </a:extLst>
              </p:cNvPr>
              <p:cNvCxnSpPr>
                <a:cxnSpLocks/>
                <a:endCxn id="82" idx="1"/>
              </p:cNvCxnSpPr>
              <p:nvPr/>
            </p:nvCxnSpPr>
            <p:spPr>
              <a:xfrm>
                <a:off x="2074459" y="346534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9A02F68-9606-9B06-37D1-ECD478D6DA07}"/>
                  </a:ext>
                </a:extLst>
              </p:cNvPr>
              <p:cNvCxnSpPr/>
              <p:nvPr/>
            </p:nvCxnSpPr>
            <p:spPr>
              <a:xfrm>
                <a:off x="6694978" y="346533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D774E3D4-5160-CC1C-6081-A171D8178703}"/>
                  </a:ext>
                </a:extLst>
              </p:cNvPr>
              <p:cNvCxnSpPr/>
              <p:nvPr/>
            </p:nvCxnSpPr>
            <p:spPr>
              <a:xfrm>
                <a:off x="10063081" y="346533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3B673E4D-CA78-0B75-96FF-97F67FA7505A}"/>
                  </a:ext>
                </a:extLst>
              </p:cNvPr>
              <p:cNvSpPr/>
              <p:nvPr/>
            </p:nvSpPr>
            <p:spPr>
              <a:xfrm>
                <a:off x="2764484" y="398570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LTV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A612DE7-FD2E-FB12-EBFA-3229352A0E8B}"/>
                  </a:ext>
                </a:extLst>
              </p:cNvPr>
              <p:cNvSpPr/>
              <p:nvPr/>
            </p:nvSpPr>
            <p:spPr>
              <a:xfrm>
                <a:off x="2269039" y="398570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" name="正方形/長方形 16">
                <a:extLst>
                  <a:ext uri="{FF2B5EF4-FFF2-40B4-BE49-F238E27FC236}">
                    <ns2:creationId id="{7F78F13F-7E4E-B02B-CF4B-758EEAB60E63}"/>
                  </a:ext>
                </a:extLst>
              </p:cNvPr>
              <p:cNvSpPr/>
              <p:nvPr/>
            </p:nvSpPr>
            <p:spPr>
              <a:xfrm>
                <a:off x="2269039" y="449336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037BFD0C-FA2F-4005-9F27-EB70E27EC95F}"/>
                  </a:ext>
                </a:extLst>
              </p:cNvPr>
              <p:cNvSpPr/>
              <p:nvPr/>
            </p:nvSpPr>
            <p:spPr>
              <a:xfrm>
                <a:off x="2764484" y="449336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FA6D89C-BFA7-8415-6A2E-951A7F3B5542}"/>
                  </a:ext>
                </a:extLst>
              </p:cNvPr>
              <p:cNvSpPr/>
              <p:nvPr/>
            </p:nvSpPr>
            <p:spPr>
              <a:xfrm>
                <a:off x="6694978" y="398570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B40F2514-CEB5-3516-16E5-D77CDFB30A08}"/>
                  </a:ext>
                </a:extLst>
              </p:cNvPr>
              <p:cNvSpPr/>
              <p:nvPr/>
            </p:nvSpPr>
            <p:spPr>
              <a:xfrm>
                <a:off x="6694978" y="449336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9941D76-59EE-4BA7-2555-5FB72344FB62}"/>
                  </a:ext>
                </a:extLst>
              </p:cNvPr>
              <p:cNvSpPr/>
              <p:nvPr/>
            </p:nvSpPr>
            <p:spPr>
              <a:xfrm>
                <a:off x="10063081" y="398570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FAFBA673-1096-F650-9486-527BCC9979A7}"/>
                  </a:ext>
                </a:extLst>
              </p:cNvPr>
              <p:cNvSpPr/>
              <p:nvPr/>
            </p:nvSpPr>
            <p:spPr>
              <a:xfrm>
                <a:off x="10063081" y="449336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01" name="コネクタ: カギ線 100">
                <a:extLst>
                  <a:ext uri="{FF2B5EF4-FFF2-40B4-BE49-F238E27FC236}">
                    <ns2:creationId id="{EB0AE6E7-B00B-9DA9-4A25-AE55AD4F5CBB}"/>
                  </a:ext>
                </a:extLst>
              </p:cNvPr>
              <p:cNvCxnSpPr>
                <a:endCxn id="94" idx="1"/>
              </p:cNvCxnSpPr>
              <p:nvPr/>
            </p:nvCxnSpPr>
            <p:spPr>
              <a:xfrm flipV="1">
                <a:off x="2074459" y="420143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コネクタ: カギ線 101">
                <a:extLst>
                  <a:ext uri="{FF2B5EF4-FFF2-40B4-BE49-F238E27FC236}">
                    <ns2:creationId id="{9D9B662C-2078-2644-B354-C34CCBED76F9}"/>
                  </a:ext>
                </a:extLst>
              </p:cNvPr>
              <p:cNvCxnSpPr>
                <a:cxnSpLocks/>
                <a:endCxn id="95" idx="1"/>
              </p:cNvCxnSpPr>
              <p:nvPr/>
            </p:nvCxnSpPr>
            <p:spPr>
              <a:xfrm>
                <a:off x="2074459" y="445527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EF1DE3B-9A02-DEBD-324C-11019EBDB557}"/>
                  </a:ext>
                </a:extLst>
              </p:cNvPr>
              <p:cNvCxnSpPr/>
              <p:nvPr/>
            </p:nvCxnSpPr>
            <p:spPr>
              <a:xfrm>
                <a:off x="6694978" y="445526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68A01A9B-CD6E-0A1E-B20A-93786AD25E3E}"/>
                  </a:ext>
                </a:extLst>
              </p:cNvPr>
              <p:cNvCxnSpPr/>
              <p:nvPr/>
            </p:nvCxnSpPr>
            <p:spPr>
              <a:xfrm>
                <a:off x="10063081" y="445526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正方形/長方形 105">
                <a:extLst>
                  <a:ext uri="{FF2B5EF4-FFF2-40B4-BE49-F238E27FC236}">
                    <ns2:creationId id="{8137483E-6437-D4F3-4D89-637CCB7628A2}"/>
                  </a:ext>
                </a:extLst>
              </p:cNvPr>
              <p:cNvSpPr/>
              <p:nvPr/>
            </p:nvSpPr>
            <p:spPr>
              <a:xfrm>
                <a:off x="2764484" y="4975636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535F162-DAA4-8CA0-8375-0E04C8AD5E27}"/>
                  </a:ext>
                </a:extLst>
              </p:cNvPr>
              <p:cNvSpPr/>
              <p:nvPr/>
            </p:nvSpPr>
            <p:spPr>
              <a:xfrm>
                <a:off x="2269039" y="4975636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A2E60FFE-C4B6-6C6C-663F-C0C848DCA0FB}"/>
                  </a:ext>
                </a:extLst>
              </p:cNvPr>
              <p:cNvSpPr/>
              <p:nvPr/>
            </p:nvSpPr>
            <p:spPr>
              <a:xfrm>
                <a:off x="6694978" y="4975635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A9185F3-40DE-3A32-9EFE-42CD97C42BFB}"/>
                  </a:ext>
                </a:extLst>
              </p:cNvPr>
              <p:cNvSpPr/>
              <p:nvPr/>
            </p:nvSpPr>
            <p:spPr>
              <a:xfrm>
                <a:off x="10063081" y="497563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14" name="コネクタ: カギ線 113">
                <a:extLst>
                  <a:ext uri="{FF2B5EF4-FFF2-40B4-BE49-F238E27FC236}">
                    <ns2:creationId id="{DB43AF2A-C40D-39A1-1C3C-6E9E2DF5E376}"/>
                  </a:ext>
                </a:extLst>
              </p:cNvPr>
              <p:cNvCxnSpPr>
                <a:endCxn id="107" idx="1"/>
              </p:cNvCxnSpPr>
              <p:nvPr/>
            </p:nvCxnSpPr>
            <p:spPr>
              <a:xfrm flipV="1">
                <a:off x="2074459" y="5191369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コネクタ: カギ線 114">
                <a:extLst>
                  <a:ext uri="{FF2B5EF4-FFF2-40B4-BE49-F238E27FC236}">
                    <ns2:creationId id="{23FF74AC-CB9A-85E5-152E-2CE4744D8F25}"/>
                  </a:ext>
                </a:extLst>
              </p:cNvPr>
              <p:cNvCxnSpPr>
                <a:cxnSpLocks/>
                <a:endCxn id="108" idx="1"/>
              </p:cNvCxnSpPr>
              <p:nvPr/>
            </p:nvCxnSpPr>
            <p:spPr>
              <a:xfrm>
                <a:off x="2074459" y="5445202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CFD622E8-EA12-49EB-C3DE-7CAABC278AA2}"/>
                  </a:ext>
                </a:extLst>
              </p:cNvPr>
              <p:cNvCxnSpPr/>
              <p:nvPr/>
            </p:nvCxnSpPr>
            <p:spPr>
              <a:xfrm>
                <a:off x="6694978" y="5445200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72D31210-C189-4E07-488F-6F8737044AA1}"/>
                  </a:ext>
                </a:extLst>
              </p:cNvPr>
              <p:cNvCxnSpPr/>
              <p:nvPr/>
            </p:nvCxnSpPr>
            <p:spPr>
              <a:xfrm>
                <a:off x="10063081" y="5445200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969A2FC2-693C-B669-7658-8C81BC958167}"/>
                  </a:ext>
                </a:extLst>
              </p:cNvPr>
              <p:cNvCxnSpPr/>
              <p:nvPr/>
            </p:nvCxnSpPr>
            <p:spPr>
              <a:xfrm>
                <a:off x="6694979" y="2970372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0D9598DA-B744-782A-2CF3-A5ED9D7866F2}"/>
                  </a:ext>
                </a:extLst>
              </p:cNvPr>
              <p:cNvCxnSpPr/>
              <p:nvPr/>
            </p:nvCxnSpPr>
            <p:spPr>
              <a:xfrm>
                <a:off x="6694977" y="3960303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BE46BBAC-5ACA-3C80-38B4-9A2318862F7B}"/>
                  </a:ext>
                </a:extLst>
              </p:cNvPr>
              <p:cNvCxnSpPr/>
              <p:nvPr/>
            </p:nvCxnSpPr>
            <p:spPr>
              <a:xfrm>
                <a:off x="6694977" y="4950234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二等辺三角形 121">
                <a:extLst>
                  <a:ext uri="{FF2B5EF4-FFF2-40B4-BE49-F238E27FC236}">
                    <ns2:creationId id="{F4140C22-6A77-468C-493C-D0F0D76E4920}"/>
                  </a:ext>
                </a:extLst>
              </p:cNvPr>
              <p:cNvSpPr/>
              <p:nvPr/>
            </p:nvSpPr>
            <p:spPr>
              <a:xfrm rot="5400000">
                <a:off x="6403810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4" name="二等辺三角形 123">
                <a:extLst>
                  <a:ext uri="{FF2B5EF4-FFF2-40B4-BE49-F238E27FC236}">
                    <ns2:creationId id="{E6C9A553-93F4-0B44-1269-0D520C18781F}"/>
                  </a:ext>
                </a:extLst>
              </p:cNvPr>
              <p:cNvSpPr/>
              <p:nvPr/>
            </p:nvSpPr>
            <p:spPr>
              <a:xfrm rot="16200000" flipH="1">
                <a:off x="9763797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" name="二等辺三角形 126">
                <a:extLst>
                  <a:ext uri="{FF2B5EF4-FFF2-40B4-BE49-F238E27FC236}">
                    <ns2:creationId id="{EC88CC33-EC89-B57F-DA12-BBB965443FFB}"/>
                  </a:ext>
                </a:extLst>
              </p:cNvPr>
              <p:cNvSpPr/>
              <p:nvPr/>
            </p:nvSpPr>
            <p:spPr>
              <a:xfrm rot="5400000">
                <a:off x="6403810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" name="二等辺三角形 127">
                <a:extLst>
                  <a:ext uri="{FF2B5EF4-FFF2-40B4-BE49-F238E27FC236}">
                    <ns2:creationId id="{69C96EB1-686D-3B9B-D396-F1A452B137BD}"/>
                  </a:ext>
                </a:extLst>
              </p:cNvPr>
              <p:cNvSpPr/>
              <p:nvPr/>
            </p:nvSpPr>
            <p:spPr>
              <a:xfrm rot="16200000" flipH="1">
                <a:off x="9763797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" name="二等辺三角形 129">
                <a:extLst>
                  <a:ext uri="{FF2B5EF4-FFF2-40B4-BE49-F238E27FC236}">
                    <ns2:creationId id="{0B1BB3D1-B009-5933-7F67-2DC21F77942A}"/>
                  </a:ext>
                </a:extLst>
              </p:cNvPr>
              <p:cNvSpPr/>
              <p:nvPr/>
            </p:nvSpPr>
            <p:spPr>
              <a:xfrm rot="5400000">
                <a:off x="6403810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" name="二等辺三角形 130">
                <a:extLst>
                  <a:ext uri="{FF2B5EF4-FFF2-40B4-BE49-F238E27FC236}">
                    <ns2:creationId id="{31A3739D-89FB-9DE3-5246-BAB27E70D17A}"/>
                  </a:ext>
                </a:extLst>
              </p:cNvPr>
              <p:cNvSpPr/>
              <p:nvPr/>
            </p:nvSpPr>
            <p:spPr>
              <a:xfrm rot="16200000" flipH="1">
                <a:off x="9763797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3" name="二等辺三角形 132">
                <a:extLst>
                  <a:ext uri="{FF2B5EF4-FFF2-40B4-BE49-F238E27FC236}">
                    <ns2:creationId id="{27516CCF-1794-7633-3F92-C2C83230E81F}"/>
                  </a:ext>
                </a:extLst>
              </p:cNvPr>
              <p:cNvSpPr/>
              <p:nvPr/>
            </p:nvSpPr>
            <p:spPr>
              <a:xfrm rot="5400000">
                <a:off x="6403810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二等辺三角形 133">
                <a:extLst>
                  <a:ext uri="{FF2B5EF4-FFF2-40B4-BE49-F238E27FC236}">
                    <ns2:creationId id="{70CE24B0-D99D-89DC-9804-F0E9D30B1DBB}"/>
                  </a:ext>
                </a:extLst>
              </p:cNvPr>
              <p:cNvSpPr/>
              <p:nvPr/>
            </p:nvSpPr>
            <p:spPr>
              <a:xfrm rot="16200000" flipH="1">
                <a:off x="9763797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二等辺三角形 135">
                <a:extLst>
                  <a:ext uri="{FF2B5EF4-FFF2-40B4-BE49-F238E27FC236}">
                    <ns2:creationId id="{80A392A2-DBA1-F09A-8BEB-431B34E6174C}"/>
                  </a:ext>
                </a:extLst>
              </p:cNvPr>
              <p:cNvSpPr/>
              <p:nvPr/>
            </p:nvSpPr>
            <p:spPr>
              <a:xfrm rot="5400000">
                <a:off x="6403810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二等辺三角形 136">
                <a:extLst>
                  <a:ext uri="{FF2B5EF4-FFF2-40B4-BE49-F238E27FC236}">
                    <ns2:creationId id="{DFE8BB02-8717-37CF-4C5D-8BA012BAFD11}"/>
                  </a:ext>
                </a:extLst>
              </p:cNvPr>
              <p:cNvSpPr/>
              <p:nvPr/>
            </p:nvSpPr>
            <p:spPr>
              <a:xfrm rot="16200000" flipH="1">
                <a:off x="9763797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二等辺三角形 138">
                <a:extLst>
                  <a:ext uri="{FF2B5EF4-FFF2-40B4-BE49-F238E27FC236}">
                    <ns2:creationId id="{FA539C9F-C740-48D8-7F29-643A0AB250E7}"/>
                  </a:ext>
                </a:extLst>
              </p:cNvPr>
              <p:cNvSpPr/>
              <p:nvPr/>
            </p:nvSpPr>
            <p:spPr>
              <a:xfrm rot="5400000">
                <a:off x="6403810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二等辺三角形 139">
                <a:extLst>
                  <a:ext uri="{FF2B5EF4-FFF2-40B4-BE49-F238E27FC236}">
                    <ns2:creationId id="{720EBCE4-684F-890B-932E-AB79C7314A41}"/>
                  </a:ext>
                </a:extLst>
              </p:cNvPr>
              <p:cNvSpPr/>
              <p:nvPr/>
            </p:nvSpPr>
            <p:spPr>
              <a:xfrm rot="16200000" flipH="1">
                <a:off x="9763797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二等辺三角形 141">
                <a:extLst>
                  <a:ext uri="{FF2B5EF4-FFF2-40B4-BE49-F238E27FC236}">
                    <ns2:creationId id="{F88217A4-211D-A9B4-BEE6-984D3CC4AC58}"/>
                  </a:ext>
                </a:extLst>
              </p:cNvPr>
              <p:cNvSpPr/>
              <p:nvPr/>
            </p:nvSpPr>
            <p:spPr>
              <a:xfrm rot="5400000">
                <a:off x="6403810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二等辺三角形 142">
                <a:extLst>
                  <a:ext uri="{FF2B5EF4-FFF2-40B4-BE49-F238E27FC236}">
                    <ns2:creationId id="{44B0F34A-93CC-5F38-949C-B857A1FEE2D5}"/>
                  </a:ext>
                </a:extLst>
              </p:cNvPr>
              <p:cNvSpPr/>
              <p:nvPr/>
            </p:nvSpPr>
            <p:spPr>
              <a:xfrm rot="16200000" flipH="1">
                <a:off x="9763797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" name="二等辺三角形 144">
                <a:extLst>
                  <a:ext uri="{FF2B5EF4-FFF2-40B4-BE49-F238E27FC236}">
                    <ns2:creationId id="{CB12C39B-6CEA-FA68-928B-39D23854FF02}"/>
                  </a:ext>
                </a:extLst>
              </p:cNvPr>
              <p:cNvSpPr/>
              <p:nvPr/>
            </p:nvSpPr>
            <p:spPr>
              <a:xfrm rot="5400000">
                <a:off x="6403810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" name="二等辺三角形 145">
                <a:extLst>
                  <a:ext uri="{FF2B5EF4-FFF2-40B4-BE49-F238E27FC236}">
                    <ns2:creationId id="{55A1B841-37C0-1353-85D3-90369DA90E49}"/>
                  </a:ext>
                </a:extLst>
              </p:cNvPr>
              <p:cNvSpPr/>
              <p:nvPr/>
            </p:nvSpPr>
            <p:spPr>
              <a:xfrm rot="16200000" flipH="1">
                <a:off x="9763797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" name="正方形/長方形 62">
                <a:extLst>
                  <a:ext uri="{FF2B5EF4-FFF2-40B4-BE49-F238E27FC236}">
                    <ns2:creationId id="{7EDCD7AF-F89D-E505-71BD-BCC0C0E30D70}"/>
                  </a:ext>
                </a:extLst>
              </p:cNvPr>
              <p:cNvSpPr/>
              <p:nvPr/>
            </p:nvSpPr>
            <p:spPr>
              <a:xfrm>
                <a:off x="649079" y="2084270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8" name="正方形/長方形 62">
                <a:extLst>
                  <a:ext uri="{FF2B5EF4-FFF2-40B4-BE49-F238E27FC236}">
                    <ns2:creationId id="{ADE22D3F-359E-22A9-DFD6-105202A9F9F1}"/>
                  </a:ext>
                </a:extLst>
              </p:cNvPr>
              <p:cNvSpPr/>
              <p:nvPr/>
            </p:nvSpPr>
            <p:spPr>
              <a:xfrm>
                <a:off x="649079" y="3085817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9" name="正方形/長方形 62">
                <a:extLst>
                  <a:ext uri="{FF2B5EF4-FFF2-40B4-BE49-F238E27FC236}">
                    <ns2:creationId id="{84F1F9F5-A081-93CB-948B-902C63E78646}"/>
                  </a:ext>
                </a:extLst>
              </p:cNvPr>
              <p:cNvSpPr/>
              <p:nvPr/>
            </p:nvSpPr>
            <p:spPr>
              <a:xfrm>
                <a:off x="649079" y="4060068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0" name="正方形/長方形 62">
                <a:extLst>
                  <a:ext uri="{FF2B5EF4-FFF2-40B4-BE49-F238E27FC236}">
                    <ns2:creationId id="{EBA4E46F-8F55-7742-F7D6-6DC831E975D1}"/>
                  </a:ext>
                </a:extLst>
              </p:cNvPr>
              <p:cNvSpPr/>
              <p:nvPr/>
            </p:nvSpPr>
            <p:spPr>
              <a:xfrm>
                <a:off x="649079" y="5061615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pic>
          <p:nvPicPr>
            <p:cNvPr id="148" name="グラフィックス 147" descr="フローチャート 単色塗りつぶし">
              <a:extLst>
                <a:ext uri="{FF2B5EF4-FFF2-40B4-BE49-F238E27FC236}">
                  <ns2:creationId id="{DF0B5B21-2CD0-1BAF-46AA-77BCFA814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tretch>
              <a:fillRect/>
            </a:stretch>
          </p:blipFill>
          <p:spPr>
            <a:xfrm>
              <a:off x="1287679" y="4783989"/>
              <a:ext cx="252000" cy="252000"/>
            </a:xfrm>
            <a:prstGeom prst="rect">
              <a:avLst/>
            </a:prstGeom>
          </p:spPr>
        </p:pic>
        <p:pic>
          <p:nvPicPr>
            <p:cNvPr id="150" name="グラフィックス 149" descr="棒グラフ (上昇) 単色塗りつぶし">
              <a:extLst>
                <a:ext uri="{FF2B5EF4-FFF2-40B4-BE49-F238E27FC236}">
                  <ns2:creationId id="{92F9ACF6-F93C-4A20-C2B5-F83DC90D3E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287679" y="2977538"/>
              <a:ext cx="252000" cy="252000"/>
            </a:xfrm>
            <a:prstGeom prst="rect">
              <a:avLst/>
            </a:prstGeom>
          </p:spPr>
        </p:pic>
        <p:pic>
          <p:nvPicPr>
            <p:cNvPr id="152" name="グラフィックス 151" descr="役員室 単色塗りつぶし">
              <a:extLst>
                <a:ext uri="{FF2B5EF4-FFF2-40B4-BE49-F238E27FC236}">
                  <ns2:creationId id="{121F91A6-764B-BBF1-AE98-7C9A10F263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287679" y="3880763"/>
              <a:ext cx="252000" cy="252000"/>
            </a:xfrm>
            <a:prstGeom prst="rect">
              <a:avLst/>
            </a:prstGeom>
          </p:spPr>
        </p:pic>
        <p:pic>
          <p:nvPicPr>
            <p:cNvPr id="154" name="グラフィックス 153" descr="コンパス 単色塗りつぶし">
              <a:extLst>
                <a:ext uri="{FF2B5EF4-FFF2-40B4-BE49-F238E27FC236}">
                  <ns2:creationId id="{0810FA5E-FD5A-0765-5341-362E129982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1287679" y="2074313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932196472"/>
      </p:ext>
    </p:extLst>
  </p:cSld>
  <p:clrMapOvr>
    <a:masterClrMapping/>
  </p:clrMapOvr>
</p:sld>
</file>

<file path=ppt/slides/slide2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D9D4A1-D0CA-2C3A-CAB1-E831DDB7F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1F4DD9-9F1C-95E5-9FA9-37305C2E9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136025C7-5857-2254-D57B-C3EE2B7B9C4F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569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239289E-709C-FB86-9AB7-D4FEE8119A10}"/>
              </a:ext>
            </a:extLst>
          </p:cNvPr>
          <p:cNvSpPr/>
          <p:nvPr/>
        </p:nvSpPr>
        <p:spPr>
          <a:xfrm>
            <a:off x="334961" y="1705591"/>
            <a:ext cx="1273457" cy="608389"/>
          </a:xfrm>
          <a:prstGeom prst="rect">
            <a:avLst/>
          </a:prstGeom>
          <a:solidFill>
            <a:schemeClr val="accent5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B8AE6F2C-37C7-F8A9-F9F1-41C4AF3214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1724624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2439732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697A882E-E589-8F03-ACA1-EABEB15DF90D}"/>
              </a:ext>
            </a:extLst>
          </p:cNvPr>
          <p:cNvSpPr/>
          <p:nvPr/>
        </p:nvSpPr>
        <p:spPr>
          <a:xfrm>
            <a:off x="1724624" y="4458578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1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B21A692-34F2-4DDB-C9BB-66D6FE9315B3}"/>
              </a:ext>
            </a:extLst>
          </p:cNvPr>
          <p:cNvSpPr/>
          <p:nvPr/>
        </p:nvSpPr>
        <p:spPr>
          <a:xfrm>
            <a:off x="1724624" y="4917491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D07E98FC-150E-EEB2-DA07-DE8F77617F0D}"/>
              </a:ext>
            </a:extLst>
          </p:cNvPr>
          <p:cNvSpPr/>
          <p:nvPr/>
        </p:nvSpPr>
        <p:spPr>
          <a:xfrm>
            <a:off x="2224912" y="4458578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62456155-87A9-5444-2128-4ED6BDA1E940}"/>
              </a:ext>
            </a:extLst>
          </p:cNvPr>
          <p:cNvSpPr/>
          <p:nvPr/>
        </p:nvSpPr>
        <p:spPr>
          <a:xfrm>
            <a:off x="2224912" y="4917491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Text 20">
            <a:extLst>
              <a:ext uri="{FF2B5EF4-FFF2-40B4-BE49-F238E27FC236}">
                <ns2:creationId id="{C3245934-2909-C8E0-A57D-979E2BE5479C}"/>
              </a:ext>
            </a:extLst>
          </p:cNvPr>
          <p:cNvSpPr>
            <a:spLocks noChangeAspect="1"/>
          </p:cNvSpPr>
          <p:nvPr/>
        </p:nvSpPr>
        <p:spPr>
          <a:xfrm>
            <a:off x="1642348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3764826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5805028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7845230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9885432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Text 33">
            <a:extLst>
              <a:ext uri="{FF2B5EF4-FFF2-40B4-BE49-F238E27FC236}">
                <ns2:creationId id="{61002DEF-584C-5487-023D-B693E0E098B5}"/>
              </a:ext>
            </a:extLst>
          </p:cNvPr>
          <p:cNvSpPr>
            <a:spLocks noChangeAspect="1"/>
          </p:cNvSpPr>
          <p:nvPr/>
        </p:nvSpPr>
        <p:spPr>
          <a:xfrm>
            <a:off x="3715341" y="1634302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18AF6B34-6F0F-F848-17B5-D46200BF30ED}"/>
              </a:ext>
            </a:extLst>
          </p:cNvPr>
          <p:cNvSpPr>
            <a:spLocks noChangeAspect="1"/>
          </p:cNvSpPr>
          <p:nvPr/>
        </p:nvSpPr>
        <p:spPr>
          <a:xfrm>
            <a:off x="5777711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" name="Text 33">
            <a:extLst>
              <a:ext uri="{FF2B5EF4-FFF2-40B4-BE49-F238E27FC236}">
                <ns2:creationId id="{F19D6F53-35E3-0D02-CB59-4044A1BFDCB2}"/>
              </a:ext>
            </a:extLst>
          </p:cNvPr>
          <p:cNvSpPr>
            <a:spLocks noChangeAspect="1"/>
          </p:cNvSpPr>
          <p:nvPr/>
        </p:nvSpPr>
        <p:spPr>
          <a:xfrm>
            <a:off x="7797539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Text 33">
            <a:extLst>
              <a:ext uri="{FF2B5EF4-FFF2-40B4-BE49-F238E27FC236}">
                <ns2:creationId id="{E3388164-C7EB-8B4A-C986-7062A94C7302}"/>
              </a:ext>
            </a:extLst>
          </p:cNvPr>
          <p:cNvSpPr>
            <a:spLocks noChangeAspect="1"/>
          </p:cNvSpPr>
          <p:nvPr/>
        </p:nvSpPr>
        <p:spPr>
          <a:xfrm>
            <a:off x="9849276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1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3449155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4458578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5468003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KPI</a:t>
            </a:r>
          </a:p>
        </p:txBody>
      </p:sp>
      <p:sp>
        <p:nvSpPr>
          <p:cNvPr id="9" name="二等辺三角形 8">
            <a:extLst>
              <a:ext uri="{FF2B5EF4-FFF2-40B4-BE49-F238E27FC236}">
                <ns2:creationId id="{60B3E160-E77D-C2D9-084F-265AAFA19088}"/>
              </a:ext>
            </a:extLst>
          </p:cNvPr>
          <p:cNvSpPr/>
          <p:nvPr/>
        </p:nvSpPr>
        <p:spPr>
          <a:xfrm rot="10800000">
            <a:off x="588840" y="3292346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二等辺三角形 9">
            <a:extLst>
              <a:ext uri="{FF2B5EF4-FFF2-40B4-BE49-F238E27FC236}">
                <ns2:creationId id="{46E1887A-D8F0-4233-DC8A-FFC9188B71B2}"/>
              </a:ext>
            </a:extLst>
          </p:cNvPr>
          <p:cNvSpPr/>
          <p:nvPr/>
        </p:nvSpPr>
        <p:spPr>
          <a:xfrm rot="10800000">
            <a:off x="588840" y="4301770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二等辺三角形 10">
            <a:extLst>
              <a:ext uri="{FF2B5EF4-FFF2-40B4-BE49-F238E27FC236}">
                <ns2:creationId id="{65787AD7-95E4-A33E-7063-DB092E7BB3EE}"/>
              </a:ext>
            </a:extLst>
          </p:cNvPr>
          <p:cNvSpPr/>
          <p:nvPr/>
        </p:nvSpPr>
        <p:spPr>
          <a:xfrm rot="10800000">
            <a:off x="588840" y="5311193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Text 20">
            <a:extLst>
              <a:ext uri="{FF2B5EF4-FFF2-40B4-BE49-F238E27FC236}">
                <ns2:creationId id="{920898FF-7965-4A67-C26C-E95712EC85D0}"/>
              </a:ext>
            </a:extLst>
          </p:cNvPr>
          <p:cNvSpPr>
            <a:spLocks noChangeAspect="1"/>
          </p:cNvSpPr>
          <p:nvPr/>
        </p:nvSpPr>
        <p:spPr>
          <a:xfrm>
            <a:off x="334961" y="2345413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4" name="Text 20">
            <a:extLst>
              <a:ext uri="{FF2B5EF4-FFF2-40B4-BE49-F238E27FC236}">
                <ns2:creationId id="{D5EBD982-6985-AD4C-6454-27B073625352}"/>
              </a:ext>
            </a:extLst>
          </p:cNvPr>
          <p:cNvSpPr>
            <a:spLocks noChangeAspect="1"/>
          </p:cNvSpPr>
          <p:nvPr/>
        </p:nvSpPr>
        <p:spPr>
          <a:xfrm>
            <a:off x="334961" y="5389118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cxnSp>
        <p:nvCxnSpPr>
          <p:cNvPr id="37" name="直線コネクタ 36">
            <a:extLst>
              <a:ext uri="{FF2B5EF4-FFF2-40B4-BE49-F238E27FC236}">
                <ns2:creationId id="{6EF67C1B-3AAE-197A-D2B9-BD12951CDBC7}"/>
              </a:ext>
            </a:extLst>
          </p:cNvPr>
          <p:cNvCxnSpPr/>
          <p:nvPr/>
        </p:nvCxnSpPr>
        <p:spPr>
          <a:xfrm>
            <a:off x="1724624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正方形/長方形 14">
            <a:extLst>
              <a:ext uri="{FF2B5EF4-FFF2-40B4-BE49-F238E27FC236}">
                <ns2:creationId id="{C742A7DC-5EBC-0762-C8D4-37080C8CE458}"/>
              </a:ext>
            </a:extLst>
          </p:cNvPr>
          <p:cNvSpPr/>
          <p:nvPr/>
        </p:nvSpPr>
        <p:spPr>
          <a:xfrm>
            <a:off x="1724624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7">
            <a:extLst>
              <a:ext uri="{FF2B5EF4-FFF2-40B4-BE49-F238E27FC236}">
                <ns2:creationId id="{54048B0A-2FE0-8CB9-9D28-BC736911FA35}"/>
              </a:ext>
            </a:extLst>
          </p:cNvPr>
          <p:cNvSpPr/>
          <p:nvPr/>
        </p:nvSpPr>
        <p:spPr>
          <a:xfrm>
            <a:off x="3764826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7">
            <a:extLst>
              <a:ext uri="{FF2B5EF4-FFF2-40B4-BE49-F238E27FC236}">
                <ns2:creationId id="{A653D8D2-D4AC-0B26-C432-C6048353C8E1}"/>
              </a:ext>
            </a:extLst>
          </p:cNvPr>
          <p:cNvSpPr/>
          <p:nvPr/>
        </p:nvSpPr>
        <p:spPr>
          <a:xfrm>
            <a:off x="5805028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7">
            <a:extLst>
              <a:ext uri="{FF2B5EF4-FFF2-40B4-BE49-F238E27FC236}">
                <ns2:creationId id="{97BAEED4-70D3-5CC4-2290-128CA652832C}"/>
              </a:ext>
            </a:extLst>
          </p:cNvPr>
          <p:cNvSpPr/>
          <p:nvPr/>
        </p:nvSpPr>
        <p:spPr>
          <a:xfrm>
            <a:off x="7845230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、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7">
            <a:extLst>
              <a:ext uri="{FF2B5EF4-FFF2-40B4-BE49-F238E27FC236}">
                <ns2:creationId id="{177F58AC-B853-B3C0-4585-346F7A4DA97A}"/>
              </a:ext>
            </a:extLst>
          </p:cNvPr>
          <p:cNvSpPr/>
          <p:nvPr/>
        </p:nvSpPr>
        <p:spPr>
          <a:xfrm>
            <a:off x="9885432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28" name="直線コネクタ 27">
            <a:extLst>
              <a:ext uri="{FF2B5EF4-FFF2-40B4-BE49-F238E27FC236}">
                <ns2:creationId id="{72DFB624-0A35-A012-50FD-5385C1C2D462}"/>
              </a:ext>
            </a:extLst>
          </p:cNvPr>
          <p:cNvCxnSpPr/>
          <p:nvPr/>
        </p:nvCxnSpPr>
        <p:spPr>
          <a:xfrm>
            <a:off x="3764825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コネクタ 28">
            <a:extLst>
              <a:ext uri="{FF2B5EF4-FFF2-40B4-BE49-F238E27FC236}">
                <ns2:creationId id="{25ED8667-0A98-EFF2-0F63-AA06CE31C65E}"/>
              </a:ext>
            </a:extLst>
          </p:cNvPr>
          <p:cNvCxnSpPr/>
          <p:nvPr/>
        </p:nvCxnSpPr>
        <p:spPr>
          <a:xfrm>
            <a:off x="5805028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1FAFA9B6-0C3E-A623-E8BB-40D965DF8215}"/>
              </a:ext>
            </a:extLst>
          </p:cNvPr>
          <p:cNvCxnSpPr/>
          <p:nvPr/>
        </p:nvCxnSpPr>
        <p:spPr>
          <a:xfrm>
            <a:off x="7845229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903D051D-A927-F641-CB2B-170E6003433E}"/>
              </a:ext>
            </a:extLst>
          </p:cNvPr>
          <p:cNvCxnSpPr/>
          <p:nvPr/>
        </p:nvCxnSpPr>
        <p:spPr>
          <a:xfrm>
            <a:off x="9885432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正方形/長方形 46">
            <a:extLst>
              <a:ext uri="{FF2B5EF4-FFF2-40B4-BE49-F238E27FC236}">
                <ns2:creationId id="{1CDFBA8C-199A-0867-FC84-58EA8D4E2A63}"/>
              </a:ext>
            </a:extLst>
          </p:cNvPr>
          <p:cNvSpPr/>
          <p:nvPr/>
        </p:nvSpPr>
        <p:spPr>
          <a:xfrm>
            <a:off x="1724624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8" name="正方形/長方形 7">
            <a:extLst>
              <a:ext uri="{FF2B5EF4-FFF2-40B4-BE49-F238E27FC236}">
                <ns2:creationId id="{789EC63F-9E09-33CB-1764-3380FFCB372B}"/>
              </a:ext>
            </a:extLst>
          </p:cNvPr>
          <p:cNvSpPr/>
          <p:nvPr/>
        </p:nvSpPr>
        <p:spPr>
          <a:xfrm>
            <a:off x="3764826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9" name="正方形/長方形 7">
            <a:extLst>
              <a:ext uri="{FF2B5EF4-FFF2-40B4-BE49-F238E27FC236}">
                <ns2:creationId id="{69CF5B6B-19F9-49FC-61D2-E3796902EBBB}"/>
              </a:ext>
            </a:extLst>
          </p:cNvPr>
          <p:cNvSpPr/>
          <p:nvPr/>
        </p:nvSpPr>
        <p:spPr>
          <a:xfrm>
            <a:off x="5805028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0" name="正方形/長方形 7">
            <a:extLst>
              <a:ext uri="{FF2B5EF4-FFF2-40B4-BE49-F238E27FC236}">
                <ns2:creationId id="{AC369819-B7E9-3C98-6C81-E6AF5DC56A2D}"/>
              </a:ext>
            </a:extLst>
          </p:cNvPr>
          <p:cNvSpPr/>
          <p:nvPr/>
        </p:nvSpPr>
        <p:spPr>
          <a:xfrm>
            <a:off x="7845230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1" name="正方形/長方形 7">
            <a:extLst>
              <a:ext uri="{FF2B5EF4-FFF2-40B4-BE49-F238E27FC236}">
                <ns2:creationId id="{5E5A9093-9B56-28B0-D0DC-242255515075}"/>
              </a:ext>
            </a:extLst>
          </p:cNvPr>
          <p:cNvSpPr/>
          <p:nvPr/>
        </p:nvSpPr>
        <p:spPr>
          <a:xfrm>
            <a:off x="9885432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×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)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46" name="直線コネクタ 45">
            <a:extLst>
              <a:ext uri="{FF2B5EF4-FFF2-40B4-BE49-F238E27FC236}">
                <ns2:creationId id="{4D30A997-6B0D-76B3-162A-426A80084A13}"/>
              </a:ext>
            </a:extLst>
          </p:cNvPr>
          <p:cNvCxnSpPr/>
          <p:nvPr/>
        </p:nvCxnSpPr>
        <p:spPr>
          <a:xfrm>
            <a:off x="1724624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674B9108-E403-43A6-0222-633F287ADE9D}"/>
              </a:ext>
            </a:extLst>
          </p:cNvPr>
          <p:cNvCxnSpPr/>
          <p:nvPr/>
        </p:nvCxnSpPr>
        <p:spPr>
          <a:xfrm>
            <a:off x="3764825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8F4F9D1F-996C-1D16-7208-AF4FF39B6A2E}"/>
              </a:ext>
            </a:extLst>
          </p:cNvPr>
          <p:cNvCxnSpPr/>
          <p:nvPr/>
        </p:nvCxnSpPr>
        <p:spPr>
          <a:xfrm>
            <a:off x="5805028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1082CFBC-D4D0-1379-943B-F1EFED612EA9}"/>
              </a:ext>
            </a:extLst>
          </p:cNvPr>
          <p:cNvCxnSpPr/>
          <p:nvPr/>
        </p:nvCxnSpPr>
        <p:spPr>
          <a:xfrm>
            <a:off x="7845229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CCC4D143-9709-2C21-6434-B6D4258A6D6C}"/>
              </a:ext>
            </a:extLst>
          </p:cNvPr>
          <p:cNvCxnSpPr/>
          <p:nvPr/>
        </p:nvCxnSpPr>
        <p:spPr>
          <a:xfrm>
            <a:off x="9885432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線コネクタ 57">
            <a:extLst>
              <a:ext uri="{FF2B5EF4-FFF2-40B4-BE49-F238E27FC236}">
                <ns2:creationId id="{B4D85B65-1884-95EB-9BF3-9826623C5649}"/>
              </a:ext>
            </a:extLst>
          </p:cNvPr>
          <p:cNvCxnSpPr/>
          <p:nvPr/>
        </p:nvCxnSpPr>
        <p:spPr>
          <a:xfrm>
            <a:off x="1724624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>
            <a:extLst>
              <a:ext uri="{FF2B5EF4-FFF2-40B4-BE49-F238E27FC236}">
                <ns2:creationId id="{1BD6EF0E-1CD8-381A-A540-9CF5F96592CC}"/>
              </a:ext>
            </a:extLst>
          </p:cNvPr>
          <p:cNvCxnSpPr/>
          <p:nvPr/>
        </p:nvCxnSpPr>
        <p:spPr>
          <a:xfrm>
            <a:off x="3764825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>
            <a:extLst>
              <a:ext uri="{FF2B5EF4-FFF2-40B4-BE49-F238E27FC236}">
                <ns2:creationId id="{E9377F23-1098-D9E0-27EC-7F6853ACE490}"/>
              </a:ext>
            </a:extLst>
          </p:cNvPr>
          <p:cNvCxnSpPr/>
          <p:nvPr/>
        </p:nvCxnSpPr>
        <p:spPr>
          <a:xfrm>
            <a:off x="5805028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5EA363B-1B52-EF1B-E557-92B7BB1080D6}"/>
              </a:ext>
            </a:extLst>
          </p:cNvPr>
          <p:cNvCxnSpPr/>
          <p:nvPr/>
        </p:nvCxnSpPr>
        <p:spPr>
          <a:xfrm>
            <a:off x="7845229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>
            <a:extLst>
              <a:ext uri="{FF2B5EF4-FFF2-40B4-BE49-F238E27FC236}">
                <ns2:creationId id="{5FBF3820-7835-D7F0-2842-A2017F49A044}"/>
              </a:ext>
            </a:extLst>
          </p:cNvPr>
          <p:cNvCxnSpPr/>
          <p:nvPr/>
        </p:nvCxnSpPr>
        <p:spPr>
          <a:xfrm>
            <a:off x="9885432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グループ化 63">
            <a:extLst>
              <a:ext uri="{FF2B5EF4-FFF2-40B4-BE49-F238E27FC236}">
                <ns2:creationId id="{947B2C45-095A-5205-00C0-1E5F136A4FBE}"/>
              </a:ext>
            </a:extLst>
          </p:cNvPr>
          <p:cNvGrpSpPr/>
          <p:nvPr/>
        </p:nvGrpSpPr>
        <p:grpSpPr>
          <a:xfrm>
            <a:off x="3764825" y="4458578"/>
            <a:ext cx="1964001" cy="840722"/>
            <a:chOff x="1724624" y="4458578"/>
            <a:chExt cx="1964001" cy="840722"/>
          </a:xfrm>
        </p:grpSpPr>
        <p:sp>
          <p:nvSpPr>
            <p:cNvPr id="65" name="正方形/長方形 64">
              <a:extLst>
                <a:ext uri="{FF2B5EF4-FFF2-40B4-BE49-F238E27FC236}">
                  <ns2:creationId id="{0136B857-17EA-F66C-ECB8-65EF35290CE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A460744-F96D-FE19-8F0F-0EB8850B68CD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F8D3D7AC-AE4C-F36A-4320-D7B917416B87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7C3C9B5-7B0A-914A-B6D0-31A1FB7A14AC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AEAB4CE7-F65C-B306-6D80-4D88785AD0CC}"/>
              </a:ext>
            </a:extLst>
          </p:cNvPr>
          <p:cNvGrpSpPr/>
          <p:nvPr/>
        </p:nvGrpSpPr>
        <p:grpSpPr>
          <a:xfrm>
            <a:off x="5805028" y="4458578"/>
            <a:ext cx="1964001" cy="840722"/>
            <a:chOff x="1724624" y="4458578"/>
            <a:chExt cx="1964001" cy="840722"/>
          </a:xfrm>
        </p:grpSpPr>
        <p:sp>
          <p:nvSpPr>
            <p:cNvPr id="70" name="正方形/長方形 69">
              <a:extLst>
                <a:ext uri="{FF2B5EF4-FFF2-40B4-BE49-F238E27FC236}">
                  <ns2:creationId id="{BD0842E9-F50B-8CD6-85BF-8FAC1C0CA815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7324C4F5-0CDA-CEC4-BF87-01D24590F2F8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52C5CD-68EF-D542-514F-F0BDC825504D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B6913427-5FF4-A748-31AC-1D9E1307BAF6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4" name="グループ化 73">
            <a:extLst>
              <a:ext uri="{FF2B5EF4-FFF2-40B4-BE49-F238E27FC236}">
                <ns2:creationId id="{D68187D1-74BA-1C13-F8B3-B58F59606048}"/>
              </a:ext>
            </a:extLst>
          </p:cNvPr>
          <p:cNvGrpSpPr/>
          <p:nvPr/>
        </p:nvGrpSpPr>
        <p:grpSpPr>
          <a:xfrm>
            <a:off x="7845229" y="4458578"/>
            <a:ext cx="1964001" cy="840722"/>
            <a:chOff x="1724624" y="4458578"/>
            <a:chExt cx="1964001" cy="840722"/>
          </a:xfrm>
        </p:grpSpPr>
        <p:sp>
          <p:nvSpPr>
            <p:cNvPr id="75" name="正方形/長方形 74">
              <a:extLst>
                <a:ext uri="{FF2B5EF4-FFF2-40B4-BE49-F238E27FC236}">
                  <ns2:creationId id="{652DC64F-1D04-F46F-3D46-6B33A0C2141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7BF6D256-2D0A-03D0-CCC5-6B924139290F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ROI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9CB5AAC0-A93B-D195-E39C-294A6A290F17}"/>
                </a:ext>
              </a:extLst>
            </p:cNvPr>
            <p:cNvSpPr/>
            <p:nvPr/>
          </p:nvSpPr>
          <p:spPr>
            <a:xfrm>
              <a:off x="1724624" y="4917491"/>
              <a:ext cx="1964000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chemeClr val="accent5"/>
                </a:buClr>
                <a:defRPr/>
              </a:pP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62933C5-294F-D7EF-8E39-70873D538BB0}"/>
              </a:ext>
            </a:extLst>
          </p:cNvPr>
          <p:cNvGrpSpPr/>
          <p:nvPr/>
        </p:nvGrpSpPr>
        <p:grpSpPr>
          <a:xfrm>
            <a:off x="9885432" y="4458578"/>
            <a:ext cx="1964001" cy="840722"/>
            <a:chOff x="1724624" y="4458578"/>
            <a:chExt cx="1964001" cy="840722"/>
          </a:xfrm>
        </p:grpSpPr>
        <p:sp>
          <p:nvSpPr>
            <p:cNvPr id="80" name="正方形/長方形 79">
              <a:extLst>
                <a:ext uri="{FF2B5EF4-FFF2-40B4-BE49-F238E27FC236}">
                  <ns2:creationId id="{54F6840E-82AD-BF7A-0A41-535E103DC60A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38175FD3-6F41-0763-3295-7B2E15CC78F4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1FDE547-0C13-2F7D-0091-63B10798C5B8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9C82D933-64A1-316F-5325-501D8C96EC85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94" name="正方形/長方形 93">
            <a:extLst>
              <a:ext uri="{FF2B5EF4-FFF2-40B4-BE49-F238E27FC236}">
                <ns2:creationId id="{78AE4A5F-B0EB-D558-8A10-EBD0DFD4B900}"/>
              </a:ext>
            </a:extLst>
          </p:cNvPr>
          <p:cNvSpPr/>
          <p:nvPr/>
        </p:nvSpPr>
        <p:spPr>
          <a:xfrm>
            <a:off x="1732228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95" name="正方形/長方形 7">
            <a:extLst>
              <a:ext uri="{FF2B5EF4-FFF2-40B4-BE49-F238E27FC236}">
                <ns2:creationId id="{074A91E9-5235-5596-29C0-976FD955B843}"/>
              </a:ext>
            </a:extLst>
          </p:cNvPr>
          <p:cNvSpPr/>
          <p:nvPr/>
        </p:nvSpPr>
        <p:spPr>
          <a:xfrm>
            <a:off x="3772430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6" name="正方形/長方形 7">
            <a:extLst>
              <a:ext uri="{FF2B5EF4-FFF2-40B4-BE49-F238E27FC236}">
                <ns2:creationId id="{5E8751B5-5829-7CF1-72BA-4A9BE446C8D2}"/>
              </a:ext>
            </a:extLst>
          </p:cNvPr>
          <p:cNvSpPr/>
          <p:nvPr/>
        </p:nvSpPr>
        <p:spPr>
          <a:xfrm>
            <a:off x="5812632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7" name="正方形/長方形 7">
            <a:extLst>
              <a:ext uri="{FF2B5EF4-FFF2-40B4-BE49-F238E27FC236}">
                <ns2:creationId id="{52E1C043-20B8-BC52-01EC-668738753B16}"/>
              </a:ext>
            </a:extLst>
          </p:cNvPr>
          <p:cNvSpPr/>
          <p:nvPr/>
        </p:nvSpPr>
        <p:spPr>
          <a:xfrm>
            <a:off x="7852834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8" name="正方形/長方形 7">
            <a:extLst>
              <a:ext uri="{FF2B5EF4-FFF2-40B4-BE49-F238E27FC236}">
                <ns2:creationId id="{3572ADE3-EA14-8697-63D9-3FE145A7A051}"/>
              </a:ext>
            </a:extLst>
          </p:cNvPr>
          <p:cNvSpPr/>
          <p:nvPr/>
        </p:nvSpPr>
        <p:spPr>
          <a:xfrm>
            <a:off x="9893036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9" name="加算記号 98">
            <a:extLst>
              <a:ext uri="{FF2B5EF4-FFF2-40B4-BE49-F238E27FC236}">
                <ns2:creationId id="{B0E208D2-321C-7725-1FF9-260CDE1151C0}"/>
              </a:ext>
            </a:extLst>
          </p:cNvPr>
          <p:cNvSpPr/>
          <p:nvPr/>
        </p:nvSpPr>
        <p:spPr>
          <a:xfrm>
            <a:off x="2627424" y="4799739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加算記号 99">
            <a:extLst>
              <a:ext uri="{FF2B5EF4-FFF2-40B4-BE49-F238E27FC236}">
                <ns2:creationId id="{D6911B98-131E-7636-4AA1-618A614FDCED}"/>
              </a:ext>
            </a:extLst>
          </p:cNvPr>
          <p:cNvSpPr/>
          <p:nvPr/>
        </p:nvSpPr>
        <p:spPr>
          <a:xfrm>
            <a:off x="8748029" y="4799738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グラフィックス 111" descr="ターゲット 単色塗りつぶし">
            <a:extLst>
              <a:ext uri="{FF2B5EF4-FFF2-40B4-BE49-F238E27FC236}">
                <ns2:creationId id="{086D6088-2286-E606-5844-151CB05EC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021056" y="1713313"/>
            <a:ext cx="288000" cy="288000"/>
          </a:xfrm>
          <a:prstGeom prst="rect">
            <a:avLst/>
          </a:prstGeom>
        </p:spPr>
      </p:pic>
      <p:pic>
        <p:nvPicPr>
          <p:cNvPr id="114" name="グラフィックス 113" descr="ユーザー 単色塗りつぶし">
            <a:extLst>
              <a:ext uri="{FF2B5EF4-FFF2-40B4-BE49-F238E27FC236}">
                <ns2:creationId id="{976649D4-993C-133C-5C84-1EED3503A7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052199" y="1713313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受信箱 単色塗りつぶし">
            <a:extLst>
              <a:ext uri="{FF2B5EF4-FFF2-40B4-BE49-F238E27FC236}">
                <ns2:creationId id="{A30534B7-F81F-BA04-26A2-208A8AE45F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8115097" y="1713313"/>
            <a:ext cx="288000" cy="288000"/>
          </a:xfrm>
          <a:prstGeom prst="rect">
            <a:avLst/>
          </a:prstGeom>
        </p:spPr>
      </p:pic>
      <p:pic>
        <p:nvPicPr>
          <p:cNvPr id="118" name="グラフィックス 117" descr="クリップボード 単色塗りつぶし">
            <a:extLst>
              <a:ext uri="{FF2B5EF4-FFF2-40B4-BE49-F238E27FC236}">
                <ns2:creationId id="{FECBDEBD-B964-686F-0BC1-8CE0B0B13B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0046284" y="1713314"/>
            <a:ext cx="288000" cy="288000"/>
          </a:xfrm>
          <a:prstGeom prst="rect">
            <a:avLst/>
          </a:prstGeom>
        </p:spPr>
      </p:pic>
      <p:pic>
        <p:nvPicPr>
          <p:cNvPr id="120" name="グラフィックス 119" descr="手のひらと植物 単色塗りつぶし">
            <a:extLst>
              <a:ext uri="{FF2B5EF4-FFF2-40B4-BE49-F238E27FC236}">
                <ns2:creationId id="{F3776044-522D-3ED6-603C-0CCEEAE076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3932587" y="1713313"/>
            <a:ext cx="288000" cy="288000"/>
          </a:xfrm>
          <a:prstGeom prst="rect">
            <a:avLst/>
          </a:prstGeom>
        </p:spPr>
      </p:pic>
    </p:spTree>
    <p:extLst>
      <p:ext uri="{BB962C8B-B14F-4D97-AF65-F5344CB8AC3E}">
        <ns5:creationId val="434938772"/>
      </p:ext>
    </p:extLst>
  </p:cSld>
  <p:clrMapOvr>
    <a:masterClrMapping/>
  </p:clrMapOvr>
</p:sld>
</file>

<file path=ppt/slides/slide2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F1DD66C-EB2B-CBF6-981C-871A2DB44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4DBFD18-805B-C703-0F04-E53DEC57B0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b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</a:b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DX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6358F60-1D5C-D723-EE7C-DABE59EDD19A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3DDDA49F-2537-2DAC-7900-D265298AED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3" name="正方形/長方形 7">
            <a:extLst>
              <a:ext uri="{FF2B5EF4-FFF2-40B4-BE49-F238E27FC236}">
                <ns2:creationId id="{EFF5F7DC-E6D3-EFDF-191A-59184A467F7C}"/>
              </a:ext>
            </a:extLst>
          </p:cNvPr>
          <p:cNvSpPr/>
          <p:nvPr/>
        </p:nvSpPr>
        <p:spPr>
          <a:xfrm>
            <a:off x="3248922" y="1633400"/>
            <a:ext cx="4311691" cy="333703"/>
          </a:xfrm>
          <a:prstGeom prst="homePlate">
            <a:avLst>
              <a:gd name="adj" fmla="val 28868"/>
            </a:avLst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4" name="正方形/長方形 7">
            <a:extLst>
              <a:ext uri="{FF2B5EF4-FFF2-40B4-BE49-F238E27FC236}">
                <ns2:creationId id="{27CEF53D-7E7B-C637-4E25-5699FDCD60DB}"/>
              </a:ext>
            </a:extLst>
          </p:cNvPr>
          <p:cNvSpPr/>
          <p:nvPr/>
        </p:nvSpPr>
        <p:spPr>
          <a:xfrm>
            <a:off x="7536947" y="1633400"/>
            <a:ext cx="4311691" cy="333703"/>
          </a:xfrm>
          <a:prstGeom prst="chevron">
            <a:avLst>
              <a:gd name="adj" fmla="val 28868"/>
            </a:avLst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3D4A1A41-8D7C-F81D-920A-E50D055E5C78}"/>
              </a:ext>
            </a:extLst>
          </p:cNvPr>
          <p:cNvSpPr/>
          <p:nvPr/>
        </p:nvSpPr>
        <p:spPr>
          <a:xfrm>
            <a:off x="334961" y="2027262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411560C0-5F1C-0332-3D47-25F692B94299}"/>
              </a:ext>
            </a:extLst>
          </p:cNvPr>
          <p:cNvSpPr/>
          <p:nvPr/>
        </p:nvSpPr>
        <p:spPr>
          <a:xfrm>
            <a:off x="334963" y="4223085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37" name="直線コネクタ 36">
            <a:extLst>
              <a:ext uri="{FF2B5EF4-FFF2-40B4-BE49-F238E27FC236}">
                <ns2:creationId id="{A86EA956-A1EF-31DC-7297-CDC6BACA89FF}"/>
              </a:ext>
            </a:extLst>
          </p:cNvPr>
          <p:cNvCxnSpPr/>
          <p:nvPr/>
        </p:nvCxnSpPr>
        <p:spPr>
          <a:xfrm>
            <a:off x="3248922" y="4168275"/>
            <a:ext cx="8607811" cy="0"/>
          </a:xfrm>
          <a:prstGeom prst="line">
            <a:avLst/>
          </a:prstGeom>
          <a:ln w="9525">
            <a:solidFill>
              <a:schemeClr val="tx1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正方形/長方形 5">
            <a:extLst>
              <a:ext uri="{FF2B5EF4-FFF2-40B4-BE49-F238E27FC236}">
                <ns2:creationId id="{D1236018-239E-CA22-AB59-3BF23A6D7DC6}"/>
              </a:ext>
            </a:extLst>
          </p:cNvPr>
          <p:cNvSpPr/>
          <p:nvPr/>
        </p:nvSpPr>
        <p:spPr>
          <a:xfrm>
            <a:off x="1520954" y="2027261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5" name="正方形/長方形 5">
            <a:extLst>
              <a:ext uri="{FF2B5EF4-FFF2-40B4-BE49-F238E27FC236}">
                <ns2:creationId id="{F384B340-A5F0-672D-C819-4AA50BD7711A}"/>
              </a:ext>
            </a:extLst>
          </p:cNvPr>
          <p:cNvSpPr/>
          <p:nvPr/>
        </p:nvSpPr>
        <p:spPr>
          <a:xfrm>
            <a:off x="1520954" y="2567862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6" name="正方形/長方形 5">
            <a:extLst>
              <a:ext uri="{FF2B5EF4-FFF2-40B4-BE49-F238E27FC236}">
                <ns2:creationId id="{8E973141-AA7E-432A-738B-AF0550DFCFDB}"/>
              </a:ext>
            </a:extLst>
          </p:cNvPr>
          <p:cNvSpPr/>
          <p:nvPr/>
        </p:nvSpPr>
        <p:spPr>
          <a:xfrm>
            <a:off x="1520954" y="3108463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5">
            <a:extLst>
              <a:ext uri="{FF2B5EF4-FFF2-40B4-BE49-F238E27FC236}">
                <ns2:creationId id="{C92E80F2-A387-162A-684C-583427B2EA84}"/>
              </a:ext>
            </a:extLst>
          </p:cNvPr>
          <p:cNvSpPr/>
          <p:nvPr/>
        </p:nvSpPr>
        <p:spPr>
          <a:xfrm>
            <a:off x="1520954" y="3649064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ED9AF771-5D82-84BC-228A-3E62802DCE1E}"/>
              </a:ext>
            </a:extLst>
          </p:cNvPr>
          <p:cNvSpPr/>
          <p:nvPr/>
        </p:nvSpPr>
        <p:spPr>
          <a:xfrm>
            <a:off x="1520953" y="4223085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0" name="正方形/長方形 5">
            <a:extLst>
              <a:ext uri="{FF2B5EF4-FFF2-40B4-BE49-F238E27FC236}">
                <ns2:creationId id="{DCD79D67-4D06-F00F-3625-023B96E5A1E5}"/>
              </a:ext>
            </a:extLst>
          </p:cNvPr>
          <p:cNvSpPr/>
          <p:nvPr/>
        </p:nvSpPr>
        <p:spPr>
          <a:xfrm>
            <a:off x="1520953" y="4763686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1" name="正方形/長方形 5">
            <a:extLst>
              <a:ext uri="{FF2B5EF4-FFF2-40B4-BE49-F238E27FC236}">
                <ns2:creationId id="{FE8FB7A7-A3DF-E186-54F2-76659F01A2A3}"/>
              </a:ext>
            </a:extLst>
          </p:cNvPr>
          <p:cNvSpPr/>
          <p:nvPr/>
        </p:nvSpPr>
        <p:spPr>
          <a:xfrm>
            <a:off x="1520953" y="5304287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5">
            <a:extLst>
              <a:ext uri="{FF2B5EF4-FFF2-40B4-BE49-F238E27FC236}">
                <ns2:creationId id="{F14AF146-FFD4-2763-2FDA-4782B9B38434}"/>
              </a:ext>
            </a:extLst>
          </p:cNvPr>
          <p:cNvSpPr/>
          <p:nvPr/>
        </p:nvSpPr>
        <p:spPr>
          <a:xfrm>
            <a:off x="1520953" y="5844888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cxnSp>
        <p:nvCxnSpPr>
          <p:cNvPr id="38" name="直線コネクタ 37">
            <a:extLst>
              <a:ext uri="{FF2B5EF4-FFF2-40B4-BE49-F238E27FC236}">
                <ns2:creationId id="{7999F28F-E444-6497-EF87-A0622792B36F}"/>
              </a:ext>
            </a:extLst>
          </p:cNvPr>
          <p:cNvCxnSpPr/>
          <p:nvPr/>
        </p:nvCxnSpPr>
        <p:spPr>
          <a:xfrm>
            <a:off x="3248922" y="2529762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279310CE-70F3-ED12-BB50-186AE95F30CB}"/>
              </a:ext>
            </a:extLst>
          </p:cNvPr>
          <p:cNvSpPr/>
          <p:nvPr/>
        </p:nvSpPr>
        <p:spPr>
          <a:xfrm>
            <a:off x="3248922" y="2027261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26B187F7-AB10-44A0-F66B-56ACEBACE031}"/>
              </a:ext>
            </a:extLst>
          </p:cNvPr>
          <p:cNvSpPr/>
          <p:nvPr/>
        </p:nvSpPr>
        <p:spPr>
          <a:xfrm>
            <a:off x="7536946" y="2027261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ROI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148FFF15-3D4A-B10D-3B7C-E16C1EEEF861}"/>
              </a:ext>
            </a:extLst>
          </p:cNvPr>
          <p:cNvCxnSpPr/>
          <p:nvPr/>
        </p:nvCxnSpPr>
        <p:spPr>
          <a:xfrm>
            <a:off x="7536946" y="2529762"/>
            <a:ext cx="431169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>
            <a:extLst>
              <a:ext uri="{FF2B5EF4-FFF2-40B4-BE49-F238E27FC236}">
                <ns2:creationId id="{BEB45291-C844-459F-5ACC-CF8F614DB5E6}"/>
              </a:ext>
            </a:extLst>
          </p:cNvPr>
          <p:cNvCxnSpPr/>
          <p:nvPr/>
        </p:nvCxnSpPr>
        <p:spPr>
          <a:xfrm>
            <a:off x="3248922" y="30703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正方形/長方形 22">
            <a:extLst>
              <a:ext uri="{FF2B5EF4-FFF2-40B4-BE49-F238E27FC236}">
                <ns2:creationId id="{18B9046A-3DEC-E832-D8E6-5A85C52B7B6E}"/>
              </a:ext>
            </a:extLst>
          </p:cNvPr>
          <p:cNvSpPr/>
          <p:nvPr/>
        </p:nvSpPr>
        <p:spPr>
          <a:xfrm>
            <a:off x="3248922" y="25678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4B61D769-E0D8-1082-F685-6C53E1AA67D2}"/>
              </a:ext>
            </a:extLst>
          </p:cNvPr>
          <p:cNvSpPr/>
          <p:nvPr/>
        </p:nvSpPr>
        <p:spPr>
          <a:xfrm>
            <a:off x="7536946" y="2567862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25" name="直線コネクタ 24">
            <a:extLst>
              <a:ext uri="{FF2B5EF4-FFF2-40B4-BE49-F238E27FC236}">
                <ns2:creationId id="{66B5C44B-3193-891E-0791-1A55E9FEA215}"/>
              </a:ext>
            </a:extLst>
          </p:cNvPr>
          <p:cNvCxnSpPr/>
          <p:nvPr/>
        </p:nvCxnSpPr>
        <p:spPr>
          <a:xfrm>
            <a:off x="7536946" y="30703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2286AE6-E2D9-F042-A022-B2E519538743}"/>
              </a:ext>
            </a:extLst>
          </p:cNvPr>
          <p:cNvCxnSpPr/>
          <p:nvPr/>
        </p:nvCxnSpPr>
        <p:spPr>
          <a:xfrm>
            <a:off x="3248922" y="36109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ns2:creationId id="{596C8542-12A1-E8EA-1B3F-7F032BC2DA49}"/>
              </a:ext>
            </a:extLst>
          </p:cNvPr>
          <p:cNvSpPr/>
          <p:nvPr/>
        </p:nvSpPr>
        <p:spPr>
          <a:xfrm>
            <a:off x="3248922" y="31084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CRM</a:t>
            </a:r>
            <a:endParaRPr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0B74F1DC-EE7D-9D6B-3D5D-ED44B85C6EF3}"/>
              </a:ext>
            </a:extLst>
          </p:cNvPr>
          <p:cNvSpPr/>
          <p:nvPr/>
        </p:nvSpPr>
        <p:spPr>
          <a:xfrm>
            <a:off x="7536946" y="3108462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30" name="直線コネクタ 29">
            <a:extLst>
              <a:ext uri="{FF2B5EF4-FFF2-40B4-BE49-F238E27FC236}">
                <ns2:creationId id="{675AA85E-D616-7278-48A1-CC6808255D6C}"/>
              </a:ext>
            </a:extLst>
          </p:cNvPr>
          <p:cNvCxnSpPr/>
          <p:nvPr/>
        </p:nvCxnSpPr>
        <p:spPr>
          <a:xfrm>
            <a:off x="7536946" y="36109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正方形/長方形 32">
            <a:extLst>
              <a:ext uri="{FF2B5EF4-FFF2-40B4-BE49-F238E27FC236}">
                <ns2:creationId id="{4FB9CDF0-C48F-AD48-FF0A-FD3CA9E3650C}"/>
              </a:ext>
            </a:extLst>
          </p:cNvPr>
          <p:cNvSpPr/>
          <p:nvPr/>
        </p:nvSpPr>
        <p:spPr>
          <a:xfrm>
            <a:off x="3248922" y="3649064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210972AD-EC3B-D5C4-9234-2210F714B10A}"/>
              </a:ext>
            </a:extLst>
          </p:cNvPr>
          <p:cNvSpPr/>
          <p:nvPr/>
        </p:nvSpPr>
        <p:spPr>
          <a:xfrm>
            <a:off x="7536946" y="3649064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0" name="直線コネクタ 39">
            <a:extLst>
              <a:ext uri="{FF2B5EF4-FFF2-40B4-BE49-F238E27FC236}">
                <ns2:creationId id="{67E68ABE-6377-5CB2-DE88-4E29634CE331}"/>
              </a:ext>
            </a:extLst>
          </p:cNvPr>
          <p:cNvCxnSpPr/>
          <p:nvPr/>
        </p:nvCxnSpPr>
        <p:spPr>
          <a:xfrm>
            <a:off x="3250827" y="4725586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正方形/長方形 40">
            <a:extLst>
              <a:ext uri="{FF2B5EF4-FFF2-40B4-BE49-F238E27FC236}">
                <ns2:creationId id="{AF63DD0C-F1F9-79B4-8CFE-28247F86C575}"/>
              </a:ext>
            </a:extLst>
          </p:cNvPr>
          <p:cNvSpPr/>
          <p:nvPr/>
        </p:nvSpPr>
        <p:spPr>
          <a:xfrm>
            <a:off x="3250827" y="4223085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2F61CAE8-1EDB-F423-4597-16DC0AC02FD7}"/>
              </a:ext>
            </a:extLst>
          </p:cNvPr>
          <p:cNvSpPr/>
          <p:nvPr/>
        </p:nvSpPr>
        <p:spPr>
          <a:xfrm>
            <a:off x="7538851" y="4223085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LTV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3" name="直線コネクタ 42">
            <a:extLst>
              <a:ext uri="{FF2B5EF4-FFF2-40B4-BE49-F238E27FC236}">
                <ns2:creationId id="{50C40851-1539-5113-AED6-FF0C4A651E75}"/>
              </a:ext>
            </a:extLst>
          </p:cNvPr>
          <p:cNvCxnSpPr/>
          <p:nvPr/>
        </p:nvCxnSpPr>
        <p:spPr>
          <a:xfrm>
            <a:off x="7538851" y="4725586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>
            <a:extLst>
              <a:ext uri="{FF2B5EF4-FFF2-40B4-BE49-F238E27FC236}">
                <ns2:creationId id="{D2741AAD-EAA5-EC11-CB4B-5A3B5536F4D3}"/>
              </a:ext>
            </a:extLst>
          </p:cNvPr>
          <p:cNvCxnSpPr/>
          <p:nvPr/>
        </p:nvCxnSpPr>
        <p:spPr>
          <a:xfrm>
            <a:off x="3250827" y="52661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正方形/長方形 45">
            <a:extLst>
              <a:ext uri="{FF2B5EF4-FFF2-40B4-BE49-F238E27FC236}">
                <ns2:creationId id="{8D3FDCEF-CD3B-2004-F5DF-C704E8B619A4}"/>
              </a:ext>
            </a:extLst>
          </p:cNvPr>
          <p:cNvSpPr/>
          <p:nvPr/>
        </p:nvSpPr>
        <p:spPr>
          <a:xfrm>
            <a:off x="3250827" y="47636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046DD78E-0F15-1EB7-D5F6-5340B59B6E2C}"/>
              </a:ext>
            </a:extLst>
          </p:cNvPr>
          <p:cNvSpPr/>
          <p:nvPr/>
        </p:nvSpPr>
        <p:spPr>
          <a:xfrm>
            <a:off x="7538851" y="47636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8" name="直線コネクタ 47">
            <a:extLst>
              <a:ext uri="{FF2B5EF4-FFF2-40B4-BE49-F238E27FC236}">
                <ns2:creationId id="{E62B543E-AD9D-2CDB-1CCD-9AC7001186DC}"/>
              </a:ext>
            </a:extLst>
          </p:cNvPr>
          <p:cNvCxnSpPr/>
          <p:nvPr/>
        </p:nvCxnSpPr>
        <p:spPr>
          <a:xfrm>
            <a:off x="7538851" y="52661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>
            <a:extLst>
              <a:ext uri="{FF2B5EF4-FFF2-40B4-BE49-F238E27FC236}">
                <ns2:creationId id="{3DB11183-FC8A-25BB-9956-16FBAC724364}"/>
              </a:ext>
            </a:extLst>
          </p:cNvPr>
          <p:cNvCxnSpPr/>
          <p:nvPr/>
        </p:nvCxnSpPr>
        <p:spPr>
          <a:xfrm>
            <a:off x="3250827" y="58067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正方形/長方形 50">
            <a:extLst>
              <a:ext uri="{FF2B5EF4-FFF2-40B4-BE49-F238E27FC236}">
                <ns2:creationId id="{373A47FE-EC51-324A-5200-A29E2AB2B943}"/>
              </a:ext>
            </a:extLst>
          </p:cNvPr>
          <p:cNvSpPr/>
          <p:nvPr/>
        </p:nvSpPr>
        <p:spPr>
          <a:xfrm>
            <a:off x="3250827" y="53042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FF590DE-35D4-541D-D0B3-AA13AFD35463}"/>
              </a:ext>
            </a:extLst>
          </p:cNvPr>
          <p:cNvSpPr/>
          <p:nvPr/>
        </p:nvSpPr>
        <p:spPr>
          <a:xfrm>
            <a:off x="7538851" y="53042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3325BF83-CAEF-5DDD-E2FA-46F1C7DF6A9A}"/>
              </a:ext>
            </a:extLst>
          </p:cNvPr>
          <p:cNvCxnSpPr/>
          <p:nvPr/>
        </p:nvCxnSpPr>
        <p:spPr>
          <a:xfrm>
            <a:off x="7538851" y="58067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正方形/長方形 55">
            <a:extLst>
              <a:ext uri="{FF2B5EF4-FFF2-40B4-BE49-F238E27FC236}">
                <ns2:creationId id="{5CE55DBD-061C-86B9-6082-26EF9A05D0C4}"/>
              </a:ext>
            </a:extLst>
          </p:cNvPr>
          <p:cNvSpPr/>
          <p:nvPr/>
        </p:nvSpPr>
        <p:spPr>
          <a:xfrm>
            <a:off x="3250827" y="5844887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9052E24B-A60B-7E29-63AE-F6863C37BA12}"/>
              </a:ext>
            </a:extLst>
          </p:cNvPr>
          <p:cNvSpPr/>
          <p:nvPr/>
        </p:nvSpPr>
        <p:spPr>
          <a:xfrm>
            <a:off x="7538851" y="5844887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5" name="グループ化 64">
            <a:extLst>
              <a:ext uri="{FF2B5EF4-FFF2-40B4-BE49-F238E27FC236}">
                <ns2:creationId id="{20A9D84D-B2C5-C5DD-1163-6595CADCA25D}"/>
              </a:ext>
            </a:extLst>
          </p:cNvPr>
          <p:cNvGrpSpPr/>
          <p:nvPr/>
        </p:nvGrpSpPr>
        <p:grpSpPr>
          <a:xfrm>
            <a:off x="10853742" y="2288975"/>
            <a:ext cx="1002992" cy="207483"/>
            <a:chOff x="10821979" y="2288975"/>
            <a:chExt cx="1002992" cy="207483"/>
          </a:xfrm>
        </p:grpSpPr>
        <p:sp>
          <p:nvSpPr>
            <p:cNvPr id="60" name="正方形/長方形 59">
              <a:extLst>
                <a:ext uri="{FF2B5EF4-FFF2-40B4-BE49-F238E27FC236}">
                  <ns2:creationId id="{0F85CB3D-E68C-A9F7-1DCA-C56D9066B226}"/>
                </a:ext>
              </a:extLst>
            </p:cNvPr>
            <p:cNvSpPr/>
            <p:nvPr/>
          </p:nvSpPr>
          <p:spPr>
            <a:xfrm>
              <a:off x="10821979" y="2288976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77CDE5D-E054-ADFF-32B7-5BD80BAF32ED}"/>
                </a:ext>
              </a:extLst>
            </p:cNvPr>
            <p:cNvSpPr/>
            <p:nvPr/>
          </p:nvSpPr>
          <p:spPr>
            <a:xfrm>
              <a:off x="11370164" y="2288975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4" name="グループ化 63">
            <a:extLst>
              <a:ext uri="{FF2B5EF4-FFF2-40B4-BE49-F238E27FC236}">
                <ns2:creationId id="{3E663364-4916-3656-162B-D29855157859}"/>
              </a:ext>
            </a:extLst>
          </p:cNvPr>
          <p:cNvGrpSpPr/>
          <p:nvPr/>
        </p:nvGrpSpPr>
        <p:grpSpPr>
          <a:xfrm>
            <a:off x="10853742" y="2846170"/>
            <a:ext cx="1002992" cy="207483"/>
            <a:chOff x="10853742" y="2846170"/>
            <a:chExt cx="1002992" cy="207483"/>
          </a:xfrm>
        </p:grpSpPr>
        <p:sp>
          <p:nvSpPr>
            <p:cNvPr id="62" name="正方形/長方形 61">
              <a:extLst>
                <a:ext uri="{FF2B5EF4-FFF2-40B4-BE49-F238E27FC236}">
                  <ns2:creationId id="{89AE3FD2-BDCF-15B3-F0F0-50395FDBEE4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7302B83E-C8BF-FE88-49D8-DC8B41873995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E22ED955-1043-CF10-AB0D-DC0FED43DBE2}"/>
              </a:ext>
            </a:extLst>
          </p:cNvPr>
          <p:cNvGrpSpPr/>
          <p:nvPr/>
        </p:nvGrpSpPr>
        <p:grpSpPr>
          <a:xfrm>
            <a:off x="10853742" y="3373735"/>
            <a:ext cx="1002992" cy="207483"/>
            <a:chOff x="10853742" y="2846170"/>
            <a:chExt cx="1002992" cy="207483"/>
          </a:xfrm>
        </p:grpSpPr>
        <p:sp>
          <p:nvSpPr>
            <p:cNvPr id="67" name="正方形/長方形 66">
              <a:extLst>
                <a:ext uri="{FF2B5EF4-FFF2-40B4-BE49-F238E27FC236}">
                  <ns2:creationId id="{CA11DDF0-5FB4-1800-D3C4-35BEC2336FB4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CA2F5E0-661F-C5F5-F227-18C78D69E9D3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71" name="正方形/長方形 70">
            <a:extLst>
              <a:ext uri="{FF2B5EF4-FFF2-40B4-BE49-F238E27FC236}">
                <ns2:creationId id="{8FE63632-A084-E1F7-3624-187063F8591F}"/>
              </a:ext>
            </a:extLst>
          </p:cNvPr>
          <p:cNvSpPr/>
          <p:nvPr/>
        </p:nvSpPr>
        <p:spPr>
          <a:xfrm>
            <a:off x="11401927" y="393817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grpSp>
        <p:nvGrpSpPr>
          <p:cNvPr id="72" name="グループ化 71">
            <a:extLst>
              <a:ext uri="{FF2B5EF4-FFF2-40B4-BE49-F238E27FC236}">
                <ns2:creationId id="{128CE4D7-5E01-11AB-5ADF-71D4807F3012}"/>
              </a:ext>
            </a:extLst>
          </p:cNvPr>
          <p:cNvGrpSpPr/>
          <p:nvPr/>
        </p:nvGrpSpPr>
        <p:grpSpPr>
          <a:xfrm>
            <a:off x="10853742" y="4495231"/>
            <a:ext cx="1002992" cy="207483"/>
            <a:chOff x="10853742" y="2846170"/>
            <a:chExt cx="1002992" cy="207483"/>
          </a:xfrm>
        </p:grpSpPr>
        <p:sp>
          <p:nvSpPr>
            <p:cNvPr id="73" name="正方形/長方形 72">
              <a:extLst>
                <a:ext uri="{FF2B5EF4-FFF2-40B4-BE49-F238E27FC236}">
                  <ns2:creationId id="{F55623EA-27B0-4033-BED1-DC831409203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CAA1DA1-A150-81BA-0B8F-FE147A81A1CF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22519801-59DA-CDF0-C762-39BFBC341A48}"/>
              </a:ext>
            </a:extLst>
          </p:cNvPr>
          <p:cNvGrpSpPr/>
          <p:nvPr/>
        </p:nvGrpSpPr>
        <p:grpSpPr>
          <a:xfrm>
            <a:off x="10853742" y="5037544"/>
            <a:ext cx="1002992" cy="207483"/>
            <a:chOff x="10853742" y="2846170"/>
            <a:chExt cx="1002992" cy="207483"/>
          </a:xfrm>
        </p:grpSpPr>
        <p:sp>
          <p:nvSpPr>
            <p:cNvPr id="76" name="正方形/長方形 75">
              <a:extLst>
                <a:ext uri="{FF2B5EF4-FFF2-40B4-BE49-F238E27FC236}">
                  <ns2:creationId id="{58225DC6-719F-EF0B-2B1E-92F926A71DC9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434DE05-2A8F-9897-5ADB-D2AADD106B8D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80" name="正方形/長方形 79">
            <a:extLst>
              <a:ext uri="{FF2B5EF4-FFF2-40B4-BE49-F238E27FC236}">
                <ns2:creationId id="{262F5253-BF4D-63E5-073D-D2773F6BB270}"/>
              </a:ext>
            </a:extLst>
          </p:cNvPr>
          <p:cNvSpPr/>
          <p:nvPr/>
        </p:nvSpPr>
        <p:spPr>
          <a:xfrm>
            <a:off x="11401927" y="556511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89" name="正方形/長方形 88">
            <a:extLst>
              <a:ext uri="{FF2B5EF4-FFF2-40B4-BE49-F238E27FC236}">
                <ns2:creationId id="{A9E7AA4C-C514-2F5C-DA7E-6C142441F28C}"/>
              </a:ext>
            </a:extLst>
          </p:cNvPr>
          <p:cNvSpPr/>
          <p:nvPr/>
        </p:nvSpPr>
        <p:spPr>
          <a:xfrm>
            <a:off x="11401927" y="610005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pic>
        <p:nvPicPr>
          <p:cNvPr id="5" name="グラフィックス 4" descr="メガホン 単色塗りつぶし">
            <a:extLst>
              <a:ext uri="{FF2B5EF4-FFF2-40B4-BE49-F238E27FC236}">
                <ns2:creationId id="{9AF3401B-778E-A0E3-1ED5-39B87465CD0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25282" y="2270165"/>
            <a:ext cx="516155" cy="516155"/>
          </a:xfrm>
          <a:prstGeom prst="rect">
            <a:avLst/>
          </a:prstGeom>
        </p:spPr>
      </p:pic>
      <p:pic>
        <p:nvPicPr>
          <p:cNvPr id="14" name="グラフィックス 13" descr="役員室 単色塗りつぶし">
            <a:extLst>
              <a:ext uri="{FF2B5EF4-FFF2-40B4-BE49-F238E27FC236}">
                <ns2:creationId id="{4040CBC7-3E50-F8C8-805F-D30295246BD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25282" y="4631115"/>
            <a:ext cx="516155" cy="516155"/>
          </a:xfrm>
          <a:prstGeom prst="rect">
            <a:avLst/>
          </a:prstGeom>
        </p:spPr>
      </p:pic>
      <p:pic>
        <p:nvPicPr>
          <p:cNvPr id="16" name="グラフィックス 15" descr="リボン 単色塗りつぶし">
            <a:extLst>
              <a:ext uri="{FF2B5EF4-FFF2-40B4-BE49-F238E27FC236}">
                <ns2:creationId id="{D5352E7C-6D66-F393-6B9C-D645F0DA35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581539" y="5883190"/>
            <a:ext cx="387795" cy="387795"/>
          </a:xfrm>
          <a:prstGeom prst="rect">
            <a:avLst/>
          </a:prstGeom>
        </p:spPr>
      </p:pic>
      <p:pic>
        <p:nvPicPr>
          <p:cNvPr id="21" name="グラフィックス 20" descr="チャット 単色塗りつぶし">
            <a:extLst>
              <a:ext uri="{FF2B5EF4-FFF2-40B4-BE49-F238E27FC236}">
                <ns2:creationId id="{9406F728-E6F7-8797-F3DE-B621C470AC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581539" y="5342589"/>
            <a:ext cx="387795" cy="387795"/>
          </a:xfrm>
          <a:prstGeom prst="rect">
            <a:avLst/>
          </a:prstGeom>
        </p:spPr>
      </p:pic>
      <p:pic>
        <p:nvPicPr>
          <p:cNvPr id="31" name="グラフィックス 30" descr="会議 単色塗りつぶし">
            <a:extLst>
              <a:ext uri="{FF2B5EF4-FFF2-40B4-BE49-F238E27FC236}">
                <ns2:creationId id="{011B3D79-0D75-EFF2-F8F0-2A9979B71E8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581539" y="4801989"/>
            <a:ext cx="387795" cy="387795"/>
          </a:xfrm>
          <a:prstGeom prst="rect">
            <a:avLst/>
          </a:prstGeom>
        </p:spPr>
      </p:pic>
      <p:pic>
        <p:nvPicPr>
          <p:cNvPr id="35" name="グラフィックス 34" descr="ドキュメント 単色塗りつぶし">
            <a:extLst>
              <a:ext uri="{FF2B5EF4-FFF2-40B4-BE49-F238E27FC236}">
                <ns2:creationId id="{A72183A0-7107-1BEB-F3BB-9AE760DA9C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581539" y="4261388"/>
            <a:ext cx="387795" cy="387795"/>
          </a:xfrm>
          <a:prstGeom prst="rect">
            <a:avLst/>
          </a:prstGeom>
        </p:spPr>
      </p:pic>
      <p:pic>
        <p:nvPicPr>
          <p:cNvPr id="39" name="グラフィックス 38" descr="データベース 単色塗りつぶし">
            <a:extLst>
              <a:ext uri="{FF2B5EF4-FFF2-40B4-BE49-F238E27FC236}">
                <ns2:creationId id="{04A96F3A-D071-3E8A-299A-863C72D9E2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1581539" y="3146765"/>
            <a:ext cx="387795" cy="387795"/>
          </a:xfrm>
          <a:prstGeom prst="rect">
            <a:avLst/>
          </a:prstGeom>
        </p:spPr>
      </p:pic>
      <p:pic>
        <p:nvPicPr>
          <p:cNvPr id="49" name="グラフィックス 48" descr="人工知能 単色塗りつぶし">
            <a:extLst>
              <a:ext uri="{FF2B5EF4-FFF2-40B4-BE49-F238E27FC236}">
                <ns2:creationId id="{40CA3202-DF7C-DB21-D1AB-1EAED3B8A9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581539" y="3687367"/>
            <a:ext cx="387795" cy="387795"/>
          </a:xfrm>
          <a:prstGeom prst="rect">
            <a:avLst/>
          </a:prstGeom>
        </p:spPr>
      </p:pic>
      <p:pic>
        <p:nvPicPr>
          <p:cNvPr id="55" name="グラフィックス 54" descr="イラストレーター 単色塗りつぶし">
            <a:extLst>
              <a:ext uri="{FF2B5EF4-FFF2-40B4-BE49-F238E27FC236}">
                <ns2:creationId id="{ADA89BDE-4A51-AC60-F87B-712087684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1581539" y="2606165"/>
            <a:ext cx="387795" cy="387795"/>
          </a:xfrm>
          <a:prstGeom prst="rect">
            <a:avLst/>
          </a:prstGeom>
        </p:spPr>
      </p:pic>
      <p:pic>
        <p:nvPicPr>
          <p:cNvPr id="59" name="グラフィックス 58" descr="硬貨 単色塗りつぶし">
            <a:extLst>
              <a:ext uri="{FF2B5EF4-FFF2-40B4-BE49-F238E27FC236}">
                <ns2:creationId id="{EB5774B1-5D71-2E2B-42FA-DD3AEE086F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1581539" y="2062386"/>
            <a:ext cx="387795" cy="387795"/>
          </a:xfrm>
          <a:prstGeom prst="rect">
            <a:avLst/>
          </a:prstGeom>
        </p:spPr>
      </p:pic>
    </p:spTree>
    <p:extLst>
      <p:ext uri="{BB962C8B-B14F-4D97-AF65-F5344CB8AC3E}">
        <ns5:creationId val="1795336756"/>
      </p:ext>
    </p:extLst>
  </p:cSld>
  <p:clrMapOvr>
    <a:masterClrMapping/>
  </p:clrMapOvr>
</p:sld>
</file>

<file path=ppt/slides/slide2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8D31C4-AD8F-5F56-5050-CBFA32F27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D62D29-F25C-9CD0-8CD3-8D0F1B0FD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E90ACD8C-0CF4-A5E3-A512-6035CCC0E571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E07892E0-F1AB-901D-712C-09C42C3E0934}"/>
              </a:ext>
            </a:extLst>
          </p:cNvPr>
          <p:cNvGrpSpPr/>
          <p:nvPr/>
        </p:nvGrpSpPr>
        <p:grpSpPr>
          <a:xfrm>
            <a:off x="348854" y="1633399"/>
            <a:ext cx="11508184" cy="4675324"/>
            <a:chOff x="348854" y="1633399"/>
            <a:chExt cx="11508184" cy="4675324"/>
          </a:xfrm>
        </p:grpSpPr>
        <p:sp>
          <p:nvSpPr>
            <p:cNvPr id="83" name="正方形/長方形 7">
              <a:extLst>
                <a:ext uri="{FF2B5EF4-FFF2-40B4-BE49-F238E27FC236}">
                  <ns2:creationId id="{3F62044F-8E1E-D94E-9168-A61DC4798749}"/>
                </a:ext>
              </a:extLst>
            </p:cNvPr>
            <p:cNvSpPr/>
            <p:nvPr/>
          </p:nvSpPr>
          <p:spPr>
            <a:xfrm>
              <a:off x="2899609" y="1633400"/>
              <a:ext cx="1800000" cy="333703"/>
            </a:xfrm>
            <a:prstGeom prst="homePlate">
              <a:avLst>
                <a:gd name="adj" fmla="val 28868"/>
              </a:avLst>
            </a:prstGeom>
            <a:solidFill>
              <a:srgbClr val="008D2E">
                <a:alpha val="6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7">
              <a:extLst>
                <a:ext uri="{FF2B5EF4-FFF2-40B4-BE49-F238E27FC236}">
                  <ns2:creationId id="{8BB0B9EF-4907-F013-964D-CE89BD76EB31}"/>
                </a:ext>
              </a:extLst>
            </p:cNvPr>
            <p:cNvSpPr/>
            <p:nvPr/>
          </p:nvSpPr>
          <p:spPr>
            <a:xfrm>
              <a:off x="10057038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02726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51144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99562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479813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963997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444818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5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60886" y="493236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41654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7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900733"/>
              <a:ext cx="2502629" cy="40798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" name="正方形/長方形 7">
              <a:extLst>
                <a:ext uri="{FF2B5EF4-FFF2-40B4-BE49-F238E27FC236}">
                  <ns2:creationId id="{D67CFBC4-0BCC-3121-679A-19A7FFFC79E6}"/>
                </a:ext>
              </a:extLst>
            </p:cNvPr>
            <p:cNvSpPr/>
            <p:nvPr/>
          </p:nvSpPr>
          <p:spPr>
            <a:xfrm>
              <a:off x="4688966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6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" name="正方形/長方形 7">
              <a:extLst>
                <a:ext uri="{FF2B5EF4-FFF2-40B4-BE49-F238E27FC236}">
                  <ns2:creationId id="{82027C6A-5F96-B79B-401C-179F2B5C17E4}"/>
                </a:ext>
              </a:extLst>
            </p:cNvPr>
            <p:cNvSpPr/>
            <p:nvPr/>
          </p:nvSpPr>
          <p:spPr>
            <a:xfrm>
              <a:off x="6478322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" name="正方形/長方形 7">
              <a:extLst>
                <a:ext uri="{FF2B5EF4-FFF2-40B4-BE49-F238E27FC236}">
                  <ns2:creationId id="{BDE6167D-8AA3-C9B0-709A-B43260C8C199}"/>
                </a:ext>
              </a:extLst>
            </p:cNvPr>
            <p:cNvSpPr/>
            <p:nvPr/>
          </p:nvSpPr>
          <p:spPr>
            <a:xfrm>
              <a:off x="8267679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EFA3BF36-3CBF-E89B-B546-C89A996007D6}"/>
                </a:ext>
              </a:extLst>
            </p:cNvPr>
            <p:cNvCxnSpPr/>
            <p:nvPr/>
          </p:nvCxnSpPr>
          <p:spPr>
            <a:xfrm>
              <a:off x="8273000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32D73C8C-3DFB-FD38-5E5D-629E15F154C3}"/>
                </a:ext>
              </a:extLst>
            </p:cNvPr>
            <p:cNvCxnSpPr/>
            <p:nvPr/>
          </p:nvCxnSpPr>
          <p:spPr>
            <a:xfrm>
              <a:off x="11857038" y="2027261"/>
              <a:ext cx="0" cy="4281455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14932DE2-B89C-DCC7-31EC-B4C63548B848}"/>
                </a:ext>
              </a:extLst>
            </p:cNvPr>
            <p:cNvCxnSpPr/>
            <p:nvPr/>
          </p:nvCxnSpPr>
          <p:spPr>
            <a:xfrm>
              <a:off x="5588966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四角形: 角を丸くする 38">
              <a:extLst>
                <a:ext uri="{FF2B5EF4-FFF2-40B4-BE49-F238E27FC236}">
                  <ns2:creationId id="{4844624C-E5E2-D87D-7433-403200CC0877}"/>
                </a:ext>
              </a:extLst>
            </p:cNvPr>
            <p:cNvSpPr/>
            <p:nvPr/>
          </p:nvSpPr>
          <p:spPr>
            <a:xfrm>
              <a:off x="3219808" y="2068880"/>
              <a:ext cx="2114890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3CA24D9B-BC6A-2C3D-B04F-A9FE1BEE8FFB}"/>
                </a:ext>
              </a:extLst>
            </p:cNvPr>
            <p:cNvSpPr/>
            <p:nvPr/>
          </p:nvSpPr>
          <p:spPr>
            <a:xfrm>
              <a:off x="5588963" y="2064543"/>
              <a:ext cx="2502628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B5ABEC6C-44CB-9497-18FF-8D9988C95C3E}"/>
                </a:ext>
              </a:extLst>
            </p:cNvPr>
            <p:cNvSpPr/>
            <p:nvPr/>
          </p:nvSpPr>
          <p:spPr>
            <a:xfrm>
              <a:off x="8267679" y="2071628"/>
              <a:ext cx="3589357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2173AD22-9C8E-8C2C-7CB4-407D674D4767}"/>
                </a:ext>
              </a:extLst>
            </p:cNvPr>
            <p:cNvSpPr/>
            <p:nvPr/>
          </p:nvSpPr>
          <p:spPr>
            <a:xfrm>
              <a:off x="3799608" y="2511445"/>
              <a:ext cx="900000" cy="28094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A56781C4-DC26-589A-CCBC-1233A621FB08}"/>
                </a:ext>
              </a:extLst>
            </p:cNvPr>
            <p:cNvSpPr/>
            <p:nvPr/>
          </p:nvSpPr>
          <p:spPr>
            <a:xfrm>
              <a:off x="4805845" y="2511446"/>
              <a:ext cx="3285745" cy="28040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四角形: 角を丸くする 99">
              <a:extLst>
                <a:ext uri="{FF2B5EF4-FFF2-40B4-BE49-F238E27FC236}">
                  <ns2:creationId id="{B744F7EB-BACA-3D38-58B6-6F9AA4C4509A}"/>
                </a:ext>
              </a:extLst>
            </p:cNvPr>
            <p:cNvSpPr/>
            <p:nvPr/>
          </p:nvSpPr>
          <p:spPr>
            <a:xfrm>
              <a:off x="8267677" y="2511445"/>
              <a:ext cx="3589357" cy="33370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2A338C9E-0ED2-8BCB-E027-6BE4EB0C37D7}"/>
                </a:ext>
              </a:extLst>
            </p:cNvPr>
            <p:cNvSpPr/>
            <p:nvPr/>
          </p:nvSpPr>
          <p:spPr>
            <a:xfrm>
              <a:off x="2899609" y="2995628"/>
              <a:ext cx="1800000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6F67D7AC-5CC3-BB2E-DEAF-E0F608941ADA}"/>
                </a:ext>
              </a:extLst>
            </p:cNvPr>
            <p:cNvSpPr/>
            <p:nvPr/>
          </p:nvSpPr>
          <p:spPr>
            <a:xfrm>
              <a:off x="4805842" y="2995628"/>
              <a:ext cx="3285748" cy="322023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9CC29322-9A3A-ED60-F386-CE4BB5DCDB64}"/>
                </a:ext>
              </a:extLst>
            </p:cNvPr>
            <p:cNvSpPr/>
            <p:nvPr/>
          </p:nvSpPr>
          <p:spPr>
            <a:xfrm>
              <a:off x="8267677" y="2995628"/>
              <a:ext cx="3589357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7F36A064-5931-CA2D-B159-5699B9ADB21C}"/>
                </a:ext>
              </a:extLst>
            </p:cNvPr>
            <p:cNvSpPr/>
            <p:nvPr/>
          </p:nvSpPr>
          <p:spPr>
            <a:xfrm>
              <a:off x="6539679" y="3479810"/>
              <a:ext cx="3527999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842FDE00-E998-A54A-623C-A3A6CC69A96D}"/>
                </a:ext>
              </a:extLst>
            </p:cNvPr>
            <p:cNvSpPr/>
            <p:nvPr/>
          </p:nvSpPr>
          <p:spPr>
            <a:xfrm>
              <a:off x="4805842" y="3479812"/>
              <a:ext cx="1559462" cy="30916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四角形: 角を丸くする 117">
              <a:extLst>
                <a:ext uri="{FF2B5EF4-FFF2-40B4-BE49-F238E27FC236}">
                  <ns2:creationId id="{06FED931-72F1-C199-F6ED-422AF417F344}"/>
                </a:ext>
              </a:extLst>
            </p:cNvPr>
            <p:cNvSpPr/>
            <p:nvPr/>
          </p:nvSpPr>
          <p:spPr>
            <a:xfrm>
              <a:off x="5588963" y="3963996"/>
              <a:ext cx="2492914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四角形: 角を丸くする 120">
              <a:extLst>
                <a:ext uri="{FF2B5EF4-FFF2-40B4-BE49-F238E27FC236}">
                  <ns2:creationId id="{871E195B-92DF-D0B2-A938-89E461C0E098}"/>
                </a:ext>
              </a:extLst>
            </p:cNvPr>
            <p:cNvSpPr/>
            <p:nvPr/>
          </p:nvSpPr>
          <p:spPr>
            <a:xfrm>
              <a:off x="3799608" y="3963996"/>
              <a:ext cx="1800000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4" name="四角形: 角を丸くする 123">
              <a:extLst>
                <a:ext uri="{FF2B5EF4-FFF2-40B4-BE49-F238E27FC236}">
                  <ns2:creationId id="{9DEB6235-8543-9F6C-7B91-D549F596D1E4}"/>
                </a:ext>
              </a:extLst>
            </p:cNvPr>
            <p:cNvSpPr/>
            <p:nvPr/>
          </p:nvSpPr>
          <p:spPr>
            <a:xfrm>
              <a:off x="4805842" y="4448181"/>
              <a:ext cx="3285748" cy="32201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40EFD74F-88BA-3A85-20ED-DFFE4B25B5C7}"/>
                </a:ext>
              </a:extLst>
            </p:cNvPr>
            <p:cNvSpPr/>
            <p:nvPr/>
          </p:nvSpPr>
          <p:spPr>
            <a:xfrm>
              <a:off x="2899609" y="4940457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0" name="四角形: 角を丸くする 129">
              <a:extLst>
                <a:ext uri="{FF2B5EF4-FFF2-40B4-BE49-F238E27FC236}">
                  <ns2:creationId id="{D81DFDF8-624A-5463-C8DA-E8495988DA43}"/>
                </a:ext>
              </a:extLst>
            </p:cNvPr>
            <p:cNvSpPr/>
            <p:nvPr/>
          </p:nvSpPr>
          <p:spPr>
            <a:xfrm>
              <a:off x="4805842" y="4940457"/>
              <a:ext cx="3285748" cy="30916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63294086-9828-3AF0-CDFD-B88EEEACEC45}"/>
                </a:ext>
              </a:extLst>
            </p:cNvPr>
            <p:cNvSpPr/>
            <p:nvPr/>
          </p:nvSpPr>
          <p:spPr>
            <a:xfrm>
              <a:off x="6539679" y="5416548"/>
              <a:ext cx="1738642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四角形: 角を丸くする 135">
              <a:extLst>
                <a:ext uri="{FF2B5EF4-FFF2-40B4-BE49-F238E27FC236}">
                  <ns2:creationId id="{F04401F9-1C51-7485-66B9-4F91EBB62042}"/>
                </a:ext>
              </a:extLst>
            </p:cNvPr>
            <p:cNvSpPr/>
            <p:nvPr/>
          </p:nvSpPr>
          <p:spPr>
            <a:xfrm>
              <a:off x="4805842" y="5416549"/>
              <a:ext cx="1559460" cy="317255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9" name="四角形: 角を丸くする 138">
              <a:extLst>
                <a:ext uri="{FF2B5EF4-FFF2-40B4-BE49-F238E27FC236}">
                  <ns2:creationId id="{5FFBF55A-0674-B0C9-26AF-201B78C3420D}"/>
                </a:ext>
              </a:extLst>
            </p:cNvPr>
            <p:cNvSpPr/>
            <p:nvPr/>
          </p:nvSpPr>
          <p:spPr>
            <a:xfrm>
              <a:off x="10057038" y="3479810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29B37CF9-FB90-0887-D972-836E768226BC}"/>
                </a:ext>
              </a:extLst>
            </p:cNvPr>
            <p:cNvSpPr/>
            <p:nvPr/>
          </p:nvSpPr>
          <p:spPr>
            <a:xfrm>
              <a:off x="8267677" y="3963996"/>
              <a:ext cx="3589357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3DC0A0B6-84A0-4F5C-54C8-78A3B7ECF9DC}"/>
                </a:ext>
              </a:extLst>
            </p:cNvPr>
            <p:cNvSpPr/>
            <p:nvPr/>
          </p:nvSpPr>
          <p:spPr>
            <a:xfrm>
              <a:off x="8267677" y="4448181"/>
              <a:ext cx="3589357" cy="322018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四角形: 角を丸くする 147">
              <a:extLst>
                <a:ext uri="{FF2B5EF4-FFF2-40B4-BE49-F238E27FC236}">
                  <ns2:creationId id="{B033F442-155D-D921-3B6B-10CB29C8056C}"/>
                </a:ext>
              </a:extLst>
            </p:cNvPr>
            <p:cNvSpPr/>
            <p:nvPr/>
          </p:nvSpPr>
          <p:spPr>
            <a:xfrm>
              <a:off x="8267677" y="4940457"/>
              <a:ext cx="3589357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EAB1FDB6-793F-1BE3-E4E1-E54E58797BC1}"/>
                </a:ext>
              </a:extLst>
            </p:cNvPr>
            <p:cNvGrpSpPr/>
            <p:nvPr/>
          </p:nvGrpSpPr>
          <p:grpSpPr>
            <a:xfrm>
              <a:off x="2899609" y="2344951"/>
              <a:ext cx="8957429" cy="3415793"/>
              <a:chOff x="2899609" y="2344951"/>
              <a:chExt cx="8957429" cy="3415793"/>
            </a:xfrm>
          </p:grpSpPr>
          <p:cxnSp>
            <p:nvCxnSpPr>
              <p:cNvPr id="32" name="直線コネクタ 31">
                <a:extLst>
                  <a:ext uri="{FF2B5EF4-FFF2-40B4-BE49-F238E27FC236}">
                    <ns2:creationId id="{59D81797-52C6-0051-D18B-2EB6F3BF393F}"/>
                  </a:ext>
                </a:extLst>
              </p:cNvPr>
              <p:cNvCxnSpPr/>
              <p:nvPr/>
            </p:nvCxnSpPr>
            <p:spPr>
              <a:xfrm>
                <a:off x="2899609" y="2349288"/>
                <a:ext cx="2689356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E75FADB7-92AE-7439-D392-D29937291683}"/>
                  </a:ext>
                </a:extLst>
              </p:cNvPr>
              <p:cNvCxnSpPr/>
              <p:nvPr/>
            </p:nvCxnSpPr>
            <p:spPr>
              <a:xfrm>
                <a:off x="5588963" y="2344951"/>
                <a:ext cx="26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ADD43D71-3874-F5FF-1889-95DE552B9299}"/>
                  </a:ext>
                </a:extLst>
              </p:cNvPr>
              <p:cNvCxnSpPr/>
              <p:nvPr/>
            </p:nvCxnSpPr>
            <p:spPr>
              <a:xfrm>
                <a:off x="8267679" y="235203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3A45F340-6A0D-CFF9-BBEF-92CCCF4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99609" y="2846913"/>
                <a:ext cx="9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4825989-21C1-84B5-DFDB-1665F036EC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9" y="285564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636140AE-395D-25B6-AA52-437E58F8E29A}"/>
                  </a:ext>
                </a:extLst>
              </p:cNvPr>
              <p:cNvCxnSpPr/>
              <p:nvPr/>
            </p:nvCxnSpPr>
            <p:spPr>
              <a:xfrm>
                <a:off x="8267678" y="285564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4C8DDE9-AD87-7993-50B8-ACA580F18348}"/>
                  </a:ext>
                </a:extLst>
              </p:cNvPr>
              <p:cNvCxnSpPr/>
              <p:nvPr/>
            </p:nvCxnSpPr>
            <p:spPr>
              <a:xfrm>
                <a:off x="2899609" y="3339824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971826FA-1E44-F0B4-B634-AACA7D273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3339824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3FA9FA01-9FEB-A8E8-E58E-3B8D54B57486}"/>
                  </a:ext>
                </a:extLst>
              </p:cNvPr>
              <p:cNvCxnSpPr/>
              <p:nvPr/>
            </p:nvCxnSpPr>
            <p:spPr>
              <a:xfrm>
                <a:off x="8267677" y="333982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B75D5B5-76A9-782E-83C0-CC39C9AA2463}"/>
                  </a:ext>
                </a:extLst>
              </p:cNvPr>
              <p:cNvCxnSpPr/>
              <p:nvPr/>
            </p:nvCxnSpPr>
            <p:spPr>
              <a:xfrm>
                <a:off x="6539679" y="3824008"/>
                <a:ext cx="35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0DCE4CE8-4972-4BF7-E3DE-D47F4C8F8CA0}"/>
                  </a:ext>
                </a:extLst>
              </p:cNvPr>
              <p:cNvCxnSpPr/>
              <p:nvPr/>
            </p:nvCxnSpPr>
            <p:spPr>
              <a:xfrm>
                <a:off x="4750324" y="3824007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DF22CEE2-A240-2C85-9ECB-C1FB0ED4589F}"/>
                  </a:ext>
                </a:extLst>
              </p:cNvPr>
              <p:cNvCxnSpPr/>
              <p:nvPr/>
            </p:nvCxnSpPr>
            <p:spPr>
              <a:xfrm>
                <a:off x="5588963" y="4308192"/>
                <a:ext cx="262799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A65E10E0-F675-E2BB-1E58-327EC49AB680}"/>
                  </a:ext>
                </a:extLst>
              </p:cNvPr>
              <p:cNvCxnSpPr/>
              <p:nvPr/>
            </p:nvCxnSpPr>
            <p:spPr>
              <a:xfrm>
                <a:off x="3799608" y="4308192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2E6DCD5A-90FE-B34E-3EF4-636F492F06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4792377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AF56DA3E-52E2-F4CC-A671-011DF0DCA1A1}"/>
                  </a:ext>
                </a:extLst>
              </p:cNvPr>
              <p:cNvCxnSpPr/>
              <p:nvPr/>
            </p:nvCxnSpPr>
            <p:spPr>
              <a:xfrm>
                <a:off x="2899609" y="5276561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F43B353D-5E46-1C4E-2EE8-E0F1D06822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527656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EDA6F674-D5D3-0D2F-60E6-AFF83CD5A0E1}"/>
                  </a:ext>
                </a:extLst>
              </p:cNvPr>
              <p:cNvCxnSpPr/>
              <p:nvPr/>
            </p:nvCxnSpPr>
            <p:spPr>
              <a:xfrm>
                <a:off x="6539679" y="5760744"/>
                <a:ext cx="1677282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C5FD7467-E88E-C0E2-2ADD-1FAE7943B53F}"/>
                  </a:ext>
                </a:extLst>
              </p:cNvPr>
              <p:cNvCxnSpPr/>
              <p:nvPr/>
            </p:nvCxnSpPr>
            <p:spPr>
              <a:xfrm>
                <a:off x="4750324" y="5760744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D01C953C-8F67-02DD-C3EC-A1B6EBFFE681}"/>
                  </a:ext>
                </a:extLst>
              </p:cNvPr>
              <p:cNvCxnSpPr/>
              <p:nvPr/>
            </p:nvCxnSpPr>
            <p:spPr>
              <a:xfrm>
                <a:off x="10057038" y="3824007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63ADAF45-21A6-3976-385A-4936467B45DD}"/>
                  </a:ext>
                </a:extLst>
              </p:cNvPr>
              <p:cNvCxnSpPr/>
              <p:nvPr/>
            </p:nvCxnSpPr>
            <p:spPr>
              <a:xfrm>
                <a:off x="8267677" y="4308192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5345291C-C39E-D044-119B-E699486C7789}"/>
                  </a:ext>
                </a:extLst>
              </p:cNvPr>
              <p:cNvCxnSpPr/>
              <p:nvPr/>
            </p:nvCxnSpPr>
            <p:spPr>
              <a:xfrm>
                <a:off x="8267677" y="479237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144967DF-4BBC-56D3-7D2E-9B79B17BEE4D}"/>
                  </a:ext>
                </a:extLst>
              </p:cNvPr>
              <p:cNvCxnSpPr/>
              <p:nvPr/>
            </p:nvCxnSpPr>
            <p:spPr>
              <a:xfrm>
                <a:off x="8267677" y="527656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27E7F05-FBA8-4F25-63A2-9DE3BD1F8720}"/>
                  </a:ext>
                </a:extLst>
              </p:cNvPr>
              <p:cNvCxnSpPr/>
              <p:nvPr/>
            </p:nvCxnSpPr>
            <p:spPr>
              <a:xfrm>
                <a:off x="8267677" y="576074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四角形: 角を丸くする 150">
              <a:extLst>
                <a:ext uri="{FF2B5EF4-FFF2-40B4-BE49-F238E27FC236}">
                  <ns2:creationId id="{1780910A-420B-CE58-E317-440FF6495104}"/>
                </a:ext>
              </a:extLst>
            </p:cNvPr>
            <p:cNvSpPr/>
            <p:nvPr/>
          </p:nvSpPr>
          <p:spPr>
            <a:xfrm>
              <a:off x="8267677" y="5416548"/>
              <a:ext cx="3589357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10">
              <a:extLst>
                <a:ext uri="{FF2B5EF4-FFF2-40B4-BE49-F238E27FC236}">
                  <ns2:creationId id="{17AF19D1-9198-6D6B-9280-829304990E09}"/>
                </a:ext>
              </a:extLst>
            </p:cNvPr>
            <p:cNvSpPr/>
            <p:nvPr/>
          </p:nvSpPr>
          <p:spPr>
            <a:xfrm>
              <a:off x="10587791" y="2975316"/>
              <a:ext cx="1094872" cy="2739353"/>
            </a:xfrm>
            <a:prstGeom prst="roundRect">
              <a:avLst>
                <a:gd name="adj" fmla="val 2497"/>
              </a:avLst>
            </a:prstGeom>
            <a:solidFill>
              <a:srgbClr val="FFFFFF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0" name="吹き出し: 四角形 159">
              <a:extLst>
                <a:ext uri="{FF2B5EF4-FFF2-40B4-BE49-F238E27FC236}">
                  <ns2:creationId id="{967442E0-8687-8FC5-351F-5FC568819762}"/>
                </a:ext>
              </a:extLst>
            </p:cNvPr>
            <p:cNvSpPr/>
            <p:nvPr/>
          </p:nvSpPr>
          <p:spPr>
            <a:xfrm>
              <a:off x="2899608" y="5900732"/>
              <a:ext cx="2506443" cy="403080"/>
            </a:xfrm>
            <a:prstGeom prst="wedgeRectCallout">
              <a:avLst>
                <a:gd name="adj1" fmla="val 57270"/>
                <a:gd name="adj2" fmla="val -4197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①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1" name="吹き出し: 四角形 160">
              <a:extLst>
                <a:ext uri="{FF2B5EF4-FFF2-40B4-BE49-F238E27FC236}">
                  <ns2:creationId id="{D59DF97E-AA3C-9560-9F08-ED45330ABA14}"/>
                </a:ext>
              </a:extLst>
            </p:cNvPr>
            <p:cNvSpPr/>
            <p:nvPr/>
          </p:nvSpPr>
          <p:spPr>
            <a:xfrm>
              <a:off x="5660319" y="5900732"/>
              <a:ext cx="2506443" cy="407991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②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2" name="吹き出し: 四角形 161">
              <a:extLst>
                <a:ext uri="{FF2B5EF4-FFF2-40B4-BE49-F238E27FC236}">
                  <ns2:creationId id="{7C4F9913-3686-C5E4-B5D2-3D5D7A68F635}"/>
                </a:ext>
              </a:extLst>
            </p:cNvPr>
            <p:cNvSpPr/>
            <p:nvPr/>
          </p:nvSpPr>
          <p:spPr>
            <a:xfrm>
              <a:off x="9182147" y="5900732"/>
              <a:ext cx="2506443" cy="404164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③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4" name="グラフィックス 163" descr="フローチャート 単色塗りつぶし">
              <a:extLst>
                <a:ext uri="{FF2B5EF4-FFF2-40B4-BE49-F238E27FC236}">
                  <ns2:creationId id="{2779BB29-4C2F-27F3-BA39-C37535C8EC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510986" y="5460294"/>
              <a:ext cx="320492" cy="320492"/>
            </a:xfrm>
            <a:prstGeom prst="rect">
              <a:avLst/>
            </a:prstGeom>
          </p:spPr>
        </p:pic>
        <p:pic>
          <p:nvPicPr>
            <p:cNvPr id="166" name="グラフィックス 165" descr="ロボット 単色塗りつぶし">
              <a:extLst>
                <a:ext uri="{FF2B5EF4-FFF2-40B4-BE49-F238E27FC236}">
                  <ns2:creationId id="{2CFF18BF-5D81-DCB9-ABB0-247171F007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23018" y="4976110"/>
              <a:ext cx="320492" cy="320492"/>
            </a:xfrm>
            <a:prstGeom prst="rect">
              <a:avLst/>
            </a:prstGeom>
          </p:spPr>
        </p:pic>
        <p:pic>
          <p:nvPicPr>
            <p:cNvPr id="170" name="グラフィックス 169" descr="ドキュメント 単色塗りつぶし">
              <a:extLst>
                <a:ext uri="{FF2B5EF4-FFF2-40B4-BE49-F238E27FC236}">
                  <ns2:creationId id="{84A5E526-F7B0-A6C9-BD5B-ABD8B865D2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10986" y="4491926"/>
              <a:ext cx="320492" cy="320492"/>
            </a:xfrm>
            <a:prstGeom prst="rect">
              <a:avLst/>
            </a:prstGeom>
          </p:spPr>
        </p:pic>
        <p:pic>
          <p:nvPicPr>
            <p:cNvPr id="172" name="グラフィックス 171" descr="統計 単色塗りつぶし">
              <a:extLst>
                <a:ext uri="{FF2B5EF4-FFF2-40B4-BE49-F238E27FC236}">
                  <ns2:creationId id="{CBC9C2BE-A3C4-664F-585D-C7D183237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10986" y="4007742"/>
              <a:ext cx="320492" cy="320492"/>
            </a:xfrm>
            <a:prstGeom prst="rect">
              <a:avLst/>
            </a:prstGeom>
          </p:spPr>
        </p:pic>
        <p:pic>
          <p:nvPicPr>
            <p:cNvPr id="174" name="グラフィックス 173" descr="環状の矢印 単色塗りつぶし">
              <a:extLst>
                <a:ext uri="{FF2B5EF4-FFF2-40B4-BE49-F238E27FC236}">
                  <ns2:creationId id="{B9AE1B7C-22FC-6C76-9BFA-F5E90D3D16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10986" y="3523558"/>
              <a:ext cx="320492" cy="320492"/>
            </a:xfrm>
            <a:prstGeom prst="rect">
              <a:avLst/>
            </a:prstGeom>
          </p:spPr>
        </p:pic>
        <p:pic>
          <p:nvPicPr>
            <p:cNvPr id="176" name="グラフィックス 175" descr="硬貨 単色塗りつぶし">
              <a:extLst>
                <a:ext uri="{FF2B5EF4-FFF2-40B4-BE49-F238E27FC236}">
                  <ns2:creationId id="{4AA07B0D-4DC5-BF74-2D5E-34B4892E1C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510986" y="3039374"/>
              <a:ext cx="320492" cy="320492"/>
            </a:xfrm>
            <a:prstGeom prst="rect">
              <a:avLst/>
            </a:prstGeom>
          </p:spPr>
        </p:pic>
        <p:pic>
          <p:nvPicPr>
            <p:cNvPr id="178" name="グラフィックス 177" descr="受信箱 単色塗りつぶし">
              <a:extLst>
                <a:ext uri="{FF2B5EF4-FFF2-40B4-BE49-F238E27FC236}">
                  <ns2:creationId id="{1CBF9439-E3C5-D1D8-2360-A9B9270ECD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510986" y="2071006"/>
              <a:ext cx="320492" cy="320492"/>
            </a:xfrm>
            <a:prstGeom prst="rect">
              <a:avLst/>
            </a:prstGeom>
          </p:spPr>
        </p:pic>
        <p:pic>
          <p:nvPicPr>
            <p:cNvPr id="180" name="グラフィックス 179" descr="校舎 単色塗りつぶし">
              <a:extLst>
                <a:ext uri="{FF2B5EF4-FFF2-40B4-BE49-F238E27FC236}">
                  <ns2:creationId id="{1E3AB65F-34D3-59E0-3FFB-A72846C9A0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10986" y="2555190"/>
              <a:ext cx="320492" cy="32049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29156539"/>
      </p:ext>
    </p:extLst>
  </p:cSld>
  <p:clrMapOvr>
    <a:masterClrMapping/>
  </p:clrMapOvr>
</p:sld>
</file>

<file path=ppt/slides/slide24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53E41545-8B1B-F96B-C9E8-60A3111ECE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84C45A6-4E43-FD66-E0D3-531E514608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877CEB09-5098-E0AC-DB46-F41967373C9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(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7" name="グループ化 16">
            <a:extLst>
              <a:ext uri="{FF2B5EF4-FFF2-40B4-BE49-F238E27FC236}">
                <ns2:creationId id="{7633E5AF-3F16-2578-2767-3DB2D4F34F5B}"/>
              </a:ext>
            </a:extLst>
          </p:cNvPr>
          <p:cNvGrpSpPr/>
          <p:nvPr/>
        </p:nvGrpSpPr>
        <p:grpSpPr>
          <a:xfrm>
            <a:off x="334962" y="1628776"/>
            <a:ext cx="11522074" cy="4673635"/>
            <a:chOff x="334962" y="1628776"/>
            <a:chExt cx="11522074" cy="4673635"/>
          </a:xfrm>
        </p:grpSpPr>
        <p:sp>
          <p:nvSpPr>
            <p:cNvPr id="6" name="テキスト ボックス 5">
              <a:extLst>
                <a:ext uri="{FF2B5EF4-FFF2-40B4-BE49-F238E27FC236}">
                  <ns2:creationId id="{02540A15-5A9D-F6E5-B526-6A96538F6DFF}"/>
                </a:ext>
              </a:extLst>
            </p:cNvPr>
            <p:cNvSpPr txBox="1"/>
            <p:nvPr/>
          </p:nvSpPr>
          <p:spPr>
            <a:xfrm>
              <a:off x="334962" y="6095247"/>
              <a:ext cx="11522072" cy="20716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85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850" dirty="0">
                  <a:latin typeface="+mn-ea"/>
                </a:rPr>
                <a:t>:</a:t>
              </a:r>
              <a:r>
                <a:rPr lang="en-US" altLang="ja-JP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KPI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④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・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endParaRPr lang="ja-JP" altLang="en-US" sz="850" b="1" dirty="0">
                <a:solidFill>
                  <a:srgbClr val="262626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5F830AFF-51B1-A72E-A90B-82E90A211261}"/>
                </a:ext>
              </a:extLst>
            </p:cNvPr>
            <p:cNvGrpSpPr/>
            <p:nvPr/>
          </p:nvGrpSpPr>
          <p:grpSpPr>
            <a:xfrm>
              <a:off x="4378848" y="1628776"/>
              <a:ext cx="6380307" cy="255823"/>
              <a:chOff x="2739179" y="1628776"/>
              <a:chExt cx="1303402" cy="255823"/>
            </a:xfrm>
          </p:grpSpPr>
          <p:sp>
            <p:nvSpPr>
              <p:cNvPr id="36" name="table_TWformat_txt_1_3">
                <a:extLst>
                  <a:ext uri="{FF2B5EF4-FFF2-40B4-BE49-F238E27FC236}">
                    <ns2:creationId id="{D7919EFD-2D49-71BD-4319-36D44DE57AF3}"/>
                  </a:ext>
                </a:extLst>
              </p:cNvPr>
              <p:cNvSpPr/>
              <p:nvPr/>
            </p:nvSpPr>
            <p:spPr>
              <a:xfrm>
                <a:off x="2739179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 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(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0" name="table_TWformat_line_2_3">
                <a:extLst>
                  <a:ext uri="{FF2B5EF4-FFF2-40B4-BE49-F238E27FC236}">
                    <ns2:creationId id="{8C921690-4FA1-8E0A-C5AC-3A196FCA90F9}"/>
                  </a:ext>
                </a:extLst>
              </p:cNvPr>
              <p:cNvCxnSpPr/>
              <p:nvPr/>
            </p:nvCxnSpPr>
            <p:spPr>
              <a:xfrm>
                <a:off x="2739179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E614BE61-650A-B614-3732-24574B4BFE63}"/>
                </a:ext>
              </a:extLst>
            </p:cNvPr>
            <p:cNvGrpSpPr/>
            <p:nvPr/>
          </p:nvGrpSpPr>
          <p:grpSpPr>
            <a:xfrm>
              <a:off x="10924674" y="1628776"/>
              <a:ext cx="913007" cy="255823"/>
              <a:chOff x="4102610" y="1628776"/>
              <a:chExt cx="1303402" cy="255823"/>
            </a:xfrm>
          </p:grpSpPr>
          <p:sp>
            <p:nvSpPr>
              <p:cNvPr id="42" name="table_TWformat_txt_1_4">
                <a:extLst>
                  <a:ext uri="{FF2B5EF4-FFF2-40B4-BE49-F238E27FC236}">
                    <ns2:creationId id="{073DC833-91AE-8764-FD90-67BD1B1B7F03}"/>
                  </a:ext>
                </a:extLst>
              </p:cNvPr>
              <p:cNvSpPr/>
              <p:nvPr/>
            </p:nvSpPr>
            <p:spPr>
              <a:xfrm>
                <a:off x="4102610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4" name="table_TWformat_line_2_4">
                <a:extLst>
                  <a:ext uri="{FF2B5EF4-FFF2-40B4-BE49-F238E27FC236}">
                    <ns2:creationId id="{87417F05-98F1-701C-C0A0-16565321F0AB}"/>
                  </a:ext>
                </a:extLst>
              </p:cNvPr>
              <p:cNvCxnSpPr/>
              <p:nvPr/>
            </p:nvCxnSpPr>
            <p:spPr>
              <a:xfrm>
                <a:off x="4102610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10">
              <a:extLst>
                <a:ext uri="{FF2B5EF4-FFF2-40B4-BE49-F238E27FC236}">
                  <ns2:creationId id="{C7E950FC-7097-05BA-FE3D-F9752A5FF71A}"/>
                </a:ext>
              </a:extLst>
            </p:cNvPr>
            <p:cNvSpPr/>
            <p:nvPr/>
          </p:nvSpPr>
          <p:spPr>
            <a:xfrm>
              <a:off x="334963" y="2544975"/>
              <a:ext cx="1739499" cy="1955219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24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)</a:t>
              </a: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62">
              <a:extLst>
                <a:ext uri="{FF2B5EF4-FFF2-40B4-BE49-F238E27FC236}">
                  <ns2:creationId id="{A085AE73-D76A-277D-14F8-6245A05F98D3}"/>
                </a:ext>
              </a:extLst>
            </p:cNvPr>
            <p:cNvSpPr/>
            <p:nvPr/>
          </p:nvSpPr>
          <p:spPr>
            <a:xfrm>
              <a:off x="698300" y="2657626"/>
              <a:ext cx="1012823" cy="259493"/>
            </a:xfrm>
            <a:prstGeom prst="roundRect">
              <a:avLst>
                <a:gd name="adj" fmla="val 1387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chemeClr val="accent5"/>
                  </a:solidFill>
                  <a:latin typeface="+mn-ea"/>
                </a:rPr>
                <a:t>KGI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A545142F-6D2D-8FFB-54F9-96B9BAB42371}"/>
                </a:ext>
              </a:extLst>
            </p:cNvPr>
            <p:cNvSpPr txBox="1"/>
            <p:nvPr/>
          </p:nvSpPr>
          <p:spPr>
            <a:xfrm>
              <a:off x="334962" y="5720922"/>
              <a:ext cx="11522074" cy="37432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en-US" altLang="ja-JP" sz="900" dirty="0">
                  <a:latin typeface="+mn-ea"/>
                </a:rPr>
                <a:t>: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KPI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endParaRPr lang="ja-JP" altLang="en-US" sz="900" b="1" dirty="0">
                <a:latin typeface="+mn-ea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97C2D954-A18D-3D38-DE29-A8CFC7038C3F}"/>
                </a:ext>
              </a:extLst>
            </p:cNvPr>
            <p:cNvSpPr/>
            <p:nvPr/>
          </p:nvSpPr>
          <p:spPr>
            <a:xfrm>
              <a:off x="2292100" y="2036969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29E46D91-D769-924E-CA7A-A94FBF916DD0}"/>
                </a:ext>
              </a:extLst>
            </p:cNvPr>
            <p:cNvGrpSpPr/>
            <p:nvPr/>
          </p:nvGrpSpPr>
          <p:grpSpPr>
            <a:xfrm>
              <a:off x="334963" y="4574019"/>
              <a:ext cx="1739499" cy="1113423"/>
              <a:chOff x="334963" y="4537923"/>
              <a:chExt cx="1739499" cy="1113423"/>
            </a:xfrm>
          </p:grpSpPr>
          <p:sp>
            <p:nvSpPr>
              <p:cNvPr id="31" name="正方形/長方形 62">
                <a:extLst>
                  <a:ext uri="{FF2B5EF4-FFF2-40B4-BE49-F238E27FC236}">
                    <ns2:creationId id="{E8182A1D-96AA-943E-6BED-7DFDE2D2C58E}"/>
                  </a:ext>
                </a:extLst>
              </p:cNvPr>
              <p:cNvSpPr/>
              <p:nvPr/>
            </p:nvSpPr>
            <p:spPr>
              <a:xfrm>
                <a:off x="334963" y="4620126"/>
                <a:ext cx="1739499" cy="1031220"/>
              </a:xfrm>
              <a:prstGeom prst="roundRect">
                <a:avLst>
                  <a:gd name="adj" fmla="val 6141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57AD93B-913E-5159-78A9-94E40A9A92AA}"/>
                  </a:ext>
                </a:extLst>
              </p:cNvPr>
              <p:cNvSpPr/>
              <p:nvPr/>
            </p:nvSpPr>
            <p:spPr>
              <a:xfrm>
                <a:off x="432183" y="4537923"/>
                <a:ext cx="609685" cy="16204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1CEABE95-5F9D-6701-946F-13A77C18C994}"/>
                </a:ext>
              </a:extLst>
            </p:cNvPr>
            <p:cNvSpPr/>
            <p:nvPr/>
          </p:nvSpPr>
          <p:spPr>
            <a:xfrm>
              <a:off x="2292100" y="3645567"/>
              <a:ext cx="173949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1AA3F9C-0019-F0C1-5968-B396C9148105}"/>
                </a:ext>
              </a:extLst>
            </p:cNvPr>
            <p:cNvSpPr/>
            <p:nvPr/>
          </p:nvSpPr>
          <p:spPr>
            <a:xfrm>
              <a:off x="2292100" y="4082156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3E931F60-593F-746C-4DEE-0C7F4F1608C6}"/>
                </a:ext>
              </a:extLst>
            </p:cNvPr>
            <p:cNvSpPr/>
            <p:nvPr/>
          </p:nvSpPr>
          <p:spPr>
            <a:xfrm>
              <a:off x="5918296" y="2036969"/>
              <a:ext cx="4840859" cy="50399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036969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589268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3141567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62">
              <a:extLst>
                <a:ext uri="{FF2B5EF4-FFF2-40B4-BE49-F238E27FC236}">
                  <ns2:creationId id="{68B759BC-AA5E-54CA-6D67-60181C12D376}"/>
                </a:ext>
              </a:extLst>
            </p:cNvPr>
            <p:cNvSpPr/>
            <p:nvPr/>
          </p:nvSpPr>
          <p:spPr>
            <a:xfrm>
              <a:off x="4419423" y="2101055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64F1D6C8-EFE2-2976-6243-D57AD87DEE80}"/>
                </a:ext>
              </a:extLst>
            </p:cNvPr>
            <p:cNvSpPr/>
            <p:nvPr/>
          </p:nvSpPr>
          <p:spPr>
            <a:xfrm>
              <a:off x="5918296" y="25892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CA8A068-9514-B07A-173E-E896E329C143}"/>
                </a:ext>
              </a:extLst>
            </p:cNvPr>
            <p:cNvSpPr/>
            <p:nvPr/>
          </p:nvSpPr>
          <p:spPr>
            <a:xfrm>
              <a:off x="5918296" y="31415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73036C6B-ED2F-2FA2-C782-0842C86B7EF7}"/>
                </a:ext>
              </a:extLst>
            </p:cNvPr>
            <p:cNvSpPr/>
            <p:nvPr/>
          </p:nvSpPr>
          <p:spPr>
            <a:xfrm>
              <a:off x="4419423" y="26711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5" name="正方形/長方形 62">
              <a:extLst>
                <a:ext uri="{FF2B5EF4-FFF2-40B4-BE49-F238E27FC236}">
                  <ns2:creationId id="{4715315B-2229-ED92-99BF-314E057FD7F7}"/>
                </a:ext>
              </a:extLst>
            </p:cNvPr>
            <p:cNvSpPr/>
            <p:nvPr/>
          </p:nvSpPr>
          <p:spPr>
            <a:xfrm>
              <a:off x="4419423" y="32234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0AB091B4-6483-15F7-B4AD-71F306FCC4D5}"/>
                </a:ext>
              </a:extLst>
            </p:cNvPr>
            <p:cNvSpPr/>
            <p:nvPr/>
          </p:nvSpPr>
          <p:spPr>
            <a:xfrm>
              <a:off x="5918296" y="4082156"/>
              <a:ext cx="4840859" cy="46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3865B654-1B2A-639E-5980-937A748D1722}"/>
                </a:ext>
              </a:extLst>
            </p:cNvPr>
            <p:cNvSpPr/>
            <p:nvPr/>
          </p:nvSpPr>
          <p:spPr>
            <a:xfrm>
              <a:off x="4378847" y="4082156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" name="正方形/長方形 45">
              <a:extLst>
                <a:ext uri="{FF2B5EF4-FFF2-40B4-BE49-F238E27FC236}">
                  <ns2:creationId id="{6E740225-826E-9C2C-4619-BB164462D83A}"/>
                </a:ext>
              </a:extLst>
            </p:cNvPr>
            <p:cNvSpPr/>
            <p:nvPr/>
          </p:nvSpPr>
          <p:spPr>
            <a:xfrm>
              <a:off x="4378847" y="4634455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2" name="正方形/長方形 45">
              <a:extLst>
                <a:ext uri="{FF2B5EF4-FFF2-40B4-BE49-F238E27FC236}">
                  <ns2:creationId id="{170868D9-0796-B819-7A6D-6F5212E0408F}"/>
                </a:ext>
              </a:extLst>
            </p:cNvPr>
            <p:cNvSpPr/>
            <p:nvPr/>
          </p:nvSpPr>
          <p:spPr>
            <a:xfrm>
              <a:off x="4378847" y="5186754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3" name="正方形/長方形 62">
              <a:extLst>
                <a:ext uri="{FF2B5EF4-FFF2-40B4-BE49-F238E27FC236}">
                  <ns2:creationId id="{141AB981-5328-DC89-9EBC-45CFBC08BFE6}"/>
                </a:ext>
              </a:extLst>
            </p:cNvPr>
            <p:cNvSpPr/>
            <p:nvPr/>
          </p:nvSpPr>
          <p:spPr>
            <a:xfrm>
              <a:off x="4419423" y="4146242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703FE62E-337E-F11E-7F08-CAF7530885FB}"/>
                </a:ext>
              </a:extLst>
            </p:cNvPr>
            <p:cNvSpPr/>
            <p:nvPr/>
          </p:nvSpPr>
          <p:spPr>
            <a:xfrm>
              <a:off x="5918296" y="46344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290643F-1C09-E67F-9121-1C92EA06C3BF}"/>
                </a:ext>
              </a:extLst>
            </p:cNvPr>
            <p:cNvSpPr/>
            <p:nvPr/>
          </p:nvSpPr>
          <p:spPr>
            <a:xfrm>
              <a:off x="5918296" y="51867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KGI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2B2FF8B0-AD7A-BFA8-5303-5E37AA056431}"/>
                </a:ext>
              </a:extLst>
            </p:cNvPr>
            <p:cNvSpPr/>
            <p:nvPr/>
          </p:nvSpPr>
          <p:spPr>
            <a:xfrm>
              <a:off x="4419423" y="47163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57E1DA9F-2426-A8C1-3055-821405D80FB6}"/>
                </a:ext>
              </a:extLst>
            </p:cNvPr>
            <p:cNvSpPr/>
            <p:nvPr/>
          </p:nvSpPr>
          <p:spPr>
            <a:xfrm>
              <a:off x="4419423" y="52686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0" name="右中かっこ 29">
              <a:extLst>
                <a:ext uri="{FF2B5EF4-FFF2-40B4-BE49-F238E27FC236}">
                  <ns2:creationId id="{90DAB45B-0E3E-F33C-6248-A70D35A51DD6}"/>
                </a:ext>
              </a:extLst>
            </p:cNvPr>
            <p:cNvSpPr/>
            <p:nvPr/>
          </p:nvSpPr>
          <p:spPr>
            <a:xfrm>
              <a:off x="10924673" y="2036969"/>
              <a:ext cx="162370" cy="1056297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右中かっこ 31">
              <a:extLst>
                <a:ext uri="{FF2B5EF4-FFF2-40B4-BE49-F238E27FC236}">
                  <ns2:creationId id="{A0096624-DCE8-DA70-B7C4-148C011BEC44}"/>
                </a:ext>
              </a:extLst>
            </p:cNvPr>
            <p:cNvSpPr/>
            <p:nvPr/>
          </p:nvSpPr>
          <p:spPr>
            <a:xfrm>
              <a:off x="10924673" y="3141567"/>
              <a:ext cx="162370" cy="503999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右中かっこ 33">
              <a:extLst>
                <a:ext uri="{FF2B5EF4-FFF2-40B4-BE49-F238E27FC236}">
                  <ns2:creationId id="{98C9BBCF-0002-E0AF-D6BE-C95B220F4E6C}"/>
                </a:ext>
              </a:extLst>
            </p:cNvPr>
            <p:cNvSpPr/>
            <p:nvPr/>
          </p:nvSpPr>
          <p:spPr>
            <a:xfrm>
              <a:off x="10924673" y="4082156"/>
              <a:ext cx="162370" cy="1608598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802E3AA-E60B-CC4C-F59B-754E1299D6E8}"/>
                </a:ext>
              </a:extLst>
            </p:cNvPr>
            <p:cNvSpPr/>
            <p:nvPr/>
          </p:nvSpPr>
          <p:spPr>
            <a:xfrm>
              <a:off x="11130301" y="2346823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EEF8D3F7-28A3-3FD9-7B8C-D9797978D4DB}"/>
                </a:ext>
              </a:extLst>
            </p:cNvPr>
            <p:cNvSpPr/>
            <p:nvPr/>
          </p:nvSpPr>
          <p:spPr>
            <a:xfrm>
              <a:off x="11130301" y="3175272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0CC8580-9B08-0BB5-E4CB-2EBFD79DF864}"/>
                </a:ext>
              </a:extLst>
            </p:cNvPr>
            <p:cNvSpPr/>
            <p:nvPr/>
          </p:nvSpPr>
          <p:spPr>
            <a:xfrm>
              <a:off x="11130301" y="4668160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コネクタ: カギ線 47">
              <a:extLst>
                <a:ext uri="{FF2B5EF4-FFF2-40B4-BE49-F238E27FC236}">
                  <ns2:creationId id="{B7D62C57-D33B-A1B1-F367-60DE2A96868E}"/>
                </a:ext>
              </a:extLst>
            </p:cNvPr>
            <p:cNvCxnSpPr>
              <a:cxnSpLocks/>
              <a:stCxn id="27" idx="3"/>
              <a:endCxn id="46" idx="1"/>
            </p:cNvCxnSpPr>
            <p:nvPr/>
          </p:nvCxnSpPr>
          <p:spPr>
            <a:xfrm flipV="1">
              <a:off x="4031599" y="2288969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50210AEF-DC1C-0885-FD3F-AC5D69C2CB6D}"/>
                </a:ext>
              </a:extLst>
            </p:cNvPr>
            <p:cNvCxnSpPr>
              <a:cxnSpLocks/>
              <a:stCxn id="27" idx="3"/>
              <a:endCxn id="53" idx="1"/>
            </p:cNvCxnSpPr>
            <p:nvPr/>
          </p:nvCxnSpPr>
          <p:spPr>
            <a:xfrm>
              <a:off x="4031599" y="2841268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コネクタ: カギ線 61">
              <a:extLst>
                <a:ext uri="{FF2B5EF4-FFF2-40B4-BE49-F238E27FC236}">
                  <ns2:creationId id="{09FD8549-199A-F5D5-C018-EFEFDDF90992}"/>
                </a:ext>
              </a:extLst>
            </p:cNvPr>
            <p:cNvCxnSpPr>
              <a:cxnSpLocks/>
              <a:stCxn id="38" idx="3"/>
              <a:endCxn id="19" idx="1"/>
            </p:cNvCxnSpPr>
            <p:nvPr/>
          </p:nvCxnSpPr>
          <p:spPr>
            <a:xfrm flipV="1">
              <a:off x="4031599" y="4334156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510A6237-7CC5-0D77-450C-EDB9C495254C}"/>
                </a:ext>
              </a:extLst>
            </p:cNvPr>
            <p:cNvCxnSpPr>
              <a:cxnSpLocks/>
              <a:stCxn id="38" idx="3"/>
              <a:endCxn id="22" idx="1"/>
            </p:cNvCxnSpPr>
            <p:nvPr/>
          </p:nvCxnSpPr>
          <p:spPr>
            <a:xfrm>
              <a:off x="4031599" y="4886455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コネクタ: カギ線 68">
              <a:extLst>
                <a:ext uri="{FF2B5EF4-FFF2-40B4-BE49-F238E27FC236}">
                  <ns2:creationId id="{08324EEE-D50B-2E36-99E4-5F540140076F}"/>
                </a:ext>
              </a:extLst>
            </p:cNvPr>
            <p:cNvCxnSpPr>
              <a:cxnSpLocks/>
              <a:stCxn id="11" idx="3"/>
              <a:endCxn id="27" idx="1"/>
            </p:cNvCxnSpPr>
            <p:nvPr/>
          </p:nvCxnSpPr>
          <p:spPr>
            <a:xfrm flipV="1">
              <a:off x="2074462" y="2841268"/>
              <a:ext cx="217638" cy="6813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コネクタ: カギ線 71">
              <a:extLst>
                <a:ext uri="{FF2B5EF4-FFF2-40B4-BE49-F238E27FC236}">
                  <ns2:creationId id="{85408FC4-AACB-6487-E1F0-F5BF2498E892}"/>
                </a:ext>
              </a:extLst>
            </p:cNvPr>
            <p:cNvCxnSpPr>
              <a:cxnSpLocks/>
              <a:stCxn id="11" idx="3"/>
              <a:endCxn id="38" idx="1"/>
            </p:cNvCxnSpPr>
            <p:nvPr/>
          </p:nvCxnSpPr>
          <p:spPr>
            <a:xfrm>
              <a:off x="2074462" y="3522585"/>
              <a:ext cx="217638" cy="1363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正方形/長方形 75">
              <a:extLst>
                <a:ext uri="{FF2B5EF4-FFF2-40B4-BE49-F238E27FC236}">
                  <ns2:creationId id="{58F6032E-F5C9-CAE7-CB90-4BC315042F2F}"/>
                </a:ext>
              </a:extLst>
            </p:cNvPr>
            <p:cNvSpPr/>
            <p:nvPr/>
          </p:nvSpPr>
          <p:spPr>
            <a:xfrm>
              <a:off x="354319" y="163415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F8B93D2A-A191-78FF-9E44-124C218F6AD7}"/>
                </a:ext>
              </a:extLst>
            </p:cNvPr>
            <p:cNvSpPr/>
            <p:nvPr/>
          </p:nvSpPr>
          <p:spPr>
            <a:xfrm>
              <a:off x="854607" y="163415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8C0D617-858D-F6BB-B698-F1759B94517F}"/>
                </a:ext>
              </a:extLst>
            </p:cNvPr>
            <p:cNvSpPr/>
            <p:nvPr/>
          </p:nvSpPr>
          <p:spPr>
            <a:xfrm>
              <a:off x="354318" y="208554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9B120080-3BE1-FC2C-959F-FC9D7CBFD152}"/>
                </a:ext>
              </a:extLst>
            </p:cNvPr>
            <p:cNvSpPr/>
            <p:nvPr/>
          </p:nvSpPr>
          <p:spPr>
            <a:xfrm>
              <a:off x="835251" y="208554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81" name="コネクタ: カギ線 80">
              <a:extLst>
                <a:ext uri="{FF2B5EF4-FFF2-40B4-BE49-F238E27FC236}">
                  <ns2:creationId id="{B2B31E21-5148-0591-DFF7-EC292602C15A}"/>
                </a:ext>
              </a:extLst>
            </p:cNvPr>
            <p:cNvCxnSpPr>
              <a:cxnSpLocks/>
              <a:stCxn id="27" idx="3"/>
              <a:endCxn id="52" idx="1"/>
            </p:cNvCxnSpPr>
            <p:nvPr/>
          </p:nvCxnSpPr>
          <p:spPr>
            <a:xfrm>
              <a:off x="4031599" y="2841268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0">
              <a:extLst>
                <a:ext uri="{FF2B5EF4-FFF2-40B4-BE49-F238E27FC236}">
                  <ns2:creationId id="{8E455AF6-A0D6-AE34-A779-B3B08FAC9FBC}"/>
                </a:ext>
              </a:extLst>
            </p:cNvPr>
            <p:cNvCxnSpPr>
              <a:cxnSpLocks/>
              <a:stCxn id="38" idx="3"/>
              <a:endCxn id="21" idx="1"/>
            </p:cNvCxnSpPr>
            <p:nvPr/>
          </p:nvCxnSpPr>
          <p:spPr>
            <a:xfrm>
              <a:off x="4031599" y="4886455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コネクタ: カギ線 2">
              <a:extLst>
                <a:ext uri="{FF2B5EF4-FFF2-40B4-BE49-F238E27FC236}">
                  <ns2:creationId id="{43A34051-31B3-CDEE-5264-56AF1802A8A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895046" y="3810427"/>
              <a:ext cx="786360" cy="166002"/>
            </a:xfrm>
            <a:prstGeom prst="bentConnector3">
              <a:avLst>
                <a:gd name="adj1" fmla="val 100066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393502687"/>
      </p:ext>
    </p:extLst>
  </p:cSld>
  <p:clrMapOvr>
    <a:masterClrMapping/>
  </p:clrMapOvr>
</p:sld>
</file>

<file path=ppt/slides/slide24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67B9D703-B205-ECF7-7E10-793997F24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F3F13A-44C8-3E0E-B4D3-4F3E316B1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br>
              <a:rPr lang="en-US" altLang="ja-JP" dirty="0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</a:br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endParaRPr kumimoji="1" lang="ja-JP" altLang="en-US" dirty="0">
              <a:latin typeface="+mj-lt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842F25-7145-2B5E-DC37-3F8E7FF76B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33449"/>
          </a:xfrm>
        </p:spPr>
        <p:txBody>
          <a:bodyPr/>
          <a:lstStyle/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) 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  <a:cs typeface="Meiryo" pitchFamily="34" charset="-120"/>
            </a:endParaRPr>
          </a:p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</p:txBody>
      </p:sp>
      <p:grpSp>
        <p:nvGrpSpPr>
          <p:cNvPr id="19" name="Group 18">
            <a:extLst>
              <a:ext uri="{FF2B5EF4-FFF2-40B4-BE49-F238E27FC236}">
                <ns2:creationId id="{01E0886B-0B91-6C02-FBD1-E0F339EE7D35}"/>
              </a:ext>
            </a:extLst>
          </p:cNvPr>
          <p:cNvGrpSpPr/>
          <p:nvPr/>
        </p:nvGrpSpPr>
        <p:grpSpPr>
          <a:xfrm>
            <a:off x="334963" y="1628775"/>
            <a:ext cx="11522075" cy="4685076"/>
            <a:chOff x="334963" y="1628775"/>
            <a:chExt cx="11522075" cy="4685076"/>
          </a:xfrm>
        </p:grpSpPr>
        <p:grpSp>
          <p:nvGrpSpPr>
            <p:cNvPr id="127" name="グループ化 126">
              <a:extLst>
                <a:ext uri="{FF2B5EF4-FFF2-40B4-BE49-F238E27FC236}">
                  <ns2:creationId id="{635B4F43-FB44-1731-67E1-447F79C2F80F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4685076"/>
              <a:chOff x="334963" y="1628775"/>
              <a:chExt cx="11522075" cy="4685076"/>
            </a:xfrm>
          </p:grpSpPr>
          <p:grpSp>
            <p:nvGrpSpPr>
              <p:cNvPr id="97" name="グループ化 96">
                <a:extLst>
                  <a:ext uri="{FF2B5EF4-FFF2-40B4-BE49-F238E27FC236}">
                    <ns2:creationId id="{5885FB44-0313-3CB4-63FB-7E55467D1447}"/>
                  </a:ext>
                </a:extLst>
              </p:cNvPr>
              <p:cNvGrpSpPr/>
              <p:nvPr/>
            </p:nvGrpSpPr>
            <p:grpSpPr>
              <a:xfrm>
                <a:off x="334963" y="5998210"/>
                <a:ext cx="6625248" cy="315641"/>
                <a:chOff x="334963" y="5834901"/>
                <a:chExt cx="6625248" cy="47895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6896F174-6F21-403E-C374-40B2A77900F5}"/>
                    </a:ext>
                  </a:extLst>
                </p:cNvPr>
                <p:cNvSpPr/>
                <p:nvPr/>
              </p:nvSpPr>
              <p:spPr>
                <a:xfrm>
                  <a:off x="334963" y="5834901"/>
                  <a:ext cx="1209401" cy="46444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latin typeface="+mn-ea"/>
                  </a:endParaRP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ns2:creationId id="{BCA6150C-9FB7-D191-62BA-BEFF3ED5A534}"/>
                    </a:ext>
                  </a:extLst>
                </p:cNvPr>
                <p:cNvSpPr/>
                <p:nvPr/>
              </p:nvSpPr>
              <p:spPr>
                <a:xfrm>
                  <a:off x="1703375" y="5840440"/>
                  <a:ext cx="5256836" cy="4734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40" name="直線コネクタ 39">
                <a:extLst>
                  <a:ext uri="{FF2B5EF4-FFF2-40B4-BE49-F238E27FC236}">
                    <ns2:creationId id="{3059FA0B-DBF7-EA5A-39D6-CE2D6AC597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4250" y="1903228"/>
                <a:ext cx="5970436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" name="グループ化 123">
                <a:extLst>
                  <a:ext uri="{FF2B5EF4-FFF2-40B4-BE49-F238E27FC236}">
                    <ns2:creationId id="{0D5CF6EC-7103-3A03-7ECD-83A781B72465}"/>
                  </a:ext>
                </a:extLst>
              </p:cNvPr>
              <p:cNvGrpSpPr/>
              <p:nvPr/>
            </p:nvGrpSpPr>
            <p:grpSpPr>
              <a:xfrm>
                <a:off x="334963" y="2092739"/>
                <a:ext cx="1209401" cy="3853870"/>
                <a:chOff x="334963" y="2092739"/>
                <a:chExt cx="1209401" cy="3853870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C6F267B8-2F24-7F37-FADA-58D521A53E06}"/>
                    </a:ext>
                  </a:extLst>
                </p:cNvPr>
                <p:cNvSpPr/>
                <p:nvPr/>
              </p:nvSpPr>
              <p:spPr>
                <a:xfrm>
                  <a:off x="334963" y="2092739"/>
                  <a:ext cx="1209401" cy="57052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" name="正方形/長方形 12">
                  <a:extLst>
                    <a:ext uri="{FF2B5EF4-FFF2-40B4-BE49-F238E27FC236}">
                      <ns2:creationId id="{7B1B96B2-8AE0-E32B-A1C6-7FD01FFFBA36}"/>
                    </a:ext>
                  </a:extLst>
                </p:cNvPr>
                <p:cNvSpPr/>
                <p:nvPr/>
              </p:nvSpPr>
              <p:spPr>
                <a:xfrm>
                  <a:off x="334963" y="2711853"/>
                  <a:ext cx="1209401" cy="172015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①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②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③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14" name="正方形/長方形 13">
                  <a:extLst>
                    <a:ext uri="{FF2B5EF4-FFF2-40B4-BE49-F238E27FC236}">
                      <ns2:creationId id="{A3245DAA-FF1E-20CB-34DC-8BB16DD67507}"/>
                    </a:ext>
                  </a:extLst>
                </p:cNvPr>
                <p:cNvSpPr/>
                <p:nvPr/>
              </p:nvSpPr>
              <p:spPr>
                <a:xfrm>
                  <a:off x="334963" y="4483604"/>
                  <a:ext cx="1209401" cy="1463005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latin typeface="+mn-ea"/>
                  </a:endParaRPr>
                </a:p>
              </p:txBody>
            </p:sp>
          </p:grpSp>
          <p:grpSp>
            <p:nvGrpSpPr>
              <p:cNvPr id="121" name="グループ化 120">
                <a:extLst>
                  <a:ext uri="{FF2B5EF4-FFF2-40B4-BE49-F238E27FC236}">
                    <ns2:creationId id="{CAB2CD45-9577-A0DB-809F-900003B9B582}"/>
                  </a:ext>
                </a:extLst>
              </p:cNvPr>
              <p:cNvGrpSpPr/>
              <p:nvPr/>
            </p:nvGrpSpPr>
            <p:grpSpPr>
              <a:xfrm>
                <a:off x="7000096" y="2706788"/>
                <a:ext cx="554591" cy="3597502"/>
                <a:chOff x="7000096" y="2706788"/>
                <a:chExt cx="554591" cy="3597502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A2B2285C-DCF4-B137-AFE6-467C4BEF59D8}"/>
                    </a:ext>
                  </a:extLst>
                </p:cNvPr>
                <p:cNvSpPr/>
                <p:nvPr/>
              </p:nvSpPr>
              <p:spPr>
                <a:xfrm>
                  <a:off x="7000096" y="3902949"/>
                  <a:ext cx="554590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2CA99772-5272-0014-F856-22EC36835783}"/>
                    </a:ext>
                  </a:extLst>
                </p:cNvPr>
                <p:cNvSpPr/>
                <p:nvPr/>
              </p:nvSpPr>
              <p:spPr>
                <a:xfrm>
                  <a:off x="7000096" y="4585891"/>
                  <a:ext cx="554590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68E69FDC-ABF0-AE5D-85C7-4E83095783C3}"/>
                    </a:ext>
                  </a:extLst>
                </p:cNvPr>
                <p:cNvSpPr/>
                <p:nvPr/>
              </p:nvSpPr>
              <p:spPr>
                <a:xfrm>
                  <a:off x="7000096" y="5338342"/>
                  <a:ext cx="554590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5B89888C-12A7-554E-62F9-E827BFDF9DA0}"/>
                    </a:ext>
                  </a:extLst>
                </p:cNvPr>
                <p:cNvSpPr/>
                <p:nvPr/>
              </p:nvSpPr>
              <p:spPr>
                <a:xfrm>
                  <a:off x="7000096" y="6003157"/>
                  <a:ext cx="554590" cy="301133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700"/>
                    </a:lnSpc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>
                    <a:lnSpc>
                      <a:spcPts val="700"/>
                    </a:lnSpc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33A8324-89CA-48A0-228A-E836E124C466}"/>
                    </a:ext>
                  </a:extLst>
                </p:cNvPr>
                <p:cNvSpPr/>
                <p:nvPr/>
              </p:nvSpPr>
              <p:spPr>
                <a:xfrm>
                  <a:off x="7000097" y="2706788"/>
                  <a:ext cx="554590" cy="11233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algn="ctr"/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6" name="グループ化 125">
                <a:extLst>
                  <a:ext uri="{FF2B5EF4-FFF2-40B4-BE49-F238E27FC236}">
                    <ns2:creationId id="{3EF50710-033B-3925-4254-5C4EFB64A2D7}"/>
                  </a:ext>
                </a:extLst>
              </p:cNvPr>
              <p:cNvGrpSpPr/>
              <p:nvPr/>
            </p:nvGrpSpPr>
            <p:grpSpPr>
              <a:xfrm>
                <a:off x="1584249" y="1628775"/>
                <a:ext cx="5970437" cy="4317833"/>
                <a:chOff x="1584249" y="1628775"/>
                <a:chExt cx="5970437" cy="4317833"/>
              </a:xfrm>
            </p:grpSpPr>
            <p:sp>
              <p:nvSpPr>
                <p:cNvPr id="18" name="正方形/長方形 17">
                  <a:extLst>
                    <a:ext uri="{FF2B5EF4-FFF2-40B4-BE49-F238E27FC236}">
                      <ns2:creationId id="{6C73EBC6-1F29-E0A7-BF2C-FB03D02A6BCA}"/>
                    </a:ext>
                  </a:extLst>
                </p:cNvPr>
                <p:cNvSpPr/>
                <p:nvPr/>
              </p:nvSpPr>
              <p:spPr>
                <a:xfrm>
                  <a:off x="1584250" y="1628775"/>
                  <a:ext cx="5970436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" name="正方形/長方形 5">
                  <a:extLst>
                    <a:ext uri="{FF2B5EF4-FFF2-40B4-BE49-F238E27FC236}">
                      <ns2:creationId id="{C8828ECE-A602-8251-E0CE-4F2F4A850402}"/>
                    </a:ext>
                  </a:extLst>
                </p:cNvPr>
                <p:cNvSpPr/>
                <p:nvPr/>
              </p:nvSpPr>
              <p:spPr>
                <a:xfrm>
                  <a:off x="2188029" y="2706790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D733C9DA-E5A0-E2AB-3FCB-4BCFD6694A89}"/>
                    </a:ext>
                  </a:extLst>
                </p:cNvPr>
                <p:cNvSpPr/>
                <p:nvPr/>
              </p:nvSpPr>
              <p:spPr>
                <a:xfrm>
                  <a:off x="2188029" y="3087456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58FA442E-4881-7680-D3C3-4C06B7134DEE}"/>
                    </a:ext>
                  </a:extLst>
                </p:cNvPr>
                <p:cNvSpPr/>
                <p:nvPr/>
              </p:nvSpPr>
              <p:spPr>
                <a:xfrm>
                  <a:off x="2188029" y="3468122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800F51FF-2688-50DE-F879-123CD819D2B4}"/>
                    </a:ext>
                  </a:extLst>
                </p:cNvPr>
                <p:cNvSpPr/>
                <p:nvPr/>
              </p:nvSpPr>
              <p:spPr>
                <a:xfrm>
                  <a:off x="1584249" y="2092739"/>
                  <a:ext cx="5375961" cy="57052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30FB7FF6-6427-CA72-6587-2997A2D2274A}"/>
                    </a:ext>
                  </a:extLst>
                </p:cNvPr>
                <p:cNvSpPr/>
                <p:nvPr/>
              </p:nvSpPr>
              <p:spPr>
                <a:xfrm>
                  <a:off x="5305647" y="1690285"/>
                  <a:ext cx="1275907" cy="15143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1E9E95E8-4383-E582-231D-FB4D6D8BDA7F}"/>
                    </a:ext>
                  </a:extLst>
                </p:cNvPr>
                <p:cNvSpPr/>
                <p:nvPr/>
              </p:nvSpPr>
              <p:spPr>
                <a:xfrm>
                  <a:off x="3323492" y="2706790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F6608D4D-0F1F-E7AC-3E2D-B7E8D080B85C}"/>
                    </a:ext>
                  </a:extLst>
                </p:cNvPr>
                <p:cNvSpPr/>
                <p:nvPr/>
              </p:nvSpPr>
              <p:spPr>
                <a:xfrm>
                  <a:off x="3323492" y="3087455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7C332067-AE46-F317-8C13-CF54D73D209F}"/>
                    </a:ext>
                  </a:extLst>
                </p:cNvPr>
                <p:cNvSpPr/>
                <p:nvPr/>
              </p:nvSpPr>
              <p:spPr>
                <a:xfrm>
                  <a:off x="3323492" y="3468122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25" name="グループ化 124">
                  <a:extLst>
                    <a:ext uri="{FF2B5EF4-FFF2-40B4-BE49-F238E27FC236}">
                      <ns2:creationId id="{63952215-B5B5-F5D2-C775-318AE054E2B3}"/>
                    </a:ext>
                  </a:extLst>
                </p:cNvPr>
                <p:cNvGrpSpPr/>
                <p:nvPr/>
              </p:nvGrpSpPr>
              <p:grpSpPr>
                <a:xfrm>
                  <a:off x="1703375" y="2706789"/>
                  <a:ext cx="451998" cy="3239819"/>
                  <a:chOff x="1703375" y="2706789"/>
                  <a:chExt cx="451998" cy="3239819"/>
                </a:xfrm>
              </p:grpSpPr>
              <p:sp>
                <p:nvSpPr>
                  <p:cNvPr id="46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2698204"/>
                    <a:ext cx="434825" cy="451996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accent5">
                      <a:alpha val="6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7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078871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>
                      <a:alpha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30" name="山形 14">
                    <a:extLst>
                      <a:ext uri="{FF2B5EF4-FFF2-40B4-BE49-F238E27FC236}">
                        <ns2:creationId id="{6D8C279F-BF49-90DC-A940-B7F694C15E9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459538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" name="正方形/長方形 3">
                    <a:extLst>
                      <a:ext uri="{FF2B5EF4-FFF2-40B4-BE49-F238E27FC236}">
                        <ns2:creationId id="{1125333A-6FE1-7B87-5216-2A89EE722269}"/>
                      </a:ext>
                    </a:extLst>
                  </p:cNvPr>
                  <p:cNvSpPr/>
                  <p:nvPr/>
                </p:nvSpPr>
                <p:spPr>
                  <a:xfrm>
                    <a:off x="1703375" y="3902949"/>
                    <a:ext cx="451996" cy="2043659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4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14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48" name="正方形/長方形 47">
                  <a:extLst>
                    <a:ext uri="{FF2B5EF4-FFF2-40B4-BE49-F238E27FC236}">
                      <ns2:creationId id="{9DD668A5-E392-2CBF-C340-4C267E705EDD}"/>
                    </a:ext>
                  </a:extLst>
                </p:cNvPr>
                <p:cNvSpPr/>
                <p:nvPr/>
              </p:nvSpPr>
              <p:spPr>
                <a:xfrm>
                  <a:off x="3323492" y="390294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C209AC27-6BC7-2A24-B2EE-8DF53E31E64A}"/>
                    </a:ext>
                  </a:extLst>
                </p:cNvPr>
                <p:cNvSpPr/>
                <p:nvPr/>
              </p:nvSpPr>
              <p:spPr>
                <a:xfrm>
                  <a:off x="3323492" y="4248087"/>
                  <a:ext cx="1006573" cy="216000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78303E38-BB6A-D633-CACA-A3C4C4E5EA27}"/>
                    </a:ext>
                  </a:extLst>
                </p:cNvPr>
                <p:cNvSpPr/>
                <p:nvPr/>
              </p:nvSpPr>
              <p:spPr>
                <a:xfrm>
                  <a:off x="4330065" y="4248086"/>
                  <a:ext cx="2630145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" name="正方形/長方形 9">
                  <a:extLst>
                    <a:ext uri="{FF2B5EF4-FFF2-40B4-BE49-F238E27FC236}">
                      <ns2:creationId id="{82401AB5-4C65-A20D-C51F-0A9BE38FF909}"/>
                    </a:ext>
                  </a:extLst>
                </p:cNvPr>
                <p:cNvSpPr/>
                <p:nvPr/>
              </p:nvSpPr>
              <p:spPr>
                <a:xfrm>
                  <a:off x="2188029" y="3902949"/>
                  <a:ext cx="1095577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CC5C9ADA-7890-DE01-B842-0C3D17B43283}"/>
                    </a:ext>
                  </a:extLst>
                </p:cNvPr>
                <p:cNvSpPr/>
                <p:nvPr/>
              </p:nvSpPr>
              <p:spPr>
                <a:xfrm>
                  <a:off x="2188029" y="5338342"/>
                  <a:ext cx="1095577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58FB6AEB-9CAB-A6C9-5806-70A7988FEEF9}"/>
                    </a:ext>
                  </a:extLst>
                </p:cNvPr>
                <p:cNvSpPr/>
                <p:nvPr/>
              </p:nvSpPr>
              <p:spPr>
                <a:xfrm>
                  <a:off x="2188029" y="4585891"/>
                  <a:ext cx="1095577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9937907C-FB31-854C-3A2D-9415B1CC3879}"/>
                    </a:ext>
                  </a:extLst>
                </p:cNvPr>
                <p:cNvSpPr/>
                <p:nvPr/>
              </p:nvSpPr>
              <p:spPr>
                <a:xfrm>
                  <a:off x="3323492" y="4585891"/>
                  <a:ext cx="3636718" cy="4291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A3285F6A-F7ED-2744-1572-B1A7DE3A4D6F}"/>
                    </a:ext>
                  </a:extLst>
                </p:cNvPr>
                <p:cNvSpPr/>
                <p:nvPr/>
              </p:nvSpPr>
              <p:spPr>
                <a:xfrm>
                  <a:off x="3323492" y="5052605"/>
                  <a:ext cx="1006573" cy="231968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3A0AFBF5-E3A4-FA11-4020-E0309E552EC0}"/>
                    </a:ext>
                  </a:extLst>
                </p:cNvPr>
                <p:cNvSpPr/>
                <p:nvPr/>
              </p:nvSpPr>
              <p:spPr>
                <a:xfrm>
                  <a:off x="4330065" y="5052605"/>
                  <a:ext cx="2630145" cy="23196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61C010EB-B7DC-6F35-0A42-DA34A05C95CE}"/>
                    </a:ext>
                  </a:extLst>
                </p:cNvPr>
                <p:cNvSpPr/>
                <p:nvPr/>
              </p:nvSpPr>
              <p:spPr>
                <a:xfrm>
                  <a:off x="3323492" y="533551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ACE70973-B305-60AF-0EE1-65A55B3264F9}"/>
                    </a:ext>
                  </a:extLst>
                </p:cNvPr>
                <p:cNvSpPr/>
                <p:nvPr/>
              </p:nvSpPr>
              <p:spPr>
                <a:xfrm>
                  <a:off x="3323492" y="5662571"/>
                  <a:ext cx="1006573" cy="284036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848DCA9F-47A7-5930-B4EA-0CF4DBEB9AE6}"/>
                    </a:ext>
                  </a:extLst>
                </p:cNvPr>
                <p:cNvSpPr/>
                <p:nvPr/>
              </p:nvSpPr>
              <p:spPr>
                <a:xfrm>
                  <a:off x="4330065" y="5662569"/>
                  <a:ext cx="2630145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91" name="直線コネクタ 90">
                  <a:extLst>
                    <a:ext uri="{FF2B5EF4-FFF2-40B4-BE49-F238E27FC236}">
                      <ns2:creationId id="{38AE36A7-9126-4491-6F4E-89CCCDD054A4}"/>
                    </a:ext>
                  </a:extLst>
                </p:cNvPr>
                <p:cNvCxnSpPr/>
                <p:nvPr/>
              </p:nvCxnSpPr>
              <p:spPr>
                <a:xfrm>
                  <a:off x="1584249" y="2685026"/>
                  <a:ext cx="537596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7085B7E9-97F6-81D3-4858-A5823B35C160}"/>
                    </a:ext>
                  </a:extLst>
                </p:cNvPr>
                <p:cNvCxnSpPr/>
                <p:nvPr/>
              </p:nvCxnSpPr>
              <p:spPr>
                <a:xfrm>
                  <a:off x="3323492" y="3078147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直線コネクタ 92">
                  <a:extLst>
                    <a:ext uri="{FF2B5EF4-FFF2-40B4-BE49-F238E27FC236}">
                      <ns2:creationId id="{C437B8B2-AEDC-B6E0-2792-18C63ABEC91F}"/>
                    </a:ext>
                  </a:extLst>
                </p:cNvPr>
                <p:cNvCxnSpPr/>
                <p:nvPr/>
              </p:nvCxnSpPr>
              <p:spPr>
                <a:xfrm>
                  <a:off x="3323492" y="3448311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DA486A76-03D5-7B50-8DA7-7404540A1C41}"/>
                    </a:ext>
                  </a:extLst>
                </p:cNvPr>
                <p:cNvCxnSpPr/>
                <p:nvPr/>
              </p:nvCxnSpPr>
              <p:spPr>
                <a:xfrm>
                  <a:off x="4330065" y="4217536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29361E96-9750-F9EA-CC33-6ACB725B6AF5}"/>
                    </a:ext>
                  </a:extLst>
                </p:cNvPr>
                <p:cNvCxnSpPr/>
                <p:nvPr/>
              </p:nvCxnSpPr>
              <p:spPr>
                <a:xfrm>
                  <a:off x="4330064" y="5314009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B1106BE4-D644-1497-9E5E-122257425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23492" y="3866561"/>
                  <a:ext cx="363671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直線コネクタ 103">
                  <a:extLst>
                    <a:ext uri="{FF2B5EF4-FFF2-40B4-BE49-F238E27FC236}">
                      <ns2:creationId id="{30CE56BD-E784-C451-8AE6-28AB17FB49D6}"/>
                    </a:ext>
                  </a:extLst>
                </p:cNvPr>
                <p:cNvCxnSpPr/>
                <p:nvPr/>
              </p:nvCxnSpPr>
              <p:spPr>
                <a:xfrm>
                  <a:off x="4330064" y="4559007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ns2:creationId id="{0585A4EC-9319-79B0-B7EF-A77013F80239}"/>
                    </a:ext>
                  </a:extLst>
                </p:cNvPr>
                <p:cNvCxnSpPr/>
                <p:nvPr/>
              </p:nvCxnSpPr>
              <p:spPr>
                <a:xfrm>
                  <a:off x="4330064" y="5641062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12" name="直線コネクタ 111">
                <a:extLst>
                  <a:ext uri="{FF2B5EF4-FFF2-40B4-BE49-F238E27FC236}">
                    <ns2:creationId id="{2EE9FDCA-F622-3BCB-EE5C-A7F67E90D6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3866561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F108EB28-FD03-3799-4C11-A4008C150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4559007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ns2:creationId id="{689886D8-4B38-0B6C-991F-0C3B96B1AF55}"/>
                  </a:ext>
                </a:extLst>
              </p:cNvPr>
              <p:cNvGrpSpPr/>
              <p:nvPr/>
            </p:nvGrpSpPr>
            <p:grpSpPr>
              <a:xfrm>
                <a:off x="7717971" y="1628775"/>
                <a:ext cx="2052541" cy="4346107"/>
                <a:chOff x="7717971" y="1628775"/>
                <a:chExt cx="2052541" cy="4346107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65C78426-AAAE-D7DD-A7E8-D6D5FD1764F0}"/>
                    </a:ext>
                  </a:extLst>
                </p:cNvPr>
                <p:cNvSpPr/>
                <p:nvPr/>
              </p:nvSpPr>
              <p:spPr>
                <a:xfrm>
                  <a:off x="7717971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E860A774-3B17-482E-A768-88D8B0F5F8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正方形/長方形 42">
                  <a:extLst>
                    <a:ext uri="{FF2B5EF4-FFF2-40B4-BE49-F238E27FC236}">
                      <ns2:creationId id="{60663764-B6BA-E52E-8CA2-6949D5A844A5}"/>
                    </a:ext>
                  </a:extLst>
                </p:cNvPr>
                <p:cNvSpPr/>
                <p:nvPr/>
              </p:nvSpPr>
              <p:spPr>
                <a:xfrm>
                  <a:off x="7717971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C8B6F3A4-B375-DED8-8234-B02022389464}"/>
                    </a:ext>
                  </a:extLst>
                </p:cNvPr>
                <p:cNvSpPr/>
                <p:nvPr/>
              </p:nvSpPr>
              <p:spPr>
                <a:xfrm>
                  <a:off x="7717972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FBE5F641-D3A5-DDAF-F2EF-431C086E2C6A}"/>
                    </a:ext>
                  </a:extLst>
                </p:cNvPr>
                <p:cNvSpPr/>
                <p:nvPr/>
              </p:nvSpPr>
              <p:spPr>
                <a:xfrm>
                  <a:off x="7717971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82198059-2B97-D2DD-BF7F-8BA3796D5706}"/>
                    </a:ext>
                  </a:extLst>
                </p:cNvPr>
                <p:cNvSpPr/>
                <p:nvPr/>
              </p:nvSpPr>
              <p:spPr>
                <a:xfrm>
                  <a:off x="7717971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B458055B-8820-20F2-995E-820C5FC66868}"/>
                    </a:ext>
                  </a:extLst>
                </p:cNvPr>
                <p:cNvSpPr/>
                <p:nvPr/>
              </p:nvSpPr>
              <p:spPr>
                <a:xfrm>
                  <a:off x="7717971" y="3902949"/>
                  <a:ext cx="2052538" cy="6291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ABB5804B-D481-C246-693B-0DD457DFF513}"/>
                    </a:ext>
                  </a:extLst>
                </p:cNvPr>
                <p:cNvSpPr/>
                <p:nvPr/>
              </p:nvSpPr>
              <p:spPr>
                <a:xfrm>
                  <a:off x="7717971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25F0932E-6671-49AF-7A4B-D9C8C70D1A82}"/>
                    </a:ext>
                  </a:extLst>
                </p:cNvPr>
                <p:cNvSpPr/>
                <p:nvPr/>
              </p:nvSpPr>
              <p:spPr>
                <a:xfrm>
                  <a:off x="7717971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6" name="直線コネクタ 105">
                  <a:extLst>
                    <a:ext uri="{FF2B5EF4-FFF2-40B4-BE49-F238E27FC236}">
                      <ns2:creationId id="{14422AAD-124D-BDEB-767F-480B8F5BFB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818EEDB2-F09B-9454-5511-6E954E6E1D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4F15ADD8-C577-1BF4-658C-CC1E62BBAA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44831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ED9F8AF0-F9FE-862E-D6C6-88C560B308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FFB7B14E-08B7-BFC6-CA1E-23D4D036F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97488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" name="グループ化 122">
                <a:extLst>
                  <a:ext uri="{FF2B5EF4-FFF2-40B4-BE49-F238E27FC236}">
                    <ns2:creationId id="{4C8FE0E1-F065-6AA8-3EDA-B08D62012CC2}"/>
                  </a:ext>
                </a:extLst>
              </p:cNvPr>
              <p:cNvGrpSpPr/>
              <p:nvPr/>
            </p:nvGrpSpPr>
            <p:grpSpPr>
              <a:xfrm>
                <a:off x="9804496" y="1628775"/>
                <a:ext cx="2052542" cy="4675514"/>
                <a:chOff x="9804496" y="1628775"/>
                <a:chExt cx="2052542" cy="4675514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E7313E53-403C-9196-5668-7E5BB789719C}"/>
                    </a:ext>
                  </a:extLst>
                </p:cNvPr>
                <p:cNvSpPr/>
                <p:nvPr/>
              </p:nvSpPr>
              <p:spPr>
                <a:xfrm>
                  <a:off x="9804499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9" name="直線コネクタ 38">
                  <a:extLst>
                    <a:ext uri="{FF2B5EF4-FFF2-40B4-BE49-F238E27FC236}">
                      <ns2:creationId id="{658410DC-05BF-08FC-3BDE-93312DDCFF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正方形/長方形 43">
                  <a:extLst>
                    <a:ext uri="{FF2B5EF4-FFF2-40B4-BE49-F238E27FC236}">
                      <ns2:creationId id="{AD6BA21D-AF12-9D00-0BFD-98B1CF298E93}"/>
                    </a:ext>
                  </a:extLst>
                </p:cNvPr>
                <p:cNvSpPr/>
                <p:nvPr/>
              </p:nvSpPr>
              <p:spPr>
                <a:xfrm>
                  <a:off x="9804498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" pitchFamily="34" charset="-120"/>
                  </a:endParaRPr>
                </a:p>
                <a:p>
                  <a:pPr marL="174625" indent="-174625">
                    <a:lnSpc>
                      <a:spcPct val="150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7246C6E3-3E13-6874-F25B-000948ECC8CB}"/>
                    </a:ext>
                  </a:extLst>
                </p:cNvPr>
                <p:cNvSpPr/>
                <p:nvPr/>
              </p:nvSpPr>
              <p:spPr>
                <a:xfrm>
                  <a:off x="9804497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321A47C6-FCCC-E520-88FD-5432CE1CBF15}"/>
                    </a:ext>
                  </a:extLst>
                </p:cNvPr>
                <p:cNvSpPr/>
                <p:nvPr/>
              </p:nvSpPr>
              <p:spPr>
                <a:xfrm>
                  <a:off x="9804496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正方形/長方形 75">
                  <a:extLst>
                    <a:ext uri="{FF2B5EF4-FFF2-40B4-BE49-F238E27FC236}">
                      <ns2:creationId id="{0E1D9F5E-DA52-894B-A17E-D66112EAD6D3}"/>
                    </a:ext>
                  </a:extLst>
                </p:cNvPr>
                <p:cNvSpPr/>
                <p:nvPr/>
              </p:nvSpPr>
              <p:spPr>
                <a:xfrm>
                  <a:off x="9804496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3223A58B-7CCB-BAE6-F5ED-9E4884F5075D}"/>
                    </a:ext>
                  </a:extLst>
                </p:cNvPr>
                <p:cNvSpPr/>
                <p:nvPr/>
              </p:nvSpPr>
              <p:spPr>
                <a:xfrm>
                  <a:off x="9804500" y="3857087"/>
                  <a:ext cx="2052538" cy="2658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895D27DD-F869-8714-B929-607BE3E8238D}"/>
                    </a:ext>
                  </a:extLst>
                </p:cNvPr>
                <p:cNvSpPr/>
                <p:nvPr/>
              </p:nvSpPr>
              <p:spPr>
                <a:xfrm>
                  <a:off x="9804500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92026134-80E9-442C-A446-0F7A995438D8}"/>
                    </a:ext>
                  </a:extLst>
                </p:cNvPr>
                <p:cNvSpPr/>
                <p:nvPr/>
              </p:nvSpPr>
              <p:spPr>
                <a:xfrm>
                  <a:off x="9804500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DB9BA220-09DA-B767-BE85-F0B5894D130F}"/>
                    </a:ext>
                  </a:extLst>
                </p:cNvPr>
                <p:cNvSpPr/>
                <p:nvPr/>
              </p:nvSpPr>
              <p:spPr>
                <a:xfrm>
                  <a:off x="9804500" y="6003156"/>
                  <a:ext cx="2052538" cy="301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04FE09FE-73CF-202E-A7F4-553D422A6C4C}"/>
                    </a:ext>
                  </a:extLst>
                </p:cNvPr>
                <p:cNvSpPr/>
                <p:nvPr/>
              </p:nvSpPr>
              <p:spPr>
                <a:xfrm>
                  <a:off x="9804500" y="4136389"/>
                  <a:ext cx="2052538" cy="3110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、</a:t>
                  </a:r>
                  <a:b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7" name="直線コネクタ 106">
                  <a:extLst>
                    <a:ext uri="{FF2B5EF4-FFF2-40B4-BE49-F238E27FC236}">
                      <ns2:creationId id="{EFB21F35-3124-83DF-6CDD-1AE1F4431B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0E31340D-6ADF-8FAE-D503-5C44DA04A2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0766BD8F-B8AC-6EB0-4C72-9285F9128B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44831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81268337-9C97-EA3E-A594-A4453643F0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412967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>
                  <a:extLst>
                    <a:ext uri="{FF2B5EF4-FFF2-40B4-BE49-F238E27FC236}">
                      <ns2:creationId id="{9031F556-8A74-3B12-D8C4-A43CDA0D8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>
                  <a:extLst>
                    <a:ext uri="{FF2B5EF4-FFF2-40B4-BE49-F238E27FC236}">
                      <ns2:creationId id="{D67E3E5B-899B-6194-B144-BF23330BF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97488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" name="直線コネクタ 111">
              <a:extLst>
                <a:ext uri="{FF2B5EF4-FFF2-40B4-BE49-F238E27FC236}">
                  <ns2:creationId id="{1C2AE08D-537B-5460-3F46-7F25F21CE4C5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3866561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1">
              <a:extLst>
                <a:ext uri="{FF2B5EF4-FFF2-40B4-BE49-F238E27FC236}">
                  <ns2:creationId id="{B791B44D-9E2F-E44C-705F-CF812FB09E9D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4559007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249842078"/>
      </p:ext>
    </p:extLst>
  </p:cSld>
  <p:clrMapOvr>
    <a:masterClrMapping/>
  </p:clrMapOvr>
</p:sld>
</file>

<file path=ppt/slides/slide2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598124-7EB0-18A6-D2DD-F6BB893D9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C665D6-2316-8D4E-2AA8-DA497D2A53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A742640-5C1B-7419-7FB2-67DCDDF294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正方形/長方形 62">
            <a:extLst>
              <a:ext uri="{FF2B5EF4-FFF2-40B4-BE49-F238E27FC236}">
                <ns2:creationId id="{DECF32E1-05A8-D51D-78D4-4EDCA90B7B95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2D5F02FE-512D-4D6C-26CB-B69BF659EF07}"/>
              </a:ext>
            </a:extLst>
          </p:cNvPr>
          <p:cNvSpPr/>
          <p:nvPr/>
        </p:nvSpPr>
        <p:spPr>
          <a:xfrm>
            <a:off x="342444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1200"/>
              </a:spcAft>
              <a:defRPr/>
            </a:pP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lvl="0" algn="ctr">
              <a:defRPr/>
            </a:pP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0F721A6E-24DD-48B3-8731-2195E7928E6D}"/>
              </a:ext>
            </a:extLst>
          </p:cNvPr>
          <p:cNvSpPr/>
          <p:nvPr/>
        </p:nvSpPr>
        <p:spPr>
          <a:xfrm>
            <a:off x="6319681" y="1628775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0B1B4B65-1D92-191B-907F-776DDEC280C7}"/>
              </a:ext>
            </a:extLst>
          </p:cNvPr>
          <p:cNvSpPr/>
          <p:nvPr/>
        </p:nvSpPr>
        <p:spPr>
          <a:xfrm>
            <a:off x="6319680" y="2010379"/>
            <a:ext cx="5537357" cy="16356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4F60B50F-D0CB-F49D-9ED7-3B266235F4C7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208" name="グループ化 207">
            <a:extLst>
              <a:ext uri="{FF2B5EF4-FFF2-40B4-BE49-F238E27FC236}">
                <ns2:creationId id="{24D893E0-F7EF-DE25-7E90-25D421864810}"/>
              </a:ext>
            </a:extLst>
          </p:cNvPr>
          <p:cNvGrpSpPr/>
          <p:nvPr/>
        </p:nvGrpSpPr>
        <p:grpSpPr>
          <a:xfrm>
            <a:off x="6395370" y="2339830"/>
            <a:ext cx="5385976" cy="1219293"/>
            <a:chOff x="6405525" y="2339830"/>
            <a:chExt cx="5385976" cy="1219293"/>
          </a:xfrm>
        </p:grpSpPr>
        <p:sp>
          <p:nvSpPr>
            <p:cNvPr id="54" name="正方形/長方形 53">
              <a:extLst>
                <a:ext uri="{FF2B5EF4-FFF2-40B4-BE49-F238E27FC236}">
                  <ns2:creationId id="{B8C21C7A-AB7D-A8C0-03E4-A29ADC9AF158}"/>
                </a:ext>
              </a:extLst>
            </p:cNvPr>
            <p:cNvSpPr/>
            <p:nvPr/>
          </p:nvSpPr>
          <p:spPr>
            <a:xfrm>
              <a:off x="6405526" y="2572953"/>
              <a:ext cx="3144552" cy="238016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3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7EDCC2EE-BD95-CB4F-0D74-3C4C4222C05E}"/>
                </a:ext>
              </a:extLst>
            </p:cNvPr>
            <p:cNvSpPr/>
            <p:nvPr/>
          </p:nvSpPr>
          <p:spPr>
            <a:xfrm>
              <a:off x="6405525" y="3321106"/>
              <a:ext cx="3144553" cy="2380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吹き出し: 角を丸めた四角形 56">
              <a:extLst>
                <a:ext uri="{FF2B5EF4-FFF2-40B4-BE49-F238E27FC236}">
                  <ns2:creationId id="{48695A37-D9A3-377B-67FF-3225CD52EEDA}"/>
                </a:ext>
              </a:extLst>
            </p:cNvPr>
            <p:cNvSpPr/>
            <p:nvPr/>
          </p:nvSpPr>
          <p:spPr>
            <a:xfrm>
              <a:off x="7520440" y="2876819"/>
              <a:ext cx="2029638" cy="378438"/>
            </a:xfrm>
            <a:prstGeom prst="wedgeRoundRectCallout">
              <a:avLst>
                <a:gd name="adj1" fmla="val -58768"/>
                <a:gd name="adj2" fmla="val -8006"/>
                <a:gd name="adj3" fmla="val 16667"/>
              </a:avLst>
            </a:prstGeom>
            <a:solidFill>
              <a:schemeClr val="accent5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612E595E-D1DC-2BF5-5601-AA60949EE80D}"/>
                </a:ext>
              </a:extLst>
            </p:cNvPr>
            <p:cNvSpPr/>
            <p:nvPr/>
          </p:nvSpPr>
          <p:spPr>
            <a:xfrm>
              <a:off x="9799599" y="2572954"/>
              <a:ext cx="1991902" cy="238016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F10EEC3-A28E-6E69-B6A9-526179A01E35}"/>
                </a:ext>
              </a:extLst>
            </p:cNvPr>
            <p:cNvSpPr/>
            <p:nvPr/>
          </p:nvSpPr>
          <p:spPr>
            <a:xfrm>
              <a:off x="9799598" y="3321107"/>
              <a:ext cx="1991903" cy="23801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B5B89BC1-2A9B-58C5-5CD0-65784D432269}"/>
                </a:ext>
              </a:extLst>
            </p:cNvPr>
            <p:cNvSpPr/>
            <p:nvPr/>
          </p:nvSpPr>
          <p:spPr>
            <a:xfrm>
              <a:off x="9799598" y="2876818"/>
              <a:ext cx="1991902" cy="378438"/>
            </a:xfrm>
            <a:prstGeom prst="roundRect">
              <a:avLst>
                <a:gd name="adj" fmla="val 14269"/>
              </a:avLst>
            </a:prstGeom>
            <a:solidFill>
              <a:schemeClr val="bg1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8499E1C-780D-D0EB-C8D9-455EBE1A2E9B}"/>
                </a:ext>
              </a:extLst>
            </p:cNvPr>
            <p:cNvSpPr/>
            <p:nvPr/>
          </p:nvSpPr>
          <p:spPr>
            <a:xfrm>
              <a:off x="9799598" y="2339830"/>
              <a:ext cx="1991902" cy="2250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3">
                  <a:lumMod val="7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1" name="直線コネクタ 16">
              <a:extLst>
                <a:ext uri="{FF2B5EF4-FFF2-40B4-BE49-F238E27FC236}">
                  <ns2:creationId id="{352C522B-5B0A-0FED-4854-1EDE8A767442}"/>
                </a:ext>
              </a:extLst>
            </p:cNvPr>
            <p:cNvCxnSpPr>
              <a:cxnSpLocks/>
            </p:cNvCxnSpPr>
            <p:nvPr/>
          </p:nvCxnSpPr>
          <p:spPr>
            <a:xfrm>
              <a:off x="6853584" y="2810969"/>
              <a:ext cx="0" cy="499779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楕円 129">
              <a:extLst>
                <a:ext uri="{FF2B5EF4-FFF2-40B4-BE49-F238E27FC236}">
                  <ns2:creationId id="{80BC2C79-FB11-8FEB-B089-C98215B31A11}"/>
                </a:ext>
              </a:extLst>
            </p:cNvPr>
            <p:cNvSpPr/>
            <p:nvPr/>
          </p:nvSpPr>
          <p:spPr>
            <a:xfrm>
              <a:off x="6541624" y="2947930"/>
              <a:ext cx="623920" cy="236215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6" name="正方形/長方形 62">
            <a:extLst>
              <a:ext uri="{FF2B5EF4-FFF2-40B4-BE49-F238E27FC236}">
                <ns2:creationId id="{9A5C5CBD-C7BF-84E1-ADA7-3C28ADB14807}"/>
              </a:ext>
            </a:extLst>
          </p:cNvPr>
          <p:cNvSpPr/>
          <p:nvPr/>
        </p:nvSpPr>
        <p:spPr>
          <a:xfrm>
            <a:off x="6319681" y="3711897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0AD17618-9CF2-B787-EEAF-3F650153B678}"/>
              </a:ext>
            </a:extLst>
          </p:cNvPr>
          <p:cNvSpPr/>
          <p:nvPr/>
        </p:nvSpPr>
        <p:spPr>
          <a:xfrm>
            <a:off x="6319680" y="4091820"/>
            <a:ext cx="5537357" cy="22122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62">
            <a:extLst>
              <a:ext uri="{FF2B5EF4-FFF2-40B4-BE49-F238E27FC236}">
                <ns2:creationId id="{98ECA0F4-C5C3-7FC8-B724-EBF6A5FEDF58}"/>
              </a:ext>
            </a:extLst>
          </p:cNvPr>
          <p:cNvSpPr/>
          <p:nvPr/>
        </p:nvSpPr>
        <p:spPr>
          <a:xfrm>
            <a:off x="6557924" y="3744865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2" name="直線コネクタ 16">
            <a:extLst>
              <a:ext uri="{FF2B5EF4-FFF2-40B4-BE49-F238E27FC236}">
                <ns2:creationId id="{6E98C54A-0481-C9EF-CC8F-A8E0EF197841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828200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DC0F7F96-406D-3876-6CDA-3C5473CB7F5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197941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0" name="グループ化 209">
            <a:extLst>
              <a:ext uri="{FF2B5EF4-FFF2-40B4-BE49-F238E27FC236}">
                <ns2:creationId id="{B56653DF-5837-3940-116E-58BFBC004F80}"/>
              </a:ext>
            </a:extLst>
          </p:cNvPr>
          <p:cNvGrpSpPr/>
          <p:nvPr/>
        </p:nvGrpSpPr>
        <p:grpSpPr>
          <a:xfrm>
            <a:off x="6385216" y="5563207"/>
            <a:ext cx="5406286" cy="685103"/>
            <a:chOff x="6385216" y="5563207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DF6CC75C-9614-3B5C-49FC-66B28D7B402A}"/>
                </a:ext>
              </a:extLst>
            </p:cNvPr>
            <p:cNvSpPr/>
            <p:nvPr/>
          </p:nvSpPr>
          <p:spPr>
            <a:xfrm>
              <a:off x="6385216" y="5675596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2B1139F-846B-19D7-6E8B-4D5F1327310A}"/>
                </a:ext>
              </a:extLst>
            </p:cNvPr>
            <p:cNvSpPr/>
            <p:nvPr/>
          </p:nvSpPr>
          <p:spPr>
            <a:xfrm>
              <a:off x="6499999" y="5563207"/>
              <a:ext cx="1874853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86D2C3E-0162-3B91-09BE-58538276A767}"/>
                </a:ext>
              </a:extLst>
            </p:cNvPr>
            <p:cNvSpPr/>
            <p:nvPr/>
          </p:nvSpPr>
          <p:spPr>
            <a:xfrm>
              <a:off x="6470056" y="5944665"/>
              <a:ext cx="1985881" cy="2775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4BBEF86E-3EF7-99D4-EEA7-D17A3EC5EF27}"/>
                </a:ext>
              </a:extLst>
            </p:cNvPr>
            <p:cNvSpPr/>
            <p:nvPr/>
          </p:nvSpPr>
          <p:spPr>
            <a:xfrm>
              <a:off x="6470054" y="5751506"/>
              <a:ext cx="1985883" cy="1783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9A26C6E-3282-B1CF-7744-6F190D91310C}"/>
                </a:ext>
              </a:extLst>
            </p:cNvPr>
            <p:cNvSpPr/>
            <p:nvPr/>
          </p:nvSpPr>
          <p:spPr>
            <a:xfrm>
              <a:off x="8457996" y="5944665"/>
              <a:ext cx="3285906" cy="2775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4DE1711-3CB7-1143-CE03-1385899AFF42}"/>
                </a:ext>
              </a:extLst>
            </p:cNvPr>
            <p:cNvSpPr/>
            <p:nvPr/>
          </p:nvSpPr>
          <p:spPr>
            <a:xfrm>
              <a:off x="8457996" y="5751506"/>
              <a:ext cx="3285907" cy="1783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211" name="グループ化 210">
            <a:extLst>
              <a:ext uri="{FF2B5EF4-FFF2-40B4-BE49-F238E27FC236}">
                <ns2:creationId id="{76726178-AE07-9564-0319-11C749AC2D10}"/>
              </a:ext>
            </a:extLst>
          </p:cNvPr>
          <p:cNvGrpSpPr/>
          <p:nvPr/>
        </p:nvGrpSpPr>
        <p:grpSpPr>
          <a:xfrm>
            <a:off x="342445" y="2969673"/>
            <a:ext cx="5164147" cy="2433641"/>
            <a:chOff x="342445" y="2969673"/>
            <a:chExt cx="5164147" cy="2433641"/>
          </a:xfrm>
        </p:grpSpPr>
        <p:sp>
          <p:nvSpPr>
            <p:cNvPr id="22" name="正方形/長方形 21">
              <a:extLst>
                <a:ext uri="{FF2B5EF4-FFF2-40B4-BE49-F238E27FC236}">
                  <ns2:creationId id="{7742E855-E1D3-98FE-E01A-7383885CA519}"/>
                </a:ext>
              </a:extLst>
            </p:cNvPr>
            <p:cNvSpPr/>
            <p:nvPr/>
          </p:nvSpPr>
          <p:spPr>
            <a:xfrm>
              <a:off x="3559210" y="3000320"/>
              <a:ext cx="1947382" cy="91261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90C4CE1-1F05-BD77-BFD4-59A017EE0B46}"/>
                </a:ext>
              </a:extLst>
            </p:cNvPr>
            <p:cNvSpPr/>
            <p:nvPr/>
          </p:nvSpPr>
          <p:spPr>
            <a:xfrm>
              <a:off x="3751715" y="4543344"/>
              <a:ext cx="1754877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01D3C28-13E5-6E5F-5BBC-DF5981BB0DC9}"/>
                </a:ext>
              </a:extLst>
            </p:cNvPr>
            <p:cNvSpPr/>
            <p:nvPr/>
          </p:nvSpPr>
          <p:spPr>
            <a:xfrm>
              <a:off x="342445" y="4543344"/>
              <a:ext cx="2093710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フローチャート: 結合子 27">
              <a:extLst>
                <a:ext uri="{FF2B5EF4-FFF2-40B4-BE49-F238E27FC236}">
                  <ns2:creationId id="{1C6EBDD4-C5E3-73A5-E3A7-07D1EE6536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829" y="296967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B27A9D40-2008-E6B9-AFBB-D036D053FE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2008" y="380306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フローチャート: 結合子 31">
              <a:extLst>
                <a:ext uri="{FF2B5EF4-FFF2-40B4-BE49-F238E27FC236}">
                  <ns2:creationId id="{EFF70070-4E01-56BE-824B-D93675340B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11650" y="3803062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硬貨 単色塗りつぶし">
              <a:extLst>
                <a:ext uri="{FF2B5EF4-FFF2-40B4-BE49-F238E27FC236}">
                  <ns2:creationId id="{ABE95CC8-B8E4-082E-5231-A527EA5CBB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220082" y="4001136"/>
              <a:ext cx="654545" cy="654545"/>
            </a:xfrm>
            <a:prstGeom prst="rect">
              <a:avLst/>
            </a:prstGeom>
          </p:spPr>
        </p:pic>
        <p:pic>
          <p:nvPicPr>
            <p:cNvPr id="199" name="グラフィックス 198" descr="ユーザー 単色塗りつぶし">
              <a:extLst>
                <a:ext uri="{FF2B5EF4-FFF2-40B4-BE49-F238E27FC236}">
                  <ns2:creationId id="{63DF5FA5-EFF3-1C00-2A91-111FDBA32A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209724" y="4001136"/>
              <a:ext cx="654545" cy="654545"/>
            </a:xfrm>
            <a:prstGeom prst="rect">
              <a:avLst/>
            </a:prstGeom>
          </p:spPr>
        </p:pic>
        <p:pic>
          <p:nvPicPr>
            <p:cNvPr id="201" name="グラフィックス 200" descr="電球と鉛筆 単色塗りつぶし">
              <a:extLst>
                <a:ext uri="{FF2B5EF4-FFF2-40B4-BE49-F238E27FC236}">
                  <ns2:creationId id="{6341FF81-CD43-A808-4701-90700B75ED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714903" y="3167746"/>
              <a:ext cx="654545" cy="654545"/>
            </a:xfrm>
            <a:prstGeom prst="rect">
              <a:avLst/>
            </a:prstGeom>
          </p:spPr>
        </p:pic>
      </p:grpSp>
      <p:grpSp>
        <p:nvGrpSpPr>
          <p:cNvPr id="209" name="グループ化 208">
            <a:extLst>
              <a:ext uri="{FF2B5EF4-FFF2-40B4-BE49-F238E27FC236}">
                <ns2:creationId id="{DEDF5B3E-3EE3-21B4-8C08-91BD2E7AE71E}"/>
              </a:ext>
            </a:extLst>
          </p:cNvPr>
          <p:cNvGrpSpPr/>
          <p:nvPr/>
        </p:nvGrpSpPr>
        <p:grpSpPr>
          <a:xfrm>
            <a:off x="6605265" y="4379113"/>
            <a:ext cx="5138639" cy="1142117"/>
            <a:chOff x="6605265" y="4379113"/>
            <a:chExt cx="5138639" cy="1142117"/>
          </a:xfrm>
        </p:grpSpPr>
        <p:sp>
          <p:nvSpPr>
            <p:cNvPr id="156" name="正方形/長方形 155">
              <a:extLst>
                <a:ext uri="{FF2B5EF4-FFF2-40B4-BE49-F238E27FC236}">
                  <ns2:creationId id="{55AF04E5-DE67-BB5F-AA4F-2FC610994AFB}"/>
                </a:ext>
              </a:extLst>
            </p:cNvPr>
            <p:cNvSpPr/>
            <p:nvPr/>
          </p:nvSpPr>
          <p:spPr>
            <a:xfrm>
              <a:off x="7628374" y="4384217"/>
              <a:ext cx="2919970" cy="269289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DB60912-EA33-4266-CD64-C13D5979169F}"/>
                </a:ext>
              </a:extLst>
            </p:cNvPr>
            <p:cNvSpPr/>
            <p:nvPr/>
          </p:nvSpPr>
          <p:spPr>
            <a:xfrm>
              <a:off x="6923723" y="5126087"/>
              <a:ext cx="4329272" cy="3951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 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3" name="直線コネクタ 16">
              <a:extLst>
                <a:ext uri="{FF2B5EF4-FFF2-40B4-BE49-F238E27FC236}">
                  <ns2:creationId id="{03651DA3-C839-6C67-3341-13A441818BBA}"/>
                </a:ext>
              </a:extLst>
            </p:cNvPr>
            <p:cNvCxnSpPr>
              <a:cxnSpLocks/>
              <a:stCxn id="156" idx="2"/>
              <a:endCxn id="162" idx="0"/>
            </p:cNvCxnSpPr>
            <p:nvPr/>
          </p:nvCxnSpPr>
          <p:spPr>
            <a:xfrm>
              <a:off x="9088359" y="4653506"/>
              <a:ext cx="0" cy="4725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コネクタ: カギ線 188">
              <a:extLst>
                <a:ext uri="{FF2B5EF4-FFF2-40B4-BE49-F238E27FC236}">
                  <ns2:creationId id="{EA5D3C36-2129-A53D-4A0F-3E1467097B4E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5400000">
              <a:off x="7953602" y="3991329"/>
              <a:ext cx="472580" cy="179693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コネクタ: カギ線 189">
              <a:extLst>
                <a:ext uri="{FF2B5EF4-FFF2-40B4-BE49-F238E27FC236}">
                  <ns2:creationId id="{CC0B7889-2D60-22ED-E51B-691630DD5CB9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16200000" flipH="1">
              <a:off x="9744351" y="3997513"/>
              <a:ext cx="472580" cy="178456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正方形/長方形 157">
              <a:extLst>
                <a:ext uri="{FF2B5EF4-FFF2-40B4-BE49-F238E27FC236}">
                  <ns2:creationId id="{22B1554F-DBC1-8514-80F1-6817407E062E}"/>
                </a:ext>
              </a:extLst>
            </p:cNvPr>
            <p:cNvSpPr/>
            <p:nvPr/>
          </p:nvSpPr>
          <p:spPr>
            <a:xfrm>
              <a:off x="6605265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73F1FEA0-C818-4494-6BFB-48593F9D4175}"/>
                </a:ext>
              </a:extLst>
            </p:cNvPr>
            <p:cNvSpPr/>
            <p:nvPr/>
          </p:nvSpPr>
          <p:spPr>
            <a:xfrm>
              <a:off x="8320923" y="4742938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FEBA7BA3-000C-BBB3-621A-A78CFF427EEC}"/>
                </a:ext>
              </a:extLst>
            </p:cNvPr>
            <p:cNvSpPr/>
            <p:nvPr/>
          </p:nvSpPr>
          <p:spPr>
            <a:xfrm>
              <a:off x="10209032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03" name="グラフィックス 202" descr="ノート PC 単色塗りつぶし">
              <a:extLst>
                <a:ext uri="{FF2B5EF4-FFF2-40B4-BE49-F238E27FC236}">
                  <ns2:creationId id="{7552A48B-E7D2-CB39-C986-16AC8C8B4E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536024" y="4379113"/>
              <a:ext cx="279497" cy="279497"/>
            </a:xfrm>
            <a:prstGeom prst="rect">
              <a:avLst/>
            </a:prstGeom>
          </p:spPr>
        </p:pic>
      </p:grpSp>
      <p:pic>
        <p:nvPicPr>
          <p:cNvPr id="205" name="グラフィックス 204" descr="的中 単色塗りつぶし">
            <a:extLst>
              <a:ext uri="{FF2B5EF4-FFF2-40B4-BE49-F238E27FC236}">
                <ns2:creationId id="{252A6A9C-9576-A87F-94D7-6CA7CA6134C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sp>
        <p:nvSpPr>
          <p:cNvPr id="207" name="正方形/長方形 206">
            <a:extLst>
              <a:ext uri="{FF2B5EF4-FFF2-40B4-BE49-F238E27FC236}">
                <ns2:creationId id="{262AC458-E4A5-94ED-A2C5-321CEFC43A45}"/>
              </a:ext>
            </a:extLst>
          </p:cNvPr>
          <p:cNvSpPr/>
          <p:nvPr/>
        </p:nvSpPr>
        <p:spPr>
          <a:xfrm>
            <a:off x="526672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3677853666"/>
      </p:ext>
    </p:extLst>
  </p:cSld>
  <p:clrMapOvr>
    <a:masterClrMapping/>
  </p:clrMapOvr>
</p:sld>
</file>

<file path=ppt/slides/slide2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1467619-EDAD-AF7E-4DBC-DBBFC53CD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804A3-2EDB-A123-41F9-69ACA45D28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6DD4CBD-F392-7F91-8FAE-B21B9783350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</a:p>
        </p:txBody>
      </p:sp>
      <p:sp>
        <p:nvSpPr>
          <p:cNvPr id="10" name="正方形/長方形 62">
            <a:extLst>
              <a:ext uri="{FF2B5EF4-FFF2-40B4-BE49-F238E27FC236}">
                <ns2:creationId id="{117FAD6A-18F9-07C7-6C38-4EDD29D21FE0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A7797A91-D2AE-57A3-3AE3-60B5AAE2C02D}"/>
              </a:ext>
            </a:extLst>
          </p:cNvPr>
          <p:cNvSpPr/>
          <p:nvPr/>
        </p:nvSpPr>
        <p:spPr>
          <a:xfrm>
            <a:off x="342445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600"/>
              </a:spcAft>
              <a:defRPr/>
            </a:pP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631825" lvl="0" indent="-285750">
              <a:spcAft>
                <a:spcPts val="12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CEC2DDB8-F176-55D8-36DD-2AC3251D663B}"/>
              </a:ext>
            </a:extLst>
          </p:cNvPr>
          <p:cNvSpPr/>
          <p:nvPr/>
        </p:nvSpPr>
        <p:spPr>
          <a:xfrm>
            <a:off x="526673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518140B4-6F6F-8FB0-2A35-3F673D0B106B}"/>
              </a:ext>
            </a:extLst>
          </p:cNvPr>
          <p:cNvSpPr/>
          <p:nvPr/>
        </p:nvSpPr>
        <p:spPr>
          <a:xfrm>
            <a:off x="6319681" y="1628775"/>
            <a:ext cx="5537356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D508F352-D2AC-0BAD-1362-C20EFCF2500D}"/>
              </a:ext>
            </a:extLst>
          </p:cNvPr>
          <p:cNvSpPr/>
          <p:nvPr/>
        </p:nvSpPr>
        <p:spPr>
          <a:xfrm>
            <a:off x="6319680" y="2010378"/>
            <a:ext cx="5537357" cy="185435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62884ECF-C397-4484-EBAA-340BCB1852CF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A347FF5D-29FF-B755-AA44-2777B0248788}"/>
              </a:ext>
            </a:extLst>
          </p:cNvPr>
          <p:cNvSpPr/>
          <p:nvPr/>
        </p:nvSpPr>
        <p:spPr>
          <a:xfrm>
            <a:off x="6319680" y="4346999"/>
            <a:ext cx="5537357" cy="1959496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4" name="グループ化 33">
            <a:extLst>
              <a:ext uri="{FF2B5EF4-FFF2-40B4-BE49-F238E27FC236}">
                <ns2:creationId id="{63C8C2B8-FAEE-E39B-D9EE-39415370E32B}"/>
              </a:ext>
            </a:extLst>
          </p:cNvPr>
          <p:cNvGrpSpPr/>
          <p:nvPr/>
        </p:nvGrpSpPr>
        <p:grpSpPr>
          <a:xfrm>
            <a:off x="6319681" y="3967077"/>
            <a:ext cx="5537357" cy="379923"/>
            <a:chOff x="6319681" y="3711897"/>
            <a:chExt cx="5537357" cy="379923"/>
          </a:xfrm>
        </p:grpSpPr>
        <p:sp>
          <p:nvSpPr>
            <p:cNvPr id="136" name="正方形/長方形 62">
              <a:extLst>
                <a:ext uri="{FF2B5EF4-FFF2-40B4-BE49-F238E27FC236}">
                  <ns2:creationId id="{9122FBFC-10C6-EE82-561F-BE19CAE80A9A}"/>
                </a:ext>
              </a:extLst>
            </p:cNvPr>
            <p:cNvSpPr/>
            <p:nvPr/>
          </p:nvSpPr>
          <p:spPr>
            <a:xfrm>
              <a:off x="6319681" y="3711897"/>
              <a:ext cx="5537357" cy="379923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60000" tIns="36000" rIns="36000" bIns="36000" rtlCol="0" anchor="ctr"/>
            <a:lstStyle/>
            <a:p>
              <a:pPr lvl="0">
                <a:defRPr/>
              </a:pPr>
              <a:r>
                <a:rPr lang="ja-JP" altLang="en-US" sz="16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1" name="正方形/長方形 62">
              <a:extLst>
                <a:ext uri="{FF2B5EF4-FFF2-40B4-BE49-F238E27FC236}">
                  <ns2:creationId id="{691546AA-7E49-CD24-3279-F3D0AC0C101A}"/>
                </a:ext>
              </a:extLst>
            </p:cNvPr>
            <p:cNvSpPr/>
            <p:nvPr/>
          </p:nvSpPr>
          <p:spPr>
            <a:xfrm>
              <a:off x="6557924" y="3744865"/>
              <a:ext cx="837044" cy="313986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142" name="直線コネクタ 16">
            <a:extLst>
              <a:ext uri="{FF2B5EF4-FFF2-40B4-BE49-F238E27FC236}">
                <ns2:creationId id="{7313A4C4-45EA-F7E1-DFBB-90826B1481DE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937556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2CAF52A4-A12C-7BB1-221D-EA4443DFE3D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326747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グラフィックス 4" descr="的中 単色塗りつぶし">
            <a:extLst>
              <a:ext uri="{FF2B5EF4-FFF2-40B4-BE49-F238E27FC236}">
                <ns2:creationId id="{579D2E66-261F-AF2E-BA6A-8071B3325F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grpSp>
        <p:nvGrpSpPr>
          <p:cNvPr id="176" name="グループ化 175">
            <a:extLst>
              <a:ext uri="{FF2B5EF4-FFF2-40B4-BE49-F238E27FC236}">
                <ns2:creationId id="{3B254AA6-2CF4-C2D7-DD38-A44EA6E6355A}"/>
              </a:ext>
            </a:extLst>
          </p:cNvPr>
          <p:cNvGrpSpPr/>
          <p:nvPr/>
        </p:nvGrpSpPr>
        <p:grpSpPr>
          <a:xfrm>
            <a:off x="779563" y="3355375"/>
            <a:ext cx="4655638" cy="1902230"/>
            <a:chOff x="658692" y="3355375"/>
            <a:chExt cx="4655638" cy="1902230"/>
          </a:xfrm>
        </p:grpSpPr>
        <p:sp>
          <p:nvSpPr>
            <p:cNvPr id="23" name="フローチャート: 結合子 22">
              <a:extLst>
                <a:ext uri="{FF2B5EF4-FFF2-40B4-BE49-F238E27FC236}">
                  <ns2:creationId id="{C86EA191-C6D2-9B84-8054-FDB01D3E38E8}"/>
                </a:ext>
              </a:extLst>
            </p:cNvPr>
            <p:cNvSpPr/>
            <p:nvPr/>
          </p:nvSpPr>
          <p:spPr>
            <a:xfrm>
              <a:off x="2226574" y="3595271"/>
              <a:ext cx="1368000" cy="1368597"/>
            </a:xfrm>
            <a:prstGeom prst="flowChartConnector">
              <a:avLst/>
            </a:prstGeom>
            <a:noFill/>
            <a:ln w="38100">
              <a:solidFill>
                <a:schemeClr val="accent6">
                  <a:lumMod val="20000"/>
                  <a:lumOff val="8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A8B6948-B055-1376-B03E-E8522A52B791}"/>
                </a:ext>
              </a:extLst>
            </p:cNvPr>
            <p:cNvSpPr/>
            <p:nvPr/>
          </p:nvSpPr>
          <p:spPr>
            <a:xfrm>
              <a:off x="3781840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35F08F21-99A6-F4C3-C84B-526F537F2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482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信号 単色塗りつぶし">
              <a:extLst>
                <a:ext uri="{FF2B5EF4-FFF2-40B4-BE49-F238E27FC236}">
                  <ns2:creationId id="{5B71F7A5-9F50-AB31-4274-EEA1DF83E7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935149" y="4090388"/>
              <a:ext cx="447063" cy="447063"/>
            </a:xfrm>
            <a:prstGeom prst="rect">
              <a:avLst/>
            </a:prstGeom>
          </p:spPr>
        </p:pic>
        <p:sp>
          <p:nvSpPr>
            <p:cNvPr id="32" name="フローチャート: 結合子 31">
              <a:extLst>
                <a:ext uri="{FF2B5EF4-FFF2-40B4-BE49-F238E27FC236}">
                  <ns2:creationId id="{ADD434DA-F6EC-282B-4C0A-CEBED7EB3A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2" y="3355375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9" name="グラフィックス 198" descr="取締役会 単色塗りつぶし">
              <a:extLst>
                <a:ext uri="{FF2B5EF4-FFF2-40B4-BE49-F238E27FC236}">
                  <ns2:creationId id="{4BCA6CDF-1F93-8992-2D7D-ECD4297004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099459" y="3458042"/>
              <a:ext cx="447063" cy="447063"/>
            </a:xfrm>
            <a:prstGeom prst="rect">
              <a:avLst/>
            </a:prstGeom>
          </p:spPr>
        </p:pic>
        <p:sp>
          <p:nvSpPr>
            <p:cNvPr id="28" name="フローチャート: 結合子 27">
              <a:extLst>
                <a:ext uri="{FF2B5EF4-FFF2-40B4-BE49-F238E27FC236}">
                  <ns2:creationId id="{6ED765D4-70EA-E7ED-3514-87301FEF12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53240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1" name="グラフィックス 200" descr="ユーザー 単色塗りつぶし">
              <a:extLst>
                <a:ext uri="{FF2B5EF4-FFF2-40B4-BE49-F238E27FC236}">
                  <ns2:creationId id="{F996C007-7770-D201-A02B-EDA7307E7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455907" y="4090388"/>
              <a:ext cx="447063" cy="447063"/>
            </a:xfrm>
            <a:prstGeom prst="rect">
              <a:avLst/>
            </a:prstGeom>
          </p:spPr>
        </p:pic>
        <p:sp>
          <p:nvSpPr>
            <p:cNvPr id="12" name="フローチャート: 結合子 11">
              <a:extLst>
                <a:ext uri="{FF2B5EF4-FFF2-40B4-BE49-F238E27FC236}">
                  <ns2:creationId id="{A0FA0AE0-BCA7-2627-FADD-9D76733D92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1" y="4605207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" name="グラフィックス 12" descr="矢印付きの円 単色塗りつぶし">
              <a:extLst>
                <a:ext uri="{FF2B5EF4-FFF2-40B4-BE49-F238E27FC236}">
                  <ns2:creationId id="{A1F7E8AA-DF70-BA12-DB98-9DD858EE6C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099458" y="4707873"/>
              <a:ext cx="447063" cy="447063"/>
            </a:xfrm>
            <a:prstGeom prst="rect">
              <a:avLst/>
            </a:prstGeom>
          </p:spPr>
        </p:pic>
        <p:sp>
          <p:nvSpPr>
            <p:cNvPr id="16" name="フローチャート: 結合子 15">
              <a:extLst>
                <a:ext uri="{FF2B5EF4-FFF2-40B4-BE49-F238E27FC236}">
                  <ns2:creationId id="{30CA0560-E7E7-AAE2-0677-09ECDA856A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4605208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0B385BF-CFD6-17DA-E549-494A0218BF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70202" y="4707874"/>
              <a:ext cx="447063" cy="447063"/>
            </a:xfrm>
            <a:prstGeom prst="rect">
              <a:avLst/>
            </a:prstGeom>
          </p:spPr>
        </p:pic>
        <p:sp>
          <p:nvSpPr>
            <p:cNvPr id="20" name="フローチャート: 結合子 19">
              <a:extLst>
                <a:ext uri="{FF2B5EF4-FFF2-40B4-BE49-F238E27FC236}">
                  <ns2:creationId id="{4C7CE5ED-BE88-2658-D853-3B9E3D376F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3355375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役員室 単色塗りつぶし">
              <a:extLst>
                <a:ext uri="{FF2B5EF4-FFF2-40B4-BE49-F238E27FC236}">
                  <ns2:creationId id="{859B55BC-27EE-69D7-958C-06D4D1CACF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2270202" y="3458041"/>
              <a:ext cx="447063" cy="447063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FBD8FF38-40E3-01F2-092D-75A044E1B861}"/>
                </a:ext>
              </a:extLst>
            </p:cNvPr>
            <p:cNvSpPr/>
            <p:nvPr/>
          </p:nvSpPr>
          <p:spPr>
            <a:xfrm>
              <a:off x="4136417" y="4089557"/>
              <a:ext cx="1177913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D3BDE2CA-EBE6-5CE0-DAB3-C8AFE504FA6B}"/>
                </a:ext>
              </a:extLst>
            </p:cNvPr>
            <p:cNvSpPr/>
            <p:nvPr/>
          </p:nvSpPr>
          <p:spPr>
            <a:xfrm>
              <a:off x="3781838" y="4722509"/>
              <a:ext cx="114240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D1F8C76-3FEB-6B71-34CE-0B9D2975B755}"/>
                </a:ext>
              </a:extLst>
            </p:cNvPr>
            <p:cNvSpPr/>
            <p:nvPr/>
          </p:nvSpPr>
          <p:spPr>
            <a:xfrm>
              <a:off x="1057154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E902E09-BE0B-C952-3FAC-EBEE3D94C9A6}"/>
                </a:ext>
              </a:extLst>
            </p:cNvPr>
            <p:cNvSpPr/>
            <p:nvPr/>
          </p:nvSpPr>
          <p:spPr>
            <a:xfrm>
              <a:off x="658692" y="408955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EF5DB7A-96ED-ADE2-6920-84BCAAD4414D}"/>
                </a:ext>
              </a:extLst>
            </p:cNvPr>
            <p:cNvSpPr/>
            <p:nvPr/>
          </p:nvSpPr>
          <p:spPr>
            <a:xfrm>
              <a:off x="766590" y="4722509"/>
              <a:ext cx="126947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8779D187-AA08-5ACC-5F33-645F6D74E11C}"/>
              </a:ext>
            </a:extLst>
          </p:cNvPr>
          <p:cNvGrpSpPr/>
          <p:nvPr/>
        </p:nvGrpSpPr>
        <p:grpSpPr>
          <a:xfrm>
            <a:off x="6385216" y="3085825"/>
            <a:ext cx="5406286" cy="685103"/>
            <a:chOff x="6385216" y="3170889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6BAFBA30-5A6F-2798-9D9A-22050A5229BD}"/>
                </a:ext>
              </a:extLst>
            </p:cNvPr>
            <p:cNvSpPr/>
            <p:nvPr/>
          </p:nvSpPr>
          <p:spPr>
            <a:xfrm>
              <a:off x="6385216" y="3283278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0559D1EA-EAE1-5BE4-A439-4342A10AE57B}"/>
                </a:ext>
              </a:extLst>
            </p:cNvPr>
            <p:cNvSpPr/>
            <p:nvPr/>
          </p:nvSpPr>
          <p:spPr>
            <a:xfrm>
              <a:off x="6553948" y="3170889"/>
              <a:ext cx="597385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0DE743-6041-EB66-995D-584B5BCA2AAE}"/>
                </a:ext>
              </a:extLst>
            </p:cNvPr>
            <p:cNvSpPr/>
            <p:nvPr/>
          </p:nvSpPr>
          <p:spPr>
            <a:xfrm>
              <a:off x="6490150" y="3381523"/>
              <a:ext cx="1356675" cy="4276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F5A7BD7-882A-F3B4-228B-8DF812BF54D1}"/>
                </a:ext>
              </a:extLst>
            </p:cNvPr>
            <p:cNvSpPr/>
            <p:nvPr/>
          </p:nvSpPr>
          <p:spPr>
            <a:xfrm>
              <a:off x="7912360" y="3381522"/>
              <a:ext cx="3879141" cy="4276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46" name="正方形/長方形 145">
            <a:extLst>
              <a:ext uri="{FF2B5EF4-FFF2-40B4-BE49-F238E27FC236}">
                <ns2:creationId id="{356213CA-A0B0-CD01-8AC5-B3C2F48814D1}"/>
              </a:ext>
            </a:extLst>
          </p:cNvPr>
          <p:cNvSpPr/>
          <p:nvPr/>
        </p:nvSpPr>
        <p:spPr>
          <a:xfrm>
            <a:off x="6490150" y="5598305"/>
            <a:ext cx="1356675" cy="64104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46D2B9D1-EC2B-4585-1410-587313A3F053}"/>
              </a:ext>
            </a:extLst>
          </p:cNvPr>
          <p:cNvSpPr/>
          <p:nvPr/>
        </p:nvSpPr>
        <p:spPr>
          <a:xfrm>
            <a:off x="7912360" y="5598306"/>
            <a:ext cx="3879142" cy="64104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en-US" altLang="ja-JP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RPA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78" name="グループ化 177">
            <a:extLst>
              <a:ext uri="{FF2B5EF4-FFF2-40B4-BE49-F238E27FC236}">
                <ns2:creationId id="{793E804A-019B-77AD-39BA-6CD7C2E8E046}"/>
              </a:ext>
            </a:extLst>
          </p:cNvPr>
          <p:cNvGrpSpPr/>
          <p:nvPr/>
        </p:nvGrpSpPr>
        <p:grpSpPr>
          <a:xfrm>
            <a:off x="6385216" y="2319567"/>
            <a:ext cx="5406285" cy="802730"/>
            <a:chOff x="6385216" y="2319567"/>
            <a:chExt cx="5406285" cy="802730"/>
          </a:xfrm>
        </p:grpSpPr>
        <p:sp>
          <p:nvSpPr>
            <p:cNvPr id="45" name="Freeform 5">
              <a:extLst>
                <a:ext uri="{FF2B5EF4-FFF2-40B4-BE49-F238E27FC236}">
                  <ns2:creationId id="{43C6991B-FC00-7D09-D932-82FD5511CD3B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9883323" y="2319567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Freeform 5">
              <a:extLst>
                <a:ext uri="{FF2B5EF4-FFF2-40B4-BE49-F238E27FC236}">
                  <ns2:creationId id="{634EAD0D-145C-4BF5-AE40-5E6131BE4A2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385216" y="2319567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Freeform 5">
              <a:extLst>
                <a:ext uri="{FF2B5EF4-FFF2-40B4-BE49-F238E27FC236}">
                  <ns2:creationId id="{6BD40D72-63E1-361B-B1D0-6A19F0D8C5F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134269" y="2319567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2020A63-26BF-DF8B-5B88-063257693DB0}"/>
                </a:ext>
              </a:extLst>
            </p:cNvPr>
            <p:cNvSpPr/>
            <p:nvPr/>
          </p:nvSpPr>
          <p:spPr>
            <a:xfrm>
              <a:off x="6385216" y="2732449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E9B7F3A-B083-D276-960B-DD3FF86AB4E7}"/>
                </a:ext>
              </a:extLst>
            </p:cNvPr>
            <p:cNvSpPr/>
            <p:nvPr/>
          </p:nvSpPr>
          <p:spPr>
            <a:xfrm>
              <a:off x="8134268" y="2732448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7FE0553B-0585-1A5E-74D1-0EB32F692743}"/>
                </a:ext>
              </a:extLst>
            </p:cNvPr>
            <p:cNvSpPr/>
            <p:nvPr/>
          </p:nvSpPr>
          <p:spPr>
            <a:xfrm>
              <a:off x="9883323" y="2732448"/>
              <a:ext cx="1908177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3" name="グラフィックス 152" descr="的中 単色塗りつぶし">
              <a:extLst>
                <a:ext uri="{FF2B5EF4-FFF2-40B4-BE49-F238E27FC236}">
                  <ns2:creationId id="{DC9E9D16-F13D-2C9F-60FF-BEE714137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399699" y="2384907"/>
              <a:ext cx="261360" cy="261360"/>
            </a:xfrm>
            <a:prstGeom prst="rect">
              <a:avLst/>
            </a:prstGeom>
          </p:spPr>
        </p:pic>
        <p:pic>
          <p:nvPicPr>
            <p:cNvPr id="165" name="グラフィックス 164" descr="コンパス 単色塗りつぶし">
              <a:extLst>
                <a:ext uri="{FF2B5EF4-FFF2-40B4-BE49-F238E27FC236}">
                  <ns2:creationId id="{E3287A5B-0B40-77EA-BB19-D95FBCB67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69399" y="2384907"/>
              <a:ext cx="261360" cy="261360"/>
            </a:xfrm>
            <a:prstGeom prst="rect">
              <a:avLst/>
            </a:prstGeom>
          </p:spPr>
        </p:pic>
        <p:pic>
          <p:nvPicPr>
            <p:cNvPr id="171" name="グラフィックス 170" descr="クリップボード 単色塗りつぶし">
              <a:extLst>
                <a:ext uri="{FF2B5EF4-FFF2-40B4-BE49-F238E27FC236}">
                  <ns2:creationId id="{AF09BAC9-2965-E757-7104-E7F2889D9D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10148752" y="2384907"/>
              <a:ext cx="261360" cy="261360"/>
            </a:xfrm>
            <a:prstGeom prst="rect">
              <a:avLst/>
            </a:prstGeom>
          </p:spPr>
        </p:pic>
      </p:grpSp>
      <p:grpSp>
        <p:nvGrpSpPr>
          <p:cNvPr id="179" name="グループ化 178">
            <a:extLst>
              <a:ext uri="{FF2B5EF4-FFF2-40B4-BE49-F238E27FC236}">
                <ns2:creationId id="{7655641A-6FEF-E2B0-1168-7BB958656B8C}"/>
              </a:ext>
            </a:extLst>
          </p:cNvPr>
          <p:cNvGrpSpPr/>
          <p:nvPr/>
        </p:nvGrpSpPr>
        <p:grpSpPr>
          <a:xfrm>
            <a:off x="6385216" y="4667254"/>
            <a:ext cx="5406285" cy="910816"/>
            <a:chOff x="6385216" y="4667254"/>
            <a:chExt cx="5406285" cy="910816"/>
          </a:xfrm>
        </p:grpSpPr>
        <p:sp>
          <p:nvSpPr>
            <p:cNvPr id="134" name="Freeform 5">
              <a:extLst>
                <a:ext uri="{FF2B5EF4-FFF2-40B4-BE49-F238E27FC236}">
                  <ns2:creationId id="{9A236E85-898A-D175-F0F3-8715F28AC771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9883323" y="4667254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Freeform 5">
              <a:extLst>
                <a:ext uri="{FF2B5EF4-FFF2-40B4-BE49-F238E27FC236}">
                  <ns2:creationId id="{20BACEB9-8B9B-76A4-6C50-4D4A0F2023AC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6385216" y="4667255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rIns="72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Freeform 5">
              <a:extLst>
                <a:ext uri="{FF2B5EF4-FFF2-40B4-BE49-F238E27FC236}">
                  <ns2:creationId id="{DD93855A-FE12-25CB-D077-287DB148F02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8134269" y="4667254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52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B743F5CA-A646-6786-6E04-CB38CC7BF795}"/>
                </a:ext>
              </a:extLst>
            </p:cNvPr>
            <p:cNvSpPr/>
            <p:nvPr/>
          </p:nvSpPr>
          <p:spPr>
            <a:xfrm>
              <a:off x="6385216" y="5080137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FFF1A80-8566-DA1D-2C9D-5E69733B9D56}"/>
                </a:ext>
              </a:extLst>
            </p:cNvPr>
            <p:cNvSpPr/>
            <p:nvPr/>
          </p:nvSpPr>
          <p:spPr>
            <a:xfrm>
              <a:off x="8134268" y="5080136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A5346244-846E-5ECF-4FD8-35FB55FB65C5}"/>
                </a:ext>
              </a:extLst>
            </p:cNvPr>
            <p:cNvSpPr/>
            <p:nvPr/>
          </p:nvSpPr>
          <p:spPr>
            <a:xfrm>
              <a:off x="9883323" y="5080136"/>
              <a:ext cx="1908177" cy="49793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鉛筆 単色塗りつぶし">
              <a:extLst>
                <a:ext uri="{FF2B5EF4-FFF2-40B4-BE49-F238E27FC236}">
                  <ns2:creationId id="{2606B173-129D-7F71-7198-DC3FB48E85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6569399" y="4732594"/>
              <a:ext cx="261360" cy="261360"/>
            </a:xfrm>
            <a:prstGeom prst="rect">
              <a:avLst/>
            </a:prstGeom>
          </p:spPr>
        </p:pic>
        <p:pic>
          <p:nvPicPr>
            <p:cNvPr id="169" name="グラフィックス 168" descr="歯車 単色塗りつぶし">
              <a:extLst>
                <a:ext uri="{FF2B5EF4-FFF2-40B4-BE49-F238E27FC236}">
                  <ns2:creationId id="{CB373DA8-C890-5075-52AF-72C10E0492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8578024" y="4732594"/>
              <a:ext cx="261360" cy="261360"/>
            </a:xfrm>
            <a:prstGeom prst="rect">
              <a:avLst/>
            </a:prstGeom>
          </p:spPr>
        </p:pic>
        <p:pic>
          <p:nvPicPr>
            <p:cNvPr id="174" name="グラフィックス 173" descr="手のひらと植物 単色塗りつぶし">
              <a:extLst>
                <a:ext uri="{FF2B5EF4-FFF2-40B4-BE49-F238E27FC236}">
                  <ns2:creationId id="{957C601C-E97A-4B01-DE37-1295F39C58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10084953" y="4732594"/>
              <a:ext cx="261360" cy="26136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92420842"/>
      </p:ext>
    </p:extLst>
  </p:cSld>
  <p:clrMapOvr>
    <a:masterClrMapping/>
  </p:clrMapOvr>
</p:sld>
</file>

<file path=ppt/slides/slide2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9F1111-A46D-E4D8-870D-63E7B3485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A2C89C-2F56-9034-A932-A16061B642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94CEF9-C86E-D20F-3F12-C1D9EFFF45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74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br>
              <a:rPr lang="en-US" altLang="ja-JP" sz="1400" dirty="0">
                <a:latin typeface="+mn-ea"/>
                <a:ea typeface="+mn-ea"/>
              </a:rPr>
            </a:br>
            <a:r>
              <a:rPr lang="ja-JP" altLang="en-US" sz="1400" dirty="0">
                <a:latin typeface="+mn-ea"/>
                <a:ea typeface="+mn-ea"/>
              </a:rPr>
              <a:t> 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=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4830AED5-9833-6A77-4561-BC3F01B62A1E}"/>
              </a:ext>
            </a:extLst>
          </p:cNvPr>
          <p:cNvGrpSpPr/>
          <p:nvPr/>
        </p:nvGrpSpPr>
        <p:grpSpPr>
          <a:xfrm>
            <a:off x="342446" y="1628775"/>
            <a:ext cx="11520001" cy="4684432"/>
            <a:chOff x="342446" y="1628775"/>
            <a:chExt cx="11520001" cy="4684432"/>
          </a:xfrm>
        </p:grpSpPr>
        <p:sp>
          <p:nvSpPr>
            <p:cNvPr id="34" name="正方形/長方形 33">
              <a:extLst>
                <a:ext uri="{FF2B5EF4-FFF2-40B4-BE49-F238E27FC236}">
                  <ns2:creationId id="{EFD182A4-87FE-CAF8-364B-746B251CE2D4}"/>
                </a:ext>
              </a:extLst>
            </p:cNvPr>
            <p:cNvSpPr/>
            <p:nvPr/>
          </p:nvSpPr>
          <p:spPr>
            <a:xfrm>
              <a:off x="2211573" y="5665207"/>
              <a:ext cx="9650874" cy="64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b="1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
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3" name="グループ化 72">
              <a:extLst>
                <a:ext uri="{FF2B5EF4-FFF2-40B4-BE49-F238E27FC236}">
                  <ns2:creationId id="{5D7F56AB-D6AF-B334-B7A6-6548A45C1A15}"/>
                </a:ext>
              </a:extLst>
            </p:cNvPr>
            <p:cNvGrpSpPr/>
            <p:nvPr/>
          </p:nvGrpSpPr>
          <p:grpSpPr>
            <a:xfrm>
              <a:off x="342447" y="5665207"/>
              <a:ext cx="1869126" cy="648000"/>
              <a:chOff x="342447" y="5665207"/>
              <a:chExt cx="1869126" cy="648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D900480-BEE9-2BD1-E4C3-590F01D4A59E}"/>
                  </a:ext>
                </a:extLst>
              </p:cNvPr>
              <p:cNvSpPr/>
              <p:nvPr/>
            </p:nvSpPr>
            <p:spPr>
              <a:xfrm>
                <a:off x="342447" y="5665207"/>
                <a:ext cx="1869126" cy="6480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21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b="1" dirty="0">
                  <a:solidFill>
                    <a:srgbClr val="D8E8D4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</p:txBody>
          </p: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7112A8F7-DEF0-1EC0-9177-6B34590646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83250" y="5800063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9" name="グループ化 108">
              <a:extLst>
                <a:ext uri="{FF2B5EF4-FFF2-40B4-BE49-F238E27FC236}">
                  <ns2:creationId id="{0487549B-6AE9-07EC-DE47-697716305F57}"/>
                </a:ext>
              </a:extLst>
            </p:cNvPr>
            <p:cNvGrpSpPr/>
            <p:nvPr/>
          </p:nvGrpSpPr>
          <p:grpSpPr>
            <a:xfrm>
              <a:off x="342446" y="1628775"/>
              <a:ext cx="11520001" cy="3911926"/>
              <a:chOff x="342446" y="1628775"/>
              <a:chExt cx="11520001" cy="3911926"/>
            </a:xfrm>
          </p:grpSpPr>
          <p:sp>
            <p:nvSpPr>
              <p:cNvPr id="39" name="Richtungspfeil 1">
                <a:extLst>
                  <a:ext uri="{FF2B5EF4-FFF2-40B4-BE49-F238E27FC236}">
                    <ns2:creationId id="{14896018-7A61-2A95-B5A0-73A2A21C33D9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51590" y="2672413"/>
                <a:ext cx="11510857" cy="2135299"/>
              </a:xfrm>
              <a:prstGeom prst="homePlate">
                <a:avLst>
                  <a:gd name="adj" fmla="val 1067360"/>
                </a:avLst>
              </a:prstGeom>
              <a:gradFill>
                <a:gsLst>
                  <a:gs pos="0">
                    <a:schemeClr val="accent5">
                      <a:alpha val="1000"/>
                    </a:schemeClr>
                  </a:gs>
                  <a:gs pos="100000">
                    <a:srgbClr val="008D2E">
                      <a:alpha val="75000"/>
                    </a:srgbClr>
                  </a:gs>
                  <a:gs pos="87000">
                    <a:schemeClr val="accent5">
                      <a:alpha val="20000"/>
                      <a:lumMod val="100000"/>
                    </a:schemeClr>
                  </a:gs>
                </a:gsLst>
                <a:lin ang="0" scaled="1"/>
              </a:gra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marL="0" marR="0" lvl="0" indent="3227388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1" name="グループ化 80">
                <a:extLst>
                  <a:ext uri="{FF2B5EF4-FFF2-40B4-BE49-F238E27FC236}">
                    <ns2:creationId id="{286C181B-EB1A-E2F6-AF30-ABADED22BA7A}"/>
                  </a:ext>
                </a:extLst>
              </p:cNvPr>
              <p:cNvGrpSpPr/>
              <p:nvPr/>
            </p:nvGrpSpPr>
            <p:grpSpPr>
              <a:xfrm>
                <a:off x="342446" y="1628775"/>
                <a:ext cx="3866513" cy="945995"/>
                <a:chOff x="342446" y="1628775"/>
                <a:chExt cx="3866513" cy="945995"/>
              </a:xfrm>
            </p:grpSpPr>
            <p:sp>
              <p:nvSpPr>
                <p:cNvPr id="17" name="ホームベース 64">
                  <a:extLst>
                    <a:ext uri="{FF2B5EF4-FFF2-40B4-BE49-F238E27FC236}">
                      <ns2:creationId id="{128DC9EB-2341-7440-B54D-2558FA1FB447}"/>
                    </a:ext>
                  </a:extLst>
                </p:cNvPr>
                <p:cNvSpPr/>
                <p:nvPr/>
              </p:nvSpPr>
              <p:spPr>
                <a:xfrm>
                  <a:off x="468312" y="1926770"/>
                  <a:ext cx="3740647" cy="648000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5"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" name="楕円 17">
                  <a:extLst>
                    <a:ext uri="{FF2B5EF4-FFF2-40B4-BE49-F238E27FC236}">
                      <ns2:creationId id="{3B908BE0-FAC2-CD77-2995-F595EFC59B1B}"/>
                    </a:ext>
                  </a:extLst>
                </p:cNvPr>
                <p:cNvSpPr/>
                <p:nvPr/>
              </p:nvSpPr>
              <p:spPr>
                <a:xfrm>
                  <a:off x="34244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9" name="四角形: 角を丸くする 18">
                  <a:extLst>
                    <a:ext uri="{FF2B5EF4-FFF2-40B4-BE49-F238E27FC236}">
                      <ns2:creationId id="{5FCF21B1-1B2C-5922-4A8B-3A16E8076208}"/>
                    </a:ext>
                  </a:extLst>
                </p:cNvPr>
                <p:cNvSpPr/>
                <p:nvPr/>
              </p:nvSpPr>
              <p:spPr>
                <a:xfrm>
                  <a:off x="1298874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29" name="グラフィックス 28" descr="ユーザー 単色塗りつぶし">
                  <a:extLst>
                    <a:ext uri="{FF2B5EF4-FFF2-40B4-BE49-F238E27FC236}">
                      <ns2:creationId id="{CE47E7E4-304D-42CC-9BBB-A220E26582D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6830" y="203476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83" name="グループ化 82">
                <a:extLst>
                  <a:ext uri="{FF2B5EF4-FFF2-40B4-BE49-F238E27FC236}">
                    <ns2:creationId id="{528EA6EE-B259-660C-15EC-AC0305290432}"/>
                  </a:ext>
                </a:extLst>
              </p:cNvPr>
              <p:cNvGrpSpPr/>
              <p:nvPr/>
            </p:nvGrpSpPr>
            <p:grpSpPr>
              <a:xfrm>
                <a:off x="4158479" y="1628775"/>
                <a:ext cx="3870777" cy="945995"/>
                <a:chOff x="4158479" y="1628775"/>
                <a:chExt cx="3870777" cy="945995"/>
              </a:xfrm>
            </p:grpSpPr>
            <p:sp>
              <p:nvSpPr>
                <p:cNvPr id="101" name="山形 65">
                  <a:extLst>
                    <a:ext uri="{FF2B5EF4-FFF2-40B4-BE49-F238E27FC236}">
                      <ns2:creationId id="{4A52E864-A48B-F74A-A540-043898820A22}"/>
                    </a:ext>
                  </a:extLst>
                </p:cNvPr>
                <p:cNvSpPr/>
                <p:nvPr/>
              </p:nvSpPr>
              <p:spPr>
                <a:xfrm>
                  <a:off x="4288609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40AAC38F-6003-8FA7-5128-C82CDE29F04D}"/>
                    </a:ext>
                  </a:extLst>
                </p:cNvPr>
                <p:cNvSpPr/>
                <p:nvPr/>
              </p:nvSpPr>
              <p:spPr>
                <a:xfrm>
                  <a:off x="4158479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1" name="四角形: 角を丸くする 20">
                  <a:extLst>
                    <a:ext uri="{FF2B5EF4-FFF2-40B4-BE49-F238E27FC236}">
                      <ns2:creationId id="{B882FFAB-1C72-2999-A10B-1BDB6B5BF4F4}"/>
                    </a:ext>
                  </a:extLst>
                </p:cNvPr>
                <p:cNvSpPr/>
                <p:nvPr/>
              </p:nvSpPr>
              <p:spPr>
                <a:xfrm>
                  <a:off x="5119170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1" name="グラフィックス 30" descr="工場 単色塗りつぶし">
                  <a:extLst>
                    <a:ext uri="{FF2B5EF4-FFF2-40B4-BE49-F238E27FC236}">
                      <ns2:creationId id="{2DFD8EAC-A6C3-C055-D306-EA7F6CCC39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506324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59" name="正方形/長方形 58">
                <a:extLst>
                  <a:ext uri="{FF2B5EF4-FFF2-40B4-BE49-F238E27FC236}">
                    <ns2:creationId id="{3FB42CA0-3711-5832-2EEB-6A8FD72F78B8}"/>
                  </a:ext>
                </a:extLst>
              </p:cNvPr>
              <p:cNvSpPr/>
              <p:nvPr/>
            </p:nvSpPr>
            <p:spPr>
              <a:xfrm>
                <a:off x="4271412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D8BDDF92-A532-1C33-B182-6588AEB7D28E}"/>
                  </a:ext>
                </a:extLst>
              </p:cNvPr>
              <p:cNvSpPr/>
              <p:nvPr/>
            </p:nvSpPr>
            <p:spPr>
              <a:xfrm>
                <a:off x="4271412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6" name="グループ化 105">
                <a:extLst>
                  <a:ext uri="{FF2B5EF4-FFF2-40B4-BE49-F238E27FC236}">
                    <ns2:creationId id="{67A9AFCF-D309-344C-1F58-899CEAEBE646}"/>
                  </a:ext>
                </a:extLst>
              </p:cNvPr>
              <p:cNvGrpSpPr/>
              <p:nvPr/>
            </p:nvGrpSpPr>
            <p:grpSpPr>
              <a:xfrm>
                <a:off x="4271411" y="3390054"/>
                <a:ext cx="3614782" cy="684670"/>
                <a:chOff x="4271411" y="3390054"/>
                <a:chExt cx="3614782" cy="684670"/>
              </a:xfrm>
            </p:grpSpPr>
            <p:sp>
              <p:nvSpPr>
                <p:cNvPr id="60" name="正方形/長方形 59">
                  <a:extLst>
                    <a:ext uri="{FF2B5EF4-FFF2-40B4-BE49-F238E27FC236}">
                      <ns2:creationId id="{0B540501-B95E-9F2E-C585-D7C4761962D9}"/>
                    </a:ext>
                  </a:extLst>
                </p:cNvPr>
                <p:cNvSpPr/>
                <p:nvPr/>
              </p:nvSpPr>
              <p:spPr>
                <a:xfrm>
                  <a:off x="4271412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A045A5D4-7915-0483-90F0-9034301CB79F}"/>
                    </a:ext>
                  </a:extLst>
                </p:cNvPr>
                <p:cNvSpPr/>
                <p:nvPr/>
              </p:nvSpPr>
              <p:spPr>
                <a:xfrm>
                  <a:off x="4271411" y="356607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25A40D29-797D-E935-64E1-1DF21654DA03}"/>
                  </a:ext>
                </a:extLst>
              </p:cNvPr>
              <p:cNvGrpSpPr/>
              <p:nvPr/>
            </p:nvGrpSpPr>
            <p:grpSpPr>
              <a:xfrm>
                <a:off x="4271411" y="4856031"/>
                <a:ext cx="3614782" cy="684670"/>
                <a:chOff x="4271411" y="4856031"/>
                <a:chExt cx="3614782" cy="684670"/>
              </a:xfrm>
            </p:grpSpPr>
            <p:sp>
              <p:nvSpPr>
                <p:cNvPr id="62" name="正方形/長方形 61">
                  <a:extLst>
                    <a:ext uri="{FF2B5EF4-FFF2-40B4-BE49-F238E27FC236}">
                      <ns2:creationId id="{C3313186-A5BD-CB94-DCCD-354ACB943D23}"/>
                    </a:ext>
                  </a:extLst>
                </p:cNvPr>
                <p:cNvSpPr/>
                <p:nvPr/>
              </p:nvSpPr>
              <p:spPr>
                <a:xfrm>
                  <a:off x="4271412" y="4856031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50339A39-DE4D-8A11-3233-05DA21CBF2B1}"/>
                    </a:ext>
                  </a:extLst>
                </p:cNvPr>
                <p:cNvSpPr/>
                <p:nvPr/>
              </p:nvSpPr>
              <p:spPr>
                <a:xfrm>
                  <a:off x="4271411" y="494975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84" name="グループ化 83">
                <a:extLst>
                  <a:ext uri="{FF2B5EF4-FFF2-40B4-BE49-F238E27FC236}">
                    <ns2:creationId id="{6E70D838-4A1F-46FB-4D89-A3A6FA888834}"/>
                  </a:ext>
                </a:extLst>
              </p:cNvPr>
              <p:cNvGrpSpPr/>
              <p:nvPr/>
            </p:nvGrpSpPr>
            <p:grpSpPr>
              <a:xfrm>
                <a:off x="7978776" y="1628775"/>
                <a:ext cx="3870777" cy="945995"/>
                <a:chOff x="7978776" y="1628775"/>
                <a:chExt cx="3870777" cy="945995"/>
              </a:xfrm>
            </p:grpSpPr>
            <p:sp>
              <p:nvSpPr>
                <p:cNvPr id="24" name="山形 65">
                  <a:extLst>
                    <a:ext uri="{FF2B5EF4-FFF2-40B4-BE49-F238E27FC236}">
                      <ns2:creationId id="{A3A5F02F-B574-3A4A-8F65-7F9CDD9BD96F}"/>
                    </a:ext>
                  </a:extLst>
                </p:cNvPr>
                <p:cNvSpPr/>
                <p:nvPr/>
              </p:nvSpPr>
              <p:spPr>
                <a:xfrm>
                  <a:off x="8108906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5" name="楕円 24">
                  <a:extLst>
                    <a:ext uri="{FF2B5EF4-FFF2-40B4-BE49-F238E27FC236}">
                      <ns2:creationId id="{D03866B2-56F2-EA99-FF5F-214D2C909F3A}"/>
                    </a:ext>
                  </a:extLst>
                </p:cNvPr>
                <p:cNvSpPr/>
                <p:nvPr/>
              </p:nvSpPr>
              <p:spPr>
                <a:xfrm>
                  <a:off x="797877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38D6CFF6-8999-AE69-8E13-4E84FFA62ED0}"/>
                    </a:ext>
                  </a:extLst>
                </p:cNvPr>
                <p:cNvSpPr/>
                <p:nvPr/>
              </p:nvSpPr>
              <p:spPr>
                <a:xfrm>
                  <a:off x="8939467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7" name="グラフィックス 36" descr="統計 単色塗りつぶし">
                  <a:extLst>
                    <a:ext uri="{FF2B5EF4-FFF2-40B4-BE49-F238E27FC236}">
                      <ns2:creationId id="{3A4B23B7-9DA8-F15F-BECC-3FA036D484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326621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63" name="正方形/長方形 62">
                <a:extLst>
                  <a:ext uri="{FF2B5EF4-FFF2-40B4-BE49-F238E27FC236}">
                    <ns2:creationId id="{BD933BEF-DA72-D5B3-82E1-DF41ACA97351}"/>
                  </a:ext>
                </a:extLst>
              </p:cNvPr>
              <p:cNvSpPr/>
              <p:nvPr/>
            </p:nvSpPr>
            <p:spPr>
              <a:xfrm>
                <a:off x="8108906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×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6B4B8B1B-18E0-5519-6EFE-4B3421DD842F}"/>
                  </a:ext>
                </a:extLst>
              </p:cNvPr>
              <p:cNvSpPr/>
              <p:nvPr/>
            </p:nvSpPr>
            <p:spPr>
              <a:xfrm>
                <a:off x="8108906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  <a:tabLst>
                    <a:tab pos="266700" algn="l"/>
                  </a:tabLst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DA2D43B7-EBDD-8BA9-6052-ADA98480927D}"/>
                  </a:ext>
                </a:extLst>
              </p:cNvPr>
              <p:cNvSpPr/>
              <p:nvPr/>
            </p:nvSpPr>
            <p:spPr>
              <a:xfrm>
                <a:off x="8108906" y="4856031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8" name="グループ化 107">
                <a:extLst>
                  <a:ext uri="{FF2B5EF4-FFF2-40B4-BE49-F238E27FC236}">
                    <ns2:creationId id="{FEAC29C6-2FA2-D780-469D-4B526C1FBDBE}"/>
                  </a:ext>
                </a:extLst>
              </p:cNvPr>
              <p:cNvGrpSpPr/>
              <p:nvPr/>
            </p:nvGrpSpPr>
            <p:grpSpPr>
              <a:xfrm>
                <a:off x="8108906" y="3390054"/>
                <a:ext cx="3614781" cy="684670"/>
                <a:chOff x="8108906" y="3390054"/>
                <a:chExt cx="3614781" cy="684670"/>
              </a:xfrm>
            </p:grpSpPr>
            <p:sp>
              <p:nvSpPr>
                <p:cNvPr id="64" name="正方形/長方形 63">
                  <a:extLst>
                    <a:ext uri="{FF2B5EF4-FFF2-40B4-BE49-F238E27FC236}">
                      <ns2:creationId id="{9EECCFE1-C82F-9CD7-43B7-0DD688E700B9}"/>
                    </a:ext>
                  </a:extLst>
                </p:cNvPr>
                <p:cNvSpPr/>
                <p:nvPr/>
              </p:nvSpPr>
              <p:spPr>
                <a:xfrm>
                  <a:off x="8108906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3A4822C5-4298-E3B9-A9EA-62599D71AE56}"/>
                    </a:ext>
                  </a:extLst>
                </p:cNvPr>
                <p:cNvSpPr/>
                <p:nvPr/>
              </p:nvSpPr>
              <p:spPr>
                <a:xfrm>
                  <a:off x="8108906" y="3566078"/>
                  <a:ext cx="660326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FD33B03B-1403-2E29-03A4-3D27961D657A}"/>
                  </a:ext>
                </a:extLst>
              </p:cNvPr>
              <p:cNvGrpSpPr/>
              <p:nvPr/>
            </p:nvGrpSpPr>
            <p:grpSpPr>
              <a:xfrm>
                <a:off x="468312" y="2657065"/>
                <a:ext cx="3614781" cy="684670"/>
                <a:chOff x="468312" y="2657065"/>
                <a:chExt cx="3614781" cy="68467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ADA51E86-85B4-DD4A-A6E7-8794FA2B1AD1}"/>
                    </a:ext>
                  </a:extLst>
                </p:cNvPr>
                <p:cNvSpPr/>
                <p:nvPr/>
              </p:nvSpPr>
              <p:spPr>
                <a:xfrm>
                  <a:off x="468312" y="2657065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0" name="グラフィックス 89" descr="ブリーフケース 単色塗りつぶし">
                  <a:extLst>
                    <a:ext uri="{FF2B5EF4-FFF2-40B4-BE49-F238E27FC236}">
                      <ns2:creationId id="{F4482312-DC48-E1FF-3AB2-0F04DE3C9A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59" y="3011901"/>
                  <a:ext cx="329833" cy="329833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9E70E570-E2A6-21BA-C38F-D87A2319A085}"/>
                  </a:ext>
                </a:extLst>
              </p:cNvPr>
              <p:cNvGrpSpPr/>
              <p:nvPr/>
            </p:nvGrpSpPr>
            <p:grpSpPr>
              <a:xfrm>
                <a:off x="468312" y="3390054"/>
                <a:ext cx="3614781" cy="684670"/>
                <a:chOff x="468312" y="3390054"/>
                <a:chExt cx="3614781" cy="684670"/>
              </a:xfrm>
            </p:grpSpPr>
            <p:sp>
              <p:nvSpPr>
                <p:cNvPr id="42" name="正方形/長方形 41">
                  <a:extLst>
                    <a:ext uri="{FF2B5EF4-FFF2-40B4-BE49-F238E27FC236}">
                      <ns2:creationId id="{67ADBEF3-5AFF-B815-6C0B-8C21D0D34D7F}"/>
                    </a:ext>
                  </a:extLst>
                </p:cNvPr>
                <p:cNvSpPr/>
                <p:nvPr/>
              </p:nvSpPr>
              <p:spPr>
                <a:xfrm>
                  <a:off x="468312" y="3390054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0975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2" name="グラフィックス 91" descr="お金 単色塗りつぶし">
                  <a:extLst>
                    <a:ext uri="{FF2B5EF4-FFF2-40B4-BE49-F238E27FC236}">
                      <ns2:creationId id="{10262CBD-191F-A1AB-A6D8-9EAFC3AC1D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3744892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CB049541-E854-5098-163C-3B4B18C20A60}"/>
                  </a:ext>
                </a:extLst>
              </p:cNvPr>
              <p:cNvGrpSpPr/>
              <p:nvPr/>
            </p:nvGrpSpPr>
            <p:grpSpPr>
              <a:xfrm>
                <a:off x="468312" y="4123042"/>
                <a:ext cx="3614781" cy="684670"/>
                <a:chOff x="468312" y="4123042"/>
                <a:chExt cx="3614781" cy="684670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CBE74917-3966-4637-F87B-06C1E670AC8C}"/>
                    </a:ext>
                  </a:extLst>
                </p:cNvPr>
                <p:cNvSpPr/>
                <p:nvPr/>
              </p:nvSpPr>
              <p:spPr>
                <a:xfrm>
                  <a:off x="468312" y="4123042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 </a:t>
                  </a:r>
                </a:p>
                <a:p>
                  <a:pPr marL="265113" indent="-179388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4" name="グラフィックス 93" descr="円グラフ 単色塗りつぶし">
                  <a:extLst>
                    <a:ext uri="{FF2B5EF4-FFF2-40B4-BE49-F238E27FC236}">
                      <ns2:creationId id="{B728882E-BD13-A18B-E360-00536FAA01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4477880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97" name="グループ化 96">
                <a:extLst>
                  <a:ext uri="{FF2B5EF4-FFF2-40B4-BE49-F238E27FC236}">
                    <ns2:creationId id="{2DDA464F-22C7-AADE-F603-9CF9788F8F9B}"/>
                  </a:ext>
                </a:extLst>
              </p:cNvPr>
              <p:cNvGrpSpPr/>
              <p:nvPr/>
            </p:nvGrpSpPr>
            <p:grpSpPr>
              <a:xfrm>
                <a:off x="468312" y="4856031"/>
                <a:ext cx="3614781" cy="684670"/>
                <a:chOff x="468312" y="4856031"/>
                <a:chExt cx="3614781" cy="684670"/>
              </a:xfrm>
            </p:grpSpPr>
            <p:sp>
              <p:nvSpPr>
                <p:cNvPr id="44" name="正方形/長方形 43">
                  <a:extLst>
                    <a:ext uri="{FF2B5EF4-FFF2-40B4-BE49-F238E27FC236}">
                      <ns2:creationId id="{E2042B14-C89B-D07C-40A5-D24387A85132}"/>
                    </a:ext>
                  </a:extLst>
                </p:cNvPr>
                <p:cNvSpPr/>
                <p:nvPr/>
              </p:nvSpPr>
              <p:spPr>
                <a:xfrm>
                  <a:off x="468312" y="4856031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6" name="グラフィックス 95" descr="需要と供給 単色塗りつぶし">
                  <a:extLst>
                    <a:ext uri="{FF2B5EF4-FFF2-40B4-BE49-F238E27FC236}">
                      <ns2:creationId id="{D6B1C15D-19EC-A6FA-3982-3C913B17F8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5210868"/>
                  <a:ext cx="329832" cy="329832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244340405"/>
      </p:ext>
    </p:extLst>
  </p:cSld>
  <p:clrMapOvr>
    <a:masterClrMapping/>
  </p:clrMapOvr>
</p:sld>
</file>

<file path=ppt/slides/slide2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F45B4F-3DD4-3818-8E1D-0ECC71120A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2D8443A-F97D-3578-4C4B-7628D47086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B8D1503-CA55-1B55-4284-7F900DBFA7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/ 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ja-JP" altLang="en-US" sz="1400" dirty="0">
              <a:latin typeface="+mn-ea"/>
              <a:ea typeface="+mn-ea"/>
            </a:endParaRPr>
          </a:p>
        </p:txBody>
      </p:sp>
      <p:grpSp>
        <p:nvGrpSpPr>
          <p:cNvPr id="40" name="Group 39">
            <a:extLst>
              <a:ext uri="{FF2B5EF4-FFF2-40B4-BE49-F238E27FC236}">
                <ns2:creationId id="{39220805-96C9-A7DA-37AC-9C5BA31E6528}"/>
              </a:ext>
            </a:extLst>
          </p:cNvPr>
          <p:cNvGrpSpPr/>
          <p:nvPr/>
        </p:nvGrpSpPr>
        <p:grpSpPr>
          <a:xfrm>
            <a:off x="344106" y="1615859"/>
            <a:ext cx="11512933" cy="4692866"/>
            <a:chOff x="344106" y="1615859"/>
            <a:chExt cx="11512933" cy="4692866"/>
          </a:xfrm>
        </p:grpSpPr>
        <p:grpSp>
          <p:nvGrpSpPr>
            <p:cNvPr id="10" name="Group 9">
              <a:extLst>
                <a:ext uri="{FF2B5EF4-FFF2-40B4-BE49-F238E27FC236}">
                  <ns2:creationId id="{6CC72FE1-706E-5946-1159-9B084DD25C03}"/>
                </a:ext>
              </a:extLst>
            </p:cNvPr>
            <p:cNvGrpSpPr/>
            <p:nvPr/>
          </p:nvGrpSpPr>
          <p:grpSpPr>
            <a:xfrm>
              <a:off x="4238512" y="1615859"/>
              <a:ext cx="7618527" cy="4692866"/>
              <a:chOff x="4238512" y="1615859"/>
              <a:chExt cx="7618527" cy="4692866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10DCCD79-4E59-A796-1B5E-5350C4D873B2}"/>
                  </a:ext>
                </a:extLst>
              </p:cNvPr>
              <p:cNvGrpSpPr/>
              <p:nvPr/>
            </p:nvGrpSpPr>
            <p:grpSpPr>
              <a:xfrm>
                <a:off x="4238512" y="1615859"/>
                <a:ext cx="7618527" cy="4692866"/>
                <a:chOff x="4238512" y="1615859"/>
                <a:chExt cx="7618527" cy="4692866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BFAA4E3C-F3A8-FDC4-B3D2-34E01A071C43}"/>
                    </a:ext>
                  </a:extLst>
                </p:cNvPr>
                <p:cNvSpPr/>
                <p:nvPr/>
              </p:nvSpPr>
              <p:spPr>
                <a:xfrm>
                  <a:off x="4238512" y="1628775"/>
                  <a:ext cx="7618525" cy="467995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3" name="グループ化 162">
                  <a:extLst>
                    <a:ext uri="{FF2B5EF4-FFF2-40B4-BE49-F238E27FC236}">
                      <ns2:creationId id="{42C2F88F-0A5B-EA4D-030A-5C9B0FEAC95C}"/>
                    </a:ext>
                  </a:extLst>
                </p:cNvPr>
                <p:cNvGrpSpPr/>
                <p:nvPr/>
              </p:nvGrpSpPr>
              <p:grpSpPr>
                <a:xfrm>
                  <a:off x="4349930" y="1615859"/>
                  <a:ext cx="7507109" cy="4584689"/>
                  <a:chOff x="4349930" y="1615859"/>
                  <a:chExt cx="7507109" cy="4584689"/>
                </a:xfrm>
              </p:grpSpPr>
              <p:grpSp>
                <p:nvGrpSpPr>
                  <p:cNvPr id="162" name="グループ化 161">
                    <a:extLst>
                      <a:ext uri="{FF2B5EF4-FFF2-40B4-BE49-F238E27FC236}">
                        <ns2:creationId id="{4E2155AF-4CF4-00DD-89A9-AE48087501EF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1" y="1615859"/>
                    <a:ext cx="7507106" cy="711116"/>
                    <a:chOff x="4349931" y="1615859"/>
                    <a:chExt cx="7507106" cy="711116"/>
                  </a:xfrm>
                </p:grpSpPr>
                <p:sp>
                  <p:nvSpPr>
                    <p:cNvPr id="88" name="正方形/長方形 87">
                      <a:extLst>
                        <a:ext uri="{FF2B5EF4-FFF2-40B4-BE49-F238E27FC236}">
                          <ns2:creationId id="{D3966301-C8D9-E5F7-389E-D084B6A31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1" y="2042896"/>
                      <a:ext cx="7507106" cy="284079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lnSpc>
                          <a:spcPct val="105000"/>
                        </a:lnSpc>
                      </a:pP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lang="en-US" altLang="ja-JP" sz="10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grpSp>
                  <p:nvGrpSpPr>
                    <p:cNvPr id="161" name="グループ化 160">
                      <a:extLst>
                        <a:ext uri="{FF2B5EF4-FFF2-40B4-BE49-F238E27FC236}">
                          <ns2:creationId id="{0FF801D6-8262-AE63-059F-C36F13907F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1615859"/>
                      <a:ext cx="7507106" cy="415133"/>
                      <a:chOff x="4349931" y="1615859"/>
                      <a:chExt cx="7507106" cy="415133"/>
                    </a:xfrm>
                  </p:grpSpPr>
                  <p:sp>
                    <p:nvSpPr>
                      <p:cNvPr id="61" name="正方形/長方形 60">
                        <a:extLst>
                          <a:ext uri="{FF2B5EF4-FFF2-40B4-BE49-F238E27FC236}">
                            <ns2:creationId id="{3DC2E00E-5836-4A0D-C2E0-B08A110B18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5486" y="1615859"/>
                        <a:ext cx="5521551" cy="41513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2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  <a:endParaRPr kumimoji="1" lang="ja-JP" altLang="en-US" sz="10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60" name="グループ化 159">
                        <a:extLst>
                          <a:ext uri="{FF2B5EF4-FFF2-40B4-BE49-F238E27FC236}">
                            <ns2:creationId id="{8D46DB22-9C2E-32FF-BB6B-8C184EE4A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49931" y="1615859"/>
                        <a:ext cx="1985555" cy="415133"/>
                        <a:chOff x="4349931" y="1615859"/>
                        <a:chExt cx="1985555" cy="415133"/>
                      </a:xfrm>
                    </p:grpSpPr>
                    <p:sp>
                      <p:nvSpPr>
                        <p:cNvPr id="60" name="正方形/長方形 59">
                          <a:extLst>
                            <a:ext uri="{FF2B5EF4-FFF2-40B4-BE49-F238E27FC236}">
                              <ns2:creationId id="{35C30388-FE6C-A494-393C-D4468AE9C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9931" y="1615859"/>
                          <a:ext cx="1985555" cy="41513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1200" dirty="0" err="1">
                              <a:solidFill>
                                <a:schemeClr val="accent5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accent5"/>
                            </a:solidFill>
                            <a:latin typeface="+mn-ea"/>
                          </a:endParaRPr>
                        </a:p>
                      </p:txBody>
                    </p:sp>
                    <p:pic>
                      <p:nvPicPr>
                        <p:cNvPr id="90" name="グラフィックス 89" descr="ワークフロー 単色塗りつぶし">
                          <a:extLst>
                            <a:ext uri="{FF2B5EF4-FFF2-40B4-BE49-F238E27FC236}">
                              <ns2:creationId id="{CF79AF49-9927-576D-40EF-C17D8DCBB6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>
                          <a:extLst>
                            <a:ext uri="{96DAC541-7B7A-43D3-8B79-37D633B846F1}">
                              <ns3:svgBlip r:embed="rId2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500549" y="1661319"/>
                          <a:ext cx="324212" cy="324212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</p:grpSp>
              <p:grpSp>
                <p:nvGrpSpPr>
                  <p:cNvPr id="159" name="グループ化 158">
                    <a:extLst>
                      <a:ext uri="{FF2B5EF4-FFF2-40B4-BE49-F238E27FC236}">
                        <ns2:creationId id="{73CA0FF3-7846-F82C-07DE-A8FCDAC6EDD1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2376729"/>
                    <a:ext cx="7507109" cy="2176366"/>
                    <a:chOff x="4349930" y="2376729"/>
                    <a:chExt cx="7507109" cy="2176366"/>
                  </a:xfrm>
                </p:grpSpPr>
                <p:sp>
                  <p:nvSpPr>
                    <p:cNvPr id="52" name="ホームベース 64">
                      <a:extLst>
                        <a:ext uri="{FF2B5EF4-FFF2-40B4-BE49-F238E27FC236}">
                          <ns2:creationId id="{93FB59A8-8957-C51D-E771-8C126C6E2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376729"/>
                      <a:ext cx="1836000" cy="251573"/>
                    </a:xfrm>
                    <a:prstGeom prst="homePlate">
                      <a:avLst>
                        <a:gd name="adj" fmla="val 18206"/>
                      </a:avLst>
                    </a:prstGeom>
                    <a:solidFill>
                      <a:schemeClr val="accent5">
                        <a:alpha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54" name="山形 65">
                      <a:extLst>
                        <a:ext uri="{FF2B5EF4-FFF2-40B4-BE49-F238E27FC236}">
                          <ns2:creationId id="{CED26636-9554-D48D-F033-D21366D95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8361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6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①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6" name="山形 65">
                      <a:extLst>
                        <a:ext uri="{FF2B5EF4-FFF2-40B4-BE49-F238E27FC236}">
                          <ns2:creationId id="{C3EAC09E-0A1A-D359-2F9A-F1A38CB7F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9715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②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8" name="山形 65">
                      <a:extLst>
                        <a:ext uri="{FF2B5EF4-FFF2-40B4-BE49-F238E27FC236}">
                          <ns2:creationId id="{BF3FCC17-5996-FB71-FD0A-83D0E4A23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1069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③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4" name="正方形/長方形 63">
                      <a:extLst>
                        <a:ext uri="{FF2B5EF4-FFF2-40B4-BE49-F238E27FC236}">
                          <ns2:creationId id="{6CD9672B-D6AB-14AC-C985-07100397A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641218"/>
                      <a:ext cx="1793540" cy="58382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r>
                        <a:rPr lang="en-US" altLang="ja-JP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(</a:t>
                      </a:r>
                      <a:r>
                        <a:rPr lang="en-US" altLang="ja-JP" sz="80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6" name="正方形/長方形 65">
                      <a:extLst>
                        <a:ext uri="{FF2B5EF4-FFF2-40B4-BE49-F238E27FC236}">
                          <ns2:creationId id="{DBD223D9-74B6-880C-3441-E414AC92CE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122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67" name="正方形/長方形 66">
                      <a:extLst>
                        <a:ext uri="{FF2B5EF4-FFF2-40B4-BE49-F238E27FC236}">
                          <ns2:creationId id="{1307CB25-80EE-B20A-ABBE-AC4B38364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3236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68" name="正方形/長方形 67">
                      <a:extLst>
                        <a:ext uri="{FF2B5EF4-FFF2-40B4-BE49-F238E27FC236}">
                          <ns2:creationId id="{412748DE-24BB-D842-182B-9DD6C904A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350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0" name="吹き出し: 四角形 79">
                      <a:extLst>
                        <a:ext uri="{FF2B5EF4-FFF2-40B4-BE49-F238E27FC236}">
                          <ns2:creationId id="{CBAC90FA-DB6D-D22D-1497-03A79ECBB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44601" y="4373519"/>
                      <a:ext cx="3254500" cy="179576"/>
                    </a:xfrm>
                    <a:prstGeom prst="wedgeRectCallout">
                      <a:avLst>
                        <a:gd name="adj1" fmla="val 27957"/>
                        <a:gd name="adj2" fmla="val -82857"/>
                      </a:avLst>
                    </a:prstGeom>
                    <a:solidFill>
                      <a:schemeClr val="accent6">
                        <a:lumMod val="20000"/>
                        <a:lumOff val="8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r>
                        <a:rPr lang="en-US" altLang="ja-JP" sz="8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3" name="正方形/長方形 82">
                      <a:extLst>
                        <a:ext uri="{FF2B5EF4-FFF2-40B4-BE49-F238E27FC236}">
                          <ns2:creationId id="{84E57178-B186-D7C8-DB8E-5701B4658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9555" y="3018080"/>
                      <a:ext cx="1917484" cy="319020"/>
                    </a:xfrm>
                    <a:prstGeom prst="rect">
                      <a:avLst/>
                    </a:prstGeom>
                    <a:noFill/>
                    <a:ln w="952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14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95" name="正方形/長方形 94">
                      <a:extLst>
                        <a:ext uri="{FF2B5EF4-FFF2-40B4-BE49-F238E27FC236}">
                          <ns2:creationId id="{61E629D6-8D20-455C-1281-8474B6852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0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0" name="正方形/長方形 109">
                      <a:extLst>
                        <a:ext uri="{FF2B5EF4-FFF2-40B4-BE49-F238E27FC236}">
                          <ns2:creationId id="{7AB398B3-9AD6-1399-0384-5136BEAE3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17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8" name="正方形/長方形 117">
                      <a:extLst>
                        <a:ext uri="{FF2B5EF4-FFF2-40B4-BE49-F238E27FC236}">
                          <ns2:creationId id="{65902766-5C16-EBCC-0FBE-14897F4B3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5166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4" name="正方形/長方形 83">
                      <a:extLst>
                        <a:ext uri="{FF2B5EF4-FFF2-40B4-BE49-F238E27FC236}">
                          <ns2:creationId id="{7748AFC8-3FD0-A35E-2A42-47C69A68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5" name="正方形/長方形 84">
                      <a:extLst>
                        <a:ext uri="{FF2B5EF4-FFF2-40B4-BE49-F238E27FC236}">
                          <ns2:creationId id="{C5C0C805-2A14-B735-F785-FCBB275C6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6" name="正方形/長方形 85">
                      <a:extLst>
                        <a:ext uri="{FF2B5EF4-FFF2-40B4-BE49-F238E27FC236}">
                          <ns2:creationId id="{E653461F-BB03-FC27-0C75-6859B36F2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94" name="正方形/長方形 93">
                      <a:extLst>
                        <a:ext uri="{FF2B5EF4-FFF2-40B4-BE49-F238E27FC236}">
                          <ns2:creationId id="{99E2A5F6-DC40-B8E8-057A-96755CB6D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8044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4" name="正方形/長方形 103">
                      <a:extLst>
                        <a:ext uri="{FF2B5EF4-FFF2-40B4-BE49-F238E27FC236}">
                          <ns2:creationId id="{FE69BE08-5784-7971-BB9E-551EFDC71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5" name="正方形/長方形 104">
                      <a:extLst>
                        <a:ext uri="{FF2B5EF4-FFF2-40B4-BE49-F238E27FC236}">
                          <ns2:creationId id="{4118D337-9225-D45B-FC69-CB3ABC0A0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6" name="正方形/長方形 105">
                      <a:extLst>
                        <a:ext uri="{FF2B5EF4-FFF2-40B4-BE49-F238E27FC236}">
                          <ns2:creationId id="{0AAD46A5-EF80-8992-EA06-759F2E37C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07" name="正方形/長方形 106">
                      <a:extLst>
                        <a:ext uri="{FF2B5EF4-FFF2-40B4-BE49-F238E27FC236}">
                          <ns2:creationId id="{A4213674-F001-BFD7-E9D9-F32D68189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8" name="正方形/長方形 107">
                      <a:extLst>
                        <a:ext uri="{FF2B5EF4-FFF2-40B4-BE49-F238E27FC236}">
                          <ns2:creationId id="{C7854266-D499-F933-593B-F312209B1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9" name="正方形/長方形 108">
                      <a:extLst>
                        <a:ext uri="{FF2B5EF4-FFF2-40B4-BE49-F238E27FC236}">
                          <ns2:creationId id="{581E7C85-93F1-5679-3D1F-59B5DB530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2" name="正方形/長方形 111">
                      <a:extLst>
                        <a:ext uri="{FF2B5EF4-FFF2-40B4-BE49-F238E27FC236}">
                          <ns2:creationId id="{B20354C5-A10B-FE18-9748-0AAC025F5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3" name="正方形/長方形 112">
                      <a:extLst>
                        <a:ext uri="{FF2B5EF4-FFF2-40B4-BE49-F238E27FC236}">
                          <ns2:creationId id="{F5A9C749-B75C-7377-53B6-BEC158CD5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4" name="正方形/長方形 113">
                      <a:extLst>
                        <a:ext uri="{FF2B5EF4-FFF2-40B4-BE49-F238E27FC236}">
                          <ns2:creationId id="{E28620C6-4F62-99F7-B3AC-211502745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15" name="正方形/長方形 114">
                      <a:extLst>
                        <a:ext uri="{FF2B5EF4-FFF2-40B4-BE49-F238E27FC236}">
                          <ns2:creationId id="{D4782E16-D068-BA86-8EFF-FF1C20960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(</a:t>
                      </a:r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6" name="正方形/長方形 115">
                      <a:extLst>
                        <a:ext uri="{FF2B5EF4-FFF2-40B4-BE49-F238E27FC236}">
                          <ns2:creationId id="{BC943582-DBAF-274A-0BF4-F01E871C9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7" name="正方形/長方形 116">
                      <a:extLst>
                        <a:ext uri="{FF2B5EF4-FFF2-40B4-BE49-F238E27FC236}">
                          <ns2:creationId id="{AD2C7A5A-3D5F-3758-1EF8-366CF87A4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0" name="正方形/長方形 119">
                      <a:extLst>
                        <a:ext uri="{FF2B5EF4-FFF2-40B4-BE49-F238E27FC236}">
                          <ns2:creationId id="{45CA979B-3FD8-9AB8-A3E3-015F786EB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1" name="正方形/長方形 120">
                      <a:extLst>
                        <a:ext uri="{FF2B5EF4-FFF2-40B4-BE49-F238E27FC236}">
                          <ns2:creationId id="{C576F84D-07BF-C5F0-DB61-2AFDBEEB7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2" name="正方形/長方形 121">
                      <a:extLst>
                        <a:ext uri="{FF2B5EF4-FFF2-40B4-BE49-F238E27FC236}">
                          <ns2:creationId id="{4D318ABF-E12C-D4F6-A972-1B5363742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23" name="正方形/長方形 122">
                      <a:extLst>
                        <a:ext uri="{FF2B5EF4-FFF2-40B4-BE49-F238E27FC236}">
                          <ns2:creationId id="{685DB0AE-1A96-7687-D059-800BCD0BC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4" name="正方形/長方形 123">
                      <a:extLst>
                        <a:ext uri="{FF2B5EF4-FFF2-40B4-BE49-F238E27FC236}">
                          <ns2:creationId id="{4ED991B9-EF84-DF2A-1945-2D71CC2C9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5" name="正方形/長方形 124">
                      <a:extLst>
                        <a:ext uri="{FF2B5EF4-FFF2-40B4-BE49-F238E27FC236}">
                          <ns2:creationId id="{76DA5717-A93C-F2CA-8788-998695DE6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6" name="正方形/長方形 125">
                      <a:extLst>
                        <a:ext uri="{FF2B5EF4-FFF2-40B4-BE49-F238E27FC236}">
                          <ns2:creationId id="{A0BBBC9C-94BA-A576-2523-216783343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6015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</p:grpSp>
              <p:grpSp>
                <p:nvGrpSpPr>
                  <p:cNvPr id="158" name="グループ化 157">
                    <a:extLst>
                      <a:ext uri="{FF2B5EF4-FFF2-40B4-BE49-F238E27FC236}">
                        <ns2:creationId id="{AA1F908D-F1F6-CFB8-401D-537DF21393DD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4573184"/>
                    <a:ext cx="7406736" cy="1627364"/>
                    <a:chOff x="4349930" y="4573184"/>
                    <a:chExt cx="7406736" cy="1627364"/>
                  </a:xfrm>
                </p:grpSpPr>
                <p:grpSp>
                  <p:nvGrpSpPr>
                    <p:cNvPr id="157" name="グループ化 156">
                      <a:extLst>
                        <a:ext uri="{FF2B5EF4-FFF2-40B4-BE49-F238E27FC236}">
                          <ns2:creationId id="{808824B7-A4FB-9F46-FEEF-9FA201BAF3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0" y="4573184"/>
                      <a:ext cx="7367139" cy="523962"/>
                      <a:chOff x="4349930" y="4573184"/>
                      <a:chExt cx="7367139" cy="523962"/>
                    </a:xfrm>
                  </p:grpSpPr>
                  <p:grpSp>
                    <p:nvGrpSpPr>
                      <p:cNvPr id="140" name="グループ化 139">
                        <a:extLst>
                          <a:ext uri="{FF2B5EF4-FFF2-40B4-BE49-F238E27FC236}">
                            <ns2:creationId id="{8FCC937C-9E09-1F7F-B330-F42DF15215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68002" y="4573184"/>
                        <a:ext cx="6749067" cy="180002"/>
                        <a:chOff x="4968002" y="4618576"/>
                        <a:chExt cx="6749067" cy="273998"/>
                      </a:xfrm>
                    </p:grpSpPr>
                    <p:sp>
                      <p:nvSpPr>
                        <p:cNvPr id="70" name="ホームベース 64">
                          <a:extLst>
                            <a:ext uri="{FF2B5EF4-FFF2-40B4-BE49-F238E27FC236}">
                              <ns2:creationId id="{93818B50-696B-4EA4-DFEA-5A1D221BB1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68002" y="4618576"/>
                          <a:ext cx="1116000" cy="273995"/>
                        </a:xfrm>
                        <a:prstGeom prst="homePlate">
                          <a:avLst>
                            <a:gd name="adj" fmla="val 18206"/>
                          </a:avLst>
                        </a:prstGeom>
                        <a:solidFill>
                          <a:schemeClr val="accent5">
                            <a:alpha val="5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 </a:t>
                          </a: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1" name="山形 65">
                          <a:extLst>
                            <a:ext uri="{FF2B5EF4-FFF2-40B4-BE49-F238E27FC236}">
                              <ns2:creationId id="{48ABFBDD-41D2-CD6A-9A81-931C92E76F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4615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6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2" name="山形 65">
                          <a:extLst>
                            <a:ext uri="{FF2B5EF4-FFF2-40B4-BE49-F238E27FC236}">
                              <ns2:creationId id="{C6DB93AB-0C28-C0DD-2F1A-35A504142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122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7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3" name="山形 65">
                          <a:extLst>
                            <a:ext uri="{FF2B5EF4-FFF2-40B4-BE49-F238E27FC236}">
                              <ns2:creationId id="{4B0C4632-8CC2-BB8F-6A61-298487676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47842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4" name="山形 65">
                          <a:extLst>
                            <a:ext uri="{FF2B5EF4-FFF2-40B4-BE49-F238E27FC236}">
                              <ns2:creationId id="{EBEAF06A-2E0F-1E97-159F-5D5FB7D7E1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474456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9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5" name="山形 65">
                          <a:extLst>
                            <a:ext uri="{FF2B5EF4-FFF2-40B4-BE49-F238E27FC236}">
                              <ns2:creationId id="{C5DA799E-28D1-0132-1BFD-D2A131B34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060106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91" name="正方形/長方形 90">
                        <a:extLst>
                          <a:ext uri="{FF2B5EF4-FFF2-40B4-BE49-F238E27FC236}">
                            <ns2:creationId id="{72C8E183-D683-3C27-2FCB-8F4506566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0" y="4573509"/>
                        <a:ext cx="587829" cy="52363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800" dirty="0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800" dirty="0">
                          <a:solidFill>
                            <a:schemeClr val="bg1"/>
                          </a:solidFill>
                          <a:latin typeface="+mn-ea"/>
                        </a:endParaRPr>
                      </a:p>
                    </p:txBody>
                  </p:sp>
                  <p:sp>
                    <p:nvSpPr>
                      <p:cNvPr id="132" name="正方形/長方形 131">
                        <a:extLst>
                          <a:ext uri="{FF2B5EF4-FFF2-40B4-BE49-F238E27FC236}">
                            <ns2:creationId id="{E8D2EBC6-68A9-9D6F-616D-578EB994E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8000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</a:p>
                    </p:txBody>
                  </p:sp>
                  <p:sp>
                    <p:nvSpPr>
                      <p:cNvPr id="133" name="正方形/長方形 132">
                        <a:extLst>
                          <a:ext uri="{FF2B5EF4-FFF2-40B4-BE49-F238E27FC236}">
                            <ns2:creationId id="{5A31CB58-D11A-CD18-F252-BF4713868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5002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4" name="正方形/長方形 133">
                        <a:extLst>
                          <a:ext uri="{FF2B5EF4-FFF2-40B4-BE49-F238E27FC236}">
                            <ns2:creationId id="{0B236110-ECC6-146A-D23F-E956D8F00A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2004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5" name="正方形/長方形 134">
                        <a:extLst>
                          <a:ext uri="{FF2B5EF4-FFF2-40B4-BE49-F238E27FC236}">
                            <ns2:creationId id="{865A031C-754E-C447-21B0-CF459BAF9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9005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136" name="正方形/長方形 135">
                        <a:extLst>
                          <a:ext uri="{FF2B5EF4-FFF2-40B4-BE49-F238E27FC236}">
                            <ns2:creationId id="{07D23F1B-760C-6E16-8C01-15A8200AB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6007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7" name="正方形/長方形 136">
                        <a:extLst>
                          <a:ext uri="{FF2B5EF4-FFF2-40B4-BE49-F238E27FC236}">
                            <ns2:creationId id="{3F297A15-7941-70C0-8C14-5CC123C67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03009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</p:grpSp>
                <p:grpSp>
                  <p:nvGrpSpPr>
                    <p:cNvPr id="155" name="グループ化 154">
                      <a:extLst>
                        <a:ext uri="{FF2B5EF4-FFF2-40B4-BE49-F238E27FC236}">
                          <ns2:creationId id="{AF61DDC5-C942-A6F9-0410-0271501F1B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5117740"/>
                      <a:ext cx="4530355" cy="1082808"/>
                      <a:chOff x="4349931" y="5117740"/>
                      <a:chExt cx="4530355" cy="1082808"/>
                    </a:xfrm>
                  </p:grpSpPr>
                  <p:sp>
                    <p:nvSpPr>
                      <p:cNvPr id="77" name="正方形/長方形 76">
                        <a:extLst>
                          <a:ext uri="{FF2B5EF4-FFF2-40B4-BE49-F238E27FC236}">
                            <ns2:creationId id="{9B2630C5-82D4-7AEB-CC71-81826844F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1" y="5117740"/>
                        <a:ext cx="4530355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000" dirty="0" err="1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1000" dirty="0">
                          <a:solidFill>
                            <a:srgbClr val="008D2E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45" name="グループ化 144">
                        <a:extLst>
                          <a:ext uri="{FF2B5EF4-FFF2-40B4-BE49-F238E27FC236}">
                            <ns2:creationId id="{4D680EA5-2A2F-A7CC-F7D5-7AFBF5559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36240" y="5384668"/>
                        <a:ext cx="4357735" cy="725385"/>
                        <a:chOff x="4500549" y="5274115"/>
                        <a:chExt cx="3307834" cy="808054"/>
                      </a:xfrm>
                    </p:grpSpPr>
                    <p:sp>
                      <p:nvSpPr>
                        <p:cNvPr id="141" name="正方形/長方形 140">
                          <a:extLst>
                            <a:ext uri="{FF2B5EF4-FFF2-40B4-BE49-F238E27FC236}">
                              <ns2:creationId id="{11514C54-865F-3D0E-65F3-FB1B40D3E3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274116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2" name="正方形/長方形 141">
                          <a:extLst>
                            <a:ext uri="{FF2B5EF4-FFF2-40B4-BE49-F238E27FC236}">
                              <ns2:creationId id="{EA8488F4-1DA8-6FE6-6450-CC0874CDDD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274115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3" name="正方形/長方形 142">
                          <a:extLst>
                            <a:ext uri="{FF2B5EF4-FFF2-40B4-BE49-F238E27FC236}">
                              <ns2:creationId id="{7E8360C3-0738-C7A1-8807-20668908C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740544"/>
                          <a:ext cx="1594066" cy="341614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4" name="正方形/長方形 143">
                          <a:extLst>
                            <a:ext uri="{FF2B5EF4-FFF2-40B4-BE49-F238E27FC236}">
                              <ns2:creationId id="{3EE0B917-5BBD-2488-A513-2A2EE5287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740554"/>
                          <a:ext cx="1594066" cy="341615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/ 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56" name="グループ化 155">
                      <a:extLst>
                        <a:ext uri="{FF2B5EF4-FFF2-40B4-BE49-F238E27FC236}">
                          <ns2:creationId id="{5FE3C469-91C6-2892-76C1-9737F8D573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0712" y="5117740"/>
                      <a:ext cx="2805954" cy="1082808"/>
                      <a:chOff x="8950712" y="5117740"/>
                      <a:chExt cx="2805954" cy="1082808"/>
                    </a:xfrm>
                  </p:grpSpPr>
                  <p:sp>
                    <p:nvSpPr>
                      <p:cNvPr id="78" name="正方形/長方形 77">
                        <a:extLst>
                          <a:ext uri="{FF2B5EF4-FFF2-40B4-BE49-F238E27FC236}">
                            <ns2:creationId id="{EBA29FF1-801C-0075-FB20-34B981E3A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0712" y="5117740"/>
                        <a:ext cx="2805954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(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 </a:t>
                        </a:r>
                        <a:endParaRPr lang="en-US" altLang="ja-JP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54" name="グループ化 153">
                        <a:extLst>
                          <a:ext uri="{FF2B5EF4-FFF2-40B4-BE49-F238E27FC236}">
                            <ns2:creationId id="{9F0DFB7F-DCAA-007C-8C8C-4679E70E32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032241" y="5484650"/>
                        <a:ext cx="2654776" cy="594806"/>
                        <a:chOff x="9032241" y="5479323"/>
                        <a:chExt cx="2654776" cy="484974"/>
                      </a:xfrm>
                    </p:grpSpPr>
                    <p:sp>
                      <p:nvSpPr>
                        <p:cNvPr id="149" name="正方形/長方形 148">
                          <a:extLst>
                            <a:ext uri="{FF2B5EF4-FFF2-40B4-BE49-F238E27FC236}">
                              <ns2:creationId id="{3F5B03B2-DCCD-7A61-27B3-367EE7CBF8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479323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0" name="正方形/長方形 149">
                          <a:extLst>
                            <a:ext uri="{FF2B5EF4-FFF2-40B4-BE49-F238E27FC236}">
                              <ns2:creationId id="{159A7CA1-D20E-91DC-CE7E-9E7410E0D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479331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1" name="正方形/長方形 150">
                          <a:extLst>
                            <a:ext uri="{FF2B5EF4-FFF2-40B4-BE49-F238E27FC236}">
                              <ns2:creationId id="{80388D82-937B-8D6E-DB01-C900EBCD9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728267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2" name="正方形/長方形 151">
                          <a:extLst>
                            <a:ext uri="{FF2B5EF4-FFF2-40B4-BE49-F238E27FC236}">
                              <ns2:creationId id="{215465DF-C677-C954-2DDA-325BBEDD6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728258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153" name="正方形/長方形 152">
                        <a:extLst>
                          <a:ext uri="{FF2B5EF4-FFF2-40B4-BE49-F238E27FC236}">
                            <ns2:creationId id="{A5F97402-EDFE-6A1B-D31D-2FC25F471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2240" y="6079430"/>
                        <a:ext cx="2654777" cy="10915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800" dirty="0">
                          <a:solidFill>
                            <a:schemeClr val="accent5"/>
                          </a:solidFill>
                          <a:latin typeface="+mn-ea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4" name="正方形/長方形 65">
                <a:extLst>
                  <a:ext uri="{FF2B5EF4-FFF2-40B4-BE49-F238E27FC236}">
                    <ns2:creationId id="{5B1AD5D4-5C25-CFA4-6652-B3AD00F9D101}"/>
                  </a:ext>
                </a:extLst>
              </p:cNvPr>
              <p:cNvSpPr/>
              <p:nvPr/>
            </p:nvSpPr>
            <p:spPr>
              <a:xfrm>
                <a:off x="6165122" y="2856224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66">
                <a:extLst>
                  <a:ext uri="{FF2B5EF4-FFF2-40B4-BE49-F238E27FC236}">
                    <ns2:creationId id="{418B7F72-D086-BE23-CB28-85AEEEA0C8AD}"/>
                  </a:ext>
                </a:extLst>
              </p:cNvPr>
              <p:cNvSpPr/>
              <p:nvPr/>
            </p:nvSpPr>
            <p:spPr>
              <a:xfrm>
                <a:off x="7973236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" name="正方形/長方形 67">
                <a:extLst>
                  <a:ext uri="{FF2B5EF4-FFF2-40B4-BE49-F238E27FC236}">
                    <ns2:creationId id="{B1454964-5BB7-D875-51F1-44D5358065BA}"/>
                  </a:ext>
                </a:extLst>
              </p:cNvPr>
              <p:cNvSpPr/>
              <p:nvPr/>
            </p:nvSpPr>
            <p:spPr>
              <a:xfrm>
                <a:off x="9781351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ns2:creationId id="{45527262-C5C0-7536-C1F7-7206A15C5842}"/>
                </a:ext>
              </a:extLst>
            </p:cNvPr>
            <p:cNvGrpSpPr/>
            <p:nvPr/>
          </p:nvGrpSpPr>
          <p:grpSpPr>
            <a:xfrm>
              <a:off x="344106" y="1628775"/>
              <a:ext cx="3845307" cy="4679950"/>
              <a:chOff x="344106" y="1628775"/>
              <a:chExt cx="3845307" cy="4679950"/>
            </a:xfrm>
          </p:grpSpPr>
          <p:grpSp>
            <p:nvGrpSpPr>
              <p:cNvPr id="169" name="グループ化 168">
                <a:extLst>
                  <a:ext uri="{FF2B5EF4-FFF2-40B4-BE49-F238E27FC236}">
                    <ns2:creationId id="{4FCFE221-670D-C08B-81DB-697621803D93}"/>
                  </a:ext>
                </a:extLst>
              </p:cNvPr>
              <p:cNvGrpSpPr/>
              <p:nvPr/>
            </p:nvGrpSpPr>
            <p:grpSpPr>
              <a:xfrm>
                <a:off x="344106" y="1628775"/>
                <a:ext cx="3845307" cy="4679950"/>
                <a:chOff x="344106" y="1628775"/>
                <a:chExt cx="3845307" cy="4679950"/>
              </a:xfrm>
            </p:grpSpPr>
            <p:grpSp>
              <p:nvGrpSpPr>
                <p:cNvPr id="19" name="グループ化 18">
                  <a:extLst>
                    <a:ext uri="{FF2B5EF4-FFF2-40B4-BE49-F238E27FC236}">
                      <ns2:creationId id="{E5ADAA37-8D90-569A-2402-AF01B4C16913}"/>
                    </a:ext>
                  </a:extLst>
                </p:cNvPr>
                <p:cNvGrpSpPr/>
                <p:nvPr/>
              </p:nvGrpSpPr>
              <p:grpSpPr>
                <a:xfrm>
                  <a:off x="3947658" y="1628775"/>
                  <a:ext cx="241755" cy="4679950"/>
                  <a:chOff x="4013248" y="1628775"/>
                  <a:chExt cx="241755" cy="4679950"/>
                </a:xfrm>
              </p:grpSpPr>
              <p:cxnSp>
                <p:nvCxnSpPr>
                  <p:cNvPr id="100" name="直線コネクタ 11">
                    <a:extLst>
                      <a:ext uri="{FF2B5EF4-FFF2-40B4-BE49-F238E27FC236}">
                        <ns2:creationId id="{51683137-0309-4EA8-8920-98DAAF0389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129158" y="1628775"/>
                    <a:ext cx="0" cy="467995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01" name="グループ化 12">
                    <a:extLst>
                      <a:ext uri="{FF2B5EF4-FFF2-40B4-BE49-F238E27FC236}">
                        <ns2:creationId id="{50B48B24-DE28-446C-AF25-E7132DA05A4C}"/>
                      </a:ext>
                    </a:extLst>
                  </p:cNvPr>
                  <p:cNvGrpSpPr/>
                  <p:nvPr/>
                </p:nvGrpSpPr>
                <p:grpSpPr>
                  <a:xfrm>
                    <a:off x="4013248" y="3852537"/>
                    <a:ext cx="241755" cy="232424"/>
                    <a:chOff x="4652394" y="4551663"/>
                    <a:chExt cx="375467" cy="360974"/>
                  </a:xfrm>
                </p:grpSpPr>
                <p:sp>
                  <p:nvSpPr>
                    <p:cNvPr id="102" name="円/楕円 8">
                      <a:extLst>
                        <a:ext uri="{FF2B5EF4-FFF2-40B4-BE49-F238E27FC236}">
                          <ns2:creationId id="{86C4E7B7-FD46-4CF6-B67E-63AD228AC3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>
                      <a:off x="4652392" y="4552636"/>
                      <a:ext cx="360003" cy="359999"/>
                    </a:xfrm>
                    <a:prstGeom prst="ellipse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ja-JP" altLang="en-US" dirty="0">
                        <a:latin typeface="+mn-ea"/>
                      </a:endParaRPr>
                    </a:p>
                  </p:txBody>
                </p:sp>
                <p:pic>
                  <p:nvPicPr>
                    <p:cNvPr id="103" name="グラフィックス 14">
                      <a:extLst>
                        <a:ext uri="{FF2B5EF4-FFF2-40B4-BE49-F238E27FC236}">
                          <ns2:creationId id="{A83FC058-8F43-4D1C-A654-622AD4EA137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16200000">
                      <a:off x="4671459" y="4551663"/>
                      <a:ext cx="356401" cy="356402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11" name="正方形/長方形 10">
                  <a:extLst>
                    <a:ext uri="{FF2B5EF4-FFF2-40B4-BE49-F238E27FC236}">
                      <ns2:creationId id="{24A2A60B-DCF6-BB55-D9DF-7D2AD01EA478}"/>
                    </a:ext>
                  </a:extLst>
                </p:cNvPr>
                <p:cNvSpPr/>
                <p:nvPr/>
              </p:nvSpPr>
              <p:spPr>
                <a:xfrm>
                  <a:off x="774309" y="1628775"/>
                  <a:ext cx="2904805" cy="49872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7" name="グループ化 166">
                  <a:extLst>
                    <a:ext uri="{FF2B5EF4-FFF2-40B4-BE49-F238E27FC236}">
                      <ns2:creationId id="{8AEB56F7-B4F6-4D66-FA70-35A9B2C36DE7}"/>
                    </a:ext>
                  </a:extLst>
                </p:cNvPr>
                <p:cNvGrpSpPr/>
                <p:nvPr/>
              </p:nvGrpSpPr>
              <p:grpSpPr>
                <a:xfrm>
                  <a:off x="344106" y="3206997"/>
                  <a:ext cx="3335008" cy="1523504"/>
                  <a:chOff x="344106" y="3206997"/>
                  <a:chExt cx="3335008" cy="1523504"/>
                </a:xfrm>
              </p:grpSpPr>
              <p:sp>
                <p:nvSpPr>
                  <p:cNvPr id="8" name="正方形/長方形 7">
                    <a:extLst>
                      <a:ext uri="{FF2B5EF4-FFF2-40B4-BE49-F238E27FC236}">
                        <ns2:creationId id="{A73E1EA8-54C7-55DB-CBC5-E8115B0E81D9}"/>
                      </a:ext>
                    </a:extLst>
                  </p:cNvPr>
                  <p:cNvSpPr/>
                  <p:nvPr/>
                </p:nvSpPr>
                <p:spPr>
                  <a:xfrm>
                    <a:off x="344106" y="3206997"/>
                    <a:ext cx="421347" cy="1523504"/>
                  </a:xfrm>
                  <a:prstGeom prst="rect">
                    <a:avLst/>
                  </a:prstGeom>
                  <a:solidFill>
                    <a:srgbClr val="99D1AB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2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B80A8CAF-BD46-0B93-22C1-063EFC76981E}"/>
                      </a:ext>
                    </a:extLst>
                  </p:cNvPr>
                  <p:cNvSpPr/>
                  <p:nvPr/>
                </p:nvSpPr>
                <p:spPr>
                  <a:xfrm>
                    <a:off x="774309" y="3206997"/>
                    <a:ext cx="2904805" cy="1523504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285750" indent="-285750">
                      <a:buFont typeface="Arial" panose="020B0604020202020204" pitchFamily="34" charset="0"/>
                      <a:buChar char="•"/>
                    </a:pPr>
                    <a:r>
                      <a:rPr lang="en-US" altLang="ja-JP" sz="1400" dirty="0">
                        <a:solidFill>
                          <a:srgbClr val="00943A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B85042"/>
                        </a:solidFill>
                        <a:latin typeface="+mn-ea"/>
                        <a:cs typeface="Meiryo UI" pitchFamily="34" charset="-120"/>
                      </a:rPr>
                      <a:t>
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「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」</a:t>
                    </a:r>
                    <a:endParaRPr lang="en-US" altLang="ja-JP" sz="1400" dirty="0">
                      <a:latin typeface="+mn-ea"/>
                    </a:endParaRPr>
                  </a:p>
                </p:txBody>
              </p:sp>
            </p:grpSp>
            <p:sp>
              <p:nvSpPr>
                <p:cNvPr id="13" name="正方形/長方形 12">
                  <a:extLst>
                    <a:ext uri="{FF2B5EF4-FFF2-40B4-BE49-F238E27FC236}">
                      <ns2:creationId id="{F73616E9-8967-D760-1BD8-105B568BBFB5}"/>
                    </a:ext>
                  </a:extLst>
                </p:cNvPr>
                <p:cNvSpPr/>
                <p:nvPr/>
              </p:nvSpPr>
              <p:spPr>
                <a:xfrm>
                  <a:off x="774309" y="5727947"/>
                  <a:ext cx="2904805" cy="58077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algn="ctr"/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kumimoji="1" lang="ja-JP" altLang="en-US" sz="2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4" name="直線コネクタ 23">
                  <a:extLst>
                    <a:ext uri="{FF2B5EF4-FFF2-40B4-BE49-F238E27FC236}">
                      <ns2:creationId id="{4C38A097-388A-F0BB-E558-B02D03F3982B}"/>
                    </a:ext>
                  </a:extLst>
                </p:cNvPr>
                <p:cNvCxnSpPr>
                  <a:cxnSpLocks/>
                  <a:stCxn id="16" idx="1"/>
                  <a:endCxn id="18" idx="1"/>
                </p:cNvCxnSpPr>
                <p:nvPr/>
              </p:nvCxnSpPr>
              <p:spPr>
                <a:xfrm>
                  <a:off x="919260" y="2589144"/>
                  <a:ext cx="0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E33C204F-06C4-8ED1-B1BE-2F6BDAF64760}"/>
                    </a:ext>
                  </a:extLst>
                </p:cNvPr>
                <p:cNvCxnSpPr>
                  <a:cxnSpLocks/>
                  <a:stCxn id="15" idx="1"/>
                  <a:endCxn id="17" idx="1"/>
                </p:cNvCxnSpPr>
                <p:nvPr/>
              </p:nvCxnSpPr>
              <p:spPr>
                <a:xfrm flipH="1">
                  <a:off x="1351260" y="2589144"/>
                  <a:ext cx="418359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B70D32DF-A2E1-F791-AE47-9D91139136BA}"/>
                    </a:ext>
                  </a:extLst>
                </p:cNvPr>
                <p:cNvCxnSpPr>
                  <a:cxnSpLocks/>
                  <a:stCxn id="15" idx="3"/>
                  <a:endCxn id="17" idx="3"/>
                </p:cNvCxnSpPr>
                <p:nvPr/>
              </p:nvCxnSpPr>
              <p:spPr>
                <a:xfrm flipH="1">
                  <a:off x="3435697" y="2589144"/>
                  <a:ext cx="487903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" name="正方形/長方形 6">
                  <a:extLst>
                    <a:ext uri="{FF2B5EF4-FFF2-40B4-BE49-F238E27FC236}">
                      <ns2:creationId id="{AECB0097-B7F6-71BA-49C3-F32894637C51}"/>
                    </a:ext>
                  </a:extLst>
                </p:cNvPr>
                <p:cNvSpPr/>
                <p:nvPr/>
              </p:nvSpPr>
              <p:spPr>
                <a:xfrm>
                  <a:off x="344106" y="1628775"/>
                  <a:ext cx="421347" cy="1523504"/>
                </a:xfrm>
                <a:prstGeom prst="rect">
                  <a:avLst/>
                </a:prstGeom>
                <a:solidFill>
                  <a:schemeClr val="bg1">
                    <a:lumMod val="75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 err="1">
                      <a:solidFill>
                        <a:srgbClr val="595959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200" dirty="0"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A3D55B4D-ABE2-7723-9DF3-FD53688BCC4E}"/>
                    </a:ext>
                  </a:extLst>
                </p:cNvPr>
                <p:cNvSpPr/>
                <p:nvPr/>
              </p:nvSpPr>
              <p:spPr>
                <a:xfrm>
                  <a:off x="344106" y="4785221"/>
                  <a:ext cx="421347" cy="1523504"/>
                </a:xfrm>
                <a:prstGeom prst="rect">
                  <a:avLst/>
                </a:prstGeom>
                <a:solidFill>
                  <a:srgbClr val="0094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5" name="正方形/長方形 20">
                <a:extLst>
                  <a:ext uri="{FF2B5EF4-FFF2-40B4-BE49-F238E27FC236}">
                    <ns2:creationId id="{AF7B7F7A-37D9-8F9E-D201-0DE6E4D5F006}"/>
                  </a:ext>
                </a:extLst>
              </p:cNvPr>
              <p:cNvSpPr/>
              <p:nvPr/>
            </p:nvSpPr>
            <p:spPr>
              <a:xfrm>
                <a:off x="1769619" y="2339782"/>
                <a:ext cx="2153981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20">
                <a:extLst>
                  <a:ext uri="{FF2B5EF4-FFF2-40B4-BE49-F238E27FC236}">
                    <ns2:creationId id="{76C5EF2E-62DA-6012-8079-AE75FAD51F98}"/>
                  </a:ext>
                </a:extLst>
              </p:cNvPr>
              <p:cNvSpPr/>
              <p:nvPr/>
            </p:nvSpPr>
            <p:spPr>
              <a:xfrm>
                <a:off x="919260" y="2339782"/>
                <a:ext cx="850359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7" name="正方形/長方形 20">
                <a:extLst>
                  <a:ext uri="{FF2B5EF4-FFF2-40B4-BE49-F238E27FC236}">
                    <ns2:creationId id="{9E5FD42C-4301-DA6E-120A-21608927CBEC}"/>
                  </a:ext>
                </a:extLst>
              </p:cNvPr>
              <p:cNvSpPr/>
              <p:nvPr/>
            </p:nvSpPr>
            <p:spPr>
              <a:xfrm>
                <a:off x="1351260" y="4979863"/>
                <a:ext cx="2084437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18" name="正方形/長方形 20">
                <a:extLst>
                  <a:ext uri="{FF2B5EF4-FFF2-40B4-BE49-F238E27FC236}">
                    <ns2:creationId id="{2C00341A-86EE-A9CC-8578-CDD67C8CEC73}"/>
                  </a:ext>
                </a:extLst>
              </p:cNvPr>
              <p:cNvSpPr/>
              <p:nvPr/>
            </p:nvSpPr>
            <p:spPr>
              <a:xfrm>
                <a:off x="919260" y="4979863"/>
                <a:ext cx="432000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4278378889"/>
      </p:ext>
    </p:extLst>
  </p:cSld>
  <p:clrMapOvr>
    <a:masterClrMapping/>
  </p:clrMapOvr>
</p:sld>
</file>

<file path=ppt/slides/slide2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8027916-228B-8511-821D-04E809F6C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7A4802-984E-0F54-292C-FE95D0D9C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2B83EC9-605E-68FC-C016-F9871C24790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en-US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605AA4FC-D7C4-0567-B22E-1EEA4828EA8A}"/>
              </a:ext>
            </a:extLst>
          </p:cNvPr>
          <p:cNvGrpSpPr/>
          <p:nvPr/>
        </p:nvGrpSpPr>
        <p:grpSpPr>
          <a:xfrm>
            <a:off x="331788" y="1628775"/>
            <a:ext cx="11530659" cy="4685448"/>
            <a:chOff x="331788" y="1628775"/>
            <a:chExt cx="11530659" cy="4685448"/>
          </a:xfrm>
        </p:grpSpPr>
        <p:grpSp>
          <p:nvGrpSpPr>
            <p:cNvPr id="84" name="グループ化 83">
              <a:extLst>
                <a:ext uri="{FF2B5EF4-FFF2-40B4-BE49-F238E27FC236}">
                  <ns2:creationId id="{3B01273E-5727-8A36-7FDC-91F7A95CD37F}"/>
                </a:ext>
              </a:extLst>
            </p:cNvPr>
            <p:cNvGrpSpPr/>
            <p:nvPr/>
          </p:nvGrpSpPr>
          <p:grpSpPr>
            <a:xfrm>
              <a:off x="342447" y="1628775"/>
              <a:ext cx="11507106" cy="714375"/>
              <a:chOff x="342447" y="1628775"/>
              <a:chExt cx="11507106" cy="714375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B37C0A18-4C42-06F1-E1CA-701DD5672842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372053" cy="714375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481A4BD4-4DFE-7623-9CE1-0B6640C2FA90}"/>
                  </a:ext>
                </a:extLst>
              </p:cNvPr>
              <p:cNvSpPr/>
              <p:nvPr/>
            </p:nvSpPr>
            <p:spPr>
              <a:xfrm>
                <a:off x="1714500" y="1628775"/>
                <a:ext cx="10135053" cy="7143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3DA6EB81-841D-1B76-1DCB-561B958AC0C4}"/>
                </a:ext>
              </a:extLst>
            </p:cNvPr>
            <p:cNvGrpSpPr/>
            <p:nvPr/>
          </p:nvGrpSpPr>
          <p:grpSpPr>
            <a:xfrm>
              <a:off x="331788" y="2405381"/>
              <a:ext cx="11530659" cy="3908842"/>
              <a:chOff x="331788" y="2405381"/>
              <a:chExt cx="11530659" cy="3908842"/>
            </a:xfrm>
          </p:grpSpPr>
          <p:grpSp>
            <p:nvGrpSpPr>
              <p:cNvPr id="67" name="グループ化 66">
                <a:extLst>
                  <a:ext uri="{FF2B5EF4-FFF2-40B4-BE49-F238E27FC236}">
                    <ns2:creationId id="{20DDF56C-B501-2D85-EF88-901E669F0709}"/>
                  </a:ext>
                </a:extLst>
              </p:cNvPr>
              <p:cNvGrpSpPr/>
              <p:nvPr/>
            </p:nvGrpSpPr>
            <p:grpSpPr>
              <a:xfrm>
                <a:off x="342447" y="5666223"/>
                <a:ext cx="11520000" cy="648000"/>
                <a:chOff x="342447" y="5666223"/>
                <a:chExt cx="11520000" cy="64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E1D10555-3E24-B252-20A8-197C9F0D2F55}"/>
                    </a:ext>
                  </a:extLst>
                </p:cNvPr>
                <p:cNvSpPr/>
                <p:nvPr/>
              </p:nvSpPr>
              <p:spPr>
                <a:xfrm>
                  <a:off x="342447" y="5666223"/>
                  <a:ext cx="1008000" cy="648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600" dirty="0" err="1">
                      <a:solidFill>
                        <a:srgbClr val="FFFFFF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2B0C74E3-DE42-3B12-18E5-0B44F7B8C8E4}"/>
                    </a:ext>
                  </a:extLst>
                </p:cNvPr>
                <p:cNvSpPr/>
                <p:nvPr/>
              </p:nvSpPr>
              <p:spPr>
                <a:xfrm>
                  <a:off x="1350447" y="5666223"/>
                  <a:ext cx="10512000" cy="6480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257300" lvl="0">
                    <a:defRPr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8" name="グラフィックス 97" descr="的中 単色塗りつぶし">
                  <a:extLst>
                    <a:ext uri="{FF2B5EF4-FFF2-40B4-BE49-F238E27FC236}">
                      <ns2:creationId id="{106266B5-358D-11C6-654A-BD6A7A2248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313" y="5836063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正方形/長方形 61">
                  <a:extLst>
                    <a:ext uri="{FF2B5EF4-FFF2-40B4-BE49-F238E27FC236}">
                      <ns2:creationId id="{F80D12E1-2AF5-7BA4-7F78-4D9274A077B4}"/>
                    </a:ext>
                  </a:extLst>
                </p:cNvPr>
                <p:cNvSpPr/>
                <p:nvPr/>
              </p:nvSpPr>
              <p:spPr>
                <a:xfrm>
                  <a:off x="1363059" y="5920617"/>
                  <a:ext cx="1312542" cy="288000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ns2:creationId id="{288D03AE-C3AE-4BDC-028D-7FC4C3632575}"/>
                  </a:ext>
                </a:extLst>
              </p:cNvPr>
              <p:cNvGrpSpPr/>
              <p:nvPr/>
            </p:nvGrpSpPr>
            <p:grpSpPr>
              <a:xfrm>
                <a:off x="6250521" y="2982431"/>
                <a:ext cx="5599033" cy="2493630"/>
                <a:chOff x="6250521" y="2982431"/>
                <a:chExt cx="5599033" cy="2493630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EDD97BCC-0D06-1283-7F05-5384310F0456}"/>
                    </a:ext>
                  </a:extLst>
                </p:cNvPr>
                <p:cNvSpPr/>
                <p:nvPr/>
              </p:nvSpPr>
              <p:spPr>
                <a:xfrm>
                  <a:off x="6250521" y="2982431"/>
                  <a:ext cx="970947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9" name="正方形/長方形 28">
                  <a:extLst>
                    <a:ext uri="{FF2B5EF4-FFF2-40B4-BE49-F238E27FC236}">
                      <ns2:creationId id="{C4B007BE-6DC5-3E08-11C6-B2AA618969FB}"/>
                    </a:ext>
                  </a:extLst>
                </p:cNvPr>
                <p:cNvSpPr/>
                <p:nvPr/>
              </p:nvSpPr>
              <p:spPr>
                <a:xfrm>
                  <a:off x="6250521" y="3600128"/>
                  <a:ext cx="970947" cy="56264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1C4C9CDC-70BF-404C-7CC6-8E98D487437B}"/>
                    </a:ext>
                  </a:extLst>
                </p:cNvPr>
                <p:cNvSpPr/>
                <p:nvPr/>
              </p:nvSpPr>
              <p:spPr>
                <a:xfrm>
                  <a:off x="6250521" y="4256206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F45BF6D0-8A9E-2CD0-3A14-E68ADA1AB28D}"/>
                    </a:ext>
                  </a:extLst>
                </p:cNvPr>
                <p:cNvSpPr/>
                <p:nvPr/>
              </p:nvSpPr>
              <p:spPr>
                <a:xfrm>
                  <a:off x="6250521" y="4904339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ja-JP" alt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DF2057CA-C787-2E35-182B-A858806CCBAC}"/>
                    </a:ext>
                  </a:extLst>
                </p:cNvPr>
                <p:cNvSpPr/>
                <p:nvPr/>
              </p:nvSpPr>
              <p:spPr>
                <a:xfrm>
                  <a:off x="7316135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D897E2F-E989-5666-F36D-2C07EF7BEE2B}"/>
                    </a:ext>
                  </a:extLst>
                </p:cNvPr>
                <p:cNvSpPr/>
                <p:nvPr/>
              </p:nvSpPr>
              <p:spPr>
                <a:xfrm>
                  <a:off x="9630178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0" name="正方形/長方形 29">
                  <a:extLst>
                    <a:ext uri="{FF2B5EF4-FFF2-40B4-BE49-F238E27FC236}">
                      <ns2:creationId id="{5041A854-5EB7-C571-491C-DE00BFA91AB1}"/>
                    </a:ext>
                  </a:extLst>
                </p:cNvPr>
                <p:cNvSpPr/>
                <p:nvPr/>
              </p:nvSpPr>
              <p:spPr>
                <a:xfrm>
                  <a:off x="7316135" y="3600127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F63FB37A-3538-0A4E-93C7-E9388DEE90B0}"/>
                    </a:ext>
                  </a:extLst>
                </p:cNvPr>
                <p:cNvSpPr/>
                <p:nvPr/>
              </p:nvSpPr>
              <p:spPr>
                <a:xfrm>
                  <a:off x="9630178" y="3600128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6A0AFA5A-91CF-1B50-9F80-DB7E44EC7D43}"/>
                    </a:ext>
                  </a:extLst>
                </p:cNvPr>
                <p:cNvSpPr/>
                <p:nvPr/>
              </p:nvSpPr>
              <p:spPr>
                <a:xfrm>
                  <a:off x="7316135" y="4256205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3E1E32A9-2A6F-91D6-862C-D60AEBEF7EFA}"/>
                    </a:ext>
                  </a:extLst>
                </p:cNvPr>
                <p:cNvSpPr/>
                <p:nvPr/>
              </p:nvSpPr>
              <p:spPr>
                <a:xfrm>
                  <a:off x="7316135" y="4904338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947CE6F5-501E-BC2C-53AF-D6861936FB44}"/>
                    </a:ext>
                  </a:extLst>
                </p:cNvPr>
                <p:cNvSpPr/>
                <p:nvPr/>
              </p:nvSpPr>
              <p:spPr>
                <a:xfrm>
                  <a:off x="9630178" y="4256206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6700" indent="-176213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7" name="正方形/長方形 46">
                  <a:extLst>
                    <a:ext uri="{FF2B5EF4-FFF2-40B4-BE49-F238E27FC236}">
                      <ns2:creationId id="{BF95C28F-08E3-767F-004D-884890DAC0AB}"/>
                    </a:ext>
                  </a:extLst>
                </p:cNvPr>
                <p:cNvSpPr/>
                <p:nvPr/>
              </p:nvSpPr>
              <p:spPr>
                <a:xfrm>
                  <a:off x="9630178" y="4904339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cxnSp>
              <p:nvCxnSpPr>
                <p:cNvPr id="55" name="直線コネクタ 54">
                  <a:extLst>
                    <a:ext uri="{FF2B5EF4-FFF2-40B4-BE49-F238E27FC236}">
                      <ns2:creationId id="{EAD19B69-055D-E7EB-1144-046A4A98B0B8}"/>
                    </a:ext>
                  </a:extLst>
                </p:cNvPr>
                <p:cNvCxnSpPr/>
                <p:nvPr/>
              </p:nvCxnSpPr>
              <p:spPr>
                <a:xfrm>
                  <a:off x="7316135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ns2:creationId id="{B62FF987-DED2-BA81-0FCC-09D979DBDAFA}"/>
                    </a:ext>
                  </a:extLst>
                </p:cNvPr>
                <p:cNvCxnSpPr/>
                <p:nvPr/>
              </p:nvCxnSpPr>
              <p:spPr>
                <a:xfrm>
                  <a:off x="9630178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ns2:creationId id="{D5F6AD19-39DB-7D1C-1BC6-DD59F48DFF50}"/>
                    </a:ext>
                  </a:extLst>
                </p:cNvPr>
                <p:cNvCxnSpPr/>
                <p:nvPr/>
              </p:nvCxnSpPr>
              <p:spPr>
                <a:xfrm>
                  <a:off x="7316135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ns2:creationId id="{57518AEF-4E5A-4516-60CC-F511A21DF84A}"/>
                    </a:ext>
                  </a:extLst>
                </p:cNvPr>
                <p:cNvCxnSpPr/>
                <p:nvPr/>
              </p:nvCxnSpPr>
              <p:spPr>
                <a:xfrm>
                  <a:off x="9630178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" name="background">
                  <a:extLst>
                    <a:ext uri="{FF2B5EF4-FFF2-40B4-BE49-F238E27FC236}">
                      <ns2:creationId id="{758AC460-A04D-8ECB-2F64-61220CDE818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6275235" y="3809447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0" name="background">
                  <a:extLst>
                    <a:ext uri="{FF2B5EF4-FFF2-40B4-BE49-F238E27FC236}">
                      <ns2:creationId id="{158DAAEA-4FD5-71B5-446B-57AC5C1E1E5D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6275235" y="4470066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1" name="background">
                  <a:extLst>
                    <a:ext uri="{FF2B5EF4-FFF2-40B4-BE49-F238E27FC236}">
                      <ns2:creationId id="{E89AED4B-5D86-ED11-1D6F-10F50111D3B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6275235" y="5118199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69" name="グラフィックス 68" descr="建物 単色塗りつぶし">
                  <a:extLst>
                    <a:ext uri="{FF2B5EF4-FFF2-40B4-BE49-F238E27FC236}">
                      <ns2:creationId id="{62FF9C6A-93FB-6C67-3D4B-4CB2DB0670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394676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1" name="グラフィックス 70" descr="ストップウォッチ 75% 単色塗りつぶし">
                  <a:extLst>
                    <a:ext uri="{FF2B5EF4-FFF2-40B4-BE49-F238E27FC236}">
                      <ns2:creationId id="{178B70D2-EB59-A542-8989-6603DA318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461192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3" name="グラフィックス 72" descr="原因と結果 単色塗りつぶし">
                  <a:extLst>
                    <a:ext uri="{FF2B5EF4-FFF2-40B4-BE49-F238E27FC236}">
                      <ns2:creationId id="{D17CF229-8C4A-C153-9D4A-1444E0E62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5260060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22993A36-EF15-60E6-AE61-EA2652859ED2}"/>
                  </a:ext>
                </a:extLst>
              </p:cNvPr>
              <p:cNvGrpSpPr/>
              <p:nvPr/>
            </p:nvGrpSpPr>
            <p:grpSpPr>
              <a:xfrm>
                <a:off x="331788" y="2917302"/>
                <a:ext cx="5591933" cy="2558761"/>
                <a:chOff x="331788" y="2917302"/>
                <a:chExt cx="5591933" cy="255876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538B4236-A3AE-E0E1-4C55-4CF54FBC1B6B}"/>
                    </a:ext>
                  </a:extLst>
                </p:cNvPr>
                <p:cNvSpPr/>
                <p:nvPr/>
              </p:nvSpPr>
              <p:spPr>
                <a:xfrm>
                  <a:off x="342446" y="2982430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9875" indent="-171450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rgbClr val="2C5F2D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C4237269-685B-620D-292A-D6AF94F86013}"/>
                    </a:ext>
                  </a:extLst>
                </p:cNvPr>
                <p:cNvSpPr/>
                <p:nvPr/>
              </p:nvSpPr>
              <p:spPr>
                <a:xfrm>
                  <a:off x="342446" y="3837631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F292801B-3F1F-7302-743E-8F5621B3E6FE}"/>
                    </a:ext>
                  </a:extLst>
                </p:cNvPr>
                <p:cNvSpPr/>
                <p:nvPr/>
              </p:nvSpPr>
              <p:spPr>
                <a:xfrm>
                  <a:off x="342446" y="4692832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3325B70C-4721-043D-6F09-C6C2E717B9B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331788" y="2917302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5BF947C1-FBAB-C6E9-F4AE-9A37E14E17C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31788" y="378345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B91C2BA9-2A8A-5C9A-4335-CF7DC83F485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331788" y="465986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5" name="グラフィックス 74" descr="チェックリスト 単色塗りつぶし">
                  <a:extLst>
                    <a:ext uri="{FF2B5EF4-FFF2-40B4-BE49-F238E27FC236}">
                      <ns2:creationId id="{E27630D8-6DFB-E891-3898-B4F3386DD6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347766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7" name="グラフィックス 76" descr="工場 単色塗りつぶし">
                  <a:extLst>
                    <a:ext uri="{FF2B5EF4-FFF2-40B4-BE49-F238E27FC236}">
                      <ns2:creationId id="{77146A9B-9973-9408-DBE4-86344EE84A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433286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9" name="グラフィックス 78" descr="接続済み 単色塗りつぶし">
                  <a:extLst>
                    <a:ext uri="{FF2B5EF4-FFF2-40B4-BE49-F238E27FC236}">
                      <ns2:creationId id="{98793058-6F0A-E801-661A-BEF64E3213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5188062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5" name="グループ化 84">
                <a:extLst>
                  <a:ext uri="{FF2B5EF4-FFF2-40B4-BE49-F238E27FC236}">
                    <ns2:creationId id="{1739B8EF-13A5-1414-08DB-DB1D64915A35}"/>
                  </a:ext>
                </a:extLst>
              </p:cNvPr>
              <p:cNvGrpSpPr/>
              <p:nvPr/>
            </p:nvGrpSpPr>
            <p:grpSpPr>
              <a:xfrm>
                <a:off x="342446" y="2405381"/>
                <a:ext cx="5581275" cy="484337"/>
                <a:chOff x="342446" y="2405381"/>
                <a:chExt cx="5581275" cy="484337"/>
              </a:xfrm>
            </p:grpSpPr>
            <p:sp>
              <p:nvSpPr>
                <p:cNvPr id="8" name="正方形/長方形 7">
                  <a:extLst>
                    <a:ext uri="{FF2B5EF4-FFF2-40B4-BE49-F238E27FC236}">
                      <ns2:creationId id="{FAC3ADD5-4842-56D8-0191-98DBF6F6B82B}"/>
                    </a:ext>
                  </a:extLst>
                </p:cNvPr>
                <p:cNvSpPr/>
                <p:nvPr/>
              </p:nvSpPr>
              <p:spPr>
                <a:xfrm>
                  <a:off x="342446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2" name="直線コネクタ 11">
                  <a:extLst>
                    <a:ext uri="{FF2B5EF4-FFF2-40B4-BE49-F238E27FC236}">
                      <ns2:creationId id="{DA19E60A-4BAA-850E-0D0C-AB6B6F7412A8}"/>
                    </a:ext>
                  </a:extLst>
                </p:cNvPr>
                <p:cNvCxnSpPr/>
                <p:nvPr/>
              </p:nvCxnSpPr>
              <p:spPr>
                <a:xfrm>
                  <a:off x="342446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1" name="グラフィックス 80" descr="カスタマー レビュー 枠線">
                  <a:extLst>
                    <a:ext uri="{FF2B5EF4-FFF2-40B4-BE49-F238E27FC236}">
                      <ns2:creationId id="{CAF0B4C6-029D-6990-C0FE-CD328200B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52237" y="2444455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86" name="グループ化 85">
                <a:extLst>
                  <a:ext uri="{FF2B5EF4-FFF2-40B4-BE49-F238E27FC236}">
                    <ns2:creationId id="{B070722D-8FF9-65B4-6618-E71E4FC06EAA}"/>
                  </a:ext>
                </a:extLst>
              </p:cNvPr>
              <p:cNvGrpSpPr/>
              <p:nvPr/>
            </p:nvGrpSpPr>
            <p:grpSpPr>
              <a:xfrm>
                <a:off x="6250521" y="2405381"/>
                <a:ext cx="5599032" cy="484337"/>
                <a:chOff x="6250521" y="2405381"/>
                <a:chExt cx="5599032" cy="484337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EDF32CAB-3E04-0963-E918-99F94E3D10DE}"/>
                    </a:ext>
                  </a:extLst>
                </p:cNvPr>
                <p:cNvSpPr/>
                <p:nvPr/>
              </p:nvSpPr>
              <p:spPr>
                <a:xfrm>
                  <a:off x="6268278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4" name="直線コネクタ 13">
                  <a:extLst>
                    <a:ext uri="{FF2B5EF4-FFF2-40B4-BE49-F238E27FC236}">
                      <ns2:creationId id="{D67C1F54-BA21-B5B2-C3FB-414480A3466C}"/>
                    </a:ext>
                  </a:extLst>
                </p:cNvPr>
                <p:cNvCxnSpPr/>
                <p:nvPr/>
              </p:nvCxnSpPr>
              <p:spPr>
                <a:xfrm>
                  <a:off x="6268278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3" name="グラフィックス 82" descr="階層 枠線">
                  <a:extLst>
                    <a:ext uri="{FF2B5EF4-FFF2-40B4-BE49-F238E27FC236}">
                      <ns2:creationId id="{CAD9572C-F0C9-44F1-94ED-487B094FC1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50521" y="2444455"/>
                  <a:ext cx="360000" cy="360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4149455853"/>
      </p:ext>
    </p:extLst>
  </p:cSld>
  <p:clrMapOvr>
    <a:masterClrMapping/>
  </p:clrMapOvr>
</p:sld>
</file>

<file path=ppt/slides/slide25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774F31-8741-533E-995D-0A23C6EC8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67047238-F038-8104-7AE1-68223B4DF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br>
              <a:rPr lang="en-US" altLang="ja-JP" dirty="0">
                <a:cs typeface="Meiryo" pitchFamily="34" charset="-120"/>
              </a:rPr>
            </a:br>
            <a:r>
              <a:rPr lang="en-US" altLang="ja-JP" sz="1600" dirty="0" err="1">
                <a:cs typeface="Meiryo" pitchFamily="34" charset="-120"/>
              </a:rPr>
              <a:t>XX</a:t>
            </a:r>
            <a:endParaRPr kumimoji="1" lang="ja-JP" altLang="en-US" dirty="0"/>
          </a:p>
        </p:txBody>
      </p:sp>
      <p:grpSp>
        <p:nvGrpSpPr>
          <p:cNvPr id="71" name="グループ化 70">
            <a:extLst>
              <a:ext uri="{FF2B5EF4-FFF2-40B4-BE49-F238E27FC236}">
                <ns2:creationId id="{CDAB2780-F18B-06A7-2209-0916DEBEBECD}"/>
              </a:ext>
            </a:extLst>
          </p:cNvPr>
          <p:cNvGrpSpPr/>
          <p:nvPr/>
        </p:nvGrpSpPr>
        <p:grpSpPr>
          <a:xfrm>
            <a:off x="8248994" y="412094"/>
            <a:ext cx="2389257" cy="458412"/>
            <a:chOff x="8248994" y="412094"/>
            <a:chExt cx="2389257" cy="458412"/>
          </a:xfrm>
        </p:grpSpPr>
        <p:sp>
          <p:nvSpPr>
            <p:cNvPr id="17" name="正方形/長方形 16">
              <a:extLst>
                <a:ext uri="{FF2B5EF4-FFF2-40B4-BE49-F238E27FC236}">
                  <ns2:creationId id="{6FCA231E-5427-309F-8380-D84503DB0715}"/>
                </a:ext>
              </a:extLst>
            </p:cNvPr>
            <p:cNvSpPr/>
            <p:nvPr/>
          </p:nvSpPr>
          <p:spPr>
            <a:xfrm>
              <a:off x="8248995" y="412094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07DD6C6-88F7-5E78-EE01-77117FAE92EA}"/>
                </a:ext>
              </a:extLst>
            </p:cNvPr>
            <p:cNvSpPr/>
            <p:nvPr/>
          </p:nvSpPr>
          <p:spPr>
            <a:xfrm>
              <a:off x="8248994" y="654506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23B65FC-339B-25B0-0178-B26FA282A499}"/>
                </a:ext>
              </a:extLst>
            </p:cNvPr>
            <p:cNvSpPr/>
            <p:nvPr/>
          </p:nvSpPr>
          <p:spPr>
            <a:xfrm>
              <a:off x="9018251" y="412094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35B771F-5802-54F4-A3E7-D2382DCFE0AF}"/>
                </a:ext>
              </a:extLst>
            </p:cNvPr>
            <p:cNvSpPr/>
            <p:nvPr/>
          </p:nvSpPr>
          <p:spPr>
            <a:xfrm>
              <a:off x="9018250" y="654506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2D727D39-7710-61D7-4109-CB6859351A7C}"/>
              </a:ext>
            </a:extLst>
          </p:cNvPr>
          <p:cNvGrpSpPr/>
          <p:nvPr/>
        </p:nvGrpSpPr>
        <p:grpSpPr>
          <a:xfrm>
            <a:off x="334960" y="1033800"/>
            <a:ext cx="11534073" cy="5272615"/>
            <a:chOff x="334960" y="1033800"/>
            <a:chExt cx="11534073" cy="5272615"/>
          </a:xfrm>
        </p:grpSpPr>
        <p:grpSp>
          <p:nvGrpSpPr>
            <p:cNvPr id="220" name="グループ化 219">
              <a:extLst>
                <a:ext uri="{FF2B5EF4-FFF2-40B4-BE49-F238E27FC236}">
                  <ns2:creationId id="{F4638FDF-B5C7-2C7C-4751-3439C47DCEF8}"/>
                </a:ext>
              </a:extLst>
            </p:cNvPr>
            <p:cNvGrpSpPr/>
            <p:nvPr/>
          </p:nvGrpSpPr>
          <p:grpSpPr>
            <a:xfrm>
              <a:off x="5192260" y="2681558"/>
              <a:ext cx="1905120" cy="1296000"/>
              <a:chOff x="5160361" y="2681558"/>
              <a:chExt cx="1905120" cy="1296000"/>
            </a:xfrm>
          </p:grpSpPr>
          <p:sp>
            <p:nvSpPr>
              <p:cNvPr id="50" name="楕円 49">
                <a:extLst>
                  <a:ext uri="{FF2B5EF4-FFF2-40B4-BE49-F238E27FC236}">
                    <ns2:creationId id="{3E4EF978-6561-DFFF-C36B-9A34B90F0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63976" y="2681558"/>
                <a:ext cx="1296000" cy="1296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2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AutoShape 2">
                <a:extLst>
                  <a:ext uri="{FF2B5EF4-FFF2-40B4-BE49-F238E27FC236}">
                    <ns2:creationId id="{3720A342-5B6B-ECA7-7DCE-8EC318C8E558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9"/>
                </p:custDataLst>
              </p:nvPr>
            </p:nvSpPr>
            <p:spPr bwMode="auto">
              <a:xfrm rot="10800000" flipH="1">
                <a:off x="681348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008D2E">
                  <a:alpha val="30000"/>
                </a:srgbClr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AutoShape 2">
                <a:extLst>
                  <a:ext uri="{FF2B5EF4-FFF2-40B4-BE49-F238E27FC236}">
                    <ns2:creationId id="{D0536535-BE46-DC3F-6ACC-E410A5F12525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0"/>
                </p:custDataLst>
              </p:nvPr>
            </p:nvSpPr>
            <p:spPr bwMode="auto">
              <a:xfrm flipH="1">
                <a:off x="516036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66BB82"/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3" name="グループ化 62">
              <a:extLst>
                <a:ext uri="{FF2B5EF4-FFF2-40B4-BE49-F238E27FC236}">
                  <ns2:creationId id="{FC454E41-DA7C-5585-CE52-EADAF245FA9C}"/>
                </a:ext>
              </a:extLst>
            </p:cNvPr>
            <p:cNvGrpSpPr/>
            <p:nvPr/>
          </p:nvGrpSpPr>
          <p:grpSpPr>
            <a:xfrm>
              <a:off x="334960" y="5855217"/>
              <a:ext cx="11520000" cy="451198"/>
              <a:chOff x="334960" y="5855217"/>
              <a:chExt cx="11520000" cy="451198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1731E987-172A-02CE-571A-9A9819932223}"/>
                  </a:ext>
                </a:extLst>
              </p:cNvPr>
              <p:cNvSpPr/>
              <p:nvPr/>
            </p:nvSpPr>
            <p:spPr>
              <a:xfrm>
                <a:off x="334960" y="5946415"/>
                <a:ext cx="11520000" cy="360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en-US" altLang="ja-JP" sz="105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Text 23">
                <a:extLst>
                  <a:ext uri="{FF2B5EF4-FFF2-40B4-BE49-F238E27FC236}">
                    <ns2:creationId id="{91453B53-CDAD-F4B2-9FCC-D7337FFBF513}"/>
                  </a:ext>
                </a:extLst>
              </p:cNvPr>
              <p:cNvSpPr/>
              <p:nvPr/>
            </p:nvSpPr>
            <p:spPr>
              <a:xfrm>
                <a:off x="419348" y="5855217"/>
                <a:ext cx="1440000" cy="180000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rgbClr val="99CCB2"/>
                </a:solidFill>
              </a:ln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5" name="グループ化 64">
              <a:extLst>
                <a:ext uri="{FF2B5EF4-FFF2-40B4-BE49-F238E27FC236}">
                  <ns2:creationId id="{259F44C9-FC78-E4A6-E3F9-9A824071F312}"/>
                </a:ext>
              </a:extLst>
            </p:cNvPr>
            <p:cNvGrpSpPr/>
            <p:nvPr/>
          </p:nvGrpSpPr>
          <p:grpSpPr>
            <a:xfrm>
              <a:off x="334960" y="1033800"/>
              <a:ext cx="4756992" cy="4735239"/>
              <a:chOff x="334960" y="1033800"/>
              <a:chExt cx="4756992" cy="4735239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8F09AD02-0DDE-FA75-ADBD-48240B317402}"/>
                  </a:ext>
                </a:extLst>
              </p:cNvPr>
              <p:cNvSpPr/>
              <p:nvPr/>
            </p:nvSpPr>
            <p:spPr>
              <a:xfrm>
                <a:off x="34819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C17981F3-39CF-B8BC-3EE4-CE8E1E12BCDA}"/>
                  </a:ext>
                </a:extLst>
              </p:cNvPr>
              <p:cNvSpPr/>
              <p:nvPr/>
            </p:nvSpPr>
            <p:spPr>
              <a:xfrm>
                <a:off x="334960" y="1360122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1FD439B8-6869-182B-A9B6-1DC13C077A3A}"/>
                  </a:ext>
                </a:extLst>
              </p:cNvPr>
              <p:cNvSpPr/>
              <p:nvPr/>
            </p:nvSpPr>
            <p:spPr>
              <a:xfrm>
                <a:off x="1968190" y="1360121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72A4F3A-EBA4-F77B-01F1-2EEFD7FD5291}"/>
                  </a:ext>
                </a:extLst>
              </p:cNvPr>
              <p:cNvSpPr/>
              <p:nvPr/>
            </p:nvSpPr>
            <p:spPr>
              <a:xfrm>
                <a:off x="3588190" y="1360120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EA36D76C-E781-BF48-3969-58FE8CD806C1}"/>
                  </a:ext>
                </a:extLst>
              </p:cNvPr>
              <p:cNvSpPr/>
              <p:nvPr/>
            </p:nvSpPr>
            <p:spPr>
              <a:xfrm>
                <a:off x="39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EC7597FB-C0A4-AAB1-E31C-1EDF971DE6E4}"/>
                  </a:ext>
                </a:extLst>
              </p:cNvPr>
              <p:cNvSpPr/>
              <p:nvPr/>
            </p:nvSpPr>
            <p:spPr>
              <a:xfrm>
                <a:off x="130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4FEB736-13C4-9CB2-2869-627BA13F4A29}"/>
                  </a:ext>
                </a:extLst>
              </p:cNvPr>
              <p:cNvSpPr/>
              <p:nvPr/>
            </p:nvSpPr>
            <p:spPr>
              <a:xfrm>
                <a:off x="201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3F72045E-27E4-CD37-091A-8C45A5DF3BF4}"/>
                  </a:ext>
                </a:extLst>
              </p:cNvPr>
              <p:cNvSpPr/>
              <p:nvPr/>
            </p:nvSpPr>
            <p:spPr>
              <a:xfrm>
                <a:off x="292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52DEA720-88A4-CE61-E47B-D8468AA99155}"/>
                  </a:ext>
                </a:extLst>
              </p:cNvPr>
              <p:cNvSpPr/>
              <p:nvPr/>
            </p:nvSpPr>
            <p:spPr>
              <a:xfrm>
                <a:off x="363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9EB775CC-5939-86C1-0DB6-98D0723A98F0}"/>
                  </a:ext>
                </a:extLst>
              </p:cNvPr>
              <p:cNvSpPr/>
              <p:nvPr/>
            </p:nvSpPr>
            <p:spPr>
              <a:xfrm>
                <a:off x="454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矢印コネクタ 19">
                <a:extLst>
                  <a:ext uri="{FF2B5EF4-FFF2-40B4-BE49-F238E27FC236}">
                    <ns2:creationId id="{57C663C8-4773-64C2-C763-F8A2C4146E7F}"/>
                  </a:ext>
                </a:extLst>
              </p:cNvPr>
              <p:cNvCxnSpPr>
                <a:cxnSpLocks/>
                <a:endCxn id="112" idx="0"/>
              </p:cNvCxnSpPr>
              <p:nvPr/>
            </p:nvCxnSpPr>
            <p:spPr>
              <a:xfrm flipH="1">
                <a:off x="1071077" y="1900122"/>
                <a:ext cx="0" cy="29097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04A6D2F1-A60C-93E8-1AF3-72FF9CD82C0B}"/>
                  </a:ext>
                </a:extLst>
              </p:cNvPr>
              <p:cNvCxnSpPr>
                <a:cxnSpLocks/>
                <a:stCxn id="112" idx="2"/>
                <a:endCxn id="34" idx="0"/>
              </p:cNvCxnSpPr>
              <p:nvPr/>
            </p:nvCxnSpPr>
            <p:spPr>
              <a:xfrm flipH="1">
                <a:off x="614990" y="2316207"/>
                <a:ext cx="456087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27">
                <a:extLst>
                  <a:ext uri="{FF2B5EF4-FFF2-40B4-BE49-F238E27FC236}">
                    <ns2:creationId id="{CF2FB5D8-0F47-C9C0-F2BF-EE1D3F535A39}"/>
                  </a:ext>
                </a:extLst>
              </p:cNvPr>
              <p:cNvCxnSpPr>
                <a:cxnSpLocks/>
                <a:stCxn id="112" idx="2"/>
                <a:endCxn id="36" idx="0"/>
              </p:cNvCxnSpPr>
              <p:nvPr/>
            </p:nvCxnSpPr>
            <p:spPr>
              <a:xfrm>
                <a:off x="1071077" y="2316207"/>
                <a:ext cx="450313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" name="Text 23">
                <a:extLst>
                  <a:ext uri="{FF2B5EF4-FFF2-40B4-BE49-F238E27FC236}">
                    <ns2:creationId id="{B09C5F7D-B4B4-2AB5-D5CC-F1B7D18A7958}"/>
                  </a:ext>
                </a:extLst>
              </p:cNvPr>
              <p:cNvSpPr/>
              <p:nvPr/>
            </p:nvSpPr>
            <p:spPr>
              <a:xfrm>
                <a:off x="1192527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Text 23">
                <a:extLst>
                  <a:ext uri="{FF2B5EF4-FFF2-40B4-BE49-F238E27FC236}">
                    <ns2:creationId id="{0D92468B-E48C-FC56-3B75-BB0E4F117CD8}"/>
                  </a:ext>
                </a:extLst>
              </p:cNvPr>
              <p:cNvSpPr/>
              <p:nvPr/>
            </p:nvSpPr>
            <p:spPr>
              <a:xfrm>
                <a:off x="48279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23">
                <a:extLst>
                  <a:ext uri="{FF2B5EF4-FFF2-40B4-BE49-F238E27FC236}">
                    <ns2:creationId id="{D5581C1C-96A3-1BD7-5E48-23EE689B863F}"/>
                  </a:ext>
                </a:extLst>
              </p:cNvPr>
              <p:cNvSpPr/>
              <p:nvPr/>
            </p:nvSpPr>
            <p:spPr>
              <a:xfrm>
                <a:off x="139036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Text 23">
                <a:extLst>
                  <a:ext uri="{FF2B5EF4-FFF2-40B4-BE49-F238E27FC236}">
                    <ns2:creationId id="{09BCD1F2-E345-28D0-147B-2DAF73FC2ADF}"/>
                  </a:ext>
                </a:extLst>
              </p:cNvPr>
              <p:cNvSpPr/>
              <p:nvPr/>
            </p:nvSpPr>
            <p:spPr>
              <a:xfrm>
                <a:off x="2821065" y="2156274"/>
                <a:ext cx="864000" cy="216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5" name="直線矢印コネクタ 34">
                <a:extLst>
                  <a:ext uri="{FF2B5EF4-FFF2-40B4-BE49-F238E27FC236}">
                    <ns2:creationId id="{C0371D3F-CBB1-13B0-2924-9BFF943FE8F4}"/>
                  </a:ext>
                </a:extLst>
              </p:cNvPr>
              <p:cNvCxnSpPr>
                <a:cxnSpLocks/>
                <a:stCxn id="23" idx="2"/>
                <a:endCxn id="114" idx="0"/>
              </p:cNvCxnSpPr>
              <p:nvPr/>
            </p:nvCxnSpPr>
            <p:spPr>
              <a:xfrm>
                <a:off x="2688190" y="1900121"/>
                <a:ext cx="3775" cy="29097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66B89AC9-29EA-46EB-88F6-574E6DFE74E9}"/>
                  </a:ext>
                </a:extLst>
              </p:cNvPr>
              <p:cNvCxnSpPr>
                <a:cxnSpLocks/>
                <a:stCxn id="114" idx="2"/>
                <a:endCxn id="38" idx="0"/>
              </p:cNvCxnSpPr>
              <p:nvPr/>
            </p:nvCxnSpPr>
            <p:spPr>
              <a:xfrm flipH="1">
                <a:off x="2234990" y="2316207"/>
                <a:ext cx="456975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ns2:creationId id="{23CCB584-D851-B08A-FAF3-49F8CD87F0D0}"/>
                  </a:ext>
                </a:extLst>
              </p:cNvPr>
              <p:cNvCxnSpPr>
                <a:cxnSpLocks/>
                <a:stCxn id="114" idx="2"/>
                <a:endCxn id="40" idx="0"/>
              </p:cNvCxnSpPr>
              <p:nvPr/>
            </p:nvCxnSpPr>
            <p:spPr>
              <a:xfrm>
                <a:off x="2691965" y="2316207"/>
                <a:ext cx="449425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 23">
                <a:extLst>
                  <a:ext uri="{FF2B5EF4-FFF2-40B4-BE49-F238E27FC236}">
                    <ns2:creationId id="{72A7BDC5-3F1C-2329-CD19-2538401B3353}"/>
                  </a:ext>
                </a:extLst>
              </p:cNvPr>
              <p:cNvSpPr/>
              <p:nvPr/>
            </p:nvSpPr>
            <p:spPr>
              <a:xfrm>
                <a:off x="2106703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Text 23">
                <a:extLst>
                  <a:ext uri="{FF2B5EF4-FFF2-40B4-BE49-F238E27FC236}">
                    <ns2:creationId id="{8CEFCF78-5A77-C4E5-70B8-2E33EAA5275A}"/>
                  </a:ext>
                </a:extLst>
              </p:cNvPr>
              <p:cNvSpPr/>
              <p:nvPr/>
            </p:nvSpPr>
            <p:spPr>
              <a:xfrm>
                <a:off x="3010796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3">
                <a:extLst>
                  <a:ext uri="{FF2B5EF4-FFF2-40B4-BE49-F238E27FC236}">
                    <ns2:creationId id="{E02D141E-0E52-D83A-853D-40618D3A79BE}"/>
                  </a:ext>
                </a:extLst>
              </p:cNvPr>
              <p:cNvSpPr/>
              <p:nvPr/>
            </p:nvSpPr>
            <p:spPr>
              <a:xfrm>
                <a:off x="4443952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5" name="グラフィックス 84" descr="バッジ: 新着 単色塗りつぶし">
                <a:extLst>
                  <a:ext uri="{FF2B5EF4-FFF2-40B4-BE49-F238E27FC236}">
                    <ns2:creationId id="{68D79762-860E-84A3-6FA9-7D01E09237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50841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7" name="グラフィックス 86" descr="シャッフル 単色塗りつぶし">
                <a:extLst>
                  <a:ext uri="{FF2B5EF4-FFF2-40B4-BE49-F238E27FC236}">
                    <ns2:creationId id="{5C3A625E-47C1-F3ED-D2DF-1B6BBC3B45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rcRect/>
              <a:stretch/>
            </p:blipFill>
            <p:spPr>
              <a:xfrm>
                <a:off x="2085881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9" name="グラフィックス 88" descr="下降基調のグラフ 単色塗りつぶし">
                <a:extLst>
                  <a:ext uri="{FF2B5EF4-FFF2-40B4-BE49-F238E27FC236}">
                    <ns2:creationId id="{658EDB5A-9CD5-7C21-8048-4372CDD9C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rcRect/>
              <a:stretch/>
            </p:blipFill>
            <p:spPr>
              <a:xfrm>
                <a:off x="3610184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2" name="ひし形 111">
                <a:extLst>
                  <a:ext uri="{FF2B5EF4-FFF2-40B4-BE49-F238E27FC236}">
                    <ns2:creationId id="{EFAEACDF-20B4-A5CE-CAF3-B24E2E3C998A}"/>
                  </a:ext>
                </a:extLst>
              </p:cNvPr>
              <p:cNvSpPr/>
              <p:nvPr/>
            </p:nvSpPr>
            <p:spPr>
              <a:xfrm>
                <a:off x="986715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ひし形 113">
                <a:extLst>
                  <a:ext uri="{FF2B5EF4-FFF2-40B4-BE49-F238E27FC236}">
                    <ns2:creationId id="{10BA0136-B2F8-D278-1C94-8AAA424A115E}"/>
                  </a:ext>
                </a:extLst>
              </p:cNvPr>
              <p:cNvSpPr/>
              <p:nvPr/>
            </p:nvSpPr>
            <p:spPr>
              <a:xfrm>
                <a:off x="2607603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ひし形 115">
                <a:extLst>
                  <a:ext uri="{FF2B5EF4-FFF2-40B4-BE49-F238E27FC236}">
                    <ns2:creationId id="{8807C0D0-4228-0BD9-E56E-538C617D93DB}"/>
                  </a:ext>
                </a:extLst>
              </p:cNvPr>
              <p:cNvSpPr/>
              <p:nvPr/>
            </p:nvSpPr>
            <p:spPr>
              <a:xfrm>
                <a:off x="4227022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004F11FD-11A4-3D92-9AF6-1732A6AA24B2}"/>
                  </a:ext>
                </a:extLst>
              </p:cNvPr>
              <p:cNvSpPr/>
              <p:nvPr/>
            </p:nvSpPr>
            <p:spPr>
              <a:xfrm>
                <a:off x="33496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④⑤ 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8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41948B55-1E78-7437-448C-BADED2BD20B1}"/>
                  </a:ext>
                </a:extLst>
              </p:cNvPr>
              <p:cNvGrpSpPr/>
              <p:nvPr/>
            </p:nvGrpSpPr>
            <p:grpSpPr>
              <a:xfrm>
                <a:off x="334963" y="3936433"/>
                <a:ext cx="4680000" cy="288000"/>
                <a:chOff x="334963" y="3936433"/>
                <a:chExt cx="4680000" cy="288000"/>
              </a:xfrm>
            </p:grpSpPr>
            <p:sp>
              <p:nvSpPr>
                <p:cNvPr id="33" name="四角形: 角を丸くする 32">
                  <a:extLst>
                    <a:ext uri="{FF2B5EF4-FFF2-40B4-BE49-F238E27FC236}">
                      <ns2:creationId id="{798E98D2-886A-6E97-204C-40254D57387B}"/>
                    </a:ext>
                  </a:extLst>
                </p:cNvPr>
                <p:cNvSpPr/>
                <p:nvPr/>
              </p:nvSpPr>
              <p:spPr>
                <a:xfrm>
                  <a:off x="334963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" name="background">
                  <a:extLst>
                    <a:ext uri="{FF2B5EF4-FFF2-40B4-BE49-F238E27FC236}">
                      <ns2:creationId id="{790913FE-BF0E-F75A-AD8F-1934864E770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>
                <a:xfrm>
                  <a:off x="383095" y="398986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57811470-8107-F617-F242-A7896CD3E2E2}"/>
                  </a:ext>
                </a:extLst>
              </p:cNvPr>
              <p:cNvGrpSpPr/>
              <p:nvPr/>
            </p:nvGrpSpPr>
            <p:grpSpPr>
              <a:xfrm>
                <a:off x="334963" y="4390437"/>
                <a:ext cx="4680000" cy="288000"/>
                <a:chOff x="334963" y="4408159"/>
                <a:chExt cx="4680000" cy="288000"/>
              </a:xfrm>
            </p:grpSpPr>
            <p:sp>
              <p:nvSpPr>
                <p:cNvPr id="27" name="四角形: 角を丸くする 26">
                  <a:extLst>
                    <a:ext uri="{FF2B5EF4-FFF2-40B4-BE49-F238E27FC236}">
                      <ns2:creationId id="{C1BF2C4A-412A-9981-D47B-ABEEDB137026}"/>
                    </a:ext>
                  </a:extLst>
                </p:cNvPr>
                <p:cNvSpPr/>
                <p:nvPr/>
              </p:nvSpPr>
              <p:spPr>
                <a:xfrm>
                  <a:off x="334963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7" name="background">
                  <a:extLst>
                    <a:ext uri="{FF2B5EF4-FFF2-40B4-BE49-F238E27FC236}">
                      <ns2:creationId id="{0D1E84AA-BD69-A740-DEE4-1358619C410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383095" y="446419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7EC4EA56-F364-0CC0-5832-8C915425C602}"/>
                  </a:ext>
                </a:extLst>
              </p:cNvPr>
              <p:cNvGrpSpPr/>
              <p:nvPr/>
            </p:nvGrpSpPr>
            <p:grpSpPr>
              <a:xfrm>
                <a:off x="334963" y="4844441"/>
                <a:ext cx="4680000" cy="288000"/>
                <a:chOff x="334963" y="4879885"/>
                <a:chExt cx="4680000" cy="288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DE8492C9-E266-6D3E-B44A-BC448016F8C8}"/>
                    </a:ext>
                  </a:extLst>
                </p:cNvPr>
                <p:cNvSpPr/>
                <p:nvPr/>
              </p:nvSpPr>
              <p:spPr>
                <a:xfrm>
                  <a:off x="334963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 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9" name="background">
                  <a:extLst>
                    <a:ext uri="{FF2B5EF4-FFF2-40B4-BE49-F238E27FC236}">
                      <ns2:creationId id="{3F70A6A4-FF15-8559-A693-37B8439B7B8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383095" y="4931438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E53F18DC-8450-FD08-6166-CE0100EFE72D}"/>
                  </a:ext>
                </a:extLst>
              </p:cNvPr>
              <p:cNvGrpSpPr/>
              <p:nvPr/>
            </p:nvGrpSpPr>
            <p:grpSpPr>
              <a:xfrm>
                <a:off x="334963" y="5298444"/>
                <a:ext cx="4680000" cy="288000"/>
                <a:chOff x="334963" y="5351609"/>
                <a:chExt cx="4680000" cy="288000"/>
              </a:xfrm>
            </p:grpSpPr>
            <p:sp>
              <p:nvSpPr>
                <p:cNvPr id="46" name="四角形: 角を丸くする 45">
                  <a:extLst>
                    <a:ext uri="{FF2B5EF4-FFF2-40B4-BE49-F238E27FC236}">
                      <ns2:creationId id="{2947310D-CCE5-323D-A50A-ACF6EEA11B83}"/>
                    </a:ext>
                  </a:extLst>
                </p:cNvPr>
                <p:cNvSpPr/>
                <p:nvPr/>
              </p:nvSpPr>
              <p:spPr>
                <a:xfrm>
                  <a:off x="334963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kumimoji="1" lang="en-US" altLang="ja-JP" sz="850" b="1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【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2" name="background">
                  <a:extLst>
                    <a:ext uri="{FF2B5EF4-FFF2-40B4-BE49-F238E27FC236}">
                      <ns2:creationId id="{E9A4D262-4EEB-857D-6989-677EACE6473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383095" y="540618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62" name="直線コネクタ 61">
                <a:extLst>
                  <a:ext uri="{FF2B5EF4-FFF2-40B4-BE49-F238E27FC236}">
                    <ns2:creationId id="{E9C00D54-CDEA-E0A8-106E-F888650CF3FA}"/>
                  </a:ext>
                </a:extLst>
              </p:cNvPr>
              <p:cNvCxnSpPr>
                <a:cxnSpLocks/>
                <a:stCxn id="116" idx="2"/>
                <a:endCxn id="42" idx="0"/>
              </p:cNvCxnSpPr>
              <p:nvPr/>
            </p:nvCxnSpPr>
            <p:spPr>
              <a:xfrm flipH="1">
                <a:off x="3854990" y="2316207"/>
                <a:ext cx="456394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コネクタ 63">
                <a:extLst>
                  <a:ext uri="{FF2B5EF4-FFF2-40B4-BE49-F238E27FC236}">
                    <ns2:creationId id="{638F08C6-E4CB-7506-2744-FEEA664E590A}"/>
                  </a:ext>
                </a:extLst>
              </p:cNvPr>
              <p:cNvCxnSpPr>
                <a:cxnSpLocks/>
                <a:stCxn id="116" idx="2"/>
                <a:endCxn id="44" idx="0"/>
              </p:cNvCxnSpPr>
              <p:nvPr/>
            </p:nvCxnSpPr>
            <p:spPr>
              <a:xfrm>
                <a:off x="4311384" y="2316207"/>
                <a:ext cx="450006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 23">
                <a:extLst>
                  <a:ext uri="{FF2B5EF4-FFF2-40B4-BE49-F238E27FC236}">
                    <ns2:creationId id="{62FE51D3-00FB-F32E-2B5A-04C5AEF376AB}"/>
                  </a:ext>
                </a:extLst>
              </p:cNvPr>
              <p:cNvSpPr/>
              <p:nvPr/>
            </p:nvSpPr>
            <p:spPr>
              <a:xfrm>
                <a:off x="3727731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3">
                <a:extLst>
                  <a:ext uri="{FF2B5EF4-FFF2-40B4-BE49-F238E27FC236}">
                    <ns2:creationId id="{FE7DB854-E1B0-FCF8-F620-106F27743DC6}"/>
                  </a:ext>
                </a:extLst>
              </p:cNvPr>
              <p:cNvSpPr/>
              <p:nvPr/>
            </p:nvSpPr>
            <p:spPr>
              <a:xfrm>
                <a:off x="4631825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" name="直線矢印コネクタ 53">
                <a:extLst>
                  <a:ext uri="{FF2B5EF4-FFF2-40B4-BE49-F238E27FC236}">
                    <ns2:creationId id="{9E7CFF9D-893D-1F46-0CE2-6BEC17683465}"/>
                  </a:ext>
                </a:extLst>
              </p:cNvPr>
              <p:cNvCxnSpPr>
                <a:cxnSpLocks/>
                <a:stCxn id="25" idx="2"/>
                <a:endCxn id="116" idx="0"/>
              </p:cNvCxnSpPr>
              <p:nvPr/>
            </p:nvCxnSpPr>
            <p:spPr>
              <a:xfrm>
                <a:off x="4308190" y="1900120"/>
                <a:ext cx="3194" cy="29097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50D04D46-432C-4DC1-CC2E-78B985F80196}"/>
                  </a:ext>
                </a:extLst>
              </p:cNvPr>
              <p:cNvCxnSpPr>
                <a:cxnSpLocks/>
                <a:stCxn id="34" idx="2"/>
              </p:cNvCxnSpPr>
              <p:nvPr/>
            </p:nvCxnSpPr>
            <p:spPr>
              <a:xfrm>
                <a:off x="614990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AC67B492-058D-3A7F-0D7B-74FF82FD23FB}"/>
                  </a:ext>
                </a:extLst>
              </p:cNvPr>
              <p:cNvCxnSpPr>
                <a:cxnSpLocks/>
                <a:stCxn id="38" idx="2"/>
              </p:cNvCxnSpPr>
              <p:nvPr/>
            </p:nvCxnSpPr>
            <p:spPr>
              <a:xfrm>
                <a:off x="2234990" y="3752707"/>
                <a:ext cx="0" cy="18768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矢印コネクタ 186">
                <a:extLst>
                  <a:ext uri="{FF2B5EF4-FFF2-40B4-BE49-F238E27FC236}">
                    <ns2:creationId id="{065629CA-B298-91CA-3445-281504A71090}"/>
                  </a:ext>
                </a:extLst>
              </p:cNvPr>
              <p:cNvCxnSpPr>
                <a:cxnSpLocks/>
                <a:stCxn id="42" idx="2"/>
              </p:cNvCxnSpPr>
              <p:nvPr/>
            </p:nvCxnSpPr>
            <p:spPr>
              <a:xfrm>
                <a:off x="3854990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4BED49EA-6C3C-88DE-2C86-91D7053C9D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矢印コネクタ 188">
                <a:extLst>
                  <a:ext uri="{FF2B5EF4-FFF2-40B4-BE49-F238E27FC236}">
                    <ns2:creationId id="{F9B6250C-6752-C2D8-6A03-73FAA543B52A}"/>
                  </a:ext>
                </a:extLst>
              </p:cNvPr>
              <p:cNvCxnSpPr>
                <a:cxnSpLocks/>
                <a:stCxn id="33" idx="2"/>
                <a:endCxn id="27" idx="0"/>
              </p:cNvCxnSpPr>
              <p:nvPr/>
            </p:nvCxnSpPr>
            <p:spPr>
              <a:xfrm>
                <a:off x="2674963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矢印コネクタ 197">
                <a:extLst>
                  <a:ext uri="{FF2B5EF4-FFF2-40B4-BE49-F238E27FC236}">
                    <ns2:creationId id="{A30C125B-DC4A-7418-9A3C-0F9089FA32EC}"/>
                  </a:ext>
                </a:extLst>
              </p:cNvPr>
              <p:cNvCxnSpPr>
                <a:cxnSpLocks/>
                <a:stCxn id="27" idx="2"/>
                <a:endCxn id="31" idx="0"/>
              </p:cNvCxnSpPr>
              <p:nvPr/>
            </p:nvCxnSpPr>
            <p:spPr>
              <a:xfrm>
                <a:off x="2674963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矢印コネクタ 198">
                <a:extLst>
                  <a:ext uri="{FF2B5EF4-FFF2-40B4-BE49-F238E27FC236}">
                    <ns2:creationId id="{25DDEB20-BFD8-8459-5BC5-9103B2F80AE2}"/>
                  </a:ext>
                </a:extLst>
              </p:cNvPr>
              <p:cNvCxnSpPr>
                <a:cxnSpLocks/>
                <a:stCxn id="31" idx="2"/>
                <a:endCxn id="46" idx="0"/>
              </p:cNvCxnSpPr>
              <p:nvPr/>
            </p:nvCxnSpPr>
            <p:spPr>
              <a:xfrm>
                <a:off x="2674963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グループ化 66">
              <a:extLst>
                <a:ext uri="{FF2B5EF4-FFF2-40B4-BE49-F238E27FC236}">
                  <ns2:creationId id="{67A15132-5664-267B-C330-7E7D42846718}"/>
                </a:ext>
              </a:extLst>
            </p:cNvPr>
            <p:cNvGrpSpPr/>
            <p:nvPr/>
          </p:nvGrpSpPr>
          <p:grpSpPr>
            <a:xfrm>
              <a:off x="7171823" y="1033800"/>
              <a:ext cx="4697210" cy="4735239"/>
              <a:chOff x="7171823" y="1033800"/>
              <a:chExt cx="4697210" cy="4735239"/>
            </a:xfrm>
          </p:grpSpPr>
          <p:sp>
            <p:nvSpPr>
              <p:cNvPr id="139" name="正方形/長方形 138">
                <a:extLst>
                  <a:ext uri="{FF2B5EF4-FFF2-40B4-BE49-F238E27FC236}">
                    <ns2:creationId id="{B96A9F7F-FEF2-081D-1153-ACE7263E6D20}"/>
                  </a:ext>
                </a:extLst>
              </p:cNvPr>
              <p:cNvSpPr/>
              <p:nvPr/>
            </p:nvSpPr>
            <p:spPr>
              <a:xfrm>
                <a:off x="717496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1100" dirty="0" err="1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0000">
                      <a:alpha val="5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6FBE65C2-D805-EE66-44B6-7AE0A1F4DB7F}"/>
                  </a:ext>
                </a:extLst>
              </p:cNvPr>
              <p:cNvSpPr/>
              <p:nvPr/>
            </p:nvSpPr>
            <p:spPr>
              <a:xfrm>
                <a:off x="7174960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2BD6B77-E1CF-54D2-20F8-F16A373992BD}"/>
                  </a:ext>
                </a:extLst>
              </p:cNvPr>
              <p:cNvSpPr/>
              <p:nvPr/>
            </p:nvSpPr>
            <p:spPr>
              <a:xfrm>
                <a:off x="8798268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バッジ: 新着 単色塗りつぶし">
                <a:extLst>
                  <a:ext uri="{FF2B5EF4-FFF2-40B4-BE49-F238E27FC236}">
                    <ns2:creationId id="{9A013FAB-355D-E13F-F2A7-FB5A7A357A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518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3" name="グラフィックス 142" descr="シャッフル 単色塗りつぶし">
                <a:extLst>
                  <a:ext uri="{FF2B5EF4-FFF2-40B4-BE49-F238E27FC236}">
                    <ns2:creationId id="{5DD757C2-2697-3800-1C1D-A753B102C1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rcRect/>
              <a:stretch/>
            </p:blipFill>
            <p:spPr>
              <a:xfrm>
                <a:off x="8915959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4" name="グラフィックス 143" descr="下降基調のグラフ 単色塗りつぶし">
                <a:extLst>
                  <a:ext uri="{FF2B5EF4-FFF2-40B4-BE49-F238E27FC236}">
                    <ns2:creationId id="{A937F997-0EB8-268F-DC55-D205A3F2F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rcRect/>
              <a:stretch/>
            </p:blipFill>
            <p:spPr>
              <a:xfrm>
                <a:off x="10443569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45" name="Text 23">
                <a:extLst>
                  <a:ext uri="{FF2B5EF4-FFF2-40B4-BE49-F238E27FC236}">
                    <ns2:creationId id="{A7CC96D9-CA8D-2613-1DB0-DCB5443B15B5}"/>
                  </a:ext>
                </a:extLst>
              </p:cNvPr>
              <p:cNvSpPr/>
              <p:nvPr/>
            </p:nvSpPr>
            <p:spPr>
              <a:xfrm>
                <a:off x="8855221" y="2366508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Text 23">
                <a:extLst>
                  <a:ext uri="{FF2B5EF4-FFF2-40B4-BE49-F238E27FC236}">
                    <ns2:creationId id="{DA7E867F-8318-59F2-A93B-514C7882C9F0}"/>
                  </a:ext>
                </a:extLst>
              </p:cNvPr>
              <p:cNvSpPr/>
              <p:nvPr/>
            </p:nvSpPr>
            <p:spPr>
              <a:xfrm>
                <a:off x="11221033" y="2209742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7" name="ひし形 146">
                <a:extLst>
                  <a:ext uri="{FF2B5EF4-FFF2-40B4-BE49-F238E27FC236}">
                    <ns2:creationId id="{CF5D7785-04E3-79F8-208C-DFE0A6FED7C9}"/>
                  </a:ext>
                </a:extLst>
              </p:cNvPr>
              <p:cNvSpPr/>
              <p:nvPr/>
            </p:nvSpPr>
            <p:spPr>
              <a:xfrm>
                <a:off x="8623135" y="241375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ひし形 147">
                <a:extLst>
                  <a:ext uri="{FF2B5EF4-FFF2-40B4-BE49-F238E27FC236}">
                    <ns2:creationId id="{2324EE7D-5BFF-EB14-6C68-09D440A90AD6}"/>
                  </a:ext>
                </a:extLst>
              </p:cNvPr>
              <p:cNvSpPr/>
              <p:nvPr/>
            </p:nvSpPr>
            <p:spPr>
              <a:xfrm>
                <a:off x="11055162" y="22291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49" name="直線矢印コネクタ 148">
                <a:extLst>
                  <a:ext uri="{FF2B5EF4-FFF2-40B4-BE49-F238E27FC236}">
                    <ns2:creationId id="{69B08F69-8869-9BB8-A99A-C28917200B3D}"/>
                  </a:ext>
                </a:extLst>
              </p:cNvPr>
              <p:cNvCxnSpPr>
                <a:cxnSpLocks/>
                <a:stCxn id="147" idx="2"/>
                <a:endCxn id="150" idx="0"/>
              </p:cNvCxnSpPr>
              <p:nvPr/>
            </p:nvCxnSpPr>
            <p:spPr>
              <a:xfrm>
                <a:off x="8707497" y="2538867"/>
                <a:ext cx="5715" cy="16984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四角形: 角を丸くする 149">
                <a:extLst>
                  <a:ext uri="{FF2B5EF4-FFF2-40B4-BE49-F238E27FC236}">
                    <ns2:creationId id="{8778A6E0-89F0-B955-77F3-C1C525BB9A98}"/>
                  </a:ext>
                </a:extLst>
              </p:cNvPr>
              <p:cNvSpPr/>
              <p:nvPr/>
            </p:nvSpPr>
            <p:spPr>
              <a:xfrm>
                <a:off x="8497212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AD2AD704-29EB-2953-773C-51982B1945C7}"/>
                  </a:ext>
                </a:extLst>
              </p:cNvPr>
              <p:cNvSpPr/>
              <p:nvPr/>
            </p:nvSpPr>
            <p:spPr>
              <a:xfrm>
                <a:off x="104723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2" name="四角形: 角を丸くする 151">
                <a:extLst>
                  <a:ext uri="{FF2B5EF4-FFF2-40B4-BE49-F238E27FC236}">
                    <ns2:creationId id="{6E60C2F3-C9D1-7D5A-B41F-43AF05D31EBE}"/>
                  </a:ext>
                </a:extLst>
              </p:cNvPr>
              <p:cNvSpPr/>
              <p:nvPr/>
            </p:nvSpPr>
            <p:spPr>
              <a:xfrm>
                <a:off x="113660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3" name="直線コネクタ 152">
                <a:extLst>
                  <a:ext uri="{FF2B5EF4-FFF2-40B4-BE49-F238E27FC236}">
                    <ns2:creationId id="{38F4FCD1-56B7-91A1-0899-70AB8BD162EB}"/>
                  </a:ext>
                </a:extLst>
              </p:cNvPr>
              <p:cNvCxnSpPr>
                <a:stCxn id="140" idx="2"/>
                <a:endCxn id="147" idx="0"/>
              </p:cNvCxnSpPr>
              <p:nvPr/>
            </p:nvCxnSpPr>
            <p:spPr>
              <a:xfrm>
                <a:off x="7894960" y="1900120"/>
                <a:ext cx="812537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703F8E67-C18F-5BE0-F4DE-EA880904BB99}"/>
                  </a:ext>
                </a:extLst>
              </p:cNvPr>
              <p:cNvCxnSpPr>
                <a:stCxn id="141" idx="2"/>
                <a:endCxn id="147" idx="0"/>
              </p:cNvCxnSpPr>
              <p:nvPr/>
            </p:nvCxnSpPr>
            <p:spPr>
              <a:xfrm flipH="1">
                <a:off x="8707497" y="1900120"/>
                <a:ext cx="810771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C7F915F2-A191-6171-6281-18279D40F830}"/>
                  </a:ext>
                </a:extLst>
              </p:cNvPr>
              <p:cNvCxnSpPr>
                <a:cxnSpLocks/>
                <a:stCxn id="148" idx="2"/>
                <a:endCxn id="151" idx="0"/>
              </p:cNvCxnSpPr>
              <p:nvPr/>
            </p:nvCxnSpPr>
            <p:spPr>
              <a:xfrm flipH="1">
                <a:off x="10688375" y="2354307"/>
                <a:ext cx="451149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AADEF33E-82F5-A28E-6589-5B5215C050BD}"/>
                  </a:ext>
                </a:extLst>
              </p:cNvPr>
              <p:cNvCxnSpPr>
                <a:cxnSpLocks/>
                <a:stCxn id="148" idx="2"/>
                <a:endCxn id="152" idx="0"/>
              </p:cNvCxnSpPr>
              <p:nvPr/>
            </p:nvCxnSpPr>
            <p:spPr>
              <a:xfrm>
                <a:off x="11139524" y="2354307"/>
                <a:ext cx="442551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Text 23">
                <a:extLst>
                  <a:ext uri="{FF2B5EF4-FFF2-40B4-BE49-F238E27FC236}">
                    <ns2:creationId id="{32390D2A-75D9-C6BB-062B-FF0BDE8BFE54}"/>
                  </a:ext>
                </a:extLst>
              </p:cNvPr>
              <p:cNvSpPr/>
              <p:nvPr/>
            </p:nvSpPr>
            <p:spPr>
              <a:xfrm>
                <a:off x="10604708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8" name="Text 23">
                <a:extLst>
                  <a:ext uri="{FF2B5EF4-FFF2-40B4-BE49-F238E27FC236}">
                    <ns2:creationId id="{F684716B-BD44-3E35-8288-AFA6F3813A3E}"/>
                  </a:ext>
                </a:extLst>
              </p:cNvPr>
              <p:cNvSpPr/>
              <p:nvPr/>
            </p:nvSpPr>
            <p:spPr>
              <a:xfrm>
                <a:off x="11508802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9" name="直線矢印コネクタ 158">
                <a:extLst>
                  <a:ext uri="{FF2B5EF4-FFF2-40B4-BE49-F238E27FC236}">
                    <ns2:creationId id="{A6D8787C-A6C2-D983-4684-2F4E34FEE2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4960" y="1900120"/>
                <a:ext cx="0" cy="351696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四角形: 角を丸くする 159">
                <a:extLst>
                  <a:ext uri="{FF2B5EF4-FFF2-40B4-BE49-F238E27FC236}">
                    <ns2:creationId id="{82FA4CD2-CA49-A5B3-6EAF-C9949A601DA5}"/>
                  </a:ext>
                </a:extLst>
              </p:cNvPr>
              <p:cNvSpPr/>
              <p:nvPr/>
            </p:nvSpPr>
            <p:spPr>
              <a:xfrm>
                <a:off x="717182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8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E9F5CEFE-5AA0-0CDC-35A8-A72EC6B59357}"/>
                  </a:ext>
                </a:extLst>
              </p:cNvPr>
              <p:cNvSpPr/>
              <p:nvPr/>
            </p:nvSpPr>
            <p:spPr>
              <a:xfrm>
                <a:off x="10421575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8" name="グループ化 47">
                <a:extLst>
                  <a:ext uri="{FF2B5EF4-FFF2-40B4-BE49-F238E27FC236}">
                    <ns2:creationId id="{FEE7713A-5F61-0B28-D67E-1134D1734CFC}"/>
                  </a:ext>
                </a:extLst>
              </p:cNvPr>
              <p:cNvGrpSpPr/>
              <p:nvPr/>
            </p:nvGrpSpPr>
            <p:grpSpPr>
              <a:xfrm>
                <a:off x="7181575" y="3936433"/>
                <a:ext cx="4680000" cy="288000"/>
                <a:chOff x="7181575" y="3936433"/>
                <a:chExt cx="4680000" cy="288000"/>
              </a:xfrm>
            </p:grpSpPr>
            <p:sp>
              <p:nvSpPr>
                <p:cNvPr id="172" name="四角形: 角を丸くする 171">
                  <a:extLst>
                    <a:ext uri="{FF2B5EF4-FFF2-40B4-BE49-F238E27FC236}">
                      <ns2:creationId id="{D236CAF4-386D-B8F8-E7DC-0FB5539AC763}"/>
                    </a:ext>
                  </a:extLst>
                </p:cNvPr>
                <p:cNvSpPr/>
                <p:nvPr/>
              </p:nvSpPr>
              <p:spPr>
                <a:xfrm>
                  <a:off x="7181575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6" name="background">
                  <a:extLst>
                    <a:ext uri="{FF2B5EF4-FFF2-40B4-BE49-F238E27FC236}">
                      <ns2:creationId id="{35E26A11-C84A-E433-6F62-096AFA93F54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7220185" y="399453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9" name="グループ化 48">
                <a:extLst>
                  <a:ext uri="{FF2B5EF4-FFF2-40B4-BE49-F238E27FC236}">
                    <ns2:creationId id="{E9476192-359A-1C7B-575C-9FDE9EE1D91E}"/>
                  </a:ext>
                </a:extLst>
              </p:cNvPr>
              <p:cNvGrpSpPr/>
              <p:nvPr/>
            </p:nvGrpSpPr>
            <p:grpSpPr>
              <a:xfrm>
                <a:off x="7181575" y="4390437"/>
                <a:ext cx="4680000" cy="288000"/>
                <a:chOff x="7181575" y="4408159"/>
                <a:chExt cx="4680000" cy="288000"/>
              </a:xfrm>
            </p:grpSpPr>
            <p:sp>
              <p:nvSpPr>
                <p:cNvPr id="170" name="四角形: 角を丸くする 169">
                  <a:extLst>
                    <a:ext uri="{FF2B5EF4-FFF2-40B4-BE49-F238E27FC236}">
                      <ns2:creationId id="{007D9B59-8766-15AD-533F-8A7BA212D149}"/>
                    </a:ext>
                  </a:extLst>
                </p:cNvPr>
                <p:cNvSpPr/>
                <p:nvPr/>
              </p:nvSpPr>
              <p:spPr>
                <a:xfrm>
                  <a:off x="7181575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7" name="background">
                  <a:extLst>
                    <a:ext uri="{FF2B5EF4-FFF2-40B4-BE49-F238E27FC236}">
                      <ns2:creationId id="{49AD9B47-8F4D-41E0-38F8-3C9A31738FD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7220185" y="4460795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6" name="グループ化 55">
                <a:extLst>
                  <a:ext uri="{FF2B5EF4-FFF2-40B4-BE49-F238E27FC236}">
                    <ns2:creationId id="{71B0283A-44B5-3FE0-942C-90A1B00471AC}"/>
                  </a:ext>
                </a:extLst>
              </p:cNvPr>
              <p:cNvGrpSpPr/>
              <p:nvPr/>
            </p:nvGrpSpPr>
            <p:grpSpPr>
              <a:xfrm>
                <a:off x="7181575" y="4844441"/>
                <a:ext cx="4680000" cy="288000"/>
                <a:chOff x="7181575" y="4879885"/>
                <a:chExt cx="4680000" cy="288000"/>
              </a:xfrm>
            </p:grpSpPr>
            <p:sp>
              <p:nvSpPr>
                <p:cNvPr id="168" name="四角形: 角を丸くする 167">
                  <a:extLst>
                    <a:ext uri="{FF2B5EF4-FFF2-40B4-BE49-F238E27FC236}">
                      <ns2:creationId id="{BE51C3F4-91BD-135E-D690-0DFCC66BC2C1}"/>
                    </a:ext>
                  </a:extLst>
                </p:cNvPr>
                <p:cNvSpPr/>
                <p:nvPr/>
              </p:nvSpPr>
              <p:spPr>
                <a:xfrm>
                  <a:off x="7181575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8" name="background">
                  <a:extLst>
                    <a:ext uri="{FF2B5EF4-FFF2-40B4-BE49-F238E27FC236}">
                      <ns2:creationId id="{307D098D-414E-D1C0-5893-17B0CA968F9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20185" y="4934992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8" name="グループ化 57">
                <a:extLst>
                  <a:ext uri="{FF2B5EF4-FFF2-40B4-BE49-F238E27FC236}">
                    <ns2:creationId id="{C21CC2F4-22FD-514D-C6E8-BFA8F2F9471D}"/>
                  </a:ext>
                </a:extLst>
              </p:cNvPr>
              <p:cNvGrpSpPr/>
              <p:nvPr/>
            </p:nvGrpSpPr>
            <p:grpSpPr>
              <a:xfrm>
                <a:off x="7181575" y="5298444"/>
                <a:ext cx="4680000" cy="288000"/>
                <a:chOff x="7181575" y="5351609"/>
                <a:chExt cx="4680000" cy="288000"/>
              </a:xfrm>
            </p:grpSpPr>
            <p:sp>
              <p:nvSpPr>
                <p:cNvPr id="166" name="四角形: 角を丸くする 165">
                  <a:extLst>
                    <a:ext uri="{FF2B5EF4-FFF2-40B4-BE49-F238E27FC236}">
                      <ns2:creationId id="{1C19C86C-369C-B103-C888-3B2413D0F6C9}"/>
                    </a:ext>
                  </a:extLst>
                </p:cNvPr>
                <p:cNvSpPr/>
                <p:nvPr/>
              </p:nvSpPr>
              <p:spPr>
                <a:xfrm>
                  <a:off x="7181575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」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9" name="background">
                  <a:extLst>
                    <a:ext uri="{FF2B5EF4-FFF2-40B4-BE49-F238E27FC236}">
                      <ns2:creationId id="{FFF6A3E9-D630-DEA7-5B56-9C84A32F11E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20185" y="540864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83" name="直線コネクタ 182">
                <a:extLst>
                  <a:ext uri="{FF2B5EF4-FFF2-40B4-BE49-F238E27FC236}">
                    <ns2:creationId id="{782D26AF-2BC7-725A-0BB3-53F783CFE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矢印コネクタ 231">
                <a:extLst>
                  <a:ext uri="{FF2B5EF4-FFF2-40B4-BE49-F238E27FC236}">
                    <ns2:creationId id="{AD88EFA0-AFC2-3BBB-F5E4-C595C8B8A4CE}"/>
                  </a:ext>
                </a:extLst>
              </p:cNvPr>
              <p:cNvCxnSpPr>
                <a:cxnSpLocks/>
                <a:stCxn id="172" idx="2"/>
                <a:endCxn id="170" idx="0"/>
              </p:cNvCxnSpPr>
              <p:nvPr/>
            </p:nvCxnSpPr>
            <p:spPr>
              <a:xfrm>
                <a:off x="9521575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矢印コネクタ 232">
                <a:extLst>
                  <a:ext uri="{FF2B5EF4-FFF2-40B4-BE49-F238E27FC236}">
                    <ns2:creationId id="{10BC4D07-E3B9-1886-5D7A-030C0BBD1BB4}"/>
                  </a:ext>
                </a:extLst>
              </p:cNvPr>
              <p:cNvCxnSpPr>
                <a:cxnSpLocks/>
                <a:stCxn id="170" idx="2"/>
                <a:endCxn id="168" idx="0"/>
              </p:cNvCxnSpPr>
              <p:nvPr/>
            </p:nvCxnSpPr>
            <p:spPr>
              <a:xfrm>
                <a:off x="9521575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矢印コネクタ 233">
                <a:extLst>
                  <a:ext uri="{FF2B5EF4-FFF2-40B4-BE49-F238E27FC236}">
                    <ns2:creationId id="{F073C230-3822-BE5D-F867-7EC70BCAC5CA}"/>
                  </a:ext>
                </a:extLst>
              </p:cNvPr>
              <p:cNvCxnSpPr>
                <a:cxnSpLocks/>
                <a:stCxn id="168" idx="2"/>
                <a:endCxn id="166" idx="0"/>
              </p:cNvCxnSpPr>
              <p:nvPr/>
            </p:nvCxnSpPr>
            <p:spPr>
              <a:xfrm>
                <a:off x="9521575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矢印コネクタ 234">
                <a:extLst>
                  <a:ext uri="{FF2B5EF4-FFF2-40B4-BE49-F238E27FC236}">
                    <ns2:creationId id="{45F2A3FF-2D6A-E863-A016-B67C5B46CFE4}"/>
                  </a:ext>
                </a:extLst>
              </p:cNvPr>
              <p:cNvCxnSpPr>
                <a:cxnSpLocks/>
                <a:stCxn id="150" idx="2"/>
              </p:cNvCxnSpPr>
              <p:nvPr/>
            </p:nvCxnSpPr>
            <p:spPr>
              <a:xfrm>
                <a:off x="8713212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矢印コネクタ 235">
                <a:extLst>
                  <a:ext uri="{FF2B5EF4-FFF2-40B4-BE49-F238E27FC236}">
                    <ns2:creationId id="{F7702A5F-5EC2-1B2E-3837-19CBC7ED7DA5}"/>
                  </a:ext>
                </a:extLst>
              </p:cNvPr>
              <p:cNvCxnSpPr>
                <a:cxnSpLocks/>
                <a:stCxn id="151" idx="2"/>
              </p:cNvCxnSpPr>
              <p:nvPr/>
            </p:nvCxnSpPr>
            <p:spPr>
              <a:xfrm>
                <a:off x="10688375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65696929"/>
      </p:ext>
    </p:extLst>
  </p:cSld>
  <p:clrMapOvr>
    <a:masterClrMapping/>
  </p:clrMapOvr>
</p:sld>
</file>

<file path=ppt/slides/slide2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8/sketchyshapes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C9DE9-67B7-E175-9688-9E4E22CAE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>
            <a:extLst>
              <a:ext uri="{FF2B5EF4-FFF2-40B4-BE49-F238E27FC236}">
                <ns2:creationId id="{8A64E8E1-9CD7-D7D2-32D6-4CB89C54F814}"/>
              </a:ext>
            </a:extLst>
          </p:cNvPr>
          <p:cNvGrpSpPr/>
          <p:nvPr/>
        </p:nvGrpSpPr>
        <p:grpSpPr>
          <a:xfrm>
            <a:off x="334961" y="1628775"/>
            <a:ext cx="4564088" cy="2273021"/>
            <a:chOff x="334961" y="1628775"/>
            <a:chExt cx="4564088" cy="2273021"/>
          </a:xfrm>
        </p:grpSpPr>
        <p:sp>
          <p:nvSpPr>
            <p:cNvPr id="26" name="正方形/長方形 25">
              <a:extLst>
                <a:ext uri="{FF2B5EF4-FFF2-40B4-BE49-F238E27FC236}">
                  <ns2:creationId id="{8F6A6457-8EAA-910D-4DBF-ACAF986B17FC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BC971DA-0A34-69BE-D37F-E7E6D6DB24CC}"/>
                </a:ext>
              </a:extLst>
            </p:cNvPr>
            <p:cNvSpPr/>
            <p:nvPr/>
          </p:nvSpPr>
          <p:spPr>
            <a:xfrm>
              <a:off x="54032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5A68B4E2-AB11-83B5-1F60-84AE4A07BA43}"/>
                </a:ext>
              </a:extLst>
            </p:cNvPr>
            <p:cNvSpPr/>
            <p:nvPr/>
          </p:nvSpPr>
          <p:spPr>
            <a:xfrm>
              <a:off x="334961" y="2073542"/>
              <a:ext cx="4564087" cy="182825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52EAB25-59D6-AA90-F187-2622521F0644}"/>
                </a:ext>
              </a:extLst>
            </p:cNvPr>
            <p:cNvSpPr/>
            <p:nvPr/>
          </p:nvSpPr>
          <p:spPr>
            <a:xfrm>
              <a:off x="440733" y="2178091"/>
              <a:ext cx="360000" cy="9243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0F7889-340A-7008-8643-950EA3741C3B}"/>
                </a:ext>
              </a:extLst>
            </p:cNvPr>
            <p:cNvSpPr/>
            <p:nvPr/>
          </p:nvSpPr>
          <p:spPr>
            <a:xfrm>
              <a:off x="440733" y="3325948"/>
              <a:ext cx="360000" cy="398665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2317C121-2E4F-7C8E-E5B4-9F48C13009C1}"/>
                </a:ext>
              </a:extLst>
            </p:cNvPr>
            <p:cNvSpPr/>
            <p:nvPr/>
          </p:nvSpPr>
          <p:spPr>
            <a:xfrm>
              <a:off x="836071" y="2177748"/>
              <a:ext cx="3961252" cy="91218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0169590-6692-E574-D8A8-6F56CDAD27A9}"/>
                </a:ext>
              </a:extLst>
            </p:cNvPr>
            <p:cNvSpPr/>
            <p:nvPr/>
          </p:nvSpPr>
          <p:spPr>
            <a:xfrm>
              <a:off x="834412" y="3241782"/>
              <a:ext cx="3827737" cy="5451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DA77DCBE-4949-2B76-3521-64C087BC032B}"/>
              </a:ext>
            </a:extLst>
          </p:cNvPr>
          <p:cNvGrpSpPr/>
          <p:nvPr/>
        </p:nvGrpSpPr>
        <p:grpSpPr>
          <a:xfrm>
            <a:off x="4213352" y="4037905"/>
            <a:ext cx="3781670" cy="2270820"/>
            <a:chOff x="4213352" y="4037905"/>
            <a:chExt cx="3781670" cy="2270820"/>
          </a:xfrm>
        </p:grpSpPr>
        <p:sp>
          <p:nvSpPr>
            <p:cNvPr id="71" name="正方形/長方形 70">
              <a:extLst>
                <a:ext uri="{FF2B5EF4-FFF2-40B4-BE49-F238E27FC236}">
                  <ns2:creationId id="{0432FCDA-7A19-5374-7469-302FF7EB46A9}"/>
                </a:ext>
              </a:extLst>
            </p:cNvPr>
            <p:cNvSpPr/>
            <p:nvPr/>
          </p:nvSpPr>
          <p:spPr>
            <a:xfrm>
              <a:off x="4213352" y="4158697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7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28DAAC7F-BA9A-D1F8-55C9-D6BF2EF2DF86}"/>
                </a:ext>
              </a:extLst>
            </p:cNvPr>
            <p:cNvSpPr/>
            <p:nvPr/>
          </p:nvSpPr>
          <p:spPr>
            <a:xfrm>
              <a:off x="4418715" y="403790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E8FFFAA-EF1A-858C-125C-E33F1C244CEA}"/>
                </a:ext>
              </a:extLst>
            </p:cNvPr>
            <p:cNvSpPr/>
            <p:nvPr/>
          </p:nvSpPr>
          <p:spPr>
            <a:xfrm>
              <a:off x="4213352" y="4488637"/>
              <a:ext cx="3780000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6FE48D86-3F17-8E40-F002-50CF0791969B}"/>
                </a:ext>
              </a:extLst>
            </p:cNvPr>
            <p:cNvSpPr/>
            <p:nvPr/>
          </p:nvSpPr>
          <p:spPr>
            <a:xfrm>
              <a:off x="4246322" y="4577355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B0C87659-F8E1-D0A5-5C94-33E99683968C}"/>
                </a:ext>
              </a:extLst>
            </p:cNvPr>
            <p:cNvSpPr/>
            <p:nvPr/>
          </p:nvSpPr>
          <p:spPr>
            <a:xfrm>
              <a:off x="4246322" y="5703366"/>
              <a:ext cx="360000" cy="540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9098B8C-21A0-8D51-A5DB-0C27F219B38B}"/>
                </a:ext>
              </a:extLst>
            </p:cNvPr>
            <p:cNvSpPr/>
            <p:nvPr/>
          </p:nvSpPr>
          <p:spPr>
            <a:xfrm>
              <a:off x="4700094" y="5133843"/>
              <a:ext cx="61200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A5000BEF-CFA2-A670-1F68-6288B8E2F51F}"/>
                </a:ext>
              </a:extLst>
            </p:cNvPr>
            <p:cNvSpPr/>
            <p:nvPr/>
          </p:nvSpPr>
          <p:spPr>
            <a:xfrm>
              <a:off x="5397716" y="4917843"/>
              <a:ext cx="612000" cy="68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FA148A5B-B66B-13E3-F4BA-AE267E46CFDC}"/>
                </a:ext>
              </a:extLst>
            </p:cNvPr>
            <p:cNvSpPr/>
            <p:nvPr/>
          </p:nvSpPr>
          <p:spPr>
            <a:xfrm>
              <a:off x="6037539" y="4566469"/>
              <a:ext cx="1884706" cy="10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2D056052-47D1-9C9F-9977-04BF1BE476DB}"/>
                </a:ext>
              </a:extLst>
            </p:cNvPr>
            <p:cNvSpPr/>
            <p:nvPr/>
          </p:nvSpPr>
          <p:spPr>
            <a:xfrm>
              <a:off x="4611022" y="5677354"/>
              <a:ext cx="3384000" cy="56605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43EE0993-13ED-486B-FB40-03DA56D0D9FA}"/>
                </a:ext>
              </a:extLst>
            </p:cNvPr>
            <p:cNvCxnSpPr>
              <a:cxnSpLocks/>
              <a:stCxn id="123" idx="0"/>
            </p:cNvCxnSpPr>
            <p:nvPr/>
          </p:nvCxnSpPr>
          <p:spPr>
            <a:xfrm flipV="1">
              <a:off x="5006094" y="4865355"/>
              <a:ext cx="413394" cy="268488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正方形/長方形 150">
              <a:extLst>
                <a:ext uri="{FF2B5EF4-FFF2-40B4-BE49-F238E27FC236}">
                  <ns2:creationId id="{F42C65B0-033D-5573-6B4A-ACE4B58108A2}"/>
                </a:ext>
              </a:extLst>
            </p:cNvPr>
            <p:cNvSpPr/>
            <p:nvPr/>
          </p:nvSpPr>
          <p:spPr>
            <a:xfrm>
              <a:off x="4899050" y="4718373"/>
              <a:ext cx="432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6" name="グラフィックス 155" descr="王冠 単色塗りつぶし">
              <a:extLst>
                <a:ext uri="{FF2B5EF4-FFF2-40B4-BE49-F238E27FC236}">
                  <ns2:creationId id="{C5E0E578-F780-1634-0F48-8A501F965F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98715" y="4518744"/>
              <a:ext cx="360000" cy="360000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4F465959-4668-EB09-B251-0EE276209BA9}"/>
              </a:ext>
            </a:extLst>
          </p:cNvPr>
          <p:cNvGrpSpPr/>
          <p:nvPr/>
        </p:nvGrpSpPr>
        <p:grpSpPr>
          <a:xfrm>
            <a:off x="8077038" y="4036706"/>
            <a:ext cx="3780000" cy="2272019"/>
            <a:chOff x="8077038" y="4036706"/>
            <a:chExt cx="3780000" cy="2272019"/>
          </a:xfrm>
        </p:grpSpPr>
        <p:sp>
          <p:nvSpPr>
            <p:cNvPr id="77" name="正方形/長方形 76">
              <a:extLst>
                <a:ext uri="{FF2B5EF4-FFF2-40B4-BE49-F238E27FC236}">
                  <ns2:creationId id="{3DD328FC-6BFC-10DD-E6E6-A46159516F93}"/>
                </a:ext>
              </a:extLst>
            </p:cNvPr>
            <p:cNvSpPr/>
            <p:nvPr/>
          </p:nvSpPr>
          <p:spPr>
            <a:xfrm>
              <a:off x="8077038" y="415749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E379ACEB-5B92-A032-F840-357ACA233616}"/>
                </a:ext>
              </a:extLst>
            </p:cNvPr>
            <p:cNvSpPr/>
            <p:nvPr/>
          </p:nvSpPr>
          <p:spPr>
            <a:xfrm>
              <a:off x="8268980" y="403670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9EFAE30-D0B7-3438-DEF6-E626BBAE4AA0}"/>
                </a:ext>
              </a:extLst>
            </p:cNvPr>
            <p:cNvSpPr/>
            <p:nvPr/>
          </p:nvSpPr>
          <p:spPr>
            <a:xfrm>
              <a:off x="8077038" y="4436725"/>
              <a:ext cx="3780000" cy="187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85C8DEA9-C441-667E-6435-3FC5EA1CBD1B}"/>
                </a:ext>
              </a:extLst>
            </p:cNvPr>
            <p:cNvSpPr/>
            <p:nvPr/>
          </p:nvSpPr>
          <p:spPr>
            <a:xfrm>
              <a:off x="8126133" y="4570635"/>
              <a:ext cx="432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CD53D893-82A5-3AF1-8663-1E83AE27B254}"/>
                </a:ext>
              </a:extLst>
            </p:cNvPr>
            <p:cNvSpPr/>
            <p:nvPr/>
          </p:nvSpPr>
          <p:spPr>
            <a:xfrm>
              <a:off x="8585955" y="4570635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9EDB01EB-B645-467C-06CD-FFE9A0BC2DF2}"/>
                </a:ext>
              </a:extLst>
            </p:cNvPr>
            <p:cNvSpPr/>
            <p:nvPr/>
          </p:nvSpPr>
          <p:spPr>
            <a:xfrm>
              <a:off x="8870303" y="6037043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4" name="グループ化 113">
              <a:extLst>
                <a:ext uri="{FF2B5EF4-FFF2-40B4-BE49-F238E27FC236}">
                  <ns2:creationId id="{2125FA6F-66CD-8084-0086-F5B76A965CD4}"/>
                </a:ext>
              </a:extLst>
            </p:cNvPr>
            <p:cNvGrpSpPr/>
            <p:nvPr/>
          </p:nvGrpSpPr>
          <p:grpSpPr>
            <a:xfrm>
              <a:off x="8169833" y="4794760"/>
              <a:ext cx="1103436" cy="1180451"/>
              <a:chOff x="8155319" y="4794760"/>
              <a:chExt cx="1103436" cy="1180451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ACFABDA5-D808-723B-2847-AB5C28BCF5D4}"/>
                  </a:ext>
                </a:extLst>
              </p:cNvPr>
              <p:cNvSpPr/>
              <p:nvPr/>
            </p:nvSpPr>
            <p:spPr>
              <a:xfrm>
                <a:off x="8155319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94E25BE3-02A9-CADD-1562-7CBD8506909E}"/>
                  </a:ext>
                </a:extLst>
              </p:cNvPr>
              <p:cNvGrpSpPr/>
              <p:nvPr/>
            </p:nvGrpSpPr>
            <p:grpSpPr>
              <a:xfrm>
                <a:off x="8970755" y="4794760"/>
                <a:ext cx="288000" cy="288000"/>
                <a:chOff x="4604019" y="1291928"/>
                <a:chExt cx="288000" cy="288000"/>
              </a:xfrm>
            </p:grpSpPr>
            <p:sp>
              <p:nvSpPr>
                <p:cNvPr id="256" name="円/楕円 42">
                  <a:extLst>
                    <a:ext uri="{FF2B5EF4-FFF2-40B4-BE49-F238E27FC236}">
                      <ns2:creationId id="{20029789-041A-9ABE-C029-37DD119AD409}"/>
                    </a:ext>
                  </a:extLst>
                </p:cNvPr>
                <p:cNvSpPr/>
                <p:nvPr/>
              </p:nvSpPr>
              <p:spPr>
                <a:xfrm>
                  <a:off x="4604019" y="1291928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57" name="グラフィックス 256" descr="無限大 単色塗りつぶし">
                  <a:extLst>
                    <a:ext uri="{FF2B5EF4-FFF2-40B4-BE49-F238E27FC236}">
                      <ns2:creationId id="{A1C4859A-19EA-660F-572F-ABDD5D50C2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6362" y="1322583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2" name="グループ化 111">
              <a:extLst>
                <a:ext uri="{FF2B5EF4-FFF2-40B4-BE49-F238E27FC236}">
                  <ns2:creationId id="{55F8E767-5F5F-A75C-0794-6B1DEFD7E239}"/>
                </a:ext>
              </a:extLst>
            </p:cNvPr>
            <p:cNvGrpSpPr/>
            <p:nvPr/>
          </p:nvGrpSpPr>
          <p:grpSpPr>
            <a:xfrm>
              <a:off x="10653970" y="4794760"/>
              <a:ext cx="1095797" cy="1174671"/>
              <a:chOff x="10523344" y="4794760"/>
              <a:chExt cx="1095797" cy="1174671"/>
            </a:xfrm>
          </p:grpSpPr>
          <p:sp>
            <p:nvSpPr>
              <p:cNvPr id="210" name="正方形/長方形 209">
                <a:extLst>
                  <a:ext uri="{FF2B5EF4-FFF2-40B4-BE49-F238E27FC236}">
                    <ns2:creationId id="{7C233800-386E-9211-6156-29960D061E5F}"/>
                  </a:ext>
                </a:extLst>
              </p:cNvPr>
              <p:cNvSpPr/>
              <p:nvPr/>
            </p:nvSpPr>
            <p:spPr>
              <a:xfrm>
                <a:off x="10523344" y="488726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300"/>
                  </a:lnSpc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4" name="グループ化 273">
                <a:extLst>
                  <a:ext uri="{FF2B5EF4-FFF2-40B4-BE49-F238E27FC236}">
                    <ns2:creationId id="{B4E1F98F-9ABE-9B74-A9EB-785E15756340}"/>
                  </a:ext>
                </a:extLst>
              </p:cNvPr>
              <p:cNvGrpSpPr/>
              <p:nvPr/>
            </p:nvGrpSpPr>
            <p:grpSpPr>
              <a:xfrm>
                <a:off x="11331141" y="4794760"/>
                <a:ext cx="288000" cy="288000"/>
                <a:chOff x="6964405" y="1291928"/>
                <a:chExt cx="288000" cy="288000"/>
              </a:xfrm>
            </p:grpSpPr>
            <p:sp>
              <p:nvSpPr>
                <p:cNvPr id="262" name="円/楕円 41">
                  <a:extLst>
                    <a:ext uri="{FF2B5EF4-FFF2-40B4-BE49-F238E27FC236}">
                      <ns2:creationId id="{4C57C1B5-6032-94CC-8901-E79582D3D604}"/>
                    </a:ext>
                  </a:extLst>
                </p:cNvPr>
                <p:cNvSpPr/>
                <p:nvPr/>
              </p:nvSpPr>
              <p:spPr>
                <a:xfrm>
                  <a:off x="6964405" y="1291928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3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63" name="グラフィックス 262" descr="クリップボード 単色塗りつぶし">
                  <a:extLst>
                    <a:ext uri="{FF2B5EF4-FFF2-40B4-BE49-F238E27FC236}">
                      <ns2:creationId id="{8A4F2905-A4B6-16FE-6499-E115684DC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95560" y="1322515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6" name="グループ化 115">
              <a:extLst>
                <a:ext uri="{FF2B5EF4-FFF2-40B4-BE49-F238E27FC236}">
                  <ns2:creationId id="{44A7B552-E4A5-3B36-330B-D091BE86C870}"/>
                </a:ext>
              </a:extLst>
            </p:cNvPr>
            <p:cNvGrpSpPr/>
            <p:nvPr/>
          </p:nvGrpSpPr>
          <p:grpSpPr>
            <a:xfrm>
              <a:off x="9407126" y="4794760"/>
              <a:ext cx="1112987" cy="1180451"/>
              <a:chOff x="9339331" y="4794760"/>
              <a:chExt cx="1112987" cy="1180451"/>
            </a:xfrm>
          </p:grpSpPr>
          <p:sp>
            <p:nvSpPr>
              <p:cNvPr id="208" name="正方形/長方形 207">
                <a:extLst>
                  <a:ext uri="{FF2B5EF4-FFF2-40B4-BE49-F238E27FC236}">
                    <ns2:creationId id="{A476C103-281E-EC14-2EEB-BC26616D12D5}"/>
                  </a:ext>
                </a:extLst>
              </p:cNvPr>
              <p:cNvSpPr/>
              <p:nvPr/>
            </p:nvSpPr>
            <p:spPr>
              <a:xfrm>
                <a:off x="9339331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3FB7B6D8-E88E-E278-0B15-C6A994519C66}"/>
                  </a:ext>
                </a:extLst>
              </p:cNvPr>
              <p:cNvGrpSpPr/>
              <p:nvPr/>
            </p:nvGrpSpPr>
            <p:grpSpPr>
              <a:xfrm>
                <a:off x="10137578" y="4794760"/>
                <a:ext cx="314740" cy="288000"/>
                <a:chOff x="5714715" y="1316683"/>
                <a:chExt cx="314740" cy="288000"/>
              </a:xfrm>
            </p:grpSpPr>
            <p:pic>
              <p:nvPicPr>
                <p:cNvPr id="260" name="グラフィックス 259" descr="ふっくらした砂時計 単色塗りつぶし">
                  <a:extLst>
                    <a:ext uri="{FF2B5EF4-FFF2-40B4-BE49-F238E27FC236}">
                      <ns2:creationId id="{C42EFE4C-0D7B-9B08-8AAC-BBC5E74C1D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13455" y="1329655"/>
                  <a:ext cx="216000" cy="216000"/>
                </a:xfrm>
                <a:prstGeom prst="rect">
                  <a:avLst/>
                </a:prstGeom>
              </p:spPr>
            </p:pic>
            <p:sp>
              <p:nvSpPr>
                <p:cNvPr id="259" name="円/楕円 42">
                  <a:extLst>
                    <a:ext uri="{FF2B5EF4-FFF2-40B4-BE49-F238E27FC236}">
                      <ns2:creationId id="{53699D4F-DD1B-A68A-B519-88399EAA9A9D}"/>
                    </a:ext>
                  </a:extLst>
                </p:cNvPr>
                <p:cNvSpPr/>
                <p:nvPr/>
              </p:nvSpPr>
              <p:spPr>
                <a:xfrm>
                  <a:off x="5714715" y="1316683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70" name="グラフィックス 269" descr="砂時計: 終了 単色塗りつぶし">
                  <a:extLst>
                    <a:ext uri="{FF2B5EF4-FFF2-40B4-BE49-F238E27FC236}">
                      <ns2:creationId id="{6F7F52E9-FC4B-94A3-3681-08B3215F0E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1345" y="1356861"/>
                  <a:ext cx="216000" cy="216000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3" name="グループ化 52">
            <a:extLst>
              <a:ext uri="{FF2B5EF4-FFF2-40B4-BE49-F238E27FC236}">
                <ns2:creationId id="{CED5E481-9125-2A75-1706-B5F67F8B4350}"/>
              </a:ext>
            </a:extLst>
          </p:cNvPr>
          <p:cNvGrpSpPr>
            <a:grpSpLocks noChangeAspect="1"/>
          </p:cNvGrpSpPr>
          <p:nvPr/>
        </p:nvGrpSpPr>
        <p:grpSpPr>
          <a:xfrm>
            <a:off x="5232000" y="1628775"/>
            <a:ext cx="1728000" cy="1666853"/>
            <a:chOff x="4625502" y="1857908"/>
            <a:chExt cx="1833396" cy="1768519"/>
          </a:xfrm>
        </p:grpSpPr>
        <p:sp>
          <p:nvSpPr>
            <p:cNvPr id="3" name="円: 塗りつぶしなし 2">
              <a:extLst>
                <a:ext uri="{FF2B5EF4-FFF2-40B4-BE49-F238E27FC236}">
                  <ns2:creationId id="{3332E991-3727-53A7-F29D-51BEEC7C438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4325" y="1931300"/>
              <a:ext cx="1695127" cy="1695127"/>
            </a:xfrm>
            <a:prstGeom prst="donut">
              <a:avLst>
                <a:gd name="adj" fmla="val 0"/>
              </a:avLst>
            </a:prstGeom>
            <a:noFill/>
            <a:ln w="38100">
              <a:solidFill>
                <a:srgbClr val="DFEBE3"/>
              </a:solidFill>
              <a:prstDash val="sysDot"/>
              <a:extLst>
                <a:ext uri="{C807C97D-BFC1-408E-A445-0C87EB9F89A2}">
                  <ns5:lineSketchStyleProps>
                    <ns5:type>
                      <ns5:lineSketchNone/>
                    </ns5:type>
                  </ns5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4EE0759F-B6A8-AE4A-FE20-668F5C06B5E6}"/>
                </a:ext>
              </a:extLst>
            </p:cNvPr>
            <p:cNvGrpSpPr/>
            <p:nvPr/>
          </p:nvGrpSpPr>
          <p:grpSpPr>
            <a:xfrm>
              <a:off x="4625502" y="1857908"/>
              <a:ext cx="1833396" cy="1724897"/>
              <a:chOff x="4744748" y="2011115"/>
              <a:chExt cx="1633678" cy="1528684"/>
            </a:xfrm>
            <a:solidFill>
              <a:srgbClr val="008D2E"/>
            </a:solidFill>
          </p:grpSpPr>
          <p:sp>
            <p:nvSpPr>
              <p:cNvPr id="5" name="フローチャート: 結合子 4">
                <a:extLst>
                  <a:ext uri="{FF2B5EF4-FFF2-40B4-BE49-F238E27FC236}">
                    <ns2:creationId id="{75A5A399-88EB-6789-0628-017A6CB529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744748" y="257417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" name="フローチャート: 結合子 27">
                <a:extLst>
                  <a:ext uri="{FF2B5EF4-FFF2-40B4-BE49-F238E27FC236}">
                    <ns2:creationId id="{6253BDFD-55D6-31AF-84E8-4306A01380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74332" y="2011115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フローチャート: 結合子 35">
                <a:extLst>
                  <a:ext uri="{FF2B5EF4-FFF2-40B4-BE49-F238E27FC236}">
                    <ns2:creationId id="{F02840AD-6261-9B47-B358-75DEDA4845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6460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9" name="フローチャート: 結合子 35">
                <a:extLst>
                  <a:ext uri="{FF2B5EF4-FFF2-40B4-BE49-F238E27FC236}">
                    <ns2:creationId id="{658D43F4-54A9-5B23-02BE-793D2E674F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082826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1" name="フローチャート: 結合子 27">
                <a:extLst>
                  <a:ext uri="{FF2B5EF4-FFF2-40B4-BE49-F238E27FC236}">
                    <ns2:creationId id="{585A9819-A7BC-D1A1-60D4-0D4C0CFEDF1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34426" y="260651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cxnSp>
        <p:nvCxnSpPr>
          <p:cNvPr id="60" name="コネクタ: カギ線 59">
            <a:extLst>
              <a:ext uri="{FF2B5EF4-FFF2-40B4-BE49-F238E27FC236}">
                <ns2:creationId id="{B738A1DB-0DD7-2B4C-B3BB-1C8945CE6903}"/>
              </a:ext>
            </a:extLst>
          </p:cNvPr>
          <p:cNvCxnSpPr>
            <a:cxnSpLocks/>
            <a:stCxn id="32" idx="0"/>
            <a:endCxn id="5" idx="3"/>
          </p:cNvCxnSpPr>
          <p:nvPr/>
        </p:nvCxnSpPr>
        <p:spPr>
          <a:xfrm rot="5400000" flipH="1" flipV="1">
            <a:off x="2841014" y="1742247"/>
            <a:ext cx="1797241" cy="3029343"/>
          </a:xfrm>
          <a:prstGeom prst="bentConnector3">
            <a:avLst>
              <a:gd name="adj1" fmla="val 10137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484D6A13-75F6-CEFB-7011-7267C893B38C}"/>
              </a:ext>
            </a:extLst>
          </p:cNvPr>
          <p:cNvGrpSpPr/>
          <p:nvPr/>
        </p:nvGrpSpPr>
        <p:grpSpPr>
          <a:xfrm>
            <a:off x="6960000" y="1628775"/>
            <a:ext cx="4913128" cy="2274687"/>
            <a:chOff x="6511464" y="1628775"/>
            <a:chExt cx="4913128" cy="2274687"/>
          </a:xfrm>
        </p:grpSpPr>
        <p:sp>
          <p:nvSpPr>
            <p:cNvPr id="16" name="正方形/長方形 15">
              <a:extLst>
                <a:ext uri="{FF2B5EF4-FFF2-40B4-BE49-F238E27FC236}">
                  <ns2:creationId id="{E3C09B17-628D-FD10-35E7-BA66720A1638}"/>
                </a:ext>
              </a:extLst>
            </p:cNvPr>
            <p:cNvSpPr/>
            <p:nvPr/>
          </p:nvSpPr>
          <p:spPr>
            <a:xfrm>
              <a:off x="6745038" y="1753434"/>
              <a:ext cx="4679554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DEC92CB-7686-9057-5835-6252EBDFD697}"/>
                </a:ext>
              </a:extLst>
            </p:cNvPr>
            <p:cNvSpPr/>
            <p:nvPr/>
          </p:nvSpPr>
          <p:spPr>
            <a:xfrm>
              <a:off x="696440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14D80DA5-1BDC-EB2F-36B0-9E29F284B466}"/>
                </a:ext>
              </a:extLst>
            </p:cNvPr>
            <p:cNvSpPr/>
            <p:nvPr/>
          </p:nvSpPr>
          <p:spPr>
            <a:xfrm>
              <a:off x="6745038" y="2083374"/>
              <a:ext cx="4679554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42710AF-A9C2-7483-C8B9-2E9966EF5AC1}"/>
                </a:ext>
              </a:extLst>
            </p:cNvPr>
            <p:cNvSpPr/>
            <p:nvPr/>
          </p:nvSpPr>
          <p:spPr>
            <a:xfrm>
              <a:off x="6837104" y="2149001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05F722-162D-BAC7-512D-A3FB79AC528D}"/>
                </a:ext>
              </a:extLst>
            </p:cNvPr>
            <p:cNvSpPr/>
            <p:nvPr/>
          </p:nvSpPr>
          <p:spPr>
            <a:xfrm>
              <a:off x="6837104" y="3151187"/>
              <a:ext cx="360000" cy="667796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DB7D556-8DB6-B11B-30AF-E48B76889B4C}"/>
                </a:ext>
              </a:extLst>
            </p:cNvPr>
            <p:cNvSpPr/>
            <p:nvPr/>
          </p:nvSpPr>
          <p:spPr>
            <a:xfrm>
              <a:off x="7241840" y="2149001"/>
              <a:ext cx="251008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CD86D99-337D-340E-BC75-8E2A691E422E}"/>
                </a:ext>
              </a:extLst>
            </p:cNvPr>
            <p:cNvSpPr/>
            <p:nvPr/>
          </p:nvSpPr>
          <p:spPr>
            <a:xfrm>
              <a:off x="10332411" y="2149001"/>
              <a:ext cx="936000" cy="28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A583EB8-1E77-950B-2AD3-2753B74CDCC5}"/>
                </a:ext>
              </a:extLst>
            </p:cNvPr>
            <p:cNvSpPr/>
            <p:nvPr/>
          </p:nvSpPr>
          <p:spPr>
            <a:xfrm>
              <a:off x="6836104" y="2484445"/>
              <a:ext cx="3215788" cy="5404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88900">
                <a:lnSpc>
                  <a:spcPts val="1200"/>
                </a:lnSpc>
                <a:spcAft>
                  <a:spcPts val="6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>
                <a:spcAft>
                  <a:spcPts val="6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810B287-D944-70EC-41EA-D820FEDDAEFC}"/>
                </a:ext>
              </a:extLst>
            </p:cNvPr>
            <p:cNvSpPr/>
            <p:nvPr/>
          </p:nvSpPr>
          <p:spPr>
            <a:xfrm>
              <a:off x="7241840" y="3151187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 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ADDD1C46-F556-E69D-5486-CB1D1CDBF69C}"/>
                </a:ext>
              </a:extLst>
            </p:cNvPr>
            <p:cNvSpPr/>
            <p:nvPr/>
          </p:nvSpPr>
          <p:spPr>
            <a:xfrm>
              <a:off x="8296870" y="3141840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E76E1FB-AEB4-AEFC-353B-FF6C687753D7}"/>
                </a:ext>
              </a:extLst>
            </p:cNvPr>
            <p:cNvSpPr/>
            <p:nvPr/>
          </p:nvSpPr>
          <p:spPr>
            <a:xfrm>
              <a:off x="9220933" y="3141840"/>
              <a:ext cx="2142148" cy="6912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A941FA12-B019-1E6A-05F6-DD262DE31E46}"/>
                </a:ext>
              </a:extLst>
            </p:cNvPr>
            <p:cNvSpPr/>
            <p:nvPr/>
          </p:nvSpPr>
          <p:spPr>
            <a:xfrm>
              <a:off x="10262099" y="2453911"/>
              <a:ext cx="1040632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B9673498-56F9-E15D-6B05-E48432AED55E}"/>
                </a:ext>
              </a:extLst>
            </p:cNvPr>
            <p:cNvSpPr/>
            <p:nvPr/>
          </p:nvSpPr>
          <p:spPr>
            <a:xfrm>
              <a:off x="10262099" y="2648248"/>
              <a:ext cx="1040632" cy="33594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lang="ja-JP" altLang="ja-JP" sz="9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486D986D-9CCD-81D8-AED2-CF72D47BDDA2}"/>
                </a:ext>
              </a:extLst>
            </p:cNvPr>
            <p:cNvSpPr/>
            <p:nvPr/>
          </p:nvSpPr>
          <p:spPr>
            <a:xfrm>
              <a:off x="8075355" y="3487499"/>
              <a:ext cx="25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コネクタ 67">
              <a:extLst>
                <a:ext uri="{FF2B5EF4-FFF2-40B4-BE49-F238E27FC236}">
                  <ns2:creationId id="{1157A228-01CD-F3A5-7B37-EC3F30DE85BE}"/>
                </a:ext>
              </a:extLst>
            </p:cNvPr>
            <p:cNvCxnSpPr>
              <a:cxnSpLocks/>
              <a:stCxn id="21" idx="6"/>
            </p:cNvCxnSpPr>
            <p:nvPr/>
          </p:nvCxnSpPr>
          <p:spPr>
            <a:xfrm>
              <a:off x="6511464" y="2338546"/>
              <a:ext cx="233574" cy="0"/>
            </a:xfrm>
            <a:prstGeom prst="line">
              <a:avLst/>
            </a:prstGeom>
            <a:ln w="9525">
              <a:solidFill>
                <a:srgbClr val="008D2E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グループ化 3">
            <a:extLst>
              <a:ext uri="{FF2B5EF4-FFF2-40B4-BE49-F238E27FC236}">
                <ns2:creationId id="{22CA47D2-94F4-CE5D-E7C3-BE8073F5B73E}"/>
              </a:ext>
            </a:extLst>
          </p:cNvPr>
          <p:cNvGrpSpPr/>
          <p:nvPr/>
        </p:nvGrpSpPr>
        <p:grpSpPr>
          <a:xfrm>
            <a:off x="334963" y="4034746"/>
            <a:ext cx="3799840" cy="2273979"/>
            <a:chOff x="334963" y="4034746"/>
            <a:chExt cx="3799840" cy="2273979"/>
          </a:xfrm>
        </p:grpSpPr>
        <p:sp>
          <p:nvSpPr>
            <p:cNvPr id="32" name="正方形/長方形 31">
              <a:extLst>
                <a:ext uri="{FF2B5EF4-FFF2-40B4-BE49-F238E27FC236}">
                  <ns2:creationId id="{EC5EC93E-63F0-78AA-27A5-BFE411B0FF9E}"/>
                </a:ext>
              </a:extLst>
            </p:cNvPr>
            <p:cNvSpPr/>
            <p:nvPr/>
          </p:nvSpPr>
          <p:spPr>
            <a:xfrm>
              <a:off x="334963" y="415553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18623322-F677-6514-3062-1EFC33F47914}"/>
                </a:ext>
              </a:extLst>
            </p:cNvPr>
            <p:cNvSpPr/>
            <p:nvPr/>
          </p:nvSpPr>
          <p:spPr>
            <a:xfrm>
              <a:off x="560166" y="403474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8C9F3D7-19E5-8218-36C8-34635ADCEF6A}"/>
                </a:ext>
              </a:extLst>
            </p:cNvPr>
            <p:cNvSpPr/>
            <p:nvPr/>
          </p:nvSpPr>
          <p:spPr>
            <a:xfrm>
              <a:off x="334963" y="4481220"/>
              <a:ext cx="3780000" cy="182750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B927082-3A7F-404E-52C7-49603CA18511}"/>
                </a:ext>
              </a:extLst>
            </p:cNvPr>
            <p:cNvSpPr/>
            <p:nvPr/>
          </p:nvSpPr>
          <p:spPr>
            <a:xfrm>
              <a:off x="440733" y="4611352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E814491-4B15-8C0D-9B94-43E6CAB13391}"/>
                </a:ext>
              </a:extLst>
            </p:cNvPr>
            <p:cNvSpPr/>
            <p:nvPr/>
          </p:nvSpPr>
          <p:spPr>
            <a:xfrm>
              <a:off x="433806" y="5669273"/>
              <a:ext cx="360000" cy="612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2CE21628-E3AC-2F5D-0A45-3C5412749898}"/>
                </a:ext>
              </a:extLst>
            </p:cNvPr>
            <p:cNvSpPr/>
            <p:nvPr/>
          </p:nvSpPr>
          <p:spPr>
            <a:xfrm>
              <a:off x="847043" y="4605786"/>
              <a:ext cx="3204000" cy="2640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4298FDCC-C299-7269-340B-A4AA15E55DB6}"/>
                </a:ext>
              </a:extLst>
            </p:cNvPr>
            <p:cNvSpPr/>
            <p:nvPr/>
          </p:nvSpPr>
          <p:spPr>
            <a:xfrm>
              <a:off x="910602" y="4967787"/>
              <a:ext cx="3132000" cy="27262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28AAE63-BEAA-9B13-0227-776C1BED663E}"/>
                </a:ext>
              </a:extLst>
            </p:cNvPr>
            <p:cNvSpPr/>
            <p:nvPr/>
          </p:nvSpPr>
          <p:spPr>
            <a:xfrm>
              <a:off x="1003886" y="5266521"/>
              <a:ext cx="288505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36543BA0-3226-F9F5-0DD6-797C9C9955FA}"/>
                </a:ext>
              </a:extLst>
            </p:cNvPr>
            <p:cNvSpPr/>
            <p:nvPr/>
          </p:nvSpPr>
          <p:spPr>
            <a:xfrm>
              <a:off x="837238" y="5669273"/>
              <a:ext cx="2124000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45E34B20-9E2A-23F0-A612-F420132E2F7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0015" y="5250536"/>
              <a:ext cx="180000" cy="210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BE16587-65B3-7A10-C1F8-563CE74324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1588" y="5100536"/>
              <a:ext cx="180000" cy="3600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矢印コネクタ 62">
              <a:extLst>
                <a:ext uri="{FF2B5EF4-FFF2-40B4-BE49-F238E27FC236}">
                  <ns2:creationId id="{9932CC6B-E495-1D86-0188-B3B79CE5397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84236" y="5061476"/>
              <a:ext cx="216497" cy="14396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>
              <a:extLst>
                <a:ext uri="{FF2B5EF4-FFF2-40B4-BE49-F238E27FC236}">
                  <ns2:creationId id="{41A1310A-1197-7550-7B2E-AFA7BEF879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8611" y="5003499"/>
              <a:ext cx="54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2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50EE2E7-6A53-9844-D711-9BEE705D4A65}"/>
                </a:ext>
              </a:extLst>
            </p:cNvPr>
            <p:cNvSpPr/>
            <p:nvPr/>
          </p:nvSpPr>
          <p:spPr>
            <a:xfrm>
              <a:off x="461215" y="5410673"/>
              <a:ext cx="432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警告 単色塗りつぶし">
              <a:extLst>
                <a:ext uri="{FF2B5EF4-FFF2-40B4-BE49-F238E27FC236}">
                  <ns2:creationId id="{DAAD9E7E-633C-ABB8-0ED8-35ECC9522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77662" y="5223294"/>
              <a:ext cx="180000" cy="180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18D0FB9F-0448-BF8B-1368-E98D7E796682}"/>
                </a:ext>
              </a:extLst>
            </p:cNvPr>
            <p:cNvSpPr/>
            <p:nvPr/>
          </p:nvSpPr>
          <p:spPr>
            <a:xfrm>
              <a:off x="3126803" y="5983043"/>
              <a:ext cx="1008000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レンガ壁の建築 単色塗りつぶし">
              <a:extLst>
                <a:ext uri="{FF2B5EF4-FFF2-40B4-BE49-F238E27FC236}">
                  <ns2:creationId id="{D8A58FBA-6C97-BF2B-8899-1F7581309F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50894" y="5656979"/>
              <a:ext cx="180000" cy="180000"/>
            </a:xfrm>
            <a:prstGeom prst="rect">
              <a:avLst/>
            </a:prstGeom>
          </p:spPr>
        </p:pic>
        <p:pic>
          <p:nvPicPr>
            <p:cNvPr id="76" name="グラフィックス 75" descr="工場 単色塗りつぶし">
              <a:extLst>
                <a:ext uri="{FF2B5EF4-FFF2-40B4-BE49-F238E27FC236}">
                  <ns2:creationId id="{7C9A5432-BD40-F2D9-2790-3663A8305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502536"/>
              <a:ext cx="180000" cy="180000"/>
            </a:xfrm>
            <a:prstGeom prst="rect">
              <a:avLst/>
            </a:prstGeom>
          </p:spPr>
        </p:pic>
        <p:pic>
          <p:nvPicPr>
            <p:cNvPr id="78" name="グラフィックス 77" descr="工場 単色塗りつぶし">
              <a:extLst>
                <a:ext uri="{FF2B5EF4-FFF2-40B4-BE49-F238E27FC236}">
                  <ns2:creationId id="{3F00EE6E-630F-2FA5-77CC-4459C7036E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811422"/>
              <a:ext cx="180000" cy="180000"/>
            </a:xfrm>
            <a:prstGeom prst="rect">
              <a:avLst/>
            </a:prstGeom>
          </p:spPr>
        </p:pic>
        <p:pic>
          <p:nvPicPr>
            <p:cNvPr id="80" name="グラフィックス 79" descr="工場 単色塗りつぶし">
              <a:extLst>
                <a:ext uri="{FF2B5EF4-FFF2-40B4-BE49-F238E27FC236}">
                  <ns2:creationId id="{8FA57DFB-16F1-DF1D-3E5E-211CDDA0CA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656979"/>
              <a:ext cx="180000" cy="180000"/>
            </a:xfrm>
            <a:prstGeom prst="rect">
              <a:avLst/>
            </a:prstGeom>
          </p:spPr>
        </p:pic>
        <p:pic>
          <p:nvPicPr>
            <p:cNvPr id="81" name="グラフィックス 80" descr="在庫 単色塗りつぶし">
              <a:extLst>
                <a:ext uri="{FF2B5EF4-FFF2-40B4-BE49-F238E27FC236}">
                  <ns2:creationId id="{BBBB0A25-2B2D-53D2-CDED-0D1812B07A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502536"/>
              <a:ext cx="180000" cy="180000"/>
            </a:xfrm>
            <a:prstGeom prst="rect">
              <a:avLst/>
            </a:prstGeom>
          </p:spPr>
        </p:pic>
        <p:pic>
          <p:nvPicPr>
            <p:cNvPr id="82" name="グラフィックス 81" descr="在庫 単色塗りつぶし">
              <a:extLst>
                <a:ext uri="{FF2B5EF4-FFF2-40B4-BE49-F238E27FC236}">
                  <ns2:creationId id="{D9357115-2A4A-996B-714C-226979560C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811422"/>
              <a:ext cx="180000" cy="180000"/>
            </a:xfrm>
            <a:prstGeom prst="rect">
              <a:avLst/>
            </a:prstGeom>
          </p:spPr>
        </p:pic>
        <p:pic>
          <p:nvPicPr>
            <p:cNvPr id="83" name="グラフィックス 82" descr="在庫 単色塗りつぶし">
              <a:extLst>
                <a:ext uri="{FF2B5EF4-FFF2-40B4-BE49-F238E27FC236}">
                  <ns2:creationId id="{75F896AE-A2CB-DFD0-5FD0-98448406BD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656979"/>
              <a:ext cx="180000" cy="180000"/>
            </a:xfrm>
            <a:prstGeom prst="rect">
              <a:avLst/>
            </a:prstGeom>
          </p:spPr>
        </p:pic>
        <p:cxnSp>
          <p:nvCxnSpPr>
            <p:cNvPr id="84" name="直線矢印コネクタ 83">
              <a:extLst>
                <a:ext uri="{FF2B5EF4-FFF2-40B4-BE49-F238E27FC236}">
                  <ns2:creationId id="{0129B967-9E14-7086-4983-38D5C7216B08}"/>
                </a:ext>
              </a:extLst>
            </p:cNvPr>
            <p:cNvCxnSpPr>
              <a:endCxn id="76" idx="1"/>
            </p:cNvCxnSpPr>
            <p:nvPr/>
          </p:nvCxnSpPr>
          <p:spPr>
            <a:xfrm flipV="1">
              <a:off x="3330894" y="5592536"/>
              <a:ext cx="254000" cy="183575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矢印コネクタ 84">
              <a:extLst>
                <a:ext uri="{FF2B5EF4-FFF2-40B4-BE49-F238E27FC236}">
                  <ns2:creationId id="{97CE03E9-E117-8EBE-9317-1DFD465687AC}"/>
                </a:ext>
              </a:extLst>
            </p:cNvPr>
            <p:cNvCxnSpPr>
              <a:endCxn id="80" idx="1"/>
            </p:cNvCxnSpPr>
            <p:nvPr/>
          </p:nvCxnSpPr>
          <p:spPr>
            <a:xfrm flipV="1">
              <a:off x="3330894" y="5746979"/>
              <a:ext cx="254000" cy="2913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矢印コネクタ 85">
              <a:extLst>
                <a:ext uri="{FF2B5EF4-FFF2-40B4-BE49-F238E27FC236}">
                  <ns2:creationId id="{8798ED7D-194E-E5B9-69D8-5F1BFBD8F814}"/>
                </a:ext>
              </a:extLst>
            </p:cNvPr>
            <p:cNvCxnSpPr>
              <a:endCxn id="78" idx="1"/>
            </p:cNvCxnSpPr>
            <p:nvPr/>
          </p:nvCxnSpPr>
          <p:spPr>
            <a:xfrm>
              <a:off x="3330894" y="5773093"/>
              <a:ext cx="254000" cy="12832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テキスト プレースホルダー 2">
            <a:extLst>
              <a:ext uri="{FF2B5EF4-FFF2-40B4-BE49-F238E27FC236}">
                <ns2:creationId id="{89EFCCE0-5A3A-1844-9759-E45C77454E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95" name="タイトル 1">
            <a:extLst>
              <a:ext uri="{FF2B5EF4-FFF2-40B4-BE49-F238E27FC236}">
                <ns2:creationId id="{41C7C669-5CA8-1F7E-356A-7BAE0DDD43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cxnSp>
        <p:nvCxnSpPr>
          <p:cNvPr id="33" name="コネクタ: カギ線 59">
            <a:extLst>
              <a:ext uri="{FF2B5EF4-FFF2-40B4-BE49-F238E27FC236}">
                <ns2:creationId id="{642BF47C-38FB-994D-1FC8-0A6BB588E4C9}"/>
              </a:ext>
            </a:extLst>
          </p:cNvPr>
          <p:cNvCxnSpPr>
            <a:cxnSpLocks/>
            <a:stCxn id="71" idx="0"/>
            <a:endCxn id="19" idx="4"/>
          </p:cNvCxnSpPr>
          <p:nvPr/>
        </p:nvCxnSpPr>
        <p:spPr>
          <a:xfrm rot="16200000" flipV="1">
            <a:off x="5432462" y="3487807"/>
            <a:ext cx="904183" cy="437598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9">
            <a:extLst>
              <a:ext uri="{FF2B5EF4-FFF2-40B4-BE49-F238E27FC236}">
                <ns2:creationId id="{B1C0D1EA-7B42-7273-C2C7-7E85B8286858}"/>
              </a:ext>
            </a:extLst>
          </p:cNvPr>
          <p:cNvCxnSpPr>
            <a:cxnSpLocks/>
            <a:stCxn id="77" idx="0"/>
            <a:endCxn id="14" idx="4"/>
          </p:cNvCxnSpPr>
          <p:nvPr/>
        </p:nvCxnSpPr>
        <p:spPr>
          <a:xfrm rot="16200000" flipV="1">
            <a:off x="7811075" y="2001535"/>
            <a:ext cx="902984" cy="3408942"/>
          </a:xfrm>
          <a:prstGeom prst="bentConnector3">
            <a:avLst>
              <a:gd name="adj1" fmla="val 18681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コネクタ: カギ線 59">
            <a:extLst>
              <a:ext uri="{FF2B5EF4-FFF2-40B4-BE49-F238E27FC236}">
                <ns2:creationId id="{9F314480-2079-4C10-43DF-39EB30E09ED8}"/>
              </a:ext>
            </a:extLst>
          </p:cNvPr>
          <p:cNvCxnSpPr>
            <a:cxnSpLocks/>
            <a:stCxn id="26" idx="3"/>
            <a:endCxn id="11" idx="2"/>
          </p:cNvCxnSpPr>
          <p:nvPr/>
        </p:nvCxnSpPr>
        <p:spPr>
          <a:xfrm flipV="1">
            <a:off x="4899049" y="1705346"/>
            <a:ext cx="1104658" cy="200256"/>
          </a:xfrm>
          <a:prstGeom prst="bentConnector3">
            <a:avLst>
              <a:gd name="adj1" fmla="val 32933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6:creationId val="1315845200"/>
      </p:ext>
    </p:extLst>
  </p:cSld>
  <p:clrMapOvr>
    <a:masterClrMapping/>
  </p:clrMapOvr>
</p:sld>
</file>

<file path=ppt/slides/slide25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8D2A9F2-A32F-77E4-D16B-C464C7649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グループ化 32">
            <a:extLst>
              <a:ext uri="{FF2B5EF4-FFF2-40B4-BE49-F238E27FC236}">
                <ns2:creationId id="{00FA25B0-DABA-016A-7759-C5C0D2F561FF}"/>
              </a:ext>
            </a:extLst>
          </p:cNvPr>
          <p:cNvGrpSpPr/>
          <p:nvPr/>
        </p:nvGrpSpPr>
        <p:grpSpPr>
          <a:xfrm>
            <a:off x="5303912" y="1647147"/>
            <a:ext cx="1597679" cy="1597679"/>
            <a:chOff x="5280109" y="1750034"/>
            <a:chExt cx="1440000" cy="1440000"/>
          </a:xfrm>
        </p:grpSpPr>
        <p:pic>
          <p:nvPicPr>
            <p:cNvPr id="360" name="図 359">
              <a:extLst>
                <a:ext uri="{FF2B5EF4-FFF2-40B4-BE49-F238E27FC236}">
                  <ns2:creationId id="{621465D4-9930-A6C0-7032-760A063990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10238" r="10238"/>
            <a:stretch>
              <a:fillRect/>
            </a:stretch>
          </p:blipFill>
          <p:spPr>
            <a:xfrm>
              <a:off x="5280109" y="1750034"/>
              <a:ext cx="1440000" cy="1440000"/>
            </a:xfrm>
            <a:prstGeom prst="ellipse">
              <a:avLst/>
            </a:prstGeom>
            <a:ln>
              <a:solidFill>
                <a:srgbClr val="008D2E"/>
              </a:solidFill>
            </a:ln>
          </p:spPr>
        </p:pic>
        <p:sp>
          <p:nvSpPr>
            <p:cNvPr id="382" name="正方形/長方形 381">
              <a:extLst>
                <a:ext uri="{FF2B5EF4-FFF2-40B4-BE49-F238E27FC236}">
                  <ns2:creationId id="{99C67092-01BD-72B4-779F-086A9DC70318}"/>
                </a:ext>
              </a:extLst>
            </p:cNvPr>
            <p:cNvSpPr/>
            <p:nvPr/>
          </p:nvSpPr>
          <p:spPr>
            <a:xfrm>
              <a:off x="5493103" y="1904855"/>
              <a:ext cx="504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7" name="テキスト プレースホルダー 6">
            <a:extLst>
              <a:ext uri="{FF2B5EF4-FFF2-40B4-BE49-F238E27FC236}">
                <ns2:creationId id="{C9B67BCE-E426-388E-C674-34AFA80B62D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71F91463-E40C-DCE3-0677-B059449BF7D1}"/>
              </a:ext>
            </a:extLst>
          </p:cNvPr>
          <p:cNvGrpSpPr/>
          <p:nvPr/>
        </p:nvGrpSpPr>
        <p:grpSpPr>
          <a:xfrm>
            <a:off x="334963" y="5098621"/>
            <a:ext cx="6804000" cy="1210104"/>
            <a:chOff x="334963" y="5000432"/>
            <a:chExt cx="6804000" cy="1210104"/>
          </a:xfrm>
        </p:grpSpPr>
        <p:grpSp>
          <p:nvGrpSpPr>
            <p:cNvPr id="402" name="グループ化 401">
              <a:extLst>
                <a:ext uri="{FF2B5EF4-FFF2-40B4-BE49-F238E27FC236}">
                  <ns2:creationId id="{98EBFF2B-CA4F-A310-08F6-2871ADA115BE}"/>
                </a:ext>
              </a:extLst>
            </p:cNvPr>
            <p:cNvGrpSpPr/>
            <p:nvPr/>
          </p:nvGrpSpPr>
          <p:grpSpPr>
            <a:xfrm>
              <a:off x="334963" y="5000432"/>
              <a:ext cx="6804000" cy="444792"/>
              <a:chOff x="334961" y="5000432"/>
              <a:chExt cx="6804000" cy="444792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E7878248-3630-01E7-C201-D1B84AAC732F}"/>
                  </a:ext>
                </a:extLst>
              </p:cNvPr>
              <p:cNvSpPr/>
              <p:nvPr/>
            </p:nvSpPr>
            <p:spPr>
              <a:xfrm>
                <a:off x="334961" y="5121224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7A578E7-FF64-0BB3-7109-B098511F4796}"/>
                  </a:ext>
                </a:extLst>
              </p:cNvPr>
              <p:cNvSpPr/>
              <p:nvPr/>
            </p:nvSpPr>
            <p:spPr>
              <a:xfrm>
                <a:off x="540326" y="5000432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6" name="正方形/長方形 35">
              <a:extLst>
                <a:ext uri="{FF2B5EF4-FFF2-40B4-BE49-F238E27FC236}">
                  <ns2:creationId id="{F33C402E-7E3B-74AF-B46C-DD85D06903E4}"/>
                </a:ext>
              </a:extLst>
            </p:cNvPr>
            <p:cNvSpPr/>
            <p:nvPr/>
          </p:nvSpPr>
          <p:spPr>
            <a:xfrm>
              <a:off x="334963" y="5444725"/>
              <a:ext cx="6804000" cy="76581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D5EA056A-2E26-836E-2DA0-09004F7D98C0}"/>
                </a:ext>
              </a:extLst>
            </p:cNvPr>
            <p:cNvGrpSpPr/>
            <p:nvPr/>
          </p:nvGrpSpPr>
          <p:grpSpPr>
            <a:xfrm>
              <a:off x="382256" y="5501544"/>
              <a:ext cx="6745428" cy="224467"/>
              <a:chOff x="382256" y="5501544"/>
              <a:chExt cx="6745428" cy="224467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7421D65E-D376-C544-24D8-5588BB4412C5}"/>
                  </a:ext>
                </a:extLst>
              </p:cNvPr>
              <p:cNvSpPr/>
              <p:nvPr/>
            </p:nvSpPr>
            <p:spPr>
              <a:xfrm>
                <a:off x="382256" y="5501544"/>
                <a:ext cx="648000" cy="216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A936B3EF-3BF7-01A8-A1A5-C0D616534E7C}"/>
                  </a:ext>
                </a:extLst>
              </p:cNvPr>
              <p:cNvSpPr/>
              <p:nvPr/>
            </p:nvSpPr>
            <p:spPr>
              <a:xfrm>
                <a:off x="1043684" y="5510011"/>
                <a:ext cx="6084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9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0F4E74B-7F79-50C8-1435-0123D574DD68}"/>
                </a:ext>
              </a:extLst>
            </p:cNvPr>
            <p:cNvGrpSpPr/>
            <p:nvPr/>
          </p:nvGrpSpPr>
          <p:grpSpPr>
            <a:xfrm>
              <a:off x="382256" y="5763320"/>
              <a:ext cx="6745428" cy="160495"/>
              <a:chOff x="382256" y="5759087"/>
              <a:chExt cx="6745428" cy="160495"/>
            </a:xfrm>
          </p:grpSpPr>
          <p:sp>
            <p:nvSpPr>
              <p:cNvPr id="212" name="正方形/長方形 211">
                <a:extLst>
                  <a:ext uri="{FF2B5EF4-FFF2-40B4-BE49-F238E27FC236}">
                    <ns2:creationId id="{86FF6B37-0FB3-5A3F-C624-8226A0435B15}"/>
                  </a:ext>
                </a:extLst>
              </p:cNvPr>
              <p:cNvSpPr/>
              <p:nvPr/>
            </p:nvSpPr>
            <p:spPr>
              <a:xfrm>
                <a:off x="382256" y="5759087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642D8004-8B45-EF7B-9BE4-9C15184CA99B}"/>
                  </a:ext>
                </a:extLst>
              </p:cNvPr>
              <p:cNvSpPr/>
              <p:nvPr/>
            </p:nvSpPr>
            <p:spPr>
              <a:xfrm>
                <a:off x="1043684" y="5759087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=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0C819A62-4E15-FA82-8C83-3046B201C5FD}"/>
                </a:ext>
              </a:extLst>
            </p:cNvPr>
            <p:cNvGrpSpPr/>
            <p:nvPr/>
          </p:nvGrpSpPr>
          <p:grpSpPr>
            <a:xfrm>
              <a:off x="382256" y="5967083"/>
              <a:ext cx="6745428" cy="160495"/>
              <a:chOff x="382256" y="5967083"/>
              <a:chExt cx="6745428" cy="160495"/>
            </a:xfrm>
          </p:grpSpPr>
          <p:sp>
            <p:nvSpPr>
              <p:cNvPr id="214" name="正方形/長方形 213">
                <a:extLst>
                  <a:ext uri="{FF2B5EF4-FFF2-40B4-BE49-F238E27FC236}">
                    <ns2:creationId id="{5C1EEEB6-9F1B-0E47-CBD8-E134EC16486D}"/>
                  </a:ext>
                </a:extLst>
              </p:cNvPr>
              <p:cNvSpPr/>
              <p:nvPr/>
            </p:nvSpPr>
            <p:spPr>
              <a:xfrm>
                <a:off x="382256" y="5967083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87B0B6D-A7CA-C28C-44BE-787C2151CECE}"/>
                  </a:ext>
                </a:extLst>
              </p:cNvPr>
              <p:cNvSpPr/>
              <p:nvPr/>
            </p:nvSpPr>
            <p:spPr>
              <a:xfrm>
                <a:off x="1043684" y="5967083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7" name="グループ化 36">
            <a:extLst>
              <a:ext uri="{FF2B5EF4-FFF2-40B4-BE49-F238E27FC236}">
                <ns2:creationId id="{61B2A7E2-A449-7E16-4B36-AFC7F4BC8CE7}"/>
              </a:ext>
            </a:extLst>
          </p:cNvPr>
          <p:cNvGrpSpPr/>
          <p:nvPr/>
        </p:nvGrpSpPr>
        <p:grpSpPr>
          <a:xfrm>
            <a:off x="407368" y="4001456"/>
            <a:ext cx="6695062" cy="360391"/>
            <a:chOff x="407368" y="3788689"/>
            <a:chExt cx="6695062" cy="360391"/>
          </a:xfrm>
        </p:grpSpPr>
        <p:grpSp>
          <p:nvGrpSpPr>
            <p:cNvPr id="2" name="グループ化 1">
              <a:extLst>
                <a:ext uri="{FF2B5EF4-FFF2-40B4-BE49-F238E27FC236}">
                  <ns2:creationId id="{A0E95088-7033-2FD2-CF1B-A2902272BDF8}"/>
                </a:ext>
              </a:extLst>
            </p:cNvPr>
            <p:cNvGrpSpPr/>
            <p:nvPr/>
          </p:nvGrpSpPr>
          <p:grpSpPr>
            <a:xfrm>
              <a:off x="407368" y="3788689"/>
              <a:ext cx="2808312" cy="360391"/>
              <a:chOff x="680158" y="3788689"/>
              <a:chExt cx="2808312" cy="360391"/>
            </a:xfrm>
          </p:grpSpPr>
          <p:sp>
            <p:nvSpPr>
              <p:cNvPr id="286" name="正方形/長方形 285">
                <a:extLst>
                  <a:ext uri="{FF2B5EF4-FFF2-40B4-BE49-F238E27FC236}">
                    <ns2:creationId id="{AE4A5409-6220-F233-C1DB-1BEE1CF1EC5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0158" y="3824799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534E4125-C6B0-4693-4D87-58511318FE22}"/>
                  </a:ext>
                </a:extLst>
              </p:cNvPr>
              <p:cNvSpPr/>
              <p:nvPr/>
            </p:nvSpPr>
            <p:spPr>
              <a:xfrm>
                <a:off x="833453" y="3788689"/>
                <a:ext cx="2655017" cy="36039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ns2:creationId id="{558430CB-DA64-279F-DEA0-2C8940DD17A4}"/>
                </a:ext>
              </a:extLst>
            </p:cNvPr>
            <p:cNvGrpSpPr/>
            <p:nvPr/>
          </p:nvGrpSpPr>
          <p:grpSpPr>
            <a:xfrm>
              <a:off x="3272680" y="3788689"/>
              <a:ext cx="2140177" cy="180000"/>
              <a:chOff x="1158901" y="3966691"/>
              <a:chExt cx="2140177" cy="180000"/>
            </a:xfrm>
          </p:grpSpPr>
          <p:sp>
            <p:nvSpPr>
              <p:cNvPr id="288" name="正方形/長方形 287">
                <a:extLst>
                  <a:ext uri="{FF2B5EF4-FFF2-40B4-BE49-F238E27FC236}">
                    <ns2:creationId id="{DCF506BE-5944-1C91-11DF-386290210F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58901" y="4002801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BC8F5A30-3376-F2F8-E5B4-327AEDA00009}"/>
                  </a:ext>
                </a:extLst>
              </p:cNvPr>
              <p:cNvSpPr/>
              <p:nvPr/>
            </p:nvSpPr>
            <p:spPr>
              <a:xfrm>
                <a:off x="1312196" y="3966691"/>
                <a:ext cx="1986882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601E67F0-DA32-6E26-57B2-FB502663A35A}"/>
                </a:ext>
              </a:extLst>
            </p:cNvPr>
            <p:cNvGrpSpPr/>
            <p:nvPr/>
          </p:nvGrpSpPr>
          <p:grpSpPr>
            <a:xfrm>
              <a:off x="5420453" y="3788689"/>
              <a:ext cx="1681977" cy="180000"/>
              <a:chOff x="1192090" y="4051825"/>
              <a:chExt cx="1681977" cy="180000"/>
            </a:xfrm>
          </p:grpSpPr>
          <p:sp>
            <p:nvSpPr>
              <p:cNvPr id="290" name="正方形/長方形 289">
                <a:extLst>
                  <a:ext uri="{FF2B5EF4-FFF2-40B4-BE49-F238E27FC236}">
                    <ns2:creationId id="{AE6565C4-6605-C908-ECE7-C874EC2276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2090" y="4087935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3C685EA4-1A0D-48CA-207A-15894F72C91C}"/>
                  </a:ext>
                </a:extLst>
              </p:cNvPr>
              <p:cNvSpPr/>
              <p:nvPr/>
            </p:nvSpPr>
            <p:spPr>
              <a:xfrm>
                <a:off x="1345384" y="4051825"/>
                <a:ext cx="1528683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9" name="グループ化 8">
            <a:extLst>
              <a:ext uri="{FF2B5EF4-FFF2-40B4-BE49-F238E27FC236}">
                <ns2:creationId id="{55E23BCE-1858-C68F-67BF-22F9A07DEC9C}"/>
              </a:ext>
            </a:extLst>
          </p:cNvPr>
          <p:cNvGrpSpPr/>
          <p:nvPr/>
        </p:nvGrpSpPr>
        <p:grpSpPr>
          <a:xfrm>
            <a:off x="334963" y="3295499"/>
            <a:ext cx="6804000" cy="1733188"/>
            <a:chOff x="334963" y="3148807"/>
            <a:chExt cx="6804000" cy="1733188"/>
          </a:xfrm>
        </p:grpSpPr>
        <p:grpSp>
          <p:nvGrpSpPr>
            <p:cNvPr id="401" name="グループ化 400">
              <a:extLst>
                <a:ext uri="{FF2B5EF4-FFF2-40B4-BE49-F238E27FC236}">
                  <ns2:creationId id="{9990A69F-B8E0-452B-209A-412DCDF94CFB}"/>
                </a:ext>
              </a:extLst>
            </p:cNvPr>
            <p:cNvGrpSpPr/>
            <p:nvPr/>
          </p:nvGrpSpPr>
          <p:grpSpPr>
            <a:xfrm>
              <a:off x="334963" y="3148807"/>
              <a:ext cx="6804000" cy="444792"/>
              <a:chOff x="334963" y="3192349"/>
              <a:chExt cx="6804000" cy="444792"/>
            </a:xfrm>
          </p:grpSpPr>
          <p:sp>
            <p:nvSpPr>
              <p:cNvPr id="280" name="正方形/長方形 279">
                <a:extLst>
                  <a:ext uri="{FF2B5EF4-FFF2-40B4-BE49-F238E27FC236}">
                    <ns2:creationId id="{FB4DB2B3-F1F7-9973-A6F9-EA320DB90043}"/>
                  </a:ext>
                </a:extLst>
              </p:cNvPr>
              <p:cNvSpPr/>
              <p:nvPr/>
            </p:nvSpPr>
            <p:spPr>
              <a:xfrm>
                <a:off x="334963" y="3313141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en-US" altLang="ja-JP" sz="1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2" name="四角形: 角を丸くする 281">
                <a:extLst>
                  <a:ext uri="{FF2B5EF4-FFF2-40B4-BE49-F238E27FC236}">
                    <ns2:creationId id="{C87D6057-5B80-C353-43E6-307FD3CE18B6}"/>
                  </a:ext>
                </a:extLst>
              </p:cNvPr>
              <p:cNvSpPr/>
              <p:nvPr/>
            </p:nvSpPr>
            <p:spPr>
              <a:xfrm>
                <a:off x="576790" y="3192349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4" name="正方形/長方形 283">
              <a:extLst>
                <a:ext uri="{FF2B5EF4-FFF2-40B4-BE49-F238E27FC236}">
                  <ns2:creationId id="{DD8C8C01-9D8C-CB87-492D-EE7DCB6CD050}"/>
                </a:ext>
              </a:extLst>
            </p:cNvPr>
            <p:cNvSpPr/>
            <p:nvPr/>
          </p:nvSpPr>
          <p:spPr>
            <a:xfrm>
              <a:off x="334963" y="3549995"/>
              <a:ext cx="6804000" cy="133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B419C02E-0E1B-F42E-AB29-6C164B29D0F1}"/>
                </a:ext>
              </a:extLst>
            </p:cNvPr>
            <p:cNvSpPr/>
            <p:nvPr/>
          </p:nvSpPr>
          <p:spPr>
            <a:xfrm>
              <a:off x="652391" y="3640466"/>
              <a:ext cx="612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05954B21-643D-0C7C-8EA3-FAB58DE380D1}"/>
                </a:ext>
              </a:extLst>
            </p:cNvPr>
            <p:cNvSpPr/>
            <p:nvPr/>
          </p:nvSpPr>
          <p:spPr>
            <a:xfrm>
              <a:off x="381906" y="362246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E886A2E0-914F-FA61-89EF-86BBF0A27A29}"/>
                </a:ext>
              </a:extLst>
            </p:cNvPr>
            <p:cNvSpPr/>
            <p:nvPr/>
          </p:nvSpPr>
          <p:spPr>
            <a:xfrm>
              <a:off x="385167" y="4289220"/>
              <a:ext cx="438987" cy="540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977468D6-C3D3-CEBE-632C-5D53FDC93FB2}"/>
                </a:ext>
              </a:extLst>
            </p:cNvPr>
            <p:cNvSpPr/>
            <p:nvPr/>
          </p:nvSpPr>
          <p:spPr>
            <a:xfrm>
              <a:off x="8413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0E6B5C20-6A5A-9072-A2D4-55FC088BCFA1}"/>
                </a:ext>
              </a:extLst>
            </p:cNvPr>
            <p:cNvSpPr/>
            <p:nvPr/>
          </p:nvSpPr>
          <p:spPr>
            <a:xfrm>
              <a:off x="211188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0A34064C-9AD3-BDB4-7FE3-CA67F508DD12}"/>
                </a:ext>
              </a:extLst>
            </p:cNvPr>
            <p:cNvSpPr/>
            <p:nvPr/>
          </p:nvSpPr>
          <p:spPr>
            <a:xfrm>
              <a:off x="59234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27E04354-600C-B7D8-5455-29498B4BEAD5}"/>
                </a:ext>
              </a:extLst>
            </p:cNvPr>
            <p:cNvSpPr/>
            <p:nvPr/>
          </p:nvSpPr>
          <p:spPr>
            <a:xfrm>
              <a:off x="338241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9CE378F-2709-A53B-DB74-8D49F40DD390}"/>
                </a:ext>
              </a:extLst>
            </p:cNvPr>
            <p:cNvSpPr/>
            <p:nvPr/>
          </p:nvSpPr>
          <p:spPr>
            <a:xfrm>
              <a:off x="465293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6C08B0C9-838D-43AE-8BD4-A9D991839663}"/>
                </a:ext>
              </a:extLst>
            </p:cNvPr>
            <p:cNvSpPr/>
            <p:nvPr/>
          </p:nvSpPr>
          <p:spPr>
            <a:xfrm>
              <a:off x="837896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70B93484-285E-7BA5-0878-8723722D873B}"/>
                </a:ext>
              </a:extLst>
            </p:cNvPr>
            <p:cNvSpPr/>
            <p:nvPr/>
          </p:nvSpPr>
          <p:spPr>
            <a:xfrm>
              <a:off x="2109288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3F7BA59D-65E1-1D67-FFC9-BAD80FBDAE28}"/>
                </a:ext>
              </a:extLst>
            </p:cNvPr>
            <p:cNvSpPr/>
            <p:nvPr/>
          </p:nvSpPr>
          <p:spPr>
            <a:xfrm>
              <a:off x="3380680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D89BB2A8-2ED4-044E-C142-82E34889B9E6}"/>
                </a:ext>
              </a:extLst>
            </p:cNvPr>
            <p:cNvSpPr/>
            <p:nvPr/>
          </p:nvSpPr>
          <p:spPr>
            <a:xfrm>
              <a:off x="4652072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B35AE3B3-2A79-2D23-F73B-27D370F7E4F6}"/>
                </a:ext>
              </a:extLst>
            </p:cNvPr>
            <p:cNvSpPr/>
            <p:nvPr/>
          </p:nvSpPr>
          <p:spPr>
            <a:xfrm>
              <a:off x="5923463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6F222B3E-3C52-E708-02AA-CD893089F59B}"/>
              </a:ext>
            </a:extLst>
          </p:cNvPr>
          <p:cNvGrpSpPr/>
          <p:nvPr/>
        </p:nvGrpSpPr>
        <p:grpSpPr>
          <a:xfrm>
            <a:off x="7403721" y="3058681"/>
            <a:ext cx="4463029" cy="2215104"/>
            <a:chOff x="7403721" y="2943819"/>
            <a:chExt cx="4463029" cy="2215104"/>
          </a:xfrm>
        </p:grpSpPr>
        <p:sp>
          <p:nvSpPr>
            <p:cNvPr id="53" name="正方形/長方形 52">
              <a:extLst>
                <a:ext uri="{FF2B5EF4-FFF2-40B4-BE49-F238E27FC236}">
                  <ns2:creationId id="{7E97BBA1-C5D8-B2B2-CFA8-D715E314EA06}"/>
                </a:ext>
              </a:extLst>
            </p:cNvPr>
            <p:cNvSpPr/>
            <p:nvPr/>
          </p:nvSpPr>
          <p:spPr>
            <a:xfrm>
              <a:off x="7412183" y="3064611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53">
              <a:extLst>
                <a:ext uri="{FF2B5EF4-FFF2-40B4-BE49-F238E27FC236}">
                  <ns2:creationId id="{22DCC03A-2B2B-5EF0-86C9-538769A3BAFC}"/>
                </a:ext>
              </a:extLst>
            </p:cNvPr>
            <p:cNvSpPr/>
            <p:nvPr/>
          </p:nvSpPr>
          <p:spPr>
            <a:xfrm>
              <a:off x="7609085" y="2943819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F1C2410-A4E9-4BC2-75A2-83798A8CA5D7}"/>
                </a:ext>
              </a:extLst>
            </p:cNvPr>
            <p:cNvSpPr/>
            <p:nvPr/>
          </p:nvSpPr>
          <p:spPr>
            <a:xfrm>
              <a:off x="7412183" y="3394551"/>
              <a:ext cx="4444855" cy="1764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D6EA6931-6793-346C-F783-9C61A71DFC19}"/>
                </a:ext>
              </a:extLst>
            </p:cNvPr>
            <p:cNvSpPr/>
            <p:nvPr/>
          </p:nvSpPr>
          <p:spPr>
            <a:xfrm>
              <a:off x="7446215" y="344285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E57EBF2-868E-038C-129E-935CE534C4BD}"/>
                </a:ext>
              </a:extLst>
            </p:cNvPr>
            <p:cNvSpPr/>
            <p:nvPr/>
          </p:nvSpPr>
          <p:spPr>
            <a:xfrm>
              <a:off x="9049076" y="3442856"/>
              <a:ext cx="70780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28" name="直線矢印コネクタ 227">
              <a:extLst>
                <a:ext uri="{FF2B5EF4-FFF2-40B4-BE49-F238E27FC236}">
                  <ns2:creationId id="{38316CDD-433C-CB47-0070-021F07377964}"/>
                </a:ext>
              </a:extLst>
            </p:cNvPr>
            <p:cNvCxnSpPr/>
            <p:nvPr/>
          </p:nvCxnSpPr>
          <p:spPr>
            <a:xfrm>
              <a:off x="7554246" y="3795422"/>
              <a:ext cx="4140000" cy="0"/>
            </a:xfrm>
            <a:prstGeom prst="straightConnector1">
              <a:avLst/>
            </a:prstGeom>
            <a:ln w="19050">
              <a:solidFill>
                <a:srgbClr val="008D2E">
                  <a:alpha val="40000"/>
                </a:srgbClr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正方形/長方形 229">
              <a:extLst>
                <a:ext uri="{FF2B5EF4-FFF2-40B4-BE49-F238E27FC236}">
                  <ns2:creationId id="{FBE058B4-87F9-0589-E5EA-357CB9539834}"/>
                </a:ext>
              </a:extLst>
            </p:cNvPr>
            <p:cNvSpPr/>
            <p:nvPr/>
          </p:nvSpPr>
          <p:spPr>
            <a:xfrm>
              <a:off x="7740019" y="3628925"/>
              <a:ext cx="79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369164BD-92E6-92B8-9DC6-674A8EFDA178}"/>
                </a:ext>
              </a:extLst>
            </p:cNvPr>
            <p:cNvSpPr/>
            <p:nvPr/>
          </p:nvSpPr>
          <p:spPr>
            <a:xfrm>
              <a:off x="9119428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5A478C0D-D475-3C9C-8A78-63AEA55DB0AF}"/>
                </a:ext>
              </a:extLst>
            </p:cNvPr>
            <p:cNvSpPr/>
            <p:nvPr/>
          </p:nvSpPr>
          <p:spPr>
            <a:xfrm>
              <a:off x="10414637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9836E36D-7A92-85C0-AC95-FEF1F0861166}"/>
                </a:ext>
              </a:extLst>
            </p:cNvPr>
            <p:cNvSpPr/>
            <p:nvPr/>
          </p:nvSpPr>
          <p:spPr>
            <a:xfrm>
              <a:off x="7730148" y="3949332"/>
              <a:ext cx="864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78B877D-463B-687A-A35E-98FA093B9C88}"/>
                </a:ext>
              </a:extLst>
            </p:cNvPr>
            <p:cNvSpPr/>
            <p:nvPr/>
          </p:nvSpPr>
          <p:spPr>
            <a:xfrm>
              <a:off x="8029903" y="3799127"/>
              <a:ext cx="21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8B3D080E-CA73-E4AA-C6FD-B34ADB1186FB}"/>
                </a:ext>
              </a:extLst>
            </p:cNvPr>
            <p:cNvSpPr/>
            <p:nvPr/>
          </p:nvSpPr>
          <p:spPr>
            <a:xfrm>
              <a:off x="8960388" y="3841332"/>
              <a:ext cx="1044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B2893802-C1BC-BD8E-D48D-9563EE2E239D}"/>
                </a:ext>
              </a:extLst>
            </p:cNvPr>
            <p:cNvSpPr/>
            <p:nvPr/>
          </p:nvSpPr>
          <p:spPr>
            <a:xfrm>
              <a:off x="10102839" y="3841332"/>
              <a:ext cx="1465769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971D995C-70F3-2AE6-0836-2A7B58F662F9}"/>
                </a:ext>
              </a:extLst>
            </p:cNvPr>
            <p:cNvSpPr/>
            <p:nvPr/>
          </p:nvSpPr>
          <p:spPr>
            <a:xfrm>
              <a:off x="7403721" y="4250290"/>
              <a:ext cx="4446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F2F3691C-9E31-D602-E153-608F963DB050}"/>
                </a:ext>
              </a:extLst>
            </p:cNvPr>
            <p:cNvSpPr/>
            <p:nvPr/>
          </p:nvSpPr>
          <p:spPr>
            <a:xfrm>
              <a:off x="7488251" y="4720140"/>
              <a:ext cx="438987" cy="39415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D56ACD56-CF5C-F0BC-8215-8DFF1F35D37E}"/>
                </a:ext>
              </a:extLst>
            </p:cNvPr>
            <p:cNvSpPr/>
            <p:nvPr/>
          </p:nvSpPr>
          <p:spPr>
            <a:xfrm>
              <a:off x="7929142" y="4701215"/>
              <a:ext cx="3937608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楕円 343">
              <a:extLst>
                <a:ext uri="{FF2B5EF4-FFF2-40B4-BE49-F238E27FC236}">
                  <ns2:creationId id="{6C221802-FADE-E73C-6D7A-4FE23DBFB2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98873" y="3749955"/>
              <a:ext cx="90000" cy="90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6" name="楕円 345">
              <a:extLst>
                <a:ext uri="{FF2B5EF4-FFF2-40B4-BE49-F238E27FC236}">
                  <ns2:creationId id="{361009B2-9EDC-5DDE-2B2F-5BB5C408B1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11205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楕円 347">
              <a:extLst>
                <a:ext uri="{FF2B5EF4-FFF2-40B4-BE49-F238E27FC236}">
                  <ns2:creationId id="{00B43B09-DE33-8FD9-FEDD-242B2B344C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23537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" name="グループ化 27">
            <a:extLst>
              <a:ext uri="{FF2B5EF4-FFF2-40B4-BE49-F238E27FC236}">
                <ns2:creationId id="{DDFEFEBB-8005-0729-918E-6E94E04D57D2}"/>
              </a:ext>
            </a:extLst>
          </p:cNvPr>
          <p:cNvGrpSpPr/>
          <p:nvPr/>
        </p:nvGrpSpPr>
        <p:grpSpPr>
          <a:xfrm>
            <a:off x="7412183" y="5339901"/>
            <a:ext cx="4444855" cy="968824"/>
            <a:chOff x="7412183" y="5339901"/>
            <a:chExt cx="4444855" cy="968824"/>
          </a:xfrm>
        </p:grpSpPr>
        <p:sp>
          <p:nvSpPr>
            <p:cNvPr id="104" name="正方形/長方形 103">
              <a:extLst>
                <a:ext uri="{FF2B5EF4-FFF2-40B4-BE49-F238E27FC236}">
                  <ns2:creationId id="{210116A5-3F71-7CEC-121C-EC0C73F49011}"/>
                </a:ext>
              </a:extLst>
            </p:cNvPr>
            <p:cNvSpPr/>
            <p:nvPr/>
          </p:nvSpPr>
          <p:spPr>
            <a:xfrm>
              <a:off x="7412183" y="5460693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B78723D0-32F5-15C3-0D6A-786C7EE1A6E2}"/>
                </a:ext>
              </a:extLst>
            </p:cNvPr>
            <p:cNvSpPr/>
            <p:nvPr/>
          </p:nvSpPr>
          <p:spPr>
            <a:xfrm>
              <a:off x="7617546" y="5339901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B51D1119-C36C-76F4-A14D-9D1ECB581BB0}"/>
                </a:ext>
              </a:extLst>
            </p:cNvPr>
            <p:cNvSpPr/>
            <p:nvPr/>
          </p:nvSpPr>
          <p:spPr>
            <a:xfrm>
              <a:off x="7412183" y="5768725"/>
              <a:ext cx="4444855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2A0B54BE-64AF-DA20-2129-D303A3E023E5}"/>
                </a:ext>
              </a:extLst>
            </p:cNvPr>
            <p:cNvSpPr/>
            <p:nvPr/>
          </p:nvSpPr>
          <p:spPr>
            <a:xfrm>
              <a:off x="10436510" y="5930493"/>
              <a:ext cx="1412066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0" name="直線矢印コネクタ 349">
              <a:extLst>
                <a:ext uri="{FF2B5EF4-FFF2-40B4-BE49-F238E27FC236}">
                  <ns2:creationId id="{36D96280-2567-CF71-25F7-4F56931539F1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084672"/>
              <a:ext cx="2808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矢印コネクタ 350">
              <a:extLst>
                <a:ext uri="{FF2B5EF4-FFF2-40B4-BE49-F238E27FC236}">
                  <ns2:creationId id="{9C2A7976-CE29-4ADD-6C40-AD1488780BC6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210536"/>
              <a:ext cx="972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2" name="円弧 351">
              <a:extLst>
                <a:ext uri="{FF2B5EF4-FFF2-40B4-BE49-F238E27FC236}">
                  <ns2:creationId id="{04662C53-03A3-093B-5A47-B97C3AD0114F}"/>
                </a:ext>
              </a:extLst>
            </p:cNvPr>
            <p:cNvSpPr/>
            <p:nvPr/>
          </p:nvSpPr>
          <p:spPr>
            <a:xfrm>
              <a:off x="7577169" y="5888659"/>
              <a:ext cx="2448000" cy="390326"/>
            </a:xfrm>
            <a:prstGeom prst="arc">
              <a:avLst>
                <a:gd name="adj1" fmla="val 10827413"/>
                <a:gd name="adj2" fmla="val 1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F7A3AEBF-F903-8518-F55D-1CE1B5CB6ADF}"/>
                </a:ext>
              </a:extLst>
            </p:cNvPr>
            <p:cNvSpPr/>
            <p:nvPr/>
          </p:nvSpPr>
          <p:spPr>
            <a:xfrm>
              <a:off x="8673786" y="5803326"/>
              <a:ext cx="288000" cy="144000"/>
            </a:xfrm>
            <a:prstGeom prst="rect">
              <a:avLst/>
            </a:prstGeom>
            <a:solidFill>
              <a:srgbClr val="FFFFF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6360C79A-2B20-56AB-5CF7-3D29F81FB005}"/>
                </a:ext>
              </a:extLst>
            </p:cNvPr>
            <p:cNvSpPr/>
            <p:nvPr/>
          </p:nvSpPr>
          <p:spPr>
            <a:xfrm>
              <a:off x="9818237" y="5850809"/>
              <a:ext cx="540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362" name="コネクタ: カギ線 361">
            <a:extLst>
              <a:ext uri="{FF2B5EF4-FFF2-40B4-BE49-F238E27FC236}">
                <ns2:creationId id="{9DA59C0B-08D9-D24F-36CB-F1939AEABCFC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733093" y="1887366"/>
            <a:ext cx="504000" cy="25560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コネクタ: カギ線 367">
            <a:extLst>
              <a:ext uri="{FF2B5EF4-FFF2-40B4-BE49-F238E27FC236}">
                <ns2:creationId id="{23622A71-6C0A-BBEC-A78B-4E698D72B6FC}"/>
              </a:ext>
            </a:extLst>
          </p:cNvPr>
          <p:cNvCxnSpPr>
            <a:cxnSpLocks/>
            <a:stCxn id="244" idx="1"/>
            <a:endCxn id="382" idx="3"/>
          </p:cNvCxnSpPr>
          <p:nvPr/>
        </p:nvCxnSpPr>
        <p:spPr>
          <a:xfrm rot="10800000">
            <a:off x="6099417" y="1898806"/>
            <a:ext cx="1304304" cy="2682347"/>
          </a:xfrm>
          <a:prstGeom prst="bentConnector3">
            <a:avLst>
              <a:gd name="adj1" fmla="val 11626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タイトル 1">
            <a:extLst>
              <a:ext uri="{FF2B5EF4-FFF2-40B4-BE49-F238E27FC236}">
                <ns2:creationId id="{64A6F683-FFEC-73EC-2521-E6A0FC11F5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sp>
        <p:nvSpPr>
          <p:cNvPr id="72" name="正方形/長方形 71">
            <a:extLst>
              <a:ext uri="{FF2B5EF4-FFF2-40B4-BE49-F238E27FC236}">
                <ns2:creationId id="{DC69F9E0-BCA1-5962-4D54-5260539FA00A}"/>
              </a:ext>
            </a:extLst>
          </p:cNvPr>
          <p:cNvSpPr/>
          <p:nvPr/>
        </p:nvSpPr>
        <p:spPr>
          <a:xfrm>
            <a:off x="7412183" y="1760855"/>
            <a:ext cx="4444855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6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XX</a:t>
            </a:r>
            <a:r>
              <a:rPr lang="ja-JP" altLang="en-US" sz="10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)</a:t>
            </a:r>
            <a:endParaRPr lang="ja-JP" altLang="en-US" sz="10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D0EE9D39-334B-B324-AE20-F6217EFD2782}"/>
              </a:ext>
            </a:extLst>
          </p:cNvPr>
          <p:cNvSpPr/>
          <p:nvPr/>
        </p:nvSpPr>
        <p:spPr>
          <a:xfrm>
            <a:off x="7577169" y="1628775"/>
            <a:ext cx="1260000" cy="216000"/>
          </a:xfrm>
          <a:prstGeom prst="roundRect">
            <a:avLst>
              <a:gd name="adj" fmla="val 100000"/>
            </a:avLst>
          </a:prstGeom>
          <a:solidFill>
            <a:schemeClr val="bg1"/>
          </a:solidFill>
          <a:ln w="9525">
            <a:solidFill>
              <a:srgbClr val="B2DDC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2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2A813CFB-4F29-6BAF-4D09-1D921751AA1F}"/>
              </a:ext>
            </a:extLst>
          </p:cNvPr>
          <p:cNvSpPr/>
          <p:nvPr/>
        </p:nvSpPr>
        <p:spPr>
          <a:xfrm>
            <a:off x="7412183" y="2090795"/>
            <a:ext cx="4444855" cy="887096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正方形/長方形 249">
            <a:extLst>
              <a:ext uri="{FF2B5EF4-FFF2-40B4-BE49-F238E27FC236}">
                <ns2:creationId id="{EEF2F9E2-EEE0-904E-58B1-8A44A716B441}"/>
              </a:ext>
            </a:extLst>
          </p:cNvPr>
          <p:cNvSpPr/>
          <p:nvPr/>
        </p:nvSpPr>
        <p:spPr>
          <a:xfrm>
            <a:off x="7446215" y="2118451"/>
            <a:ext cx="216000" cy="216000"/>
          </a:xfrm>
          <a:prstGeom prst="rect">
            <a:avLst/>
          </a:prstGeom>
          <a:solidFill>
            <a:srgbClr val="008D2E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  <a:endParaRPr kumimoji="1" lang="en-US" sz="9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正方形/長方形 251">
            <a:extLst>
              <a:ext uri="{FF2B5EF4-FFF2-40B4-BE49-F238E27FC236}">
                <ns2:creationId id="{30F4E250-40F6-9F0A-9D8B-04C37B5F3716}"/>
              </a:ext>
            </a:extLst>
          </p:cNvPr>
          <p:cNvSpPr/>
          <p:nvPr/>
        </p:nvSpPr>
        <p:spPr>
          <a:xfrm>
            <a:off x="7767858" y="2142473"/>
            <a:ext cx="4048802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rgbClr val="008D2E"/>
              </a:buClr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0" name="正方形/長方形 269">
            <a:extLst>
              <a:ext uri="{FF2B5EF4-FFF2-40B4-BE49-F238E27FC236}">
                <ns2:creationId id="{5A677A32-8051-21C3-638C-EA3A90ACB937}"/>
              </a:ext>
            </a:extLst>
          </p:cNvPr>
          <p:cNvSpPr/>
          <p:nvPr/>
        </p:nvSpPr>
        <p:spPr>
          <a:xfrm>
            <a:off x="9048327" y="2325757"/>
            <a:ext cx="2745271" cy="563493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buClr>
                <a:srgbClr val="008D2E"/>
              </a:buClr>
              <a:buFont typeface="Meiryo UI" panose="020B0604030504040204" pitchFamily="50" charset="-128"/>
              <a:buChar char="▶"/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42C12010-3517-2F13-541E-FFCFAC0A8896}"/>
              </a:ext>
            </a:extLst>
          </p:cNvPr>
          <p:cNvGrpSpPr/>
          <p:nvPr/>
        </p:nvGrpSpPr>
        <p:grpSpPr>
          <a:xfrm>
            <a:off x="7551444" y="2348880"/>
            <a:ext cx="1607655" cy="573664"/>
            <a:chOff x="7551444" y="2404227"/>
            <a:chExt cx="1607655" cy="573664"/>
          </a:xfrm>
        </p:grpSpPr>
        <p:grpSp>
          <p:nvGrpSpPr>
            <p:cNvPr id="18" name="グループ化 17">
              <a:extLst>
                <a:ext uri="{FF2B5EF4-FFF2-40B4-BE49-F238E27FC236}">
                  <ns2:creationId id="{A1438998-A5AB-A174-D9AA-666B672A1DDE}"/>
                </a:ext>
              </a:extLst>
            </p:cNvPr>
            <p:cNvGrpSpPr/>
            <p:nvPr/>
          </p:nvGrpSpPr>
          <p:grpSpPr>
            <a:xfrm>
              <a:off x="7551444" y="2622642"/>
              <a:ext cx="1607655" cy="355249"/>
              <a:chOff x="7266434" y="2560285"/>
              <a:chExt cx="1607655" cy="355249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5658D31-B386-3671-5751-66FE217245DA}"/>
                  </a:ext>
                </a:extLst>
              </p:cNvPr>
              <p:cNvSpPr/>
              <p:nvPr/>
            </p:nvSpPr>
            <p:spPr>
              <a:xfrm>
                <a:off x="7912474" y="2560285"/>
                <a:ext cx="270650" cy="1819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Oval 7">
                <a:extLst>
                  <a:ext uri="{FF2B5EF4-FFF2-40B4-BE49-F238E27FC236}">
                    <ns2:creationId id="{AA7E2E00-BF8B-B89A-6568-6D18F34CB306}"/>
                  </a:ext>
                </a:extLst>
              </p:cNvPr>
              <p:cNvSpPr/>
              <p:nvPr/>
            </p:nvSpPr>
            <p:spPr>
              <a:xfrm flipH="1">
                <a:off x="8125538" y="2624943"/>
                <a:ext cx="281651" cy="281651"/>
              </a:xfrm>
              <a:prstGeom prst="ellipse">
                <a:avLst/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28C168EC-591D-05AA-9917-DBA0DBAB64A8}"/>
                  </a:ext>
                </a:extLst>
              </p:cNvPr>
              <p:cNvSpPr/>
              <p:nvPr/>
            </p:nvSpPr>
            <p:spPr>
              <a:xfrm>
                <a:off x="8033619" y="2668548"/>
                <a:ext cx="840470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8">
                <a:extLst>
                  <a:ext uri="{FF2B5EF4-FFF2-40B4-BE49-F238E27FC236}">
                    <ns2:creationId id="{C27E6D73-50CB-4150-50CC-DE508DEC91FE}"/>
                  </a:ext>
                </a:extLst>
              </p:cNvPr>
              <p:cNvSpPr/>
              <p:nvPr/>
            </p:nvSpPr>
            <p:spPr>
              <a:xfrm flipH="1">
                <a:off x="7681797" y="2633883"/>
                <a:ext cx="281651" cy="281651"/>
              </a:xfrm>
              <a:prstGeom prst="ellipse">
                <a:avLst/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srgbClr val="008D2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4CCA8DC8-70A0-B906-05B1-7E4B6EC759DC}"/>
                  </a:ext>
                </a:extLst>
              </p:cNvPr>
              <p:cNvSpPr/>
              <p:nvPr/>
            </p:nvSpPr>
            <p:spPr>
              <a:xfrm>
                <a:off x="7266434" y="2679569"/>
                <a:ext cx="769308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E516AC-B811-FDD1-AA51-838477D8D486}"/>
                </a:ext>
              </a:extLst>
            </p:cNvPr>
            <p:cNvGrpSpPr/>
            <p:nvPr/>
          </p:nvGrpSpPr>
          <p:grpSpPr>
            <a:xfrm>
              <a:off x="7650031" y="2404227"/>
              <a:ext cx="1387393" cy="281651"/>
              <a:chOff x="7375097" y="2323011"/>
              <a:chExt cx="1387393" cy="281651"/>
            </a:xfrm>
          </p:grpSpPr>
          <p:sp>
            <p:nvSpPr>
              <p:cNvPr id="21" name="Oval 5">
                <a:extLst>
                  <a:ext uri="{FF2B5EF4-FFF2-40B4-BE49-F238E27FC236}">
                    <ns2:creationId id="{BC7F3985-8C10-D947-DD41-9DF94E903D82}"/>
                  </a:ext>
                </a:extLst>
              </p:cNvPr>
              <p:cNvSpPr/>
              <p:nvPr/>
            </p:nvSpPr>
            <p:spPr>
              <a:xfrm flipH="1">
                <a:off x="7927968" y="2323011"/>
                <a:ext cx="281651" cy="281651"/>
              </a:xfrm>
              <a:prstGeom prst="ellipse">
                <a:avLst/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B1613E7F-7D96-A4FB-E398-1B7E31FDFF27}"/>
                  </a:ext>
                </a:extLst>
              </p:cNvPr>
              <p:cNvSpPr txBox="1"/>
              <p:nvPr/>
            </p:nvSpPr>
            <p:spPr>
              <a:xfrm>
                <a:off x="7375097" y="2349848"/>
                <a:ext cx="1387393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5" name="グループ化 44">
            <a:extLst>
              <a:ext uri="{FF2B5EF4-FFF2-40B4-BE49-F238E27FC236}">
                <ns2:creationId id="{98390B86-FCD6-6BFB-7A7F-4065FD574589}"/>
              </a:ext>
            </a:extLst>
          </p:cNvPr>
          <p:cNvGrpSpPr/>
          <p:nvPr/>
        </p:nvGrpSpPr>
        <p:grpSpPr>
          <a:xfrm>
            <a:off x="334962" y="1628775"/>
            <a:ext cx="4564087" cy="1350732"/>
            <a:chOff x="334962" y="1628775"/>
            <a:chExt cx="4564087" cy="1350732"/>
          </a:xfrm>
        </p:grpSpPr>
        <p:sp>
          <p:nvSpPr>
            <p:cNvPr id="15" name="正方形/長方形 14">
              <a:extLst>
                <a:ext uri="{FF2B5EF4-FFF2-40B4-BE49-F238E27FC236}">
                  <ns2:creationId id="{46D6731D-CFC8-A14A-F258-201912B040BA}"/>
                </a:ext>
              </a:extLst>
            </p:cNvPr>
            <p:cNvSpPr/>
            <p:nvPr/>
          </p:nvSpPr>
          <p:spPr>
            <a:xfrm>
              <a:off x="334963" y="2019833"/>
              <a:ext cx="4564086" cy="9596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7464E86-32E3-7637-B63E-51C41A3BFB08}"/>
                </a:ext>
              </a:extLst>
            </p:cNvPr>
            <p:cNvSpPr/>
            <p:nvPr/>
          </p:nvSpPr>
          <p:spPr>
            <a:xfrm>
              <a:off x="381906" y="2126562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0625E9FD-158A-CCDE-D6A5-55555F26A1D6}"/>
                </a:ext>
              </a:extLst>
            </p:cNvPr>
            <p:cNvSpPr/>
            <p:nvPr/>
          </p:nvSpPr>
          <p:spPr>
            <a:xfrm>
              <a:off x="403223" y="2640392"/>
              <a:ext cx="438987" cy="28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F84D5A4-7C73-603E-3ECD-7FD1F05947B7}"/>
                </a:ext>
              </a:extLst>
            </p:cNvPr>
            <p:cNvSpPr/>
            <p:nvPr/>
          </p:nvSpPr>
          <p:spPr>
            <a:xfrm>
              <a:off x="910469" y="2640392"/>
              <a:ext cx="3816493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16C3DDBB-A5B9-F204-E8E9-B57356D77DBE}"/>
                </a:ext>
              </a:extLst>
            </p:cNvPr>
            <p:cNvSpPr/>
            <p:nvPr/>
          </p:nvSpPr>
          <p:spPr>
            <a:xfrm>
              <a:off x="652290" y="2123255"/>
              <a:ext cx="154849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endParaRPr lang="en-US" altLang="ja-JP" sz="700">
                <a:solidFill>
                  <a:schemeClr val="tx1"/>
                </a:solidFill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4DA5249-548B-F3B3-E36A-E8EA374AA7F1}"/>
                </a:ext>
              </a:extLst>
            </p:cNvPr>
            <p:cNvSpPr/>
            <p:nvPr/>
          </p:nvSpPr>
          <p:spPr>
            <a:xfrm>
              <a:off x="658934" y="2375120"/>
              <a:ext cx="254187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BA9FF87-D5AC-3B30-69C7-127A7897A764}"/>
                </a:ext>
              </a:extLst>
            </p:cNvPr>
            <p:cNvSpPr/>
            <p:nvPr/>
          </p:nvSpPr>
          <p:spPr>
            <a:xfrm>
              <a:off x="959494" y="2390035"/>
              <a:ext cx="1114265" cy="1028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108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6" name="グラフィックス 325" descr="お金 単色塗りつぶし">
              <a:extLst>
                <a:ext uri="{FF2B5EF4-FFF2-40B4-BE49-F238E27FC236}">
                  <ns2:creationId id="{A54C1B45-68AD-E652-D48C-F05A11F5AE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698664" y="2214357"/>
              <a:ext cx="180000" cy="180000"/>
            </a:xfrm>
            <a:prstGeom prst="rect">
              <a:avLst/>
            </a:prstGeom>
          </p:spPr>
        </p:pic>
        <p:sp>
          <p:nvSpPr>
            <p:cNvPr id="143" name="正方形/長方形 142">
              <a:extLst>
                <a:ext uri="{FF2B5EF4-FFF2-40B4-BE49-F238E27FC236}">
                  <ns2:creationId id="{9AA9B825-9AC5-65C7-D930-8DDB1CCB85CC}"/>
                </a:ext>
              </a:extLst>
            </p:cNvPr>
            <p:cNvSpPr/>
            <p:nvPr/>
          </p:nvSpPr>
          <p:spPr>
            <a:xfrm>
              <a:off x="2418097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850">
                  <a:solidFill>
                    <a:schemeClr val="tx1"/>
                  </a:solidFill>
                </a:rPr>
                <a:t>XX</a:t>
              </a:r>
              <a:br>
                <a:rPr lang="de-DE" altLang="ja-JP" sz="85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8" name="グラフィックス 327" descr="持続可能性 単色塗りつぶし">
              <a:extLst>
                <a:ext uri="{FF2B5EF4-FFF2-40B4-BE49-F238E27FC236}">
                  <ns2:creationId id="{F7611248-8DCC-3AEB-FAC1-B60C9B10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2481403" y="2246907"/>
              <a:ext cx="180000" cy="180000"/>
            </a:xfrm>
            <a:prstGeom prst="rect">
              <a:avLst/>
            </a:prstGeom>
          </p:spPr>
        </p:pic>
        <p:sp>
          <p:nvSpPr>
            <p:cNvPr id="147" name="正方形/長方形 146">
              <a:extLst>
                <a:ext uri="{FF2B5EF4-FFF2-40B4-BE49-F238E27FC236}">
                  <ns2:creationId id="{1BF0CF35-2B9D-A80C-2D3B-0F96B6672C09}"/>
                </a:ext>
              </a:extLst>
            </p:cNvPr>
            <p:cNvSpPr/>
            <p:nvPr/>
          </p:nvSpPr>
          <p:spPr>
            <a:xfrm>
              <a:off x="3636946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br>
                <a:rPr lang="de-DE" altLang="ja-JP" sz="90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(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de-DE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lang="ja-JP" altLang="en-US" sz="900">
                <a:solidFill>
                  <a:schemeClr val="tx1"/>
                </a:solidFill>
              </a:endParaRPr>
            </a:p>
          </p:txBody>
        </p:sp>
        <p:pic>
          <p:nvPicPr>
            <p:cNvPr id="330" name="グラフィックス 329" descr="棒グラフ (下降) 単色塗りつぶし">
              <a:extLst>
                <a:ext uri="{FF2B5EF4-FFF2-40B4-BE49-F238E27FC236}">
                  <ns2:creationId id="{F6B1F05C-15D0-7002-57A0-06DB5F637A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700252" y="2246907"/>
              <a:ext cx="180000" cy="180000"/>
            </a:xfrm>
            <a:prstGeom prst="rect">
              <a:avLst/>
            </a:prstGeom>
          </p:spPr>
        </p:pic>
        <p:sp>
          <p:nvSpPr>
            <p:cNvPr id="334" name="加算記号 333">
              <a:extLst>
                <a:ext uri="{FF2B5EF4-FFF2-40B4-BE49-F238E27FC236}">
                  <ns2:creationId id="{BEF9D711-A968-4B33-DEC2-966B2D7ABF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88079" y="2264234"/>
              <a:ext cx="207521" cy="207521"/>
            </a:xfrm>
            <a:prstGeom prst="mathPlus">
              <a:avLst>
                <a:gd name="adj1" fmla="val 13440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8C21F3C-017A-612E-5C84-77534AB71161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05D2C245-CE7A-245B-A6BF-0469BE8270D9}"/>
                </a:ext>
              </a:extLst>
            </p:cNvPr>
            <p:cNvSpPr/>
            <p:nvPr/>
          </p:nvSpPr>
          <p:spPr>
            <a:xfrm>
              <a:off x="540327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500635392"/>
      </p:ext>
    </p:extLst>
  </p:cSld>
  <p:clrMapOvr>
    <a:masterClrMapping/>
  </p:clrMapOvr>
</p:sld>
</file>

<file path=ppt/slides/slide254.xml><?xml version="1.0" encoding="utf-8"?>
<p:sld xmlns:a="http://schemas.openxmlformats.org/drawingml/2006/main" xmlns:ns2="http://schemas.microsoft.com/office/drawing/2014/main" xmlns:ns4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pic>
        <p:nvPicPr>
          <p:cNvPr id="82" name="図 81">
            <a:extLst>
              <a:ext uri="{FF2B5EF4-FFF2-40B4-BE49-F238E27FC236}">
                <ns2:creationId id="{1E06F80B-3977-B9FD-0CC6-3DFD94CBD2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2067" y="2275329"/>
            <a:ext cx="2088000" cy="1530243"/>
          </a:xfrm>
          <a:prstGeom prst="rect">
            <a:avLst/>
          </a:prstGeom>
          <a:ln>
            <a:solidFill>
              <a:srgbClr val="008D2E"/>
            </a:solidFill>
          </a:ln>
        </p:spPr>
      </p:pic>
      <p:sp>
        <p:nvSpPr>
          <p:cNvPr id="157" name="楕円 156">
            <a:extLst>
              <a:ext uri="{FF2B5EF4-FFF2-40B4-BE49-F238E27FC236}">
                <ns2:creationId id="{C18AB619-A05A-0D0D-D868-A8BCF35E0419}"/>
              </a:ext>
            </a:extLst>
          </p:cNvPr>
          <p:cNvSpPr>
            <a:spLocks noChangeAspect="1"/>
          </p:cNvSpPr>
          <p:nvPr/>
        </p:nvSpPr>
        <p:spPr>
          <a:xfrm>
            <a:off x="6902913" y="2811645"/>
            <a:ext cx="180000" cy="180000"/>
          </a:xfrm>
          <a:prstGeom prst="ellipse">
            <a:avLst/>
          </a:prstGeom>
          <a:solidFill>
            <a:schemeClr val="bg2">
              <a:alpha val="6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9" name="楕円 158">
            <a:extLst>
              <a:ext uri="{FF2B5EF4-FFF2-40B4-BE49-F238E27FC236}">
                <ns2:creationId id="{34CC2065-F984-3633-4FCD-3F2F3E0C4F66}"/>
              </a:ext>
            </a:extLst>
          </p:cNvPr>
          <p:cNvSpPr/>
          <p:nvPr/>
        </p:nvSpPr>
        <p:spPr>
          <a:xfrm>
            <a:off x="6548530" y="3203067"/>
            <a:ext cx="111588" cy="111588"/>
          </a:xfrm>
          <a:prstGeom prst="ellipse">
            <a:avLst/>
          </a:prstGeom>
          <a:solidFill>
            <a:srgbClr val="008D2E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1" name="楕円 160">
            <a:extLst>
              <a:ext uri="{FF2B5EF4-FFF2-40B4-BE49-F238E27FC236}">
                <ns2:creationId id="{A9C80CF8-7971-0210-0177-C0783C51A0F2}"/>
              </a:ext>
            </a:extLst>
          </p:cNvPr>
          <p:cNvSpPr>
            <a:spLocks noChangeAspect="1"/>
          </p:cNvSpPr>
          <p:nvPr/>
        </p:nvSpPr>
        <p:spPr>
          <a:xfrm>
            <a:off x="6132513" y="3049570"/>
            <a:ext cx="180000" cy="180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楕円 162">
            <a:extLst>
              <a:ext uri="{FF2B5EF4-FFF2-40B4-BE49-F238E27FC236}">
                <ns2:creationId id="{AD9EC3EB-B39F-E16D-4043-0201A9E6635B}"/>
              </a:ext>
            </a:extLst>
          </p:cNvPr>
          <p:cNvSpPr>
            <a:spLocks noChangeAspect="1"/>
          </p:cNvSpPr>
          <p:nvPr/>
        </p:nvSpPr>
        <p:spPr>
          <a:xfrm>
            <a:off x="6623569" y="3337789"/>
            <a:ext cx="170140" cy="17014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楕円 164">
            <a:extLst>
              <a:ext uri="{FF2B5EF4-FFF2-40B4-BE49-F238E27FC236}">
                <ns2:creationId id="{78E6D98E-772D-1BE7-E24B-1B2A277431D5}"/>
              </a:ext>
            </a:extLst>
          </p:cNvPr>
          <p:cNvSpPr>
            <a:spLocks noChangeAspect="1"/>
          </p:cNvSpPr>
          <p:nvPr/>
        </p:nvSpPr>
        <p:spPr>
          <a:xfrm>
            <a:off x="5237262" y="3102059"/>
            <a:ext cx="396000" cy="396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6" name="グループ化 205">
            <a:extLst>
              <a:ext uri="{FF2B5EF4-FFF2-40B4-BE49-F238E27FC236}">
                <ns2:creationId id="{26DEAFC6-D4EF-E710-AB4F-2DDE8AC37C3D}"/>
              </a:ext>
            </a:extLst>
          </p:cNvPr>
          <p:cNvGrpSpPr/>
          <p:nvPr/>
        </p:nvGrpSpPr>
        <p:grpSpPr>
          <a:xfrm>
            <a:off x="334963" y="4172071"/>
            <a:ext cx="6660000" cy="2136654"/>
            <a:chOff x="334963" y="4172071"/>
            <a:chExt cx="6660000" cy="2136654"/>
          </a:xfrm>
        </p:grpSpPr>
        <p:sp>
          <p:nvSpPr>
            <p:cNvPr id="6" name="正方形/長方形 5">
              <a:extLst>
                <a:ext uri="{FF2B5EF4-FFF2-40B4-BE49-F238E27FC236}">
                  <ns2:creationId id="{013D4B81-AB77-E356-8D28-458DFDD22240}"/>
                </a:ext>
              </a:extLst>
            </p:cNvPr>
            <p:cNvSpPr/>
            <p:nvPr/>
          </p:nvSpPr>
          <p:spPr>
            <a:xfrm>
              <a:off x="334963" y="4616725"/>
              <a:ext cx="6660000" cy="169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71B91F57-C278-B0AD-36D4-1F895ACF7203}"/>
                </a:ext>
              </a:extLst>
            </p:cNvPr>
            <p:cNvSpPr/>
            <p:nvPr/>
          </p:nvSpPr>
          <p:spPr>
            <a:xfrm>
              <a:off x="334963" y="4295842"/>
              <a:ext cx="666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5A65791B-56BD-B4FC-6057-07E1A12014FF}"/>
                </a:ext>
              </a:extLst>
            </p:cNvPr>
            <p:cNvSpPr/>
            <p:nvPr/>
          </p:nvSpPr>
          <p:spPr>
            <a:xfrm>
              <a:off x="540327" y="4172071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5029876A-3424-8109-B971-921DBCA7EE10}"/>
                </a:ext>
              </a:extLst>
            </p:cNvPr>
            <p:cNvSpPr/>
            <p:nvPr/>
          </p:nvSpPr>
          <p:spPr>
            <a:xfrm>
              <a:off x="4364566" y="4649423"/>
              <a:ext cx="2556000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5CCEEE4-4C7C-8B8C-9615-F7224F7A2646}"/>
                </a:ext>
              </a:extLst>
            </p:cNvPr>
            <p:cNvSpPr/>
            <p:nvPr/>
          </p:nvSpPr>
          <p:spPr>
            <a:xfrm>
              <a:off x="4138521" y="4696315"/>
              <a:ext cx="234196" cy="154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28323DB-5EF1-6EA5-CF83-9E16FF714B23}"/>
                </a:ext>
              </a:extLst>
            </p:cNvPr>
            <p:cNvSpPr/>
            <p:nvPr/>
          </p:nvSpPr>
          <p:spPr>
            <a:xfrm>
              <a:off x="334963" y="4649424"/>
              <a:ext cx="3687228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7" name="グループ化 206">
            <a:extLst>
              <a:ext uri="{FF2B5EF4-FFF2-40B4-BE49-F238E27FC236}">
                <ns2:creationId id="{94E8468F-D855-6C5A-8AA1-A968BCD875DA}"/>
              </a:ext>
            </a:extLst>
          </p:cNvPr>
          <p:cNvGrpSpPr/>
          <p:nvPr/>
        </p:nvGrpSpPr>
        <p:grpSpPr>
          <a:xfrm>
            <a:off x="7105038" y="4183794"/>
            <a:ext cx="4752000" cy="2124931"/>
            <a:chOff x="7105038" y="4183794"/>
            <a:chExt cx="4752000" cy="2124931"/>
          </a:xfrm>
        </p:grpSpPr>
        <p:sp>
          <p:nvSpPr>
            <p:cNvPr id="85" name="正方形/長方形 84">
              <a:extLst>
                <a:ext uri="{FF2B5EF4-FFF2-40B4-BE49-F238E27FC236}">
                  <ns2:creationId id="{CB6D66C6-AECC-5A07-9F8F-2341482D602F}"/>
                </a:ext>
              </a:extLst>
            </p:cNvPr>
            <p:cNvSpPr/>
            <p:nvPr/>
          </p:nvSpPr>
          <p:spPr>
            <a:xfrm>
              <a:off x="7105038" y="4292725"/>
              <a:ext cx="4752000" cy="2016000"/>
            </a:xfrm>
            <a:prstGeom prst="rect">
              <a:avLst/>
            </a:prstGeom>
            <a:solidFill>
              <a:srgbClr val="E2F0D9">
                <a:alpha val="20000"/>
              </a:srgbClr>
            </a:solidFill>
            <a:ln w="9525">
              <a:solidFill>
                <a:srgbClr val="E2F0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144000" rIns="126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8F01F70D-9C33-D00D-7612-07C3CB8991BB}"/>
                </a:ext>
              </a:extLst>
            </p:cNvPr>
            <p:cNvSpPr/>
            <p:nvPr/>
          </p:nvSpPr>
          <p:spPr>
            <a:xfrm>
              <a:off x="7277579" y="4183794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0" name="グループ化 139">
              <a:extLst>
                <a:ext uri="{FF2B5EF4-FFF2-40B4-BE49-F238E27FC236}">
                  <ns2:creationId id="{6D6AD12C-B44D-16AE-8923-B7D1E5088E76}"/>
                </a:ext>
              </a:extLst>
            </p:cNvPr>
            <p:cNvGrpSpPr/>
            <p:nvPr/>
          </p:nvGrpSpPr>
          <p:grpSpPr>
            <a:xfrm>
              <a:off x="7173703" y="5312390"/>
              <a:ext cx="4481450" cy="216000"/>
              <a:chOff x="7173703" y="5242821"/>
              <a:chExt cx="4481450" cy="216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CF66F755-B4A3-696D-8861-202239E3206C}"/>
                  </a:ext>
                </a:extLst>
              </p:cNvPr>
              <p:cNvSpPr/>
              <p:nvPr/>
            </p:nvSpPr>
            <p:spPr>
              <a:xfrm>
                <a:off x="7173703" y="5242821"/>
                <a:ext cx="792000" cy="21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4BAC598C-7205-AD5B-ADA1-D212451D5F94}"/>
                  </a:ext>
                </a:extLst>
              </p:cNvPr>
              <p:cNvSpPr/>
              <p:nvPr/>
            </p:nvSpPr>
            <p:spPr>
              <a:xfrm>
                <a:off x="8847153" y="5242821"/>
                <a:ext cx="2808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2" name="正方形/長方形 141">
              <a:extLst>
                <a:ext uri="{FF2B5EF4-FFF2-40B4-BE49-F238E27FC236}">
                  <ns2:creationId id="{8DE03D20-25E5-E4AA-69A0-307CFE0E2B5C}"/>
                </a:ext>
              </a:extLst>
            </p:cNvPr>
            <p:cNvSpPr/>
            <p:nvPr/>
          </p:nvSpPr>
          <p:spPr>
            <a:xfrm>
              <a:off x="7173703" y="5546491"/>
              <a:ext cx="45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8" name="グループ化 147">
              <a:extLst>
                <a:ext uri="{FF2B5EF4-FFF2-40B4-BE49-F238E27FC236}">
                  <ns2:creationId id="{8A180978-0821-BC40-5442-589EFEA25F9A}"/>
                </a:ext>
              </a:extLst>
            </p:cNvPr>
            <p:cNvGrpSpPr/>
            <p:nvPr/>
          </p:nvGrpSpPr>
          <p:grpSpPr>
            <a:xfrm>
              <a:off x="7289301" y="4626693"/>
              <a:ext cx="4320000" cy="661475"/>
              <a:chOff x="7289301" y="4603247"/>
              <a:chExt cx="4320000" cy="661475"/>
            </a:xfrm>
          </p:grpSpPr>
          <p:cxnSp>
            <p:nvCxnSpPr>
              <p:cNvPr id="150" name="直線矢印コネクタ 149">
                <a:extLst>
                  <a:ext uri="{FF2B5EF4-FFF2-40B4-BE49-F238E27FC236}">
                    <ns2:creationId id="{0048EF4C-35EE-BB7B-B52B-97440DE45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9301" y="4888523"/>
                <a:ext cx="4320000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右中かっこ 152">
                <a:extLst>
                  <a:ext uri="{FF2B5EF4-FFF2-40B4-BE49-F238E27FC236}">
                    <ns2:creationId id="{F47B0298-B3C2-FA00-123A-73763804C642}"/>
                  </a:ext>
                </a:extLst>
              </p:cNvPr>
              <p:cNvSpPr/>
              <p:nvPr/>
            </p:nvSpPr>
            <p:spPr>
              <a:xfrm rot="16200000">
                <a:off x="8062412" y="4135247"/>
                <a:ext cx="216000" cy="1152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5" name="直線コネクタ 154">
                <a:extLst>
                  <a:ext uri="{FF2B5EF4-FFF2-40B4-BE49-F238E27FC236}">
                    <ns2:creationId id="{BA91A246-63D6-6FA0-E3E6-309CF04BA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3448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" name="四角形: 角を丸くする 157">
                <a:extLst>
                  <a:ext uri="{FF2B5EF4-FFF2-40B4-BE49-F238E27FC236}">
                    <ns2:creationId id="{0A739DDB-33D7-8593-568D-B5F20A2098EF}"/>
                  </a:ext>
                </a:extLst>
              </p:cNvPr>
              <p:cNvSpPr/>
              <p:nvPr/>
            </p:nvSpPr>
            <p:spPr>
              <a:xfrm>
                <a:off x="7355448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0" name="直線コネクタ 159">
                <a:extLst>
                  <a:ext uri="{FF2B5EF4-FFF2-40B4-BE49-F238E27FC236}">
                    <ns2:creationId id="{2AE3E7B1-8D8A-BA99-E04A-17483BAAE1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9296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四角形: 角を丸くする 161">
                <a:extLst>
                  <a:ext uri="{FF2B5EF4-FFF2-40B4-BE49-F238E27FC236}">
                    <ns2:creationId id="{A3187DF9-7886-A3EB-B237-6FE96151A9FC}"/>
                  </a:ext>
                </a:extLst>
              </p:cNvPr>
              <p:cNvSpPr/>
              <p:nvPr/>
            </p:nvSpPr>
            <p:spPr>
              <a:xfrm>
                <a:off x="7882814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3B5D9684-2514-9C78-9BAB-FC9A0E97D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10251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四角形: 角を丸くする 165">
                <a:extLst>
                  <a:ext uri="{FF2B5EF4-FFF2-40B4-BE49-F238E27FC236}">
                    <ns2:creationId id="{AC5FB504-98A5-C3AE-5F60-24FB82B5F72D}"/>
                  </a:ext>
                </a:extLst>
              </p:cNvPr>
              <p:cNvSpPr/>
              <p:nvPr/>
            </p:nvSpPr>
            <p:spPr>
              <a:xfrm>
                <a:off x="8410180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E821CDCE-59EF-4E0A-9620-36CD660C4E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935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7FFAFA78-737A-4F64-1615-F1EDD6290A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08679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四角形: 角を丸くする 168">
                <a:extLst>
                  <a:ext uri="{FF2B5EF4-FFF2-40B4-BE49-F238E27FC236}">
                    <ns2:creationId id="{96D4EBD2-78DC-2CB7-814E-F43DB7824155}"/>
                  </a:ext>
                </a:extLst>
              </p:cNvPr>
              <p:cNvSpPr/>
              <p:nvPr/>
            </p:nvSpPr>
            <p:spPr>
              <a:xfrm>
                <a:off x="9439405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四角形: 角を丸くする 169">
                <a:extLst>
                  <a:ext uri="{FF2B5EF4-FFF2-40B4-BE49-F238E27FC236}">
                    <ns2:creationId id="{25560B40-2F7B-E142-EE18-4E8D095C9D73}"/>
                  </a:ext>
                </a:extLst>
              </p:cNvPr>
              <p:cNvSpPr/>
              <p:nvPr/>
            </p:nvSpPr>
            <p:spPr>
              <a:xfrm>
                <a:off x="10468630" y="4950864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1" name="右中かっこ 170">
                <a:extLst>
                  <a:ext uri="{FF2B5EF4-FFF2-40B4-BE49-F238E27FC236}">
                    <ns2:creationId id="{EC78A009-5EFD-85D0-60BF-82AF50DABADF}"/>
                  </a:ext>
                </a:extLst>
              </p:cNvPr>
              <p:cNvSpPr/>
              <p:nvPr/>
            </p:nvSpPr>
            <p:spPr>
              <a:xfrm rot="5400000">
                <a:off x="10134899" y="4436722"/>
                <a:ext cx="216000" cy="1440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3" name="正方形/長方形 172">
              <a:extLst>
                <a:ext uri="{FF2B5EF4-FFF2-40B4-BE49-F238E27FC236}">
                  <ns2:creationId id="{F86C3B81-14F9-6ABC-882A-687E63A531E7}"/>
                </a:ext>
              </a:extLst>
            </p:cNvPr>
            <p:cNvSpPr/>
            <p:nvPr/>
          </p:nvSpPr>
          <p:spPr>
            <a:xfrm>
              <a:off x="7173703" y="5893044"/>
              <a:ext cx="397263" cy="321223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73C1EF-8C57-F8E5-B425-E06C94167DD3}"/>
                </a:ext>
              </a:extLst>
            </p:cNvPr>
            <p:cNvSpPr/>
            <p:nvPr/>
          </p:nvSpPr>
          <p:spPr>
            <a:xfrm>
              <a:off x="7594896" y="5899893"/>
              <a:ext cx="4212000" cy="31715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76" name="正方形/長方形 175">
            <a:extLst>
              <a:ext uri="{FF2B5EF4-FFF2-40B4-BE49-F238E27FC236}">
                <ns2:creationId id="{2F1C9C5A-CB3F-CB19-1F39-1FD5319C9E20}"/>
              </a:ext>
            </a:extLst>
          </p:cNvPr>
          <p:cNvSpPr/>
          <p:nvPr/>
        </p:nvSpPr>
        <p:spPr>
          <a:xfrm>
            <a:off x="5237262" y="2528872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ED769DAC-CE24-54ED-8AF7-473427AC31BB}"/>
              </a:ext>
            </a:extLst>
          </p:cNvPr>
          <p:cNvSpPr/>
          <p:nvPr/>
        </p:nvSpPr>
        <p:spPr>
          <a:xfrm>
            <a:off x="6096000" y="2763628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ns2:creationId id="{EC03A623-8B72-7491-956F-B01D1C3273DC}"/>
              </a:ext>
            </a:extLst>
          </p:cNvPr>
          <p:cNvSpPr/>
          <p:nvPr/>
        </p:nvSpPr>
        <p:spPr>
          <a:xfrm>
            <a:off x="5237262" y="2928477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4" name="コネクタ: カギ線 183">
            <a:extLst>
              <a:ext uri="{FF2B5EF4-FFF2-40B4-BE49-F238E27FC236}">
                <ns2:creationId id="{E533199F-D0B7-FDD8-CFF0-D501B515FECA}"/>
              </a:ext>
            </a:extLst>
          </p:cNvPr>
          <p:cNvCxnSpPr>
            <a:cxnSpLocks/>
          </p:cNvCxnSpPr>
          <p:nvPr/>
        </p:nvCxnSpPr>
        <p:spPr>
          <a:xfrm>
            <a:off x="4779818" y="1911567"/>
            <a:ext cx="2213095" cy="883766"/>
          </a:xfrm>
          <a:prstGeom prst="bentConnector3">
            <a:avLst>
              <a:gd name="adj1" fmla="val 99938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コネクタ: カギ線 187">
            <a:extLst>
              <a:ext uri="{FF2B5EF4-FFF2-40B4-BE49-F238E27FC236}">
                <ns2:creationId id="{40C5590A-0C1C-F257-DCEA-B0B5172ADC7D}"/>
              </a:ext>
            </a:extLst>
          </p:cNvPr>
          <p:cNvCxnSpPr>
            <a:cxnSpLocks/>
            <a:endCxn id="165" idx="4"/>
          </p:cNvCxnSpPr>
          <p:nvPr/>
        </p:nvCxnSpPr>
        <p:spPr>
          <a:xfrm rot="10800000">
            <a:off x="5435262" y="3498059"/>
            <a:ext cx="2054984" cy="14724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コネクタ: カギ線 189">
            <a:extLst>
              <a:ext uri="{FF2B5EF4-FFF2-40B4-BE49-F238E27FC236}">
                <ns2:creationId id="{D9618E51-281B-2795-8FC3-AE52EBF323AB}"/>
              </a:ext>
            </a:extLst>
          </p:cNvPr>
          <p:cNvCxnSpPr>
            <a:cxnSpLocks/>
            <a:endCxn id="161" idx="4"/>
          </p:cNvCxnSpPr>
          <p:nvPr/>
        </p:nvCxnSpPr>
        <p:spPr>
          <a:xfrm rot="10800000">
            <a:off x="6222514" y="3229571"/>
            <a:ext cx="1267733" cy="415733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コネクタ: カギ線 191">
            <a:extLst>
              <a:ext uri="{FF2B5EF4-FFF2-40B4-BE49-F238E27FC236}">
                <ns2:creationId id="{353A147D-724D-FF16-6DA3-9E041311C517}"/>
              </a:ext>
            </a:extLst>
          </p:cNvPr>
          <p:cNvCxnSpPr>
            <a:cxnSpLocks/>
            <a:endCxn id="163" idx="4"/>
          </p:cNvCxnSpPr>
          <p:nvPr/>
        </p:nvCxnSpPr>
        <p:spPr>
          <a:xfrm rot="10800000">
            <a:off x="6708640" y="3507929"/>
            <a:ext cx="781607" cy="13737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正方形/長方形 181">
            <a:extLst>
              <a:ext uri="{FF2B5EF4-FFF2-40B4-BE49-F238E27FC236}">
                <ns2:creationId id="{30FF1F89-243B-1274-81E8-9A84386775E6}"/>
              </a:ext>
            </a:extLst>
          </p:cNvPr>
          <p:cNvSpPr/>
          <p:nvPr/>
        </p:nvSpPr>
        <p:spPr>
          <a:xfrm>
            <a:off x="6813446" y="2543599"/>
            <a:ext cx="324000" cy="14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3" name="グループ化 202">
            <a:extLst>
              <a:ext uri="{FF2B5EF4-FFF2-40B4-BE49-F238E27FC236}">
                <ns2:creationId id="{086EBAF1-D4EA-A078-3B5C-885B6DEE9FAA}"/>
              </a:ext>
            </a:extLst>
          </p:cNvPr>
          <p:cNvGrpSpPr/>
          <p:nvPr/>
        </p:nvGrpSpPr>
        <p:grpSpPr>
          <a:xfrm>
            <a:off x="334963" y="1628775"/>
            <a:ext cx="4444855" cy="2466732"/>
            <a:chOff x="334963" y="1628775"/>
            <a:chExt cx="4444855" cy="2466732"/>
          </a:xfrm>
        </p:grpSpPr>
        <p:sp>
          <p:nvSpPr>
            <p:cNvPr id="84" name="正方形/長方形 83">
              <a:extLst>
                <a:ext uri="{FF2B5EF4-FFF2-40B4-BE49-F238E27FC236}">
                  <ns2:creationId id="{E657FA79-608D-5187-E432-E1E08CF19BB7}"/>
                </a:ext>
              </a:extLst>
            </p:cNvPr>
            <p:cNvSpPr/>
            <p:nvPr/>
          </p:nvSpPr>
          <p:spPr>
            <a:xfrm>
              <a:off x="33496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D05A95C2-487F-3EA0-711C-653D34B8C7CA}"/>
                </a:ext>
              </a:extLst>
            </p:cNvPr>
            <p:cNvSpPr/>
            <p:nvPr/>
          </p:nvSpPr>
          <p:spPr>
            <a:xfrm>
              <a:off x="540327" y="1628775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AF0F505-8A35-8447-F8E2-E1810C4EFB48}"/>
                </a:ext>
              </a:extLst>
            </p:cNvPr>
            <p:cNvSpPr/>
            <p:nvPr/>
          </p:nvSpPr>
          <p:spPr>
            <a:xfrm>
              <a:off x="33496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73E4FB6-5EDC-5194-6B20-8ADFABC64A41}"/>
                </a:ext>
              </a:extLst>
            </p:cNvPr>
            <p:cNvSpPr/>
            <p:nvPr/>
          </p:nvSpPr>
          <p:spPr>
            <a:xfrm>
              <a:off x="334963" y="2110340"/>
              <a:ext cx="3600599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29A7A2B-3B9F-137C-AD7B-FA0D0A9BC8FD}"/>
                </a:ext>
              </a:extLst>
            </p:cNvPr>
            <p:cNvSpPr/>
            <p:nvPr/>
          </p:nvSpPr>
          <p:spPr>
            <a:xfrm>
              <a:off x="650153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677D454-8BC6-4833-6A51-4368C38C5FA8}"/>
                </a:ext>
              </a:extLst>
            </p:cNvPr>
            <p:cNvSpPr/>
            <p:nvPr/>
          </p:nvSpPr>
          <p:spPr>
            <a:xfrm>
              <a:off x="2666351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86D7B12E-FF8F-5FB4-73FB-7F6EF3E7A46E}"/>
                </a:ext>
              </a:extLst>
            </p:cNvPr>
            <p:cNvSpPr/>
            <p:nvPr/>
          </p:nvSpPr>
          <p:spPr>
            <a:xfrm>
              <a:off x="1210920" y="2601664"/>
              <a:ext cx="3564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aphicFrame>
          <p:nvGraphicFramePr>
            <p:cNvPr id="132" name="グラフ 131">
              <a:extLst>
                <a:ext uri="{FF2B5EF4-FFF2-40B4-BE49-F238E27FC236}">
                  <ns2:creationId id="{00DBFC31-6888-9E4A-BD41-C52D0AD4CFB3}"/>
                </a:ext>
              </a:extLst>
            </p:cNvPr>
            <p:cNvGraphicFramePr/>
            <p:nvPr/>
          </p:nvGraphicFramePr>
          <p:xfrm>
            <a:off x="343996" y="2853899"/>
            <a:ext cx="1170728" cy="1238239"/>
          </p:xfrm>
          <a:graphic>
            <a:graphicData uri="http://schemas.openxmlformats.org/drawingml/2006/chart">
              <ns4:chart r:id="rId3"/>
            </a:graphicData>
          </a:graphic>
        </p:graphicFrame>
        <p:sp>
          <p:nvSpPr>
            <p:cNvPr id="133" name="正方形/長方形 132">
              <a:extLst>
                <a:ext uri="{FF2B5EF4-FFF2-40B4-BE49-F238E27FC236}">
                  <ns2:creationId id="{5120E011-11FA-893D-D704-E436E923FE3C}"/>
                </a:ext>
              </a:extLst>
            </p:cNvPr>
            <p:cNvSpPr/>
            <p:nvPr/>
          </p:nvSpPr>
          <p:spPr>
            <a:xfrm>
              <a:off x="511908" y="2877528"/>
              <a:ext cx="144000" cy="87959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0809C31-6144-B6B0-DFEB-C9F6A2ADE7DD}"/>
                </a:ext>
              </a:extLst>
            </p:cNvPr>
            <p:cNvSpPr/>
            <p:nvPr/>
          </p:nvSpPr>
          <p:spPr>
            <a:xfrm>
              <a:off x="654260" y="2877528"/>
              <a:ext cx="216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24E66726-44A1-9D0B-92CF-536A98D34AD1}"/>
                </a:ext>
              </a:extLst>
            </p:cNvPr>
            <p:cNvSpPr/>
            <p:nvPr/>
          </p:nvSpPr>
          <p:spPr>
            <a:xfrm>
              <a:off x="530999" y="2977917"/>
              <a:ext cx="288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BB3C4A0A-039D-059A-DF8E-E156B526F2BF}"/>
                </a:ext>
              </a:extLst>
            </p:cNvPr>
            <p:cNvSpPr/>
            <p:nvPr/>
          </p:nvSpPr>
          <p:spPr>
            <a:xfrm>
              <a:off x="862681" y="3065068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D9F41CC4-40BF-E073-C400-467A9FF32439}"/>
                </a:ext>
              </a:extLst>
            </p:cNvPr>
            <p:cNvCxnSpPr/>
            <p:nvPr/>
          </p:nvCxnSpPr>
          <p:spPr>
            <a:xfrm>
              <a:off x="654260" y="3109491"/>
              <a:ext cx="705559" cy="1800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乗算記号 151">
              <a:extLst>
                <a:ext uri="{FF2B5EF4-FFF2-40B4-BE49-F238E27FC236}">
                  <ns2:creationId id="{06E514AF-E7D1-CDB1-FD4D-4AA4574DD49B}"/>
                </a:ext>
              </a:extLst>
            </p:cNvPr>
            <p:cNvSpPr/>
            <p:nvPr/>
          </p:nvSpPr>
          <p:spPr>
            <a:xfrm>
              <a:off x="2252252" y="2320183"/>
              <a:ext cx="324000" cy="324000"/>
            </a:xfrm>
            <a:prstGeom prst="mathMultiply">
              <a:avLst>
                <a:gd name="adj1" fmla="val 13256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731CCF7C-1EE1-1F2C-CFE5-96D8678B5CA9}"/>
                </a:ext>
              </a:extLst>
            </p:cNvPr>
            <p:cNvSpPr/>
            <p:nvPr/>
          </p:nvSpPr>
          <p:spPr>
            <a:xfrm>
              <a:off x="1528873" y="2841682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1D6D6550-3788-43FB-90F1-521A51E98A8A}"/>
                </a:ext>
              </a:extLst>
            </p:cNvPr>
            <p:cNvSpPr/>
            <p:nvPr/>
          </p:nvSpPr>
          <p:spPr>
            <a:xfrm>
              <a:off x="1528873" y="3214814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84138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EA994C8-DEFD-B831-A69D-5D4E50B3FA3E}"/>
                </a:ext>
              </a:extLst>
            </p:cNvPr>
            <p:cNvSpPr/>
            <p:nvPr/>
          </p:nvSpPr>
          <p:spPr>
            <a:xfrm>
              <a:off x="1528617" y="3625844"/>
              <a:ext cx="252000" cy="432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DFFF2BB-8DF9-9B78-EC78-FBC015086624}"/>
                </a:ext>
              </a:extLst>
            </p:cNvPr>
            <p:cNvSpPr/>
            <p:nvPr/>
          </p:nvSpPr>
          <p:spPr>
            <a:xfrm>
              <a:off x="1791818" y="3587947"/>
              <a:ext cx="2988000" cy="50547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4C3A6969-DEFE-9166-4B3E-F69AB85CBBC5}"/>
              </a:ext>
            </a:extLst>
          </p:cNvPr>
          <p:cNvGrpSpPr/>
          <p:nvPr/>
        </p:nvGrpSpPr>
        <p:grpSpPr>
          <a:xfrm>
            <a:off x="7412183" y="1628775"/>
            <a:ext cx="4444855" cy="2466732"/>
            <a:chOff x="7412183" y="1628775"/>
            <a:chExt cx="4444855" cy="2466732"/>
          </a:xfrm>
        </p:grpSpPr>
        <p:sp>
          <p:nvSpPr>
            <p:cNvPr id="88" name="正方形/長方形 87">
              <a:extLst>
                <a:ext uri="{FF2B5EF4-FFF2-40B4-BE49-F238E27FC236}">
                  <ns2:creationId id="{A00F0103-F05B-06C1-3251-A959814B0D07}"/>
                </a:ext>
              </a:extLst>
            </p:cNvPr>
            <p:cNvSpPr/>
            <p:nvPr/>
          </p:nvSpPr>
          <p:spPr>
            <a:xfrm>
              <a:off x="741218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D9BDC5DC-786B-CF58-0E24-7C5F72F44E6D}"/>
                </a:ext>
              </a:extLst>
            </p:cNvPr>
            <p:cNvSpPr/>
            <p:nvPr/>
          </p:nvSpPr>
          <p:spPr>
            <a:xfrm>
              <a:off x="7617546" y="1628775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E98BF679-2F40-2DCF-D99B-AAAD0D35AF2A}"/>
                </a:ext>
              </a:extLst>
            </p:cNvPr>
            <p:cNvSpPr/>
            <p:nvPr/>
          </p:nvSpPr>
          <p:spPr>
            <a:xfrm>
              <a:off x="741218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270B10AB-551D-0C6E-F3A2-BC2BF5F45E40}"/>
                </a:ext>
              </a:extLst>
            </p:cNvPr>
            <p:cNvSpPr/>
            <p:nvPr/>
          </p:nvSpPr>
          <p:spPr>
            <a:xfrm>
              <a:off x="7490246" y="2195835"/>
              <a:ext cx="828000" cy="36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CE266FB2-7091-B780-6F8A-209850358F3C}"/>
                </a:ext>
              </a:extLst>
            </p:cNvPr>
            <p:cNvSpPr/>
            <p:nvPr/>
          </p:nvSpPr>
          <p:spPr>
            <a:xfrm>
              <a:off x="7490246" y="2642215"/>
              <a:ext cx="828000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0AFA890B-0CB4-4DB4-E525-A1A56B9C4784}"/>
                </a:ext>
              </a:extLst>
            </p:cNvPr>
            <p:cNvSpPr/>
            <p:nvPr/>
          </p:nvSpPr>
          <p:spPr>
            <a:xfrm>
              <a:off x="8325751" y="2195835"/>
              <a:ext cx="3528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9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DDC8199F-FA73-F0E2-EA1D-E15568B685C1}"/>
                </a:ext>
              </a:extLst>
            </p:cNvPr>
            <p:cNvSpPr/>
            <p:nvPr/>
          </p:nvSpPr>
          <p:spPr>
            <a:xfrm>
              <a:off x="8325751" y="2642215"/>
              <a:ext cx="3528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4138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※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B0444909-F9C9-8114-B3A7-20481C366822}"/>
                </a:ext>
              </a:extLst>
            </p:cNvPr>
            <p:cNvSpPr/>
            <p:nvPr/>
          </p:nvSpPr>
          <p:spPr>
            <a:xfrm>
              <a:off x="7490246" y="3231303"/>
              <a:ext cx="287999" cy="82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06586208-1980-7ACE-E5ED-145E34889E73}"/>
                </a:ext>
              </a:extLst>
            </p:cNvPr>
            <p:cNvSpPr/>
            <p:nvPr/>
          </p:nvSpPr>
          <p:spPr>
            <a:xfrm>
              <a:off x="7822003" y="3231303"/>
              <a:ext cx="4032000" cy="82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4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201" name="直線矢印コネクタ 200">
            <a:extLst>
              <a:ext uri="{FF2B5EF4-FFF2-40B4-BE49-F238E27FC236}">
                <ns2:creationId id="{F53F24A8-0B9A-D197-B080-A1F8F36A0A0F}"/>
              </a:ext>
            </a:extLst>
          </p:cNvPr>
          <p:cNvCxnSpPr>
            <a:cxnSpLocks/>
          </p:cNvCxnSpPr>
          <p:nvPr/>
        </p:nvCxnSpPr>
        <p:spPr>
          <a:xfrm flipH="1" flipV="1">
            <a:off x="6106067" y="3697284"/>
            <a:ext cx="0" cy="648000"/>
          </a:xfrm>
          <a:prstGeom prst="straightConnector1">
            <a:avLst/>
          </a:prstGeom>
          <a:ln w="9525">
            <a:solidFill>
              <a:srgbClr val="008D2E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142366994"/>
      </p:ext>
    </p:extLst>
  </p:cSld>
  <p:clrMapOvr>
    <a:masterClrMapping/>
  </p:clrMapOvr>
</p:sld>
</file>

<file path=ppt/slides/slide2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CC1BBC-29AB-4948-BAA3-80A5D8789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A85D9E5-51C3-E244-6FFD-26AB1CC77E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1B52416-E81A-73B7-61BB-E1B29C05DA1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5B8AF409-783C-3CEF-B471-AAEB6A50FAF4}"/>
              </a:ext>
            </a:extLst>
          </p:cNvPr>
          <p:cNvGrpSpPr/>
          <p:nvPr/>
        </p:nvGrpSpPr>
        <p:grpSpPr>
          <a:xfrm>
            <a:off x="334959" y="1628775"/>
            <a:ext cx="11525031" cy="4679950"/>
            <a:chOff x="334959" y="1628775"/>
            <a:chExt cx="11525031" cy="4679950"/>
          </a:xfrm>
        </p:grpSpPr>
        <p:grpSp>
          <p:nvGrpSpPr>
            <p:cNvPr id="17" name="グループ化 16">
              <a:extLst>
                <a:ext uri="{FF2B5EF4-FFF2-40B4-BE49-F238E27FC236}">
                  <ns2:creationId id="{3E5FC78B-C1FC-2BA0-D433-7B67308EB757}"/>
                </a:ext>
              </a:extLst>
            </p:cNvPr>
            <p:cNvGrpSpPr/>
            <p:nvPr/>
          </p:nvGrpSpPr>
          <p:grpSpPr>
            <a:xfrm>
              <a:off x="342447" y="1628775"/>
              <a:ext cx="11517543" cy="406700"/>
              <a:chOff x="342447" y="1628775"/>
              <a:chExt cx="11517543" cy="406700"/>
            </a:xfrm>
          </p:grpSpPr>
          <p:sp>
            <p:nvSpPr>
              <p:cNvPr id="10" name="正方形/長方形 62">
                <a:extLst>
                  <a:ext uri="{FF2B5EF4-FFF2-40B4-BE49-F238E27FC236}">
                    <ns2:creationId id="{8149E1BC-6E61-2941-CE0B-F53D87179CBE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558541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" name="正方形/長方形 62">
                <a:extLst>
                  <a:ext uri="{FF2B5EF4-FFF2-40B4-BE49-F238E27FC236}">
                    <ns2:creationId id="{1A652B94-A3FC-9D21-0A91-86C4C89A92E9}"/>
                  </a:ext>
                </a:extLst>
              </p:cNvPr>
              <p:cNvSpPr/>
              <p:nvPr/>
            </p:nvSpPr>
            <p:spPr>
              <a:xfrm>
                <a:off x="1951497" y="1635300"/>
                <a:ext cx="3697625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" name="グラフィックス 13" descr="的中 単色塗りつぶし">
                <a:extLst>
                  <a:ext uri="{FF2B5EF4-FFF2-40B4-BE49-F238E27FC236}">
                    <ns2:creationId id="{002D5603-6572-87E5-A0A3-8F83A91F7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2399158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18" name="正方形/長方形 62">
                <a:extLst>
                  <a:ext uri="{FF2B5EF4-FFF2-40B4-BE49-F238E27FC236}">
                    <ns2:creationId id="{D4EB6B1A-D1AD-C171-EBBB-B967CABF7F22}"/>
                  </a:ext>
                </a:extLst>
              </p:cNvPr>
              <p:cNvSpPr/>
              <p:nvPr/>
            </p:nvSpPr>
            <p:spPr>
              <a:xfrm>
                <a:off x="5699631" y="1635300"/>
                <a:ext cx="2940326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lvl="0" algn="ctr">
                  <a:defRPr/>
                </a:pPr>
                <a:r>
                  <a:rPr lang="zh-TW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24" name="グラフィックス 23" descr="棒グラフ (上昇) 単色塗りつぶし">
                <a:extLst>
                  <a:ext uri="{FF2B5EF4-FFF2-40B4-BE49-F238E27FC236}">
                    <ns2:creationId id="{62A15D4B-0738-5E41-2A88-C5A3AF47E4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162809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26" name="正方形/長方形 62">
                <a:extLst>
                  <a:ext uri="{FF2B5EF4-FFF2-40B4-BE49-F238E27FC236}">
                    <ns2:creationId id="{7AD22F0A-FD2B-18E7-AB62-AD7C9523CB65}"/>
                  </a:ext>
                </a:extLst>
              </p:cNvPr>
              <p:cNvSpPr/>
              <p:nvPr/>
            </p:nvSpPr>
            <p:spPr>
              <a:xfrm>
                <a:off x="8837607" y="1635300"/>
                <a:ext cx="1344109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62">
                <a:extLst>
                  <a:ext uri="{FF2B5EF4-FFF2-40B4-BE49-F238E27FC236}">
                    <ns2:creationId id="{C38B309F-034C-7999-BD9A-1AE687BCE82B}"/>
                  </a:ext>
                </a:extLst>
              </p:cNvPr>
              <p:cNvSpPr/>
              <p:nvPr/>
            </p:nvSpPr>
            <p:spPr>
              <a:xfrm>
                <a:off x="10181716" y="1635300"/>
                <a:ext cx="1678274" cy="400175"/>
              </a:xfrm>
              <a:prstGeom prst="rect">
                <a:avLst/>
              </a:prstGeom>
              <a:solidFill>
                <a:schemeClr val="bg1">
                  <a:alpha val="10196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36000" bIns="36000" rtlCol="0" anchor="ctr"/>
              <a:lstStyle/>
              <a:p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FD2F2BAF-A81A-8282-7A82-BBDD0C47F973}"/>
                </a:ext>
              </a:extLst>
            </p:cNvPr>
            <p:cNvGrpSpPr/>
            <p:nvPr/>
          </p:nvGrpSpPr>
          <p:grpSpPr>
            <a:xfrm>
              <a:off x="334959" y="4752058"/>
              <a:ext cx="5761041" cy="1556667"/>
              <a:chOff x="334959" y="4752058"/>
              <a:chExt cx="5761041" cy="1556667"/>
            </a:xfrm>
          </p:grpSpPr>
          <p:sp>
            <p:nvSpPr>
              <p:cNvPr id="83" name="正方形/長方形 82">
                <a:extLst>
                  <a:ext uri="{FF2B5EF4-FFF2-40B4-BE49-F238E27FC236}">
                    <ns2:creationId id="{04812BDC-15EE-EB70-27A2-74C4F7BCF4AF}"/>
                  </a:ext>
                </a:extLst>
              </p:cNvPr>
              <p:cNvSpPr/>
              <p:nvPr/>
            </p:nvSpPr>
            <p:spPr>
              <a:xfrm>
                <a:off x="334959" y="5103734"/>
                <a:ext cx="5761041" cy="1204991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72000" bIns="72000" rtlCol="0" anchor="b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31D34F87-FE12-10C7-5ED4-2C6F5665774A}"/>
                  </a:ext>
                </a:extLst>
              </p:cNvPr>
              <p:cNvSpPr/>
              <p:nvPr/>
            </p:nvSpPr>
            <p:spPr>
              <a:xfrm>
                <a:off x="334960" y="4752058"/>
                <a:ext cx="5761040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en-US" altLang="ja-JP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BF37327-9B5C-8462-0F4B-A17371A4A9AF}"/>
                  </a:ext>
                </a:extLst>
              </p:cNvPr>
              <p:cNvSpPr/>
              <p:nvPr/>
            </p:nvSpPr>
            <p:spPr>
              <a:xfrm>
                <a:off x="416703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A41FADB1-F4CC-7619-DBFC-0317345EC8CF}"/>
                  </a:ext>
                </a:extLst>
              </p:cNvPr>
              <p:cNvSpPr/>
              <p:nvPr/>
            </p:nvSpPr>
            <p:spPr>
              <a:xfrm>
                <a:off x="416703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425C4395-FEAA-F4F6-5F91-6043F6BEF30F}"/>
                  </a:ext>
                </a:extLst>
              </p:cNvPr>
              <p:cNvSpPr/>
              <p:nvPr/>
            </p:nvSpPr>
            <p:spPr>
              <a:xfrm>
                <a:off x="2255436" y="5403768"/>
                <a:ext cx="1915892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1033FA88-4808-10F7-D076-35E2E54BB5AE}"/>
                  </a:ext>
                </a:extLst>
              </p:cNvPr>
              <p:cNvSpPr/>
              <p:nvPr/>
            </p:nvSpPr>
            <p:spPr>
              <a:xfrm>
                <a:off x="2255436" y="5155079"/>
                <a:ext cx="1915892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A6C649B-8BF7-BF56-2C9E-003D100C7C66}"/>
                  </a:ext>
                </a:extLst>
              </p:cNvPr>
              <p:cNvSpPr/>
              <p:nvPr/>
            </p:nvSpPr>
            <p:spPr>
              <a:xfrm>
                <a:off x="4294934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CC9BCD8-CA4C-378F-8F45-A95CCE4956B0}"/>
                  </a:ext>
                </a:extLst>
              </p:cNvPr>
              <p:cNvSpPr/>
              <p:nvPr/>
            </p:nvSpPr>
            <p:spPr>
              <a:xfrm>
                <a:off x="4294935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4" name="グラフィックス 133" descr="クリップボード: チェックマーク 単色塗りつぶし">
                <a:extLst>
                  <a:ext uri="{FF2B5EF4-FFF2-40B4-BE49-F238E27FC236}">
                    <ns2:creationId id="{43F05764-9A8F-F69D-BD2B-EEB548A4F1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96015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51A1D096-58B8-1074-9DB0-DED84732A530}"/>
                </a:ext>
              </a:extLst>
            </p:cNvPr>
            <p:cNvGrpSpPr/>
            <p:nvPr/>
          </p:nvGrpSpPr>
          <p:grpSpPr>
            <a:xfrm>
              <a:off x="334963" y="2114775"/>
              <a:ext cx="11519122" cy="363271"/>
              <a:chOff x="334963" y="2114775"/>
              <a:chExt cx="11519122" cy="363271"/>
            </a:xfrm>
          </p:grpSpPr>
          <p:sp>
            <p:nvSpPr>
              <p:cNvPr id="31" name="矢印: 五方向 30">
                <a:extLst>
                  <a:ext uri="{FF2B5EF4-FFF2-40B4-BE49-F238E27FC236}">
                    <ns2:creationId id="{30CB99F0-757B-6755-E608-A30B44BABBCB}"/>
                  </a:ext>
                </a:extLst>
              </p:cNvPr>
              <p:cNvSpPr/>
              <p:nvPr/>
            </p:nvSpPr>
            <p:spPr>
              <a:xfrm>
                <a:off x="334963" y="2114775"/>
                <a:ext cx="4164848" cy="363271"/>
              </a:xfrm>
              <a:prstGeom prst="homePlate">
                <a:avLst>
                  <a:gd name="adj" fmla="val 18199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矢印: 山形 32">
                <a:extLst>
                  <a:ext uri="{FF2B5EF4-FFF2-40B4-BE49-F238E27FC236}">
                    <ns2:creationId id="{4AFE37EC-5552-F44C-44DB-513FE7D8B285}"/>
                  </a:ext>
                </a:extLst>
              </p:cNvPr>
              <p:cNvSpPr/>
              <p:nvPr/>
            </p:nvSpPr>
            <p:spPr>
              <a:xfrm>
                <a:off x="4474085" y="2114775"/>
                <a:ext cx="7380000" cy="363271"/>
              </a:xfrm>
              <a:prstGeom prst="chevron">
                <a:avLst>
                  <a:gd name="adj" fmla="val 18199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2" name="グラフィックス 131" descr="メガホン 単色塗りつぶし">
                <a:extLst>
                  <a:ext uri="{FF2B5EF4-FFF2-40B4-BE49-F238E27FC236}">
                    <ns2:creationId id="{74BFF5E6-1177-5754-29E7-E27308BDD8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52864" y="2143936"/>
                <a:ext cx="304949" cy="304949"/>
              </a:xfrm>
              <a:prstGeom prst="rect">
                <a:avLst/>
              </a:prstGeom>
            </p:spPr>
          </p:pic>
          <p:pic>
            <p:nvPicPr>
              <p:cNvPr id="136" name="グラフィックス 135" descr="バッジ: チェックマーク 単色塗りつぶし">
                <a:extLst>
                  <a:ext uri="{FF2B5EF4-FFF2-40B4-BE49-F238E27FC236}">
                    <ns2:creationId id="{F3F08C0F-3591-4C05-A408-390844263C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25211" y="2143936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D79C6288-BBA1-5EFD-8850-BAAA1CAA4DC7}"/>
                </a:ext>
              </a:extLst>
            </p:cNvPr>
            <p:cNvGrpSpPr/>
            <p:nvPr/>
          </p:nvGrpSpPr>
          <p:grpSpPr>
            <a:xfrm>
              <a:off x="6197510" y="4752058"/>
              <a:ext cx="5659528" cy="1553693"/>
              <a:chOff x="6197510" y="4752058"/>
              <a:chExt cx="5659528" cy="1553693"/>
            </a:xfrm>
          </p:grpSpPr>
          <p:sp>
            <p:nvSpPr>
              <p:cNvPr id="87" name="正方形/長方形 86">
                <a:extLst>
                  <a:ext uri="{FF2B5EF4-FFF2-40B4-BE49-F238E27FC236}">
                    <ns2:creationId id="{4A64E5FB-2B2E-C0A8-58C5-6C92017530BE}"/>
                  </a:ext>
                </a:extLst>
              </p:cNvPr>
              <p:cNvSpPr/>
              <p:nvPr/>
            </p:nvSpPr>
            <p:spPr>
              <a:xfrm>
                <a:off x="6197510" y="5103734"/>
                <a:ext cx="5659528" cy="120201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188000" tIns="36000" rIns="72000" bIns="36000" rtlCol="0" anchor="ctr"/>
              <a:lstStyle/>
              <a:p>
                <a:r>
                  <a:rPr lang="ja-JP" altLang="en-US" sz="120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F2E6C62-7603-DC23-432C-BD78F559DDCB}"/>
                  </a:ext>
                </a:extLst>
              </p:cNvPr>
              <p:cNvSpPr/>
              <p:nvPr/>
            </p:nvSpPr>
            <p:spPr>
              <a:xfrm>
                <a:off x="6197510" y="4752058"/>
                <a:ext cx="5659528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BA104CF-F37A-51AD-46F0-A7A7B64628B5}"/>
                  </a:ext>
                </a:extLst>
              </p:cNvPr>
              <p:cNvSpPr/>
              <p:nvPr/>
            </p:nvSpPr>
            <p:spPr>
              <a:xfrm>
                <a:off x="6278052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676AFC61-E15F-68B8-BD3B-586E6F01650F}"/>
                  </a:ext>
                </a:extLst>
              </p:cNvPr>
              <p:cNvSpPr/>
              <p:nvPr/>
            </p:nvSpPr>
            <p:spPr>
              <a:xfrm>
                <a:off x="6278052" y="515507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09C7A022-4831-2695-4161-35A4569040E2}"/>
                  </a:ext>
                </a:extLst>
              </p:cNvPr>
              <p:cNvSpPr/>
              <p:nvPr/>
            </p:nvSpPr>
            <p:spPr>
              <a:xfrm>
                <a:off x="8144854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4DEA1C2E-066F-9A52-F480-D3C31BCA940C}"/>
                  </a:ext>
                </a:extLst>
              </p:cNvPr>
              <p:cNvSpPr/>
              <p:nvPr/>
            </p:nvSpPr>
            <p:spPr>
              <a:xfrm>
                <a:off x="8144854" y="515176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D5B70BD2-9830-8568-FCE3-469D082B8384}"/>
                  </a:ext>
                </a:extLst>
              </p:cNvPr>
              <p:cNvSpPr/>
              <p:nvPr/>
            </p:nvSpPr>
            <p:spPr>
              <a:xfrm>
                <a:off x="10011657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E9A1F9C8-4CCF-E282-F128-A6AF02F3A87C}"/>
                  </a:ext>
                </a:extLst>
              </p:cNvPr>
              <p:cNvSpPr/>
              <p:nvPr/>
            </p:nvSpPr>
            <p:spPr>
              <a:xfrm>
                <a:off x="10011657" y="5151768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8" name="グラフィックス 137" descr="手のひらと植物 単色塗りつぶし">
                <a:extLst>
                  <a:ext uri="{FF2B5EF4-FFF2-40B4-BE49-F238E27FC236}">
                    <ns2:creationId id="{60ADAE09-9961-8785-E03F-3678627ECD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848017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0" name="グループ化 19">
              <a:extLst>
                <a:ext uri="{FF2B5EF4-FFF2-40B4-BE49-F238E27FC236}">
                  <ns2:creationId id="{B95B0B74-C5CB-D132-A5C8-0C7B72CFA301}"/>
                </a:ext>
              </a:extLst>
            </p:cNvPr>
            <p:cNvGrpSpPr/>
            <p:nvPr/>
          </p:nvGrpSpPr>
          <p:grpSpPr>
            <a:xfrm>
              <a:off x="4474084" y="2540773"/>
              <a:ext cx="7382955" cy="2087925"/>
              <a:chOff x="4474084" y="2540773"/>
              <a:chExt cx="7382955" cy="2087925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025D61AE-CA3E-5481-55D1-8F816568A0DA}"/>
                  </a:ext>
                </a:extLst>
              </p:cNvPr>
              <p:cNvSpPr/>
              <p:nvPr/>
            </p:nvSpPr>
            <p:spPr>
              <a:xfrm>
                <a:off x="4474084" y="2540773"/>
                <a:ext cx="7380000" cy="47885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31A70E61-A7F7-5B7A-00E3-C1AD16070CFC}"/>
                  </a:ext>
                </a:extLst>
              </p:cNvPr>
              <p:cNvSpPr/>
              <p:nvPr/>
            </p:nvSpPr>
            <p:spPr>
              <a:xfrm>
                <a:off x="4474084" y="3031660"/>
                <a:ext cx="360000" cy="1597038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300" spc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300" b="0" i="0" u="none" strike="noStrike" kern="1200" cap="none" spc="60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27EBA8C0-ADEF-47F1-84A4-BD99974ACD7B}"/>
                  </a:ext>
                </a:extLst>
              </p:cNvPr>
              <p:cNvSpPr/>
              <p:nvPr/>
            </p:nvSpPr>
            <p:spPr>
              <a:xfrm>
                <a:off x="4834085" y="3031660"/>
                <a:ext cx="7022954" cy="15970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endPara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ホームベース 13">
                <a:extLst>
                  <a:ext uri="{FF2B5EF4-FFF2-40B4-BE49-F238E27FC236}">
                    <ns2:creationId id="{C19E83DE-D822-5ABF-3717-40DABF91BFE1}"/>
                  </a:ext>
                </a:extLst>
              </p:cNvPr>
              <p:cNvSpPr/>
              <p:nvPr/>
            </p:nvSpPr>
            <p:spPr>
              <a:xfrm rot="5400000">
                <a:off x="5077655" y="2990782"/>
                <a:ext cx="522957" cy="735428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山形 14">
                <a:extLst>
                  <a:ext uri="{FF2B5EF4-FFF2-40B4-BE49-F238E27FC236}">
                    <ns2:creationId id="{47D9D4CB-8D51-21E7-1866-EC638F150AF2}"/>
                  </a:ext>
                </a:extLst>
              </p:cNvPr>
              <p:cNvSpPr/>
              <p:nvPr/>
            </p:nvSpPr>
            <p:spPr>
              <a:xfrm rot="5400000">
                <a:off x="5077655" y="3463650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山形 14">
                <a:extLst>
                  <a:ext uri="{FF2B5EF4-FFF2-40B4-BE49-F238E27FC236}">
                    <ns2:creationId id="{4087DE3B-93CD-428E-C521-C4466AD91BBB}"/>
                  </a:ext>
                </a:extLst>
              </p:cNvPr>
              <p:cNvSpPr/>
              <p:nvPr/>
            </p:nvSpPr>
            <p:spPr>
              <a:xfrm rot="5400000">
                <a:off x="5077655" y="3936518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10304479-8B7A-1185-DF37-024381BFF973}"/>
                  </a:ext>
                </a:extLst>
              </p:cNvPr>
              <p:cNvGrpSpPr/>
              <p:nvPr/>
            </p:nvGrpSpPr>
            <p:grpSpPr>
              <a:xfrm>
                <a:off x="5781919" y="4063772"/>
                <a:ext cx="5815321" cy="399601"/>
                <a:chOff x="5897529" y="4063772"/>
                <a:chExt cx="5815321" cy="399601"/>
              </a:xfrm>
            </p:grpSpPr>
            <p:sp>
              <p:nvSpPr>
                <p:cNvPr id="69" name="四角形: 角を丸くする 68">
                  <a:extLst>
                    <a:ext uri="{FF2B5EF4-FFF2-40B4-BE49-F238E27FC236}">
                      <ns2:creationId id="{C18F3DAD-73A5-DB2A-9E84-5AEC070C4EA2}"/>
                    </a:ext>
                  </a:extLst>
                </p:cNvPr>
                <p:cNvSpPr/>
                <p:nvPr/>
              </p:nvSpPr>
              <p:spPr>
                <a:xfrm>
                  <a:off x="5897529" y="4063772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56E7841C-01DB-1B36-BE70-96544297C75A}"/>
                    </a:ext>
                  </a:extLst>
                </p:cNvPr>
                <p:cNvSpPr/>
                <p:nvPr/>
              </p:nvSpPr>
              <p:spPr>
                <a:xfrm>
                  <a:off x="7374826" y="4063773"/>
                  <a:ext cx="170735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7" name="正方形/長方形 76">
                  <a:extLst>
                    <a:ext uri="{FF2B5EF4-FFF2-40B4-BE49-F238E27FC236}">
                      <ns2:creationId id="{CF551590-A8D7-DB37-037D-382E0562B52D}"/>
                    </a:ext>
                  </a:extLst>
                </p:cNvPr>
                <p:cNvSpPr/>
                <p:nvPr/>
              </p:nvSpPr>
              <p:spPr>
                <a:xfrm>
                  <a:off x="6822135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BAF1E94D-AF5D-FFBF-AF22-EC01E8F65919}"/>
                    </a:ext>
                  </a:extLst>
                </p:cNvPr>
                <p:cNvSpPr/>
                <p:nvPr/>
              </p:nvSpPr>
              <p:spPr>
                <a:xfrm>
                  <a:off x="9270339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F469C712-11E2-6D3D-5BF2-590C6ED9F51B}"/>
                    </a:ext>
                  </a:extLst>
                </p:cNvPr>
                <p:cNvSpPr/>
                <p:nvPr/>
              </p:nvSpPr>
              <p:spPr>
                <a:xfrm>
                  <a:off x="9838479" y="4063773"/>
                  <a:ext cx="187437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F8A8B518-0BB0-8AFE-BA8C-4507D54B3B8A}"/>
                  </a:ext>
                </a:extLst>
              </p:cNvPr>
              <p:cNvGrpSpPr/>
              <p:nvPr/>
            </p:nvGrpSpPr>
            <p:grpSpPr>
              <a:xfrm>
                <a:off x="5781919" y="3097018"/>
                <a:ext cx="5494708" cy="400784"/>
                <a:chOff x="5897529" y="3118038"/>
                <a:chExt cx="5494708" cy="400784"/>
              </a:xfrm>
            </p:grpSpPr>
            <p:sp>
              <p:nvSpPr>
                <p:cNvPr id="65" name="四角形: 角を丸くする 64">
                  <a:extLst>
                    <a:ext uri="{FF2B5EF4-FFF2-40B4-BE49-F238E27FC236}">
                      <ns2:creationId id="{8E60D18D-1F48-3494-E60E-037B548ED44D}"/>
                    </a:ext>
                  </a:extLst>
                </p:cNvPr>
                <p:cNvSpPr/>
                <p:nvPr/>
              </p:nvSpPr>
              <p:spPr>
                <a:xfrm>
                  <a:off x="5897529" y="3118038"/>
                  <a:ext cx="802385" cy="400784"/>
                </a:xfrm>
                <a:prstGeom prst="roundRect">
                  <a:avLst>
                    <a:gd name="adj" fmla="val 8982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1" name="正方形/長方形 70">
                  <a:extLst>
                    <a:ext uri="{FF2B5EF4-FFF2-40B4-BE49-F238E27FC236}">
                      <ns2:creationId id="{565F214C-C8D4-5400-763B-3F0C78AAD533}"/>
                    </a:ext>
                  </a:extLst>
                </p:cNvPr>
                <p:cNvSpPr/>
                <p:nvPr/>
              </p:nvSpPr>
              <p:spPr>
                <a:xfrm>
                  <a:off x="6822134" y="3118038"/>
                  <a:ext cx="4570103" cy="400784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39" name="フローチャート: 結合子 138">
                  <a:extLst>
                    <a:ext uri="{FF2B5EF4-FFF2-40B4-BE49-F238E27FC236}">
                      <ns2:creationId id="{38C1A76C-A968-AD6C-4818-C362DB146E6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210430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9A12BCA8-40FD-89BD-7EF8-B50C0F18B314}"/>
                  </a:ext>
                </a:extLst>
              </p:cNvPr>
              <p:cNvGrpSpPr/>
              <p:nvPr/>
            </p:nvGrpSpPr>
            <p:grpSpPr>
              <a:xfrm>
                <a:off x="5781919" y="3580987"/>
                <a:ext cx="5494708" cy="399600"/>
                <a:chOff x="5897529" y="3590905"/>
                <a:chExt cx="5494708" cy="399600"/>
              </a:xfrm>
            </p:grpSpPr>
            <p:sp>
              <p:nvSpPr>
                <p:cNvPr id="67" name="四角形: 角を丸くする 66">
                  <a:extLst>
                    <a:ext uri="{FF2B5EF4-FFF2-40B4-BE49-F238E27FC236}">
                      <ns2:creationId id="{00DEF224-26C7-4CC3-7A2A-DAB9989E746E}"/>
                    </a:ext>
                  </a:extLst>
                </p:cNvPr>
                <p:cNvSpPr/>
                <p:nvPr/>
              </p:nvSpPr>
              <p:spPr>
                <a:xfrm>
                  <a:off x="5897529" y="3590905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3" name="正方形/長方形 72">
                  <a:extLst>
                    <a:ext uri="{FF2B5EF4-FFF2-40B4-BE49-F238E27FC236}">
                      <ns2:creationId id="{64930E8B-4956-9F6A-05F6-CF8D63A31354}"/>
                    </a:ext>
                  </a:extLst>
                </p:cNvPr>
                <p:cNvSpPr/>
                <p:nvPr/>
              </p:nvSpPr>
              <p:spPr>
                <a:xfrm>
                  <a:off x="6822134" y="3590905"/>
                  <a:ext cx="4570103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AI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41" name="フローチャート: 結合子 140">
                  <a:extLst>
                    <a:ext uri="{FF2B5EF4-FFF2-40B4-BE49-F238E27FC236}">
                      <ns2:creationId id="{294B84E2-9AB8-6587-184A-01A870B3892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682705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6" name="グループ化 15">
              <a:extLst>
                <a:ext uri="{FF2B5EF4-FFF2-40B4-BE49-F238E27FC236}">
                  <ns2:creationId id="{FF467AB4-B4BB-D0B6-4D1C-9C5EE9ECD85E}"/>
                </a:ext>
              </a:extLst>
            </p:cNvPr>
            <p:cNvGrpSpPr/>
            <p:nvPr/>
          </p:nvGrpSpPr>
          <p:grpSpPr>
            <a:xfrm>
              <a:off x="342447" y="2540773"/>
              <a:ext cx="4000615" cy="2087925"/>
              <a:chOff x="342447" y="2540773"/>
              <a:chExt cx="4000615" cy="2087925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25997225-225D-1223-A5C7-EA9FC712C62B}"/>
                  </a:ext>
                </a:extLst>
              </p:cNvPr>
              <p:cNvSpPr/>
              <p:nvPr/>
            </p:nvSpPr>
            <p:spPr>
              <a:xfrm>
                <a:off x="342447" y="2540773"/>
                <a:ext cx="360000" cy="1139695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5C0475BF-C1F2-FA96-3F3E-20B8D32D6313}"/>
                  </a:ext>
                </a:extLst>
              </p:cNvPr>
              <p:cNvSpPr/>
              <p:nvPr/>
            </p:nvSpPr>
            <p:spPr>
              <a:xfrm>
                <a:off x="342447" y="3792821"/>
                <a:ext cx="360000" cy="83587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A06EF09-00EC-0B4A-0D97-6EAC763378D7}"/>
                  </a:ext>
                </a:extLst>
              </p:cNvPr>
              <p:cNvSpPr/>
              <p:nvPr/>
            </p:nvSpPr>
            <p:spPr>
              <a:xfrm>
                <a:off x="702447" y="3792821"/>
                <a:ext cx="3640615" cy="83587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D3CB2582-F6EC-0C1C-2CBB-719E0EEBC4AF}"/>
                  </a:ext>
                </a:extLst>
              </p:cNvPr>
              <p:cNvSpPr/>
              <p:nvPr/>
            </p:nvSpPr>
            <p:spPr>
              <a:xfrm>
                <a:off x="702446" y="2626597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spcAft>
                    <a:spcPts val="1200"/>
                  </a:spcAft>
                  <a:buClr>
                    <a:srgbClr val="008D2E"/>
                  </a:buClr>
                  <a:buFont typeface="+mj-ea"/>
                  <a:buAutoNum type="circleNumDbPlain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05237DCC-A2C7-4507-076A-C91D7F5C8159}"/>
                  </a:ext>
                </a:extLst>
              </p:cNvPr>
              <p:cNvSpPr/>
              <p:nvPr/>
            </p:nvSpPr>
            <p:spPr>
              <a:xfrm>
                <a:off x="3317555" y="2626597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AB54AFE4-6845-E386-CEFD-361919BA6D69}"/>
                  </a:ext>
                </a:extLst>
              </p:cNvPr>
              <p:cNvSpPr/>
              <p:nvPr/>
            </p:nvSpPr>
            <p:spPr>
              <a:xfrm>
                <a:off x="3317555" y="3167604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F3B9DB2B-CA23-A401-C525-3AB6940DBE77}"/>
                  </a:ext>
                </a:extLst>
              </p:cNvPr>
              <p:cNvSpPr/>
              <p:nvPr/>
            </p:nvSpPr>
            <p:spPr>
              <a:xfrm>
                <a:off x="702446" y="3167604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buClr>
                    <a:srgbClr val="008D2E"/>
                  </a:buClr>
                  <a:buFont typeface="+mj-ea"/>
                  <a:buAutoNum type="circleNumDbPlain" startAt="2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B57FC8D3-38A7-89A8-E4A4-F90308989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2447" y="3736644"/>
                <a:ext cx="36406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624734598"/>
      </p:ext>
    </p:extLst>
  </p:cSld>
  <p:clrMapOvr>
    <a:masterClrMapping/>
  </p:clrMapOvr>
</p:sld>
</file>

<file path=ppt/slides/slide256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F080A2-CB05-5C43-B895-C37D84310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1B226FE-29A4-5AB2-F8B9-9C26031C9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/>
              <a:t>XX</a:t>
            </a:r>
            <a:endParaRPr kumimoji="1" lang="en-US"/>
          </a:p>
        </p:txBody>
      </p:sp>
      <p:sp>
        <p:nvSpPr>
          <p:cNvPr id="66" name="テキスト プレースホルダー 2">
            <a:extLst>
              <a:ext uri="{FF2B5EF4-FFF2-40B4-BE49-F238E27FC236}">
                <ns2:creationId id="{2F30393B-FD30-679F-EFD6-C3C46E26D6F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406" name="グループ化 405">
            <a:extLst>
              <a:ext uri="{FF2B5EF4-FFF2-40B4-BE49-F238E27FC236}">
                <ns2:creationId id="{E041C660-707D-29AB-4028-F2E6F71368C4}"/>
              </a:ext>
            </a:extLst>
          </p:cNvPr>
          <p:cNvGrpSpPr/>
          <p:nvPr/>
        </p:nvGrpSpPr>
        <p:grpSpPr>
          <a:xfrm>
            <a:off x="338283" y="4206853"/>
            <a:ext cx="11520000" cy="2105942"/>
            <a:chOff x="338283" y="4206853"/>
            <a:chExt cx="11520000" cy="2105942"/>
          </a:xfrm>
        </p:grpSpPr>
        <p:grpSp>
          <p:nvGrpSpPr>
            <p:cNvPr id="399" name="グループ化 398">
              <a:extLst>
                <a:ext uri="{FF2B5EF4-FFF2-40B4-BE49-F238E27FC236}">
                  <ns2:creationId id="{5FDB8F3E-2F10-2666-D79C-B478E78B2D65}"/>
                </a:ext>
              </a:extLst>
            </p:cNvPr>
            <p:cNvGrpSpPr/>
            <p:nvPr/>
          </p:nvGrpSpPr>
          <p:grpSpPr>
            <a:xfrm>
              <a:off x="338283" y="5592795"/>
              <a:ext cx="11520000" cy="720000"/>
              <a:chOff x="338283" y="5586445"/>
              <a:chExt cx="11520000" cy="720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5DEC7EA5-2206-AF49-1AD8-CCB27C6D12AF}"/>
                  </a:ext>
                </a:extLst>
              </p:cNvPr>
              <p:cNvSpPr/>
              <p:nvPr/>
            </p:nvSpPr>
            <p:spPr>
              <a:xfrm>
                <a:off x="603622" y="5628938"/>
                <a:ext cx="850738" cy="635013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D1C17AF-64AF-550E-30FE-8F30F8EC0A3B}"/>
                  </a:ext>
                </a:extLst>
              </p:cNvPr>
              <p:cNvSpPr/>
              <p:nvPr/>
            </p:nvSpPr>
            <p:spPr>
              <a:xfrm>
                <a:off x="3053467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: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)。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5" name="グループ化 94">
                <a:extLst>
                  <a:ext uri="{FF2B5EF4-FFF2-40B4-BE49-F238E27FC236}">
                    <ns2:creationId id="{E36F6798-84F7-DBF3-83D2-0AB53991F8E3}"/>
                  </a:ext>
                </a:extLst>
              </p:cNvPr>
              <p:cNvGrpSpPr/>
              <p:nvPr/>
            </p:nvGrpSpPr>
            <p:grpSpPr>
              <a:xfrm>
                <a:off x="2088987" y="5650000"/>
                <a:ext cx="900000" cy="583612"/>
                <a:chOff x="1333537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80" name="正方形/長方形 79">
                  <a:extLst>
                    <a:ext uri="{FF2B5EF4-FFF2-40B4-BE49-F238E27FC236}">
                      <ns2:creationId id="{05A8FE78-D46D-A846-A1AD-14FDE1E222C0}"/>
                    </a:ext>
                  </a:extLst>
                </p:cNvPr>
                <p:cNvSpPr/>
                <p:nvPr/>
              </p:nvSpPr>
              <p:spPr>
                <a:xfrm>
                  <a:off x="1333537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AB8C0FF-806B-A23A-978B-8A2563F7675E}"/>
                    </a:ext>
                  </a:extLst>
                </p:cNvPr>
                <p:cNvSpPr/>
                <p:nvPr/>
              </p:nvSpPr>
              <p:spPr>
                <a:xfrm>
                  <a:off x="1333537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318FF8B5-C3F1-50A9-6348-4CBEACD1C12B}"/>
                    </a:ext>
                  </a:extLst>
                </p:cNvPr>
                <p:cNvSpPr/>
                <p:nvPr/>
              </p:nvSpPr>
              <p:spPr>
                <a:xfrm>
                  <a:off x="1333537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608471A4-9052-B7AA-BC4C-C6FFA70AC767}"/>
                    </a:ext>
                  </a:extLst>
                </p:cNvPr>
                <p:cNvSpPr/>
                <p:nvPr/>
              </p:nvSpPr>
              <p:spPr>
                <a:xfrm>
                  <a:off x="1333537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88" name="正方形/長方形 87">
                <a:extLst>
                  <a:ext uri="{FF2B5EF4-FFF2-40B4-BE49-F238E27FC236}">
                    <ns2:creationId id="{6F13183F-838D-E257-49C4-E99DFED662BF}"/>
                  </a:ext>
                </a:extLst>
              </p:cNvPr>
              <p:cNvSpPr/>
              <p:nvPr/>
            </p:nvSpPr>
            <p:spPr>
              <a:xfrm>
                <a:off x="7945783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+/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4" name="グループ化 93">
                <a:extLst>
                  <a:ext uri="{FF2B5EF4-FFF2-40B4-BE49-F238E27FC236}">
                    <ns2:creationId id="{135A4CB1-7561-7B02-03AD-ACDAD67D2920}"/>
                  </a:ext>
                </a:extLst>
              </p:cNvPr>
              <p:cNvGrpSpPr/>
              <p:nvPr/>
            </p:nvGrpSpPr>
            <p:grpSpPr>
              <a:xfrm>
                <a:off x="6953363" y="5650000"/>
                <a:ext cx="900000" cy="583612"/>
                <a:chOff x="6331063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55CB6854-271A-C5F4-F3CF-8E2D2CB9E09D}"/>
                    </a:ext>
                  </a:extLst>
                </p:cNvPr>
                <p:cNvSpPr/>
                <p:nvPr/>
              </p:nvSpPr>
              <p:spPr>
                <a:xfrm>
                  <a:off x="6331063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E9BFD26-3391-BF3F-CC47-2E14D19824D4}"/>
                    </a:ext>
                  </a:extLst>
                </p:cNvPr>
                <p:cNvSpPr/>
                <p:nvPr/>
              </p:nvSpPr>
              <p:spPr>
                <a:xfrm>
                  <a:off x="6331063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93102C59-0B9D-681C-E96C-0558706B729C}"/>
                    </a:ext>
                  </a:extLst>
                </p:cNvPr>
                <p:cNvSpPr/>
                <p:nvPr/>
              </p:nvSpPr>
              <p:spPr>
                <a:xfrm>
                  <a:off x="6331063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3" name="正方形/長方形 92">
                  <a:extLst>
                    <a:ext uri="{FF2B5EF4-FFF2-40B4-BE49-F238E27FC236}">
                      <ns2:creationId id="{CF35A82B-6530-B332-120C-A675D5E380DC}"/>
                    </a:ext>
                  </a:extLst>
                </p:cNvPr>
                <p:cNvSpPr/>
                <p:nvPr/>
              </p:nvSpPr>
              <p:spPr>
                <a:xfrm>
                  <a:off x="6331063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96" name="正方形/長方形 95">
                <a:extLst>
                  <a:ext uri="{FF2B5EF4-FFF2-40B4-BE49-F238E27FC236}">
                    <ns2:creationId id="{C01734A9-4313-94A0-9EBF-C8EAB0224FC5}"/>
                  </a:ext>
                </a:extLst>
              </p:cNvPr>
              <p:cNvSpPr/>
              <p:nvPr/>
            </p:nvSpPr>
            <p:spPr>
              <a:xfrm>
                <a:off x="338283" y="5586445"/>
                <a:ext cx="11520000" cy="720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98" name="直線コネクタ 97">
              <a:extLst>
                <a:ext uri="{FF2B5EF4-FFF2-40B4-BE49-F238E27FC236}">
                  <ns2:creationId id="{795168EC-35B4-AA58-5550-93B0CA7E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728771" y="5651500"/>
              <a:ext cx="0" cy="584200"/>
            </a:xfrm>
            <a:prstGeom prst="line">
              <a:avLst/>
            </a:prstGeom>
            <a:ln w="38100">
              <a:solidFill>
                <a:srgbClr val="008D2E">
                  <a:alpha val="6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正方形/長方形 125">
              <a:extLst>
                <a:ext uri="{FF2B5EF4-FFF2-40B4-BE49-F238E27FC236}">
                  <ns2:creationId id="{3E72FE11-BED5-1640-8D05-C0D64C3E0516}"/>
                </a:ext>
              </a:extLst>
            </p:cNvPr>
            <p:cNvSpPr/>
            <p:nvPr/>
          </p:nvSpPr>
          <p:spPr>
            <a:xfrm>
              <a:off x="6636737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708C602-12A5-CF42-2871-9CA7EF75C375}"/>
                </a:ext>
              </a:extLst>
            </p:cNvPr>
            <p:cNvSpPr/>
            <p:nvPr/>
          </p:nvSpPr>
          <p:spPr>
            <a:xfrm>
              <a:off x="8561028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2B35D01B-A6D0-8F06-735F-494C9DB673E8}"/>
                </a:ext>
              </a:extLst>
            </p:cNvPr>
            <p:cNvSpPr/>
            <p:nvPr/>
          </p:nvSpPr>
          <p:spPr>
            <a:xfrm>
              <a:off x="10710033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4C4341F-2333-ADE8-8311-1C038F16785E}"/>
                </a:ext>
              </a:extLst>
            </p:cNvPr>
            <p:cNvSpPr/>
            <p:nvPr/>
          </p:nvSpPr>
          <p:spPr>
            <a:xfrm>
              <a:off x="7398556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055B2F93-ABC0-5EBF-5A52-A29CB2B2A663}"/>
                </a:ext>
              </a:extLst>
            </p:cNvPr>
            <p:cNvSpPr/>
            <p:nvPr/>
          </p:nvSpPr>
          <p:spPr>
            <a:xfrm>
              <a:off x="9398932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C718B52-E818-4CD4-3106-140E8120A417}"/>
                </a:ext>
              </a:extLst>
            </p:cNvPr>
            <p:cNvSpPr/>
            <p:nvPr/>
          </p:nvSpPr>
          <p:spPr>
            <a:xfrm>
              <a:off x="11453105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A1DC7F0F-B234-9D3E-CCCF-0C1E31476F6B}"/>
                </a:ext>
              </a:extLst>
            </p:cNvPr>
            <p:cNvSpPr/>
            <p:nvPr/>
          </p:nvSpPr>
          <p:spPr>
            <a:xfrm>
              <a:off x="2934436" y="4224853"/>
              <a:ext cx="8922602" cy="144000"/>
            </a:xfrm>
            <a:prstGeom prst="rect">
              <a:avLst/>
            </a:prstGeom>
            <a:noFill/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E5AD53D-A54E-2256-D53C-B153EB965C87}"/>
                </a:ext>
              </a:extLst>
            </p:cNvPr>
            <p:cNvSpPr/>
            <p:nvPr/>
          </p:nvSpPr>
          <p:spPr>
            <a:xfrm>
              <a:off x="346246" y="449003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B99F8F13-6EA1-5667-AF9E-A14512B60CE6}"/>
                </a:ext>
              </a:extLst>
            </p:cNvPr>
            <p:cNvSpPr/>
            <p:nvPr/>
          </p:nvSpPr>
          <p:spPr>
            <a:xfrm>
              <a:off x="1038837" y="449003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385539CD-184A-5EDA-D608-C31AC247304E}"/>
                </a:ext>
              </a:extLst>
            </p:cNvPr>
            <p:cNvSpPr/>
            <p:nvPr/>
          </p:nvSpPr>
          <p:spPr>
            <a:xfrm>
              <a:off x="3747428" y="450908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3FAE1D3-A547-65F0-02C5-EA36B6139177}"/>
                </a:ext>
              </a:extLst>
            </p:cNvPr>
            <p:cNvSpPr/>
            <p:nvPr/>
          </p:nvSpPr>
          <p:spPr>
            <a:xfrm>
              <a:off x="4260019" y="450908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0B3E03E-2857-B10B-92A9-CEBD66B71B5A}"/>
                </a:ext>
              </a:extLst>
            </p:cNvPr>
            <p:cNvSpPr/>
            <p:nvPr/>
          </p:nvSpPr>
          <p:spPr>
            <a:xfrm>
              <a:off x="5060610" y="450908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0CAE396-FE02-0AFD-C5AD-0FE48310007A}"/>
                </a:ext>
              </a:extLst>
            </p:cNvPr>
            <p:cNvSpPr/>
            <p:nvPr/>
          </p:nvSpPr>
          <p:spPr>
            <a:xfrm>
              <a:off x="346246" y="472551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889268F-9BF2-EE79-C215-6D7B2075B807}"/>
                </a:ext>
              </a:extLst>
            </p:cNvPr>
            <p:cNvSpPr/>
            <p:nvPr/>
          </p:nvSpPr>
          <p:spPr>
            <a:xfrm>
              <a:off x="1038837" y="472551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724A629-B2F1-23D8-F289-5A9F8AAC4820}"/>
                </a:ext>
              </a:extLst>
            </p:cNvPr>
            <p:cNvSpPr/>
            <p:nvPr/>
          </p:nvSpPr>
          <p:spPr>
            <a:xfrm>
              <a:off x="3747428" y="472551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BB44EC2-2376-7618-CF36-127613ADF90D}"/>
                </a:ext>
              </a:extLst>
            </p:cNvPr>
            <p:cNvSpPr/>
            <p:nvPr/>
          </p:nvSpPr>
          <p:spPr>
            <a:xfrm>
              <a:off x="4260019" y="472551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D3F0F32-5465-56A8-390D-C6FC0D79DFFC}"/>
                </a:ext>
              </a:extLst>
            </p:cNvPr>
            <p:cNvSpPr/>
            <p:nvPr/>
          </p:nvSpPr>
          <p:spPr>
            <a:xfrm>
              <a:off x="5060610" y="472551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F6C6512-66A6-8DF1-1CE8-D549B1BCCFE6}"/>
                </a:ext>
              </a:extLst>
            </p:cNvPr>
            <p:cNvSpPr/>
            <p:nvPr/>
          </p:nvSpPr>
          <p:spPr>
            <a:xfrm>
              <a:off x="346246" y="5003852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E9072E1-7D39-AB5E-8F41-DC476CF2F163}"/>
                </a:ext>
              </a:extLst>
            </p:cNvPr>
            <p:cNvSpPr/>
            <p:nvPr/>
          </p:nvSpPr>
          <p:spPr>
            <a:xfrm>
              <a:off x="1038837" y="5003852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973180D-C0C3-D81E-7260-67051F5FC5FD}"/>
                </a:ext>
              </a:extLst>
            </p:cNvPr>
            <p:cNvSpPr/>
            <p:nvPr/>
          </p:nvSpPr>
          <p:spPr>
            <a:xfrm>
              <a:off x="3747428" y="5003852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E20574E9-F0BE-589F-20C5-3A70EDAFCACA}"/>
                </a:ext>
              </a:extLst>
            </p:cNvPr>
            <p:cNvSpPr/>
            <p:nvPr/>
          </p:nvSpPr>
          <p:spPr>
            <a:xfrm>
              <a:off x="4260019" y="5003852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F52E0E9-6191-3811-CDDD-36C4AF8BFB00}"/>
                </a:ext>
              </a:extLst>
            </p:cNvPr>
            <p:cNvSpPr/>
            <p:nvPr/>
          </p:nvSpPr>
          <p:spPr>
            <a:xfrm>
              <a:off x="5060610" y="5003852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B8387195-74AD-3678-15FC-14150D4DC894}"/>
                </a:ext>
              </a:extLst>
            </p:cNvPr>
            <p:cNvSpPr/>
            <p:nvPr/>
          </p:nvSpPr>
          <p:spPr>
            <a:xfrm>
              <a:off x="346246" y="5282194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04F699A-0DCF-CBB7-9837-B07A8D32C3AA}"/>
                </a:ext>
              </a:extLst>
            </p:cNvPr>
            <p:cNvSpPr/>
            <p:nvPr/>
          </p:nvSpPr>
          <p:spPr>
            <a:xfrm>
              <a:off x="1038837" y="5282194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88BE7E0D-9680-6627-3AE6-A6E53D0084EA}"/>
                </a:ext>
              </a:extLst>
            </p:cNvPr>
            <p:cNvSpPr/>
            <p:nvPr/>
          </p:nvSpPr>
          <p:spPr>
            <a:xfrm>
              <a:off x="3747428" y="5282194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DD49833-EE61-BD4C-04EE-0594DCC00A79}"/>
                </a:ext>
              </a:extLst>
            </p:cNvPr>
            <p:cNvSpPr/>
            <p:nvPr/>
          </p:nvSpPr>
          <p:spPr>
            <a:xfrm>
              <a:off x="4260019" y="5282194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57FF3E5-EC41-C451-2B87-E5188CA88E2D}"/>
                </a:ext>
              </a:extLst>
            </p:cNvPr>
            <p:cNvSpPr/>
            <p:nvPr/>
          </p:nvSpPr>
          <p:spPr>
            <a:xfrm>
              <a:off x="5060610" y="5282194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57D1E49D-6535-7C91-63DB-05977EA23EE3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493121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93B63B8-3738-99FA-9DAA-ECF0C8820F6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493121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432E5939-D1EA-3A8B-1274-5ADD618B81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493121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CFDF14D-2F89-4A32-F50F-3D3BDB849289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493121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35564DE-CB22-EB4B-5E25-56D528A70156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5212058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022DE054-6657-DA14-B654-8BAE453FECA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5212058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6AB2349D-6829-3E16-2507-7F6995FCEC1C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5212058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F3351DAF-7F89-7D6A-1CA9-3DAAE3B82E20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5212058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218B9EA9-B9EF-50D8-C4A0-7B75A82AFDD2}"/>
                </a:ext>
              </a:extLst>
            </p:cNvPr>
            <p:cNvCxnSpPr>
              <a:cxnSpLocks/>
            </p:cNvCxnSpPr>
            <p:nvPr/>
          </p:nvCxnSpPr>
          <p:spPr>
            <a:xfrm>
              <a:off x="1031178" y="468356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61DB4A3A-5A85-EBFC-B721-28B768C52848}"/>
                </a:ext>
              </a:extLst>
            </p:cNvPr>
            <p:cNvCxnSpPr>
              <a:cxnSpLocks/>
            </p:cNvCxnSpPr>
            <p:nvPr/>
          </p:nvCxnSpPr>
          <p:spPr>
            <a:xfrm>
              <a:off x="3733225" y="468356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8360AAC2-5630-FD36-F30E-BA52CC9D6742}"/>
                </a:ext>
              </a:extLst>
            </p:cNvPr>
            <p:cNvCxnSpPr>
              <a:cxnSpLocks/>
            </p:cNvCxnSpPr>
            <p:nvPr/>
          </p:nvCxnSpPr>
          <p:spPr>
            <a:xfrm>
              <a:off x="4251385" y="468356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DD00F42C-78D6-033A-C614-F33D32653C47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64" y="468356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27D951BF-3AC3-2024-F3D6-0C5BB67EE40B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493121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F322F876-8C03-8B68-07C3-765B1023BF61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5212058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84620EE3-4A6D-64BB-F3CA-447A33AA8F07}"/>
                </a:ext>
              </a:extLst>
            </p:cNvPr>
            <p:cNvCxnSpPr>
              <a:cxnSpLocks/>
            </p:cNvCxnSpPr>
            <p:nvPr/>
          </p:nvCxnSpPr>
          <p:spPr>
            <a:xfrm>
              <a:off x="347808" y="468356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6939C686-E1F7-B12A-CD1D-355162D9A785}"/>
                </a:ext>
              </a:extLst>
            </p:cNvPr>
            <p:cNvSpPr/>
            <p:nvPr/>
          </p:nvSpPr>
          <p:spPr>
            <a:xfrm>
              <a:off x="342436" y="4224853"/>
              <a:ext cx="2592000" cy="144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ベン図 単色塗りつぶし">
              <a:extLst>
                <a:ext uri="{FF2B5EF4-FFF2-40B4-BE49-F238E27FC236}">
                  <ns2:creationId id="{0AEC4397-EC4B-6F32-E419-7F042341C8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08277" y="4206853"/>
              <a:ext cx="180000" cy="180000"/>
            </a:xfrm>
            <a:prstGeom prst="rect">
              <a:avLst/>
            </a:prstGeom>
          </p:spPr>
        </p:pic>
        <p:grpSp>
          <p:nvGrpSpPr>
            <p:cNvPr id="404" name="グループ化 403">
              <a:extLst>
                <a:ext uri="{FF2B5EF4-FFF2-40B4-BE49-F238E27FC236}">
                  <ns2:creationId id="{5D186517-2782-605A-697A-2DD9BA709177}"/>
                </a:ext>
              </a:extLst>
            </p:cNvPr>
            <p:cNvGrpSpPr/>
            <p:nvPr/>
          </p:nvGrpSpPr>
          <p:grpSpPr>
            <a:xfrm>
              <a:off x="6021528" y="4483456"/>
              <a:ext cx="5749230" cy="1012646"/>
              <a:chOff x="6021528" y="4483456"/>
              <a:chExt cx="5749230" cy="1012646"/>
            </a:xfrm>
          </p:grpSpPr>
          <p:grpSp>
            <p:nvGrpSpPr>
              <p:cNvPr id="403" name="グループ化 402">
                <a:extLst>
                  <a:ext uri="{FF2B5EF4-FFF2-40B4-BE49-F238E27FC236}">
                    <ns2:creationId id="{699872D2-E4EF-6605-717A-77709143D3D6}"/>
                  </a:ext>
                </a:extLst>
              </p:cNvPr>
              <p:cNvGrpSpPr/>
              <p:nvPr/>
            </p:nvGrpSpPr>
            <p:grpSpPr>
              <a:xfrm>
                <a:off x="6021528" y="4483456"/>
                <a:ext cx="5749230" cy="836384"/>
                <a:chOff x="6021528" y="4483456"/>
                <a:chExt cx="5749230" cy="836384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C512C5D2-AA39-DE59-DF3D-254179EDDF0D}"/>
                    </a:ext>
                  </a:extLst>
                </p:cNvPr>
                <p:cNvGrpSpPr/>
                <p:nvPr/>
              </p:nvGrpSpPr>
              <p:grpSpPr>
                <a:xfrm>
                  <a:off x="6021528" y="4483456"/>
                  <a:ext cx="1668777" cy="836384"/>
                  <a:chOff x="6021528" y="4483456"/>
                  <a:chExt cx="1668777" cy="836384"/>
                </a:xfrm>
              </p:grpSpPr>
              <p:graphicFrame>
                <p:nvGraphicFramePr>
                  <p:cNvPr id="124" name="グラフ 123">
                    <a:extLst>
                      <a:ext uri="{FF2B5EF4-FFF2-40B4-BE49-F238E27FC236}">
                        <ns2:creationId id="{B81AB211-EF3A-C710-4F84-D91E0D2B7C04}"/>
                      </a:ext>
                    </a:extLst>
                  </p:cNvPr>
                  <p:cNvGraphicFramePr/>
                  <p:nvPr/>
                </p:nvGraphicFramePr>
                <p:xfrm>
                  <a:off x="6021528" y="4483456"/>
                  <a:ext cx="1668777" cy="701320"/>
                </p:xfrm>
                <a:graphic>
                  <a:graphicData uri="http://schemas.openxmlformats.org/drawingml/2006/chart">
                    <ns5:chart r:id="rId8"/>
                  </a:graphicData>
                </a:graphic>
              </p:graphicFrame>
              <p:grpSp>
                <p:nvGrpSpPr>
                  <p:cNvPr id="145" name="グループ化 144">
                    <a:extLst>
                      <a:ext uri="{FF2B5EF4-FFF2-40B4-BE49-F238E27FC236}">
                        <ns2:creationId id="{DA934516-C765-A0FF-6EEC-F60AC4A2E8B6}"/>
                      </a:ext>
                    </a:extLst>
                  </p:cNvPr>
                  <p:cNvGrpSpPr/>
                  <p:nvPr/>
                </p:nvGrpSpPr>
                <p:grpSpPr>
                  <a:xfrm>
                    <a:off x="6142189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61" name="正方形/長方形 160">
                      <a:extLst>
                        <a:ext uri="{FF2B5EF4-FFF2-40B4-BE49-F238E27FC236}">
                          <ns2:creationId id="{DE383221-7B9F-EE77-74ED-B1BED69B5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2" name="正方形/長方形 161">
                      <a:extLst>
                        <a:ext uri="{FF2B5EF4-FFF2-40B4-BE49-F238E27FC236}">
                          <ns2:creationId id="{2D400B80-CFFC-01A8-EB7A-4E2471010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3" name="正方形/長方形 162">
                      <a:extLst>
                        <a:ext uri="{FF2B5EF4-FFF2-40B4-BE49-F238E27FC236}">
                          <ns2:creationId id="{D9372E2A-D94C-80DC-B10B-F4B02FF84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1" name="グループ化 400">
                  <a:extLst>
                    <a:ext uri="{FF2B5EF4-FFF2-40B4-BE49-F238E27FC236}">
                      <ns2:creationId id="{30D62E6C-DD4F-EA3E-B955-0DB5841C6636}"/>
                    </a:ext>
                  </a:extLst>
                </p:cNvPr>
                <p:cNvGrpSpPr/>
                <p:nvPr/>
              </p:nvGrpSpPr>
              <p:grpSpPr>
                <a:xfrm>
                  <a:off x="8061754" y="4483456"/>
                  <a:ext cx="1668777" cy="836384"/>
                  <a:chOff x="8061754" y="4483456"/>
                  <a:chExt cx="1668777" cy="836384"/>
                </a:xfrm>
              </p:grpSpPr>
              <p:graphicFrame>
                <p:nvGraphicFramePr>
                  <p:cNvPr id="128" name="グラフ 127">
                    <a:extLst>
                      <a:ext uri="{FF2B5EF4-FFF2-40B4-BE49-F238E27FC236}">
                        <ns2:creationId id="{6CDC8210-46B9-3489-9C65-A9D260D2362C}"/>
                      </a:ext>
                    </a:extLst>
                  </p:cNvPr>
                  <p:cNvGraphicFramePr/>
                  <p:nvPr/>
                </p:nvGraphicFramePr>
                <p:xfrm>
                  <a:off x="8061754" y="4483456"/>
                  <a:ext cx="1668777" cy="701320"/>
                </p:xfrm>
                <a:graphic>
                  <a:graphicData uri="http://schemas.openxmlformats.org/drawingml/2006/chart">
                    <ns5:chart r:id="rId9"/>
                  </a:graphicData>
                </a:graphic>
              </p:graphicFrame>
              <p:grpSp>
                <p:nvGrpSpPr>
                  <p:cNvPr id="146" name="グループ化 145">
                    <a:extLst>
                      <a:ext uri="{FF2B5EF4-FFF2-40B4-BE49-F238E27FC236}">
                        <ns2:creationId id="{4EB70A27-4709-444F-ADD6-E8170A4F74D1}"/>
                      </a:ext>
                    </a:extLst>
                  </p:cNvPr>
                  <p:cNvGrpSpPr/>
                  <p:nvPr/>
                </p:nvGrpSpPr>
                <p:grpSpPr>
                  <a:xfrm>
                    <a:off x="8216213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8" name="正方形/長方形 157">
                      <a:extLst>
                        <a:ext uri="{FF2B5EF4-FFF2-40B4-BE49-F238E27FC236}">
                          <ns2:creationId id="{CBA247F5-9D5B-CC74-A2CC-6A7086B78F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9" name="正方形/長方形 158">
                      <a:extLst>
                        <a:ext uri="{FF2B5EF4-FFF2-40B4-BE49-F238E27FC236}">
                          <ns2:creationId id="{A67E8EE5-9D4B-E6D9-C255-6F55E6B5B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0" name="正方形/長方形 159">
                      <a:extLst>
                        <a:ext uri="{FF2B5EF4-FFF2-40B4-BE49-F238E27FC236}">
                          <ns2:creationId id="{5BB7E083-8879-DD9F-8397-C3E62758B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0" name="グループ化 399">
                  <a:extLst>
                    <a:ext uri="{FF2B5EF4-FFF2-40B4-BE49-F238E27FC236}">
                      <ns2:creationId id="{A67E3A89-713B-4ED7-C152-F74206A3181C}"/>
                    </a:ext>
                  </a:extLst>
                </p:cNvPr>
                <p:cNvGrpSpPr/>
                <p:nvPr/>
              </p:nvGrpSpPr>
              <p:grpSpPr>
                <a:xfrm>
                  <a:off x="10101980" y="4483456"/>
                  <a:ext cx="1668778" cy="836384"/>
                  <a:chOff x="10101980" y="4483456"/>
                  <a:chExt cx="1668778" cy="836384"/>
                </a:xfrm>
              </p:grpSpPr>
              <p:graphicFrame>
                <p:nvGraphicFramePr>
                  <p:cNvPr id="130" name="グラフ 129">
                    <a:extLst>
                      <a:ext uri="{FF2B5EF4-FFF2-40B4-BE49-F238E27FC236}">
                        <ns2:creationId id="{C9745072-9C13-5570-4B70-65EEC3D2D66D}"/>
                      </a:ext>
                    </a:extLst>
                  </p:cNvPr>
                  <p:cNvGraphicFramePr/>
                  <p:nvPr/>
                </p:nvGraphicFramePr>
                <p:xfrm>
                  <a:off x="10101980" y="4483456"/>
                  <a:ext cx="1668777" cy="701320"/>
                </p:xfrm>
                <a:graphic>
                  <a:graphicData uri="http://schemas.openxmlformats.org/drawingml/2006/chart">
                    <ns5:chart r:id="rId10"/>
                  </a:graphicData>
                </a:graphic>
              </p:graphicFrame>
              <p:grpSp>
                <p:nvGrpSpPr>
                  <p:cNvPr id="147" name="グループ化 146">
                    <a:extLst>
                      <a:ext uri="{FF2B5EF4-FFF2-40B4-BE49-F238E27FC236}">
                        <ns2:creationId id="{1E83A4A7-245B-5F22-E2D9-E69209904ADB}"/>
                      </a:ext>
                    </a:extLst>
                  </p:cNvPr>
                  <p:cNvGrpSpPr/>
                  <p:nvPr/>
                </p:nvGrpSpPr>
                <p:grpSpPr>
                  <a:xfrm>
                    <a:off x="10290237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5" name="正方形/長方形 154">
                      <a:extLst>
                        <a:ext uri="{FF2B5EF4-FFF2-40B4-BE49-F238E27FC236}">
                          <ns2:creationId id="{6B8360FA-CD1C-928D-7ED1-B4FD0999D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6" name="正方形/長方形 155">
                      <a:extLst>
                        <a:ext uri="{FF2B5EF4-FFF2-40B4-BE49-F238E27FC236}">
                          <ns2:creationId id="{EB604999-EA7C-2334-35B9-578BE5F74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7" name="正方形/長方形 156">
                      <a:extLst>
                        <a:ext uri="{FF2B5EF4-FFF2-40B4-BE49-F238E27FC236}">
                          <ns2:creationId id="{C8594096-682C-AB78-B7CF-E593278D2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</p:grpSp>
          <p:grpSp>
            <p:nvGrpSpPr>
              <p:cNvPr id="392" name="グループ化 391">
                <a:extLst>
                  <a:ext uri="{FF2B5EF4-FFF2-40B4-BE49-F238E27FC236}">
                    <ns2:creationId id="{67921D60-BE6F-6A31-A438-6173E2514DC1}"/>
                  </a:ext>
                </a:extLst>
              </p:cNvPr>
              <p:cNvGrpSpPr/>
              <p:nvPr/>
            </p:nvGrpSpPr>
            <p:grpSpPr>
              <a:xfrm>
                <a:off x="7386441" y="5359243"/>
                <a:ext cx="3019404" cy="136859"/>
                <a:chOff x="7408334" y="5410039"/>
                <a:chExt cx="3019404" cy="136859"/>
              </a:xfrm>
            </p:grpSpPr>
            <p:sp>
              <p:nvSpPr>
                <p:cNvPr id="387" name="四角形: 角を丸くする 386">
                  <a:extLst>
                    <a:ext uri="{FF2B5EF4-FFF2-40B4-BE49-F238E27FC236}">
                      <ns2:creationId id="{2DA993F2-15ED-A008-7C98-F6BEF3C544F3}"/>
                    </a:ext>
                  </a:extLst>
                </p:cNvPr>
                <p:cNvSpPr/>
                <p:nvPr/>
              </p:nvSpPr>
              <p:spPr>
                <a:xfrm>
                  <a:off x="7408334" y="5410039"/>
                  <a:ext cx="3019404" cy="136859"/>
                </a:xfrm>
                <a:prstGeom prst="roundRect">
                  <a:avLst/>
                </a:prstGeom>
                <a:solidFill>
                  <a:schemeClr val="bg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390" name="グループ化 389">
                  <a:extLst>
                    <a:ext uri="{FF2B5EF4-FFF2-40B4-BE49-F238E27FC236}">
                      <ns2:creationId id="{5208D0DE-3AF1-C199-B289-BE97647F22B9}"/>
                    </a:ext>
                  </a:extLst>
                </p:cNvPr>
                <p:cNvGrpSpPr/>
                <p:nvPr/>
              </p:nvGrpSpPr>
              <p:grpSpPr>
                <a:xfrm>
                  <a:off x="7460638" y="5442468"/>
                  <a:ext cx="2914794" cy="72000"/>
                  <a:chOff x="7523313" y="5442469"/>
                  <a:chExt cx="2914794" cy="72000"/>
                </a:xfrm>
              </p:grpSpPr>
              <p:grpSp>
                <p:nvGrpSpPr>
                  <p:cNvPr id="388" name="グループ化 387">
                    <a:extLst>
                      <a:ext uri="{FF2B5EF4-FFF2-40B4-BE49-F238E27FC236}">
                        <ns2:creationId id="{97869ECA-D7D4-46BC-8E9C-98C83E88050A}"/>
                      </a:ext>
                    </a:extLst>
                  </p:cNvPr>
                  <p:cNvGrpSpPr/>
                  <p:nvPr/>
                </p:nvGrpSpPr>
                <p:grpSpPr>
                  <a:xfrm>
                    <a:off x="7523313" y="5442469"/>
                    <a:ext cx="784925" cy="72000"/>
                    <a:chOff x="6913713" y="5442469"/>
                    <a:chExt cx="784925" cy="72000"/>
                  </a:xfrm>
                </p:grpSpPr>
                <p:cxnSp>
                  <p:nvCxnSpPr>
                    <p:cNvPr id="148" name="直線コネクタ 147">
                      <a:extLst>
                        <a:ext uri="{FF2B5EF4-FFF2-40B4-BE49-F238E27FC236}">
                          <ns2:creationId id="{512F94AF-A1A7-73F7-6D31-DF122E06B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913713" y="5475133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008D2E"/>
                      </a:solidFill>
                      <a:prstDash val="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9" name="正方形/長方形 148">
                      <a:extLst>
                        <a:ext uri="{FF2B5EF4-FFF2-40B4-BE49-F238E27FC236}">
                          <ns2:creationId id="{9BFCBF9F-74F6-33B4-DC71-C393C545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38" y="5442469"/>
                      <a:ext cx="432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ja-JP" altLang="en-US" sz="6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600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  <p:grpSp>
                <p:nvGrpSpPr>
                  <p:cNvPr id="150" name="グループ化 149">
                    <a:extLst>
                      <a:ext uri="{FF2B5EF4-FFF2-40B4-BE49-F238E27FC236}">
                        <ns2:creationId id="{CFD452FA-25E5-12A2-05BA-7A7FB98B3FA4}"/>
                      </a:ext>
                    </a:extLst>
                  </p:cNvPr>
                  <p:cNvGrpSpPr/>
                  <p:nvPr/>
                </p:nvGrpSpPr>
                <p:grpSpPr>
                  <a:xfrm>
                    <a:off x="8401109" y="5442469"/>
                    <a:ext cx="1112249" cy="72000"/>
                    <a:chOff x="8459940" y="5768370"/>
                    <a:chExt cx="1112249" cy="72000"/>
                  </a:xfrm>
                </p:grpSpPr>
                <p:sp>
                  <p:nvSpPr>
                    <p:cNvPr id="153" name="正方形/長方形 152">
                      <a:extLst>
                        <a:ext uri="{FF2B5EF4-FFF2-40B4-BE49-F238E27FC236}">
                          <ns2:creationId id="{95332B1A-8F87-60E5-B32C-F93D6BECD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9940" y="5768370"/>
                      <a:ext cx="561788" cy="72000"/>
                    </a:xfrm>
                    <a:prstGeom prst="rect">
                      <a:avLst/>
                    </a:prstGeom>
                    <a:solidFill>
                      <a:srgbClr val="4CAF6C"/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6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4" name="正方形/長方形 153">
                      <a:extLst>
                        <a:ext uri="{FF2B5EF4-FFF2-40B4-BE49-F238E27FC236}">
                          <ns2:creationId id="{4E6B989D-E5C3-EF3C-38C7-588C7D55F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2189" y="5768370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4CAF6C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  <p:grpSp>
                <p:nvGrpSpPr>
                  <p:cNvPr id="389" name="グループ化 388">
                    <a:extLst>
                      <a:ext uri="{FF2B5EF4-FFF2-40B4-BE49-F238E27FC236}">
                        <ns2:creationId id="{25E0A15E-C99D-7D92-AAA2-4C8663402FE8}"/>
                      </a:ext>
                    </a:extLst>
                  </p:cNvPr>
                  <p:cNvGrpSpPr/>
                  <p:nvPr/>
                </p:nvGrpSpPr>
                <p:grpSpPr>
                  <a:xfrm>
                    <a:off x="9606228" y="5442469"/>
                    <a:ext cx="831879" cy="72000"/>
                    <a:chOff x="10190427" y="5442469"/>
                    <a:chExt cx="831879" cy="72000"/>
                  </a:xfrm>
                </p:grpSpPr>
                <p:cxnSp>
                  <p:nvCxnSpPr>
                    <p:cNvPr id="151" name="直線コネクタ 150">
                      <a:extLst>
                        <a:ext uri="{FF2B5EF4-FFF2-40B4-BE49-F238E27FC236}">
                          <ns2:creationId id="{2A6A477C-C78B-146D-CDF4-AF0CB485F9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90427" y="5477014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ED7D31"/>
                      </a:solidFill>
                      <a:prstDash val="sys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2" name="正方形/長方形 151">
                      <a:extLst>
                        <a:ext uri="{FF2B5EF4-FFF2-40B4-BE49-F238E27FC236}">
                          <ns2:creationId id="{28D97385-CAAE-48C2-3766-759105915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2306" y="5442469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ED7D3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3" name="グループ化 2">
            <a:extLst>
              <a:ext uri="{FF2B5EF4-FFF2-40B4-BE49-F238E27FC236}">
                <ns2:creationId id="{FA354A80-D044-2BBA-D4A8-E243E9FD2A59}"/>
              </a:ext>
            </a:extLst>
          </p:cNvPr>
          <p:cNvGrpSpPr/>
          <p:nvPr/>
        </p:nvGrpSpPr>
        <p:grpSpPr>
          <a:xfrm>
            <a:off x="334963" y="1628773"/>
            <a:ext cx="11529976" cy="2520001"/>
            <a:chOff x="334963" y="1628773"/>
            <a:chExt cx="11529976" cy="2520001"/>
          </a:xfrm>
        </p:grpSpPr>
        <p:sp>
          <p:nvSpPr>
            <p:cNvPr id="11" name="正方形/長方形 10">
              <a:extLst>
                <a:ext uri="{FF2B5EF4-FFF2-40B4-BE49-F238E27FC236}">
                  <ns2:creationId id="{537511D1-4143-BCBC-67F1-AE73B861804E}"/>
                </a:ext>
              </a:extLst>
            </p:cNvPr>
            <p:cNvSpPr/>
            <p:nvPr/>
          </p:nvSpPr>
          <p:spPr>
            <a:xfrm>
              <a:off x="334963" y="1810710"/>
              <a:ext cx="11522076" cy="233806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4BEBE0B-B54F-CBCB-1192-C30367BA84EE}"/>
                </a:ext>
              </a:extLst>
            </p:cNvPr>
            <p:cNvSpPr/>
            <p:nvPr/>
          </p:nvSpPr>
          <p:spPr>
            <a:xfrm>
              <a:off x="334963" y="1628773"/>
              <a:ext cx="11522076" cy="1838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85CC295-1FE5-EE75-0C17-C3157222E3CD}"/>
                </a:ext>
              </a:extLst>
            </p:cNvPr>
            <p:cNvSpPr/>
            <p:nvPr/>
          </p:nvSpPr>
          <p:spPr>
            <a:xfrm>
              <a:off x="411308" y="2128796"/>
              <a:ext cx="780375" cy="14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1573CF-0658-0CB5-BCB6-71FEC654B4C0}"/>
                </a:ext>
              </a:extLst>
            </p:cNvPr>
            <p:cNvSpPr/>
            <p:nvPr/>
          </p:nvSpPr>
          <p:spPr>
            <a:xfrm>
              <a:off x="1261719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0F0CD501-0818-9845-F0CD-F7C538926452}"/>
                </a:ext>
              </a:extLst>
            </p:cNvPr>
            <p:cNvSpPr/>
            <p:nvPr/>
          </p:nvSpPr>
          <p:spPr>
            <a:xfrm>
              <a:off x="2022305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AE24901-0290-F3BC-4BF3-FB02B3583664}"/>
                </a:ext>
              </a:extLst>
            </p:cNvPr>
            <p:cNvSpPr/>
            <p:nvPr/>
          </p:nvSpPr>
          <p:spPr>
            <a:xfrm>
              <a:off x="2782891" y="2128796"/>
              <a:ext cx="612000" cy="14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C9424365-7CDB-C9D3-960F-902669836179}"/>
                </a:ext>
              </a:extLst>
            </p:cNvPr>
            <p:cNvSpPr/>
            <p:nvPr/>
          </p:nvSpPr>
          <p:spPr>
            <a:xfrm>
              <a:off x="3543478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6119C0EC-F1AF-9518-AFFA-53F8A2358B72}"/>
                </a:ext>
              </a:extLst>
            </p:cNvPr>
            <p:cNvSpPr/>
            <p:nvPr/>
          </p:nvSpPr>
          <p:spPr>
            <a:xfrm>
              <a:off x="9412407" y="2123311"/>
              <a:ext cx="2058432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(+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795A8A5F-8316-421B-2DCE-12F3ED8FD673}"/>
                </a:ext>
              </a:extLst>
            </p:cNvPr>
            <p:cNvSpPr/>
            <p:nvPr/>
          </p:nvSpPr>
          <p:spPr>
            <a:xfrm>
              <a:off x="4736903" y="2129559"/>
              <a:ext cx="3672000" cy="180000"/>
            </a:xfrm>
            <a:prstGeom prst="round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C79C047-5D1E-ADAE-C59C-7F121378D766}"/>
                </a:ext>
              </a:extLst>
            </p:cNvPr>
            <p:cNvSpPr/>
            <p:nvPr/>
          </p:nvSpPr>
          <p:spPr>
            <a:xfrm>
              <a:off x="4317189" y="2168311"/>
              <a:ext cx="2556000" cy="540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F1CF8291-8012-E465-7E35-EFE793C862D1}"/>
                </a:ext>
              </a:extLst>
            </p:cNvPr>
            <p:cNvSpPr/>
            <p:nvPr/>
          </p:nvSpPr>
          <p:spPr>
            <a:xfrm>
              <a:off x="6892407" y="2168311"/>
              <a:ext cx="2520000" cy="54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楕円 105">
              <a:extLst>
                <a:ext uri="{FF2B5EF4-FFF2-40B4-BE49-F238E27FC236}">
                  <ns2:creationId id="{56D99FC3-8463-9C04-4E08-4BFB7D1B40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33804" y="2123311"/>
              <a:ext cx="144000" cy="144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BBA6F3F3-02DE-72C2-7579-8136A7594339}"/>
                </a:ext>
              </a:extLst>
            </p:cNvPr>
            <p:cNvSpPr/>
            <p:nvPr/>
          </p:nvSpPr>
          <p:spPr>
            <a:xfrm>
              <a:off x="411308" y="1826168"/>
              <a:ext cx="11304000" cy="28519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)+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A0F5CCEB-2E9C-A5D4-824A-C85299848294}"/>
                </a:ext>
              </a:extLst>
            </p:cNvPr>
            <p:cNvSpPr/>
            <p:nvPr/>
          </p:nvSpPr>
          <p:spPr>
            <a:xfrm>
              <a:off x="11070362" y="1673224"/>
              <a:ext cx="720000" cy="106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CSV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84" name="グループ化 383">
              <a:extLst>
                <a:ext uri="{FF2B5EF4-FFF2-40B4-BE49-F238E27FC236}">
                  <ns2:creationId id="{9622E280-36EA-B0B0-86AD-14F69521BA93}"/>
                </a:ext>
              </a:extLst>
            </p:cNvPr>
            <p:cNvGrpSpPr/>
            <p:nvPr/>
          </p:nvGrpSpPr>
          <p:grpSpPr>
            <a:xfrm>
              <a:off x="406474" y="3737546"/>
              <a:ext cx="11379054" cy="360427"/>
              <a:chOff x="411308" y="3737546"/>
              <a:chExt cx="11379054" cy="360427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03CA9FD2-9759-260E-DD63-63C30FDA4B33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69136" cy="360427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A142F9A5-2E2B-6C1C-499F-B2CA87699FE6}"/>
                  </a:ext>
                </a:extLst>
              </p:cNvPr>
              <p:cNvSpPr/>
              <p:nvPr/>
            </p:nvSpPr>
            <p:spPr>
              <a:xfrm>
                <a:off x="3606311" y="3737547"/>
                <a:ext cx="3060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+)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36B85B0C-6C4B-0B50-7486-3F1992F9DDAE}"/>
                  </a:ext>
                </a:extLst>
              </p:cNvPr>
              <p:cNvSpPr/>
              <p:nvPr/>
            </p:nvSpPr>
            <p:spPr>
              <a:xfrm>
                <a:off x="6666312" y="3737547"/>
                <a:ext cx="3816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9158C49A-D6BB-BB94-469E-404A92B39B25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379054" cy="360427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64" name="グループ化 363">
                <a:extLst>
                  <a:ext uri="{FF2B5EF4-FFF2-40B4-BE49-F238E27FC236}">
                    <ns2:creationId id="{A926FEF8-FDDD-8128-44CF-4858CF5E9691}"/>
                  </a:ext>
                </a:extLst>
              </p:cNvPr>
              <p:cNvGrpSpPr/>
              <p:nvPr/>
            </p:nvGrpSpPr>
            <p:grpSpPr>
              <a:xfrm>
                <a:off x="1636937" y="3917973"/>
                <a:ext cx="2450174" cy="180000"/>
                <a:chOff x="520407" y="3968773"/>
                <a:chExt cx="2450174" cy="180000"/>
              </a:xfrm>
            </p:grpSpPr>
            <p:sp>
              <p:nvSpPr>
                <p:cNvPr id="60" name="background">
                  <a:extLst>
                    <a:ext uri="{FF2B5EF4-FFF2-40B4-BE49-F238E27FC236}">
                      <ns2:creationId id="{947A8E76-9B12-08AF-3A22-A9C99FEEC28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52040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F81D818B-9824-33DE-1908-7675E3CC22EE}"/>
                    </a:ext>
                  </a:extLst>
                </p:cNvPr>
                <p:cNvSpPr/>
                <p:nvPr/>
              </p:nvSpPr>
              <p:spPr>
                <a:xfrm>
                  <a:off x="702581" y="3968773"/>
                  <a:ext cx="226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×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5" name="グループ化 364">
                <a:extLst>
                  <a:ext uri="{FF2B5EF4-FFF2-40B4-BE49-F238E27FC236}">
                    <ns2:creationId id="{BA6A7383-CFC0-5525-BF37-3B4A5B03B167}"/>
                  </a:ext>
                </a:extLst>
              </p:cNvPr>
              <p:cNvGrpSpPr/>
              <p:nvPr/>
            </p:nvGrpSpPr>
            <p:grpSpPr>
              <a:xfrm>
                <a:off x="4156961" y="3917973"/>
                <a:ext cx="1785361" cy="180000"/>
                <a:chOff x="3248578" y="3968773"/>
                <a:chExt cx="1785361" cy="180000"/>
              </a:xfrm>
            </p:grpSpPr>
            <p:sp>
              <p:nvSpPr>
                <p:cNvPr id="61" name="background">
                  <a:extLst>
                    <a:ext uri="{FF2B5EF4-FFF2-40B4-BE49-F238E27FC236}">
                      <ns2:creationId id="{68235A71-68C8-4AAC-EEAC-01187619130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3248578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5" name="正方形/長方形 124">
                  <a:extLst>
                    <a:ext uri="{FF2B5EF4-FFF2-40B4-BE49-F238E27FC236}">
                      <ns2:creationId id="{5F0AC869-47D4-C97E-E5DA-4718614107AB}"/>
                    </a:ext>
                  </a:extLst>
                </p:cNvPr>
                <p:cNvSpPr/>
                <p:nvPr/>
              </p:nvSpPr>
              <p:spPr>
                <a:xfrm>
                  <a:off x="3305939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6" name="グループ化 365">
                <a:extLst>
                  <a:ext uri="{FF2B5EF4-FFF2-40B4-BE49-F238E27FC236}">
                    <ns2:creationId id="{FEF8D3C8-9D4A-228B-22E4-82FE704926F3}"/>
                  </a:ext>
                </a:extLst>
              </p:cNvPr>
              <p:cNvGrpSpPr/>
              <p:nvPr/>
            </p:nvGrpSpPr>
            <p:grpSpPr>
              <a:xfrm>
                <a:off x="5942322" y="3917973"/>
                <a:ext cx="1766127" cy="180000"/>
                <a:chOff x="5341563" y="3968773"/>
                <a:chExt cx="1766127" cy="180000"/>
              </a:xfrm>
            </p:grpSpPr>
            <p:sp>
              <p:nvSpPr>
                <p:cNvPr id="62" name="background">
                  <a:extLst>
                    <a:ext uri="{FF2B5EF4-FFF2-40B4-BE49-F238E27FC236}">
                      <ns2:creationId id="{EEF7BA55-9432-09C3-43F7-60760CD8C99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5341563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3ED2A73F-CBF4-0A0F-04AD-4221B8B898E6}"/>
                    </a:ext>
                  </a:extLst>
                </p:cNvPr>
                <p:cNvSpPr/>
                <p:nvPr/>
              </p:nvSpPr>
              <p:spPr>
                <a:xfrm>
                  <a:off x="5379690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7" name="グループ化 366">
                <a:extLst>
                  <a:ext uri="{FF2B5EF4-FFF2-40B4-BE49-F238E27FC236}">
                    <ns2:creationId id="{481561E3-F780-D818-AB46-AD53F35025A4}"/>
                  </a:ext>
                </a:extLst>
              </p:cNvPr>
              <p:cNvGrpSpPr/>
              <p:nvPr/>
            </p:nvGrpSpPr>
            <p:grpSpPr>
              <a:xfrm>
                <a:off x="7632249" y="3917973"/>
                <a:ext cx="2205146" cy="180000"/>
                <a:chOff x="7334887" y="3968773"/>
                <a:chExt cx="2205146" cy="180000"/>
              </a:xfrm>
            </p:grpSpPr>
            <p:sp>
              <p:nvSpPr>
                <p:cNvPr id="63" name="background">
                  <a:extLst>
                    <a:ext uri="{FF2B5EF4-FFF2-40B4-BE49-F238E27FC236}">
                      <ns2:creationId id="{1E218A33-2609-51E4-A292-EB8F54B9381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33488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0E0F703E-0B86-E057-44C9-C7588297C808}"/>
                    </a:ext>
                  </a:extLst>
                </p:cNvPr>
                <p:cNvSpPr/>
                <p:nvPr/>
              </p:nvSpPr>
              <p:spPr>
                <a:xfrm>
                  <a:off x="7452033" y="3968773"/>
                  <a:ext cx="208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8" name="グループ化 367">
                <a:extLst>
                  <a:ext uri="{FF2B5EF4-FFF2-40B4-BE49-F238E27FC236}">
                    <ns2:creationId id="{23EC71FB-D3A8-218B-D2C0-43BDB96D777B}"/>
                  </a:ext>
                </a:extLst>
              </p:cNvPr>
              <p:cNvGrpSpPr/>
              <p:nvPr/>
            </p:nvGrpSpPr>
            <p:grpSpPr>
              <a:xfrm>
                <a:off x="9801729" y="3917973"/>
                <a:ext cx="1988633" cy="180000"/>
                <a:chOff x="9758756" y="3968773"/>
                <a:chExt cx="1988633" cy="180000"/>
              </a:xfrm>
            </p:grpSpPr>
            <p:sp>
              <p:nvSpPr>
                <p:cNvPr id="64" name="background">
                  <a:extLst>
                    <a:ext uri="{FF2B5EF4-FFF2-40B4-BE49-F238E27FC236}">
                      <ns2:creationId id="{0B2151B8-F4D4-99B6-0C71-B9D3B630D38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9758756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194C026-7292-DE25-1732-FC051F16FC3E}"/>
                    </a:ext>
                  </a:extLst>
                </p:cNvPr>
                <p:cNvSpPr/>
                <p:nvPr/>
              </p:nvSpPr>
              <p:spPr>
                <a:xfrm>
                  <a:off x="9875389" y="3968773"/>
                  <a:ext cx="1872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sp>
          <p:nvSpPr>
            <p:cNvPr id="164" name="正方形/長方形 163">
              <a:extLst>
                <a:ext uri="{FF2B5EF4-FFF2-40B4-BE49-F238E27FC236}">
                  <ns2:creationId id="{E4AE491D-E119-DE72-8AD6-68927970A3CF}"/>
                </a:ext>
              </a:extLst>
            </p:cNvPr>
            <p:cNvSpPr/>
            <p:nvPr/>
          </p:nvSpPr>
          <p:spPr>
            <a:xfrm>
              <a:off x="3288913" y="1780168"/>
              <a:ext cx="914400" cy="9144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1A27D9D1-4887-1CAD-8BFA-039ADF9D5F6E}"/>
                </a:ext>
              </a:extLst>
            </p:cNvPr>
            <p:cNvSpPr/>
            <p:nvPr/>
          </p:nvSpPr>
          <p:spPr>
            <a:xfrm>
              <a:off x="4203313" y="2295551"/>
              <a:ext cx="7653724" cy="10094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6E400994-4455-875B-8D48-FDFF5FEB519D}"/>
                </a:ext>
              </a:extLst>
            </p:cNvPr>
            <p:cNvGrpSpPr/>
            <p:nvPr/>
          </p:nvGrpSpPr>
          <p:grpSpPr>
            <a:xfrm>
              <a:off x="4745053" y="2312851"/>
              <a:ext cx="7119886" cy="1275084"/>
              <a:chOff x="4745053" y="2312851"/>
              <a:chExt cx="7119886" cy="1275084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5A111B9B-7DB9-EDB1-B1BE-9D0632D7F054}"/>
                  </a:ext>
                </a:extLst>
              </p:cNvPr>
              <p:cNvSpPr/>
              <p:nvPr/>
            </p:nvSpPr>
            <p:spPr>
              <a:xfrm>
                <a:off x="5948855" y="3390170"/>
                <a:ext cx="5916084" cy="19776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3166CA28-F4EC-BA02-DFBB-C90B76D01EE2}"/>
                  </a:ext>
                </a:extLst>
              </p:cNvPr>
              <p:cNvSpPr/>
              <p:nvPr/>
            </p:nvSpPr>
            <p:spPr>
              <a:xfrm>
                <a:off x="4745053" y="2697028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C1A81A13-EA08-90AF-45E0-D64A08636379}"/>
                  </a:ext>
                </a:extLst>
              </p:cNvPr>
              <p:cNvSpPr/>
              <p:nvPr/>
            </p:nvSpPr>
            <p:spPr>
              <a:xfrm>
                <a:off x="4745053" y="2828500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188190D1-A20B-3107-A329-9C68A794818B}"/>
                  </a:ext>
                </a:extLst>
              </p:cNvPr>
              <p:cNvSpPr/>
              <p:nvPr/>
            </p:nvSpPr>
            <p:spPr>
              <a:xfrm>
                <a:off x="4745053" y="2959972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54044DAB-447D-E2C7-4D09-17BCC958DC63}"/>
                  </a:ext>
                </a:extLst>
              </p:cNvPr>
              <p:cNvSpPr/>
              <p:nvPr/>
            </p:nvSpPr>
            <p:spPr>
              <a:xfrm>
                <a:off x="4745053" y="3222919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B5ED8384-A434-3A70-816B-432F1D26B231}"/>
                  </a:ext>
                </a:extLst>
              </p:cNvPr>
              <p:cNvSpPr/>
              <p:nvPr/>
            </p:nvSpPr>
            <p:spPr>
              <a:xfrm>
                <a:off x="4745053" y="3091444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F031094B-D89C-00AB-A5BB-86A070D61159}"/>
                  </a:ext>
                </a:extLst>
              </p:cNvPr>
              <p:cNvSpPr/>
              <p:nvPr/>
            </p:nvSpPr>
            <p:spPr>
              <a:xfrm>
                <a:off x="4745053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2EAF8CD9-5EDC-1B42-DA38-16A7BBB44A43}"/>
                  </a:ext>
                </a:extLst>
              </p:cNvPr>
              <p:cNvSpPr/>
              <p:nvPr/>
            </p:nvSpPr>
            <p:spPr>
              <a:xfrm>
                <a:off x="4745053" y="2434083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4" name="正方形/長方形 173">
                <a:extLst>
                  <a:ext uri="{FF2B5EF4-FFF2-40B4-BE49-F238E27FC236}">
                    <ns2:creationId id="{31536C7B-32DB-32A5-1B38-CA086D607756}"/>
                  </a:ext>
                </a:extLst>
              </p:cNvPr>
              <p:cNvSpPr/>
              <p:nvPr/>
            </p:nvSpPr>
            <p:spPr>
              <a:xfrm>
                <a:off x="4745053" y="2565556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60983085-886C-F9F7-77C8-5997AAD9BE30}"/>
                  </a:ext>
                </a:extLst>
              </p:cNvPr>
              <p:cNvSpPr/>
              <p:nvPr/>
            </p:nvSpPr>
            <p:spPr>
              <a:xfrm>
                <a:off x="553738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36065BF-9DE5-3CD5-F9C7-1B43460B2D63}"/>
                  </a:ext>
                </a:extLst>
              </p:cNvPr>
              <p:cNvSpPr/>
              <p:nvPr/>
            </p:nvSpPr>
            <p:spPr>
              <a:xfrm>
                <a:off x="553738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9" name="正方形/長方形 218">
                <a:extLst>
                  <a:ext uri="{FF2B5EF4-FFF2-40B4-BE49-F238E27FC236}">
                    <ns2:creationId id="{2FDFE4F4-8FD3-3257-3CB9-3685CA54B377}"/>
                  </a:ext>
                </a:extLst>
              </p:cNvPr>
              <p:cNvSpPr/>
              <p:nvPr/>
            </p:nvSpPr>
            <p:spPr>
              <a:xfrm>
                <a:off x="553738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3165BD27-932E-33D7-4993-066F8DCEF5D4}"/>
                  </a:ext>
                </a:extLst>
              </p:cNvPr>
              <p:cNvSpPr/>
              <p:nvPr/>
            </p:nvSpPr>
            <p:spPr>
              <a:xfrm>
                <a:off x="553738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7DA2D8A5-DC19-DFD9-C6AE-80C13A53BB06}"/>
                  </a:ext>
                </a:extLst>
              </p:cNvPr>
              <p:cNvSpPr/>
              <p:nvPr/>
            </p:nvSpPr>
            <p:spPr>
              <a:xfrm>
                <a:off x="553738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00EF724D-34D2-9190-FF23-058D7547F3A6}"/>
                  </a:ext>
                </a:extLst>
              </p:cNvPr>
              <p:cNvSpPr/>
              <p:nvPr/>
            </p:nvSpPr>
            <p:spPr>
              <a:xfrm>
                <a:off x="553738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正方形/長方形 254">
                <a:extLst>
                  <a:ext uri="{FF2B5EF4-FFF2-40B4-BE49-F238E27FC236}">
                    <ns2:creationId id="{B769A9F4-5E76-7998-4DAD-CAA6D22B4CA5}"/>
                  </a:ext>
                </a:extLst>
              </p:cNvPr>
              <p:cNvSpPr/>
              <p:nvPr/>
            </p:nvSpPr>
            <p:spPr>
              <a:xfrm>
                <a:off x="553738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CE23E1AB-C39A-4256-AAD5-7A5A5F5F889C}"/>
                  </a:ext>
                </a:extLst>
              </p:cNvPr>
              <p:cNvSpPr/>
              <p:nvPr/>
            </p:nvSpPr>
            <p:spPr>
              <a:xfrm>
                <a:off x="553738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8" name="直線コネクタ 67">
                <a:extLst>
                  <a:ext uri="{FF2B5EF4-FFF2-40B4-BE49-F238E27FC236}">
                    <ns2:creationId id="{19109E90-B435-7255-0F0D-8FBDDF55A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80">
                <a:extLst>
                  <a:ext uri="{FF2B5EF4-FFF2-40B4-BE49-F238E27FC236}">
                    <ns2:creationId id="{E7118BD1-D2DD-31DC-B06B-C373678919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コネクタ 198">
                <a:extLst>
                  <a:ext uri="{FF2B5EF4-FFF2-40B4-BE49-F238E27FC236}">
                    <ns2:creationId id="{CD4D7CD6-44FD-C04B-347C-B1F506650F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線コネクタ 216">
                <a:extLst>
                  <a:ext uri="{FF2B5EF4-FFF2-40B4-BE49-F238E27FC236}">
                    <ns2:creationId id="{8706130E-F8DC-336D-C30C-3405DDF56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ns2:creationId id="{049F62C6-274E-50A6-5869-9039E3A515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ns2:creationId id="{23AE676A-9021-E7D6-E307-8D28297FE5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直線コネクタ 293">
                <a:extLst>
                  <a:ext uri="{FF2B5EF4-FFF2-40B4-BE49-F238E27FC236}">
                    <ns2:creationId id="{8D0364BB-8C6A-E62C-29ED-EB3FF23618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正方形/長方形 187">
                <a:extLst>
                  <a:ext uri="{FF2B5EF4-FFF2-40B4-BE49-F238E27FC236}">
                    <ns2:creationId id="{2901CF62-1DD3-09B3-8874-8BE9B72F1E50}"/>
                  </a:ext>
                </a:extLst>
              </p:cNvPr>
              <p:cNvSpPr/>
              <p:nvPr/>
            </p:nvSpPr>
            <p:spPr>
              <a:xfrm>
                <a:off x="632836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E7CA47FD-363A-857F-54F7-F001D85BE735}"/>
                  </a:ext>
                </a:extLst>
              </p:cNvPr>
              <p:cNvSpPr/>
              <p:nvPr/>
            </p:nvSpPr>
            <p:spPr>
              <a:xfrm>
                <a:off x="632836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D62932D-F77F-6EF7-1416-4F9F861D846A}"/>
                  </a:ext>
                </a:extLst>
              </p:cNvPr>
              <p:cNvSpPr/>
              <p:nvPr/>
            </p:nvSpPr>
            <p:spPr>
              <a:xfrm>
                <a:off x="632836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41AB2449-D4DD-2E2E-66B9-CAB5749E2E3F}"/>
                  </a:ext>
                </a:extLst>
              </p:cNvPr>
              <p:cNvSpPr/>
              <p:nvPr/>
            </p:nvSpPr>
            <p:spPr>
              <a:xfrm>
                <a:off x="632836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048F70B7-4498-D9F9-A6F3-E7BB50255DFF}"/>
                  </a:ext>
                </a:extLst>
              </p:cNvPr>
              <p:cNvSpPr/>
              <p:nvPr/>
            </p:nvSpPr>
            <p:spPr>
              <a:xfrm>
                <a:off x="632836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3EC22056-17FF-3749-98FF-6EB6745AC52E}"/>
                  </a:ext>
                </a:extLst>
              </p:cNvPr>
              <p:cNvSpPr/>
              <p:nvPr/>
            </p:nvSpPr>
            <p:spPr>
              <a:xfrm>
                <a:off x="632836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B87F5EBA-18CF-B025-93C6-6B7D5306BF28}"/>
                  </a:ext>
                </a:extLst>
              </p:cNvPr>
              <p:cNvSpPr/>
              <p:nvPr/>
            </p:nvSpPr>
            <p:spPr>
              <a:xfrm>
                <a:off x="632836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47A9B654-7565-F821-9BFA-939412E0B499}"/>
                  </a:ext>
                </a:extLst>
              </p:cNvPr>
              <p:cNvSpPr/>
              <p:nvPr/>
            </p:nvSpPr>
            <p:spPr>
              <a:xfrm>
                <a:off x="632836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9" name="直線コネクタ 68">
                <a:extLst>
                  <a:ext uri="{FF2B5EF4-FFF2-40B4-BE49-F238E27FC236}">
                    <ns2:creationId id="{88FBC847-2863-40DF-959F-91BB882738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182">
                <a:extLst>
                  <a:ext uri="{FF2B5EF4-FFF2-40B4-BE49-F238E27FC236}">
                    <ns2:creationId id="{E6FD8094-F6E6-E595-90B4-80FCA65C2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直線コネクタ 200">
                <a:extLst>
                  <a:ext uri="{FF2B5EF4-FFF2-40B4-BE49-F238E27FC236}">
                    <ns2:creationId id="{B31B4237-1006-C550-FE87-61216C3119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AF99990D-89D1-9FFA-D428-99F3EC1F50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ns2:creationId id="{995E2899-E5EB-181F-3024-067B1DD07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ns2:creationId id="{A9B3D624-6243-6E7C-4EC0-1C9FD36CED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直線コネクタ 294">
                <a:extLst>
                  <a:ext uri="{FF2B5EF4-FFF2-40B4-BE49-F238E27FC236}">
                    <ns2:creationId id="{034BA194-861F-4019-A06C-251F6C27F0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正方形/長方形 189">
                <a:extLst>
                  <a:ext uri="{FF2B5EF4-FFF2-40B4-BE49-F238E27FC236}">
                    <ns2:creationId id="{B0C78333-6930-A99B-FAC1-4CC2D818897D}"/>
                  </a:ext>
                </a:extLst>
              </p:cNvPr>
              <p:cNvSpPr/>
              <p:nvPr/>
            </p:nvSpPr>
            <p:spPr>
              <a:xfrm>
                <a:off x="7119166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4A38EE6-7FB5-567A-1EEB-5D3683F753AE}"/>
                  </a:ext>
                </a:extLst>
              </p:cNvPr>
              <p:cNvSpPr/>
              <p:nvPr/>
            </p:nvSpPr>
            <p:spPr>
              <a:xfrm>
                <a:off x="7119166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1" name="正方形/長方形 220">
                <a:extLst>
                  <a:ext uri="{FF2B5EF4-FFF2-40B4-BE49-F238E27FC236}">
                    <ns2:creationId id="{CFDF0B11-418F-25AA-998F-5991DDE0823D}"/>
                  </a:ext>
                </a:extLst>
              </p:cNvPr>
              <p:cNvSpPr/>
              <p:nvPr/>
            </p:nvSpPr>
            <p:spPr>
              <a:xfrm>
                <a:off x="7119166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F4CF33F-0556-B584-F748-5E848E10F9AB}"/>
                  </a:ext>
                </a:extLst>
              </p:cNvPr>
              <p:cNvSpPr/>
              <p:nvPr/>
            </p:nvSpPr>
            <p:spPr>
              <a:xfrm>
                <a:off x="7119166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D392A5FB-15D7-8C30-89A5-4A6A082704AC}"/>
                  </a:ext>
                </a:extLst>
              </p:cNvPr>
              <p:cNvSpPr/>
              <p:nvPr/>
            </p:nvSpPr>
            <p:spPr>
              <a:xfrm>
                <a:off x="7119166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43D8D107-13B9-E77E-7A37-12A2B9089E47}"/>
                  </a:ext>
                </a:extLst>
              </p:cNvPr>
              <p:cNvSpPr/>
              <p:nvPr/>
            </p:nvSpPr>
            <p:spPr>
              <a:xfrm>
                <a:off x="7119166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A9461FB0-27D2-5379-A21E-75F0E9962203}"/>
                  </a:ext>
                </a:extLst>
              </p:cNvPr>
              <p:cNvSpPr/>
              <p:nvPr/>
            </p:nvSpPr>
            <p:spPr>
              <a:xfrm>
                <a:off x="7119166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A7D9996A-7859-6B29-254E-AA7A996FD6AB}"/>
                  </a:ext>
                </a:extLst>
              </p:cNvPr>
              <p:cNvSpPr/>
              <p:nvPr/>
            </p:nvSpPr>
            <p:spPr>
              <a:xfrm>
                <a:off x="7119166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" name="直線コネクタ 69">
                <a:extLst>
                  <a:ext uri="{FF2B5EF4-FFF2-40B4-BE49-F238E27FC236}">
                    <ns2:creationId id="{5DAABB8D-B0EB-944A-BD99-35B6F57B3C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184">
                <a:extLst>
                  <a:ext uri="{FF2B5EF4-FFF2-40B4-BE49-F238E27FC236}">
                    <ns2:creationId id="{E6B959DF-C540-CFDF-D300-A5CBC66D3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5DFF47BD-FBF2-1C36-ACCA-4B3918DAD8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ns2:creationId id="{8853DEC5-9B92-E35F-6BBC-173B1D2CC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2111D0E9-DE0F-B573-B09D-273E64614B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ns2:creationId id="{2B38EEEF-446B-15A6-199B-3F2B618917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19DC4F73-DED7-718B-198B-3B27D8060D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正方形/長方形 191">
                <a:extLst>
                  <a:ext uri="{FF2B5EF4-FFF2-40B4-BE49-F238E27FC236}">
                    <ns2:creationId id="{1EDB8294-D654-628F-4ED0-A8FD424E8560}"/>
                  </a:ext>
                </a:extLst>
              </p:cNvPr>
              <p:cNvSpPr/>
              <p:nvPr/>
            </p:nvSpPr>
            <p:spPr>
              <a:xfrm>
                <a:off x="7911145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7FF09FFE-9632-D042-4181-5D7DBFADD868}"/>
                  </a:ext>
                </a:extLst>
              </p:cNvPr>
              <p:cNvSpPr/>
              <p:nvPr/>
            </p:nvSpPr>
            <p:spPr>
              <a:xfrm>
                <a:off x="7911145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87163DBD-173A-47CB-201D-E709C3AA112F}"/>
                  </a:ext>
                </a:extLst>
              </p:cNvPr>
              <p:cNvSpPr/>
              <p:nvPr/>
            </p:nvSpPr>
            <p:spPr>
              <a:xfrm>
                <a:off x="7911145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EFEA05BC-F5D0-8648-861E-8E10EC2CCA90}"/>
                  </a:ext>
                </a:extLst>
              </p:cNvPr>
              <p:cNvSpPr/>
              <p:nvPr/>
            </p:nvSpPr>
            <p:spPr>
              <a:xfrm>
                <a:off x="7911145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A23D0D4-A115-6798-6EFA-990ECFEAB2FE}"/>
                  </a:ext>
                </a:extLst>
              </p:cNvPr>
              <p:cNvSpPr/>
              <p:nvPr/>
            </p:nvSpPr>
            <p:spPr>
              <a:xfrm>
                <a:off x="7911145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08943C4D-A701-88D8-5023-C56BC3812249}"/>
                  </a:ext>
                </a:extLst>
              </p:cNvPr>
              <p:cNvSpPr/>
              <p:nvPr/>
            </p:nvSpPr>
            <p:spPr>
              <a:xfrm>
                <a:off x="7911145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05FDBB54-CF08-6A09-36AC-AEA8F33EAE3F}"/>
                  </a:ext>
                </a:extLst>
              </p:cNvPr>
              <p:cNvSpPr/>
              <p:nvPr/>
            </p:nvSpPr>
            <p:spPr>
              <a:xfrm>
                <a:off x="7911145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47934391-9269-7DD6-3DC4-272767D1E5D7}"/>
                  </a:ext>
                </a:extLst>
              </p:cNvPr>
              <p:cNvSpPr/>
              <p:nvPr/>
            </p:nvSpPr>
            <p:spPr>
              <a:xfrm>
                <a:off x="7911145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" name="直線コネクタ 70">
                <a:extLst>
                  <a:ext uri="{FF2B5EF4-FFF2-40B4-BE49-F238E27FC236}">
                    <ns2:creationId id="{C2931CCE-DD8C-FAF9-EDCF-1D694106FC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186">
                <a:extLst>
                  <a:ext uri="{FF2B5EF4-FFF2-40B4-BE49-F238E27FC236}">
                    <ns2:creationId id="{4C94B17B-C20B-0D25-8372-712A017F2A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DE8594F3-A23C-74F6-C4F8-89A179ADDE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EBD40FE-0EE9-A926-3553-299CD5770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ns2:creationId id="{DB0A919A-C927-F1B3-98BB-1389207B97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ns2:creationId id="{B0375C54-274F-2D6E-214A-403F0B6DD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4A60036A-5A5D-FF87-611F-D73C8A03C6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正方形/長方形 193">
                <a:extLst>
                  <a:ext uri="{FF2B5EF4-FFF2-40B4-BE49-F238E27FC236}">
                    <ns2:creationId id="{583B0D4E-70E5-D74D-9C1C-F18D5821673E}"/>
                  </a:ext>
                </a:extLst>
              </p:cNvPr>
              <p:cNvSpPr/>
              <p:nvPr/>
            </p:nvSpPr>
            <p:spPr>
              <a:xfrm>
                <a:off x="8704471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0" name="正方形/長方形 209">
                <a:extLst>
                  <a:ext uri="{FF2B5EF4-FFF2-40B4-BE49-F238E27FC236}">
                    <ns2:creationId id="{D1283271-776B-44A4-2046-5B5EEEBBDD1D}"/>
                  </a:ext>
                </a:extLst>
              </p:cNvPr>
              <p:cNvSpPr/>
              <p:nvPr/>
            </p:nvSpPr>
            <p:spPr>
              <a:xfrm>
                <a:off x="8704471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3" name="正方形/長方形 222">
                <a:extLst>
                  <a:ext uri="{FF2B5EF4-FFF2-40B4-BE49-F238E27FC236}">
                    <ns2:creationId id="{4D9EEB89-ADB8-11E1-C4CA-1C22F2AF9BAF}"/>
                  </a:ext>
                </a:extLst>
              </p:cNvPr>
              <p:cNvSpPr/>
              <p:nvPr/>
            </p:nvSpPr>
            <p:spPr>
              <a:xfrm>
                <a:off x="8704471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108ACC9-87ED-EDD4-4926-CB9D7B9C522A}"/>
                  </a:ext>
                </a:extLst>
              </p:cNvPr>
              <p:cNvSpPr/>
              <p:nvPr/>
            </p:nvSpPr>
            <p:spPr>
              <a:xfrm>
                <a:off x="8704471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DE63CD36-0E3E-FA8A-38DE-661812D655ED}"/>
                  </a:ext>
                </a:extLst>
              </p:cNvPr>
              <p:cNvSpPr/>
              <p:nvPr/>
            </p:nvSpPr>
            <p:spPr>
              <a:xfrm>
                <a:off x="8704471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C23578BE-FE0B-1498-F284-77B4BA466ADC}"/>
                  </a:ext>
                </a:extLst>
              </p:cNvPr>
              <p:cNvSpPr/>
              <p:nvPr/>
            </p:nvSpPr>
            <p:spPr>
              <a:xfrm>
                <a:off x="8704471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201032B-104D-4B27-61E8-ABB528A2D39F}"/>
                  </a:ext>
                </a:extLst>
              </p:cNvPr>
              <p:cNvSpPr/>
              <p:nvPr/>
            </p:nvSpPr>
            <p:spPr>
              <a:xfrm>
                <a:off x="8704471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F46D012B-57C5-385B-043A-D36C7D270F7E}"/>
                  </a:ext>
                </a:extLst>
              </p:cNvPr>
              <p:cNvSpPr/>
              <p:nvPr/>
            </p:nvSpPr>
            <p:spPr>
              <a:xfrm>
                <a:off x="8704471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" name="直線コネクタ 71">
                <a:extLst>
                  <a:ext uri="{FF2B5EF4-FFF2-40B4-BE49-F238E27FC236}">
                    <ns2:creationId id="{2DCB3C34-6AF5-9A0A-C188-E8643EECB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188">
                <a:extLst>
                  <a:ext uri="{FF2B5EF4-FFF2-40B4-BE49-F238E27FC236}">
                    <ns2:creationId id="{CEDC6620-47C5-4AC5-B0C2-A9B6FA78E4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ns2:creationId id="{D1A7047A-FB6F-C08B-2B4A-663A2416E7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直線コネクタ 244">
                <a:extLst>
                  <a:ext uri="{FF2B5EF4-FFF2-40B4-BE49-F238E27FC236}">
                    <ns2:creationId id="{E739D3E0-7E93-E6A1-EB68-AEFDA151AC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ns2:creationId id="{75EDC83C-C0DC-6826-52FE-971A07B20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ns2:creationId id="{C015E532-C514-3253-4450-280F15F1B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00EC6F92-16E0-4246-D813-9E05AA1D15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正方形/長方形 199">
                <a:extLst>
                  <a:ext uri="{FF2B5EF4-FFF2-40B4-BE49-F238E27FC236}">
                    <ns2:creationId id="{60A8F0E4-B615-D217-EA44-622FC12442F5}"/>
                  </a:ext>
                </a:extLst>
              </p:cNvPr>
              <p:cNvSpPr/>
              <p:nvPr/>
            </p:nvSpPr>
            <p:spPr>
              <a:xfrm>
                <a:off x="11092532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1A55D823-29AA-46F3-CCFE-8FDB4C521A86}"/>
                  </a:ext>
                </a:extLst>
              </p:cNvPr>
              <p:cNvSpPr/>
              <p:nvPr/>
            </p:nvSpPr>
            <p:spPr>
              <a:xfrm>
                <a:off x="11092532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E6FC1C0C-BEA7-62D1-9345-5C80FFED652F}"/>
                  </a:ext>
                </a:extLst>
              </p:cNvPr>
              <p:cNvSpPr/>
              <p:nvPr/>
            </p:nvSpPr>
            <p:spPr>
              <a:xfrm>
                <a:off x="11092532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60D6ADBD-D48B-FF05-A42E-8654EC2B1454}"/>
                  </a:ext>
                </a:extLst>
              </p:cNvPr>
              <p:cNvSpPr/>
              <p:nvPr/>
            </p:nvSpPr>
            <p:spPr>
              <a:xfrm>
                <a:off x="11092532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1CDA2FB3-32AE-FCB6-2FF3-2E9ED5E78257}"/>
                  </a:ext>
                </a:extLst>
              </p:cNvPr>
              <p:cNvSpPr/>
              <p:nvPr/>
            </p:nvSpPr>
            <p:spPr>
              <a:xfrm>
                <a:off x="11092532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正方形/長方形 252">
                <a:extLst>
                  <a:ext uri="{FF2B5EF4-FFF2-40B4-BE49-F238E27FC236}">
                    <ns2:creationId id="{D4017144-4060-3FD5-0B39-5515A2D37AEC}"/>
                  </a:ext>
                </a:extLst>
              </p:cNvPr>
              <p:cNvSpPr/>
              <p:nvPr/>
            </p:nvSpPr>
            <p:spPr>
              <a:xfrm>
                <a:off x="11092532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4C3D519B-F2A7-48AF-68FC-4E3F44E670B0}"/>
                  </a:ext>
                </a:extLst>
              </p:cNvPr>
              <p:cNvSpPr/>
              <p:nvPr/>
            </p:nvSpPr>
            <p:spPr>
              <a:xfrm>
                <a:off x="11092532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A297A3BE-7E71-A8EA-1E8E-F72D2DCDFEC5}"/>
                  </a:ext>
                </a:extLst>
              </p:cNvPr>
              <p:cNvSpPr/>
              <p:nvPr/>
            </p:nvSpPr>
            <p:spPr>
              <a:xfrm>
                <a:off x="11092532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4E68A345-654E-BA99-782D-9B09ECDAA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E3FD111F-C9A7-B6CC-2808-2CD5295D87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線コネクタ 208">
                <a:extLst>
                  <a:ext uri="{FF2B5EF4-FFF2-40B4-BE49-F238E27FC236}">
                    <ns2:creationId id="{C83916A4-7476-B0B4-8530-B9B879C837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ns2:creationId id="{E75C92CF-E536-6E0C-86AB-4B4A35019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ns2:creationId id="{6DDC9FE1-419C-138B-4BBB-449505B9C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ns2:creationId id="{76D20872-7F8F-7E0C-C278-8F8FDFF990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31D1ECB5-CCD5-60BA-5922-13074D5F7B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正方形/長方形 195">
                <a:extLst>
                  <a:ext uri="{FF2B5EF4-FFF2-40B4-BE49-F238E27FC236}">
                    <ns2:creationId id="{C351C77A-1D67-1EDE-A96D-BEE002203098}"/>
                  </a:ext>
                </a:extLst>
              </p:cNvPr>
              <p:cNvSpPr/>
              <p:nvPr/>
            </p:nvSpPr>
            <p:spPr>
              <a:xfrm>
                <a:off x="949914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2" name="正方形/長方形 211">
                <a:extLst>
                  <a:ext uri="{FF2B5EF4-FFF2-40B4-BE49-F238E27FC236}">
                    <ns2:creationId id="{2B1F209D-EF43-7DBB-A5E5-82BE2723CA3D}"/>
                  </a:ext>
                </a:extLst>
              </p:cNvPr>
              <p:cNvSpPr/>
              <p:nvPr/>
            </p:nvSpPr>
            <p:spPr>
              <a:xfrm>
                <a:off x="949914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D15BABF8-928A-7D97-EA18-31D6909C4BDA}"/>
                  </a:ext>
                </a:extLst>
              </p:cNvPr>
              <p:cNvSpPr/>
              <p:nvPr/>
            </p:nvSpPr>
            <p:spPr>
              <a:xfrm>
                <a:off x="949914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3DE3B91-ADFC-AE88-4632-6AF28F0FA679}"/>
                  </a:ext>
                </a:extLst>
              </p:cNvPr>
              <p:cNvSpPr/>
              <p:nvPr/>
            </p:nvSpPr>
            <p:spPr>
              <a:xfrm>
                <a:off x="949914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DECEAA8D-07FF-9575-9D75-81A5E18A596A}"/>
                  </a:ext>
                </a:extLst>
              </p:cNvPr>
              <p:cNvSpPr/>
              <p:nvPr/>
            </p:nvSpPr>
            <p:spPr>
              <a:xfrm>
                <a:off x="949914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正方形/長方形 250">
                <a:extLst>
                  <a:ext uri="{FF2B5EF4-FFF2-40B4-BE49-F238E27FC236}">
                    <ns2:creationId id="{4AFAB72A-86A4-B553-08F4-3314F995866D}"/>
                  </a:ext>
                </a:extLst>
              </p:cNvPr>
              <p:cNvSpPr/>
              <p:nvPr/>
            </p:nvSpPr>
            <p:spPr>
              <a:xfrm>
                <a:off x="949914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C05B953F-7703-C9C2-5026-B68DC4AE07D3}"/>
                  </a:ext>
                </a:extLst>
              </p:cNvPr>
              <p:cNvSpPr/>
              <p:nvPr/>
            </p:nvSpPr>
            <p:spPr>
              <a:xfrm>
                <a:off x="949914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6143B6BA-3B13-35CC-8EC1-A630FBB58ADB}"/>
                  </a:ext>
                </a:extLst>
              </p:cNvPr>
              <p:cNvSpPr/>
              <p:nvPr/>
            </p:nvSpPr>
            <p:spPr>
              <a:xfrm>
                <a:off x="949914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5E1D2F32-8259-9CF6-74CF-9B0FB006FC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576A63A7-2DE4-B834-89D1-1A72BF7BA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ns2:creationId id="{81C3CAFA-A51C-3A93-91E3-28FB67507D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ns2:creationId id="{CA77058D-110C-E4BF-A099-737566F23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ns2:creationId id="{8C68D634-D69B-B364-1661-B491203C2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ns2:creationId id="{99C8ACE1-9123-1997-B358-8A760507A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EBACDE69-E413-61FB-7430-10038C179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正方形/長方形 197">
                <a:extLst>
                  <a:ext uri="{FF2B5EF4-FFF2-40B4-BE49-F238E27FC236}">
                    <ns2:creationId id="{7DBFDE64-F4C2-1BF5-9FEF-1324104FB595}"/>
                  </a:ext>
                </a:extLst>
              </p:cNvPr>
              <p:cNvSpPr/>
              <p:nvPr/>
            </p:nvSpPr>
            <p:spPr>
              <a:xfrm>
                <a:off x="1029516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4" name="正方形/長方形 213">
                <a:extLst>
                  <a:ext uri="{FF2B5EF4-FFF2-40B4-BE49-F238E27FC236}">
                    <ns2:creationId id="{4AB95D33-483F-8B4A-EEC2-87DE921E55DF}"/>
                  </a:ext>
                </a:extLst>
              </p:cNvPr>
              <p:cNvSpPr/>
              <p:nvPr/>
            </p:nvSpPr>
            <p:spPr>
              <a:xfrm>
                <a:off x="1029516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5" name="正方形/長方形 224">
                <a:extLst>
                  <a:ext uri="{FF2B5EF4-FFF2-40B4-BE49-F238E27FC236}">
                    <ns2:creationId id="{D7A95EC5-DD1B-F12B-4D82-FD1331DB734A}"/>
                  </a:ext>
                </a:extLst>
              </p:cNvPr>
              <p:cNvSpPr/>
              <p:nvPr/>
            </p:nvSpPr>
            <p:spPr>
              <a:xfrm>
                <a:off x="1029516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758CE98-5F84-A3FC-F7B0-3B67613AFD5F}"/>
                  </a:ext>
                </a:extLst>
              </p:cNvPr>
              <p:cNvSpPr/>
              <p:nvPr/>
            </p:nvSpPr>
            <p:spPr>
              <a:xfrm>
                <a:off x="1029516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159BE5BC-8A33-EF1A-8F6E-AFC1D62ED7CB}"/>
                  </a:ext>
                </a:extLst>
              </p:cNvPr>
              <p:cNvSpPr/>
              <p:nvPr/>
            </p:nvSpPr>
            <p:spPr>
              <a:xfrm>
                <a:off x="1029516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4B068488-AC1F-0A24-4DF7-C22B4C562FD8}"/>
                  </a:ext>
                </a:extLst>
              </p:cNvPr>
              <p:cNvSpPr/>
              <p:nvPr/>
            </p:nvSpPr>
            <p:spPr>
              <a:xfrm>
                <a:off x="1029516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E3967CD1-F6D4-0497-2021-658AC5B68650}"/>
                  </a:ext>
                </a:extLst>
              </p:cNvPr>
              <p:cNvSpPr/>
              <p:nvPr/>
            </p:nvSpPr>
            <p:spPr>
              <a:xfrm>
                <a:off x="1029516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0" name="正方形/長方形 269">
                <a:extLst>
                  <a:ext uri="{FF2B5EF4-FFF2-40B4-BE49-F238E27FC236}">
                    <ns2:creationId id="{CCEBB4DE-4CDE-B440-A708-F1DEA64DB204}"/>
                  </a:ext>
                </a:extLst>
              </p:cNvPr>
              <p:cNvSpPr/>
              <p:nvPr/>
            </p:nvSpPr>
            <p:spPr>
              <a:xfrm>
                <a:off x="1029516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8D42417C-30D9-3418-A55F-5F706C5B7E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E0A2BA21-3B90-30C4-9774-B1763E6D2C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0289AB41-49C6-B04C-F580-3B64FE245A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ns2:creationId id="{C72711EA-F843-D4FF-8FB1-EEE1532473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80187053-DC71-3335-72A0-8AF68394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ns2:creationId id="{AF22409D-F4EE-FB05-B502-2D2FB9CA35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EE9EFBB2-851C-5C5F-A480-C474DBA6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59" name="グラフィックス 58" descr="翼の付いたお金 単色塗りつぶし">
              <a:extLst>
                <a:ext uri="{FF2B5EF4-FFF2-40B4-BE49-F238E27FC236}">
                  <ns2:creationId id="{44731A6B-8CA9-3BC9-E1F5-7DDFEAAFDC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220190" y="1630710"/>
              <a:ext cx="180000" cy="180000"/>
            </a:xfrm>
            <a:prstGeom prst="rect">
              <a:avLst/>
            </a:prstGeom>
          </p:spPr>
        </p:pic>
        <p:graphicFrame>
          <p:nvGraphicFramePr>
            <p:cNvPr id="139" name="グラフ 138">
              <a:extLst>
                <a:ext uri="{FF2B5EF4-FFF2-40B4-BE49-F238E27FC236}">
                  <ns2:creationId id="{52E27EA2-30AE-2966-0C39-90DECB063497}"/>
                </a:ext>
              </a:extLst>
            </p:cNvPr>
            <p:cNvGraphicFramePr/>
            <p:nvPr/>
          </p:nvGraphicFramePr>
          <p:xfrm>
            <a:off x="578425" y="2922053"/>
            <a:ext cx="3504360" cy="578385"/>
          </p:xfrm>
          <a:graphic>
            <a:graphicData uri="http://schemas.openxmlformats.org/drawingml/2006/chart">
              <ns5:chart r:id="rId12"/>
            </a:graphicData>
          </a:graphic>
        </p:graphicFrame>
        <p:sp>
          <p:nvSpPr>
            <p:cNvPr id="167" name="正方形/長方形 166">
              <a:extLst>
                <a:ext uri="{FF2B5EF4-FFF2-40B4-BE49-F238E27FC236}">
                  <ns2:creationId id="{C1066AF3-4C9C-8E34-0381-EEBCDA5AA28C}"/>
                </a:ext>
              </a:extLst>
            </p:cNvPr>
            <p:cNvSpPr/>
            <p:nvPr/>
          </p:nvSpPr>
          <p:spPr>
            <a:xfrm>
              <a:off x="444790" y="3053489"/>
              <a:ext cx="189862" cy="24491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70" name="グループ化 369">
              <a:extLst>
                <a:ext uri="{FF2B5EF4-FFF2-40B4-BE49-F238E27FC236}">
                  <ns2:creationId id="{1589EBEF-C1AC-5E0C-A468-7A758AC645BB}"/>
                </a:ext>
              </a:extLst>
            </p:cNvPr>
            <p:cNvGrpSpPr/>
            <p:nvPr/>
          </p:nvGrpSpPr>
          <p:grpSpPr>
            <a:xfrm>
              <a:off x="411307" y="2434083"/>
              <a:ext cx="4092146" cy="521147"/>
              <a:chOff x="411307" y="2359682"/>
              <a:chExt cx="4092146" cy="521147"/>
            </a:xfrm>
          </p:grpSpPr>
          <p:sp>
            <p:nvSpPr>
              <p:cNvPr id="166" name="正方形/長方形 165">
                <a:extLst>
                  <a:ext uri="{FF2B5EF4-FFF2-40B4-BE49-F238E27FC236}">
                    <ns2:creationId id="{A6F7313E-AF5B-0591-F04D-52616EB34A64}"/>
                  </a:ext>
                </a:extLst>
              </p:cNvPr>
              <p:cNvSpPr/>
              <p:nvPr/>
            </p:nvSpPr>
            <p:spPr>
              <a:xfrm>
                <a:off x="676089" y="2784675"/>
                <a:ext cx="1870800" cy="961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B696FF7-641E-5915-A9BB-CC0DCDA88151}"/>
                  </a:ext>
                </a:extLst>
              </p:cNvPr>
              <p:cNvSpPr/>
              <p:nvPr/>
            </p:nvSpPr>
            <p:spPr>
              <a:xfrm>
                <a:off x="411307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4BDE925-5673-21E3-A557-F5CD3D91CA7B}"/>
                  </a:ext>
                </a:extLst>
              </p:cNvPr>
              <p:cNvSpPr/>
              <p:nvPr/>
            </p:nvSpPr>
            <p:spPr>
              <a:xfrm>
                <a:off x="1077537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BFA04BE0-A9F2-2D9C-F38F-E89E076434EA}"/>
                  </a:ext>
                </a:extLst>
              </p:cNvPr>
              <p:cNvSpPr/>
              <p:nvPr/>
            </p:nvSpPr>
            <p:spPr>
              <a:xfrm>
                <a:off x="1782266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DD96F1E0-8508-75FE-16C1-125CB3CF9841}"/>
                  </a:ext>
                </a:extLst>
              </p:cNvPr>
              <p:cNvSpPr/>
              <p:nvPr/>
            </p:nvSpPr>
            <p:spPr>
              <a:xfrm>
                <a:off x="2448496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45450C60-843D-641E-9118-3E925AC362FC}"/>
                  </a:ext>
                </a:extLst>
              </p:cNvPr>
              <p:cNvSpPr/>
              <p:nvPr/>
            </p:nvSpPr>
            <p:spPr>
              <a:xfrm>
                <a:off x="3153225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A2E3262-FE04-21CE-141A-35F2C7724652}"/>
                  </a:ext>
                </a:extLst>
              </p:cNvPr>
              <p:cNvSpPr/>
              <p:nvPr/>
            </p:nvSpPr>
            <p:spPr>
              <a:xfrm>
                <a:off x="3819453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CCBCEBD5-3648-99CE-C087-DC6E176BEA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6911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0FBDBAB0-6196-E0BE-C407-30D4A30928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0949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94474B38-BEF8-6F72-1865-0F0F5CC626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30248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" name="グループ化 377">
              <a:extLst>
                <a:ext uri="{FF2B5EF4-FFF2-40B4-BE49-F238E27FC236}">
                  <ns2:creationId id="{155482B6-8DE7-506F-18F4-D9BDEB13DA7E}"/>
                </a:ext>
              </a:extLst>
            </p:cNvPr>
            <p:cNvGrpSpPr/>
            <p:nvPr/>
          </p:nvGrpSpPr>
          <p:grpSpPr>
            <a:xfrm>
              <a:off x="1320109" y="3543579"/>
              <a:ext cx="2020993" cy="136859"/>
              <a:chOff x="1317808" y="3543579"/>
              <a:chExt cx="2020993" cy="136859"/>
            </a:xfrm>
          </p:grpSpPr>
          <p:sp>
            <p:nvSpPr>
              <p:cNvPr id="375" name="四角形: 角を丸くする 374">
                <a:extLst>
                  <a:ext uri="{FF2B5EF4-FFF2-40B4-BE49-F238E27FC236}">
                    <ns2:creationId id="{2088A08D-F8A7-172D-9FA0-2B25F2F5AB11}"/>
                  </a:ext>
                </a:extLst>
              </p:cNvPr>
              <p:cNvSpPr/>
              <p:nvPr/>
            </p:nvSpPr>
            <p:spPr>
              <a:xfrm>
                <a:off x="1317808" y="3543579"/>
                <a:ext cx="2020993" cy="136859"/>
              </a:xfrm>
              <a:prstGeom prst="roundRect">
                <a:avLst/>
              </a:prstGeom>
              <a:solidFill>
                <a:schemeClr val="bg2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7" name="グループ化 376">
                <a:extLst>
                  <a:ext uri="{FF2B5EF4-FFF2-40B4-BE49-F238E27FC236}">
                    <ns2:creationId id="{C8F16A07-C82F-CC61-DF29-CE42D11D0C38}"/>
                  </a:ext>
                </a:extLst>
              </p:cNvPr>
              <p:cNvGrpSpPr/>
              <p:nvPr/>
            </p:nvGrpSpPr>
            <p:grpSpPr>
              <a:xfrm>
                <a:off x="1435265" y="3576008"/>
                <a:ext cx="1786078" cy="72000"/>
                <a:chOff x="1435265" y="3576008"/>
                <a:chExt cx="1786078" cy="72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6DA8DDB9-8E74-70E0-B303-FEBE25B1B53D}"/>
                    </a:ext>
                  </a:extLst>
                </p:cNvPr>
                <p:cNvSpPr/>
                <p:nvPr/>
              </p:nvSpPr>
              <p:spPr>
                <a:xfrm>
                  <a:off x="2519723" y="3576008"/>
                  <a:ext cx="363666" cy="7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6789233-BAE3-1AAE-5542-07E58773C61F}"/>
                    </a:ext>
                  </a:extLst>
                </p:cNvPr>
                <p:cNvSpPr/>
                <p:nvPr/>
              </p:nvSpPr>
              <p:spPr>
                <a:xfrm>
                  <a:off x="2871781" y="3576008"/>
                  <a:ext cx="349562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7BC24803-BE4B-7E4B-B791-9DEF468464B8}"/>
                    </a:ext>
                  </a:extLst>
                </p:cNvPr>
                <p:cNvSpPr/>
                <p:nvPr/>
              </p:nvSpPr>
              <p:spPr>
                <a:xfrm>
                  <a:off x="1435265" y="3576008"/>
                  <a:ext cx="363666" cy="72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24C5DAED-7B2C-2DC5-FA67-1200314A1DBD}"/>
                    </a:ext>
                  </a:extLst>
                </p:cNvPr>
                <p:cNvSpPr/>
                <p:nvPr/>
              </p:nvSpPr>
              <p:spPr>
                <a:xfrm>
                  <a:off x="1805703" y="3576008"/>
                  <a:ext cx="688876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6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522714096"/>
      </p:ext>
    </p:extLst>
  </p:cSld>
  <p:clrMapOvr>
    <a:masterClrMapping/>
  </p:clrMapOvr>
</p:sld>
</file>

<file path=ppt/slides/slide2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hape 11"/>
          <p:cNvSpPr/>
          <p:nvPr/>
        </p:nvSpPr>
        <p:spPr>
          <a:xfrm>
            <a:off x="5895967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Shape 12"/>
          <p:cNvSpPr/>
          <p:nvPr/>
        </p:nvSpPr>
        <p:spPr>
          <a:xfrm>
            <a:off x="7949025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Shape 13"/>
          <p:cNvSpPr/>
          <p:nvPr/>
        </p:nvSpPr>
        <p:spPr>
          <a:xfrm>
            <a:off x="9937663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Shape 14"/>
          <p:cNvSpPr/>
          <p:nvPr/>
        </p:nvSpPr>
        <p:spPr>
          <a:xfrm>
            <a:off x="334961" y="2144653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Shape 16"/>
          <p:cNvSpPr/>
          <p:nvPr/>
        </p:nvSpPr>
        <p:spPr>
          <a:xfrm>
            <a:off x="334961" y="2701111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Shape 18"/>
          <p:cNvSpPr/>
          <p:nvPr/>
        </p:nvSpPr>
        <p:spPr>
          <a:xfrm>
            <a:off x="334961" y="3257569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Shape 20"/>
          <p:cNvSpPr/>
          <p:nvPr/>
        </p:nvSpPr>
        <p:spPr>
          <a:xfrm>
            <a:off x="334961" y="3814027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Shape 22"/>
          <p:cNvSpPr/>
          <p:nvPr/>
        </p:nvSpPr>
        <p:spPr>
          <a:xfrm>
            <a:off x="334961" y="4370485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Shape 24"/>
          <p:cNvSpPr/>
          <p:nvPr/>
        </p:nvSpPr>
        <p:spPr>
          <a:xfrm>
            <a:off x="334961" y="4926941"/>
            <a:ext cx="1800000" cy="470849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36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Shape 26"/>
          <p:cNvSpPr/>
          <p:nvPr/>
        </p:nvSpPr>
        <p:spPr>
          <a:xfrm>
            <a:off x="2271908" y="2144653"/>
            <a:ext cx="1800000" cy="471600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Shape 28"/>
          <p:cNvSpPr/>
          <p:nvPr/>
        </p:nvSpPr>
        <p:spPr>
          <a:xfrm>
            <a:off x="2271908" y="353542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※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Shape 30"/>
          <p:cNvSpPr/>
          <p:nvPr/>
        </p:nvSpPr>
        <p:spPr>
          <a:xfrm>
            <a:off x="2271908" y="4926190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</p:txBody>
      </p:sp>
      <p:sp>
        <p:nvSpPr>
          <p:cNvPr id="49" name="Shape 38"/>
          <p:cNvSpPr/>
          <p:nvPr/>
        </p:nvSpPr>
        <p:spPr>
          <a:xfrm>
            <a:off x="4208855" y="2922267"/>
            <a:ext cx="1800000" cy="1391144"/>
          </a:xfrm>
          <a:prstGeom prst="rect">
            <a:avLst/>
          </a:prstGeom>
          <a:solidFill>
            <a:srgbClr val="008D2E"/>
          </a:solidFill>
          <a:ln w="19050">
            <a:noFill/>
            <a:prstDash val="solid"/>
          </a:ln>
        </p:spPr>
        <p:txBody>
          <a:bodyPr lIns="36000" rIns="36000" anchor="ctr"/>
          <a:lstStyle/>
          <a:p>
            <a:pPr algn="ctr">
              <a:spcAft>
                <a:spcPts val="500"/>
              </a:spcAft>
            </a:pP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
</a:t>
            </a:r>
            <a:r>
              <a:rPr lang="en-US" altLang="ja-JP" sz="800" i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i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
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algn="ctr"/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4" name="Shape 41"/>
          <p:cNvSpPr/>
          <p:nvPr/>
        </p:nvSpPr>
        <p:spPr>
          <a:xfrm>
            <a:off x="4214985" y="4427556"/>
            <a:ext cx="1800000" cy="428044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Shape 46"/>
          <p:cNvSpPr/>
          <p:nvPr/>
        </p:nvSpPr>
        <p:spPr>
          <a:xfrm>
            <a:off x="6183211" y="2144653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Shape 48"/>
          <p:cNvSpPr/>
          <p:nvPr/>
        </p:nvSpPr>
        <p:spPr>
          <a:xfrm>
            <a:off x="6151932" y="307183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72000" rIns="36000" bIns="36000" anchor="ctr"/>
          <a:lstStyle/>
          <a:p>
            <a:pPr>
              <a:lnSpc>
                <a:spcPct val="95000"/>
              </a:lnSpc>
            </a:pP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6" name="Shape 50"/>
          <p:cNvSpPr/>
          <p:nvPr/>
        </p:nvSpPr>
        <p:spPr>
          <a:xfrm>
            <a:off x="6151932" y="3999011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「</a:t>
            </a: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Shape 52"/>
          <p:cNvSpPr/>
          <p:nvPr/>
        </p:nvSpPr>
        <p:spPr>
          <a:xfrm>
            <a:off x="6151932" y="4926190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Shape 55"/>
          <p:cNvSpPr/>
          <p:nvPr/>
        </p:nvSpPr>
        <p:spPr>
          <a:xfrm flipV="1">
            <a:off x="5787911" y="3179093"/>
            <a:ext cx="108056" cy="349570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Shape 56"/>
          <p:cNvSpPr/>
          <p:nvPr/>
        </p:nvSpPr>
        <p:spPr>
          <a:xfrm>
            <a:off x="5787911" y="3814026"/>
            <a:ext cx="108056" cy="128413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Text 59"/>
          <p:cNvSpPr/>
          <p:nvPr/>
        </p:nvSpPr>
        <p:spPr>
          <a:xfrm>
            <a:off x="6151932" y="3543432"/>
            <a:ext cx="896629" cy="455579"/>
          </a:xfrm>
          <a:prstGeom prst="rect">
            <a:avLst/>
          </a:prstGeom>
          <a:noFill/>
          <a:ln/>
        </p:spPr>
        <p:txBody>
          <a:bodyPr wrap="square" lIns="0" tIns="0" rIns="72000" bIns="0" rtlCol="0" anchor="ctr"/>
          <a:lstStyle/>
          <a:p>
            <a:pPr marL="0" indent="0" algn="r">
              <a:buNone/>
            </a:pPr>
            <a:r>
              <a:rPr lang="en-US" sz="800" b="1" err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Shape 60"/>
          <p:cNvSpPr/>
          <p:nvPr/>
        </p:nvSpPr>
        <p:spPr>
          <a:xfrm>
            <a:off x="8088985" y="2144653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Shape 62"/>
          <p:cNvSpPr/>
          <p:nvPr/>
        </p:nvSpPr>
        <p:spPr>
          <a:xfrm>
            <a:off x="8088985" y="3079067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Shape 64"/>
          <p:cNvSpPr/>
          <p:nvPr/>
        </p:nvSpPr>
        <p:spPr>
          <a:xfrm>
            <a:off x="8088985" y="4013481"/>
            <a:ext cx="1800000" cy="8280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3" name="Text 72"/>
          <p:cNvSpPr/>
          <p:nvPr/>
        </p:nvSpPr>
        <p:spPr>
          <a:xfrm>
            <a:off x="4086035" y="2105772"/>
            <a:ext cx="1020358" cy="487647"/>
          </a:xfrm>
          <a:prstGeom prst="rect">
            <a:avLst/>
          </a:prstGeom>
          <a:noFill/>
          <a:ln/>
        </p:spPr>
        <p:txBody>
          <a:bodyPr wrap="square" lIns="72000" tIns="0" rIns="36000" bIns="0" rtlCol="0" anchor="ctr"/>
          <a:lstStyle/>
          <a:p>
            <a:pPr marL="0" indent="0">
              <a:buNone/>
            </a:pP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Shape 73"/>
          <p:cNvSpPr/>
          <p:nvPr/>
        </p:nvSpPr>
        <p:spPr>
          <a:xfrm>
            <a:off x="10044320" y="2144653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ja-JP" altLang="en-US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7" name="Shape 75"/>
          <p:cNvSpPr/>
          <p:nvPr/>
        </p:nvSpPr>
        <p:spPr>
          <a:xfrm>
            <a:off x="10044320" y="270096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0" name="Shape 77"/>
          <p:cNvSpPr/>
          <p:nvPr/>
        </p:nvSpPr>
        <p:spPr>
          <a:xfrm>
            <a:off x="10044320" y="3257267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3" name="Shape 79"/>
          <p:cNvSpPr/>
          <p:nvPr/>
        </p:nvSpPr>
        <p:spPr>
          <a:xfrm>
            <a:off x="10044320" y="3813574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Shape 81"/>
          <p:cNvSpPr/>
          <p:nvPr/>
        </p:nvSpPr>
        <p:spPr>
          <a:xfrm>
            <a:off x="10044320" y="4369881"/>
            <a:ext cx="1800000" cy="4716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Shape 83"/>
          <p:cNvSpPr/>
          <p:nvPr/>
        </p:nvSpPr>
        <p:spPr>
          <a:xfrm>
            <a:off x="10044320" y="492619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1" name="コネクタ: カギ線 150">
            <a:extLst>
              <a:ext uri="{FF2B5EF4-FFF2-40B4-BE49-F238E27FC236}">
                <ns2:creationId id="{0A797DC4-9F69-4FAE-09D3-4638DA842C5F}"/>
              </a:ext>
            </a:extLst>
          </p:cNvPr>
          <p:cNvCxnSpPr>
            <a:stCxn id="19" idx="3"/>
            <a:endCxn id="37" idx="1"/>
          </p:cNvCxnSpPr>
          <p:nvPr/>
        </p:nvCxnSpPr>
        <p:spPr>
          <a:xfrm>
            <a:off x="2134961" y="2936536"/>
            <a:ext cx="136947" cy="834686"/>
          </a:xfrm>
          <a:prstGeom prst="bentConnector3">
            <a:avLst/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コネクタ: カギ線 151">
            <a:extLst>
              <a:ext uri="{FF2B5EF4-FFF2-40B4-BE49-F238E27FC236}">
                <ns2:creationId id="{5FAF26CC-0CE3-CB75-5B6B-012879894220}"/>
              </a:ext>
            </a:extLst>
          </p:cNvPr>
          <p:cNvCxnSpPr>
            <a:cxnSpLocks/>
            <a:stCxn id="22" idx="3"/>
            <a:endCxn id="37" idx="1"/>
          </p:cNvCxnSpPr>
          <p:nvPr/>
        </p:nvCxnSpPr>
        <p:spPr>
          <a:xfrm>
            <a:off x="2134961" y="3492994"/>
            <a:ext cx="136947" cy="27822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コネクタ: カギ線 154">
            <a:extLst>
              <a:ext uri="{FF2B5EF4-FFF2-40B4-BE49-F238E27FC236}">
                <ns2:creationId id="{9E9A0D28-C7C8-894E-29A3-8D209B01BB4D}"/>
              </a:ext>
            </a:extLst>
          </p:cNvPr>
          <p:cNvCxnSpPr>
            <a:cxnSpLocks/>
            <a:stCxn id="25" idx="3"/>
            <a:endCxn id="37" idx="1"/>
          </p:cNvCxnSpPr>
          <p:nvPr/>
        </p:nvCxnSpPr>
        <p:spPr>
          <a:xfrm flipV="1">
            <a:off x="2134961" y="3771222"/>
            <a:ext cx="136947" cy="278230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コネクタ: カギ線 157">
            <a:extLst>
              <a:ext uri="{FF2B5EF4-FFF2-40B4-BE49-F238E27FC236}">
                <ns2:creationId id="{6FF8355F-FFAF-90F9-5DC2-EE9635E0C028}"/>
              </a:ext>
            </a:extLst>
          </p:cNvPr>
          <p:cNvCxnSpPr>
            <a:cxnSpLocks/>
            <a:stCxn id="28" idx="3"/>
            <a:endCxn id="37" idx="1"/>
          </p:cNvCxnSpPr>
          <p:nvPr/>
        </p:nvCxnSpPr>
        <p:spPr>
          <a:xfrm flipV="1">
            <a:off x="2134961" y="3771222"/>
            <a:ext cx="136947" cy="83468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直線矢印コネクタ 161">
            <a:extLst>
              <a:ext uri="{FF2B5EF4-FFF2-40B4-BE49-F238E27FC236}">
                <ns2:creationId id="{F7344E09-5247-713D-8BBB-C83416BEA10F}"/>
              </a:ext>
            </a:extLst>
          </p:cNvPr>
          <p:cNvCxnSpPr>
            <a:stCxn id="16" idx="3"/>
            <a:endCxn id="34" idx="1"/>
          </p:cNvCxnSpPr>
          <p:nvPr/>
        </p:nvCxnSpPr>
        <p:spPr>
          <a:xfrm>
            <a:off x="2134961" y="2380078"/>
            <a:ext cx="136947" cy="375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直線矢印コネクタ 162">
            <a:extLst>
              <a:ext uri="{FF2B5EF4-FFF2-40B4-BE49-F238E27FC236}">
                <ns2:creationId id="{05180F1E-8963-5183-1C6E-B6BF0957FB30}"/>
              </a:ext>
            </a:extLst>
          </p:cNvPr>
          <p:cNvCxnSpPr>
            <a:cxnSpLocks/>
            <a:stCxn id="31" idx="3"/>
            <a:endCxn id="40" idx="1"/>
          </p:cNvCxnSpPr>
          <p:nvPr/>
        </p:nvCxnSpPr>
        <p:spPr>
          <a:xfrm flipV="1">
            <a:off x="2134961" y="5161990"/>
            <a:ext cx="136947" cy="376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コネクタ: カギ線 165">
            <a:extLst>
              <a:ext uri="{FF2B5EF4-FFF2-40B4-BE49-F238E27FC236}">
                <ns2:creationId id="{9BFF12B9-55F6-71DC-1F29-28BAE5E7C9C5}"/>
              </a:ext>
            </a:extLst>
          </p:cNvPr>
          <p:cNvCxnSpPr>
            <a:cxnSpLocks/>
            <a:stCxn id="34" idx="3"/>
            <a:endCxn id="49" idx="1"/>
          </p:cNvCxnSpPr>
          <p:nvPr/>
        </p:nvCxnSpPr>
        <p:spPr>
          <a:xfrm>
            <a:off x="4071908" y="2380453"/>
            <a:ext cx="136947" cy="1237386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コネクタ: カギ線 168">
            <a:extLst>
              <a:ext uri="{FF2B5EF4-FFF2-40B4-BE49-F238E27FC236}">
                <ns2:creationId id="{4A4A3C2D-5F3C-0A0B-E3D2-A39EB1106691}"/>
              </a:ext>
            </a:extLst>
          </p:cNvPr>
          <p:cNvCxnSpPr>
            <a:cxnSpLocks/>
            <a:stCxn id="40" idx="3"/>
            <a:endCxn id="49" idx="1"/>
          </p:cNvCxnSpPr>
          <p:nvPr/>
        </p:nvCxnSpPr>
        <p:spPr>
          <a:xfrm flipV="1">
            <a:off x="4071908" y="3617839"/>
            <a:ext cx="13694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コネクタ: カギ線 174">
            <a:extLst>
              <a:ext uri="{FF2B5EF4-FFF2-40B4-BE49-F238E27FC236}">
                <ns2:creationId id="{B723D725-A021-80DA-0177-B8FD54BAE30B}"/>
              </a:ext>
            </a:extLst>
          </p:cNvPr>
          <p:cNvCxnSpPr>
            <a:cxnSpLocks/>
            <a:stCxn id="37" idx="3"/>
            <a:endCxn id="49" idx="1"/>
          </p:cNvCxnSpPr>
          <p:nvPr/>
        </p:nvCxnSpPr>
        <p:spPr>
          <a:xfrm flipV="1">
            <a:off x="4071908" y="3617839"/>
            <a:ext cx="136947" cy="153383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線矢印コネクタ 189">
            <a:extLst>
              <a:ext uri="{FF2B5EF4-FFF2-40B4-BE49-F238E27FC236}">
                <ns2:creationId id="{FB471747-85A0-DC20-D5B2-842D2BE8E9E2}"/>
              </a:ext>
            </a:extLst>
          </p:cNvPr>
          <p:cNvCxnSpPr>
            <a:cxnSpLocks/>
            <a:stCxn id="69" idx="3"/>
            <a:endCxn id="109" idx="1"/>
          </p:cNvCxnSpPr>
          <p:nvPr/>
        </p:nvCxnSpPr>
        <p:spPr>
          <a:xfrm>
            <a:off x="7951932" y="5161990"/>
            <a:ext cx="2092388" cy="0"/>
          </a:xfrm>
          <a:prstGeom prst="straightConnector1">
            <a:avLst/>
          </a:prstGeom>
          <a:ln w="9525">
            <a:solidFill>
              <a:srgbClr val="D6BA63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コネクタ: カギ線 200">
            <a:extLst>
              <a:ext uri="{FF2B5EF4-FFF2-40B4-BE49-F238E27FC236}">
                <ns2:creationId id="{A5EEB01C-A052-18BA-475E-C557299529B4}"/>
              </a:ext>
            </a:extLst>
          </p:cNvPr>
          <p:cNvCxnSpPr>
            <a:cxnSpLocks/>
            <a:stCxn id="49" idx="3"/>
            <a:endCxn id="60" idx="1"/>
          </p:cNvCxnSpPr>
          <p:nvPr/>
        </p:nvCxnSpPr>
        <p:spPr>
          <a:xfrm flipV="1">
            <a:off x="6008855" y="2380453"/>
            <a:ext cx="174356" cy="1237386"/>
          </a:xfrm>
          <a:prstGeom prst="bentConnector3">
            <a:avLst>
              <a:gd name="adj1" fmla="val 38081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コネクタ: カギ線 203">
            <a:extLst>
              <a:ext uri="{FF2B5EF4-FFF2-40B4-BE49-F238E27FC236}">
                <ns2:creationId id="{BBF733F8-EBCF-0617-66B6-D1B65131F0FF}"/>
              </a:ext>
            </a:extLst>
          </p:cNvPr>
          <p:cNvCxnSpPr>
            <a:cxnSpLocks/>
            <a:stCxn id="49" idx="3"/>
            <a:endCxn id="63" idx="1"/>
          </p:cNvCxnSpPr>
          <p:nvPr/>
        </p:nvCxnSpPr>
        <p:spPr>
          <a:xfrm flipV="1">
            <a:off x="6008855" y="3307632"/>
            <a:ext cx="143077" cy="3102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コネクタ: カギ線 207">
            <a:extLst>
              <a:ext uri="{FF2B5EF4-FFF2-40B4-BE49-F238E27FC236}">
                <ns2:creationId id="{490FE6F6-2C54-B2D4-83D2-602C7783E877}"/>
              </a:ext>
            </a:extLst>
          </p:cNvPr>
          <p:cNvCxnSpPr>
            <a:cxnSpLocks/>
            <a:stCxn id="49" idx="3"/>
            <a:endCxn id="66" idx="1"/>
          </p:cNvCxnSpPr>
          <p:nvPr/>
        </p:nvCxnSpPr>
        <p:spPr>
          <a:xfrm>
            <a:off x="6008855" y="3617839"/>
            <a:ext cx="143077" cy="616972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コネクタ: カギ線 210">
            <a:extLst>
              <a:ext uri="{FF2B5EF4-FFF2-40B4-BE49-F238E27FC236}">
                <ns2:creationId id="{BB7C861B-C755-3F37-6D8F-746A40319A72}"/>
              </a:ext>
            </a:extLst>
          </p:cNvPr>
          <p:cNvCxnSpPr>
            <a:cxnSpLocks/>
            <a:stCxn id="49" idx="3"/>
            <a:endCxn id="69" idx="1"/>
          </p:cNvCxnSpPr>
          <p:nvPr/>
        </p:nvCxnSpPr>
        <p:spPr>
          <a:xfrm>
            <a:off x="6008855" y="3617839"/>
            <a:ext cx="14307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線矢印コネクタ 213">
            <a:extLst>
              <a:ext uri="{FF2B5EF4-FFF2-40B4-BE49-F238E27FC236}">
                <ns2:creationId id="{200E431E-76AC-4679-3050-D24D493969AE}"/>
              </a:ext>
            </a:extLst>
          </p:cNvPr>
          <p:cNvCxnSpPr>
            <a:cxnSpLocks/>
            <a:stCxn id="66" idx="0"/>
            <a:endCxn id="63" idx="2"/>
          </p:cNvCxnSpPr>
          <p:nvPr/>
        </p:nvCxnSpPr>
        <p:spPr>
          <a:xfrm flipV="1">
            <a:off x="7051932" y="3543432"/>
            <a:ext cx="0" cy="455579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コネクタ: カギ線 216">
            <a:extLst>
              <a:ext uri="{FF2B5EF4-FFF2-40B4-BE49-F238E27FC236}">
                <ns2:creationId id="{3CE549D3-A116-FEF4-5BD4-127C020A38F3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6675700" y="566636"/>
            <a:ext cx="777614" cy="3911303"/>
          </a:xfrm>
          <a:prstGeom prst="bentConnector3">
            <a:avLst>
              <a:gd name="adj1" fmla="val -4455"/>
            </a:avLst>
          </a:prstGeom>
          <a:ln w="9525">
            <a:solidFill>
              <a:srgbClr val="C00000"/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直線矢印コネクタ 221">
            <a:extLst>
              <a:ext uri="{FF2B5EF4-FFF2-40B4-BE49-F238E27FC236}">
                <ns2:creationId id="{7444E7BA-682A-D4CC-E2C8-7B13CCF0BBBE}"/>
              </a:ext>
            </a:extLst>
          </p:cNvPr>
          <p:cNvCxnSpPr>
            <a:cxnSpLocks/>
            <a:stCxn id="78" idx="2"/>
            <a:endCxn id="81" idx="0"/>
          </p:cNvCxnSpPr>
          <p:nvPr/>
        </p:nvCxnSpPr>
        <p:spPr>
          <a:xfrm>
            <a:off x="8988985" y="2972653"/>
            <a:ext cx="0" cy="10641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コネクタ: カギ線 225">
            <a:extLst>
              <a:ext uri="{FF2B5EF4-FFF2-40B4-BE49-F238E27FC236}">
                <ns2:creationId id="{18F4D0FE-BB30-A099-1E00-E93D9515C59C}"/>
              </a:ext>
            </a:extLst>
          </p:cNvPr>
          <p:cNvCxnSpPr>
            <a:cxnSpLocks/>
            <a:stCxn id="81" idx="3"/>
            <a:endCxn id="94" idx="1"/>
          </p:cNvCxnSpPr>
          <p:nvPr/>
        </p:nvCxnSpPr>
        <p:spPr>
          <a:xfrm flipV="1">
            <a:off x="9888985" y="2380453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コネクタ: カギ線 228">
            <a:extLst>
              <a:ext uri="{FF2B5EF4-FFF2-40B4-BE49-F238E27FC236}">
                <ns2:creationId id="{A945BAB0-1865-AEF5-96FB-33A4D5F777AB}"/>
              </a:ext>
            </a:extLst>
          </p:cNvPr>
          <p:cNvCxnSpPr>
            <a:cxnSpLocks/>
            <a:stCxn id="81" idx="3"/>
            <a:endCxn id="97" idx="1"/>
          </p:cNvCxnSpPr>
          <p:nvPr/>
        </p:nvCxnSpPr>
        <p:spPr>
          <a:xfrm flipV="1">
            <a:off x="9888985" y="2936760"/>
            <a:ext cx="155335" cy="5563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コネクタ: カギ線 232">
            <a:extLst>
              <a:ext uri="{FF2B5EF4-FFF2-40B4-BE49-F238E27FC236}">
                <ns2:creationId id="{6EF70D0A-7BC2-CCA3-7144-E4BC919D9843}"/>
              </a:ext>
            </a:extLst>
          </p:cNvPr>
          <p:cNvCxnSpPr>
            <a:cxnSpLocks/>
            <a:stCxn id="81" idx="3"/>
            <a:endCxn id="100" idx="1"/>
          </p:cNvCxnSpPr>
          <p:nvPr/>
        </p:nvCxnSpPr>
        <p:spPr>
          <a:xfrm>
            <a:off x="9888985" y="3493067"/>
            <a:ext cx="155335" cy="127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コネクタ: カギ線 235">
            <a:extLst>
              <a:ext uri="{FF2B5EF4-FFF2-40B4-BE49-F238E27FC236}">
                <ns2:creationId id="{DCE51382-57E8-D924-C9A7-1AD01234DB84}"/>
              </a:ext>
            </a:extLst>
          </p:cNvPr>
          <p:cNvCxnSpPr>
            <a:cxnSpLocks/>
            <a:stCxn id="81" idx="3"/>
            <a:endCxn id="106" idx="1"/>
          </p:cNvCxnSpPr>
          <p:nvPr/>
        </p:nvCxnSpPr>
        <p:spPr>
          <a:xfrm>
            <a:off x="9888985" y="3493067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8" name="グループ化 257">
            <a:extLst>
              <a:ext uri="{FF2B5EF4-FFF2-40B4-BE49-F238E27FC236}">
                <ns2:creationId id="{DE8C9BF6-DE8D-DD55-9A93-897ABE8D1786}"/>
              </a:ext>
            </a:extLst>
          </p:cNvPr>
          <p:cNvGrpSpPr/>
          <p:nvPr/>
        </p:nvGrpSpPr>
        <p:grpSpPr>
          <a:xfrm>
            <a:off x="341732" y="5436672"/>
            <a:ext cx="3787094" cy="432000"/>
            <a:chOff x="331099" y="5540582"/>
            <a:chExt cx="3787094" cy="432000"/>
          </a:xfrm>
        </p:grpSpPr>
        <p:sp>
          <p:nvSpPr>
            <p:cNvPr id="131" name="Text 104"/>
            <p:cNvSpPr/>
            <p:nvPr/>
          </p:nvSpPr>
          <p:spPr>
            <a:xfrm>
              <a:off x="331099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Text 105"/>
            <p:cNvSpPr/>
            <p:nvPr/>
          </p:nvSpPr>
          <p:spPr>
            <a:xfrm>
              <a:off x="1454193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5" name="グループ化 254">
            <a:extLst>
              <a:ext uri="{FF2B5EF4-FFF2-40B4-BE49-F238E27FC236}">
                <ns2:creationId id="{74D1442F-C2E0-A249-F435-DE2A6980E608}"/>
              </a:ext>
            </a:extLst>
          </p:cNvPr>
          <p:cNvGrpSpPr/>
          <p:nvPr/>
        </p:nvGrpSpPr>
        <p:grpSpPr>
          <a:xfrm>
            <a:off x="4204408" y="5436672"/>
            <a:ext cx="3789562" cy="432000"/>
            <a:chOff x="4176080" y="5561365"/>
            <a:chExt cx="3789562" cy="432000"/>
          </a:xfrm>
        </p:grpSpPr>
        <p:sp>
          <p:nvSpPr>
            <p:cNvPr id="133" name="Text 106"/>
            <p:cNvSpPr/>
            <p:nvPr/>
          </p:nvSpPr>
          <p:spPr>
            <a:xfrm>
              <a:off x="4176080" y="5561365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4" name="Text 105">
              <a:extLst>
                <a:ext uri="{FF2B5EF4-FFF2-40B4-BE49-F238E27FC236}">
                  <ns2:creationId id="{825B5693-6EAB-1D82-71B7-3ECFAA682799}"/>
                </a:ext>
              </a:extLst>
            </p:cNvPr>
            <p:cNvSpPr/>
            <p:nvPr/>
          </p:nvSpPr>
          <p:spPr>
            <a:xfrm>
              <a:off x="5301642" y="5561365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7" name="グループ化 256">
            <a:extLst>
              <a:ext uri="{FF2B5EF4-FFF2-40B4-BE49-F238E27FC236}">
                <ns2:creationId id="{B179216B-3FB1-71B9-1DF0-110D95BC5B7B}"/>
              </a:ext>
            </a:extLst>
          </p:cNvPr>
          <p:cNvGrpSpPr/>
          <p:nvPr/>
        </p:nvGrpSpPr>
        <p:grpSpPr>
          <a:xfrm>
            <a:off x="8069552" y="5436672"/>
            <a:ext cx="3790137" cy="432000"/>
            <a:chOff x="8021061" y="5540582"/>
            <a:chExt cx="3790137" cy="432000"/>
          </a:xfrm>
        </p:grpSpPr>
        <p:sp>
          <p:nvSpPr>
            <p:cNvPr id="135" name="Text 108"/>
            <p:cNvSpPr/>
            <p:nvPr/>
          </p:nvSpPr>
          <p:spPr>
            <a:xfrm>
              <a:off x="8021061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Text 105">
              <a:extLst>
                <a:ext uri="{FF2B5EF4-FFF2-40B4-BE49-F238E27FC236}">
                  <ns2:creationId id="{917BED1F-9C9E-1303-329D-F48FBE7C5CD9}"/>
                </a:ext>
              </a:extLst>
            </p:cNvPr>
            <p:cNvSpPr/>
            <p:nvPr/>
          </p:nvSpPr>
          <p:spPr>
            <a:xfrm>
              <a:off x="9147198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2" name="グループ化 51">
            <a:extLst>
              <a:ext uri="{FF2B5EF4-FFF2-40B4-BE49-F238E27FC236}">
                <ns2:creationId id="{16173352-4831-32FB-E6C7-683316A467DB}"/>
              </a:ext>
            </a:extLst>
          </p:cNvPr>
          <p:cNvGrpSpPr/>
          <p:nvPr/>
        </p:nvGrpSpPr>
        <p:grpSpPr>
          <a:xfrm>
            <a:off x="340809" y="5934804"/>
            <a:ext cx="11519008" cy="382566"/>
            <a:chOff x="340809" y="5934804"/>
            <a:chExt cx="11519008" cy="382566"/>
          </a:xfrm>
        </p:grpSpPr>
        <p:sp>
          <p:nvSpPr>
            <p:cNvPr id="123" name="Shape 96"/>
            <p:cNvSpPr/>
            <p:nvPr/>
          </p:nvSpPr>
          <p:spPr>
            <a:xfrm>
              <a:off x="340809" y="5934804"/>
              <a:ext cx="11519008" cy="382566"/>
            </a:xfrm>
            <a:prstGeom prst="rect">
              <a:avLst/>
            </a:prstGeom>
            <a:solidFill>
              <a:srgbClr val="F7F9F7"/>
            </a:solidFill>
            <a:ln w="12700">
              <a:solidFill>
                <a:srgbClr val="008D2E"/>
              </a:solidFill>
              <a:prstDash val="solid"/>
            </a:ln>
          </p:spPr>
          <p:txBody>
            <a:bodyPr anchor="ctr"/>
            <a:lstStyle/>
            <a:p>
              <a:r>
                <a:rPr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59" name="グループ化 258">
              <a:extLst>
                <a:ext uri="{FF2B5EF4-FFF2-40B4-BE49-F238E27FC236}">
                  <ns2:creationId id="{B53A8B71-7759-FF15-82C0-AC6EB683618B}"/>
                </a:ext>
              </a:extLst>
            </p:cNvPr>
            <p:cNvGrpSpPr/>
            <p:nvPr/>
          </p:nvGrpSpPr>
          <p:grpSpPr>
            <a:xfrm>
              <a:off x="798639" y="6004562"/>
              <a:ext cx="5155661" cy="252000"/>
              <a:chOff x="798639" y="6018459"/>
              <a:chExt cx="5155661" cy="252000"/>
            </a:xfrm>
          </p:grpSpPr>
          <p:sp>
            <p:nvSpPr>
              <p:cNvPr id="125" name="Text 98"/>
              <p:cNvSpPr/>
              <p:nvPr/>
            </p:nvSpPr>
            <p:spPr>
              <a:xfrm>
                <a:off x="798639" y="6018459"/>
                <a:ext cx="972000" cy="25200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BFBFBF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Text 99"/>
              <p:cNvSpPr/>
              <p:nvPr/>
            </p:nvSpPr>
            <p:spPr>
              <a:xfrm>
                <a:off x="1844554" y="6018459"/>
                <a:ext cx="972000" cy="252000"/>
              </a:xfrm>
              <a:prstGeom prst="rect">
                <a:avLst/>
              </a:prstGeom>
              <a:solidFill>
                <a:srgbClr val="DCE9F5"/>
              </a:solidFill>
              <a:ln w="12700">
                <a:solidFill>
                  <a:srgbClr val="2E75B6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Text 100"/>
              <p:cNvSpPr/>
              <p:nvPr/>
            </p:nvSpPr>
            <p:spPr>
              <a:xfrm>
                <a:off x="2890469" y="6018459"/>
                <a:ext cx="972000" cy="252000"/>
              </a:xfrm>
              <a:prstGeom prst="rect">
                <a:avLst/>
              </a:prstGeom>
              <a:solidFill>
                <a:srgbClr val="FFF6E0"/>
              </a:solidFill>
              <a:ln w="12700">
                <a:solidFill>
                  <a:srgbClr val="BF8F00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7F5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Text 101"/>
              <p:cNvSpPr/>
              <p:nvPr/>
            </p:nvSpPr>
            <p:spPr>
              <a:xfrm>
                <a:off x="3936384" y="6018459"/>
                <a:ext cx="972000" cy="252000"/>
              </a:xfrm>
              <a:prstGeom prst="rect">
                <a:avLst/>
              </a:prstGeom>
              <a:solidFill>
                <a:srgbClr val="E5F2E5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006B2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Text 102"/>
              <p:cNvSpPr/>
              <p:nvPr/>
            </p:nvSpPr>
            <p:spPr>
              <a:xfrm>
                <a:off x="4982300" y="6018459"/>
                <a:ext cx="972000" cy="252000"/>
              </a:xfrm>
              <a:prstGeom prst="rect">
                <a:avLst/>
              </a:prstGeom>
              <a:solidFill>
                <a:srgbClr val="FDEDED"/>
              </a:solidFill>
              <a:ln w="12700">
                <a:solidFill>
                  <a:srgbClr val="C00000"/>
                </a:solidFill>
                <a:prstDash val="dash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8" name="グループ化 267">
              <a:extLst>
                <a:ext uri="{FF2B5EF4-FFF2-40B4-BE49-F238E27FC236}">
                  <ns2:creationId id="{8B7E1851-FE02-84A6-E1E5-2B77DD1D2A72}"/>
                </a:ext>
              </a:extLst>
            </p:cNvPr>
            <p:cNvGrpSpPr/>
            <p:nvPr/>
          </p:nvGrpSpPr>
          <p:grpSpPr>
            <a:xfrm>
              <a:off x="6155378" y="6069007"/>
              <a:ext cx="1440381" cy="123111"/>
              <a:chOff x="6155378" y="6069007"/>
              <a:chExt cx="1440381" cy="123111"/>
            </a:xfrm>
          </p:grpSpPr>
          <p:cxnSp>
            <p:nvCxnSpPr>
              <p:cNvPr id="260" name="直線矢印コネクタ 259">
                <a:extLst>
                  <a:ext uri="{FF2B5EF4-FFF2-40B4-BE49-F238E27FC236}">
                    <ns2:creationId id="{6C6F5C24-57E6-BA9B-81F5-F84C3B109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537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1" name="テキスト ボックス 260">
                <a:extLst>
                  <a:ext uri="{FF2B5EF4-FFF2-40B4-BE49-F238E27FC236}">
                    <ns2:creationId id="{D66C18C5-5F0F-F4A8-5603-084969750A88}"/>
                  </a:ext>
                </a:extLst>
              </p:cNvPr>
              <p:cNvSpPr txBox="1"/>
              <p:nvPr/>
            </p:nvSpPr>
            <p:spPr>
              <a:xfrm>
                <a:off x="6443759" y="6069007"/>
                <a:ext cx="115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9" name="グループ化 268">
              <a:extLst>
                <a:ext uri="{FF2B5EF4-FFF2-40B4-BE49-F238E27FC236}">
                  <ns2:creationId id="{6BAA3596-7CB7-29E6-B10E-54A8E0939CAF}"/>
                </a:ext>
              </a:extLst>
            </p:cNvPr>
            <p:cNvGrpSpPr/>
            <p:nvPr/>
          </p:nvGrpSpPr>
          <p:grpSpPr>
            <a:xfrm>
              <a:off x="7687696" y="6069007"/>
              <a:ext cx="1710142" cy="123111"/>
              <a:chOff x="7644248" y="6069007"/>
              <a:chExt cx="1710142" cy="123111"/>
            </a:xfrm>
          </p:grpSpPr>
          <p:cxnSp>
            <p:nvCxnSpPr>
              <p:cNvPr id="262" name="直線矢印コネクタ 261">
                <a:extLst>
                  <a:ext uri="{FF2B5EF4-FFF2-40B4-BE49-F238E27FC236}">
                    <ns2:creationId id="{91B144D9-3FC5-627F-7976-9914ECE19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424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prstDash val="dash"/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3" name="テキスト ボックス 262">
                <a:extLst>
                  <a:ext uri="{FF2B5EF4-FFF2-40B4-BE49-F238E27FC236}">
                    <ns2:creationId id="{952438E6-381F-502F-B295-271A85301352}"/>
                  </a:ext>
                </a:extLst>
              </p:cNvPr>
              <p:cNvSpPr txBox="1"/>
              <p:nvPr/>
            </p:nvSpPr>
            <p:spPr>
              <a:xfrm>
                <a:off x="7914390" y="6069007"/>
                <a:ext cx="1440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70" name="グループ化 269">
              <a:extLst>
                <a:ext uri="{FF2B5EF4-FFF2-40B4-BE49-F238E27FC236}">
                  <ns2:creationId id="{CAA34FC1-9EE8-D9EA-7090-6A19E585F949}"/>
                </a:ext>
              </a:extLst>
            </p:cNvPr>
            <p:cNvGrpSpPr/>
            <p:nvPr/>
          </p:nvGrpSpPr>
          <p:grpSpPr>
            <a:xfrm>
              <a:off x="9489775" y="6069007"/>
              <a:ext cx="853069" cy="123111"/>
              <a:chOff x="9314191" y="6069007"/>
              <a:chExt cx="853069" cy="123111"/>
            </a:xfrm>
          </p:grpSpPr>
          <p:cxnSp>
            <p:nvCxnSpPr>
              <p:cNvPr id="264" name="直線矢印コネクタ 263">
                <a:extLst>
                  <a:ext uri="{FF2B5EF4-FFF2-40B4-BE49-F238E27FC236}">
                    <ns2:creationId id="{89350622-B3CA-427A-2942-CC9AB5071D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4191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2E75B6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テキスト ボックス 264">
                <a:extLst>
                  <a:ext uri="{FF2B5EF4-FFF2-40B4-BE49-F238E27FC236}">
                    <ns2:creationId id="{C5D021D4-124C-37EC-3C7D-3A2A4A08515C}"/>
                  </a:ext>
                </a:extLst>
              </p:cNvPr>
              <p:cNvSpPr txBox="1"/>
              <p:nvPr/>
            </p:nvSpPr>
            <p:spPr>
              <a:xfrm>
                <a:off x="9591260" y="6069007"/>
                <a:ext cx="576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2" name="グループ化 271">
              <a:extLst>
                <a:ext uri="{FF2B5EF4-FFF2-40B4-BE49-F238E27FC236}">
                  <ns2:creationId id="{8EE9E8B5-07CA-9775-2330-50D6234343A6}"/>
                </a:ext>
              </a:extLst>
            </p:cNvPr>
            <p:cNvGrpSpPr/>
            <p:nvPr/>
          </p:nvGrpSpPr>
          <p:grpSpPr>
            <a:xfrm>
              <a:off x="10434781" y="6069007"/>
              <a:ext cx="1253454" cy="123111"/>
              <a:chOff x="10247745" y="6069007"/>
              <a:chExt cx="1253454" cy="12311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62983240-88F7-0207-B594-AE02D64384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7745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D6BA63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7" name="テキスト ボックス 266">
                <a:extLst>
                  <a:ext uri="{FF2B5EF4-FFF2-40B4-BE49-F238E27FC236}">
                    <ns2:creationId id="{F06AFF8C-F29D-90B0-919C-BDCF4ACB1C03}"/>
                  </a:ext>
                </a:extLst>
              </p:cNvPr>
              <p:cNvSpPr txBox="1"/>
              <p:nvPr/>
            </p:nvSpPr>
            <p:spPr>
              <a:xfrm>
                <a:off x="10529199" y="6069007"/>
                <a:ext cx="97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51" name="グループ化 50">
            <a:extLst>
              <a:ext uri="{FF2B5EF4-FFF2-40B4-BE49-F238E27FC236}">
                <ns2:creationId id="{D153F705-580C-65FD-1722-B33341B0FA16}"/>
              </a:ext>
            </a:extLst>
          </p:cNvPr>
          <p:cNvGrpSpPr/>
          <p:nvPr/>
        </p:nvGrpSpPr>
        <p:grpSpPr>
          <a:xfrm>
            <a:off x="340809" y="1628610"/>
            <a:ext cx="11507911" cy="399413"/>
            <a:chOff x="340809" y="1628610"/>
            <a:chExt cx="11507911" cy="399413"/>
          </a:xfrm>
        </p:grpSpPr>
        <p:sp>
          <p:nvSpPr>
            <p:cNvPr id="5" name="Text 3"/>
            <p:cNvSpPr/>
            <p:nvPr/>
          </p:nvSpPr>
          <p:spPr>
            <a:xfrm>
              <a:off x="340809" y="1756928"/>
              <a:ext cx="1944000" cy="271095"/>
            </a:xfrm>
            <a:prstGeom prst="homePlate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504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Text 4"/>
            <p:cNvSpPr/>
            <p:nvPr/>
          </p:nvSpPr>
          <p:spPr>
            <a:xfrm>
              <a:off x="2253591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Text 5"/>
            <p:cNvSpPr/>
            <p:nvPr/>
          </p:nvSpPr>
          <p:spPr>
            <a:xfrm>
              <a:off x="4166373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60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Text 6"/>
            <p:cNvSpPr/>
            <p:nvPr/>
          </p:nvSpPr>
          <p:spPr>
            <a:xfrm>
              <a:off x="6079155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Text 7"/>
            <p:cNvSpPr/>
            <p:nvPr/>
          </p:nvSpPr>
          <p:spPr>
            <a:xfrm>
              <a:off x="7991937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Text 8"/>
            <p:cNvSpPr/>
            <p:nvPr/>
          </p:nvSpPr>
          <p:spPr>
            <a:xfrm>
              <a:off x="9904720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楕円 243">
              <a:extLst>
                <a:ext uri="{FF2B5EF4-FFF2-40B4-BE49-F238E27FC236}">
                  <ns2:creationId id="{A7267A60-39B0-1CE4-3155-14C149A23196}"/>
                </a:ext>
              </a:extLst>
            </p:cNvPr>
            <p:cNvSpPr/>
            <p:nvPr/>
          </p:nvSpPr>
          <p:spPr>
            <a:xfrm>
              <a:off x="376550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楕円 245">
              <a:extLst>
                <a:ext uri="{FF2B5EF4-FFF2-40B4-BE49-F238E27FC236}">
                  <ns2:creationId id="{0D367790-0CC2-AD7E-DEB6-22E5CBB8E6A8}"/>
                </a:ext>
              </a:extLst>
            </p:cNvPr>
            <p:cNvSpPr/>
            <p:nvPr/>
          </p:nvSpPr>
          <p:spPr>
            <a:xfrm>
              <a:off x="2305398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E18A67B9-64E1-6762-6E46-A198DF3FE7B9}"/>
                </a:ext>
              </a:extLst>
            </p:cNvPr>
            <p:cNvSpPr/>
            <p:nvPr/>
          </p:nvSpPr>
          <p:spPr>
            <a:xfrm>
              <a:off x="4223861" y="1639001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楕円 247">
              <a:extLst>
                <a:ext uri="{FF2B5EF4-FFF2-40B4-BE49-F238E27FC236}">
                  <ns2:creationId id="{A9646323-E62C-073F-5477-BC91D56390A8}"/>
                </a:ext>
              </a:extLst>
            </p:cNvPr>
            <p:cNvSpPr/>
            <p:nvPr/>
          </p:nvSpPr>
          <p:spPr>
            <a:xfrm>
              <a:off x="6135396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E95107CF-B2AB-6C51-A62F-507B886E04A7}"/>
                </a:ext>
              </a:extLst>
            </p:cNvPr>
            <p:cNvSpPr/>
            <p:nvPr/>
          </p:nvSpPr>
          <p:spPr>
            <a:xfrm>
              <a:off x="8040001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楕円 249">
              <a:extLst>
                <a:ext uri="{FF2B5EF4-FFF2-40B4-BE49-F238E27FC236}">
                  <ns2:creationId id="{ED2A74CD-BD58-FBBB-1A24-14A425E0F84C}"/>
                </a:ext>
              </a:extLst>
            </p:cNvPr>
            <p:cNvSpPr/>
            <p:nvPr/>
          </p:nvSpPr>
          <p:spPr>
            <a:xfrm>
              <a:off x="9955004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クリップボード 単色塗りつぶし">
              <a:extLst>
                <a:ext uri="{FF2B5EF4-FFF2-40B4-BE49-F238E27FC236}">
                  <ns2:creationId id="{11C72851-DA9E-A3F9-04AC-DD6AC7709C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617440" y="1769524"/>
              <a:ext cx="252000" cy="252000"/>
            </a:xfrm>
            <a:prstGeom prst="rect">
              <a:avLst/>
            </a:prstGeom>
          </p:spPr>
        </p:pic>
        <p:pic>
          <p:nvPicPr>
            <p:cNvPr id="24" name="グラフィックス 23" descr="付箋 単色塗りつぶし">
              <a:extLst>
                <a:ext uri="{FF2B5EF4-FFF2-40B4-BE49-F238E27FC236}">
                  <ns2:creationId id="{DBD4760E-B447-452D-F76B-E1461B7C93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7186" y="1769524"/>
              <a:ext cx="252000" cy="252000"/>
            </a:xfrm>
            <a:prstGeom prst="rect">
              <a:avLst/>
            </a:prstGeom>
          </p:spPr>
        </p:pic>
        <p:pic>
          <p:nvPicPr>
            <p:cNvPr id="38" name="グラフィックス 37" descr="意思決定図 単色塗りつぶし">
              <a:extLst>
                <a:ext uri="{FF2B5EF4-FFF2-40B4-BE49-F238E27FC236}">
                  <ns2:creationId id="{8F2BDAA1-F231-EDC3-DB98-127E6092A5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443840" y="1769524"/>
              <a:ext cx="252000" cy="252000"/>
            </a:xfrm>
            <a:prstGeom prst="rect">
              <a:avLst/>
            </a:prstGeom>
          </p:spPr>
        </p:pic>
        <p:pic>
          <p:nvPicPr>
            <p:cNvPr id="41" name="グラフィックス 40" descr="広告 単色塗りつぶし">
              <a:extLst>
                <a:ext uri="{FF2B5EF4-FFF2-40B4-BE49-F238E27FC236}">
                  <ns2:creationId id="{2DB5603E-8065-36DB-1098-73706A52B2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449793" y="1769524"/>
              <a:ext cx="252000" cy="252000"/>
            </a:xfrm>
            <a:prstGeom prst="rect">
              <a:avLst/>
            </a:prstGeom>
          </p:spPr>
        </p:pic>
        <p:pic>
          <p:nvPicPr>
            <p:cNvPr id="43" name="グラフィックス 42" descr="クリップボード: 混合 単色塗りつぶし">
              <a:extLst>
                <a:ext uri="{FF2B5EF4-FFF2-40B4-BE49-F238E27FC236}">
                  <ns2:creationId id="{25F9F83C-9706-3DA3-607E-6FA31FD6A7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563593" y="1769524"/>
              <a:ext cx="252000" cy="252000"/>
            </a:xfrm>
            <a:prstGeom prst="rect">
              <a:avLst/>
            </a:prstGeom>
          </p:spPr>
        </p:pic>
        <p:pic>
          <p:nvPicPr>
            <p:cNvPr id="45" name="グラフィックス 44" descr="目のスキャン 単色塗りつぶし">
              <a:extLst>
                <a:ext uri="{FF2B5EF4-FFF2-40B4-BE49-F238E27FC236}">
                  <ns2:creationId id="{6F4F32DD-A6BE-923B-B383-6FCE7DAC6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444349" y="1769524"/>
              <a:ext cx="252000" cy="252000"/>
            </a:xfrm>
            <a:prstGeom prst="rect">
              <a:avLst/>
            </a:prstGeom>
          </p:spPr>
        </p:pic>
      </p:grpSp>
      <p:sp>
        <p:nvSpPr>
          <p:cNvPr id="47" name="タイトル 46">
            <a:extLst>
              <a:ext uri="{FF2B5EF4-FFF2-40B4-BE49-F238E27FC236}">
                <ns2:creationId id="{1CB95749-80DE-2E1D-7D6E-C6AB570DA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endParaRPr lang="ja-JP" altLang="en-US" dirty="0"/>
          </a:p>
        </p:txBody>
      </p:sp>
      <p:sp>
        <p:nvSpPr>
          <p:cNvPr id="50" name="テキスト プレースホルダー 49">
            <a:extLst>
              <a:ext uri="{FF2B5EF4-FFF2-40B4-BE49-F238E27FC236}">
                <ns2:creationId id="{C7A7E87D-02FF-D82B-A30E-D62DD09DDC9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700"/>
          </a:xfrm>
        </p:spPr>
        <p:txBody>
          <a:bodyPr/>
          <a:lstStyle/>
          <a:p>
            <a:r>
              <a:rPr lang="en-US" altLang="ja-JP" dirty="0" err="1">
                <a:cs typeface="Meiryo UI" pitchFamily="34" charset="-120"/>
              </a:rPr>
              <a:t>XX</a:t>
            </a:r>
            <a:r>
              <a:rPr lang="en-US" altLang="ja-JP" dirty="0">
                <a:cs typeface="Meiryo UI" pitchFamily="34" charset="-120"/>
              </a:rPr>
              <a:t>XX</a:t>
            </a:r>
            <a:r>
              <a:rPr lang="en-US" altLang="ja-JP" dirty="0" err="1">
                <a:cs typeface="Meiryo UI" pitchFamily="34" charset="-120"/>
              </a:rPr>
              <a:t>XX</a:t>
            </a:r>
            <a:br>
              <a:rPr lang="en-US" altLang="ja-JP" dirty="0">
                <a:cs typeface="Meiryo UI" pitchFamily="34" charset="-120"/>
              </a:rPr>
            </a:br>
            <a:r>
              <a:rPr lang="en-US" altLang="ja-JP" dirty="0" err="1">
                <a:cs typeface="Meiryo UI" pitchFamily="34" charset="-120"/>
              </a:rPr>
              <a:t>XX</a:t>
            </a:r>
            <a:endParaRPr lang="en-US" altLang="ja-JP" dirty="0"/>
          </a:p>
        </p:txBody>
      </p:sp>
    </p:spTree>
    <p:extLst>
      <p:ext uri="{BB962C8B-B14F-4D97-AF65-F5344CB8AC3E}">
        <ns5:creationId val="926159788"/>
      </p:ext>
    </p:extLst>
  </p:cSld>
  <p:clrMapOvr>
    <a:masterClrMapping/>
  </p:clrMapOvr>
</p:sld>
</file>

<file path=ppt/slides/slide2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651B893-8D35-1F34-85CA-CF2BD3959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B63FAC-F8F1-88C8-9A97-2087296D94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75" name="グループ化 74">
            <a:extLst>
              <a:ext uri="{FF2B5EF4-FFF2-40B4-BE49-F238E27FC236}">
                <ns2:creationId id="{7CE0C2C7-6B45-C4F5-1DCF-DCE286EAC6D8}"/>
              </a:ext>
            </a:extLst>
          </p:cNvPr>
          <p:cNvGrpSpPr/>
          <p:nvPr/>
        </p:nvGrpSpPr>
        <p:grpSpPr>
          <a:xfrm>
            <a:off x="334962" y="990190"/>
            <a:ext cx="11529896" cy="5318535"/>
            <a:chOff x="334962" y="990190"/>
            <a:chExt cx="11529896" cy="5318535"/>
          </a:xfrm>
        </p:grpSpPr>
        <p:sp>
          <p:nvSpPr>
            <p:cNvPr id="1104" name="Shape 3">
              <a:extLst>
                <a:ext uri="{FF2B5EF4-FFF2-40B4-BE49-F238E27FC236}">
                  <ns2:creationId id="{CE7548D4-60AC-6C63-98DD-998DA11109E4}"/>
                </a:ext>
              </a:extLst>
            </p:cNvPr>
            <p:cNvSpPr/>
            <p:nvPr/>
          </p:nvSpPr>
          <p:spPr>
            <a:xfrm>
              <a:off x="6684375" y="1175470"/>
              <a:ext cx="2581015" cy="4847820"/>
            </a:xfrm>
            <a:prstGeom prst="rect">
              <a:avLst/>
            </a:prstGeom>
            <a:solidFill>
              <a:srgbClr val="008D2E">
                <a:alpha val="10196"/>
              </a:srgbClr>
            </a:solidFill>
            <a:ln>
              <a:noFill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6D8CD48A-A9EF-4CB6-F3BF-B70FD747E7A6}"/>
                </a:ext>
              </a:extLst>
            </p:cNvPr>
            <p:cNvGrpSpPr/>
            <p:nvPr/>
          </p:nvGrpSpPr>
          <p:grpSpPr>
            <a:xfrm>
              <a:off x="2382682" y="1215279"/>
              <a:ext cx="8592753" cy="4808011"/>
              <a:chOff x="2382682" y="1215279"/>
              <a:chExt cx="8592753" cy="4808011"/>
            </a:xfrm>
          </p:grpSpPr>
          <p:sp>
            <p:nvSpPr>
              <p:cNvPr id="22" name="Shape 20">
                <a:extLst>
                  <a:ext uri="{FF2B5EF4-FFF2-40B4-BE49-F238E27FC236}">
                    <ns2:creationId id="{C3366176-E446-448A-3DC2-C0041DC58068}"/>
                  </a:ext>
                </a:extLst>
              </p:cNvPr>
              <p:cNvSpPr/>
              <p:nvPr/>
            </p:nvSpPr>
            <p:spPr>
              <a:xfrm>
                <a:off x="23826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Shape 22">
                <a:extLst>
                  <a:ext uri="{FF2B5EF4-FFF2-40B4-BE49-F238E27FC236}">
                    <ns2:creationId id="{CC81C30A-D597-73E3-77D7-1D45BEBD23B7}"/>
                  </a:ext>
                </a:extLst>
              </p:cNvPr>
              <p:cNvSpPr/>
              <p:nvPr/>
            </p:nvSpPr>
            <p:spPr>
              <a:xfrm>
                <a:off x="41012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Shape 23">
                <a:extLst>
                  <a:ext uri="{FF2B5EF4-FFF2-40B4-BE49-F238E27FC236}">
                    <ns2:creationId id="{20D38CB2-EC67-9791-ABC6-81551B059728}"/>
                  </a:ext>
                </a:extLst>
              </p:cNvPr>
              <p:cNvSpPr/>
              <p:nvPr/>
            </p:nvSpPr>
            <p:spPr>
              <a:xfrm>
                <a:off x="49605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Shape 24">
                <a:extLst>
                  <a:ext uri="{FF2B5EF4-FFF2-40B4-BE49-F238E27FC236}">
                    <ns2:creationId id="{CE84199E-68E8-9C17-6A5C-42F30186C0B0}"/>
                  </a:ext>
                </a:extLst>
              </p:cNvPr>
              <p:cNvSpPr/>
              <p:nvPr/>
            </p:nvSpPr>
            <p:spPr>
              <a:xfrm>
                <a:off x="58197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Shape 29">
                <a:extLst>
                  <a:ext uri="{FF2B5EF4-FFF2-40B4-BE49-F238E27FC236}">
                    <ns2:creationId id="{0592F1E4-F828-F877-9543-5575E74DE013}"/>
                  </a:ext>
                </a:extLst>
              </p:cNvPr>
              <p:cNvSpPr/>
              <p:nvPr/>
            </p:nvSpPr>
            <p:spPr>
              <a:xfrm>
                <a:off x="101161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Shape 30">
                <a:extLst>
                  <a:ext uri="{FF2B5EF4-FFF2-40B4-BE49-F238E27FC236}">
                    <ns2:creationId id="{31081E42-876E-B08F-A46F-A0713DC201F3}"/>
                  </a:ext>
                </a:extLst>
              </p:cNvPr>
              <p:cNvSpPr/>
              <p:nvPr/>
            </p:nvSpPr>
            <p:spPr>
              <a:xfrm>
                <a:off x="10975435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6" name="Shape 22">
                <a:extLst>
                  <a:ext uri="{FF2B5EF4-FFF2-40B4-BE49-F238E27FC236}">
                    <ns2:creationId id="{4CDB8AD6-74EE-92D2-4C8F-4FD365F42E46}"/>
                  </a:ext>
                </a:extLst>
              </p:cNvPr>
              <p:cNvSpPr/>
              <p:nvPr/>
            </p:nvSpPr>
            <p:spPr>
              <a:xfrm>
                <a:off x="32419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Shape 25">
                <a:extLst>
                  <a:ext uri="{FF2B5EF4-FFF2-40B4-BE49-F238E27FC236}">
                    <ns2:creationId id="{315D7AED-2D87-E2C7-BACA-63F5BDF8A902}"/>
                  </a:ext>
                </a:extLst>
              </p:cNvPr>
              <p:cNvSpPr/>
              <p:nvPr/>
            </p:nvSpPr>
            <p:spPr>
              <a:xfrm>
                <a:off x="66790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Shape 26">
                <a:extLst>
                  <a:ext uri="{FF2B5EF4-FFF2-40B4-BE49-F238E27FC236}">
                    <ns2:creationId id="{C68460EE-DCDC-CF5A-F21F-C2550627457E}"/>
                  </a:ext>
                </a:extLst>
              </p:cNvPr>
              <p:cNvSpPr/>
              <p:nvPr/>
            </p:nvSpPr>
            <p:spPr>
              <a:xfrm>
                <a:off x="75383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Shape 27">
                <a:extLst>
                  <a:ext uri="{FF2B5EF4-FFF2-40B4-BE49-F238E27FC236}">
                    <ns2:creationId id="{45AC8F97-068C-106D-125E-0821FC033D56}"/>
                  </a:ext>
                </a:extLst>
              </p:cNvPr>
              <p:cNvSpPr/>
              <p:nvPr/>
            </p:nvSpPr>
            <p:spPr>
              <a:xfrm>
                <a:off x="83976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28">
                <a:extLst>
                  <a:ext uri="{FF2B5EF4-FFF2-40B4-BE49-F238E27FC236}">
                    <ns2:creationId id="{2EA3BEAA-24F7-C3CE-1332-85DA6C6352D3}"/>
                  </a:ext>
                </a:extLst>
              </p:cNvPr>
              <p:cNvSpPr/>
              <p:nvPr/>
            </p:nvSpPr>
            <p:spPr>
              <a:xfrm>
                <a:off x="92568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3" name="Shape 31">
              <a:extLst>
                <a:ext uri="{FF2B5EF4-FFF2-40B4-BE49-F238E27FC236}">
                  <ns2:creationId id="{30F59725-4E61-5A74-6BB9-6DFB11B41BC4}"/>
                </a:ext>
              </a:extLst>
            </p:cNvPr>
            <p:cNvSpPr/>
            <p:nvPr/>
          </p:nvSpPr>
          <p:spPr>
            <a:xfrm>
              <a:off x="11857039" y="1215279"/>
              <a:ext cx="0" cy="4808011"/>
            </a:xfrm>
            <a:prstGeom prst="line">
              <a:avLst/>
            </a:prstGeom>
            <a:noFill/>
            <a:ln w="9525">
              <a:solidFill>
                <a:srgbClr val="E4E4E4"/>
              </a:solidFill>
              <a:prstDash val="sysDot"/>
            </a:ln>
          </p:spPr>
          <p:txBody>
            <a:bodyPr/>
            <a:lstStyle/>
            <a:p>
              <a:endParaRPr lang="ja-JP" altLang="en-US" sz="2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19" name="コネクタ: カギ線 1118">
              <a:extLst>
                <a:ext uri="{FF2B5EF4-FFF2-40B4-BE49-F238E27FC236}">
                  <ns2:creationId id="{D3091E1F-E558-EC01-A638-46A715A7308C}"/>
                </a:ext>
              </a:extLst>
            </p:cNvPr>
            <p:cNvCxnSpPr>
              <a:cxnSpLocks/>
              <a:endCxn id="620" idx="1"/>
            </p:cNvCxnSpPr>
            <p:nvPr/>
          </p:nvCxnSpPr>
          <p:spPr>
            <a:xfrm>
              <a:off x="8415934" y="2928951"/>
              <a:ext cx="195768" cy="1809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8" name="Shape 42">
              <a:extLst>
                <a:ext uri="{FF2B5EF4-FFF2-40B4-BE49-F238E27FC236}">
                  <ns2:creationId id="{E5A65970-651D-A61C-67D9-94CEB133024B}"/>
                </a:ext>
              </a:extLst>
            </p:cNvPr>
            <p:cNvSpPr/>
            <p:nvPr/>
          </p:nvSpPr>
          <p:spPr>
            <a:xfrm>
              <a:off x="4954982" y="198301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" name="Shape 40">
              <a:extLst>
                <a:ext uri="{FF2B5EF4-FFF2-40B4-BE49-F238E27FC236}">
                  <ns2:creationId id="{882515A6-E376-0E72-EE04-9548148199CE}"/>
                </a:ext>
              </a:extLst>
            </p:cNvPr>
            <p:cNvSpPr/>
            <p:nvPr/>
          </p:nvSpPr>
          <p:spPr>
            <a:xfrm>
              <a:off x="1541786" y="1288547"/>
              <a:ext cx="10315252" cy="117119"/>
            </a:xfrm>
            <a:prstGeom prst="roundRect">
              <a:avLst>
                <a:gd name="adj" fmla="val 18277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50" dirty="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2" name="Shape 42">
              <a:extLst>
                <a:ext uri="{FF2B5EF4-FFF2-40B4-BE49-F238E27FC236}">
                  <ns2:creationId id="{3A5F7627-B870-122B-F2CA-AD91264F4C25}"/>
                </a:ext>
              </a:extLst>
            </p:cNvPr>
            <p:cNvSpPr/>
            <p:nvPr/>
          </p:nvSpPr>
          <p:spPr>
            <a:xfrm>
              <a:off x="2501166" y="3511287"/>
              <a:ext cx="64463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Shape 197">
              <a:extLst>
                <a:ext uri="{FF2B5EF4-FFF2-40B4-BE49-F238E27FC236}">
                  <ns2:creationId id="{F56E4A19-4D6F-AB87-DBBC-DD324FAC6200}"/>
                </a:ext>
              </a:extLst>
            </p:cNvPr>
            <p:cNvSpPr/>
            <p:nvPr/>
          </p:nvSpPr>
          <p:spPr>
            <a:xfrm>
              <a:off x="8328240" y="1473591"/>
              <a:ext cx="905033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0" tIns="36000" rIns="0" bIns="36000" anchor="ctr"/>
            <a:lstStyle/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 err="1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6" name="Shape 42">
              <a:extLst>
                <a:ext uri="{FF2B5EF4-FFF2-40B4-BE49-F238E27FC236}">
                  <ns2:creationId id="{3CEF99C4-BFBF-0C26-7086-09A85E4856D5}"/>
                </a:ext>
              </a:extLst>
            </p:cNvPr>
            <p:cNvSpPr/>
            <p:nvPr/>
          </p:nvSpPr>
          <p:spPr>
            <a:xfrm>
              <a:off x="7495742" y="1473591"/>
              <a:ext cx="72392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72" name="Shape 197">
              <a:extLst>
                <a:ext uri="{FF2B5EF4-FFF2-40B4-BE49-F238E27FC236}">
                  <ns2:creationId id="{0C95B4EF-0449-02F1-563E-218883137170}"/>
                </a:ext>
              </a:extLst>
            </p:cNvPr>
            <p:cNvSpPr/>
            <p:nvPr/>
          </p:nvSpPr>
          <p:spPr>
            <a:xfrm>
              <a:off x="4938473" y="4784847"/>
              <a:ext cx="75193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80" name="Shape 197">
              <a:extLst>
                <a:ext uri="{FF2B5EF4-FFF2-40B4-BE49-F238E27FC236}">
                  <ns2:creationId id="{0A78D14F-712A-5409-7D06-16C68DD1C990}"/>
                </a:ext>
              </a:extLst>
            </p:cNvPr>
            <p:cNvSpPr/>
            <p:nvPr/>
          </p:nvSpPr>
          <p:spPr>
            <a:xfrm>
              <a:off x="5775063" y="478484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2" name="Shape 197">
              <a:extLst>
                <a:ext uri="{FF2B5EF4-FFF2-40B4-BE49-F238E27FC236}">
                  <ns2:creationId id="{E804162F-9204-B13A-8F66-500F5BD3B8CD}"/>
                </a:ext>
              </a:extLst>
            </p:cNvPr>
            <p:cNvSpPr/>
            <p:nvPr/>
          </p:nvSpPr>
          <p:spPr>
            <a:xfrm>
              <a:off x="6599756" y="4784847"/>
              <a:ext cx="598114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4" name="Shape 197">
              <a:extLst>
                <a:ext uri="{FF2B5EF4-FFF2-40B4-BE49-F238E27FC236}">
                  <ns2:creationId id="{84F20CAD-44BB-4750-5360-881427E857FA}"/>
                </a:ext>
              </a:extLst>
            </p:cNvPr>
            <p:cNvSpPr/>
            <p:nvPr/>
          </p:nvSpPr>
          <p:spPr>
            <a:xfrm>
              <a:off x="7322617" y="4784847"/>
              <a:ext cx="701305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6" name="Shape 197">
              <a:extLst>
                <a:ext uri="{FF2B5EF4-FFF2-40B4-BE49-F238E27FC236}">
                  <ns2:creationId id="{AF3C0D3C-B598-46CB-20A4-ED3D3162ACE8}"/>
                </a:ext>
              </a:extLst>
            </p:cNvPr>
            <p:cNvSpPr/>
            <p:nvPr/>
          </p:nvSpPr>
          <p:spPr>
            <a:xfrm>
              <a:off x="9269675" y="4784847"/>
              <a:ext cx="81045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0" name="Shape 42">
              <a:extLst>
                <a:ext uri="{FF2B5EF4-FFF2-40B4-BE49-F238E27FC236}">
                  <ns2:creationId id="{E1D92711-B7BA-99E9-FD17-766EC1EA69CB}"/>
                </a:ext>
              </a:extLst>
            </p:cNvPr>
            <p:cNvSpPr/>
            <p:nvPr/>
          </p:nvSpPr>
          <p:spPr>
            <a:xfrm>
              <a:off x="11092218" y="3511287"/>
              <a:ext cx="76482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4" name="Shape 42">
              <a:extLst>
                <a:ext uri="{FF2B5EF4-FFF2-40B4-BE49-F238E27FC236}">
                  <ns2:creationId id="{033EF831-D0EE-567A-1E23-87C9A56F3860}"/>
                </a:ext>
              </a:extLst>
            </p:cNvPr>
            <p:cNvSpPr/>
            <p:nvPr/>
          </p:nvSpPr>
          <p:spPr>
            <a:xfrm>
              <a:off x="1532977" y="3511287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6" name="Shape 42">
              <a:extLst>
                <a:ext uri="{FF2B5EF4-FFF2-40B4-BE49-F238E27FC236}">
                  <ns2:creationId id="{B9032063-E454-90A4-5AD3-D9A36B020350}"/>
                </a:ext>
              </a:extLst>
            </p:cNvPr>
            <p:cNvSpPr/>
            <p:nvPr/>
          </p:nvSpPr>
          <p:spPr>
            <a:xfrm>
              <a:off x="1532977" y="402071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8" name="Shape 42">
              <a:extLst>
                <a:ext uri="{FF2B5EF4-FFF2-40B4-BE49-F238E27FC236}">
                  <ns2:creationId id="{3EF4DDAD-95BB-8A82-F560-452C7E49B69F}"/>
                </a:ext>
              </a:extLst>
            </p:cNvPr>
            <p:cNvSpPr/>
            <p:nvPr/>
          </p:nvSpPr>
          <p:spPr>
            <a:xfrm>
              <a:off x="1532977" y="3765999"/>
              <a:ext cx="63706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Shape 42">
              <a:extLst>
                <a:ext uri="{FF2B5EF4-FFF2-40B4-BE49-F238E27FC236}">
                  <ns2:creationId id="{9E2B9219-F3EA-CF57-A195-3DCEA85137EB}"/>
                </a:ext>
              </a:extLst>
            </p:cNvPr>
            <p:cNvSpPr/>
            <p:nvPr/>
          </p:nvSpPr>
          <p:spPr>
            <a:xfrm>
              <a:off x="1532977" y="147359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" name="Shape 48">
              <a:extLst>
                <a:ext uri="{FF2B5EF4-FFF2-40B4-BE49-F238E27FC236}">
                  <ns2:creationId id="{4369EE3D-EB37-084A-E2A9-AFFA8B70970E}"/>
                </a:ext>
              </a:extLst>
            </p:cNvPr>
            <p:cNvSpPr/>
            <p:nvPr/>
          </p:nvSpPr>
          <p:spPr>
            <a:xfrm>
              <a:off x="9341844" y="1479167"/>
              <a:ext cx="506983" cy="204849"/>
            </a:xfrm>
            <a:prstGeom prst="roundRect">
              <a:avLst>
                <a:gd name="adj" fmla="val 13462"/>
              </a:avLst>
            </a:prstGeom>
            <a:solidFill>
              <a:srgbClr val="FDEDED"/>
            </a:solidFill>
            <a:ln w="9525">
              <a:solidFill>
                <a:srgbClr val="C00000"/>
              </a:solidFill>
              <a:prstDash val="dash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zh-CN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Shape 106">
              <a:extLst>
                <a:ext uri="{FF2B5EF4-FFF2-40B4-BE49-F238E27FC236}">
                  <ns2:creationId id="{B9DB720D-DC5C-3968-3079-9A91605846BA}"/>
                </a:ext>
              </a:extLst>
            </p:cNvPr>
            <p:cNvSpPr/>
            <p:nvPr/>
          </p:nvSpPr>
          <p:spPr>
            <a:xfrm flipV="1">
              <a:off x="7680095" y="2234004"/>
              <a:ext cx="0" cy="47273"/>
            </a:xfrm>
            <a:prstGeom prst="line">
              <a:avLst/>
            </a:prstGeom>
            <a:noFill/>
            <a:ln w="9525">
              <a:solidFill>
                <a:srgbClr val="44546A"/>
              </a:solidFill>
              <a:prstDash val="solid"/>
              <a:tailEnd type="triangle"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Shape 168">
              <a:extLst>
                <a:ext uri="{FF2B5EF4-FFF2-40B4-BE49-F238E27FC236}">
                  <ns2:creationId id="{BF639BDC-789B-A6DE-443A-E9FB643DE0BA}"/>
                </a:ext>
              </a:extLst>
            </p:cNvPr>
            <p:cNvSpPr/>
            <p:nvPr/>
          </p:nvSpPr>
          <p:spPr>
            <a:xfrm>
              <a:off x="1532977" y="3001863"/>
              <a:ext cx="928607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2" name="Shape 197">
              <a:extLst>
                <a:ext uri="{FF2B5EF4-FFF2-40B4-BE49-F238E27FC236}">
                  <ns2:creationId id="{1EAB315D-FA24-48D6-C704-AC6CABED9CCB}"/>
                </a:ext>
              </a:extLst>
            </p:cNvPr>
            <p:cNvSpPr/>
            <p:nvPr/>
          </p:nvSpPr>
          <p:spPr>
            <a:xfrm>
              <a:off x="3252162" y="3511287"/>
              <a:ext cx="72237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6" name="Text 251">
              <a:extLst>
                <a:ext uri="{FF2B5EF4-FFF2-40B4-BE49-F238E27FC236}">
                  <ns2:creationId id="{D3D02370-687D-AAC1-5054-24E1379415FF}"/>
                </a:ext>
              </a:extLst>
            </p:cNvPr>
            <p:cNvSpPr/>
            <p:nvPr/>
          </p:nvSpPr>
          <p:spPr>
            <a:xfrm>
              <a:off x="11039717" y="3412208"/>
              <a:ext cx="810421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Text 253">
              <a:extLst>
                <a:ext uri="{FF2B5EF4-FFF2-40B4-BE49-F238E27FC236}">
                  <ns2:creationId id="{A3F7F587-82FF-6416-36C1-789A3C35BD2C}"/>
                </a:ext>
              </a:extLst>
            </p:cNvPr>
            <p:cNvSpPr/>
            <p:nvPr/>
          </p:nvSpPr>
          <p:spPr>
            <a:xfrm>
              <a:off x="2006163" y="3368550"/>
              <a:ext cx="1585607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Shape 302">
              <a:extLst>
                <a:ext uri="{FF2B5EF4-FFF2-40B4-BE49-F238E27FC236}">
                  <ns2:creationId id="{746765E3-A90F-68D9-C527-09AF15F3BE1C}"/>
                </a:ext>
              </a:extLst>
            </p:cNvPr>
            <p:cNvSpPr/>
            <p:nvPr/>
          </p:nvSpPr>
          <p:spPr>
            <a:xfrm>
              <a:off x="10416589" y="4784847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Text 323">
              <a:extLst>
                <a:ext uri="{FF2B5EF4-FFF2-40B4-BE49-F238E27FC236}">
                  <ns2:creationId id="{675F0F75-2D81-0092-3048-B789A14A6A57}"/>
                </a:ext>
              </a:extLst>
            </p:cNvPr>
            <p:cNvSpPr/>
            <p:nvPr/>
          </p:nvSpPr>
          <p:spPr>
            <a:xfrm>
              <a:off x="4741012" y="5091055"/>
              <a:ext cx="1111278" cy="113009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600" dirty="0" err="1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620C1C79-E55F-D483-871D-5E441D41AEF9}"/>
                </a:ext>
              </a:extLst>
            </p:cNvPr>
            <p:cNvGrpSpPr/>
            <p:nvPr/>
          </p:nvGrpSpPr>
          <p:grpSpPr>
            <a:xfrm>
              <a:off x="1532977" y="2473083"/>
              <a:ext cx="10306444" cy="2801832"/>
              <a:chOff x="1532977" y="2473083"/>
              <a:chExt cx="10306444" cy="2801832"/>
            </a:xfrm>
          </p:grpSpPr>
          <p:sp>
            <p:nvSpPr>
              <p:cNvPr id="119" name="Shape 115">
                <a:extLst>
                  <a:ext uri="{FF2B5EF4-FFF2-40B4-BE49-F238E27FC236}">
                    <ns2:creationId id="{FD0DD4F9-E05A-32C7-2CCA-8A0B105C3A5D}"/>
                  </a:ext>
                </a:extLst>
              </p:cNvPr>
              <p:cNvSpPr/>
              <p:nvPr/>
            </p:nvSpPr>
            <p:spPr>
              <a:xfrm>
                <a:off x="1532977" y="2473083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Shape 189">
                <a:extLst>
                  <a:ext uri="{FF2B5EF4-FFF2-40B4-BE49-F238E27FC236}">
                    <ns2:creationId id="{E68088D6-B957-FBC3-C1C7-3FA5F0338127}"/>
                  </a:ext>
                </a:extLst>
              </p:cNvPr>
              <p:cNvSpPr/>
              <p:nvPr/>
            </p:nvSpPr>
            <p:spPr>
              <a:xfrm>
                <a:off x="1532977" y="3491931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Shape 256">
                <a:extLst>
                  <a:ext uri="{FF2B5EF4-FFF2-40B4-BE49-F238E27FC236}">
                    <ns2:creationId id="{D950295B-2E51-C490-D2E3-6259AA9100FB}"/>
                  </a:ext>
                </a:extLst>
              </p:cNvPr>
              <p:cNvSpPr/>
              <p:nvPr/>
            </p:nvSpPr>
            <p:spPr>
              <a:xfrm>
                <a:off x="1532977" y="4256067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Shape 326">
                <a:extLst>
                  <a:ext uri="{FF2B5EF4-FFF2-40B4-BE49-F238E27FC236}">
                    <ns2:creationId id="{444B77F1-EFBB-E082-9159-5BF25D1EDB69}"/>
                  </a:ext>
                </a:extLst>
              </p:cNvPr>
              <p:cNvSpPr/>
              <p:nvPr/>
            </p:nvSpPr>
            <p:spPr>
              <a:xfrm>
                <a:off x="1532977" y="5274915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869F1965-F73E-B869-02E9-B69E7A3C6C8A}"/>
                </a:ext>
              </a:extLst>
            </p:cNvPr>
            <p:cNvGrpSpPr/>
            <p:nvPr/>
          </p:nvGrpSpPr>
          <p:grpSpPr>
            <a:xfrm>
              <a:off x="334963" y="990190"/>
              <a:ext cx="11522472" cy="180000"/>
              <a:chOff x="334963" y="990190"/>
              <a:chExt cx="11522472" cy="180000"/>
            </a:xfrm>
          </p:grpSpPr>
          <p:sp>
            <p:nvSpPr>
              <p:cNvPr id="7" name="Text 5">
                <a:extLst>
                  <a:ext uri="{FF2B5EF4-FFF2-40B4-BE49-F238E27FC236}">
                    <ns2:creationId id="{D618C68C-8DAC-5056-6605-C3F1E871199B}"/>
                  </a:ext>
                </a:extLst>
              </p:cNvPr>
              <p:cNvSpPr/>
              <p:nvPr/>
            </p:nvSpPr>
            <p:spPr>
              <a:xfrm>
                <a:off x="334963" y="990190"/>
                <a:ext cx="1167184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　</a:t>
                </a:r>
                <a:endPara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001D8199-BD66-11B9-20AA-B63C89D4EA22}"/>
                  </a:ext>
                </a:extLst>
              </p:cNvPr>
              <p:cNvSpPr/>
              <p:nvPr/>
            </p:nvSpPr>
            <p:spPr>
              <a:xfrm>
                <a:off x="1543610" y="990190"/>
                <a:ext cx="882000" cy="180000"/>
              </a:xfrm>
              <a:prstGeom prst="homePlate">
                <a:avLst>
                  <a:gd name="adj" fmla="val 26028"/>
                </a:avLst>
              </a:prstGeom>
              <a:solidFill>
                <a:srgbClr val="008D2E">
                  <a:alpha val="50196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D54D8BD3-805B-920B-31D2-85B1DAD714FC}"/>
                  </a:ext>
                </a:extLst>
              </p:cNvPr>
              <p:cNvSpPr/>
              <p:nvPr/>
            </p:nvSpPr>
            <p:spPr>
              <a:xfrm>
                <a:off x="2401049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5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8">
                <a:extLst>
                  <a:ext uri="{FF2B5EF4-FFF2-40B4-BE49-F238E27FC236}">
                    <ns2:creationId id="{EC1B1EFD-6456-7BBD-9F34-2C44428AF2D7}"/>
                  </a:ext>
                </a:extLst>
              </p:cNvPr>
              <p:cNvSpPr/>
              <p:nvPr/>
            </p:nvSpPr>
            <p:spPr>
              <a:xfrm>
                <a:off x="3258488" y="990190"/>
                <a:ext cx="882000" cy="180000"/>
              </a:xfrm>
              <a:prstGeom prst="chevron">
                <a:avLst>
                  <a:gd name="adj" fmla="val 28868"/>
                </a:avLst>
              </a:prstGeom>
              <a:solidFill>
                <a:srgbClr val="008D2E">
                  <a:alpha val="6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Text 9">
                <a:extLst>
                  <a:ext uri="{FF2B5EF4-FFF2-40B4-BE49-F238E27FC236}">
                    <ns2:creationId id="{DC8FA62C-478C-5935-1103-A9397C9A9C67}"/>
                  </a:ext>
                </a:extLst>
              </p:cNvPr>
              <p:cNvSpPr/>
              <p:nvPr/>
            </p:nvSpPr>
            <p:spPr>
              <a:xfrm>
                <a:off x="4115927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10">
                <a:extLst>
                  <a:ext uri="{FF2B5EF4-FFF2-40B4-BE49-F238E27FC236}">
                    <ns2:creationId id="{4D584243-8372-DD36-30A7-DD180367464D}"/>
                  </a:ext>
                </a:extLst>
              </p:cNvPr>
              <p:cNvSpPr/>
              <p:nvPr/>
            </p:nvSpPr>
            <p:spPr>
              <a:xfrm>
                <a:off x="4973366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11">
                <a:extLst>
                  <a:ext uri="{FF2B5EF4-FFF2-40B4-BE49-F238E27FC236}">
                    <ns2:creationId id="{8F771BFF-A224-A243-A6F7-00707A55507E}"/>
                  </a:ext>
                </a:extLst>
              </p:cNvPr>
              <p:cNvSpPr/>
              <p:nvPr/>
            </p:nvSpPr>
            <p:spPr>
              <a:xfrm>
                <a:off x="583080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7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12">
                <a:extLst>
                  <a:ext uri="{FF2B5EF4-FFF2-40B4-BE49-F238E27FC236}">
                    <ns2:creationId id="{5143833A-0FB9-1280-028B-F448695C4C9B}"/>
                  </a:ext>
                </a:extLst>
              </p:cNvPr>
              <p:cNvSpPr/>
              <p:nvPr/>
            </p:nvSpPr>
            <p:spPr>
              <a:xfrm>
                <a:off x="6688244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Text 13">
                <a:extLst>
                  <a:ext uri="{FF2B5EF4-FFF2-40B4-BE49-F238E27FC236}">
                    <ns2:creationId id="{13E0980B-3A78-5CAD-EDB4-C0A9DCDFD98D}"/>
                  </a:ext>
                </a:extLst>
              </p:cNvPr>
              <p:cNvSpPr/>
              <p:nvPr/>
            </p:nvSpPr>
            <p:spPr>
              <a:xfrm>
                <a:off x="7545683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4">
                <a:extLst>
                  <a:ext uri="{FF2B5EF4-FFF2-40B4-BE49-F238E27FC236}">
                    <ns2:creationId id="{998486E4-A676-405E-636A-03A47FC7EB24}"/>
                  </a:ext>
                </a:extLst>
              </p:cNvPr>
              <p:cNvSpPr/>
              <p:nvPr/>
            </p:nvSpPr>
            <p:spPr>
              <a:xfrm>
                <a:off x="8403122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Text 15">
                <a:extLst>
                  <a:ext uri="{FF2B5EF4-FFF2-40B4-BE49-F238E27FC236}">
                    <ns2:creationId id="{D71BDF08-BB65-6CEE-A979-F36AB6383AAA}"/>
                  </a:ext>
                </a:extLst>
              </p:cNvPr>
              <p:cNvSpPr/>
              <p:nvPr/>
            </p:nvSpPr>
            <p:spPr>
              <a:xfrm>
                <a:off x="9260561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6">
                <a:extLst>
                  <a:ext uri="{FF2B5EF4-FFF2-40B4-BE49-F238E27FC236}">
                    <ns2:creationId id="{E5706221-F23F-E6F9-117A-10866F993D8C}"/>
                  </a:ext>
                </a:extLst>
              </p:cNvPr>
              <p:cNvSpPr/>
              <p:nvPr/>
            </p:nvSpPr>
            <p:spPr>
              <a:xfrm>
                <a:off x="10118000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7">
                <a:extLst>
                  <a:ext uri="{FF2B5EF4-FFF2-40B4-BE49-F238E27FC236}">
                    <ns2:creationId id="{2DAFCD4A-2BF8-0F4A-0A5E-05F63986E8DC}"/>
                  </a:ext>
                </a:extLst>
              </p:cNvPr>
              <p:cNvSpPr/>
              <p:nvPr/>
            </p:nvSpPr>
            <p:spPr>
              <a:xfrm>
                <a:off x="1097543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8" name="直線コネクタ 427">
                <a:extLst>
                  <a:ext uri="{FF2B5EF4-FFF2-40B4-BE49-F238E27FC236}">
                    <ns2:creationId id="{1C210391-0D59-25F5-74D8-418A740B98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2147" y="990190"/>
                <a:ext cx="0" cy="180000"/>
              </a:xfrm>
              <a:prstGeom prst="line">
                <a:avLst/>
              </a:prstGeom>
              <a:ln w="38100">
                <a:solidFill>
                  <a:srgbClr val="008D2E">
                    <a:alpha val="2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0" name="Shape 42">
              <a:extLst>
                <a:ext uri="{FF2B5EF4-FFF2-40B4-BE49-F238E27FC236}">
                  <ns2:creationId id="{3ED38574-61A5-75BB-157A-F6516A6A5D23}"/>
                </a:ext>
              </a:extLst>
            </p:cNvPr>
            <p:cNvSpPr/>
            <p:nvPr/>
          </p:nvSpPr>
          <p:spPr>
            <a:xfrm>
              <a:off x="1532977" y="274715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2" name="Shape 42">
              <a:extLst>
                <a:ext uri="{FF2B5EF4-FFF2-40B4-BE49-F238E27FC236}">
                  <ns2:creationId id="{D0E217C1-13D6-BE0A-AB14-16707C385B76}"/>
                </a:ext>
              </a:extLst>
            </p:cNvPr>
            <p:cNvSpPr/>
            <p:nvPr/>
          </p:nvSpPr>
          <p:spPr>
            <a:xfrm>
              <a:off x="1532977" y="5548983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0" name="Shape 42">
              <a:extLst>
                <a:ext uri="{FF2B5EF4-FFF2-40B4-BE49-F238E27FC236}">
                  <ns2:creationId id="{3455189E-1241-492C-EE35-B9F373AC8CBB}"/>
                </a:ext>
              </a:extLst>
            </p:cNvPr>
            <p:cNvSpPr/>
            <p:nvPr/>
          </p:nvSpPr>
          <p:spPr>
            <a:xfrm>
              <a:off x="2286081" y="3765999"/>
              <a:ext cx="64463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4" name="Shape 42">
              <a:extLst>
                <a:ext uri="{FF2B5EF4-FFF2-40B4-BE49-F238E27FC236}">
                  <ns2:creationId id="{BD31B662-A803-70B1-933F-59CFA6265F63}"/>
                </a:ext>
              </a:extLst>
            </p:cNvPr>
            <p:cNvSpPr/>
            <p:nvPr/>
          </p:nvSpPr>
          <p:spPr>
            <a:xfrm>
              <a:off x="2461531" y="4020711"/>
              <a:ext cx="901359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6" name="Shape 42">
              <a:extLst>
                <a:ext uri="{FF2B5EF4-FFF2-40B4-BE49-F238E27FC236}">
                  <ns2:creationId id="{29493154-D95C-6F7E-6669-CFBF035F5FA9}"/>
                </a:ext>
              </a:extLst>
            </p:cNvPr>
            <p:cNvSpPr/>
            <p:nvPr/>
          </p:nvSpPr>
          <p:spPr>
            <a:xfrm>
              <a:off x="3452149" y="4020711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8" name="Shape 42">
              <a:extLst>
                <a:ext uri="{FF2B5EF4-FFF2-40B4-BE49-F238E27FC236}">
                  <ns2:creationId id="{EED49E51-AA53-6B64-EE48-B47EF783C728}"/>
                </a:ext>
              </a:extLst>
            </p:cNvPr>
            <p:cNvSpPr/>
            <p:nvPr/>
          </p:nvSpPr>
          <p:spPr>
            <a:xfrm>
              <a:off x="4226452" y="402071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0" name="Shape 42">
              <a:extLst>
                <a:ext uri="{FF2B5EF4-FFF2-40B4-BE49-F238E27FC236}">
                  <ns2:creationId id="{2560F592-CB26-9B54-FE20-55E8C2A8537A}"/>
                </a:ext>
              </a:extLst>
            </p:cNvPr>
            <p:cNvSpPr/>
            <p:nvPr/>
          </p:nvSpPr>
          <p:spPr>
            <a:xfrm>
              <a:off x="3039187" y="3765999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2" name="Shape 42">
              <a:extLst>
                <a:ext uri="{FF2B5EF4-FFF2-40B4-BE49-F238E27FC236}">
                  <ns2:creationId id="{AB7ADC3C-6F0F-B09B-6B7F-77681A3A733B}"/>
                </a:ext>
              </a:extLst>
            </p:cNvPr>
            <p:cNvSpPr/>
            <p:nvPr/>
          </p:nvSpPr>
          <p:spPr>
            <a:xfrm>
              <a:off x="4080898" y="3511287"/>
              <a:ext cx="73357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4" name="Shape 42">
              <a:extLst>
                <a:ext uri="{FF2B5EF4-FFF2-40B4-BE49-F238E27FC236}">
                  <ns2:creationId id="{C697D62E-7DE0-4EC5-4C9E-C085B8E4C338}"/>
                </a:ext>
              </a:extLst>
            </p:cNvPr>
            <p:cNvSpPr/>
            <p:nvPr/>
          </p:nvSpPr>
          <p:spPr>
            <a:xfrm>
              <a:off x="4920827" y="3511287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6" name="Shape 42">
              <a:extLst>
                <a:ext uri="{FF2B5EF4-FFF2-40B4-BE49-F238E27FC236}">
                  <ns2:creationId id="{908109BF-34F7-BCE0-89FD-1E613C52B08A}"/>
                </a:ext>
              </a:extLst>
            </p:cNvPr>
            <p:cNvSpPr/>
            <p:nvPr/>
          </p:nvSpPr>
          <p:spPr>
            <a:xfrm>
              <a:off x="5775063" y="351128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8" name="Shape 197">
              <a:extLst>
                <a:ext uri="{FF2B5EF4-FFF2-40B4-BE49-F238E27FC236}">
                  <ns2:creationId id="{38ED30CF-EE65-2FA3-7F41-5E00637148F0}"/>
                </a:ext>
              </a:extLst>
            </p:cNvPr>
            <p:cNvSpPr/>
            <p:nvPr/>
          </p:nvSpPr>
          <p:spPr>
            <a:xfrm>
              <a:off x="3959385" y="3765999"/>
              <a:ext cx="1041370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0" name="Shape 42">
              <a:extLst>
                <a:ext uri="{FF2B5EF4-FFF2-40B4-BE49-F238E27FC236}">
                  <ns2:creationId id="{68F8499F-7120-E1A7-2E09-1464B5754D8A}"/>
                </a:ext>
              </a:extLst>
            </p:cNvPr>
            <p:cNvSpPr/>
            <p:nvPr/>
          </p:nvSpPr>
          <p:spPr>
            <a:xfrm>
              <a:off x="5107675" y="3765999"/>
              <a:ext cx="77339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2" name="Shape 42">
              <a:extLst>
                <a:ext uri="{FF2B5EF4-FFF2-40B4-BE49-F238E27FC236}">
                  <ns2:creationId id="{0BC88572-27D8-3BF7-655A-57EFB6C74F7B}"/>
                </a:ext>
              </a:extLst>
            </p:cNvPr>
            <p:cNvSpPr/>
            <p:nvPr/>
          </p:nvSpPr>
          <p:spPr>
            <a:xfrm>
              <a:off x="6612967" y="3511287"/>
              <a:ext cx="70086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4" name="Shape 42">
              <a:extLst>
                <a:ext uri="{FF2B5EF4-FFF2-40B4-BE49-F238E27FC236}">
                  <ns2:creationId id="{402CBD0B-7DB9-BEE8-D742-BEDAFCF920DE}"/>
                </a:ext>
              </a:extLst>
            </p:cNvPr>
            <p:cNvSpPr/>
            <p:nvPr/>
          </p:nvSpPr>
          <p:spPr>
            <a:xfrm>
              <a:off x="7495740" y="351128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6" name="Shape 197">
              <a:extLst>
                <a:ext uri="{FF2B5EF4-FFF2-40B4-BE49-F238E27FC236}">
                  <ns2:creationId id="{30813931-FB17-8E4F-D409-D4D675C327AD}"/>
                </a:ext>
              </a:extLst>
            </p:cNvPr>
            <p:cNvSpPr/>
            <p:nvPr/>
          </p:nvSpPr>
          <p:spPr>
            <a:xfrm>
              <a:off x="9246221" y="3511287"/>
              <a:ext cx="833911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8" name="Shape 42">
              <a:extLst>
                <a:ext uri="{FF2B5EF4-FFF2-40B4-BE49-F238E27FC236}">
                  <ns2:creationId id="{BD5956A7-1434-7FC9-F5A3-814D3FA404D7}"/>
                </a:ext>
              </a:extLst>
            </p:cNvPr>
            <p:cNvSpPr/>
            <p:nvPr/>
          </p:nvSpPr>
          <p:spPr>
            <a:xfrm>
              <a:off x="10192592" y="3511287"/>
              <a:ext cx="77768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4" name="Shape 42">
              <a:extLst>
                <a:ext uri="{FF2B5EF4-FFF2-40B4-BE49-F238E27FC236}">
                  <ns2:creationId id="{39CFBAA6-E773-9303-BC99-D9EEC60906F6}"/>
                </a:ext>
              </a:extLst>
            </p:cNvPr>
            <p:cNvSpPr/>
            <p:nvPr/>
          </p:nvSpPr>
          <p:spPr>
            <a:xfrm>
              <a:off x="3550780" y="1728303"/>
              <a:ext cx="79089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8" name="Shape 42">
              <a:extLst>
                <a:ext uri="{FF2B5EF4-FFF2-40B4-BE49-F238E27FC236}">
                  <ns2:creationId id="{FE31A0D5-E792-32C1-5C40-BD2AE8BAB808}"/>
                </a:ext>
              </a:extLst>
            </p:cNvPr>
            <p:cNvSpPr/>
            <p:nvPr/>
          </p:nvSpPr>
          <p:spPr>
            <a:xfrm>
              <a:off x="3912121" y="5294271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8" name="Shape 168">
              <a:extLst>
                <a:ext uri="{FF2B5EF4-FFF2-40B4-BE49-F238E27FC236}">
                  <ns2:creationId id="{01B0A624-61C2-82BD-03B9-8C776CFFF929}"/>
                </a:ext>
              </a:extLst>
            </p:cNvPr>
            <p:cNvSpPr/>
            <p:nvPr/>
          </p:nvSpPr>
          <p:spPr>
            <a:xfrm>
              <a:off x="5818080" y="4275423"/>
              <a:ext cx="694038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0" name="Shape 168">
              <a:extLst>
                <a:ext uri="{FF2B5EF4-FFF2-40B4-BE49-F238E27FC236}">
                  <ns2:creationId id="{723881CC-5E37-28E3-6386-26FBDF79797B}"/>
                </a:ext>
              </a:extLst>
            </p:cNvPr>
            <p:cNvSpPr/>
            <p:nvPr/>
          </p:nvSpPr>
          <p:spPr>
            <a:xfrm>
              <a:off x="6708220" y="4530135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2" name="Shape 42">
              <a:extLst>
                <a:ext uri="{FF2B5EF4-FFF2-40B4-BE49-F238E27FC236}">
                  <ns2:creationId id="{2394EEE7-B3EB-C7C9-9B4D-D18BB683AFCC}"/>
                </a:ext>
              </a:extLst>
            </p:cNvPr>
            <p:cNvSpPr/>
            <p:nvPr/>
          </p:nvSpPr>
          <p:spPr>
            <a:xfrm>
              <a:off x="7680095" y="4530135"/>
              <a:ext cx="66614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4" name="Shape 42">
              <a:extLst>
                <a:ext uri="{FF2B5EF4-FFF2-40B4-BE49-F238E27FC236}">
                  <ns2:creationId id="{4E3571C1-DED0-735A-1D30-AE6306D7B659}"/>
                </a:ext>
              </a:extLst>
            </p:cNvPr>
            <p:cNvSpPr/>
            <p:nvPr/>
          </p:nvSpPr>
          <p:spPr>
            <a:xfrm>
              <a:off x="8442111" y="453013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6" name="Shape 42">
              <a:extLst>
                <a:ext uri="{FF2B5EF4-FFF2-40B4-BE49-F238E27FC236}">
                  <ns2:creationId id="{04D0F856-13BD-E0DD-30DA-2A3E48E49AA8}"/>
                </a:ext>
              </a:extLst>
            </p:cNvPr>
            <p:cNvSpPr/>
            <p:nvPr/>
          </p:nvSpPr>
          <p:spPr>
            <a:xfrm>
              <a:off x="9095969" y="4530135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8" name="Shape 42">
              <a:extLst>
                <a:ext uri="{FF2B5EF4-FFF2-40B4-BE49-F238E27FC236}">
                  <ns2:creationId id="{5C28EB4F-2E7D-39A4-C4EB-7EF72CD429D7}"/>
                </a:ext>
              </a:extLst>
            </p:cNvPr>
            <p:cNvSpPr/>
            <p:nvPr/>
          </p:nvSpPr>
          <p:spPr>
            <a:xfrm>
              <a:off x="6665205" y="4275424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0" name="Shape 42">
              <a:extLst>
                <a:ext uri="{FF2B5EF4-FFF2-40B4-BE49-F238E27FC236}">
                  <ns2:creationId id="{8547CA34-5813-5371-C82D-D1737585E724}"/>
                </a:ext>
              </a:extLst>
            </p:cNvPr>
            <p:cNvSpPr/>
            <p:nvPr/>
          </p:nvSpPr>
          <p:spPr>
            <a:xfrm>
              <a:off x="7261015" y="4275423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2" name="Shape 42">
              <a:extLst>
                <a:ext uri="{FF2B5EF4-FFF2-40B4-BE49-F238E27FC236}">
                  <ns2:creationId id="{AE213599-8701-6CCA-169A-6B5999B48B1F}"/>
                </a:ext>
              </a:extLst>
            </p:cNvPr>
            <p:cNvSpPr/>
            <p:nvPr/>
          </p:nvSpPr>
          <p:spPr>
            <a:xfrm>
              <a:off x="7933638" y="4275423"/>
              <a:ext cx="69187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4" name="Shape 42">
              <a:extLst>
                <a:ext uri="{FF2B5EF4-FFF2-40B4-BE49-F238E27FC236}">
                  <ns2:creationId id="{0BCA571A-14DB-F463-BD1A-AAA79F438E1A}"/>
                </a:ext>
              </a:extLst>
            </p:cNvPr>
            <p:cNvSpPr/>
            <p:nvPr/>
          </p:nvSpPr>
          <p:spPr>
            <a:xfrm>
              <a:off x="8731544" y="4275424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8" name="Shape 197">
              <a:extLst>
                <a:ext uri="{FF2B5EF4-FFF2-40B4-BE49-F238E27FC236}">
                  <ns2:creationId id="{B9047D1F-5025-0EBC-BBD1-CFFAB015D6FC}"/>
                </a:ext>
              </a:extLst>
            </p:cNvPr>
            <p:cNvSpPr/>
            <p:nvPr/>
          </p:nvSpPr>
          <p:spPr>
            <a:xfrm>
              <a:off x="6062969" y="5039559"/>
              <a:ext cx="80410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0" name="Shape 197">
              <a:extLst>
                <a:ext uri="{FF2B5EF4-FFF2-40B4-BE49-F238E27FC236}">
                  <ns2:creationId id="{BCCE79FC-BC73-20BD-2929-7D92128DC1F6}"/>
                </a:ext>
              </a:extLst>
            </p:cNvPr>
            <p:cNvSpPr/>
            <p:nvPr/>
          </p:nvSpPr>
          <p:spPr>
            <a:xfrm>
              <a:off x="6970213" y="5035959"/>
              <a:ext cx="61882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1" name="Shape 197">
              <a:extLst>
                <a:ext uri="{FF2B5EF4-FFF2-40B4-BE49-F238E27FC236}">
                  <ns2:creationId id="{C00283E5-4E3A-9790-58D7-1AAE18939BF5}"/>
                </a:ext>
              </a:extLst>
            </p:cNvPr>
            <p:cNvSpPr/>
            <p:nvPr/>
          </p:nvSpPr>
          <p:spPr>
            <a:xfrm>
              <a:off x="7692179" y="5039558"/>
              <a:ext cx="592399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2" name="Shape 197">
              <a:extLst>
                <a:ext uri="{FF2B5EF4-FFF2-40B4-BE49-F238E27FC236}">
                  <ns2:creationId id="{23045FA0-AA5F-443F-A41F-6E33B1D5746F}"/>
                </a:ext>
              </a:extLst>
            </p:cNvPr>
            <p:cNvSpPr/>
            <p:nvPr/>
          </p:nvSpPr>
          <p:spPr>
            <a:xfrm>
              <a:off x="8387716" y="5039558"/>
              <a:ext cx="53217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4" name="Shape 197">
              <a:extLst>
                <a:ext uri="{FF2B5EF4-FFF2-40B4-BE49-F238E27FC236}">
                  <ns2:creationId id="{DA1E241D-4C32-50CF-A6F7-32E4F7B91EB5}"/>
                </a:ext>
              </a:extLst>
            </p:cNvPr>
            <p:cNvSpPr/>
            <p:nvPr/>
          </p:nvSpPr>
          <p:spPr>
            <a:xfrm>
              <a:off x="9023031" y="5039558"/>
              <a:ext cx="60972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6" name="Shape 302">
              <a:extLst>
                <a:ext uri="{FF2B5EF4-FFF2-40B4-BE49-F238E27FC236}">
                  <ns2:creationId id="{E1C06C8A-9A43-F744-EE20-7CC7440C5A68}"/>
                </a:ext>
              </a:extLst>
            </p:cNvPr>
            <p:cNvSpPr/>
            <p:nvPr/>
          </p:nvSpPr>
          <p:spPr>
            <a:xfrm>
              <a:off x="10416589" y="4530136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8" name="Shape 302">
              <a:extLst>
                <a:ext uri="{FF2B5EF4-FFF2-40B4-BE49-F238E27FC236}">
                  <ns2:creationId id="{1F873241-1F63-1E8F-8141-6E744FEC91DF}"/>
                </a:ext>
              </a:extLst>
            </p:cNvPr>
            <p:cNvSpPr/>
            <p:nvPr/>
          </p:nvSpPr>
          <p:spPr>
            <a:xfrm>
              <a:off x="10416589" y="4275424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0" name="Shape 302">
              <a:extLst>
                <a:ext uri="{FF2B5EF4-FFF2-40B4-BE49-F238E27FC236}">
                  <ns2:creationId id="{22D3C208-E7C8-AD4B-2B9F-5AC00AA53B94}"/>
                </a:ext>
              </a:extLst>
            </p:cNvPr>
            <p:cNvSpPr/>
            <p:nvPr/>
          </p:nvSpPr>
          <p:spPr>
            <a:xfrm>
              <a:off x="10119774" y="5294271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2" name="Shape 302">
              <a:extLst>
                <a:ext uri="{FF2B5EF4-FFF2-40B4-BE49-F238E27FC236}">
                  <ns2:creationId id="{AB1B4360-B342-27C7-6F9B-64D0F2560108}"/>
                </a:ext>
              </a:extLst>
            </p:cNvPr>
            <p:cNvSpPr/>
            <p:nvPr/>
          </p:nvSpPr>
          <p:spPr>
            <a:xfrm>
              <a:off x="10114546" y="5548983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4" name="Shape 302">
              <a:extLst>
                <a:ext uri="{FF2B5EF4-FFF2-40B4-BE49-F238E27FC236}">
                  <ns2:creationId id="{7EEE7D79-E482-D854-7550-E8762EC6FF40}"/>
                </a:ext>
              </a:extLst>
            </p:cNvPr>
            <p:cNvSpPr/>
            <p:nvPr/>
          </p:nvSpPr>
          <p:spPr>
            <a:xfrm>
              <a:off x="11152178" y="5294271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Shape 302">
              <a:extLst>
                <a:ext uri="{FF2B5EF4-FFF2-40B4-BE49-F238E27FC236}">
                  <ns2:creationId id="{F06D6499-3444-7CF8-BD37-8E6C97884CA2}"/>
                </a:ext>
              </a:extLst>
            </p:cNvPr>
            <p:cNvSpPr/>
            <p:nvPr/>
          </p:nvSpPr>
          <p:spPr>
            <a:xfrm>
              <a:off x="11023127" y="5548983"/>
              <a:ext cx="833910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28" name="Shape 168">
              <a:extLst>
                <a:ext uri="{FF2B5EF4-FFF2-40B4-BE49-F238E27FC236}">
                  <ns2:creationId id="{33134E97-3208-A0DB-FEE1-3B69BD31BA8E}"/>
                </a:ext>
              </a:extLst>
            </p:cNvPr>
            <p:cNvSpPr/>
            <p:nvPr/>
          </p:nvSpPr>
          <p:spPr>
            <a:xfrm>
              <a:off x="10278627" y="5803690"/>
              <a:ext cx="1578410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0" name="Shape 42">
              <a:extLst>
                <a:ext uri="{FF2B5EF4-FFF2-40B4-BE49-F238E27FC236}">
                  <ns2:creationId id="{10BF5D9B-AF44-D4C9-D14F-71D3579813A9}"/>
                </a:ext>
              </a:extLst>
            </p:cNvPr>
            <p:cNvSpPr/>
            <p:nvPr/>
          </p:nvSpPr>
          <p:spPr>
            <a:xfrm>
              <a:off x="9332870" y="5294271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2" name="Shape 42">
              <a:extLst>
                <a:ext uri="{FF2B5EF4-FFF2-40B4-BE49-F238E27FC236}">
                  <ns2:creationId id="{BE5CD1CA-FB0E-8B39-2C8E-DC47110D4AC1}"/>
                </a:ext>
              </a:extLst>
            </p:cNvPr>
            <p:cNvSpPr/>
            <p:nvPr/>
          </p:nvSpPr>
          <p:spPr>
            <a:xfrm>
              <a:off x="9340779" y="5548983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4" name="Shape 168">
              <a:extLst>
                <a:ext uri="{FF2B5EF4-FFF2-40B4-BE49-F238E27FC236}">
                  <ns2:creationId id="{0A33D2EF-EDBE-9860-DD53-5E4A7FEBE899}"/>
                </a:ext>
              </a:extLst>
            </p:cNvPr>
            <p:cNvSpPr/>
            <p:nvPr/>
          </p:nvSpPr>
          <p:spPr>
            <a:xfrm>
              <a:off x="5516961" y="5803690"/>
              <a:ext cx="2300476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36" name="Shape 42">
              <a:extLst>
                <a:ext uri="{FF2B5EF4-FFF2-40B4-BE49-F238E27FC236}">
                  <ns2:creationId id="{4770AE2F-607E-3E03-1BC8-982D69ED31AB}"/>
                </a:ext>
              </a:extLst>
            </p:cNvPr>
            <p:cNvSpPr/>
            <p:nvPr/>
          </p:nvSpPr>
          <p:spPr>
            <a:xfrm>
              <a:off x="6678418" y="529427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8" name="Shape 42">
              <a:extLst>
                <a:ext uri="{FF2B5EF4-FFF2-40B4-BE49-F238E27FC236}">
                  <ns2:creationId id="{5984B4D9-C832-8AC5-71CF-A5B5C38997FC}"/>
                </a:ext>
              </a:extLst>
            </p:cNvPr>
            <p:cNvSpPr/>
            <p:nvPr/>
          </p:nvSpPr>
          <p:spPr>
            <a:xfrm>
              <a:off x="6649857" y="5548983"/>
              <a:ext cx="76322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0" name="Shape 42">
              <a:extLst>
                <a:ext uri="{FF2B5EF4-FFF2-40B4-BE49-F238E27FC236}">
                  <ns2:creationId id="{B34CA99E-DFB9-D147-1C64-5F0EF0B19738}"/>
                </a:ext>
              </a:extLst>
            </p:cNvPr>
            <p:cNvSpPr/>
            <p:nvPr/>
          </p:nvSpPr>
          <p:spPr>
            <a:xfrm>
              <a:off x="5890903" y="5294271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2" name="Shape 42">
              <a:extLst>
                <a:ext uri="{FF2B5EF4-FFF2-40B4-BE49-F238E27FC236}">
                  <ns2:creationId id="{46ECC346-3E14-7FE9-89EE-D7182D69AFF8}"/>
                </a:ext>
              </a:extLst>
            </p:cNvPr>
            <p:cNvSpPr/>
            <p:nvPr/>
          </p:nvSpPr>
          <p:spPr>
            <a:xfrm>
              <a:off x="5891519" y="5548983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4" name="Shape 42">
              <a:extLst>
                <a:ext uri="{FF2B5EF4-FFF2-40B4-BE49-F238E27FC236}">
                  <ns2:creationId id="{BEBA3CC8-A19B-6AEA-8534-BA66F00C7D35}"/>
                </a:ext>
              </a:extLst>
            </p:cNvPr>
            <p:cNvSpPr/>
            <p:nvPr/>
          </p:nvSpPr>
          <p:spPr>
            <a:xfrm>
              <a:off x="5245646" y="5548983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8" name="Shape 42">
              <a:extLst>
                <a:ext uri="{FF2B5EF4-FFF2-40B4-BE49-F238E27FC236}">
                  <ns2:creationId id="{C05DCF95-9AFA-61B0-BBBA-0ABEC1C55555}"/>
                </a:ext>
              </a:extLst>
            </p:cNvPr>
            <p:cNvSpPr/>
            <p:nvPr/>
          </p:nvSpPr>
          <p:spPr>
            <a:xfrm>
              <a:off x="4183435" y="2492439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6" name="Shape 42">
              <a:extLst>
                <a:ext uri="{FF2B5EF4-FFF2-40B4-BE49-F238E27FC236}">
                  <ns2:creationId id="{FB6AF38C-4476-BB49-E210-56AACC614561}"/>
                </a:ext>
              </a:extLst>
            </p:cNvPr>
            <p:cNvSpPr/>
            <p:nvPr/>
          </p:nvSpPr>
          <p:spPr>
            <a:xfrm>
              <a:off x="4957741" y="1728303"/>
              <a:ext cx="80748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60" name="Shape 42">
              <a:extLst>
                <a:ext uri="{FF2B5EF4-FFF2-40B4-BE49-F238E27FC236}">
                  <ns2:creationId id="{0FF414F9-BE0E-FBD6-E11C-9AE446B34A32}"/>
                </a:ext>
              </a:extLst>
            </p:cNvPr>
            <p:cNvSpPr/>
            <p:nvPr/>
          </p:nvSpPr>
          <p:spPr>
            <a:xfrm>
              <a:off x="6119199" y="1728303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2" name="Shape 42">
              <a:extLst>
                <a:ext uri="{FF2B5EF4-FFF2-40B4-BE49-F238E27FC236}">
                  <ns2:creationId id="{F4C8A073-7F19-45DA-E90F-F13EDC252D30}"/>
                </a:ext>
              </a:extLst>
            </p:cNvPr>
            <p:cNvSpPr/>
            <p:nvPr/>
          </p:nvSpPr>
          <p:spPr>
            <a:xfrm>
              <a:off x="5878301" y="1983015"/>
              <a:ext cx="80748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4" name="Shape 42">
              <a:extLst>
                <a:ext uri="{FF2B5EF4-FFF2-40B4-BE49-F238E27FC236}">
                  <ns2:creationId id="{686B6594-BBBC-229C-7621-01FF59734F01}"/>
                </a:ext>
              </a:extLst>
            </p:cNvPr>
            <p:cNvSpPr/>
            <p:nvPr/>
          </p:nvSpPr>
          <p:spPr>
            <a:xfrm>
              <a:off x="6790263" y="1983015"/>
              <a:ext cx="65262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8" name="Shape 42">
              <a:extLst>
                <a:ext uri="{FF2B5EF4-FFF2-40B4-BE49-F238E27FC236}">
                  <ns2:creationId id="{B21A54D3-E33C-ACC4-F641-BB049D76813B}"/>
                </a:ext>
              </a:extLst>
            </p:cNvPr>
            <p:cNvSpPr/>
            <p:nvPr/>
          </p:nvSpPr>
          <p:spPr>
            <a:xfrm>
              <a:off x="7598981" y="1983015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70" name="Shape 42">
              <a:extLst>
                <a:ext uri="{FF2B5EF4-FFF2-40B4-BE49-F238E27FC236}">
                  <ns2:creationId id="{E8EA02CE-FF8A-2EC8-F00F-809CEB40DB48}"/>
                </a:ext>
              </a:extLst>
            </p:cNvPr>
            <p:cNvSpPr/>
            <p:nvPr/>
          </p:nvSpPr>
          <p:spPr>
            <a:xfrm>
              <a:off x="8270044" y="1983015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2" name="Shape 42">
              <a:extLst>
                <a:ext uri="{FF2B5EF4-FFF2-40B4-BE49-F238E27FC236}">
                  <ns2:creationId id="{A3FBBC9F-A924-1333-2214-C965908CBD12}"/>
                </a:ext>
              </a:extLst>
            </p:cNvPr>
            <p:cNvSpPr/>
            <p:nvPr/>
          </p:nvSpPr>
          <p:spPr>
            <a:xfrm>
              <a:off x="7082776" y="223772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4" name="Shape 42">
              <a:extLst>
                <a:ext uri="{FF2B5EF4-FFF2-40B4-BE49-F238E27FC236}">
                  <ns2:creationId id="{8267BCD6-44F5-5414-D64A-8BFAB9E9B516}"/>
                </a:ext>
              </a:extLst>
            </p:cNvPr>
            <p:cNvSpPr/>
            <p:nvPr/>
          </p:nvSpPr>
          <p:spPr>
            <a:xfrm>
              <a:off x="8493732" y="2237727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6" name="Shape 42">
              <a:extLst>
                <a:ext uri="{FF2B5EF4-FFF2-40B4-BE49-F238E27FC236}">
                  <ns2:creationId id="{181288C6-BE2E-F5B1-EBCB-1522ACF8EE9F}"/>
                </a:ext>
              </a:extLst>
            </p:cNvPr>
            <p:cNvSpPr/>
            <p:nvPr/>
          </p:nvSpPr>
          <p:spPr>
            <a:xfrm>
              <a:off x="842889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8" name="Shape 42">
              <a:extLst>
                <a:ext uri="{FF2B5EF4-FFF2-40B4-BE49-F238E27FC236}">
                  <ns2:creationId id="{35C0D20A-0C12-3BAA-742C-D6BE73F173A4}"/>
                </a:ext>
              </a:extLst>
            </p:cNvPr>
            <p:cNvSpPr/>
            <p:nvPr/>
          </p:nvSpPr>
          <p:spPr>
            <a:xfrm>
              <a:off x="9008194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0" name="Shape 42">
              <a:extLst>
                <a:ext uri="{FF2B5EF4-FFF2-40B4-BE49-F238E27FC236}">
                  <ns2:creationId id="{251B4344-EC18-E7C1-8E1D-89D3CBF35420}"/>
                </a:ext>
              </a:extLst>
            </p:cNvPr>
            <p:cNvSpPr/>
            <p:nvPr/>
          </p:nvSpPr>
          <p:spPr>
            <a:xfrm>
              <a:off x="958748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2" name="Shape 42">
              <a:extLst>
                <a:ext uri="{FF2B5EF4-FFF2-40B4-BE49-F238E27FC236}">
                  <ns2:creationId id="{1A871BBF-EA2C-C859-99FB-706BB4208262}"/>
                </a:ext>
              </a:extLst>
            </p:cNvPr>
            <p:cNvSpPr/>
            <p:nvPr/>
          </p:nvSpPr>
          <p:spPr>
            <a:xfrm>
              <a:off x="10166783" y="1728303"/>
              <a:ext cx="54969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4" name="Shape 42">
              <a:extLst>
                <a:ext uri="{FF2B5EF4-FFF2-40B4-BE49-F238E27FC236}">
                  <ns2:creationId id="{A99D0273-2AA1-6788-0C07-B5922A732BCF}"/>
                </a:ext>
              </a:extLst>
            </p:cNvPr>
            <p:cNvSpPr/>
            <p:nvPr/>
          </p:nvSpPr>
          <p:spPr>
            <a:xfrm>
              <a:off x="10179995" y="2237727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6" name="Shape 42">
              <a:extLst>
                <a:ext uri="{FF2B5EF4-FFF2-40B4-BE49-F238E27FC236}">
                  <ns2:creationId id="{C5C0C49C-DB46-A57F-1400-F51EB0291068}"/>
                </a:ext>
              </a:extLst>
            </p:cNvPr>
            <p:cNvSpPr/>
            <p:nvPr/>
          </p:nvSpPr>
          <p:spPr>
            <a:xfrm>
              <a:off x="11353799" y="1473591"/>
              <a:ext cx="51105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Shape 302">
              <a:extLst>
                <a:ext uri="{FF2B5EF4-FFF2-40B4-BE49-F238E27FC236}">
                  <ns2:creationId id="{DAFF83C0-346C-365C-D030-EE92AE6485AF}"/>
                </a:ext>
              </a:extLst>
            </p:cNvPr>
            <p:cNvSpPr/>
            <p:nvPr/>
          </p:nvSpPr>
          <p:spPr>
            <a:xfrm>
              <a:off x="10572953" y="1473591"/>
              <a:ext cx="672274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2" name="Shape 42">
              <a:extLst>
                <a:ext uri="{FF2B5EF4-FFF2-40B4-BE49-F238E27FC236}">
                  <ns2:creationId id="{C4239C92-5840-443F-CE9D-1435F5381D67}"/>
                </a:ext>
              </a:extLst>
            </p:cNvPr>
            <p:cNvSpPr/>
            <p:nvPr/>
          </p:nvSpPr>
          <p:spPr>
            <a:xfrm>
              <a:off x="9957398" y="1473591"/>
              <a:ext cx="5069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4" name="Shape 302">
              <a:extLst>
                <a:ext uri="{FF2B5EF4-FFF2-40B4-BE49-F238E27FC236}">
                  <ns2:creationId id="{6427C485-51FE-8D78-6F36-2D95E813FB51}"/>
                </a:ext>
              </a:extLst>
            </p:cNvPr>
            <p:cNvSpPr/>
            <p:nvPr/>
          </p:nvSpPr>
          <p:spPr>
            <a:xfrm>
              <a:off x="11360980" y="2492439"/>
              <a:ext cx="4960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6" name="Shape 42">
              <a:extLst>
                <a:ext uri="{FF2B5EF4-FFF2-40B4-BE49-F238E27FC236}">
                  <ns2:creationId id="{AE46E24E-76AF-A947-B266-239613A8E85E}"/>
                </a:ext>
              </a:extLst>
            </p:cNvPr>
            <p:cNvSpPr/>
            <p:nvPr/>
          </p:nvSpPr>
          <p:spPr>
            <a:xfrm>
              <a:off x="6635404" y="2492439"/>
              <a:ext cx="51769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98" name="Shape 42">
              <a:extLst>
                <a:ext uri="{FF2B5EF4-FFF2-40B4-BE49-F238E27FC236}">
                  <ns2:creationId id="{4D284005-2F71-3860-4E84-B2DE6A8A31C0}"/>
                </a:ext>
              </a:extLst>
            </p:cNvPr>
            <p:cNvSpPr/>
            <p:nvPr/>
          </p:nvSpPr>
          <p:spPr>
            <a:xfrm>
              <a:off x="7256230" y="2492439"/>
              <a:ext cx="52777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0" name="Shape 42">
              <a:extLst>
                <a:ext uri="{FF2B5EF4-FFF2-40B4-BE49-F238E27FC236}">
                  <ns2:creationId id="{E89C9126-7C98-97A8-04DB-D4DF1DF483E6}"/>
                </a:ext>
              </a:extLst>
            </p:cNvPr>
            <p:cNvSpPr/>
            <p:nvPr/>
          </p:nvSpPr>
          <p:spPr>
            <a:xfrm>
              <a:off x="7876872" y="2492439"/>
              <a:ext cx="39628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2" name="Shape 42">
              <a:extLst>
                <a:ext uri="{FF2B5EF4-FFF2-40B4-BE49-F238E27FC236}">
                  <ns2:creationId id="{2938D92B-C4D8-DDB9-48F5-8158EE35386D}"/>
                </a:ext>
              </a:extLst>
            </p:cNvPr>
            <p:cNvSpPr/>
            <p:nvPr/>
          </p:nvSpPr>
          <p:spPr>
            <a:xfrm>
              <a:off x="8371152" y="2492439"/>
              <a:ext cx="45365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4" name="Shape 42">
              <a:extLst>
                <a:ext uri="{FF2B5EF4-FFF2-40B4-BE49-F238E27FC236}">
                  <ns2:creationId id="{03D92013-308B-F601-607A-3DD46D54136D}"/>
                </a:ext>
              </a:extLst>
            </p:cNvPr>
            <p:cNvSpPr/>
            <p:nvPr/>
          </p:nvSpPr>
          <p:spPr>
            <a:xfrm>
              <a:off x="8922802" y="2492439"/>
              <a:ext cx="85324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6" name="Shape 42">
              <a:extLst>
                <a:ext uri="{FF2B5EF4-FFF2-40B4-BE49-F238E27FC236}">
                  <ns2:creationId id="{6177821E-191E-C8CA-AC30-37351E7492E8}"/>
                </a:ext>
              </a:extLst>
            </p:cNvPr>
            <p:cNvSpPr/>
            <p:nvPr/>
          </p:nvSpPr>
          <p:spPr>
            <a:xfrm>
              <a:off x="9892702" y="2492439"/>
              <a:ext cx="45442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8" name="Shape 42">
              <a:extLst>
                <a:ext uri="{FF2B5EF4-FFF2-40B4-BE49-F238E27FC236}">
                  <ns2:creationId id="{07335470-31AD-35E8-89BC-4EBED06985B7}"/>
                </a:ext>
              </a:extLst>
            </p:cNvPr>
            <p:cNvSpPr/>
            <p:nvPr/>
          </p:nvSpPr>
          <p:spPr>
            <a:xfrm>
              <a:off x="10426469" y="2492439"/>
              <a:ext cx="3913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0" name="Shape 42">
              <a:extLst>
                <a:ext uri="{FF2B5EF4-FFF2-40B4-BE49-F238E27FC236}">
                  <ns2:creationId id="{8C730D55-5259-7EAA-AD43-46DB4472AD73}"/>
                </a:ext>
              </a:extLst>
            </p:cNvPr>
            <p:cNvSpPr/>
            <p:nvPr/>
          </p:nvSpPr>
          <p:spPr>
            <a:xfrm>
              <a:off x="10915823" y="2492439"/>
              <a:ext cx="3471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2" name="Shape 42">
              <a:extLst>
                <a:ext uri="{FF2B5EF4-FFF2-40B4-BE49-F238E27FC236}">
                  <ns2:creationId id="{61F43400-D272-8384-06AE-05ACC7AAB685}"/>
                </a:ext>
              </a:extLst>
            </p:cNvPr>
            <p:cNvSpPr/>
            <p:nvPr/>
          </p:nvSpPr>
          <p:spPr>
            <a:xfrm>
              <a:off x="10855051" y="2747151"/>
              <a:ext cx="57600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4" name="Shape 42">
              <a:extLst>
                <a:ext uri="{FF2B5EF4-FFF2-40B4-BE49-F238E27FC236}">
                  <ns2:creationId id="{E597F704-F2EF-4DC2-E65A-4B5CF03B3EDE}"/>
                </a:ext>
              </a:extLst>
            </p:cNvPr>
            <p:cNvSpPr/>
            <p:nvPr/>
          </p:nvSpPr>
          <p:spPr>
            <a:xfrm>
              <a:off x="10226048" y="2747151"/>
              <a:ext cx="53545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5" name="Shape 42">
              <a:extLst>
                <a:ext uri="{FF2B5EF4-FFF2-40B4-BE49-F238E27FC236}">
                  <ns2:creationId id="{4ECD2510-D87C-6050-831F-99C64784FF60}"/>
                </a:ext>
              </a:extLst>
            </p:cNvPr>
            <p:cNvSpPr/>
            <p:nvPr/>
          </p:nvSpPr>
          <p:spPr>
            <a:xfrm>
              <a:off x="9597044" y="2747151"/>
              <a:ext cx="4830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6" name="Shape 42">
              <a:extLst>
                <a:ext uri="{FF2B5EF4-FFF2-40B4-BE49-F238E27FC236}">
                  <ns2:creationId id="{AB1BC806-E740-CA47-95CF-FCF59E2C0EC1}"/>
                </a:ext>
              </a:extLst>
            </p:cNvPr>
            <p:cNvSpPr/>
            <p:nvPr/>
          </p:nvSpPr>
          <p:spPr>
            <a:xfrm>
              <a:off x="8626565" y="2747151"/>
              <a:ext cx="87692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7" name="Shape 42">
              <a:extLst>
                <a:ext uri="{FF2B5EF4-FFF2-40B4-BE49-F238E27FC236}">
                  <ns2:creationId id="{25DBCC31-A875-75A6-70D7-1BA04E013F33}"/>
                </a:ext>
              </a:extLst>
            </p:cNvPr>
            <p:cNvSpPr/>
            <p:nvPr/>
          </p:nvSpPr>
          <p:spPr>
            <a:xfrm>
              <a:off x="8032580" y="2747151"/>
              <a:ext cx="45876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8" name="Shape 42">
              <a:extLst>
                <a:ext uri="{FF2B5EF4-FFF2-40B4-BE49-F238E27FC236}">
                  <ns2:creationId id="{C961BED2-E135-0D0B-ABB5-FAFADF36D4CA}"/>
                </a:ext>
              </a:extLst>
            </p:cNvPr>
            <p:cNvSpPr/>
            <p:nvPr/>
          </p:nvSpPr>
          <p:spPr>
            <a:xfrm>
              <a:off x="6975792" y="2747151"/>
              <a:ext cx="67014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0" name="Shape 42">
              <a:extLst>
                <a:ext uri="{FF2B5EF4-FFF2-40B4-BE49-F238E27FC236}">
                  <ns2:creationId id="{72268B3A-3368-4802-EED6-FB3C4D20D0D4}"/>
                </a:ext>
              </a:extLst>
            </p:cNvPr>
            <p:cNvSpPr/>
            <p:nvPr/>
          </p:nvSpPr>
          <p:spPr>
            <a:xfrm>
              <a:off x="8611702" y="3001863"/>
              <a:ext cx="8308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22" name="Shape 42">
              <a:extLst>
                <a:ext uri="{FF2B5EF4-FFF2-40B4-BE49-F238E27FC236}">
                  <ns2:creationId id="{7F3A1FBC-FE35-7300-2101-D6EFF9E4987D}"/>
                </a:ext>
              </a:extLst>
            </p:cNvPr>
            <p:cNvSpPr/>
            <p:nvPr/>
          </p:nvSpPr>
          <p:spPr>
            <a:xfrm>
              <a:off x="7883012" y="3001863"/>
              <a:ext cx="58594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4" name="Shape 42">
              <a:extLst>
                <a:ext uri="{FF2B5EF4-FFF2-40B4-BE49-F238E27FC236}">
                  <ns2:creationId id="{063FFD26-F0F3-E29F-3B99-87B94BABAAB4}"/>
                </a:ext>
              </a:extLst>
            </p:cNvPr>
            <p:cNvSpPr/>
            <p:nvPr/>
          </p:nvSpPr>
          <p:spPr>
            <a:xfrm>
              <a:off x="6936520" y="3001863"/>
              <a:ext cx="70424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6" name="Shape 42">
              <a:extLst>
                <a:ext uri="{FF2B5EF4-FFF2-40B4-BE49-F238E27FC236}">
                  <ns2:creationId id="{F079798E-FCFA-9F76-9354-2005385D9255}"/>
                </a:ext>
              </a:extLst>
            </p:cNvPr>
            <p:cNvSpPr/>
            <p:nvPr/>
          </p:nvSpPr>
          <p:spPr>
            <a:xfrm>
              <a:off x="8915298" y="3256576"/>
              <a:ext cx="76446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28" name="コネクタ: カギ線 627">
              <a:extLst>
                <a:ext uri="{FF2B5EF4-FFF2-40B4-BE49-F238E27FC236}">
                  <ns2:creationId id="{9DA1E877-4C83-28C7-86DC-5493C9E64DBD}"/>
                </a:ext>
              </a:extLst>
            </p:cNvPr>
            <p:cNvCxnSpPr>
              <a:cxnSpLocks/>
              <a:stCxn id="172" idx="3"/>
            </p:cNvCxnSpPr>
            <p:nvPr/>
          </p:nvCxnSpPr>
          <p:spPr>
            <a:xfrm flipV="1">
              <a:off x="2461584" y="2557362"/>
              <a:ext cx="1721851" cy="552501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コネクタ: カギ線 628">
              <a:extLst>
                <a:ext uri="{FF2B5EF4-FFF2-40B4-BE49-F238E27FC236}">
                  <ns2:creationId id="{D07C9346-A15E-987F-B99A-9E784EA6935B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54073" y="2869515"/>
              <a:ext cx="848962" cy="409758"/>
            </a:xfrm>
            <a:prstGeom prst="bentConnector3">
              <a:avLst>
                <a:gd name="adj1" fmla="val 100097"/>
              </a:avLst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コネクタ: カギ線 633">
              <a:extLst>
                <a:ext uri="{FF2B5EF4-FFF2-40B4-BE49-F238E27FC236}">
                  <ns2:creationId id="{594C71BB-A0DC-DC38-7E8E-BE7FDFE8D6AF}"/>
                </a:ext>
              </a:extLst>
            </p:cNvPr>
            <p:cNvCxnSpPr>
              <a:cxnSpLocks/>
              <a:stCxn id="570" idx="3"/>
              <a:endCxn id="584" idx="1"/>
            </p:cNvCxnSpPr>
            <p:nvPr/>
          </p:nvCxnSpPr>
          <p:spPr>
            <a:xfrm>
              <a:off x="8785014" y="2091015"/>
              <a:ext cx="1394981" cy="254712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9" name="Text 18">
              <a:extLst>
                <a:ext uri="{FF2B5EF4-FFF2-40B4-BE49-F238E27FC236}">
                  <ns2:creationId id="{FE080446-9A2E-1389-6439-01C116690B75}"/>
                </a:ext>
              </a:extLst>
            </p:cNvPr>
            <p:cNvSpPr/>
            <p:nvPr/>
          </p:nvSpPr>
          <p:spPr>
            <a:xfrm>
              <a:off x="6695011" y="1185333"/>
              <a:ext cx="2581016" cy="9454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7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1" name="直線矢印コネクタ 640">
              <a:extLst>
                <a:ext uri="{FF2B5EF4-FFF2-40B4-BE49-F238E27FC236}">
                  <ns2:creationId id="{35CD3499-D059-B539-88DF-8C94ABE5B9B1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矢印コネクタ 645">
              <a:extLst>
                <a:ext uri="{FF2B5EF4-FFF2-40B4-BE49-F238E27FC236}">
                  <ns2:creationId id="{887CF9D2-DB6D-0A24-A164-D621A63C18BA}"/>
                </a:ext>
              </a:extLst>
            </p:cNvPr>
            <p:cNvCxnSpPr>
              <a:cxnSpLocks/>
              <a:stCxn id="45" idx="3"/>
              <a:endCxn id="566" idx="1"/>
            </p:cNvCxnSpPr>
            <p:nvPr/>
          </p:nvCxnSpPr>
          <p:spPr>
            <a:xfrm>
              <a:off x="2366889" y="1581591"/>
              <a:ext cx="51288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矢印コネクタ 648">
              <a:extLst>
                <a:ext uri="{FF2B5EF4-FFF2-40B4-BE49-F238E27FC236}">
                  <ns2:creationId id="{339122CC-3FE0-6549-6058-4FE75C81D3F5}"/>
                </a:ext>
              </a:extLst>
            </p:cNvPr>
            <p:cNvCxnSpPr>
              <a:cxnSpLocks/>
              <a:stCxn id="474" idx="3"/>
              <a:endCxn id="556" idx="1"/>
            </p:cNvCxnSpPr>
            <p:nvPr/>
          </p:nvCxnSpPr>
          <p:spPr>
            <a:xfrm>
              <a:off x="4341675" y="1836303"/>
              <a:ext cx="61606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矢印コネクタ 651">
              <a:extLst>
                <a:ext uri="{FF2B5EF4-FFF2-40B4-BE49-F238E27FC236}">
                  <ns2:creationId id="{F203B1B6-6098-704F-ADFE-8F849A7EF370}"/>
                </a:ext>
              </a:extLst>
            </p:cNvPr>
            <p:cNvCxnSpPr>
              <a:cxnSpLocks/>
            </p:cNvCxnSpPr>
            <p:nvPr/>
          </p:nvCxnSpPr>
          <p:spPr>
            <a:xfrm>
              <a:off x="5238277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矢印コネクタ 652">
              <a:extLst>
                <a:ext uri="{FF2B5EF4-FFF2-40B4-BE49-F238E27FC236}">
                  <ns2:creationId id="{F29C6DA1-7130-B0D5-BA05-6A2CC9B23F23}"/>
                </a:ext>
              </a:extLst>
            </p:cNvPr>
            <p:cNvCxnSpPr>
              <a:cxnSpLocks/>
              <a:stCxn id="556" idx="3"/>
              <a:endCxn id="560" idx="1"/>
            </p:cNvCxnSpPr>
            <p:nvPr/>
          </p:nvCxnSpPr>
          <p:spPr>
            <a:xfrm>
              <a:off x="5765226" y="1836303"/>
              <a:ext cx="35397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矢印コネクタ 655">
              <a:extLst>
                <a:ext uri="{FF2B5EF4-FFF2-40B4-BE49-F238E27FC236}">
                  <ns2:creationId id="{26105FA5-CE02-F909-6B63-76CF4CAB0E49}"/>
                </a:ext>
              </a:extLst>
            </p:cNvPr>
            <p:cNvCxnSpPr>
              <a:cxnSpLocks/>
              <a:stCxn id="558" idx="3"/>
              <a:endCxn id="562" idx="1"/>
            </p:cNvCxnSpPr>
            <p:nvPr/>
          </p:nvCxnSpPr>
          <p:spPr>
            <a:xfrm>
              <a:off x="5521572" y="2091015"/>
              <a:ext cx="356729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矢印コネクタ 658">
              <a:extLst>
                <a:ext uri="{FF2B5EF4-FFF2-40B4-BE49-F238E27FC236}">
                  <ns2:creationId id="{34FA5909-6AE7-FF0F-9B99-0881B65C7469}"/>
                </a:ext>
              </a:extLst>
            </p:cNvPr>
            <p:cNvCxnSpPr>
              <a:cxnSpLocks/>
              <a:stCxn id="560" idx="3"/>
              <a:endCxn id="576" idx="1"/>
            </p:cNvCxnSpPr>
            <p:nvPr/>
          </p:nvCxnSpPr>
          <p:spPr>
            <a:xfrm>
              <a:off x="6599756" y="1836303"/>
              <a:ext cx="182914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矢印コネクタ 661">
              <a:extLst>
                <a:ext uri="{FF2B5EF4-FFF2-40B4-BE49-F238E27FC236}">
                  <ns2:creationId id="{5036274B-F9C2-8CCA-88F8-A8D586B7D1B2}"/>
                </a:ext>
              </a:extLst>
            </p:cNvPr>
            <p:cNvCxnSpPr>
              <a:cxnSpLocks/>
              <a:stCxn id="568" idx="3"/>
              <a:endCxn id="570" idx="1"/>
            </p:cNvCxnSpPr>
            <p:nvPr/>
          </p:nvCxnSpPr>
          <p:spPr>
            <a:xfrm>
              <a:off x="8165570" y="2091015"/>
              <a:ext cx="104474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矢印コネクタ 664">
              <a:extLst>
                <a:ext uri="{FF2B5EF4-FFF2-40B4-BE49-F238E27FC236}">
                  <ns2:creationId id="{0AE48435-27D8-9E67-EA29-B7A76780815A}"/>
                </a:ext>
              </a:extLst>
            </p:cNvPr>
            <p:cNvCxnSpPr>
              <a:cxnSpLocks/>
              <a:stCxn id="564" idx="3"/>
              <a:endCxn id="568" idx="1"/>
            </p:cNvCxnSpPr>
            <p:nvPr/>
          </p:nvCxnSpPr>
          <p:spPr>
            <a:xfrm>
              <a:off x="7442886" y="2091015"/>
              <a:ext cx="15609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矢印コネクタ 667">
              <a:extLst>
                <a:ext uri="{FF2B5EF4-FFF2-40B4-BE49-F238E27FC236}">
                  <ns2:creationId id="{93427006-6B07-A256-4232-23430EFA9CE3}"/>
                </a:ext>
              </a:extLst>
            </p:cNvPr>
            <p:cNvCxnSpPr>
              <a:cxnSpLocks/>
              <a:stCxn id="562" idx="3"/>
              <a:endCxn id="564" idx="1"/>
            </p:cNvCxnSpPr>
            <p:nvPr/>
          </p:nvCxnSpPr>
          <p:spPr>
            <a:xfrm>
              <a:off x="6685787" y="2091015"/>
              <a:ext cx="10447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矢印コネクタ 670">
              <a:extLst>
                <a:ext uri="{FF2B5EF4-FFF2-40B4-BE49-F238E27FC236}">
                  <ns2:creationId id="{C61D79B2-6660-D356-9FE4-0B727B0BB6C6}"/>
                </a:ext>
              </a:extLst>
            </p:cNvPr>
            <p:cNvCxnSpPr>
              <a:cxnSpLocks/>
              <a:stCxn id="572" idx="3"/>
              <a:endCxn id="574" idx="1"/>
            </p:cNvCxnSpPr>
            <p:nvPr/>
          </p:nvCxnSpPr>
          <p:spPr>
            <a:xfrm>
              <a:off x="7761210" y="2345727"/>
              <a:ext cx="732522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矢印コネクタ 673">
              <a:extLst>
                <a:ext uri="{FF2B5EF4-FFF2-40B4-BE49-F238E27FC236}">
                  <ns2:creationId id="{AD79573F-415C-BCC9-6E1B-E01040FAC0F2}"/>
                </a:ext>
              </a:extLst>
            </p:cNvPr>
            <p:cNvCxnSpPr>
              <a:cxnSpLocks/>
              <a:stCxn id="576" idx="3"/>
              <a:endCxn id="578" idx="1"/>
            </p:cNvCxnSpPr>
            <p:nvPr/>
          </p:nvCxnSpPr>
          <p:spPr>
            <a:xfrm>
              <a:off x="8894446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矢印コネクタ 678">
              <a:extLst>
                <a:ext uri="{FF2B5EF4-FFF2-40B4-BE49-F238E27FC236}">
                  <ns2:creationId id="{A2609F34-346D-2772-18FB-A4EF8CEF66B2}"/>
                </a:ext>
              </a:extLst>
            </p:cNvPr>
            <p:cNvCxnSpPr>
              <a:cxnSpLocks/>
              <a:stCxn id="578" idx="3"/>
              <a:endCxn id="580" idx="1"/>
            </p:cNvCxnSpPr>
            <p:nvPr/>
          </p:nvCxnSpPr>
          <p:spPr>
            <a:xfrm>
              <a:off x="9473741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矢印コネクタ 681">
              <a:extLst>
                <a:ext uri="{FF2B5EF4-FFF2-40B4-BE49-F238E27FC236}">
                  <ns2:creationId id="{B87D3ED6-E920-B299-6633-C629338BA090}"/>
                </a:ext>
              </a:extLst>
            </p:cNvPr>
            <p:cNvCxnSpPr>
              <a:cxnSpLocks/>
              <a:stCxn id="580" idx="3"/>
              <a:endCxn id="582" idx="1"/>
            </p:cNvCxnSpPr>
            <p:nvPr/>
          </p:nvCxnSpPr>
          <p:spPr>
            <a:xfrm>
              <a:off x="10053036" y="1836303"/>
              <a:ext cx="113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矢印コネクタ 684">
              <a:extLst>
                <a:ext uri="{FF2B5EF4-FFF2-40B4-BE49-F238E27FC236}">
                  <ns2:creationId id="{BE233EFA-93D6-DCAB-61CB-587C0E1E4898}"/>
                </a:ext>
              </a:extLst>
            </p:cNvPr>
            <p:cNvCxnSpPr>
              <a:cxnSpLocks/>
            </p:cNvCxnSpPr>
            <p:nvPr/>
          </p:nvCxnSpPr>
          <p:spPr>
            <a:xfrm>
              <a:off x="7331345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矢印コネクタ 685">
              <a:extLst>
                <a:ext uri="{FF2B5EF4-FFF2-40B4-BE49-F238E27FC236}">
                  <ns2:creationId id="{CF9555FB-B5DA-1CA3-0FA4-3C9C244528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88027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コネクタ: カギ線 686">
              <a:extLst>
                <a:ext uri="{FF2B5EF4-FFF2-40B4-BE49-F238E27FC236}">
                  <ns2:creationId id="{8B3AF449-B8E8-7795-C611-DB40454DE1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49494" y="1897203"/>
              <a:ext cx="0" cy="343274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矢印コネクタ 689">
              <a:extLst>
                <a:ext uri="{FF2B5EF4-FFF2-40B4-BE49-F238E27FC236}">
                  <ns2:creationId id="{F996E151-3087-FD66-93B8-D417BD11792F}"/>
                </a:ext>
              </a:extLst>
            </p:cNvPr>
            <p:cNvCxnSpPr>
              <a:cxnSpLocks/>
            </p:cNvCxnSpPr>
            <p:nvPr/>
          </p:nvCxnSpPr>
          <p:spPr>
            <a:xfrm>
              <a:off x="7899484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矢印コネクタ 690">
              <a:extLst>
                <a:ext uri="{FF2B5EF4-FFF2-40B4-BE49-F238E27FC236}">
                  <ns2:creationId id="{5FD9F8E9-A818-D43F-4E1D-7B31F2EC9CE5}"/>
                </a:ext>
              </a:extLst>
            </p:cNvPr>
            <p:cNvCxnSpPr>
              <a:cxnSpLocks/>
              <a:stCxn id="566" idx="3"/>
              <a:endCxn id="590" idx="1"/>
            </p:cNvCxnSpPr>
            <p:nvPr/>
          </p:nvCxnSpPr>
          <p:spPr>
            <a:xfrm>
              <a:off x="8219669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矢印コネクタ 694">
              <a:extLst>
                <a:ext uri="{FF2B5EF4-FFF2-40B4-BE49-F238E27FC236}">
                  <ns2:creationId id="{87F2F945-3148-1B97-A3A5-A7C51632DE82}"/>
                </a:ext>
              </a:extLst>
            </p:cNvPr>
            <p:cNvCxnSpPr>
              <a:cxnSpLocks/>
              <a:stCxn id="590" idx="3"/>
              <a:endCxn id="51" idx="1"/>
            </p:cNvCxnSpPr>
            <p:nvPr/>
          </p:nvCxnSpPr>
          <p:spPr>
            <a:xfrm>
              <a:off x="9233273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矢印コネクタ 697">
              <a:extLst>
                <a:ext uri="{FF2B5EF4-FFF2-40B4-BE49-F238E27FC236}">
                  <ns2:creationId id="{7215D852-BABE-4C52-A6B7-620C8A73A42A}"/>
                </a:ext>
              </a:extLst>
            </p:cNvPr>
            <p:cNvCxnSpPr>
              <a:cxnSpLocks/>
              <a:stCxn id="51" idx="3"/>
              <a:endCxn id="592" idx="1"/>
            </p:cNvCxnSpPr>
            <p:nvPr/>
          </p:nvCxnSpPr>
          <p:spPr>
            <a:xfrm flipV="1">
              <a:off x="9848827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矢印コネクタ 700">
              <a:extLst>
                <a:ext uri="{FF2B5EF4-FFF2-40B4-BE49-F238E27FC236}">
                  <ns2:creationId id="{859ADDDE-FF4F-0E0E-9DB4-C84CF0EDB29C}"/>
                </a:ext>
              </a:extLst>
            </p:cNvPr>
            <p:cNvCxnSpPr>
              <a:cxnSpLocks/>
              <a:stCxn id="592" idx="3"/>
              <a:endCxn id="588" idx="1"/>
            </p:cNvCxnSpPr>
            <p:nvPr/>
          </p:nvCxnSpPr>
          <p:spPr>
            <a:xfrm>
              <a:off x="10464382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矢印コネクタ 703">
              <a:extLst>
                <a:ext uri="{FF2B5EF4-FFF2-40B4-BE49-F238E27FC236}">
                  <ns2:creationId id="{0A385F79-0B8E-69CF-1A60-81DC1F92A8F1}"/>
                </a:ext>
              </a:extLst>
            </p:cNvPr>
            <p:cNvCxnSpPr>
              <a:cxnSpLocks/>
              <a:stCxn id="588" idx="3"/>
              <a:endCxn id="586" idx="1"/>
            </p:cNvCxnSpPr>
            <p:nvPr/>
          </p:nvCxnSpPr>
          <p:spPr>
            <a:xfrm>
              <a:off x="11245227" y="1581591"/>
              <a:ext cx="108572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矢印コネクタ 719">
              <a:extLst>
                <a:ext uri="{FF2B5EF4-FFF2-40B4-BE49-F238E27FC236}">
                  <ns2:creationId id="{D9E5F6F4-3C70-4A0C-2F49-0576C4CB5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43392" y="165494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直線矢印コネクタ 721">
              <a:extLst>
                <a:ext uri="{FF2B5EF4-FFF2-40B4-BE49-F238E27FC236}">
                  <ns2:creationId id="{75849D3B-EF37-7523-B225-DBB90559FBB0}"/>
                </a:ext>
              </a:extLst>
            </p:cNvPr>
            <p:cNvCxnSpPr>
              <a:cxnSpLocks/>
            </p:cNvCxnSpPr>
            <p:nvPr/>
          </p:nvCxnSpPr>
          <p:spPr>
            <a:xfrm>
              <a:off x="6359478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直線矢印コネクタ 722">
              <a:extLst>
                <a:ext uri="{FF2B5EF4-FFF2-40B4-BE49-F238E27FC236}">
                  <ns2:creationId id="{8B501EF2-5EFD-D478-3713-F31B5B9EA676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292850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8" name="直線矢印コネクタ 737">
              <a:extLst>
                <a:ext uri="{FF2B5EF4-FFF2-40B4-BE49-F238E27FC236}">
                  <ns2:creationId id="{DF0748D8-A61A-1AC2-282D-8FCA9160F358}"/>
                </a:ext>
              </a:extLst>
            </p:cNvPr>
            <p:cNvCxnSpPr>
              <a:cxnSpLocks/>
              <a:stCxn id="548" idx="3"/>
              <a:endCxn id="596" idx="1"/>
            </p:cNvCxnSpPr>
            <p:nvPr/>
          </p:nvCxnSpPr>
          <p:spPr>
            <a:xfrm>
              <a:off x="5033937" y="2600439"/>
              <a:ext cx="16014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直線矢印コネクタ 746">
              <a:extLst>
                <a:ext uri="{FF2B5EF4-FFF2-40B4-BE49-F238E27FC236}">
                  <ns2:creationId id="{4161A48A-D85B-3C2B-7F6C-381B25ADC717}"/>
                </a:ext>
              </a:extLst>
            </p:cNvPr>
            <p:cNvCxnSpPr>
              <a:cxnSpLocks/>
              <a:stCxn id="598" idx="3"/>
              <a:endCxn id="600" idx="1"/>
            </p:cNvCxnSpPr>
            <p:nvPr/>
          </p:nvCxnSpPr>
          <p:spPr>
            <a:xfrm>
              <a:off x="7784004" y="2600439"/>
              <a:ext cx="928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直線矢印コネクタ 750">
              <a:extLst>
                <a:ext uri="{FF2B5EF4-FFF2-40B4-BE49-F238E27FC236}">
                  <ns2:creationId id="{C1D9C915-A717-2224-F5A8-FECFC5182BE3}"/>
                </a:ext>
              </a:extLst>
            </p:cNvPr>
            <p:cNvCxnSpPr>
              <a:cxnSpLocks/>
              <a:stCxn id="600" idx="3"/>
              <a:endCxn id="602" idx="1"/>
            </p:cNvCxnSpPr>
            <p:nvPr/>
          </p:nvCxnSpPr>
          <p:spPr>
            <a:xfrm>
              <a:off x="827315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直線矢印コネクタ 753">
              <a:extLst>
                <a:ext uri="{FF2B5EF4-FFF2-40B4-BE49-F238E27FC236}">
                  <ns2:creationId id="{8E298957-1B8D-C78E-A6E5-2B0C4899CAF3}"/>
                </a:ext>
              </a:extLst>
            </p:cNvPr>
            <p:cNvCxnSpPr>
              <a:cxnSpLocks/>
              <a:stCxn id="602" idx="3"/>
              <a:endCxn id="604" idx="1"/>
            </p:cNvCxnSpPr>
            <p:nvPr/>
          </p:nvCxnSpPr>
          <p:spPr>
            <a:xfrm>
              <a:off x="882480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直線矢印コネクタ 756">
              <a:extLst>
                <a:ext uri="{FF2B5EF4-FFF2-40B4-BE49-F238E27FC236}">
                  <ns2:creationId id="{42C3547E-E459-B609-8B4B-5734E43083F9}"/>
                </a:ext>
              </a:extLst>
            </p:cNvPr>
            <p:cNvCxnSpPr>
              <a:cxnSpLocks/>
              <a:stCxn id="604" idx="3"/>
              <a:endCxn id="606" idx="1"/>
            </p:cNvCxnSpPr>
            <p:nvPr/>
          </p:nvCxnSpPr>
          <p:spPr>
            <a:xfrm>
              <a:off x="9776044" y="2600439"/>
              <a:ext cx="1166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直線矢印コネクタ 759">
              <a:extLst>
                <a:ext uri="{FF2B5EF4-FFF2-40B4-BE49-F238E27FC236}">
                  <ns2:creationId id="{D46D0547-B1FE-8D60-567A-8F17E22295B8}"/>
                </a:ext>
              </a:extLst>
            </p:cNvPr>
            <p:cNvCxnSpPr>
              <a:cxnSpLocks/>
              <a:stCxn id="606" idx="3"/>
              <a:endCxn id="608" idx="1"/>
            </p:cNvCxnSpPr>
            <p:nvPr/>
          </p:nvCxnSpPr>
          <p:spPr>
            <a:xfrm>
              <a:off x="10347131" y="2600439"/>
              <a:ext cx="793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直線矢印コネクタ 764">
              <a:extLst>
                <a:ext uri="{FF2B5EF4-FFF2-40B4-BE49-F238E27FC236}">
                  <ns2:creationId id="{7EFD90BF-8E40-9659-0BCD-A97D012FA1EE}"/>
                </a:ext>
              </a:extLst>
            </p:cNvPr>
            <p:cNvCxnSpPr>
              <a:cxnSpLocks/>
              <a:stCxn id="608" idx="3"/>
              <a:endCxn id="610" idx="1"/>
            </p:cNvCxnSpPr>
            <p:nvPr/>
          </p:nvCxnSpPr>
          <p:spPr>
            <a:xfrm>
              <a:off x="10817825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8" name="直線矢印コネクタ 767">
              <a:extLst>
                <a:ext uri="{FF2B5EF4-FFF2-40B4-BE49-F238E27FC236}">
                  <ns2:creationId id="{9094BE31-C911-02ED-B988-7F151E431B9B}"/>
                </a:ext>
              </a:extLst>
            </p:cNvPr>
            <p:cNvCxnSpPr>
              <a:cxnSpLocks/>
              <a:stCxn id="610" idx="3"/>
              <a:endCxn id="594" idx="1"/>
            </p:cNvCxnSpPr>
            <p:nvPr/>
          </p:nvCxnSpPr>
          <p:spPr>
            <a:xfrm>
              <a:off x="11262979" y="2600439"/>
              <a:ext cx="9800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直線矢印コネクタ 789">
              <a:extLst>
                <a:ext uri="{FF2B5EF4-FFF2-40B4-BE49-F238E27FC236}">
                  <ns2:creationId id="{9C337EBE-936C-459B-C6DF-A13B3F52CF87}"/>
                </a:ext>
              </a:extLst>
            </p:cNvPr>
            <p:cNvCxnSpPr>
              <a:cxnSpLocks/>
              <a:stCxn id="618" idx="3"/>
              <a:endCxn id="617" idx="1"/>
            </p:cNvCxnSpPr>
            <p:nvPr/>
          </p:nvCxnSpPr>
          <p:spPr>
            <a:xfrm>
              <a:off x="7645932" y="2855151"/>
              <a:ext cx="3866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直線矢印コネクタ 793">
              <a:extLst>
                <a:ext uri="{FF2B5EF4-FFF2-40B4-BE49-F238E27FC236}">
                  <ns2:creationId id="{4ABE1304-509B-EDA4-21DB-5250240CCE6E}"/>
                </a:ext>
              </a:extLst>
            </p:cNvPr>
            <p:cNvCxnSpPr>
              <a:cxnSpLocks/>
              <a:stCxn id="617" idx="3"/>
              <a:endCxn id="616" idx="1"/>
            </p:cNvCxnSpPr>
            <p:nvPr/>
          </p:nvCxnSpPr>
          <p:spPr>
            <a:xfrm>
              <a:off x="8491340" y="2855151"/>
              <a:ext cx="13522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直線矢印コネクタ 798">
              <a:extLst>
                <a:ext uri="{FF2B5EF4-FFF2-40B4-BE49-F238E27FC236}">
                  <ns2:creationId id="{106E75CF-3B64-0436-D280-7401723EE310}"/>
                </a:ext>
              </a:extLst>
            </p:cNvPr>
            <p:cNvCxnSpPr>
              <a:cxnSpLocks/>
              <a:stCxn id="616" idx="3"/>
              <a:endCxn id="615" idx="1"/>
            </p:cNvCxnSpPr>
            <p:nvPr/>
          </p:nvCxnSpPr>
          <p:spPr>
            <a:xfrm>
              <a:off x="9503493" y="2855151"/>
              <a:ext cx="93551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直線矢印コネクタ 801">
              <a:extLst>
                <a:ext uri="{FF2B5EF4-FFF2-40B4-BE49-F238E27FC236}">
                  <ns2:creationId id="{9C7651D9-3017-A84E-3160-D12299A6D22D}"/>
                </a:ext>
              </a:extLst>
            </p:cNvPr>
            <p:cNvCxnSpPr>
              <a:cxnSpLocks/>
              <a:stCxn id="615" idx="3"/>
              <a:endCxn id="614" idx="1"/>
            </p:cNvCxnSpPr>
            <p:nvPr/>
          </p:nvCxnSpPr>
          <p:spPr>
            <a:xfrm>
              <a:off x="10080133" y="2855151"/>
              <a:ext cx="14591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5" name="直線矢印コネクタ 804">
              <a:extLst>
                <a:ext uri="{FF2B5EF4-FFF2-40B4-BE49-F238E27FC236}">
                  <ns2:creationId id="{9A2D5FD7-6AC3-5768-4FAB-5541386D4B68}"/>
                </a:ext>
              </a:extLst>
            </p:cNvPr>
            <p:cNvCxnSpPr>
              <a:cxnSpLocks/>
              <a:stCxn id="614" idx="3"/>
              <a:endCxn id="612" idx="1"/>
            </p:cNvCxnSpPr>
            <p:nvPr/>
          </p:nvCxnSpPr>
          <p:spPr>
            <a:xfrm>
              <a:off x="10761501" y="2855151"/>
              <a:ext cx="9355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5" name="コネクタ: カギ線 814">
              <a:extLst>
                <a:ext uri="{FF2B5EF4-FFF2-40B4-BE49-F238E27FC236}">
                  <ns2:creationId id="{36315C9C-F851-39C2-CE93-75F2D93FD2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51118" y="2941297"/>
              <a:ext cx="0" cy="324000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直線矢印コネクタ 817">
              <a:extLst>
                <a:ext uri="{FF2B5EF4-FFF2-40B4-BE49-F238E27FC236}">
                  <ns2:creationId id="{E873FC3F-BB29-E99D-C41D-2FF37A4C59D1}"/>
                </a:ext>
              </a:extLst>
            </p:cNvPr>
            <p:cNvCxnSpPr>
              <a:cxnSpLocks/>
            </p:cNvCxnSpPr>
            <p:nvPr/>
          </p:nvCxnSpPr>
          <p:spPr>
            <a:xfrm>
              <a:off x="7396891" y="2933503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コネクタ: カギ線 818">
              <a:extLst>
                <a:ext uri="{FF2B5EF4-FFF2-40B4-BE49-F238E27FC236}">
                  <ns2:creationId id="{F8792264-77F3-419F-F988-E14D82B3853F}"/>
                </a:ext>
              </a:extLst>
            </p:cNvPr>
            <p:cNvCxnSpPr>
              <a:cxnSpLocks/>
              <a:stCxn id="618" idx="3"/>
              <a:endCxn id="622" idx="1"/>
            </p:cNvCxnSpPr>
            <p:nvPr/>
          </p:nvCxnSpPr>
          <p:spPr>
            <a:xfrm>
              <a:off x="7645932" y="2855151"/>
              <a:ext cx="237080" cy="2547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矢印コネクタ 825">
              <a:extLst>
                <a:ext uri="{FF2B5EF4-FFF2-40B4-BE49-F238E27FC236}">
                  <ns2:creationId id="{568DE5E1-5AF4-E107-36F8-526D6AEAC0E8}"/>
                </a:ext>
              </a:extLst>
            </p:cNvPr>
            <p:cNvCxnSpPr>
              <a:cxnSpLocks/>
            </p:cNvCxnSpPr>
            <p:nvPr/>
          </p:nvCxnSpPr>
          <p:spPr>
            <a:xfrm>
              <a:off x="9489713" y="2966751"/>
              <a:ext cx="0" cy="292602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直線矢印コネクタ 894">
              <a:extLst>
                <a:ext uri="{FF2B5EF4-FFF2-40B4-BE49-F238E27FC236}">
                  <ns2:creationId id="{D52C98FE-94D2-7612-020E-95C6611940AE}"/>
                </a:ext>
              </a:extLst>
            </p:cNvPr>
            <p:cNvCxnSpPr>
              <a:cxnSpLocks/>
              <a:stCxn id="596" idx="3"/>
              <a:endCxn id="598" idx="1"/>
            </p:cNvCxnSpPr>
            <p:nvPr/>
          </p:nvCxnSpPr>
          <p:spPr>
            <a:xfrm>
              <a:off x="7153102" y="2600439"/>
              <a:ext cx="10312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" name="直線矢印コネクタ 897">
              <a:extLst>
                <a:ext uri="{FF2B5EF4-FFF2-40B4-BE49-F238E27FC236}">
                  <ns2:creationId id="{A4A206F0-1A3F-0CB7-FCB5-6C1A22ABED4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51509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9" name="直線矢印コネクタ 898">
              <a:extLst>
                <a:ext uri="{FF2B5EF4-FFF2-40B4-BE49-F238E27FC236}">
                  <ns2:creationId id="{76DB44D7-B27F-B92E-CEF7-79BA66FD47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0991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0" name="直線矢印コネクタ 899">
              <a:extLst>
                <a:ext uri="{FF2B5EF4-FFF2-40B4-BE49-F238E27FC236}">
                  <ns2:creationId id="{EC071802-80E4-79F6-211D-61B78EA40E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21168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" name="直線矢印コネクタ 901">
              <a:extLst>
                <a:ext uri="{FF2B5EF4-FFF2-40B4-BE49-F238E27FC236}">
                  <ns2:creationId id="{521D609C-B3AB-7315-8E64-B591E5AD29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51703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3" name="直線矢印コネクタ 902">
              <a:extLst>
                <a:ext uri="{FF2B5EF4-FFF2-40B4-BE49-F238E27FC236}">
                  <ns2:creationId id="{30911476-C118-2CBA-17AF-08E6C33DDDF3}"/>
                </a:ext>
              </a:extLst>
            </p:cNvPr>
            <p:cNvCxnSpPr>
              <a:cxnSpLocks/>
              <a:stCxn id="438" idx="3"/>
              <a:endCxn id="440" idx="1"/>
            </p:cNvCxnSpPr>
            <p:nvPr/>
          </p:nvCxnSpPr>
          <p:spPr>
            <a:xfrm>
              <a:off x="2170041" y="3873999"/>
              <a:ext cx="11604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6" name="直線矢印コネクタ 905">
              <a:extLst>
                <a:ext uri="{FF2B5EF4-FFF2-40B4-BE49-F238E27FC236}">
                  <ns2:creationId id="{55BF7A12-A2FE-6FAC-A89D-9D18C162DBFB}"/>
                </a:ext>
              </a:extLst>
            </p:cNvPr>
            <p:cNvCxnSpPr>
              <a:cxnSpLocks/>
              <a:stCxn id="440" idx="3"/>
              <a:endCxn id="450" idx="1"/>
            </p:cNvCxnSpPr>
            <p:nvPr/>
          </p:nvCxnSpPr>
          <p:spPr>
            <a:xfrm>
              <a:off x="2930717" y="3873999"/>
              <a:ext cx="10847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直線矢印コネクタ 908">
              <a:extLst>
                <a:ext uri="{FF2B5EF4-FFF2-40B4-BE49-F238E27FC236}">
                  <ns2:creationId id="{EB8C501C-0257-927C-66F1-7EA534114550}"/>
                </a:ext>
              </a:extLst>
            </p:cNvPr>
            <p:cNvCxnSpPr>
              <a:cxnSpLocks/>
              <a:stCxn id="450" idx="3"/>
              <a:endCxn id="458" idx="1"/>
            </p:cNvCxnSpPr>
            <p:nvPr/>
          </p:nvCxnSpPr>
          <p:spPr>
            <a:xfrm>
              <a:off x="3760638" y="3873999"/>
              <a:ext cx="198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直線矢印コネクタ 911">
              <a:extLst>
                <a:ext uri="{FF2B5EF4-FFF2-40B4-BE49-F238E27FC236}">
                  <ns2:creationId id="{CECC86C7-89AC-C680-7D0D-320FD23ECF48}"/>
                </a:ext>
              </a:extLst>
            </p:cNvPr>
            <p:cNvCxnSpPr>
              <a:cxnSpLocks/>
              <a:stCxn id="434" idx="3"/>
              <a:endCxn id="442" idx="1"/>
            </p:cNvCxnSpPr>
            <p:nvPr/>
          </p:nvCxnSpPr>
          <p:spPr>
            <a:xfrm>
              <a:off x="2366889" y="3619287"/>
              <a:ext cx="13427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" name="直線矢印コネクタ 914">
              <a:extLst>
                <a:ext uri="{FF2B5EF4-FFF2-40B4-BE49-F238E27FC236}">
                  <ns2:creationId id="{482067C9-A382-6A6C-651D-263A43342BF7}"/>
                </a:ext>
              </a:extLst>
            </p:cNvPr>
            <p:cNvCxnSpPr>
              <a:cxnSpLocks/>
              <a:stCxn id="442" idx="3"/>
            </p:cNvCxnSpPr>
            <p:nvPr/>
          </p:nvCxnSpPr>
          <p:spPr>
            <a:xfrm>
              <a:off x="3145803" y="3619287"/>
              <a:ext cx="952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" name="直線矢印コネクタ 919">
              <a:extLst>
                <a:ext uri="{FF2B5EF4-FFF2-40B4-BE49-F238E27FC236}">
                  <ns2:creationId id="{73BDF3A3-A2EA-8404-A0E3-3F3394AE9307}"/>
                </a:ext>
              </a:extLst>
            </p:cNvPr>
            <p:cNvCxnSpPr>
              <a:cxnSpLocks/>
              <a:stCxn id="202" idx="3"/>
              <a:endCxn id="452" idx="1"/>
            </p:cNvCxnSpPr>
            <p:nvPr/>
          </p:nvCxnSpPr>
          <p:spPr>
            <a:xfrm>
              <a:off x="3974540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5" name="直線矢印コネクタ 924">
              <a:extLst>
                <a:ext uri="{FF2B5EF4-FFF2-40B4-BE49-F238E27FC236}">
                  <ns2:creationId id="{16F8F228-23E6-1844-27FE-3CD0D4541FDA}"/>
                </a:ext>
              </a:extLst>
            </p:cNvPr>
            <p:cNvCxnSpPr>
              <a:cxnSpLocks/>
              <a:stCxn id="452" idx="3"/>
              <a:endCxn id="454" idx="1"/>
            </p:cNvCxnSpPr>
            <p:nvPr/>
          </p:nvCxnSpPr>
          <p:spPr>
            <a:xfrm>
              <a:off x="4814468" y="3619287"/>
              <a:ext cx="106359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8" name="直線矢印コネクタ 927">
              <a:extLst>
                <a:ext uri="{FF2B5EF4-FFF2-40B4-BE49-F238E27FC236}">
                  <ns2:creationId id="{D3ADB0BB-E3F8-0651-9C9D-E970E69DED64}"/>
                </a:ext>
              </a:extLst>
            </p:cNvPr>
            <p:cNvCxnSpPr>
              <a:cxnSpLocks/>
              <a:stCxn id="454" idx="3"/>
              <a:endCxn id="456" idx="1"/>
            </p:cNvCxnSpPr>
            <p:nvPr/>
          </p:nvCxnSpPr>
          <p:spPr>
            <a:xfrm>
              <a:off x="5668705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1" name="直線矢印コネクタ 930">
              <a:extLst>
                <a:ext uri="{FF2B5EF4-FFF2-40B4-BE49-F238E27FC236}">
                  <ns2:creationId id="{C56DFCE5-0C25-FE9B-797A-4FC2B4D69E2A}"/>
                </a:ext>
              </a:extLst>
            </p:cNvPr>
            <p:cNvCxnSpPr>
              <a:cxnSpLocks/>
              <a:stCxn id="456" idx="3"/>
              <a:endCxn id="462" idx="1"/>
            </p:cNvCxnSpPr>
            <p:nvPr/>
          </p:nvCxnSpPr>
          <p:spPr>
            <a:xfrm>
              <a:off x="6410480" y="3619287"/>
              <a:ext cx="20248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直線矢印コネクタ 933">
              <a:extLst>
                <a:ext uri="{FF2B5EF4-FFF2-40B4-BE49-F238E27FC236}">
                  <ns2:creationId id="{1E0E252F-B996-87DB-A28F-69822C64FF85}"/>
                </a:ext>
              </a:extLst>
            </p:cNvPr>
            <p:cNvCxnSpPr>
              <a:cxnSpLocks/>
              <a:stCxn id="458" idx="3"/>
              <a:endCxn id="460" idx="1"/>
            </p:cNvCxnSpPr>
            <p:nvPr/>
          </p:nvCxnSpPr>
          <p:spPr>
            <a:xfrm>
              <a:off x="5000755" y="3873999"/>
              <a:ext cx="10692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直線矢印コネクタ 937">
              <a:extLst>
                <a:ext uri="{FF2B5EF4-FFF2-40B4-BE49-F238E27FC236}">
                  <ns2:creationId id="{C9A95DB8-167F-193B-703C-49988703D5A4}"/>
                </a:ext>
              </a:extLst>
            </p:cNvPr>
            <p:cNvCxnSpPr>
              <a:cxnSpLocks/>
              <a:stCxn id="462" idx="3"/>
              <a:endCxn id="464" idx="1"/>
            </p:cNvCxnSpPr>
            <p:nvPr/>
          </p:nvCxnSpPr>
          <p:spPr>
            <a:xfrm>
              <a:off x="7313835" y="3619287"/>
              <a:ext cx="181905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直線矢印コネクタ 940">
              <a:extLst>
                <a:ext uri="{FF2B5EF4-FFF2-40B4-BE49-F238E27FC236}">
                  <ns2:creationId id="{C1D52515-6AB1-D5A2-EFEA-8582B179A1B2}"/>
                </a:ext>
              </a:extLst>
            </p:cNvPr>
            <p:cNvCxnSpPr>
              <a:cxnSpLocks/>
              <a:stCxn id="464" idx="3"/>
              <a:endCxn id="466" idx="1"/>
            </p:cNvCxnSpPr>
            <p:nvPr/>
          </p:nvCxnSpPr>
          <p:spPr>
            <a:xfrm>
              <a:off x="8174174" y="3619287"/>
              <a:ext cx="10720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直線矢印コネクタ 943">
              <a:extLst>
                <a:ext uri="{FF2B5EF4-FFF2-40B4-BE49-F238E27FC236}">
                  <ns2:creationId id="{1677BA15-F824-A1ED-2BC8-F99C3AD6C62E}"/>
                </a:ext>
              </a:extLst>
            </p:cNvPr>
            <p:cNvCxnSpPr>
              <a:cxnSpLocks/>
              <a:stCxn id="466" idx="3"/>
              <a:endCxn id="468" idx="1"/>
            </p:cNvCxnSpPr>
            <p:nvPr/>
          </p:nvCxnSpPr>
          <p:spPr>
            <a:xfrm>
              <a:off x="10080132" y="3619287"/>
              <a:ext cx="11246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直線矢印コネクタ 946">
              <a:extLst>
                <a:ext uri="{FF2B5EF4-FFF2-40B4-BE49-F238E27FC236}">
                  <ns2:creationId id="{3F17071C-2199-E4ED-1F3F-97C1E526EF01}"/>
                </a:ext>
              </a:extLst>
            </p:cNvPr>
            <p:cNvCxnSpPr>
              <a:cxnSpLocks/>
              <a:stCxn id="468" idx="3"/>
              <a:endCxn id="470" idx="1"/>
            </p:cNvCxnSpPr>
            <p:nvPr/>
          </p:nvCxnSpPr>
          <p:spPr>
            <a:xfrm>
              <a:off x="10970274" y="3619287"/>
              <a:ext cx="12194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5" name="直線矢印コネクタ 954">
              <a:extLst>
                <a:ext uri="{FF2B5EF4-FFF2-40B4-BE49-F238E27FC236}">
                  <ns2:creationId id="{AE3767FD-C7FE-91DE-1BE8-B7E1C0A3A6D1}"/>
                </a:ext>
              </a:extLst>
            </p:cNvPr>
            <p:cNvCxnSpPr>
              <a:cxnSpLocks/>
              <a:stCxn id="488" idx="3"/>
              <a:endCxn id="498" idx="1"/>
            </p:cNvCxnSpPr>
            <p:nvPr/>
          </p:nvCxnSpPr>
          <p:spPr>
            <a:xfrm>
              <a:off x="6512118" y="4383423"/>
              <a:ext cx="153087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9" name="直線矢印コネクタ 958">
              <a:extLst>
                <a:ext uri="{FF2B5EF4-FFF2-40B4-BE49-F238E27FC236}">
                  <ns2:creationId id="{4B39B0A7-1E9F-8338-D656-BE1E94775B15}"/>
                </a:ext>
              </a:extLst>
            </p:cNvPr>
            <p:cNvCxnSpPr>
              <a:cxnSpLocks/>
              <a:stCxn id="498" idx="3"/>
              <a:endCxn id="500" idx="1"/>
            </p:cNvCxnSpPr>
            <p:nvPr/>
          </p:nvCxnSpPr>
          <p:spPr>
            <a:xfrm flipV="1">
              <a:off x="7154981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2" name="直線矢印コネクタ 961">
              <a:extLst>
                <a:ext uri="{FF2B5EF4-FFF2-40B4-BE49-F238E27FC236}">
                  <ns2:creationId id="{55F3CFB8-E271-5439-9025-69C5639CD41B}"/>
                </a:ext>
              </a:extLst>
            </p:cNvPr>
            <p:cNvCxnSpPr>
              <a:cxnSpLocks/>
              <a:stCxn id="500" idx="3"/>
              <a:endCxn id="502" idx="1"/>
            </p:cNvCxnSpPr>
            <p:nvPr/>
          </p:nvCxnSpPr>
          <p:spPr>
            <a:xfrm>
              <a:off x="7827604" y="4383423"/>
              <a:ext cx="10603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6" name="直線矢印コネクタ 965">
              <a:extLst>
                <a:ext uri="{FF2B5EF4-FFF2-40B4-BE49-F238E27FC236}">
                  <ns2:creationId id="{8D8EEDD5-D8CE-F22F-4EBE-23ED5D9644ED}"/>
                </a:ext>
              </a:extLst>
            </p:cNvPr>
            <p:cNvCxnSpPr>
              <a:cxnSpLocks/>
              <a:stCxn id="502" idx="3"/>
              <a:endCxn id="504" idx="1"/>
            </p:cNvCxnSpPr>
            <p:nvPr/>
          </p:nvCxnSpPr>
          <p:spPr>
            <a:xfrm>
              <a:off x="8625510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0" name="直線矢印コネクタ 969">
              <a:extLst>
                <a:ext uri="{FF2B5EF4-FFF2-40B4-BE49-F238E27FC236}">
                  <ns2:creationId id="{3DF11C15-89E3-61E1-7C6F-CE09F0A18633}"/>
                </a:ext>
              </a:extLst>
            </p:cNvPr>
            <p:cNvCxnSpPr>
              <a:cxnSpLocks/>
              <a:stCxn id="504" idx="3"/>
              <a:endCxn id="518" idx="1"/>
            </p:cNvCxnSpPr>
            <p:nvPr/>
          </p:nvCxnSpPr>
          <p:spPr>
            <a:xfrm>
              <a:off x="9479422" y="4383424"/>
              <a:ext cx="9371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3" name="直線矢印コネクタ 972">
              <a:extLst>
                <a:ext uri="{FF2B5EF4-FFF2-40B4-BE49-F238E27FC236}">
                  <ns2:creationId id="{91B57933-B930-ADB7-CE39-572AF5C93146}"/>
                </a:ext>
              </a:extLst>
            </p:cNvPr>
            <p:cNvCxnSpPr>
              <a:cxnSpLocks/>
              <a:stCxn id="490" idx="3"/>
              <a:endCxn id="492" idx="1"/>
            </p:cNvCxnSpPr>
            <p:nvPr/>
          </p:nvCxnSpPr>
          <p:spPr>
            <a:xfrm>
              <a:off x="7542132" y="4638135"/>
              <a:ext cx="13796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直線矢印コネクタ 977">
              <a:extLst>
                <a:ext uri="{FF2B5EF4-FFF2-40B4-BE49-F238E27FC236}">
                  <ns2:creationId id="{9E662DC2-4530-BE61-7745-F09028CE5E55}"/>
                </a:ext>
              </a:extLst>
            </p:cNvPr>
            <p:cNvCxnSpPr>
              <a:cxnSpLocks/>
              <a:stCxn id="492" idx="3"/>
              <a:endCxn id="494" idx="1"/>
            </p:cNvCxnSpPr>
            <p:nvPr/>
          </p:nvCxnSpPr>
          <p:spPr>
            <a:xfrm>
              <a:off x="8346241" y="4638135"/>
              <a:ext cx="9587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1" name="直線矢印コネクタ 980">
              <a:extLst>
                <a:ext uri="{FF2B5EF4-FFF2-40B4-BE49-F238E27FC236}">
                  <ns2:creationId id="{668C8455-571A-2B29-5FCA-4423DCE79D8A}"/>
                </a:ext>
              </a:extLst>
            </p:cNvPr>
            <p:cNvCxnSpPr>
              <a:cxnSpLocks/>
              <a:stCxn id="494" idx="3"/>
              <a:endCxn id="496" idx="1"/>
            </p:cNvCxnSpPr>
            <p:nvPr/>
          </p:nvCxnSpPr>
          <p:spPr>
            <a:xfrm>
              <a:off x="9008701" y="4638135"/>
              <a:ext cx="872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4" name="直線矢印コネクタ 983">
              <a:extLst>
                <a:ext uri="{FF2B5EF4-FFF2-40B4-BE49-F238E27FC236}">
                  <ns2:creationId id="{24AFAAFA-4BEA-908F-FA86-189E0AC23470}"/>
                </a:ext>
              </a:extLst>
            </p:cNvPr>
            <p:cNvCxnSpPr>
              <a:cxnSpLocks/>
              <a:stCxn id="496" idx="3"/>
              <a:endCxn id="516" idx="1"/>
            </p:cNvCxnSpPr>
            <p:nvPr/>
          </p:nvCxnSpPr>
          <p:spPr>
            <a:xfrm>
              <a:off x="9946471" y="4638135"/>
              <a:ext cx="470118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7" name="直線矢印コネクタ 986">
              <a:extLst>
                <a:ext uri="{FF2B5EF4-FFF2-40B4-BE49-F238E27FC236}">
                  <ns2:creationId id="{88F4B50E-1A6E-EE8C-6A19-BE46CC5850B1}"/>
                </a:ext>
              </a:extLst>
            </p:cNvPr>
            <p:cNvCxnSpPr>
              <a:cxnSpLocks/>
              <a:stCxn id="486" idx="3"/>
              <a:endCxn id="308" idx="1"/>
            </p:cNvCxnSpPr>
            <p:nvPr/>
          </p:nvCxnSpPr>
          <p:spPr>
            <a:xfrm>
              <a:off x="10080133" y="4892847"/>
              <a:ext cx="33645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0" name="直線矢印コネクタ 989">
              <a:extLst>
                <a:ext uri="{FF2B5EF4-FFF2-40B4-BE49-F238E27FC236}">
                  <ns2:creationId id="{81F9C8FC-F80E-6DAB-E745-80FAFF1A52E1}"/>
                </a:ext>
              </a:extLst>
            </p:cNvPr>
            <p:cNvCxnSpPr>
              <a:cxnSpLocks/>
              <a:stCxn id="484" idx="3"/>
              <a:endCxn id="486" idx="1"/>
            </p:cNvCxnSpPr>
            <p:nvPr/>
          </p:nvCxnSpPr>
          <p:spPr>
            <a:xfrm>
              <a:off x="8023922" y="4892847"/>
              <a:ext cx="12457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" name="直線矢印コネクタ 996">
              <a:extLst>
                <a:ext uri="{FF2B5EF4-FFF2-40B4-BE49-F238E27FC236}">
                  <ns2:creationId id="{A1053590-69B8-9EEE-5E78-3ADF84CAC9D4}"/>
                </a:ext>
              </a:extLst>
            </p:cNvPr>
            <p:cNvCxnSpPr>
              <a:cxnSpLocks/>
              <a:stCxn id="482" idx="3"/>
              <a:endCxn id="484" idx="1"/>
            </p:cNvCxnSpPr>
            <p:nvPr/>
          </p:nvCxnSpPr>
          <p:spPr>
            <a:xfrm>
              <a:off x="7197870" y="4892847"/>
              <a:ext cx="1247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0" name="直線矢印コネクタ 999">
              <a:extLst>
                <a:ext uri="{FF2B5EF4-FFF2-40B4-BE49-F238E27FC236}">
                  <ns2:creationId id="{95301AA1-0B2C-9B12-B001-3734E46CF051}"/>
                </a:ext>
              </a:extLst>
            </p:cNvPr>
            <p:cNvCxnSpPr>
              <a:cxnSpLocks/>
              <a:stCxn id="480" idx="3"/>
              <a:endCxn id="482" idx="1"/>
            </p:cNvCxnSpPr>
            <p:nvPr/>
          </p:nvCxnSpPr>
          <p:spPr>
            <a:xfrm>
              <a:off x="6410480" y="4892847"/>
              <a:ext cx="18927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矢印コネクタ 1004">
              <a:extLst>
                <a:ext uri="{FF2B5EF4-FFF2-40B4-BE49-F238E27FC236}">
                  <ns2:creationId id="{717C15AA-9D64-7D2A-6E34-CBFDA3D5AAF7}"/>
                </a:ext>
              </a:extLst>
            </p:cNvPr>
            <p:cNvCxnSpPr>
              <a:cxnSpLocks/>
              <a:stCxn id="508" idx="3"/>
              <a:endCxn id="510" idx="1"/>
            </p:cNvCxnSpPr>
            <p:nvPr/>
          </p:nvCxnSpPr>
          <p:spPr>
            <a:xfrm flipV="1">
              <a:off x="6867075" y="5143959"/>
              <a:ext cx="103138" cy="36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9" name="直線矢印コネクタ 1008">
              <a:extLst>
                <a:ext uri="{FF2B5EF4-FFF2-40B4-BE49-F238E27FC236}">
                  <ns2:creationId id="{7F88395C-48A2-FFFD-2791-9F530929F32E}"/>
                </a:ext>
              </a:extLst>
            </p:cNvPr>
            <p:cNvCxnSpPr>
              <a:cxnSpLocks/>
              <a:stCxn id="510" idx="3"/>
              <a:endCxn id="511" idx="1"/>
            </p:cNvCxnSpPr>
            <p:nvPr/>
          </p:nvCxnSpPr>
          <p:spPr>
            <a:xfrm>
              <a:off x="7589041" y="5143959"/>
              <a:ext cx="103138" cy="359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3" name="直線矢印コネクタ 1012">
              <a:extLst>
                <a:ext uri="{FF2B5EF4-FFF2-40B4-BE49-F238E27FC236}">
                  <ns2:creationId id="{0B382FB5-9DEB-E233-A8C2-A131CF9A6474}"/>
                </a:ext>
              </a:extLst>
            </p:cNvPr>
            <p:cNvCxnSpPr>
              <a:cxnSpLocks/>
              <a:stCxn id="511" idx="3"/>
              <a:endCxn id="512" idx="1"/>
            </p:cNvCxnSpPr>
            <p:nvPr/>
          </p:nvCxnSpPr>
          <p:spPr>
            <a:xfrm>
              <a:off x="8284578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6" name="直線矢印コネクタ 1015">
              <a:extLst>
                <a:ext uri="{FF2B5EF4-FFF2-40B4-BE49-F238E27FC236}">
                  <ns2:creationId id="{A9290300-4CE6-74F4-18E4-E95AD020B76B}"/>
                </a:ext>
              </a:extLst>
            </p:cNvPr>
            <p:cNvCxnSpPr>
              <a:cxnSpLocks/>
              <a:stCxn id="512" idx="3"/>
              <a:endCxn id="514" idx="1"/>
            </p:cNvCxnSpPr>
            <p:nvPr/>
          </p:nvCxnSpPr>
          <p:spPr>
            <a:xfrm>
              <a:off x="8919893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直線矢印コネクタ 1020">
              <a:extLst>
                <a:ext uri="{FF2B5EF4-FFF2-40B4-BE49-F238E27FC236}">
                  <ns2:creationId id="{418B9995-18D5-0DC3-F86B-6C850FEFCAFE}"/>
                </a:ext>
              </a:extLst>
            </p:cNvPr>
            <p:cNvCxnSpPr>
              <a:cxnSpLocks/>
              <a:stCxn id="530" idx="3"/>
              <a:endCxn id="520" idx="1"/>
            </p:cNvCxnSpPr>
            <p:nvPr/>
          </p:nvCxnSpPr>
          <p:spPr>
            <a:xfrm>
              <a:off x="9882254" y="5402271"/>
              <a:ext cx="23752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直線矢印コネクタ 1023">
              <a:extLst>
                <a:ext uri="{FF2B5EF4-FFF2-40B4-BE49-F238E27FC236}">
                  <ns2:creationId id="{57D6872D-41E0-A3AC-B351-F97D2D346043}"/>
                </a:ext>
              </a:extLst>
            </p:cNvPr>
            <p:cNvCxnSpPr>
              <a:cxnSpLocks/>
              <a:stCxn id="532" idx="3"/>
              <a:endCxn id="522" idx="1"/>
            </p:cNvCxnSpPr>
            <p:nvPr/>
          </p:nvCxnSpPr>
          <p:spPr>
            <a:xfrm>
              <a:off x="9890163" y="5656983"/>
              <a:ext cx="22438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直線矢印コネクタ 1026">
              <a:extLst>
                <a:ext uri="{FF2B5EF4-FFF2-40B4-BE49-F238E27FC236}">
                  <ns2:creationId id="{43E6DABC-0E3B-0CAB-3158-58E0EF252F21}"/>
                </a:ext>
              </a:extLst>
            </p:cNvPr>
            <p:cNvCxnSpPr>
              <a:cxnSpLocks/>
              <a:stCxn id="522" idx="3"/>
              <a:endCxn id="526" idx="1"/>
            </p:cNvCxnSpPr>
            <p:nvPr/>
          </p:nvCxnSpPr>
          <p:spPr>
            <a:xfrm>
              <a:off x="10871954" y="5656983"/>
              <a:ext cx="15117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3" name="直線矢印コネクタ 1032">
              <a:extLst>
                <a:ext uri="{FF2B5EF4-FFF2-40B4-BE49-F238E27FC236}">
                  <ns2:creationId id="{6D52FF8D-FA86-9A8E-0409-4BFBB8008074}"/>
                </a:ext>
              </a:extLst>
            </p:cNvPr>
            <p:cNvCxnSpPr>
              <a:cxnSpLocks/>
              <a:stCxn id="520" idx="3"/>
              <a:endCxn id="524" idx="1"/>
            </p:cNvCxnSpPr>
            <p:nvPr/>
          </p:nvCxnSpPr>
          <p:spPr>
            <a:xfrm>
              <a:off x="10877182" y="5402271"/>
              <a:ext cx="27499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6" name="直線矢印コネクタ 1035">
              <a:extLst>
                <a:ext uri="{FF2B5EF4-FFF2-40B4-BE49-F238E27FC236}">
                  <ns2:creationId id="{645B7690-C5C3-2064-6E4A-AE7297E0914D}"/>
                </a:ext>
              </a:extLst>
            </p:cNvPr>
            <p:cNvCxnSpPr>
              <a:cxnSpLocks/>
              <a:stCxn id="478" idx="3"/>
              <a:endCxn id="540" idx="1"/>
            </p:cNvCxnSpPr>
            <p:nvPr/>
          </p:nvCxnSpPr>
          <p:spPr>
            <a:xfrm>
              <a:off x="4401897" y="5402271"/>
              <a:ext cx="148900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9" name="直線矢印コネクタ 1038">
              <a:extLst>
                <a:ext uri="{FF2B5EF4-FFF2-40B4-BE49-F238E27FC236}">
                  <ns2:creationId id="{835F3BAB-5C81-62B3-A772-580EB3A9B0F8}"/>
                </a:ext>
              </a:extLst>
            </p:cNvPr>
            <p:cNvCxnSpPr>
              <a:cxnSpLocks/>
              <a:stCxn id="544" idx="3"/>
              <a:endCxn id="542" idx="1"/>
            </p:cNvCxnSpPr>
            <p:nvPr/>
          </p:nvCxnSpPr>
          <p:spPr>
            <a:xfrm>
              <a:off x="5735422" y="5656983"/>
              <a:ext cx="1560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2" name="直線矢印コネクタ 1041">
              <a:extLst>
                <a:ext uri="{FF2B5EF4-FFF2-40B4-BE49-F238E27FC236}">
                  <ns2:creationId id="{6BB2F2EA-1957-8FDE-D162-693361744BC7}"/>
                </a:ext>
              </a:extLst>
            </p:cNvPr>
            <p:cNvCxnSpPr>
              <a:cxnSpLocks/>
              <a:stCxn id="542" idx="3"/>
              <a:endCxn id="538" idx="1"/>
            </p:cNvCxnSpPr>
            <p:nvPr/>
          </p:nvCxnSpPr>
          <p:spPr>
            <a:xfrm>
              <a:off x="6481763" y="5656983"/>
              <a:ext cx="16809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9" name="直線矢印コネクタ 1048">
              <a:extLst>
                <a:ext uri="{FF2B5EF4-FFF2-40B4-BE49-F238E27FC236}">
                  <ns2:creationId id="{FF4097F1-860F-6CCE-D6D9-9DD6AE59778F}"/>
                </a:ext>
              </a:extLst>
            </p:cNvPr>
            <p:cNvCxnSpPr>
              <a:cxnSpLocks/>
              <a:stCxn id="540" idx="3"/>
              <a:endCxn id="536" idx="1"/>
            </p:cNvCxnSpPr>
            <p:nvPr/>
          </p:nvCxnSpPr>
          <p:spPr>
            <a:xfrm>
              <a:off x="6481147" y="5402271"/>
              <a:ext cx="1972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2" name="直線矢印コネクタ 1051">
              <a:extLst>
                <a:ext uri="{FF2B5EF4-FFF2-40B4-BE49-F238E27FC236}">
                  <ns2:creationId id="{6489CBB7-6131-A5E4-CACA-770D584CE645}"/>
                </a:ext>
              </a:extLst>
            </p:cNvPr>
            <p:cNvCxnSpPr>
              <a:cxnSpLocks/>
              <a:stCxn id="536" idx="3"/>
              <a:endCxn id="530" idx="1"/>
            </p:cNvCxnSpPr>
            <p:nvPr/>
          </p:nvCxnSpPr>
          <p:spPr>
            <a:xfrm>
              <a:off x="7528920" y="5402271"/>
              <a:ext cx="180395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5" name="直線矢印コネクタ 1054">
              <a:extLst>
                <a:ext uri="{FF2B5EF4-FFF2-40B4-BE49-F238E27FC236}">
                  <ns2:creationId id="{0ABAEF23-53F4-80A9-D5CF-721C72A583D3}"/>
                </a:ext>
              </a:extLst>
            </p:cNvPr>
            <p:cNvCxnSpPr>
              <a:cxnSpLocks/>
              <a:stCxn id="538" idx="3"/>
              <a:endCxn id="532" idx="1"/>
            </p:cNvCxnSpPr>
            <p:nvPr/>
          </p:nvCxnSpPr>
          <p:spPr>
            <a:xfrm>
              <a:off x="7413082" y="5656983"/>
              <a:ext cx="19276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グループ化 57">
              <a:extLst>
                <a:ext uri="{FF2B5EF4-FFF2-40B4-BE49-F238E27FC236}">
                  <ns2:creationId id="{AD4C5E4E-35D1-2475-C4AF-BD2EF55A62B2}"/>
                </a:ext>
              </a:extLst>
            </p:cNvPr>
            <p:cNvGrpSpPr/>
            <p:nvPr/>
          </p:nvGrpSpPr>
          <p:grpSpPr>
            <a:xfrm>
              <a:off x="334963" y="6063099"/>
              <a:ext cx="11522074" cy="245626"/>
              <a:chOff x="334963" y="6063099"/>
              <a:chExt cx="11522074" cy="245626"/>
            </a:xfrm>
          </p:grpSpPr>
          <p:sp>
            <p:nvSpPr>
              <p:cNvPr id="383" name="Shape 376">
                <a:extLst>
                  <a:ext uri="{FF2B5EF4-FFF2-40B4-BE49-F238E27FC236}">
                    <ns2:creationId id="{022E30C8-BFA8-3570-E5E8-B4EE89B41379}"/>
                  </a:ext>
                </a:extLst>
              </p:cNvPr>
              <p:cNvSpPr/>
              <p:nvPr/>
            </p:nvSpPr>
            <p:spPr>
              <a:xfrm>
                <a:off x="334963" y="6063099"/>
                <a:ext cx="11522074" cy="245626"/>
              </a:xfrm>
              <a:prstGeom prst="rect">
                <a:avLst/>
              </a:prstGeom>
              <a:solidFill>
                <a:srgbClr val="F7F9F7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anchor="ctr"/>
              <a:lstStyle/>
              <a:p>
                <a:r>
                  <a:rPr lang="en-US" altLang="ja-JP" sz="10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Text 378">
                <a:extLst>
                  <a:ext uri="{FF2B5EF4-FFF2-40B4-BE49-F238E27FC236}">
                    <ns2:creationId id="{3E99966A-EE8B-2019-8EC0-DCA2C5EF6FF3}"/>
                  </a:ext>
                </a:extLst>
              </p:cNvPr>
              <p:cNvSpPr/>
              <p:nvPr/>
            </p:nvSpPr>
            <p:spPr>
              <a:xfrm>
                <a:off x="813794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FFF"/>
              </a:solidFill>
              <a:ln w="9525">
                <a:solidFill>
                  <a:srgbClr val="BFBFBF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Text 379">
                <a:extLst>
                  <a:ext uri="{FF2B5EF4-FFF2-40B4-BE49-F238E27FC236}">
                    <ns2:creationId id="{2F6EE164-0070-C7B7-7C59-CFA654155AD1}"/>
                  </a:ext>
                </a:extLst>
              </p:cNvPr>
              <p:cNvSpPr/>
              <p:nvPr/>
            </p:nvSpPr>
            <p:spPr>
              <a:xfrm>
                <a:off x="1808526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DCE9F5"/>
              </a:solidFill>
              <a:ln w="9525">
                <a:solidFill>
                  <a:srgbClr val="2E75B6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2E75B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Text 380">
                <a:extLst>
                  <a:ext uri="{FF2B5EF4-FFF2-40B4-BE49-F238E27FC236}">
                    <ns2:creationId id="{7D9DE111-2C36-D8FB-F6FB-CDD2DEFBD295}"/>
                  </a:ext>
                </a:extLst>
              </p:cNvPr>
              <p:cNvSpPr/>
              <p:nvPr/>
            </p:nvSpPr>
            <p:spPr>
              <a:xfrm>
                <a:off x="2803258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6E0"/>
              </a:solidFill>
              <a:ln w="9525">
                <a:solidFill>
                  <a:srgbClr val="BF8F00"/>
                </a:solidFill>
                <a:prstDash val="solid"/>
              </a:ln>
            </p:spPr>
            <p:txBody>
              <a:bodyPr wrap="none"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8" name="Text 381">
                <a:extLst>
                  <a:ext uri="{FF2B5EF4-FFF2-40B4-BE49-F238E27FC236}">
                    <ns2:creationId id="{8371D4BA-7C84-25C2-9517-93AB7D9B6269}"/>
                  </a:ext>
                </a:extLst>
              </p:cNvPr>
              <p:cNvSpPr/>
              <p:nvPr/>
            </p:nvSpPr>
            <p:spPr>
              <a:xfrm>
                <a:off x="3797990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E5F2E5"/>
              </a:solidFill>
              <a:ln w="9525">
                <a:solidFill>
                  <a:srgbClr val="008D2E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9" name="Text 382">
                <a:extLst>
                  <a:ext uri="{FF2B5EF4-FFF2-40B4-BE49-F238E27FC236}">
                    <ns2:creationId id="{2AC0C3F5-F681-C9A5-878C-0D74EA91F3A6}"/>
                  </a:ext>
                </a:extLst>
              </p:cNvPr>
              <p:cNvSpPr/>
              <p:nvPr/>
            </p:nvSpPr>
            <p:spPr>
              <a:xfrm>
                <a:off x="4792721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DEDED"/>
              </a:solidFill>
              <a:ln w="9525">
                <a:solidFill>
                  <a:srgbClr val="C00000"/>
                </a:solidFill>
                <a:prstDash val="dash"/>
              </a:ln>
            </p:spPr>
            <p:txBody>
              <a:bodyPr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EC594CC3-A919-204E-7AC9-D4D0EBAF5124}"/>
                  </a:ext>
                </a:extLst>
              </p:cNvPr>
              <p:cNvGrpSpPr/>
              <p:nvPr/>
            </p:nvGrpSpPr>
            <p:grpSpPr>
              <a:xfrm>
                <a:off x="6133987" y="6107125"/>
                <a:ext cx="1389351" cy="157576"/>
                <a:chOff x="5783094" y="6107125"/>
                <a:chExt cx="1389351" cy="157576"/>
              </a:xfrm>
            </p:grpSpPr>
            <p:sp>
              <p:nvSpPr>
                <p:cNvPr id="390" name="Text 383">
                  <a:extLst>
                    <a:ext uri="{FF2B5EF4-FFF2-40B4-BE49-F238E27FC236}">
                      <ns2:creationId id="{0FBECD1F-AADC-332B-4766-B6D02608D859}"/>
                    </a:ext>
                  </a:extLst>
                </p:cNvPr>
                <p:cNvSpPr/>
                <p:nvPr/>
              </p:nvSpPr>
              <p:spPr>
                <a:xfrm>
                  <a:off x="6128445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006B2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58" name="直線矢印コネクタ 1057">
                  <a:extLst>
                    <a:ext uri="{FF2B5EF4-FFF2-40B4-BE49-F238E27FC236}">
                      <ns2:creationId id="{FACD250A-8E32-F319-A88E-E8AC3A8A64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83094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008D2E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" name="グループ化 47">
                <a:extLst>
                  <a:ext uri="{FF2B5EF4-FFF2-40B4-BE49-F238E27FC236}">
                    <ns2:creationId id="{072890C0-7AB5-4BA8-A42A-D7DEBBC37B60}"/>
                  </a:ext>
                </a:extLst>
              </p:cNvPr>
              <p:cNvGrpSpPr/>
              <p:nvPr/>
            </p:nvGrpSpPr>
            <p:grpSpPr>
              <a:xfrm>
                <a:off x="7593875" y="6107125"/>
                <a:ext cx="1373019" cy="157576"/>
                <a:chOff x="7314979" y="6107125"/>
                <a:chExt cx="1373019" cy="157576"/>
              </a:xfrm>
            </p:grpSpPr>
            <p:sp>
              <p:nvSpPr>
                <p:cNvPr id="550" name="Text 383">
                  <a:extLst>
                    <a:ext uri="{FF2B5EF4-FFF2-40B4-BE49-F238E27FC236}">
                      <ns2:creationId id="{88921E62-EACF-AEAE-14BB-7B2009A5709E}"/>
                    </a:ext>
                  </a:extLst>
                </p:cNvPr>
                <p:cNvSpPr/>
                <p:nvPr/>
              </p:nvSpPr>
              <p:spPr>
                <a:xfrm>
                  <a:off x="7643998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44546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1" name="直線矢印コネクタ 1060">
                  <a:extLst>
                    <a:ext uri="{FF2B5EF4-FFF2-40B4-BE49-F238E27FC236}">
                      <ns2:creationId id="{66CA06A2-062F-CFF5-2C3E-44677FD5A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314979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44546A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" name="グループ化 48">
                <a:extLst>
                  <a:ext uri="{FF2B5EF4-FFF2-40B4-BE49-F238E27FC236}">
                    <ns2:creationId id="{02A272CE-7ED0-D0E7-CC3C-25B1B527E66B}"/>
                  </a:ext>
                </a:extLst>
              </p:cNvPr>
              <p:cNvGrpSpPr/>
              <p:nvPr/>
            </p:nvGrpSpPr>
            <p:grpSpPr>
              <a:xfrm>
                <a:off x="8856670" y="6107125"/>
                <a:ext cx="1379282" cy="157576"/>
                <a:chOff x="8690527" y="6107125"/>
                <a:chExt cx="1379282" cy="157576"/>
              </a:xfrm>
            </p:grpSpPr>
            <p:sp>
              <p:nvSpPr>
                <p:cNvPr id="552" name="Text 383">
                  <a:extLst>
                    <a:ext uri="{FF2B5EF4-FFF2-40B4-BE49-F238E27FC236}">
                      <ns2:creationId id="{B1E8E51E-3748-D340-F7AA-A371D6C75BF9}"/>
                    </a:ext>
                  </a:extLst>
                </p:cNvPr>
                <p:cNvSpPr/>
                <p:nvPr/>
              </p:nvSpPr>
              <p:spPr>
                <a:xfrm>
                  <a:off x="9025809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2" name="直線矢印コネクタ 1061">
                  <a:extLst>
                    <a:ext uri="{FF2B5EF4-FFF2-40B4-BE49-F238E27FC236}">
                      <ns2:creationId id="{D939AFBF-0CB1-70E1-208D-8A70884DDB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690527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0" name="グループ化 49">
                <a:extLst>
                  <a:ext uri="{FF2B5EF4-FFF2-40B4-BE49-F238E27FC236}">
                    <ns2:creationId id="{B8D74E47-89E2-ED14-B40F-860A81D606A3}"/>
                  </a:ext>
                </a:extLst>
              </p:cNvPr>
              <p:cNvGrpSpPr/>
              <p:nvPr/>
            </p:nvGrpSpPr>
            <p:grpSpPr>
              <a:xfrm>
                <a:off x="10072564" y="6107124"/>
                <a:ext cx="1703059" cy="157576"/>
                <a:chOff x="10136362" y="6107124"/>
                <a:chExt cx="1703059" cy="157576"/>
              </a:xfrm>
            </p:grpSpPr>
            <p:sp>
              <p:nvSpPr>
                <p:cNvPr id="554" name="Text 383">
                  <a:extLst>
                    <a:ext uri="{FF2B5EF4-FFF2-40B4-BE49-F238E27FC236}">
                      <ns2:creationId id="{0D35FAEB-CECE-D675-790A-14E80C9436BE}"/>
                    </a:ext>
                  </a:extLst>
                </p:cNvPr>
                <p:cNvSpPr/>
                <p:nvPr/>
              </p:nvSpPr>
              <p:spPr>
                <a:xfrm>
                  <a:off x="10471421" y="6107124"/>
                  <a:ext cx="1368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>
                      <a:solidFill>
                        <a:srgbClr val="2E75B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3" name="直線矢印コネクタ 1062">
                  <a:extLst>
                    <a:ext uri="{FF2B5EF4-FFF2-40B4-BE49-F238E27FC236}">
                      <ns2:creationId id="{C19D6015-F567-63E0-AD82-6D590AA12C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136362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2E75B6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64" name="直線矢印コネクタ 1063">
              <a:extLst>
                <a:ext uri="{FF2B5EF4-FFF2-40B4-BE49-F238E27FC236}">
                  <ns2:creationId id="{53CC59E3-034F-1483-F242-8BDBF7E131C0}"/>
                </a:ext>
              </a:extLst>
            </p:cNvPr>
            <p:cNvCxnSpPr>
              <a:cxnSpLocks/>
              <a:stCxn id="432" idx="3"/>
              <a:endCxn id="544" idx="1"/>
            </p:cNvCxnSpPr>
            <p:nvPr/>
          </p:nvCxnSpPr>
          <p:spPr>
            <a:xfrm>
              <a:off x="2366889" y="5656983"/>
              <a:ext cx="287875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直線矢印コネクタ 1066">
              <a:extLst>
                <a:ext uri="{FF2B5EF4-FFF2-40B4-BE49-F238E27FC236}">
                  <ns2:creationId id="{A8CA3B89-CD25-98B9-3F84-CB121FFAD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90765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直線矢印コネクタ 1067">
              <a:extLst>
                <a:ext uri="{FF2B5EF4-FFF2-40B4-BE49-F238E27FC236}">
                  <ns2:creationId id="{D0E9348C-C603-AA42-65E2-E5E0E739D0FF}"/>
                </a:ext>
              </a:extLst>
            </p:cNvPr>
            <p:cNvCxnSpPr>
              <a:cxnSpLocks/>
            </p:cNvCxnSpPr>
            <p:nvPr/>
          </p:nvCxnSpPr>
          <p:spPr>
            <a:xfrm>
              <a:off x="5629870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直線矢印コネクタ 1068">
              <a:extLst>
                <a:ext uri="{FF2B5EF4-FFF2-40B4-BE49-F238E27FC236}">
                  <ns2:creationId id="{6F50EF5E-6A80-9E57-FAF4-41B0905E5F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8097" y="5513871"/>
              <a:ext cx="0" cy="286219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" name="グループ化 60">
              <a:extLst>
                <a:ext uri="{FF2B5EF4-FFF2-40B4-BE49-F238E27FC236}">
                  <ns2:creationId id="{8BBB1007-11A6-BC7E-DD14-A1222898A7EB}"/>
                </a:ext>
              </a:extLst>
            </p:cNvPr>
            <p:cNvGrpSpPr/>
            <p:nvPr/>
          </p:nvGrpSpPr>
          <p:grpSpPr>
            <a:xfrm>
              <a:off x="334962" y="1215279"/>
              <a:ext cx="1167185" cy="4808011"/>
              <a:chOff x="334962" y="1215279"/>
              <a:chExt cx="1167185" cy="4808011"/>
            </a:xfrm>
          </p:grpSpPr>
          <p:grpSp>
            <p:nvGrpSpPr>
              <p:cNvPr id="60" name="グループ化 59">
                <a:extLst>
                  <a:ext uri="{FF2B5EF4-FFF2-40B4-BE49-F238E27FC236}">
                    <ns2:creationId id="{139007CE-4B6E-B802-2968-B28E490FAF03}"/>
                  </a:ext>
                </a:extLst>
              </p:cNvPr>
              <p:cNvGrpSpPr/>
              <p:nvPr/>
            </p:nvGrpSpPr>
            <p:grpSpPr>
              <a:xfrm>
                <a:off x="707464" y="1215279"/>
                <a:ext cx="794683" cy="4808011"/>
                <a:chOff x="707464" y="1215279"/>
                <a:chExt cx="794683" cy="4808011"/>
              </a:xfrm>
            </p:grpSpPr>
            <p:sp>
              <p:nvSpPr>
                <p:cNvPr id="265" name="Text 259">
                  <a:extLst>
                    <a:ext uri="{FF2B5EF4-FFF2-40B4-BE49-F238E27FC236}">
                      <ns2:creationId id="{A5522B58-411E-75F0-D699-7C41196CD18B}"/>
                    </a:ext>
                  </a:extLst>
                </p:cNvPr>
                <p:cNvSpPr/>
                <p:nvPr/>
              </p:nvSpPr>
              <p:spPr>
                <a:xfrm>
                  <a:off x="707464" y="478124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Shape 19">
                  <a:extLst>
                    <a:ext uri="{FF2B5EF4-FFF2-40B4-BE49-F238E27FC236}">
                      <ns2:creationId id="{83D2E35B-9DAD-F454-13DA-A78DC60322FD}"/>
                    </a:ext>
                  </a:extLst>
                </p:cNvPr>
                <p:cNvSpPr/>
                <p:nvPr/>
              </p:nvSpPr>
              <p:spPr>
                <a:xfrm>
                  <a:off x="740909" y="1288548"/>
                  <a:ext cx="0" cy="4727278"/>
                </a:xfrm>
                <a:prstGeom prst="line">
                  <a:avLst/>
                </a:prstGeom>
                <a:noFill/>
                <a:ln w="9525">
                  <a:noFill/>
                  <a:prstDash val="solid"/>
                </a:ln>
              </p:spPr>
              <p:txBody>
                <a:bodyPr lIns="36000" tIns="36000" rIns="36000" bIns="36000"/>
                <a:lstStyle/>
                <a:p>
                  <a:endParaRPr lang="ja-JP" altLang="en-US" sz="24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Text 35">
                  <a:extLst>
                    <a:ext uri="{FF2B5EF4-FFF2-40B4-BE49-F238E27FC236}">
                      <ns2:creationId id="{B3407A54-1E34-0CF6-34FD-791444FAEBBF}"/>
                    </a:ext>
                  </a:extLst>
                </p:cNvPr>
                <p:cNvSpPr/>
                <p:nvPr/>
              </p:nvSpPr>
              <p:spPr>
                <a:xfrm>
                  <a:off x="707464" y="121527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Text 36">
                  <a:extLst>
                    <a:ext uri="{FF2B5EF4-FFF2-40B4-BE49-F238E27FC236}">
                      <ns2:creationId id="{DE1030B3-1E02-8072-E977-BA8CCD917A12}"/>
                    </a:ext>
                  </a:extLst>
                </p:cNvPr>
                <p:cNvSpPr/>
                <p:nvPr/>
              </p:nvSpPr>
              <p:spPr>
                <a:xfrm>
                  <a:off x="707464" y="146999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" name="Text 37">
                  <a:extLst>
                    <a:ext uri="{FF2B5EF4-FFF2-40B4-BE49-F238E27FC236}">
                      <ns2:creationId id="{60DAF894-3188-5079-7793-3C3E9EFBBF5C}"/>
                    </a:ext>
                  </a:extLst>
                </p:cNvPr>
                <p:cNvSpPr/>
                <p:nvPr/>
              </p:nvSpPr>
              <p:spPr>
                <a:xfrm>
                  <a:off x="707464" y="172470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" name="Text 38">
                  <a:extLst>
                    <a:ext uri="{FF2B5EF4-FFF2-40B4-BE49-F238E27FC236}">
                      <ns2:creationId id="{82C20F58-1847-5BBD-2827-89EA90764B8E}"/>
                    </a:ext>
                  </a:extLst>
                </p:cNvPr>
                <p:cNvSpPr/>
                <p:nvPr/>
              </p:nvSpPr>
              <p:spPr>
                <a:xfrm>
                  <a:off x="707464" y="197941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2" name="Text 39">
                  <a:extLst>
                    <a:ext uri="{FF2B5EF4-FFF2-40B4-BE49-F238E27FC236}">
                      <ns2:creationId id="{39A30843-CD91-0523-F046-9EF99F7CD470}"/>
                    </a:ext>
                  </a:extLst>
                </p:cNvPr>
                <p:cNvSpPr/>
                <p:nvPr/>
              </p:nvSpPr>
              <p:spPr>
                <a:xfrm>
                  <a:off x="707464" y="223412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0" name="Text 116">
                  <a:extLst>
                    <a:ext uri="{FF2B5EF4-FFF2-40B4-BE49-F238E27FC236}">
                      <ns2:creationId id="{CC7EF2C1-B7BC-7E77-8828-92039087B895}"/>
                    </a:ext>
                  </a:extLst>
                </p:cNvPr>
                <p:cNvSpPr/>
                <p:nvPr/>
              </p:nvSpPr>
              <p:spPr>
                <a:xfrm>
                  <a:off x="707464" y="248883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1" name="Text 117">
                  <a:extLst>
                    <a:ext uri="{FF2B5EF4-FFF2-40B4-BE49-F238E27FC236}">
                      <ns2:creationId id="{6225C5B8-540C-0E9D-7082-22FA701E0E21}"/>
                    </a:ext>
                  </a:extLst>
                </p:cNvPr>
                <p:cNvSpPr/>
                <p:nvPr/>
              </p:nvSpPr>
              <p:spPr>
                <a:xfrm>
                  <a:off x="707464" y="274355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Text 118">
                  <a:extLst>
                    <a:ext uri="{FF2B5EF4-FFF2-40B4-BE49-F238E27FC236}">
                      <ns2:creationId id="{E8EB05D6-1643-86CE-D09B-8E0654742FA8}"/>
                    </a:ext>
                  </a:extLst>
                </p:cNvPr>
                <p:cNvSpPr/>
                <p:nvPr/>
              </p:nvSpPr>
              <p:spPr>
                <a:xfrm>
                  <a:off x="707464" y="299826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4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Text 119">
                  <a:extLst>
                    <a:ext uri="{FF2B5EF4-FFF2-40B4-BE49-F238E27FC236}">
                      <ns2:creationId id="{E05B6290-4DDA-08C7-9FA9-D0EBD2347601}"/>
                    </a:ext>
                  </a:extLst>
                </p:cNvPr>
                <p:cNvSpPr/>
                <p:nvPr/>
              </p:nvSpPr>
              <p:spPr>
                <a:xfrm>
                  <a:off x="707464" y="325297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5" name="Text 190">
                  <a:extLst>
                    <a:ext uri="{FF2B5EF4-FFF2-40B4-BE49-F238E27FC236}">
                      <ns2:creationId id="{8D4B5554-63A5-000E-9AEF-64E9E51DED6B}"/>
                    </a:ext>
                  </a:extLst>
                </p:cNvPr>
                <p:cNvSpPr/>
                <p:nvPr/>
              </p:nvSpPr>
              <p:spPr>
                <a:xfrm>
                  <a:off x="707464" y="350768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6" name="Text 191">
                  <a:extLst>
                    <a:ext uri="{FF2B5EF4-FFF2-40B4-BE49-F238E27FC236}">
                      <ns2:creationId id="{3D9C67D0-ADC7-A011-2324-E01800B45ADD}"/>
                    </a:ext>
                  </a:extLst>
                </p:cNvPr>
                <p:cNvSpPr/>
                <p:nvPr/>
              </p:nvSpPr>
              <p:spPr>
                <a:xfrm>
                  <a:off x="707464" y="376239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7" name="Text 192">
                  <a:extLst>
                    <a:ext uri="{FF2B5EF4-FFF2-40B4-BE49-F238E27FC236}">
                      <ns2:creationId id="{2CEFDD80-980F-8348-3B82-4A15F1F33AA4}"/>
                    </a:ext>
                  </a:extLst>
                </p:cNvPr>
                <p:cNvSpPr/>
                <p:nvPr/>
              </p:nvSpPr>
              <p:spPr>
                <a:xfrm>
                  <a:off x="707464" y="401711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5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5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3" name="Text 257">
                  <a:extLst>
                    <a:ext uri="{FF2B5EF4-FFF2-40B4-BE49-F238E27FC236}">
                      <ns2:creationId id="{C5C48289-50DB-6BD4-C79C-B1E1EC37E671}"/>
                    </a:ext>
                  </a:extLst>
                </p:cNvPr>
                <p:cNvSpPr/>
                <p:nvPr/>
              </p:nvSpPr>
              <p:spPr>
                <a:xfrm>
                  <a:off x="707464" y="427182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Text 258">
                  <a:extLst>
                    <a:ext uri="{FF2B5EF4-FFF2-40B4-BE49-F238E27FC236}">
                      <ns2:creationId id="{E3D48584-A51F-38F1-B283-95585DE9DAE8}"/>
                    </a:ext>
                  </a:extLst>
                </p:cNvPr>
                <p:cNvSpPr/>
                <p:nvPr/>
              </p:nvSpPr>
              <p:spPr>
                <a:xfrm>
                  <a:off x="707464" y="452653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6" name="Text 260">
                  <a:extLst>
                    <a:ext uri="{FF2B5EF4-FFF2-40B4-BE49-F238E27FC236}">
                      <ns2:creationId id="{C60105AB-AB5E-47B9-5FCC-A22D4C5FF817}"/>
                    </a:ext>
                  </a:extLst>
                </p:cNvPr>
                <p:cNvSpPr/>
                <p:nvPr/>
              </p:nvSpPr>
              <p:spPr>
                <a:xfrm>
                  <a:off x="707464" y="503595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4" name="Text 327">
                  <a:extLst>
                    <a:ext uri="{FF2B5EF4-FFF2-40B4-BE49-F238E27FC236}">
                      <ns2:creationId id="{AE94CF7C-1296-D2A0-53D3-5E985899350F}"/>
                    </a:ext>
                  </a:extLst>
                </p:cNvPr>
                <p:cNvSpPr/>
                <p:nvPr/>
              </p:nvSpPr>
              <p:spPr>
                <a:xfrm>
                  <a:off x="707464" y="529067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5" name="Text 328">
                  <a:extLst>
                    <a:ext uri="{FF2B5EF4-FFF2-40B4-BE49-F238E27FC236}">
                      <ns2:creationId id="{4E5A37FD-B1C9-7F35-65BA-E7CE8496A160}"/>
                    </a:ext>
                  </a:extLst>
                </p:cNvPr>
                <p:cNvSpPr/>
                <p:nvPr/>
              </p:nvSpPr>
              <p:spPr>
                <a:xfrm>
                  <a:off x="707464" y="554538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6" name="Text 329">
                  <a:extLst>
                    <a:ext uri="{FF2B5EF4-FFF2-40B4-BE49-F238E27FC236}">
                      <ns2:creationId id="{86BB4126-BF1B-DA50-A344-CF8F67A45F55}"/>
                    </a:ext>
                  </a:extLst>
                </p:cNvPr>
                <p:cNvSpPr/>
                <p:nvPr/>
              </p:nvSpPr>
              <p:spPr>
                <a:xfrm>
                  <a:off x="707464" y="5800090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9" name="グループ化 58">
                <a:extLst>
                  <a:ext uri="{FF2B5EF4-FFF2-40B4-BE49-F238E27FC236}">
                    <ns2:creationId id="{247D2381-7550-8E5D-8C99-174B6B58B88D}"/>
                  </a:ext>
                </a:extLst>
              </p:cNvPr>
              <p:cNvGrpSpPr/>
              <p:nvPr/>
            </p:nvGrpSpPr>
            <p:grpSpPr>
              <a:xfrm>
                <a:off x="334962" y="1215279"/>
                <a:ext cx="362314" cy="2260896"/>
                <a:chOff x="334962" y="1215279"/>
                <a:chExt cx="362314" cy="2260896"/>
              </a:xfrm>
            </p:grpSpPr>
            <p:sp>
              <p:nvSpPr>
                <p:cNvPr id="417" name="矢印: 五方向 416">
                  <a:extLst>
                    <a:ext uri="{FF2B5EF4-FFF2-40B4-BE49-F238E27FC236}">
                      <ns2:creationId id="{088528C0-FC8F-2692-A315-3E85D09B5165}"/>
                    </a:ext>
                  </a:extLst>
                </p:cNvPr>
                <p:cNvSpPr/>
                <p:nvPr/>
              </p:nvSpPr>
              <p:spPr>
                <a:xfrm rot="5400000">
                  <a:off x="-149881" y="1700122"/>
                  <a:ext cx="1332000" cy="362313"/>
                </a:xfrm>
                <a:prstGeom prst="homePlate">
                  <a:avLst>
                    <a:gd name="adj" fmla="val 23315"/>
                  </a:avLst>
                </a:prstGeom>
                <a:solidFill>
                  <a:srgbClr val="008D2E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9" name="矢印: 山形 418">
                  <a:extLst>
                    <a:ext uri="{FF2B5EF4-FFF2-40B4-BE49-F238E27FC236}">
                      <ns2:creationId id="{CE3C08CC-D46A-168C-36F1-D59AA623C1AA}"/>
                    </a:ext>
                  </a:extLst>
                </p:cNvPr>
                <p:cNvSpPr/>
                <p:nvPr/>
              </p:nvSpPr>
              <p:spPr>
                <a:xfrm rot="5400000">
                  <a:off x="22452" y="2801350"/>
                  <a:ext cx="987336" cy="362313"/>
                </a:xfrm>
                <a:prstGeom prst="chevron">
                  <a:avLst>
                    <a:gd name="adj" fmla="val 23315"/>
                  </a:avLst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7" name="グループ化 56">
                <a:extLst>
                  <a:ext uri="{FF2B5EF4-FFF2-40B4-BE49-F238E27FC236}">
                    <ns2:creationId id="{3AF3C549-FD99-1A12-BBCC-5B06AF854796}"/>
                  </a:ext>
                </a:extLst>
              </p:cNvPr>
              <p:cNvGrpSpPr/>
              <p:nvPr/>
            </p:nvGrpSpPr>
            <p:grpSpPr>
              <a:xfrm>
                <a:off x="334963" y="3507687"/>
                <a:ext cx="362313" cy="2515603"/>
                <a:chOff x="334963" y="3507687"/>
                <a:chExt cx="362313" cy="2515603"/>
              </a:xfrm>
            </p:grpSpPr>
            <p:grpSp>
              <p:nvGrpSpPr>
                <p:cNvPr id="54" name="グループ化 53">
                  <a:extLst>
                    <a:ext uri="{FF2B5EF4-FFF2-40B4-BE49-F238E27FC236}">
                      <ns2:creationId id="{474ECFF1-A0C7-65E0-C775-688649652494}"/>
                    </a:ext>
                  </a:extLst>
                </p:cNvPr>
                <p:cNvGrpSpPr/>
                <p:nvPr/>
              </p:nvGrpSpPr>
              <p:grpSpPr>
                <a:xfrm>
                  <a:off x="334963" y="3507687"/>
                  <a:ext cx="362313" cy="732624"/>
                  <a:chOff x="334963" y="3507687"/>
                  <a:chExt cx="362313" cy="732624"/>
                </a:xfrm>
              </p:grpSpPr>
              <p:sp>
                <p:nvSpPr>
                  <p:cNvPr id="191" name="Shape 187">
                    <a:extLst>
                      <a:ext uri="{FF2B5EF4-FFF2-40B4-BE49-F238E27FC236}">
                        <ns2:creationId id="{1C47F726-33BB-F10E-4B05-1F997BE3A6F1}"/>
                      </a:ext>
                    </a:extLst>
                  </p:cNvPr>
                  <p:cNvSpPr/>
                  <p:nvPr/>
                </p:nvSpPr>
                <p:spPr>
                  <a:xfrm>
                    <a:off x="334963" y="3507687"/>
                    <a:ext cx="362313" cy="732624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en-US" altLang="ja-JP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6" name="グラフィックス 1105" descr="環状の矢印 単色塗りつぶし">
                    <a:extLst>
                      <a:ext uri="{FF2B5EF4-FFF2-40B4-BE49-F238E27FC236}">
                        <ns2:creationId id="{92236E24-2BED-2262-BF71-BFD1E420AD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2119" y="3594178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グループ化 55">
                  <a:extLst>
                    <a:ext uri="{FF2B5EF4-FFF2-40B4-BE49-F238E27FC236}">
                      <ns2:creationId id="{B58E136B-79C2-06FE-D04D-05F970771C1F}"/>
                    </a:ext>
                  </a:extLst>
                </p:cNvPr>
                <p:cNvGrpSpPr/>
                <p:nvPr/>
              </p:nvGrpSpPr>
              <p:grpSpPr>
                <a:xfrm>
                  <a:off x="334963" y="5290671"/>
                  <a:ext cx="362313" cy="732619"/>
                  <a:chOff x="334963" y="5290671"/>
                  <a:chExt cx="362313" cy="732619"/>
                </a:xfrm>
              </p:grpSpPr>
              <p:sp>
                <p:nvSpPr>
                  <p:cNvPr id="426" name="Shape 187">
                    <a:extLst>
                      <a:ext uri="{FF2B5EF4-FFF2-40B4-BE49-F238E27FC236}">
                        <ns2:creationId id="{C04019AA-A67C-7F1A-9785-4FAC878B41A3}"/>
                      </a:ext>
                    </a:extLst>
                  </p:cNvPr>
                  <p:cNvSpPr/>
                  <p:nvPr/>
                </p:nvSpPr>
                <p:spPr>
                  <a:xfrm>
                    <a:off x="334963" y="5290671"/>
                    <a:ext cx="362313" cy="732619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8" name="グラフィックス 1107" descr="ユーザー 単色塗りつぶし">
                    <a:extLst>
                      <a:ext uri="{FF2B5EF4-FFF2-40B4-BE49-F238E27FC236}">
                        <ns2:creationId id="{3668EFFE-11CD-A8FB-8913-156BC0F3AEC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5391204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グループ化 54">
                  <a:extLst>
                    <a:ext uri="{FF2B5EF4-FFF2-40B4-BE49-F238E27FC236}">
                      <ns2:creationId id="{FC826A7A-B293-220A-82EA-5B929595EF4C}"/>
                    </a:ext>
                  </a:extLst>
                </p:cNvPr>
                <p:cNvGrpSpPr/>
                <p:nvPr/>
              </p:nvGrpSpPr>
              <p:grpSpPr>
                <a:xfrm>
                  <a:off x="334963" y="4271822"/>
                  <a:ext cx="362313" cy="987336"/>
                  <a:chOff x="334963" y="4271822"/>
                  <a:chExt cx="362313" cy="987336"/>
                </a:xfrm>
              </p:grpSpPr>
              <p:sp>
                <p:nvSpPr>
                  <p:cNvPr id="424" name="Shape 187">
                    <a:extLst>
                      <a:ext uri="{FF2B5EF4-FFF2-40B4-BE49-F238E27FC236}">
                        <ns2:creationId id="{78EB2330-049E-F720-19C3-DBCA44B18608}"/>
                      </a:ext>
                    </a:extLst>
                  </p:cNvPr>
                  <p:cNvSpPr/>
                  <p:nvPr/>
                </p:nvSpPr>
                <p:spPr>
                  <a:xfrm>
                    <a:off x="334963" y="4271822"/>
                    <a:ext cx="362313" cy="987336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540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10" name="グラフィックス 1109" descr="葉 単色塗りつぶし">
                    <a:extLst>
                      <a:ext uri="{FF2B5EF4-FFF2-40B4-BE49-F238E27FC236}">
                        <ns2:creationId id="{DB68766B-8CA8-0B26-7ACD-20216FD3E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4490852"/>
                    <a:ext cx="252000" cy="252000"/>
                  </a:xfrm>
                  <a:prstGeom prst="rect">
                    <a:avLst/>
                  </a:prstGeom>
                </p:spPr>
              </p:pic>
            </p:grpSp>
          </p:grpSp>
        </p:grpSp>
        <p:cxnSp>
          <p:nvCxnSpPr>
            <p:cNvPr id="1116" name="直線矢印コネクタ 1115">
              <a:extLst>
                <a:ext uri="{FF2B5EF4-FFF2-40B4-BE49-F238E27FC236}">
                  <ns2:creationId id="{6C6655AC-9D7C-8989-A096-B9A9834C1CDD}"/>
                </a:ext>
              </a:extLst>
            </p:cNvPr>
            <p:cNvCxnSpPr>
              <a:cxnSpLocks/>
            </p:cNvCxnSpPr>
            <p:nvPr/>
          </p:nvCxnSpPr>
          <p:spPr>
            <a:xfrm>
              <a:off x="6014075" y="1381501"/>
              <a:ext cx="0" cy="600475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9" name="コネクタ: カギ線 1138">
              <a:extLst>
                <a:ext uri="{FF2B5EF4-FFF2-40B4-BE49-F238E27FC236}">
                  <ns2:creationId id="{C1070F4F-ECF8-9440-21BF-523CBC5D64C9}"/>
                </a:ext>
              </a:extLst>
            </p:cNvPr>
            <p:cNvCxnSpPr>
              <a:cxnSpLocks/>
              <a:stCxn id="620" idx="3"/>
              <a:endCxn id="606" idx="2"/>
            </p:cNvCxnSpPr>
            <p:nvPr/>
          </p:nvCxnSpPr>
          <p:spPr>
            <a:xfrm flipV="1">
              <a:off x="9442578" y="2708439"/>
              <a:ext cx="677339" cy="401424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7" name="コネクタ: カギ線 1146">
              <a:extLst>
                <a:ext uri="{FF2B5EF4-FFF2-40B4-BE49-F238E27FC236}">
                  <ns2:creationId id="{6A190DC4-97A5-C204-162C-74F91AAFFA7E}"/>
                </a:ext>
              </a:extLst>
            </p:cNvPr>
            <p:cNvCxnSpPr>
              <a:cxnSpLocks/>
              <a:stCxn id="624" idx="1"/>
            </p:cNvCxnSpPr>
            <p:nvPr/>
          </p:nvCxnSpPr>
          <p:spPr>
            <a:xfrm rot="10800000" flipH="1">
              <a:off x="6936519" y="2708773"/>
              <a:ext cx="317563" cy="401090"/>
            </a:xfrm>
            <a:prstGeom prst="bentConnector4">
              <a:avLst>
                <a:gd name="adj1" fmla="val -26917"/>
                <a:gd name="adj2" fmla="val 99147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2" name="コネクタ: カギ線 1161">
              <a:extLst>
                <a:ext uri="{FF2B5EF4-FFF2-40B4-BE49-F238E27FC236}">
                  <ns2:creationId id="{38E32195-F70D-F828-E05F-E2E0C97DC88A}"/>
                </a:ext>
              </a:extLst>
            </p:cNvPr>
            <p:cNvCxnSpPr>
              <a:cxnSpLocks/>
            </p:cNvCxnSpPr>
            <p:nvPr/>
          </p:nvCxnSpPr>
          <p:spPr>
            <a:xfrm>
              <a:off x="6481148" y="5475873"/>
              <a:ext cx="41793" cy="324217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直線矢印コネクタ 3">
              <a:extLst>
                <a:ext uri="{FF2B5EF4-FFF2-40B4-BE49-F238E27FC236}">
                  <ns2:creationId id="{DCB76B4D-E87F-964D-9A11-68BA785BC333}"/>
                </a:ext>
              </a:extLst>
            </p:cNvPr>
            <p:cNvCxnSpPr>
              <a:cxnSpLocks/>
              <a:stCxn id="329" idx="3"/>
              <a:endCxn id="508" idx="1"/>
            </p:cNvCxnSpPr>
            <p:nvPr/>
          </p:nvCxnSpPr>
          <p:spPr>
            <a:xfrm flipV="1">
              <a:off x="5852290" y="5147559"/>
              <a:ext cx="210679" cy="1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9B311C6A-399A-D56B-F139-AA35E0340C27}"/>
                </a:ext>
              </a:extLst>
            </p:cNvPr>
            <p:cNvCxnSpPr>
              <a:cxnSpLocks/>
            </p:cNvCxnSpPr>
            <p:nvPr/>
          </p:nvCxnSpPr>
          <p:spPr>
            <a:xfrm>
              <a:off x="11449443" y="5739909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98238856"/>
      </p:ext>
    </p:extLst>
  </p:cSld>
  <p:clrMapOvr>
    <a:masterClrMapping/>
  </p:clrMapOvr>
</p:sld>
</file>

<file path=ppt/slides/slide2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FC9D6D8-AF91-1D71-30CB-3E0F358F1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正方形/長方形 18">
            <a:extLst>
              <a:ext uri="{FF2B5EF4-FFF2-40B4-BE49-F238E27FC236}">
                <ns2:creationId id="{79AAD239-E35C-E575-B1F9-176CFA7C7635}"/>
              </a:ext>
            </a:extLst>
          </p:cNvPr>
          <p:cNvSpPr/>
          <p:nvPr/>
        </p:nvSpPr>
        <p:spPr>
          <a:xfrm>
            <a:off x="342446" y="976762"/>
            <a:ext cx="11514591" cy="24969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6D9563B0-7846-35A5-E295-6D18065A0A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CD0AF33-BEB5-C544-B7DA-33CC045801D1}"/>
              </a:ext>
            </a:extLst>
          </p:cNvPr>
          <p:cNvSpPr/>
          <p:nvPr/>
        </p:nvSpPr>
        <p:spPr>
          <a:xfrm>
            <a:off x="342446" y="1288818"/>
            <a:ext cx="275547" cy="339957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5BEA6FFA-3DF7-5AAB-B55E-00836BF5DD1F}"/>
              </a:ext>
            </a:extLst>
          </p:cNvPr>
          <p:cNvSpPr/>
          <p:nvPr/>
        </p:nvSpPr>
        <p:spPr>
          <a:xfrm>
            <a:off x="617992" y="1288818"/>
            <a:ext cx="1891843" cy="339957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A64B7B2D-E857-15E6-9F2C-2EF2420F7EE2}"/>
              </a:ext>
            </a:extLst>
          </p:cNvPr>
          <p:cNvSpPr/>
          <p:nvPr/>
        </p:nvSpPr>
        <p:spPr>
          <a:xfrm>
            <a:off x="2680444" y="1288818"/>
            <a:ext cx="275547" cy="339957"/>
          </a:xfrm>
          <a:prstGeom prst="rect">
            <a:avLst/>
          </a:prstGeom>
          <a:solidFill>
            <a:schemeClr val="accent5">
              <a:alpha val="90000"/>
            </a:schemeClr>
          </a:solidFill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2" name="正方形/長方形 61">
            <a:extLst>
              <a:ext uri="{FF2B5EF4-FFF2-40B4-BE49-F238E27FC236}">
                <ns2:creationId id="{F340617A-6409-58D2-97BA-A8F3D7EC6C60}"/>
              </a:ext>
            </a:extLst>
          </p:cNvPr>
          <p:cNvSpPr/>
          <p:nvPr/>
        </p:nvSpPr>
        <p:spPr>
          <a:xfrm>
            <a:off x="2955990" y="1288818"/>
            <a:ext cx="1891843" cy="339957"/>
          </a:xfrm>
          <a:prstGeom prst="rect">
            <a:avLst/>
          </a:prstGeom>
          <a:noFill/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EF16BF3F-DEAF-65A3-21D3-234B4918F07E}"/>
              </a:ext>
            </a:extLst>
          </p:cNvPr>
          <p:cNvSpPr/>
          <p:nvPr/>
        </p:nvSpPr>
        <p:spPr>
          <a:xfrm>
            <a:off x="5018442" y="1288818"/>
            <a:ext cx="275547" cy="339957"/>
          </a:xfrm>
          <a:prstGeom prst="rect">
            <a:avLst/>
          </a:prstGeom>
          <a:solidFill>
            <a:schemeClr val="accent5">
              <a:alpha val="80000"/>
            </a:schemeClr>
          </a:solidFill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69B1C132-2365-B7A2-E782-25DD0A143BDC}"/>
              </a:ext>
            </a:extLst>
          </p:cNvPr>
          <p:cNvSpPr/>
          <p:nvPr/>
        </p:nvSpPr>
        <p:spPr>
          <a:xfrm>
            <a:off x="5293988" y="1288818"/>
            <a:ext cx="1891843" cy="339957"/>
          </a:xfrm>
          <a:prstGeom prst="rect">
            <a:avLst/>
          </a:prstGeom>
          <a:noFill/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3EA9FCF5-2701-EEBE-4157-411244C32C62}"/>
              </a:ext>
            </a:extLst>
          </p:cNvPr>
          <p:cNvSpPr/>
          <p:nvPr/>
        </p:nvSpPr>
        <p:spPr>
          <a:xfrm>
            <a:off x="7356440" y="1288818"/>
            <a:ext cx="275547" cy="339957"/>
          </a:xfrm>
          <a:prstGeom prst="rect">
            <a:avLst/>
          </a:prstGeom>
          <a:solidFill>
            <a:schemeClr val="accent5">
              <a:alpha val="70000"/>
            </a:schemeClr>
          </a:solidFill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3E30AA34-EDBB-485F-1D98-DF724DB21C84}"/>
              </a:ext>
            </a:extLst>
          </p:cNvPr>
          <p:cNvSpPr/>
          <p:nvPr/>
        </p:nvSpPr>
        <p:spPr>
          <a:xfrm>
            <a:off x="7631985" y="1288818"/>
            <a:ext cx="1891843" cy="339957"/>
          </a:xfrm>
          <a:prstGeom prst="rect">
            <a:avLst/>
          </a:prstGeom>
          <a:noFill/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5ACE44C4-FBCB-093B-1AAC-F42E2A14C60A}"/>
              </a:ext>
            </a:extLst>
          </p:cNvPr>
          <p:cNvSpPr/>
          <p:nvPr/>
        </p:nvSpPr>
        <p:spPr>
          <a:xfrm>
            <a:off x="9694439" y="1288818"/>
            <a:ext cx="275547" cy="339957"/>
          </a:xfrm>
          <a:prstGeom prst="rect">
            <a:avLst/>
          </a:prstGeom>
          <a:solidFill>
            <a:schemeClr val="accent5">
              <a:alpha val="60000"/>
            </a:schemeClr>
          </a:solidFill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7BF84E9A-C916-73CE-8A03-B8EE7C61F256}"/>
              </a:ext>
            </a:extLst>
          </p:cNvPr>
          <p:cNvSpPr/>
          <p:nvPr/>
        </p:nvSpPr>
        <p:spPr>
          <a:xfrm>
            <a:off x="9969985" y="1288818"/>
            <a:ext cx="1891843" cy="339957"/>
          </a:xfrm>
          <a:prstGeom prst="rect">
            <a:avLst/>
          </a:prstGeom>
          <a:noFill/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55D4CF8C-F75A-B083-01EA-07771D1E12E3}"/>
              </a:ext>
            </a:extLst>
          </p:cNvPr>
          <p:cNvSpPr/>
          <p:nvPr/>
        </p:nvSpPr>
        <p:spPr>
          <a:xfrm>
            <a:off x="334963" y="1691136"/>
            <a:ext cx="1042987" cy="556764"/>
          </a:xfrm>
          <a:prstGeom prst="rect">
            <a:avLst/>
          </a:prstGeom>
          <a:solidFill>
            <a:schemeClr val="accent5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3BD72605-8DD9-FBB1-103B-9FF77591EC72}"/>
              </a:ext>
            </a:extLst>
          </p:cNvPr>
          <p:cNvSpPr/>
          <p:nvPr/>
        </p:nvSpPr>
        <p:spPr>
          <a:xfrm>
            <a:off x="1428750" y="1691136"/>
            <a:ext cx="4739821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03E8889C-D6E5-7BFD-5879-1937AE7BCD5A}"/>
              </a:ext>
            </a:extLst>
          </p:cNvPr>
          <p:cNvSpPr/>
          <p:nvPr/>
        </p:nvSpPr>
        <p:spPr>
          <a:xfrm>
            <a:off x="6168571" y="1691136"/>
            <a:ext cx="5688467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×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C417CCAD-A543-A3D9-C225-04DF5F4A7DE2}"/>
              </a:ext>
            </a:extLst>
          </p:cNvPr>
          <p:cNvGrpSpPr/>
          <p:nvPr/>
        </p:nvGrpSpPr>
        <p:grpSpPr>
          <a:xfrm>
            <a:off x="334963" y="2247900"/>
            <a:ext cx="11526865" cy="4060826"/>
            <a:chOff x="334963" y="2247900"/>
            <a:chExt cx="11526865" cy="4060826"/>
          </a:xfrm>
        </p:grpSpPr>
        <p:grpSp>
          <p:nvGrpSpPr>
            <p:cNvPr id="101" name="グループ化 100">
              <a:extLst>
                <a:ext uri="{FF2B5EF4-FFF2-40B4-BE49-F238E27FC236}">
                  <ns2:creationId id="{3522EDE1-03B9-86BC-750B-046CD113BCDC}"/>
                </a:ext>
              </a:extLst>
            </p:cNvPr>
            <p:cNvGrpSpPr/>
            <p:nvPr/>
          </p:nvGrpSpPr>
          <p:grpSpPr>
            <a:xfrm>
              <a:off x="334965" y="2463608"/>
              <a:ext cx="379816" cy="203198"/>
              <a:chOff x="355531" y="2663827"/>
              <a:chExt cx="1042987" cy="203198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AABA42D0-FC70-4996-FBB8-3DE97E591B95}"/>
                  </a:ext>
                </a:extLst>
              </p:cNvPr>
              <p:cNvSpPr/>
              <p:nvPr/>
            </p:nvSpPr>
            <p:spPr>
              <a:xfrm>
                <a:off x="355531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9" name="直線コネクタ 98">
                <a:extLst>
                  <a:ext uri="{FF2B5EF4-FFF2-40B4-BE49-F238E27FC236}">
                    <ns2:creationId id="{60CD7A59-F8A3-508A-A7D4-3E2DB5030B26}"/>
                  </a:ext>
                </a:extLst>
              </p:cNvPr>
              <p:cNvCxnSpPr/>
              <p:nvPr/>
            </p:nvCxnSpPr>
            <p:spPr>
              <a:xfrm>
                <a:off x="355531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B2E4621E-660F-A69D-2483-590C9BC3DEE0}"/>
                </a:ext>
              </a:extLst>
            </p:cNvPr>
            <p:cNvGrpSpPr/>
            <p:nvPr/>
          </p:nvGrpSpPr>
          <p:grpSpPr>
            <a:xfrm>
              <a:off x="765579" y="2463608"/>
              <a:ext cx="2221194" cy="203198"/>
              <a:chOff x="334963" y="2663827"/>
              <a:chExt cx="1042987" cy="203198"/>
            </a:xfrm>
          </p:grpSpPr>
          <p:sp>
            <p:nvSpPr>
              <p:cNvPr id="105" name="正方形/長方形 104">
                <a:extLst>
                  <a:ext uri="{FF2B5EF4-FFF2-40B4-BE49-F238E27FC236}">
                    <ns2:creationId id="{3BF2F1CC-6B79-7A2E-0861-140546B4A398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38831FCA-0E17-C0C9-7A0D-82A127CCA51B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7" name="グループ化 106">
              <a:extLst>
                <a:ext uri="{FF2B5EF4-FFF2-40B4-BE49-F238E27FC236}">
                  <ns2:creationId id="{231DE3F6-D419-DA50-AC5F-AAB3A9AA36AA}"/>
                </a:ext>
              </a:extLst>
            </p:cNvPr>
            <p:cNvGrpSpPr/>
            <p:nvPr/>
          </p:nvGrpSpPr>
          <p:grpSpPr>
            <a:xfrm>
              <a:off x="3045061" y="2463608"/>
              <a:ext cx="5359391" cy="203198"/>
              <a:chOff x="334963" y="2663827"/>
              <a:chExt cx="1042987" cy="20319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314B1919-930D-1974-A205-36523A78C4DA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100">
                    <a:solidFill>
                      <a:sysClr val="windowText" lastClr="000000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E317538D-4DC0-8EC8-7829-0931C06735DD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グループ化 109">
              <a:extLst>
                <a:ext uri="{FF2B5EF4-FFF2-40B4-BE49-F238E27FC236}">
                  <ns2:creationId id="{FD78445A-8A10-6D5F-6E8A-B005BE8E517E}"/>
                </a:ext>
              </a:extLst>
            </p:cNvPr>
            <p:cNvGrpSpPr/>
            <p:nvPr/>
          </p:nvGrpSpPr>
          <p:grpSpPr>
            <a:xfrm>
              <a:off x="8462740" y="2463608"/>
              <a:ext cx="435623" cy="203198"/>
              <a:chOff x="334963" y="2663827"/>
              <a:chExt cx="1042987" cy="203198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3969F81E-AD62-FD17-502D-9269C6B11450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2" name="直線コネクタ 111">
                <a:extLst>
                  <a:ext uri="{FF2B5EF4-FFF2-40B4-BE49-F238E27FC236}">
                    <ns2:creationId id="{A6ECEE35-C1F1-52FA-9D1B-87CE9EA4D061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" name="グループ化 112">
              <a:extLst>
                <a:ext uri="{FF2B5EF4-FFF2-40B4-BE49-F238E27FC236}">
                  <ns2:creationId id="{BC4D60AE-D377-0513-0944-9E5A73E52F7F}"/>
                </a:ext>
              </a:extLst>
            </p:cNvPr>
            <p:cNvGrpSpPr/>
            <p:nvPr/>
          </p:nvGrpSpPr>
          <p:grpSpPr>
            <a:xfrm>
              <a:off x="8956651" y="2463608"/>
              <a:ext cx="435623" cy="203198"/>
              <a:chOff x="334963" y="2663827"/>
              <a:chExt cx="1042987" cy="203198"/>
            </a:xfrm>
          </p:grpSpPr>
          <p:sp>
            <p:nvSpPr>
              <p:cNvPr id="114" name="正方形/長方形 113">
                <a:extLst>
                  <a:ext uri="{FF2B5EF4-FFF2-40B4-BE49-F238E27FC236}">
                    <ns2:creationId id="{F3535FDF-BCE9-23FF-A009-90C61814A8D2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5" name="直線コネクタ 114">
                <a:extLst>
                  <a:ext uri="{FF2B5EF4-FFF2-40B4-BE49-F238E27FC236}">
                    <ns2:creationId id="{EA722E2E-D6DC-1968-FC54-7595854965E7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グループ化 115">
              <a:extLst>
                <a:ext uri="{FF2B5EF4-FFF2-40B4-BE49-F238E27FC236}">
                  <ns2:creationId id="{248B38C5-F249-5D55-8143-3A68F4EFC065}"/>
                </a:ext>
              </a:extLst>
            </p:cNvPr>
            <p:cNvGrpSpPr/>
            <p:nvPr/>
          </p:nvGrpSpPr>
          <p:grpSpPr>
            <a:xfrm>
              <a:off x="9450562" y="2463608"/>
              <a:ext cx="435623" cy="203198"/>
              <a:chOff x="334963" y="2663827"/>
              <a:chExt cx="1042987" cy="203198"/>
            </a:xfrm>
          </p:grpSpPr>
          <p:sp>
            <p:nvSpPr>
              <p:cNvPr id="117" name="正方形/長方形 116">
                <a:extLst>
                  <a:ext uri="{FF2B5EF4-FFF2-40B4-BE49-F238E27FC236}">
                    <ns2:creationId id="{DCBCE2F1-36F0-D79D-DEF6-79B7BF585C8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31E27980-04CD-98AD-1907-CC594E32EC72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8026065-C6E8-F9F3-5D71-4A528B385611}"/>
                </a:ext>
              </a:extLst>
            </p:cNvPr>
            <p:cNvGrpSpPr/>
            <p:nvPr/>
          </p:nvGrpSpPr>
          <p:grpSpPr>
            <a:xfrm>
              <a:off x="9944472" y="2463608"/>
              <a:ext cx="435623" cy="203198"/>
              <a:chOff x="334963" y="2663827"/>
              <a:chExt cx="1042987" cy="203198"/>
            </a:xfrm>
          </p:grpSpPr>
          <p:sp>
            <p:nvSpPr>
              <p:cNvPr id="132" name="正方形/長方形 131">
                <a:extLst>
                  <a:ext uri="{FF2B5EF4-FFF2-40B4-BE49-F238E27FC236}">
                    <ns2:creationId id="{28FA454F-4C61-417B-89F5-ABDE0FB39C43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74041E8-75DE-8D40-4241-F0D5D7F3AA45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グループ化 133">
              <a:extLst>
                <a:ext uri="{FF2B5EF4-FFF2-40B4-BE49-F238E27FC236}">
                  <ns2:creationId id="{8B787C5F-9D24-E4EC-1707-97755135978C}"/>
                </a:ext>
              </a:extLst>
            </p:cNvPr>
            <p:cNvGrpSpPr/>
            <p:nvPr/>
          </p:nvGrpSpPr>
          <p:grpSpPr>
            <a:xfrm>
              <a:off x="10438383" y="2463608"/>
              <a:ext cx="435623" cy="203198"/>
              <a:chOff x="334963" y="2663827"/>
              <a:chExt cx="1042987" cy="203198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9E7BA0E7-5AD6-4550-713A-0D4B5265896E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0797E6BF-1A99-0834-2885-7601FA805F70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グループ化 136">
              <a:extLst>
                <a:ext uri="{FF2B5EF4-FFF2-40B4-BE49-F238E27FC236}">
                  <ns2:creationId id="{41521DFE-5920-07A8-253D-AD3A5E8D3065}"/>
                </a:ext>
              </a:extLst>
            </p:cNvPr>
            <p:cNvGrpSpPr/>
            <p:nvPr/>
          </p:nvGrpSpPr>
          <p:grpSpPr>
            <a:xfrm>
              <a:off x="10932294" y="2463608"/>
              <a:ext cx="435623" cy="203198"/>
              <a:chOff x="334963" y="2663827"/>
              <a:chExt cx="1042987" cy="203198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282584DE-6F44-BFC5-B0F7-048C4111C87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0BBE8FDB-4EE1-D6DC-1184-BF3F5325B5C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0" name="グループ化 139">
              <a:extLst>
                <a:ext uri="{FF2B5EF4-FFF2-40B4-BE49-F238E27FC236}">
                  <ns2:creationId id="{EC3ACA17-93E1-0EF7-DD51-D819FC65528A}"/>
                </a:ext>
              </a:extLst>
            </p:cNvPr>
            <p:cNvGrpSpPr/>
            <p:nvPr/>
          </p:nvGrpSpPr>
          <p:grpSpPr>
            <a:xfrm>
              <a:off x="11426203" y="2463608"/>
              <a:ext cx="435623" cy="203198"/>
              <a:chOff x="334963" y="2663827"/>
              <a:chExt cx="1042987" cy="203198"/>
            </a:xfrm>
          </p:grpSpPr>
          <p:sp>
            <p:nvSpPr>
              <p:cNvPr id="141" name="正方形/長方形 140">
                <a:extLst>
                  <a:ext uri="{FF2B5EF4-FFF2-40B4-BE49-F238E27FC236}">
                    <ns2:creationId id="{024B9A70-9629-13D4-833C-5AB5F68A012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42" name="直線コネクタ 141">
                <a:extLst>
                  <a:ext uri="{FF2B5EF4-FFF2-40B4-BE49-F238E27FC236}">
                    <ns2:creationId id="{B1B4AFD5-17B8-3199-89F7-6B6433B0746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" name="正方形/長方形 142">
              <a:extLst>
                <a:ext uri="{FF2B5EF4-FFF2-40B4-BE49-F238E27FC236}">
                  <ns2:creationId id="{E484CEB3-3F71-BE33-DF61-A33D581CDF17}"/>
                </a:ext>
              </a:extLst>
            </p:cNvPr>
            <p:cNvSpPr/>
            <p:nvPr/>
          </p:nvSpPr>
          <p:spPr>
            <a:xfrm>
              <a:off x="8956650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23C1D37-E8A4-A5B9-BE44-721FBBBE18E1}"/>
                </a:ext>
              </a:extLst>
            </p:cNvPr>
            <p:cNvSpPr/>
            <p:nvPr/>
          </p:nvSpPr>
          <p:spPr>
            <a:xfrm>
              <a:off x="9944472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7521E58-2707-C728-1C3E-64CE4F3F08A3}"/>
                </a:ext>
              </a:extLst>
            </p:cNvPr>
            <p:cNvSpPr/>
            <p:nvPr/>
          </p:nvSpPr>
          <p:spPr>
            <a:xfrm>
              <a:off x="10932295" y="2247900"/>
              <a:ext cx="929531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FE27AD4A-8A47-45DB-4BE8-D4F96A2956EF}"/>
                </a:ext>
              </a:extLst>
            </p:cNvPr>
            <p:cNvSpPr/>
            <p:nvPr/>
          </p:nvSpPr>
          <p:spPr>
            <a:xfrm>
              <a:off x="334965" y="2686721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3075421D-1819-E6C3-D2A3-D615C5B0A2F0}"/>
                </a:ext>
              </a:extLst>
            </p:cNvPr>
            <p:cNvSpPr/>
            <p:nvPr/>
          </p:nvSpPr>
          <p:spPr>
            <a:xfrm>
              <a:off x="334965" y="288905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25A33663-7D73-5E32-31CF-5ADE2F3DF5D1}"/>
                </a:ext>
              </a:extLst>
            </p:cNvPr>
            <p:cNvSpPr/>
            <p:nvPr/>
          </p:nvSpPr>
          <p:spPr>
            <a:xfrm>
              <a:off x="334965" y="3091379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4A00289-C90C-A0CB-7D38-56057A2A2DBE}"/>
                </a:ext>
              </a:extLst>
            </p:cNvPr>
            <p:cNvSpPr/>
            <p:nvPr/>
          </p:nvSpPr>
          <p:spPr>
            <a:xfrm>
              <a:off x="334965" y="329370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65239E9-A8FF-5C9D-3AFF-5E29B47288C7}"/>
                </a:ext>
              </a:extLst>
            </p:cNvPr>
            <p:cNvSpPr/>
            <p:nvPr/>
          </p:nvSpPr>
          <p:spPr>
            <a:xfrm>
              <a:off x="334965" y="349603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778B0424-EF8A-D2AD-C8FF-BC19D93AC948}"/>
                </a:ext>
              </a:extLst>
            </p:cNvPr>
            <p:cNvSpPr/>
            <p:nvPr/>
          </p:nvSpPr>
          <p:spPr>
            <a:xfrm>
              <a:off x="334965" y="369836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3CBCB4CE-E979-742E-B2BA-17756A3508F8}"/>
                </a:ext>
              </a:extLst>
            </p:cNvPr>
            <p:cNvSpPr/>
            <p:nvPr/>
          </p:nvSpPr>
          <p:spPr>
            <a:xfrm>
              <a:off x="334965" y="390069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200BBF5-2AE2-DD35-3457-2593BAA90C5D}"/>
                </a:ext>
              </a:extLst>
            </p:cNvPr>
            <p:cNvSpPr/>
            <p:nvPr/>
          </p:nvSpPr>
          <p:spPr>
            <a:xfrm>
              <a:off x="334965" y="4305353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1AE7046F-F5FC-1B59-39A4-21DB5A2511FD}"/>
                </a:ext>
              </a:extLst>
            </p:cNvPr>
            <p:cNvSpPr/>
            <p:nvPr/>
          </p:nvSpPr>
          <p:spPr>
            <a:xfrm>
              <a:off x="334965" y="4507682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47D19D05-3D74-DBE5-9C22-D3BF0314F044}"/>
                </a:ext>
              </a:extLst>
            </p:cNvPr>
            <p:cNvSpPr/>
            <p:nvPr/>
          </p:nvSpPr>
          <p:spPr>
            <a:xfrm>
              <a:off x="334965" y="4710011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70F4D9A1-1675-EE66-52F3-29AC05852E13}"/>
                </a:ext>
              </a:extLst>
            </p:cNvPr>
            <p:cNvSpPr/>
            <p:nvPr/>
          </p:nvSpPr>
          <p:spPr>
            <a:xfrm>
              <a:off x="334965" y="491234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E452CA69-6DE3-BF89-6CE7-F1A6BEE5B21C}"/>
                </a:ext>
              </a:extLst>
            </p:cNvPr>
            <p:cNvSpPr/>
            <p:nvPr/>
          </p:nvSpPr>
          <p:spPr>
            <a:xfrm>
              <a:off x="334965" y="531699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D4AA7135-4358-D11B-88FD-5253E00D935A}"/>
                </a:ext>
              </a:extLst>
            </p:cNvPr>
            <p:cNvSpPr/>
            <p:nvPr/>
          </p:nvSpPr>
          <p:spPr>
            <a:xfrm>
              <a:off x="334965" y="551932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DA637CD2-47C4-935D-46A8-7ABD30C336FF}"/>
                </a:ext>
              </a:extLst>
            </p:cNvPr>
            <p:cNvSpPr/>
            <p:nvPr/>
          </p:nvSpPr>
          <p:spPr>
            <a:xfrm>
              <a:off x="334965" y="572165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612DA2A-3945-DDFB-938E-65EAADB878DF}"/>
                </a:ext>
              </a:extLst>
            </p:cNvPr>
            <p:cNvSpPr/>
            <p:nvPr/>
          </p:nvSpPr>
          <p:spPr>
            <a:xfrm>
              <a:off x="334965" y="592398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255CADB-B114-27F2-714D-8241310B3367}"/>
                </a:ext>
              </a:extLst>
            </p:cNvPr>
            <p:cNvSpPr/>
            <p:nvPr/>
          </p:nvSpPr>
          <p:spPr>
            <a:xfrm>
              <a:off x="334963" y="6126311"/>
              <a:ext cx="8113728" cy="18241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3CBE5C86-8612-6C6D-8AD6-5A0B370148A0}"/>
                </a:ext>
              </a:extLst>
            </p:cNvPr>
            <p:cNvSpPr/>
            <p:nvPr/>
          </p:nvSpPr>
          <p:spPr>
            <a:xfrm>
              <a:off x="765579" y="2686721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4CD61148-4708-B1EF-AEA1-00352F11DA15}"/>
                </a:ext>
              </a:extLst>
            </p:cNvPr>
            <p:cNvSpPr/>
            <p:nvPr/>
          </p:nvSpPr>
          <p:spPr>
            <a:xfrm>
              <a:off x="334965" y="4103024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7E569C3-D420-858B-6CEE-34C4F831AED9}"/>
                </a:ext>
              </a:extLst>
            </p:cNvPr>
            <p:cNvSpPr/>
            <p:nvPr/>
          </p:nvSpPr>
          <p:spPr>
            <a:xfrm>
              <a:off x="765579" y="4103024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C07EB0E-3161-FB30-0AFB-95838C41C079}"/>
                </a:ext>
              </a:extLst>
            </p:cNvPr>
            <p:cNvSpPr/>
            <p:nvPr/>
          </p:nvSpPr>
          <p:spPr>
            <a:xfrm>
              <a:off x="334965" y="5114670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83831858-C06C-848F-D152-1558DF508D9E}"/>
                </a:ext>
              </a:extLst>
            </p:cNvPr>
            <p:cNvSpPr/>
            <p:nvPr/>
          </p:nvSpPr>
          <p:spPr>
            <a:xfrm>
              <a:off x="765579" y="5114670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9765460E-976D-9145-ED7A-DBB0CAD30D20}"/>
                </a:ext>
              </a:extLst>
            </p:cNvPr>
            <p:cNvSpPr/>
            <p:nvPr/>
          </p:nvSpPr>
          <p:spPr>
            <a:xfrm>
              <a:off x="765579" y="288905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CFD68CF2-AEDF-F777-7B32-7903E176D12B}"/>
                </a:ext>
              </a:extLst>
            </p:cNvPr>
            <p:cNvSpPr/>
            <p:nvPr/>
          </p:nvSpPr>
          <p:spPr>
            <a:xfrm>
              <a:off x="765579" y="3091379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2DCEBF1C-3D08-16DF-5D38-467D174F0DE9}"/>
                </a:ext>
              </a:extLst>
            </p:cNvPr>
            <p:cNvSpPr/>
            <p:nvPr/>
          </p:nvSpPr>
          <p:spPr>
            <a:xfrm>
              <a:off x="765579" y="329370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1A56DBB6-AFCC-D2F1-B159-E3F96982AEBB}"/>
                </a:ext>
              </a:extLst>
            </p:cNvPr>
            <p:cNvSpPr/>
            <p:nvPr/>
          </p:nvSpPr>
          <p:spPr>
            <a:xfrm>
              <a:off x="765579" y="349603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143037C6-7A97-0877-46FE-75A61623B9FF}"/>
                </a:ext>
              </a:extLst>
            </p:cNvPr>
            <p:cNvSpPr/>
            <p:nvPr/>
          </p:nvSpPr>
          <p:spPr>
            <a:xfrm>
              <a:off x="765579" y="3698366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C1C9662-1AFB-244A-ABD2-E073A61302B2}"/>
                </a:ext>
              </a:extLst>
            </p:cNvPr>
            <p:cNvSpPr/>
            <p:nvPr/>
          </p:nvSpPr>
          <p:spPr>
            <a:xfrm>
              <a:off x="765579" y="390069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D4E5D5C1-A7EA-27FF-70B5-223F69E15C2A}"/>
                </a:ext>
              </a:extLst>
            </p:cNvPr>
            <p:cNvSpPr/>
            <p:nvPr/>
          </p:nvSpPr>
          <p:spPr>
            <a:xfrm>
              <a:off x="765579" y="4305353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500AA45A-86F3-E302-CCF5-3D7CC60E5A6E}"/>
                </a:ext>
              </a:extLst>
            </p:cNvPr>
            <p:cNvSpPr/>
            <p:nvPr/>
          </p:nvSpPr>
          <p:spPr>
            <a:xfrm>
              <a:off x="765579" y="4507682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E74D8E1-1000-BD8D-735D-7F267A25C574}"/>
                </a:ext>
              </a:extLst>
            </p:cNvPr>
            <p:cNvSpPr/>
            <p:nvPr/>
          </p:nvSpPr>
          <p:spPr>
            <a:xfrm>
              <a:off x="765579" y="4710011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87CA8C8-9443-238E-F4E9-B2CEC6EAA8C5}"/>
                </a:ext>
              </a:extLst>
            </p:cNvPr>
            <p:cNvSpPr/>
            <p:nvPr/>
          </p:nvSpPr>
          <p:spPr>
            <a:xfrm>
              <a:off x="765579" y="491234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4D4177F-1E9D-AB1F-22F2-E598A48F477A}"/>
                </a:ext>
              </a:extLst>
            </p:cNvPr>
            <p:cNvSpPr/>
            <p:nvPr/>
          </p:nvSpPr>
          <p:spPr>
            <a:xfrm>
              <a:off x="765579" y="531699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EE4E2E1A-7A0C-C1C1-41BA-230A41228CBA}"/>
                </a:ext>
              </a:extLst>
            </p:cNvPr>
            <p:cNvSpPr/>
            <p:nvPr/>
          </p:nvSpPr>
          <p:spPr>
            <a:xfrm>
              <a:off x="765579" y="551932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AAF3B197-AF48-0C62-2C45-8914C7940FF1}"/>
                </a:ext>
              </a:extLst>
            </p:cNvPr>
            <p:cNvSpPr/>
            <p:nvPr/>
          </p:nvSpPr>
          <p:spPr>
            <a:xfrm>
              <a:off x="765579" y="5721656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CC7F15B6-FFFA-6336-5D18-B1E2421B21D8}"/>
                </a:ext>
              </a:extLst>
            </p:cNvPr>
            <p:cNvSpPr/>
            <p:nvPr/>
          </p:nvSpPr>
          <p:spPr>
            <a:xfrm>
              <a:off x="765579" y="592398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036A741E-9B8E-1376-7786-950F7B513BF4}"/>
                </a:ext>
              </a:extLst>
            </p:cNvPr>
            <p:cNvSpPr/>
            <p:nvPr/>
          </p:nvSpPr>
          <p:spPr>
            <a:xfrm>
              <a:off x="3045060" y="288905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A01D3A1D-3258-912F-7DD6-990E31AC5F6F}"/>
                </a:ext>
              </a:extLst>
            </p:cNvPr>
            <p:cNvSpPr/>
            <p:nvPr/>
          </p:nvSpPr>
          <p:spPr>
            <a:xfrm>
              <a:off x="3045060" y="309138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/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922EA20-F0B3-A5C8-70BA-B9EF6BB405F7}"/>
                </a:ext>
              </a:extLst>
            </p:cNvPr>
            <p:cNvSpPr/>
            <p:nvPr/>
          </p:nvSpPr>
          <p:spPr>
            <a:xfrm>
              <a:off x="3045060" y="329371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C9114EC1-4941-8211-599C-347704188FF6}"/>
                </a:ext>
              </a:extLst>
            </p:cNvPr>
            <p:cNvSpPr/>
            <p:nvPr/>
          </p:nvSpPr>
          <p:spPr>
            <a:xfrm>
              <a:off x="3045060" y="34960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23DF0B4-2EAC-6B09-F5CB-8D3E8EB543C6}"/>
                </a:ext>
              </a:extLst>
            </p:cNvPr>
            <p:cNvSpPr/>
            <p:nvPr/>
          </p:nvSpPr>
          <p:spPr>
            <a:xfrm>
              <a:off x="3045060" y="369836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1F06CE7-0BE6-81AB-40D2-147693D492B2}"/>
                </a:ext>
              </a:extLst>
            </p:cNvPr>
            <p:cNvSpPr/>
            <p:nvPr/>
          </p:nvSpPr>
          <p:spPr>
            <a:xfrm>
              <a:off x="3045060" y="390069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BF4D1E60-DDEE-792C-B35D-EE9410B214A8}"/>
                </a:ext>
              </a:extLst>
            </p:cNvPr>
            <p:cNvSpPr/>
            <p:nvPr/>
          </p:nvSpPr>
          <p:spPr>
            <a:xfrm>
              <a:off x="3045060" y="4305353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AFF12B96-B1F1-449B-C77C-B59F111AB107}"/>
                </a:ext>
              </a:extLst>
            </p:cNvPr>
            <p:cNvSpPr/>
            <p:nvPr/>
          </p:nvSpPr>
          <p:spPr>
            <a:xfrm>
              <a:off x="3045060" y="4507681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C4BDAFC1-80EF-1A1C-85FF-9940C0D43CCB}"/>
                </a:ext>
              </a:extLst>
            </p:cNvPr>
            <p:cNvSpPr/>
            <p:nvPr/>
          </p:nvSpPr>
          <p:spPr>
            <a:xfrm>
              <a:off x="3045060" y="471000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CDB0F6C1-1D4C-54BD-6075-D65A3111F154}"/>
                </a:ext>
              </a:extLst>
            </p:cNvPr>
            <p:cNvSpPr/>
            <p:nvPr/>
          </p:nvSpPr>
          <p:spPr>
            <a:xfrm>
              <a:off x="3045060" y="49123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B5918DA5-243B-AF03-D11C-07500E1894F1}"/>
                </a:ext>
              </a:extLst>
            </p:cNvPr>
            <p:cNvSpPr/>
            <p:nvPr/>
          </p:nvSpPr>
          <p:spPr>
            <a:xfrm>
              <a:off x="3045060" y="5316998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84587401-4803-A377-4ED3-0A8EB5BDD6CD}"/>
                </a:ext>
              </a:extLst>
            </p:cNvPr>
            <p:cNvSpPr/>
            <p:nvPr/>
          </p:nvSpPr>
          <p:spPr>
            <a:xfrm>
              <a:off x="3045060" y="5519326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6A95FA20-8779-A92F-734A-A77A74851A97}"/>
                </a:ext>
              </a:extLst>
            </p:cNvPr>
            <p:cNvSpPr/>
            <p:nvPr/>
          </p:nvSpPr>
          <p:spPr>
            <a:xfrm>
              <a:off x="3045060" y="5721654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930">
                  <a:solidFill>
                    <a:schemeClr val="tx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93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DBCFC694-EFBC-EC48-F9F1-3A9DDDCE466C}"/>
                </a:ext>
              </a:extLst>
            </p:cNvPr>
            <p:cNvSpPr/>
            <p:nvPr/>
          </p:nvSpPr>
          <p:spPr>
            <a:xfrm>
              <a:off x="3045060" y="592398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98" name="直線コネクタ 197">
              <a:extLst>
                <a:ext uri="{FF2B5EF4-FFF2-40B4-BE49-F238E27FC236}">
                  <ns2:creationId id="{F39A2E1B-327B-1C86-D73E-1CF89AC0B787}"/>
                </a:ext>
              </a:extLst>
            </p:cNvPr>
            <p:cNvCxnSpPr/>
            <p:nvPr/>
          </p:nvCxnSpPr>
          <p:spPr>
            <a:xfrm>
              <a:off x="3045060" y="308142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C9B9232F-9672-1630-CED0-50B453F59390}"/>
                </a:ext>
              </a:extLst>
            </p:cNvPr>
            <p:cNvCxnSpPr/>
            <p:nvPr/>
          </p:nvCxnSpPr>
          <p:spPr>
            <a:xfrm>
              <a:off x="3045060" y="32837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C3B42AB4-2637-E412-0BA2-E892D5C9C7BA}"/>
                </a:ext>
              </a:extLst>
            </p:cNvPr>
            <p:cNvCxnSpPr/>
            <p:nvPr/>
          </p:nvCxnSpPr>
          <p:spPr>
            <a:xfrm>
              <a:off x="3045060" y="348608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ED8B81C0-348F-0CF9-BD03-0E6AFBAEB6EE}"/>
                </a:ext>
              </a:extLst>
            </p:cNvPr>
            <p:cNvCxnSpPr/>
            <p:nvPr/>
          </p:nvCxnSpPr>
          <p:spPr>
            <a:xfrm>
              <a:off x="3045060" y="3688411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AFF4582-363C-951D-2545-44639F282213}"/>
                </a:ext>
              </a:extLst>
            </p:cNvPr>
            <p:cNvCxnSpPr/>
            <p:nvPr/>
          </p:nvCxnSpPr>
          <p:spPr>
            <a:xfrm>
              <a:off x="3045060" y="389074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142FF0C-A231-2872-3AA1-8CCA357544EB}"/>
                </a:ext>
              </a:extLst>
            </p:cNvPr>
            <p:cNvCxnSpPr/>
            <p:nvPr/>
          </p:nvCxnSpPr>
          <p:spPr>
            <a:xfrm>
              <a:off x="3045060" y="4497724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36A02445-F14C-500F-B93A-87E2745E7FDF}"/>
                </a:ext>
              </a:extLst>
            </p:cNvPr>
            <p:cNvCxnSpPr/>
            <p:nvPr/>
          </p:nvCxnSpPr>
          <p:spPr>
            <a:xfrm>
              <a:off x="3045060" y="47000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2658625C-9793-E472-6ACA-860B8682D3AF}"/>
                </a:ext>
              </a:extLst>
            </p:cNvPr>
            <p:cNvCxnSpPr/>
            <p:nvPr/>
          </p:nvCxnSpPr>
          <p:spPr>
            <a:xfrm>
              <a:off x="3045060" y="490238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D3D94BB5-78B2-FCC0-714B-60768E957826}"/>
                </a:ext>
              </a:extLst>
            </p:cNvPr>
            <p:cNvCxnSpPr/>
            <p:nvPr/>
          </p:nvCxnSpPr>
          <p:spPr>
            <a:xfrm>
              <a:off x="3045060" y="5509369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23C14F27-6CE9-F50B-8B91-F7C2771BFBB1}"/>
                </a:ext>
              </a:extLst>
            </p:cNvPr>
            <p:cNvCxnSpPr/>
            <p:nvPr/>
          </p:nvCxnSpPr>
          <p:spPr>
            <a:xfrm>
              <a:off x="3045060" y="5711697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1F633026-FB6B-6F54-A2EE-5278376901A4}"/>
                </a:ext>
              </a:extLst>
            </p:cNvPr>
            <p:cNvCxnSpPr/>
            <p:nvPr/>
          </p:nvCxnSpPr>
          <p:spPr>
            <a:xfrm>
              <a:off x="3045060" y="5914025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正方形/長方形 210">
              <a:extLst>
                <a:ext uri="{FF2B5EF4-FFF2-40B4-BE49-F238E27FC236}">
                  <ns2:creationId id="{D8D95893-3C43-C315-A8B6-106B8039807C}"/>
                </a:ext>
              </a:extLst>
            </p:cNvPr>
            <p:cNvSpPr/>
            <p:nvPr/>
          </p:nvSpPr>
          <p:spPr>
            <a:xfrm>
              <a:off x="8462741" y="288905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7AA0EC3C-D8AB-20DD-9FFA-D395282E69CF}"/>
                </a:ext>
              </a:extLst>
            </p:cNvPr>
            <p:cNvSpPr/>
            <p:nvPr/>
          </p:nvSpPr>
          <p:spPr>
            <a:xfrm>
              <a:off x="8462741" y="309138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FAD7A374-0FCF-13DE-E737-85BCF7375ADB}"/>
                </a:ext>
              </a:extLst>
            </p:cNvPr>
            <p:cNvSpPr/>
            <p:nvPr/>
          </p:nvSpPr>
          <p:spPr>
            <a:xfrm>
              <a:off x="8462741" y="32937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4D2CD541-BD11-55D5-16C2-52F2BCFEDA1F}"/>
                </a:ext>
              </a:extLst>
            </p:cNvPr>
            <p:cNvSpPr/>
            <p:nvPr/>
          </p:nvSpPr>
          <p:spPr>
            <a:xfrm>
              <a:off x="8462741" y="34960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D962D79D-43AA-632C-0D53-76D1C9BC76B0}"/>
                </a:ext>
              </a:extLst>
            </p:cNvPr>
            <p:cNvSpPr/>
            <p:nvPr/>
          </p:nvSpPr>
          <p:spPr>
            <a:xfrm>
              <a:off x="8462741" y="369836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655EF526-A965-4802-4B18-6B75998A8C62}"/>
                </a:ext>
              </a:extLst>
            </p:cNvPr>
            <p:cNvSpPr/>
            <p:nvPr/>
          </p:nvSpPr>
          <p:spPr>
            <a:xfrm>
              <a:off x="8462741" y="390069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970204B2-08E3-A927-FF41-DAE504DBA500}"/>
                </a:ext>
              </a:extLst>
            </p:cNvPr>
            <p:cNvSpPr/>
            <p:nvPr/>
          </p:nvSpPr>
          <p:spPr>
            <a:xfrm>
              <a:off x="8462741" y="430535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C421445A-2076-D5C8-E8E8-4D32788E31AF}"/>
                </a:ext>
              </a:extLst>
            </p:cNvPr>
            <p:cNvSpPr/>
            <p:nvPr/>
          </p:nvSpPr>
          <p:spPr>
            <a:xfrm>
              <a:off x="846274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06A5BB58-6CE7-65FD-773E-261DE82AC312}"/>
                </a:ext>
              </a:extLst>
            </p:cNvPr>
            <p:cNvSpPr/>
            <p:nvPr/>
          </p:nvSpPr>
          <p:spPr>
            <a:xfrm>
              <a:off x="8462741" y="471000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59C0580-9467-2374-A673-AFC63D07EF9C}"/>
                </a:ext>
              </a:extLst>
            </p:cNvPr>
            <p:cNvSpPr/>
            <p:nvPr/>
          </p:nvSpPr>
          <p:spPr>
            <a:xfrm>
              <a:off x="8462741" y="49123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FF11EE2C-81AC-BFD0-C639-B3B51B9E0EEE}"/>
                </a:ext>
              </a:extLst>
            </p:cNvPr>
            <p:cNvSpPr/>
            <p:nvPr/>
          </p:nvSpPr>
          <p:spPr>
            <a:xfrm>
              <a:off x="8462741" y="531699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C32180C1-7BAB-98E3-04E1-8A5D6068C34A}"/>
                </a:ext>
              </a:extLst>
            </p:cNvPr>
            <p:cNvSpPr/>
            <p:nvPr/>
          </p:nvSpPr>
          <p:spPr>
            <a:xfrm>
              <a:off x="846274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957B98AD-EA7A-06BE-AFAB-B0BB3C974130}"/>
                </a:ext>
              </a:extLst>
            </p:cNvPr>
            <p:cNvSpPr/>
            <p:nvPr/>
          </p:nvSpPr>
          <p:spPr>
            <a:xfrm>
              <a:off x="8462741" y="572165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51D6368F-AA37-B8FD-11C2-DD98BBCDC424}"/>
                </a:ext>
              </a:extLst>
            </p:cNvPr>
            <p:cNvSpPr/>
            <p:nvPr/>
          </p:nvSpPr>
          <p:spPr>
            <a:xfrm>
              <a:off x="8462741" y="592398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88ACD5B3-3876-C5C7-EE03-D2961B610146}"/>
                </a:ext>
              </a:extLst>
            </p:cNvPr>
            <p:cNvCxnSpPr/>
            <p:nvPr/>
          </p:nvCxnSpPr>
          <p:spPr>
            <a:xfrm>
              <a:off x="846274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5D91D6-106C-D679-1F32-D4777B5E10DC}"/>
                </a:ext>
              </a:extLst>
            </p:cNvPr>
            <p:cNvCxnSpPr/>
            <p:nvPr/>
          </p:nvCxnSpPr>
          <p:spPr>
            <a:xfrm>
              <a:off x="846274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CC3DD545-2ECF-9C66-0B14-6E0A8F05016B}"/>
                </a:ext>
              </a:extLst>
            </p:cNvPr>
            <p:cNvCxnSpPr/>
            <p:nvPr/>
          </p:nvCxnSpPr>
          <p:spPr>
            <a:xfrm>
              <a:off x="846274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75D61AE7-9242-2CB2-732C-A4D605B44110}"/>
                </a:ext>
              </a:extLst>
            </p:cNvPr>
            <p:cNvCxnSpPr/>
            <p:nvPr/>
          </p:nvCxnSpPr>
          <p:spPr>
            <a:xfrm>
              <a:off x="846274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366DDB53-A2BA-231B-6467-FB48926EAD62}"/>
                </a:ext>
              </a:extLst>
            </p:cNvPr>
            <p:cNvCxnSpPr/>
            <p:nvPr/>
          </p:nvCxnSpPr>
          <p:spPr>
            <a:xfrm>
              <a:off x="846274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830BF7F2-AFDC-6B60-F412-31FC2CD8A91B}"/>
                </a:ext>
              </a:extLst>
            </p:cNvPr>
            <p:cNvCxnSpPr/>
            <p:nvPr/>
          </p:nvCxnSpPr>
          <p:spPr>
            <a:xfrm>
              <a:off x="846274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713444DF-1AE7-1DC1-8E0B-EF564E7AF1ED}"/>
                </a:ext>
              </a:extLst>
            </p:cNvPr>
            <p:cNvCxnSpPr/>
            <p:nvPr/>
          </p:nvCxnSpPr>
          <p:spPr>
            <a:xfrm>
              <a:off x="846274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3837440D-4203-0878-719E-63185E53162B}"/>
                </a:ext>
              </a:extLst>
            </p:cNvPr>
            <p:cNvCxnSpPr/>
            <p:nvPr/>
          </p:nvCxnSpPr>
          <p:spPr>
            <a:xfrm>
              <a:off x="846274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4A78117F-A376-2339-8BC0-0530E289EA17}"/>
                </a:ext>
              </a:extLst>
            </p:cNvPr>
            <p:cNvCxnSpPr/>
            <p:nvPr/>
          </p:nvCxnSpPr>
          <p:spPr>
            <a:xfrm>
              <a:off x="846274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9FFA6EE5-2B4B-33DA-FE43-E06626E245EF}"/>
                </a:ext>
              </a:extLst>
            </p:cNvPr>
            <p:cNvCxnSpPr/>
            <p:nvPr/>
          </p:nvCxnSpPr>
          <p:spPr>
            <a:xfrm>
              <a:off x="846274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457F8A74-3298-69EE-3D82-6221EE8E752D}"/>
                </a:ext>
              </a:extLst>
            </p:cNvPr>
            <p:cNvCxnSpPr/>
            <p:nvPr/>
          </p:nvCxnSpPr>
          <p:spPr>
            <a:xfrm>
              <a:off x="846274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正方形/長方形 235">
              <a:extLst>
                <a:ext uri="{FF2B5EF4-FFF2-40B4-BE49-F238E27FC236}">
                  <ns2:creationId id="{4470C007-DF45-0AAD-020A-C4D9D8D60DAF}"/>
                </a:ext>
              </a:extLst>
            </p:cNvPr>
            <p:cNvSpPr/>
            <p:nvPr/>
          </p:nvSpPr>
          <p:spPr>
            <a:xfrm>
              <a:off x="8462741" y="268672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C4B5617-FC2A-8A75-3900-5B12D11EEF84}"/>
                </a:ext>
              </a:extLst>
            </p:cNvPr>
            <p:cNvSpPr/>
            <p:nvPr/>
          </p:nvSpPr>
          <p:spPr>
            <a:xfrm>
              <a:off x="8462741" y="410302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64441B0-803C-5271-8190-7CAA50FA6250}"/>
                </a:ext>
              </a:extLst>
            </p:cNvPr>
            <p:cNvSpPr/>
            <p:nvPr/>
          </p:nvSpPr>
          <p:spPr>
            <a:xfrm>
              <a:off x="8462741" y="511467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23613894-C2E7-6BD6-4E61-35EAEEA68836}"/>
                </a:ext>
              </a:extLst>
            </p:cNvPr>
            <p:cNvSpPr/>
            <p:nvPr/>
          </p:nvSpPr>
          <p:spPr>
            <a:xfrm>
              <a:off x="846274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A59D80BE-BF50-DA5C-3004-A0243DA5C519}"/>
                </a:ext>
              </a:extLst>
            </p:cNvPr>
            <p:cNvCxnSpPr/>
            <p:nvPr/>
          </p:nvCxnSpPr>
          <p:spPr>
            <a:xfrm>
              <a:off x="846274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4E346993-5881-771F-2E02-8BFD0590CEA3}"/>
                </a:ext>
              </a:extLst>
            </p:cNvPr>
            <p:cNvCxnSpPr/>
            <p:nvPr/>
          </p:nvCxnSpPr>
          <p:spPr>
            <a:xfrm>
              <a:off x="846274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5116AC2-96AF-6D78-660F-344FA1EDFA4D}"/>
                </a:ext>
              </a:extLst>
            </p:cNvPr>
            <p:cNvCxnSpPr/>
            <p:nvPr/>
          </p:nvCxnSpPr>
          <p:spPr>
            <a:xfrm>
              <a:off x="846274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C29B8BD2-64C7-DB06-6BCA-BE4CD5B83146}"/>
                </a:ext>
              </a:extLst>
            </p:cNvPr>
            <p:cNvCxnSpPr/>
            <p:nvPr/>
          </p:nvCxnSpPr>
          <p:spPr>
            <a:xfrm>
              <a:off x="846274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B40B4DD8-A074-70B1-294C-7B15522000B0}"/>
                </a:ext>
              </a:extLst>
            </p:cNvPr>
            <p:cNvCxnSpPr/>
            <p:nvPr/>
          </p:nvCxnSpPr>
          <p:spPr>
            <a:xfrm>
              <a:off x="846274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9A70DCC3-B720-C551-8896-A3DDC072395B}"/>
                </a:ext>
              </a:extLst>
            </p:cNvPr>
            <p:cNvCxnSpPr/>
            <p:nvPr/>
          </p:nvCxnSpPr>
          <p:spPr>
            <a:xfrm>
              <a:off x="846274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正方形/長方形 245">
              <a:extLst>
                <a:ext uri="{FF2B5EF4-FFF2-40B4-BE49-F238E27FC236}">
                  <ns2:creationId id="{23E15E7A-EE58-D544-0EA2-21211CD7DACA}"/>
                </a:ext>
              </a:extLst>
            </p:cNvPr>
            <p:cNvSpPr/>
            <p:nvPr/>
          </p:nvSpPr>
          <p:spPr>
            <a:xfrm>
              <a:off x="8956651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4491FF88-2E19-11B2-9B54-0A584E680FBF}"/>
                </a:ext>
              </a:extLst>
            </p:cNvPr>
            <p:cNvSpPr/>
            <p:nvPr/>
          </p:nvSpPr>
          <p:spPr>
            <a:xfrm>
              <a:off x="8956651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2C4A157A-7991-BC50-701B-36CB8640D92A}"/>
                </a:ext>
              </a:extLst>
            </p:cNvPr>
            <p:cNvSpPr/>
            <p:nvPr/>
          </p:nvSpPr>
          <p:spPr>
            <a:xfrm>
              <a:off x="8956651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7CB6A7EA-F467-9975-03F4-C593AB8AB2C1}"/>
                </a:ext>
              </a:extLst>
            </p:cNvPr>
            <p:cNvSpPr/>
            <p:nvPr/>
          </p:nvSpPr>
          <p:spPr>
            <a:xfrm>
              <a:off x="8956651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F894AC4-2DB0-7DCB-F527-2FF86A6B24F9}"/>
                </a:ext>
              </a:extLst>
            </p:cNvPr>
            <p:cNvSpPr/>
            <p:nvPr/>
          </p:nvSpPr>
          <p:spPr>
            <a:xfrm>
              <a:off x="8956651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12579303-D288-B8A4-ACCD-2302947D84C1}"/>
                </a:ext>
              </a:extLst>
            </p:cNvPr>
            <p:cNvSpPr/>
            <p:nvPr/>
          </p:nvSpPr>
          <p:spPr>
            <a:xfrm>
              <a:off x="8956651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9366AB2A-24CD-5D6A-3434-E26453E98B74}"/>
                </a:ext>
              </a:extLst>
            </p:cNvPr>
            <p:cNvSpPr/>
            <p:nvPr/>
          </p:nvSpPr>
          <p:spPr>
            <a:xfrm>
              <a:off x="8956651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2DA5504-CA66-B6F1-4958-678E2C454CFD}"/>
                </a:ext>
              </a:extLst>
            </p:cNvPr>
            <p:cNvSpPr/>
            <p:nvPr/>
          </p:nvSpPr>
          <p:spPr>
            <a:xfrm>
              <a:off x="8956651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91056F35-B675-CC12-4583-118D1F00CF15}"/>
                </a:ext>
              </a:extLst>
            </p:cNvPr>
            <p:cNvSpPr/>
            <p:nvPr/>
          </p:nvSpPr>
          <p:spPr>
            <a:xfrm>
              <a:off x="8956651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311E5C43-47F3-CF20-E7DA-50D771E5641F}"/>
                </a:ext>
              </a:extLst>
            </p:cNvPr>
            <p:cNvSpPr/>
            <p:nvPr/>
          </p:nvSpPr>
          <p:spPr>
            <a:xfrm>
              <a:off x="895665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B9DAEF10-3F45-2600-96C1-6E3576B095F3}"/>
                </a:ext>
              </a:extLst>
            </p:cNvPr>
            <p:cNvSpPr/>
            <p:nvPr/>
          </p:nvSpPr>
          <p:spPr>
            <a:xfrm>
              <a:off x="8956651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684C058-66DF-5C98-292F-32BC70EFBA34}"/>
                </a:ext>
              </a:extLst>
            </p:cNvPr>
            <p:cNvSpPr/>
            <p:nvPr/>
          </p:nvSpPr>
          <p:spPr>
            <a:xfrm>
              <a:off x="8956651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E72B953C-6481-B580-ADB3-E75C899044E5}"/>
                </a:ext>
              </a:extLst>
            </p:cNvPr>
            <p:cNvSpPr/>
            <p:nvPr/>
          </p:nvSpPr>
          <p:spPr>
            <a:xfrm>
              <a:off x="8956651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F9B8D5D-C055-20FC-174A-3F64B3D9035D}"/>
                </a:ext>
              </a:extLst>
            </p:cNvPr>
            <p:cNvSpPr/>
            <p:nvPr/>
          </p:nvSpPr>
          <p:spPr>
            <a:xfrm>
              <a:off x="8956651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F50CC78B-2EC8-C503-3371-A60648BE0876}"/>
                </a:ext>
              </a:extLst>
            </p:cNvPr>
            <p:cNvSpPr/>
            <p:nvPr/>
          </p:nvSpPr>
          <p:spPr>
            <a:xfrm>
              <a:off x="895665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65BFDB8A-BD63-7FD5-828A-4CAA471E4EBB}"/>
                </a:ext>
              </a:extLst>
            </p:cNvPr>
            <p:cNvSpPr/>
            <p:nvPr/>
          </p:nvSpPr>
          <p:spPr>
            <a:xfrm>
              <a:off x="8956651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4A91C1C5-3D25-0A5E-9362-DA37B7DEB28C}"/>
                </a:ext>
              </a:extLst>
            </p:cNvPr>
            <p:cNvSpPr/>
            <p:nvPr/>
          </p:nvSpPr>
          <p:spPr>
            <a:xfrm>
              <a:off x="8956651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F42018BC-A5A3-888C-CEA3-603666E6311F}"/>
                </a:ext>
              </a:extLst>
            </p:cNvPr>
            <p:cNvSpPr/>
            <p:nvPr/>
          </p:nvSpPr>
          <p:spPr>
            <a:xfrm>
              <a:off x="895665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64" name="直線コネクタ 263">
              <a:extLst>
                <a:ext uri="{FF2B5EF4-FFF2-40B4-BE49-F238E27FC236}">
                  <ns2:creationId id="{A2544217-5A41-D705-72C1-92DC349C6EDC}"/>
                </a:ext>
              </a:extLst>
            </p:cNvPr>
            <p:cNvCxnSpPr/>
            <p:nvPr/>
          </p:nvCxnSpPr>
          <p:spPr>
            <a:xfrm>
              <a:off x="895665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ns2:creationId id="{F2B9967A-9F2F-906E-F8E0-F2D6B88B2830}"/>
                </a:ext>
              </a:extLst>
            </p:cNvPr>
            <p:cNvCxnSpPr/>
            <p:nvPr/>
          </p:nvCxnSpPr>
          <p:spPr>
            <a:xfrm>
              <a:off x="895665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ns2:creationId id="{BC41869D-3A0D-FD0F-5943-504AF3755209}"/>
                </a:ext>
              </a:extLst>
            </p:cNvPr>
            <p:cNvCxnSpPr/>
            <p:nvPr/>
          </p:nvCxnSpPr>
          <p:spPr>
            <a:xfrm>
              <a:off x="895665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ns2:creationId id="{7F36DB60-E679-32BF-9D0D-A02CD4377C48}"/>
                </a:ext>
              </a:extLst>
            </p:cNvPr>
            <p:cNvCxnSpPr/>
            <p:nvPr/>
          </p:nvCxnSpPr>
          <p:spPr>
            <a:xfrm>
              <a:off x="895665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ns2:creationId id="{B6502465-079E-B48A-B198-F6741BC3840A}"/>
                </a:ext>
              </a:extLst>
            </p:cNvPr>
            <p:cNvCxnSpPr/>
            <p:nvPr/>
          </p:nvCxnSpPr>
          <p:spPr>
            <a:xfrm>
              <a:off x="895665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A770C4E-F5D1-935C-FFBC-4F36B413AEC0}"/>
                </a:ext>
              </a:extLst>
            </p:cNvPr>
            <p:cNvCxnSpPr/>
            <p:nvPr/>
          </p:nvCxnSpPr>
          <p:spPr>
            <a:xfrm>
              <a:off x="895665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E179623E-E940-2171-DBDD-589DF8D995C2}"/>
                </a:ext>
              </a:extLst>
            </p:cNvPr>
            <p:cNvCxnSpPr/>
            <p:nvPr/>
          </p:nvCxnSpPr>
          <p:spPr>
            <a:xfrm>
              <a:off x="895665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ns2:creationId id="{E68FAFF5-9FD4-834E-5E43-A1BE728FA183}"/>
                </a:ext>
              </a:extLst>
            </p:cNvPr>
            <p:cNvCxnSpPr/>
            <p:nvPr/>
          </p:nvCxnSpPr>
          <p:spPr>
            <a:xfrm>
              <a:off x="895665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EA812370-0DD3-A200-B56D-80B6A88433D0}"/>
                </a:ext>
              </a:extLst>
            </p:cNvPr>
            <p:cNvCxnSpPr/>
            <p:nvPr/>
          </p:nvCxnSpPr>
          <p:spPr>
            <a:xfrm>
              <a:off x="895665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00CEF5A8-E480-8475-402C-22E598057D5F}"/>
                </a:ext>
              </a:extLst>
            </p:cNvPr>
            <p:cNvCxnSpPr/>
            <p:nvPr/>
          </p:nvCxnSpPr>
          <p:spPr>
            <a:xfrm>
              <a:off x="895665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830D424B-62EA-8B3D-22A9-0AC1A03C9DB7}"/>
                </a:ext>
              </a:extLst>
            </p:cNvPr>
            <p:cNvCxnSpPr/>
            <p:nvPr/>
          </p:nvCxnSpPr>
          <p:spPr>
            <a:xfrm>
              <a:off x="895665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ns2:creationId id="{D7A28684-006D-4631-A00B-8F2BC49E2CD8}"/>
                </a:ext>
              </a:extLst>
            </p:cNvPr>
            <p:cNvCxnSpPr/>
            <p:nvPr/>
          </p:nvCxnSpPr>
          <p:spPr>
            <a:xfrm>
              <a:off x="895665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49027340-310D-EB2A-0BBA-0BF99FD1CDF9}"/>
                </a:ext>
              </a:extLst>
            </p:cNvPr>
            <p:cNvCxnSpPr/>
            <p:nvPr/>
          </p:nvCxnSpPr>
          <p:spPr>
            <a:xfrm>
              <a:off x="895665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45791A31-B228-9933-068C-52866537E3CF}"/>
                </a:ext>
              </a:extLst>
            </p:cNvPr>
            <p:cNvCxnSpPr/>
            <p:nvPr/>
          </p:nvCxnSpPr>
          <p:spPr>
            <a:xfrm>
              <a:off x="895665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6CA6508A-5F84-C242-EBFC-49ED30668CDA}"/>
                </a:ext>
              </a:extLst>
            </p:cNvPr>
            <p:cNvCxnSpPr/>
            <p:nvPr/>
          </p:nvCxnSpPr>
          <p:spPr>
            <a:xfrm>
              <a:off x="895665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6C94A128-227E-1CD2-210D-B411CA410A27}"/>
                </a:ext>
              </a:extLst>
            </p:cNvPr>
            <p:cNvCxnSpPr/>
            <p:nvPr/>
          </p:nvCxnSpPr>
          <p:spPr>
            <a:xfrm>
              <a:off x="895665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D66A1A9-1F87-4654-14EC-8F2F534D7B23}"/>
                </a:ext>
              </a:extLst>
            </p:cNvPr>
            <p:cNvCxnSpPr/>
            <p:nvPr/>
          </p:nvCxnSpPr>
          <p:spPr>
            <a:xfrm>
              <a:off x="895665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610F7178-4A82-EF91-5EBE-60BCB1652469}"/>
                </a:ext>
              </a:extLst>
            </p:cNvPr>
            <p:cNvSpPr/>
            <p:nvPr/>
          </p:nvSpPr>
          <p:spPr>
            <a:xfrm>
              <a:off x="945056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C901E442-AB93-2CE6-EF56-D968B269FAA8}"/>
                </a:ext>
              </a:extLst>
            </p:cNvPr>
            <p:cNvSpPr/>
            <p:nvPr/>
          </p:nvSpPr>
          <p:spPr>
            <a:xfrm>
              <a:off x="945056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CF60880-2310-7724-A9E4-AA360DD4B2D4}"/>
                </a:ext>
              </a:extLst>
            </p:cNvPr>
            <p:cNvSpPr/>
            <p:nvPr/>
          </p:nvSpPr>
          <p:spPr>
            <a:xfrm>
              <a:off x="945056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67995378-AF18-285B-ADF2-8D23F38F171A}"/>
                </a:ext>
              </a:extLst>
            </p:cNvPr>
            <p:cNvSpPr/>
            <p:nvPr/>
          </p:nvSpPr>
          <p:spPr>
            <a:xfrm>
              <a:off x="945056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6950A64F-8ABA-46A5-A7F1-AEAF3570F4FC}"/>
                </a:ext>
              </a:extLst>
            </p:cNvPr>
            <p:cNvSpPr/>
            <p:nvPr/>
          </p:nvSpPr>
          <p:spPr>
            <a:xfrm>
              <a:off x="945056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D7CC53B0-6749-A0ED-473C-A45ABBC84AA4}"/>
                </a:ext>
              </a:extLst>
            </p:cNvPr>
            <p:cNvSpPr/>
            <p:nvPr/>
          </p:nvSpPr>
          <p:spPr>
            <a:xfrm>
              <a:off x="945056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F87E71F5-C5B3-1AE6-35BE-A9E23224FC1C}"/>
                </a:ext>
              </a:extLst>
            </p:cNvPr>
            <p:cNvSpPr/>
            <p:nvPr/>
          </p:nvSpPr>
          <p:spPr>
            <a:xfrm>
              <a:off x="945056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B4E01586-9030-9BA0-B37C-0A6205077472}"/>
                </a:ext>
              </a:extLst>
            </p:cNvPr>
            <p:cNvSpPr/>
            <p:nvPr/>
          </p:nvSpPr>
          <p:spPr>
            <a:xfrm>
              <a:off x="945056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7C8AF8C3-C123-93AF-6CF1-5E7880104DCB}"/>
                </a:ext>
              </a:extLst>
            </p:cNvPr>
            <p:cNvSpPr/>
            <p:nvPr/>
          </p:nvSpPr>
          <p:spPr>
            <a:xfrm>
              <a:off x="945056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8339BA99-3166-8D4C-1870-F57639572E8E}"/>
                </a:ext>
              </a:extLst>
            </p:cNvPr>
            <p:cNvSpPr/>
            <p:nvPr/>
          </p:nvSpPr>
          <p:spPr>
            <a:xfrm>
              <a:off x="945056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293B7A4D-A462-3D79-9D39-A77103F99252}"/>
                </a:ext>
              </a:extLst>
            </p:cNvPr>
            <p:cNvSpPr/>
            <p:nvPr/>
          </p:nvSpPr>
          <p:spPr>
            <a:xfrm>
              <a:off x="945056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C3043458-450E-373C-9BC4-DB6D29819756}"/>
                </a:ext>
              </a:extLst>
            </p:cNvPr>
            <p:cNvSpPr/>
            <p:nvPr/>
          </p:nvSpPr>
          <p:spPr>
            <a:xfrm>
              <a:off x="945056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44E11301-508C-7F57-48DF-80C5EAE50A8A}"/>
                </a:ext>
              </a:extLst>
            </p:cNvPr>
            <p:cNvSpPr/>
            <p:nvPr/>
          </p:nvSpPr>
          <p:spPr>
            <a:xfrm>
              <a:off x="945056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B6E9EB0-3B26-3408-04B5-30AE7922A078}"/>
                </a:ext>
              </a:extLst>
            </p:cNvPr>
            <p:cNvSpPr/>
            <p:nvPr/>
          </p:nvSpPr>
          <p:spPr>
            <a:xfrm>
              <a:off x="945056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0C785BAE-81EE-EA45-E94F-F61B9EEABBAD}"/>
                </a:ext>
              </a:extLst>
            </p:cNvPr>
            <p:cNvSpPr/>
            <p:nvPr/>
          </p:nvSpPr>
          <p:spPr>
            <a:xfrm>
              <a:off x="945056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3CFB89AD-8CCA-72AB-9CA0-3807B626B724}"/>
                </a:ext>
              </a:extLst>
            </p:cNvPr>
            <p:cNvSpPr/>
            <p:nvPr/>
          </p:nvSpPr>
          <p:spPr>
            <a:xfrm>
              <a:off x="945056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A87FB99E-946B-9F48-6D7C-C4C392251173}"/>
                </a:ext>
              </a:extLst>
            </p:cNvPr>
            <p:cNvSpPr/>
            <p:nvPr/>
          </p:nvSpPr>
          <p:spPr>
            <a:xfrm>
              <a:off x="945056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FED26702-4DFB-BC76-1D0A-9B57954D9AA4}"/>
                </a:ext>
              </a:extLst>
            </p:cNvPr>
            <p:cNvSpPr/>
            <p:nvPr/>
          </p:nvSpPr>
          <p:spPr>
            <a:xfrm>
              <a:off x="945056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9" name="直線コネクタ 298">
              <a:extLst>
                <a:ext uri="{FF2B5EF4-FFF2-40B4-BE49-F238E27FC236}">
                  <ns2:creationId id="{24D83B2E-C38D-25E2-438B-0B8F7C4113AD}"/>
                </a:ext>
              </a:extLst>
            </p:cNvPr>
            <p:cNvCxnSpPr/>
            <p:nvPr/>
          </p:nvCxnSpPr>
          <p:spPr>
            <a:xfrm>
              <a:off x="945056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BA215F8B-5223-5E61-29B3-2C42EFBCB06A}"/>
                </a:ext>
              </a:extLst>
            </p:cNvPr>
            <p:cNvCxnSpPr/>
            <p:nvPr/>
          </p:nvCxnSpPr>
          <p:spPr>
            <a:xfrm>
              <a:off x="945056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ns2:creationId id="{15D61D36-058E-D541-7BEC-6D9FDB531710}"/>
                </a:ext>
              </a:extLst>
            </p:cNvPr>
            <p:cNvCxnSpPr/>
            <p:nvPr/>
          </p:nvCxnSpPr>
          <p:spPr>
            <a:xfrm>
              <a:off x="945056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69632AA3-DA57-271D-54F4-C28207201EEC}"/>
                </a:ext>
              </a:extLst>
            </p:cNvPr>
            <p:cNvCxnSpPr/>
            <p:nvPr/>
          </p:nvCxnSpPr>
          <p:spPr>
            <a:xfrm>
              <a:off x="945056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EF415280-2C06-0C04-FD38-5B31E3C0CCC3}"/>
                </a:ext>
              </a:extLst>
            </p:cNvPr>
            <p:cNvCxnSpPr/>
            <p:nvPr/>
          </p:nvCxnSpPr>
          <p:spPr>
            <a:xfrm>
              <a:off x="945056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ns2:creationId id="{58DA0574-3365-444A-4727-1CE6D29A5EE9}"/>
                </a:ext>
              </a:extLst>
            </p:cNvPr>
            <p:cNvCxnSpPr/>
            <p:nvPr/>
          </p:nvCxnSpPr>
          <p:spPr>
            <a:xfrm>
              <a:off x="945056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ns2:creationId id="{23DB1426-EBB9-F77C-D6EE-246736200CB7}"/>
                </a:ext>
              </a:extLst>
            </p:cNvPr>
            <p:cNvCxnSpPr/>
            <p:nvPr/>
          </p:nvCxnSpPr>
          <p:spPr>
            <a:xfrm>
              <a:off x="945056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ns2:creationId id="{34FE3E2F-FCFA-5ADC-910D-6485F530BE63}"/>
                </a:ext>
              </a:extLst>
            </p:cNvPr>
            <p:cNvCxnSpPr/>
            <p:nvPr/>
          </p:nvCxnSpPr>
          <p:spPr>
            <a:xfrm>
              <a:off x="945056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E51457F9-6881-983A-07BE-56CD079156D3}"/>
                </a:ext>
              </a:extLst>
            </p:cNvPr>
            <p:cNvCxnSpPr/>
            <p:nvPr/>
          </p:nvCxnSpPr>
          <p:spPr>
            <a:xfrm>
              <a:off x="945056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ns2:creationId id="{47CD4237-1F50-4DF5-B97E-A55C3F79C3BE}"/>
                </a:ext>
              </a:extLst>
            </p:cNvPr>
            <p:cNvCxnSpPr/>
            <p:nvPr/>
          </p:nvCxnSpPr>
          <p:spPr>
            <a:xfrm>
              <a:off x="945056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ns2:creationId id="{15C4DA42-4681-FCC6-48D6-EC2FF128EE74}"/>
                </a:ext>
              </a:extLst>
            </p:cNvPr>
            <p:cNvCxnSpPr/>
            <p:nvPr/>
          </p:nvCxnSpPr>
          <p:spPr>
            <a:xfrm>
              <a:off x="945056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BA2B718F-FE29-0E72-EDB6-67490D1031DD}"/>
                </a:ext>
              </a:extLst>
            </p:cNvPr>
            <p:cNvCxnSpPr/>
            <p:nvPr/>
          </p:nvCxnSpPr>
          <p:spPr>
            <a:xfrm>
              <a:off x="945056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ns2:creationId id="{09B4055D-F02D-C5B8-A6EF-C28308DB6B3C}"/>
                </a:ext>
              </a:extLst>
            </p:cNvPr>
            <p:cNvCxnSpPr/>
            <p:nvPr/>
          </p:nvCxnSpPr>
          <p:spPr>
            <a:xfrm>
              <a:off x="945056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ns2:creationId id="{D598D2A8-0A55-F645-8764-767BD0620BCC}"/>
                </a:ext>
              </a:extLst>
            </p:cNvPr>
            <p:cNvCxnSpPr/>
            <p:nvPr/>
          </p:nvCxnSpPr>
          <p:spPr>
            <a:xfrm>
              <a:off x="945056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68EE6C9B-3526-55B2-7C38-DDCCA86A8DBD}"/>
                </a:ext>
              </a:extLst>
            </p:cNvPr>
            <p:cNvCxnSpPr/>
            <p:nvPr/>
          </p:nvCxnSpPr>
          <p:spPr>
            <a:xfrm>
              <a:off x="945056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80E1E623-A198-4B20-F6B3-3DA761CF87DA}"/>
                </a:ext>
              </a:extLst>
            </p:cNvPr>
            <p:cNvCxnSpPr/>
            <p:nvPr/>
          </p:nvCxnSpPr>
          <p:spPr>
            <a:xfrm>
              <a:off x="945056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ns2:creationId id="{462BC601-ED76-CCB1-CDA1-A21AB0CF46D5}"/>
                </a:ext>
              </a:extLst>
            </p:cNvPr>
            <p:cNvCxnSpPr/>
            <p:nvPr/>
          </p:nvCxnSpPr>
          <p:spPr>
            <a:xfrm>
              <a:off x="945056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正方形/長方形 315">
              <a:extLst>
                <a:ext uri="{FF2B5EF4-FFF2-40B4-BE49-F238E27FC236}">
                  <ns2:creationId id="{1C0033E6-3D10-E47F-60E5-DF1C940ABD7E}"/>
                </a:ext>
              </a:extLst>
            </p:cNvPr>
            <p:cNvSpPr/>
            <p:nvPr/>
          </p:nvSpPr>
          <p:spPr>
            <a:xfrm>
              <a:off x="994447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1BC342E8-B30F-8FAB-1F8B-8A111EF8BD8C}"/>
                </a:ext>
              </a:extLst>
            </p:cNvPr>
            <p:cNvSpPr/>
            <p:nvPr/>
          </p:nvSpPr>
          <p:spPr>
            <a:xfrm>
              <a:off x="994447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9A24DB68-73CD-BBEC-5F55-062318E8D31C}"/>
                </a:ext>
              </a:extLst>
            </p:cNvPr>
            <p:cNvSpPr/>
            <p:nvPr/>
          </p:nvSpPr>
          <p:spPr>
            <a:xfrm>
              <a:off x="994447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AB7C7044-386B-0565-4936-9CD1FD50C47A}"/>
                </a:ext>
              </a:extLst>
            </p:cNvPr>
            <p:cNvSpPr/>
            <p:nvPr/>
          </p:nvSpPr>
          <p:spPr>
            <a:xfrm>
              <a:off x="994447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B64107ED-549C-799A-947A-0D0A5ACFD660}"/>
                </a:ext>
              </a:extLst>
            </p:cNvPr>
            <p:cNvSpPr/>
            <p:nvPr/>
          </p:nvSpPr>
          <p:spPr>
            <a:xfrm>
              <a:off x="994447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FA7AAF70-72F6-EECC-33C7-64D4AD7C8465}"/>
                </a:ext>
              </a:extLst>
            </p:cNvPr>
            <p:cNvSpPr/>
            <p:nvPr/>
          </p:nvSpPr>
          <p:spPr>
            <a:xfrm>
              <a:off x="994447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05DFF4FB-B192-BD4D-707D-AAA73E4ACFB1}"/>
                </a:ext>
              </a:extLst>
            </p:cNvPr>
            <p:cNvSpPr/>
            <p:nvPr/>
          </p:nvSpPr>
          <p:spPr>
            <a:xfrm>
              <a:off x="994447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3B58B413-EE53-C9FC-1F08-D38CE09F45B2}"/>
                </a:ext>
              </a:extLst>
            </p:cNvPr>
            <p:cNvSpPr/>
            <p:nvPr/>
          </p:nvSpPr>
          <p:spPr>
            <a:xfrm>
              <a:off x="994447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A8053C63-3668-3684-5DE7-938353E48AA0}"/>
                </a:ext>
              </a:extLst>
            </p:cNvPr>
            <p:cNvSpPr/>
            <p:nvPr/>
          </p:nvSpPr>
          <p:spPr>
            <a:xfrm>
              <a:off x="994447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0CDF71C1-74BB-3DA3-A71D-08FB988A0C6F}"/>
                </a:ext>
              </a:extLst>
            </p:cNvPr>
            <p:cNvSpPr/>
            <p:nvPr/>
          </p:nvSpPr>
          <p:spPr>
            <a:xfrm>
              <a:off x="994447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49FB646-BE17-D2AF-49F3-7C80352E021E}"/>
                </a:ext>
              </a:extLst>
            </p:cNvPr>
            <p:cNvSpPr/>
            <p:nvPr/>
          </p:nvSpPr>
          <p:spPr>
            <a:xfrm>
              <a:off x="994447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7A56D8A1-65F5-FBC8-2DFF-20FE4D56AEBF}"/>
                </a:ext>
              </a:extLst>
            </p:cNvPr>
            <p:cNvSpPr/>
            <p:nvPr/>
          </p:nvSpPr>
          <p:spPr>
            <a:xfrm>
              <a:off x="994447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5796F96-0FE7-C32A-0B6E-C3FE2608408D}"/>
                </a:ext>
              </a:extLst>
            </p:cNvPr>
            <p:cNvSpPr/>
            <p:nvPr/>
          </p:nvSpPr>
          <p:spPr>
            <a:xfrm>
              <a:off x="994447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DC298B9A-FA81-9219-5945-355268F4AFD0}"/>
                </a:ext>
              </a:extLst>
            </p:cNvPr>
            <p:cNvSpPr/>
            <p:nvPr/>
          </p:nvSpPr>
          <p:spPr>
            <a:xfrm>
              <a:off x="994447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0" name="正方形/長方形 329">
              <a:extLst>
                <a:ext uri="{FF2B5EF4-FFF2-40B4-BE49-F238E27FC236}">
                  <ns2:creationId id="{18640E6A-ECD0-B766-286F-9101EC693F4E}"/>
                </a:ext>
              </a:extLst>
            </p:cNvPr>
            <p:cNvSpPr/>
            <p:nvPr/>
          </p:nvSpPr>
          <p:spPr>
            <a:xfrm>
              <a:off x="994447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F67548A3-E717-BF34-F3DF-F8A9740FD46F}"/>
                </a:ext>
              </a:extLst>
            </p:cNvPr>
            <p:cNvSpPr/>
            <p:nvPr/>
          </p:nvSpPr>
          <p:spPr>
            <a:xfrm>
              <a:off x="994447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AFC9A887-46EB-26FD-B9D1-389E7A7A0354}"/>
                </a:ext>
              </a:extLst>
            </p:cNvPr>
            <p:cNvSpPr/>
            <p:nvPr/>
          </p:nvSpPr>
          <p:spPr>
            <a:xfrm>
              <a:off x="994447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3" name="正方形/長方形 332">
              <a:extLst>
                <a:ext uri="{FF2B5EF4-FFF2-40B4-BE49-F238E27FC236}">
                  <ns2:creationId id="{11C7058C-41C8-26AB-FA7A-069835DD106E}"/>
                </a:ext>
              </a:extLst>
            </p:cNvPr>
            <p:cNvSpPr/>
            <p:nvPr/>
          </p:nvSpPr>
          <p:spPr>
            <a:xfrm>
              <a:off x="994447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874C7B2A-2BD1-F919-3C5E-763924587008}"/>
                </a:ext>
              </a:extLst>
            </p:cNvPr>
            <p:cNvCxnSpPr/>
            <p:nvPr/>
          </p:nvCxnSpPr>
          <p:spPr>
            <a:xfrm>
              <a:off x="994447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035F1516-4835-5C8D-52CB-2C601E3F7006}"/>
                </a:ext>
              </a:extLst>
            </p:cNvPr>
            <p:cNvCxnSpPr/>
            <p:nvPr/>
          </p:nvCxnSpPr>
          <p:spPr>
            <a:xfrm>
              <a:off x="994447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5D8C81E4-B9CF-5228-B57E-48330F612A2A}"/>
                </a:ext>
              </a:extLst>
            </p:cNvPr>
            <p:cNvCxnSpPr/>
            <p:nvPr/>
          </p:nvCxnSpPr>
          <p:spPr>
            <a:xfrm>
              <a:off x="994447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021E5942-9646-0F4D-0DFD-A3B91F44614A}"/>
                </a:ext>
              </a:extLst>
            </p:cNvPr>
            <p:cNvCxnSpPr/>
            <p:nvPr/>
          </p:nvCxnSpPr>
          <p:spPr>
            <a:xfrm>
              <a:off x="994447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8506575C-11F1-6F0B-F25F-9C13BA669CD9}"/>
                </a:ext>
              </a:extLst>
            </p:cNvPr>
            <p:cNvCxnSpPr/>
            <p:nvPr/>
          </p:nvCxnSpPr>
          <p:spPr>
            <a:xfrm>
              <a:off x="994447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4BF3FD0E-D377-00CB-3E01-9B6890D25E01}"/>
                </a:ext>
              </a:extLst>
            </p:cNvPr>
            <p:cNvCxnSpPr/>
            <p:nvPr/>
          </p:nvCxnSpPr>
          <p:spPr>
            <a:xfrm>
              <a:off x="994447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AFD83CA4-E259-3453-BA21-21F8EF77FA57}"/>
                </a:ext>
              </a:extLst>
            </p:cNvPr>
            <p:cNvCxnSpPr/>
            <p:nvPr/>
          </p:nvCxnSpPr>
          <p:spPr>
            <a:xfrm>
              <a:off x="994447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404D045F-16D2-6CC1-BFE5-017EAC6AC38A}"/>
                </a:ext>
              </a:extLst>
            </p:cNvPr>
            <p:cNvCxnSpPr/>
            <p:nvPr/>
          </p:nvCxnSpPr>
          <p:spPr>
            <a:xfrm>
              <a:off x="994447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1D62AC3E-C7AD-A1F8-B940-3EB4749FC552}"/>
                </a:ext>
              </a:extLst>
            </p:cNvPr>
            <p:cNvCxnSpPr/>
            <p:nvPr/>
          </p:nvCxnSpPr>
          <p:spPr>
            <a:xfrm>
              <a:off x="994447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ACB9DE5-9BCC-6C2A-11DA-61BFA2C012F7}"/>
                </a:ext>
              </a:extLst>
            </p:cNvPr>
            <p:cNvCxnSpPr/>
            <p:nvPr/>
          </p:nvCxnSpPr>
          <p:spPr>
            <a:xfrm>
              <a:off x="994447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D24795F3-6666-430D-16A5-42DC54397276}"/>
                </a:ext>
              </a:extLst>
            </p:cNvPr>
            <p:cNvCxnSpPr/>
            <p:nvPr/>
          </p:nvCxnSpPr>
          <p:spPr>
            <a:xfrm>
              <a:off x="994447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E2D307BB-6A45-CA13-2B4A-128DD74C3477}"/>
                </a:ext>
              </a:extLst>
            </p:cNvPr>
            <p:cNvCxnSpPr/>
            <p:nvPr/>
          </p:nvCxnSpPr>
          <p:spPr>
            <a:xfrm>
              <a:off x="994447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ACBD5967-DFDF-0DF6-D23B-58D0437D4427}"/>
                </a:ext>
              </a:extLst>
            </p:cNvPr>
            <p:cNvCxnSpPr/>
            <p:nvPr/>
          </p:nvCxnSpPr>
          <p:spPr>
            <a:xfrm>
              <a:off x="994447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073E455B-7359-4AE7-993B-F7A75EA3EF7D}"/>
                </a:ext>
              </a:extLst>
            </p:cNvPr>
            <p:cNvCxnSpPr/>
            <p:nvPr/>
          </p:nvCxnSpPr>
          <p:spPr>
            <a:xfrm>
              <a:off x="994447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CCE61890-B4ED-C3E9-2FC1-DE179366F73A}"/>
                </a:ext>
              </a:extLst>
            </p:cNvPr>
            <p:cNvCxnSpPr/>
            <p:nvPr/>
          </p:nvCxnSpPr>
          <p:spPr>
            <a:xfrm>
              <a:off x="994447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98E7ED71-5941-F7BA-1E2D-6D66908EC853}"/>
                </a:ext>
              </a:extLst>
            </p:cNvPr>
            <p:cNvCxnSpPr/>
            <p:nvPr/>
          </p:nvCxnSpPr>
          <p:spPr>
            <a:xfrm>
              <a:off x="994447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C324E601-D8D9-50E8-0672-0CAF1A50A12E}"/>
                </a:ext>
              </a:extLst>
            </p:cNvPr>
            <p:cNvCxnSpPr/>
            <p:nvPr/>
          </p:nvCxnSpPr>
          <p:spPr>
            <a:xfrm>
              <a:off x="994447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正方形/長方形 350">
              <a:extLst>
                <a:ext uri="{FF2B5EF4-FFF2-40B4-BE49-F238E27FC236}">
                  <ns2:creationId id="{296362FA-C9CC-545C-2507-40E3B869FB43}"/>
                </a:ext>
              </a:extLst>
            </p:cNvPr>
            <p:cNvSpPr/>
            <p:nvPr/>
          </p:nvSpPr>
          <p:spPr>
            <a:xfrm>
              <a:off x="10438383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2" name="正方形/長方形 351">
              <a:extLst>
                <a:ext uri="{FF2B5EF4-FFF2-40B4-BE49-F238E27FC236}">
                  <ns2:creationId id="{243A324F-B1DD-9301-AB5C-09D7EAC972EE}"/>
                </a:ext>
              </a:extLst>
            </p:cNvPr>
            <p:cNvSpPr/>
            <p:nvPr/>
          </p:nvSpPr>
          <p:spPr>
            <a:xfrm>
              <a:off x="10438383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B2DE41B8-57EB-224F-80D4-7754F4EAF9F6}"/>
                </a:ext>
              </a:extLst>
            </p:cNvPr>
            <p:cNvSpPr/>
            <p:nvPr/>
          </p:nvSpPr>
          <p:spPr>
            <a:xfrm>
              <a:off x="10438383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B6901B2A-3BE3-0E1A-7BD3-B41BE55C50C6}"/>
                </a:ext>
              </a:extLst>
            </p:cNvPr>
            <p:cNvSpPr/>
            <p:nvPr/>
          </p:nvSpPr>
          <p:spPr>
            <a:xfrm>
              <a:off x="10438383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5" name="正方形/長方形 354">
              <a:extLst>
                <a:ext uri="{FF2B5EF4-FFF2-40B4-BE49-F238E27FC236}">
                  <ns2:creationId id="{AF011D27-45EA-5569-22BC-278481103B8A}"/>
                </a:ext>
              </a:extLst>
            </p:cNvPr>
            <p:cNvSpPr/>
            <p:nvPr/>
          </p:nvSpPr>
          <p:spPr>
            <a:xfrm>
              <a:off x="10438383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38557AFD-384B-2F64-EDF6-0ED2F755AAAD}"/>
                </a:ext>
              </a:extLst>
            </p:cNvPr>
            <p:cNvSpPr/>
            <p:nvPr/>
          </p:nvSpPr>
          <p:spPr>
            <a:xfrm>
              <a:off x="10438383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48ED71A9-9770-E8E4-5CD8-5BA236352E94}"/>
                </a:ext>
              </a:extLst>
            </p:cNvPr>
            <p:cNvSpPr/>
            <p:nvPr/>
          </p:nvSpPr>
          <p:spPr>
            <a:xfrm>
              <a:off x="10438383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C9B2AF8C-B575-6398-ADB5-58B2B1317EC8}"/>
                </a:ext>
              </a:extLst>
            </p:cNvPr>
            <p:cNvSpPr/>
            <p:nvPr/>
          </p:nvSpPr>
          <p:spPr>
            <a:xfrm>
              <a:off x="10438383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C1DDEAFD-C15D-E7AE-77DD-D3C87D9DF3D4}"/>
                </a:ext>
              </a:extLst>
            </p:cNvPr>
            <p:cNvSpPr/>
            <p:nvPr/>
          </p:nvSpPr>
          <p:spPr>
            <a:xfrm>
              <a:off x="10438383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3DA8F513-CB43-F584-5CED-E26008736154}"/>
                </a:ext>
              </a:extLst>
            </p:cNvPr>
            <p:cNvSpPr/>
            <p:nvPr/>
          </p:nvSpPr>
          <p:spPr>
            <a:xfrm>
              <a:off x="10438383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1" name="正方形/長方形 360">
              <a:extLst>
                <a:ext uri="{FF2B5EF4-FFF2-40B4-BE49-F238E27FC236}">
                  <ns2:creationId id="{B13BC6C3-DDA4-3512-C1EC-29A4A2AF24E9}"/>
                </a:ext>
              </a:extLst>
            </p:cNvPr>
            <p:cNvSpPr/>
            <p:nvPr/>
          </p:nvSpPr>
          <p:spPr>
            <a:xfrm>
              <a:off x="10438383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63A4D61-E0C9-031F-91BC-73C46F1D133A}"/>
                </a:ext>
              </a:extLst>
            </p:cNvPr>
            <p:cNvSpPr/>
            <p:nvPr/>
          </p:nvSpPr>
          <p:spPr>
            <a:xfrm>
              <a:off x="10438383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A1853482-EE58-5366-F3AA-4914B7C6BCF3}"/>
                </a:ext>
              </a:extLst>
            </p:cNvPr>
            <p:cNvSpPr/>
            <p:nvPr/>
          </p:nvSpPr>
          <p:spPr>
            <a:xfrm>
              <a:off x="10438383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F07E8259-7311-4642-0196-C5132F4F4D4D}"/>
                </a:ext>
              </a:extLst>
            </p:cNvPr>
            <p:cNvSpPr/>
            <p:nvPr/>
          </p:nvSpPr>
          <p:spPr>
            <a:xfrm>
              <a:off x="10438383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59A51329-7B7D-F164-BA53-FA04A67AB776}"/>
                </a:ext>
              </a:extLst>
            </p:cNvPr>
            <p:cNvSpPr/>
            <p:nvPr/>
          </p:nvSpPr>
          <p:spPr>
            <a:xfrm>
              <a:off x="10438383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6" name="正方形/長方形 365">
              <a:extLst>
                <a:ext uri="{FF2B5EF4-FFF2-40B4-BE49-F238E27FC236}">
                  <ns2:creationId id="{79FF3BE5-1891-C787-50BB-CEF9A1E70F37}"/>
                </a:ext>
              </a:extLst>
            </p:cNvPr>
            <p:cNvSpPr/>
            <p:nvPr/>
          </p:nvSpPr>
          <p:spPr>
            <a:xfrm>
              <a:off x="10438383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1721247B-31A1-EC24-1562-F6636F9BBA6D}"/>
                </a:ext>
              </a:extLst>
            </p:cNvPr>
            <p:cNvSpPr/>
            <p:nvPr/>
          </p:nvSpPr>
          <p:spPr>
            <a:xfrm>
              <a:off x="10438383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8" name="正方形/長方形 367">
              <a:extLst>
                <a:ext uri="{FF2B5EF4-FFF2-40B4-BE49-F238E27FC236}">
                  <ns2:creationId id="{C61D0CB2-89A4-C591-6E81-725C64A161E2}"/>
                </a:ext>
              </a:extLst>
            </p:cNvPr>
            <p:cNvSpPr/>
            <p:nvPr/>
          </p:nvSpPr>
          <p:spPr>
            <a:xfrm>
              <a:off x="10438383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69" name="直線コネクタ 368">
              <a:extLst>
                <a:ext uri="{FF2B5EF4-FFF2-40B4-BE49-F238E27FC236}">
                  <ns2:creationId id="{CD1CFCA9-CEC2-87C0-01E2-4D64A697FF1D}"/>
                </a:ext>
              </a:extLst>
            </p:cNvPr>
            <p:cNvCxnSpPr/>
            <p:nvPr/>
          </p:nvCxnSpPr>
          <p:spPr>
            <a:xfrm>
              <a:off x="10438383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8AEAD0C0-D85A-01CD-DAF9-454DA626CDBB}"/>
                </a:ext>
              </a:extLst>
            </p:cNvPr>
            <p:cNvCxnSpPr/>
            <p:nvPr/>
          </p:nvCxnSpPr>
          <p:spPr>
            <a:xfrm>
              <a:off x="10438383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F2E923C-1001-4B18-C2EA-064A6C302786}"/>
                </a:ext>
              </a:extLst>
            </p:cNvPr>
            <p:cNvCxnSpPr/>
            <p:nvPr/>
          </p:nvCxnSpPr>
          <p:spPr>
            <a:xfrm>
              <a:off x="10438383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8EB76B68-E83F-0D9F-F3A7-76F7258404DE}"/>
                </a:ext>
              </a:extLst>
            </p:cNvPr>
            <p:cNvCxnSpPr/>
            <p:nvPr/>
          </p:nvCxnSpPr>
          <p:spPr>
            <a:xfrm>
              <a:off x="10438383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6A731CAA-32A6-865A-5BAC-8344E8A428B8}"/>
                </a:ext>
              </a:extLst>
            </p:cNvPr>
            <p:cNvCxnSpPr/>
            <p:nvPr/>
          </p:nvCxnSpPr>
          <p:spPr>
            <a:xfrm>
              <a:off x="10438383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20B4DC58-2C3A-B011-72E1-E6FF7A122881}"/>
                </a:ext>
              </a:extLst>
            </p:cNvPr>
            <p:cNvCxnSpPr/>
            <p:nvPr/>
          </p:nvCxnSpPr>
          <p:spPr>
            <a:xfrm>
              <a:off x="10438383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95426D1B-3247-0912-23EE-B8E898CD41AB}"/>
                </a:ext>
              </a:extLst>
            </p:cNvPr>
            <p:cNvCxnSpPr/>
            <p:nvPr/>
          </p:nvCxnSpPr>
          <p:spPr>
            <a:xfrm>
              <a:off x="10438383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6AB0EF8E-33B9-05E1-C451-0EC1DDD188A6}"/>
                </a:ext>
              </a:extLst>
            </p:cNvPr>
            <p:cNvCxnSpPr/>
            <p:nvPr/>
          </p:nvCxnSpPr>
          <p:spPr>
            <a:xfrm>
              <a:off x="10438383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72F7A2B-4E9D-4B04-FD26-60F3AC6EE574}"/>
                </a:ext>
              </a:extLst>
            </p:cNvPr>
            <p:cNvCxnSpPr/>
            <p:nvPr/>
          </p:nvCxnSpPr>
          <p:spPr>
            <a:xfrm>
              <a:off x="10438383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E056E15-CCF0-B0EC-C05B-A913A01E55AF}"/>
                </a:ext>
              </a:extLst>
            </p:cNvPr>
            <p:cNvCxnSpPr/>
            <p:nvPr/>
          </p:nvCxnSpPr>
          <p:spPr>
            <a:xfrm>
              <a:off x="10438383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08E5A045-4AEA-FBCC-7C1C-9B0CEA13C9D7}"/>
                </a:ext>
              </a:extLst>
            </p:cNvPr>
            <p:cNvCxnSpPr/>
            <p:nvPr/>
          </p:nvCxnSpPr>
          <p:spPr>
            <a:xfrm>
              <a:off x="10438383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1C65C754-FA03-4E3A-5E91-F4CFD2DF5A7D}"/>
                </a:ext>
              </a:extLst>
            </p:cNvPr>
            <p:cNvCxnSpPr/>
            <p:nvPr/>
          </p:nvCxnSpPr>
          <p:spPr>
            <a:xfrm>
              <a:off x="10438383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4574A7A5-B26E-BE04-D9D1-8FEE32347BBC}"/>
                </a:ext>
              </a:extLst>
            </p:cNvPr>
            <p:cNvCxnSpPr/>
            <p:nvPr/>
          </p:nvCxnSpPr>
          <p:spPr>
            <a:xfrm>
              <a:off x="10438383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BA9C6D58-BA45-D901-352E-4DC76E309743}"/>
                </a:ext>
              </a:extLst>
            </p:cNvPr>
            <p:cNvCxnSpPr/>
            <p:nvPr/>
          </p:nvCxnSpPr>
          <p:spPr>
            <a:xfrm>
              <a:off x="10438383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D2BFA359-18FD-64AF-DF18-719BA38C7CFB}"/>
                </a:ext>
              </a:extLst>
            </p:cNvPr>
            <p:cNvCxnSpPr/>
            <p:nvPr/>
          </p:nvCxnSpPr>
          <p:spPr>
            <a:xfrm>
              <a:off x="10438383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BFAFC1E2-2EC1-10AE-CE51-05A67271E127}"/>
                </a:ext>
              </a:extLst>
            </p:cNvPr>
            <p:cNvCxnSpPr/>
            <p:nvPr/>
          </p:nvCxnSpPr>
          <p:spPr>
            <a:xfrm>
              <a:off x="10438383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6948885A-DFDE-BD8C-D590-214DD7D8B14D}"/>
                </a:ext>
              </a:extLst>
            </p:cNvPr>
            <p:cNvCxnSpPr/>
            <p:nvPr/>
          </p:nvCxnSpPr>
          <p:spPr>
            <a:xfrm>
              <a:off x="10438383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正方形/長方形 385">
              <a:extLst>
                <a:ext uri="{FF2B5EF4-FFF2-40B4-BE49-F238E27FC236}">
                  <ns2:creationId id="{E21708C3-202E-8787-C5FA-77C6FB31CC9F}"/>
                </a:ext>
              </a:extLst>
            </p:cNvPr>
            <p:cNvSpPr/>
            <p:nvPr/>
          </p:nvSpPr>
          <p:spPr>
            <a:xfrm>
              <a:off x="1093229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A4DA54C7-1762-577E-D41C-FE63B757998B}"/>
                </a:ext>
              </a:extLst>
            </p:cNvPr>
            <p:cNvSpPr/>
            <p:nvPr/>
          </p:nvSpPr>
          <p:spPr>
            <a:xfrm>
              <a:off x="1093229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8" name="正方形/長方形 387">
              <a:extLst>
                <a:ext uri="{FF2B5EF4-FFF2-40B4-BE49-F238E27FC236}">
                  <ns2:creationId id="{1C080133-F516-30CE-2670-913945B00060}"/>
                </a:ext>
              </a:extLst>
            </p:cNvPr>
            <p:cNvSpPr/>
            <p:nvPr/>
          </p:nvSpPr>
          <p:spPr>
            <a:xfrm>
              <a:off x="1093229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3A494B04-3929-6140-9CC7-360D0D08D714}"/>
                </a:ext>
              </a:extLst>
            </p:cNvPr>
            <p:cNvSpPr/>
            <p:nvPr/>
          </p:nvSpPr>
          <p:spPr>
            <a:xfrm>
              <a:off x="1093229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81456448-06A2-4FAD-15E4-66B877B6A92E}"/>
                </a:ext>
              </a:extLst>
            </p:cNvPr>
            <p:cNvSpPr/>
            <p:nvPr/>
          </p:nvSpPr>
          <p:spPr>
            <a:xfrm>
              <a:off x="1093229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1" name="正方形/長方形 390">
              <a:extLst>
                <a:ext uri="{FF2B5EF4-FFF2-40B4-BE49-F238E27FC236}">
                  <ns2:creationId id="{E1907071-CF8C-7D5F-7E92-8F68ABF53379}"/>
                </a:ext>
              </a:extLst>
            </p:cNvPr>
            <p:cNvSpPr/>
            <p:nvPr/>
          </p:nvSpPr>
          <p:spPr>
            <a:xfrm>
              <a:off x="1093229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E2E03BB9-B514-CD65-6F1A-F92F47C40D87}"/>
                </a:ext>
              </a:extLst>
            </p:cNvPr>
            <p:cNvSpPr/>
            <p:nvPr/>
          </p:nvSpPr>
          <p:spPr>
            <a:xfrm>
              <a:off x="1093229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FA6472D7-C6F8-480D-5533-415993BEFEA9}"/>
                </a:ext>
              </a:extLst>
            </p:cNvPr>
            <p:cNvSpPr/>
            <p:nvPr/>
          </p:nvSpPr>
          <p:spPr>
            <a:xfrm>
              <a:off x="1093229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7E724EA0-B4AF-BF17-E7B5-9E1A3E8FFAB2}"/>
                </a:ext>
              </a:extLst>
            </p:cNvPr>
            <p:cNvSpPr/>
            <p:nvPr/>
          </p:nvSpPr>
          <p:spPr>
            <a:xfrm>
              <a:off x="1093229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47FE996B-6304-87B7-20A1-A6A2A2D5F298}"/>
                </a:ext>
              </a:extLst>
            </p:cNvPr>
            <p:cNvSpPr/>
            <p:nvPr/>
          </p:nvSpPr>
          <p:spPr>
            <a:xfrm>
              <a:off x="1093229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6" name="正方形/長方形 395">
              <a:extLst>
                <a:ext uri="{FF2B5EF4-FFF2-40B4-BE49-F238E27FC236}">
                  <ns2:creationId id="{D1853761-0D4B-0217-3B64-7F667D4DC2C4}"/>
                </a:ext>
              </a:extLst>
            </p:cNvPr>
            <p:cNvSpPr/>
            <p:nvPr/>
          </p:nvSpPr>
          <p:spPr>
            <a:xfrm>
              <a:off x="1093229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7" name="正方形/長方形 396">
              <a:extLst>
                <a:ext uri="{FF2B5EF4-FFF2-40B4-BE49-F238E27FC236}">
                  <ns2:creationId id="{061E3853-F07C-4515-377E-751F067631F7}"/>
                </a:ext>
              </a:extLst>
            </p:cNvPr>
            <p:cNvSpPr/>
            <p:nvPr/>
          </p:nvSpPr>
          <p:spPr>
            <a:xfrm>
              <a:off x="1093229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8" name="正方形/長方形 397">
              <a:extLst>
                <a:ext uri="{FF2B5EF4-FFF2-40B4-BE49-F238E27FC236}">
                  <ns2:creationId id="{4FBD427D-CD71-AFAE-6AE3-995D6BDAB64B}"/>
                </a:ext>
              </a:extLst>
            </p:cNvPr>
            <p:cNvSpPr/>
            <p:nvPr/>
          </p:nvSpPr>
          <p:spPr>
            <a:xfrm>
              <a:off x="1093229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9" name="正方形/長方形 398">
              <a:extLst>
                <a:ext uri="{FF2B5EF4-FFF2-40B4-BE49-F238E27FC236}">
                  <ns2:creationId id="{8681D2DA-4E89-457B-4227-E74C26E6BF22}"/>
                </a:ext>
              </a:extLst>
            </p:cNvPr>
            <p:cNvSpPr/>
            <p:nvPr/>
          </p:nvSpPr>
          <p:spPr>
            <a:xfrm>
              <a:off x="1093229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0" name="正方形/長方形 399">
              <a:extLst>
                <a:ext uri="{FF2B5EF4-FFF2-40B4-BE49-F238E27FC236}">
                  <ns2:creationId id="{55129F7E-297F-24E4-D7A5-968FCCD2F3D5}"/>
                </a:ext>
              </a:extLst>
            </p:cNvPr>
            <p:cNvSpPr/>
            <p:nvPr/>
          </p:nvSpPr>
          <p:spPr>
            <a:xfrm>
              <a:off x="1093229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1" name="正方形/長方形 400">
              <a:extLst>
                <a:ext uri="{FF2B5EF4-FFF2-40B4-BE49-F238E27FC236}">
                  <ns2:creationId id="{D66FA98A-A1ED-7F90-BC22-53825704A930}"/>
                </a:ext>
              </a:extLst>
            </p:cNvPr>
            <p:cNvSpPr/>
            <p:nvPr/>
          </p:nvSpPr>
          <p:spPr>
            <a:xfrm>
              <a:off x="1093229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2" name="正方形/長方形 401">
              <a:extLst>
                <a:ext uri="{FF2B5EF4-FFF2-40B4-BE49-F238E27FC236}">
                  <ns2:creationId id="{634BD77A-0245-2195-D970-3A899BD69B8B}"/>
                </a:ext>
              </a:extLst>
            </p:cNvPr>
            <p:cNvSpPr/>
            <p:nvPr/>
          </p:nvSpPr>
          <p:spPr>
            <a:xfrm>
              <a:off x="1093229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3" name="正方形/長方形 402">
              <a:extLst>
                <a:ext uri="{FF2B5EF4-FFF2-40B4-BE49-F238E27FC236}">
                  <ns2:creationId id="{AC6DA4D1-45F0-7241-E583-91F330F2EA1D}"/>
                </a:ext>
              </a:extLst>
            </p:cNvPr>
            <p:cNvSpPr/>
            <p:nvPr/>
          </p:nvSpPr>
          <p:spPr>
            <a:xfrm>
              <a:off x="1093229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04" name="直線コネクタ 403">
              <a:extLst>
                <a:ext uri="{FF2B5EF4-FFF2-40B4-BE49-F238E27FC236}">
                  <ns2:creationId id="{CE82B21C-13DB-82D3-05FE-A4C30B271568}"/>
                </a:ext>
              </a:extLst>
            </p:cNvPr>
            <p:cNvCxnSpPr/>
            <p:nvPr/>
          </p:nvCxnSpPr>
          <p:spPr>
            <a:xfrm>
              <a:off x="1093229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1FFF707A-4E58-7B7E-40FA-FF71FE4E7573}"/>
                </a:ext>
              </a:extLst>
            </p:cNvPr>
            <p:cNvCxnSpPr/>
            <p:nvPr/>
          </p:nvCxnSpPr>
          <p:spPr>
            <a:xfrm>
              <a:off x="1093229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70B1090A-FF9D-348D-753F-DBEC960941D7}"/>
                </a:ext>
              </a:extLst>
            </p:cNvPr>
            <p:cNvCxnSpPr/>
            <p:nvPr/>
          </p:nvCxnSpPr>
          <p:spPr>
            <a:xfrm>
              <a:off x="1093229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2DD2FFDB-7F9B-5AFF-571B-361637DA7E1A}"/>
                </a:ext>
              </a:extLst>
            </p:cNvPr>
            <p:cNvCxnSpPr/>
            <p:nvPr/>
          </p:nvCxnSpPr>
          <p:spPr>
            <a:xfrm>
              <a:off x="1093229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81C6AAC9-EDC9-789C-97F3-BF6990E5C577}"/>
                </a:ext>
              </a:extLst>
            </p:cNvPr>
            <p:cNvCxnSpPr/>
            <p:nvPr/>
          </p:nvCxnSpPr>
          <p:spPr>
            <a:xfrm>
              <a:off x="1093229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4AEC267E-9731-AD97-22C2-36C164E98188}"/>
                </a:ext>
              </a:extLst>
            </p:cNvPr>
            <p:cNvCxnSpPr/>
            <p:nvPr/>
          </p:nvCxnSpPr>
          <p:spPr>
            <a:xfrm>
              <a:off x="1093229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4BE568EB-06AE-ED8E-AE2F-4F284AC8E71B}"/>
                </a:ext>
              </a:extLst>
            </p:cNvPr>
            <p:cNvCxnSpPr/>
            <p:nvPr/>
          </p:nvCxnSpPr>
          <p:spPr>
            <a:xfrm>
              <a:off x="1093229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B1B8BDB8-18E2-2597-ECFE-4C0F3CDF150F}"/>
                </a:ext>
              </a:extLst>
            </p:cNvPr>
            <p:cNvCxnSpPr/>
            <p:nvPr/>
          </p:nvCxnSpPr>
          <p:spPr>
            <a:xfrm>
              <a:off x="1093229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868B8EC8-C7EC-3FC2-68B6-13035015F779}"/>
                </a:ext>
              </a:extLst>
            </p:cNvPr>
            <p:cNvCxnSpPr/>
            <p:nvPr/>
          </p:nvCxnSpPr>
          <p:spPr>
            <a:xfrm>
              <a:off x="1093229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684B308B-B215-6870-F689-AB8922D04F13}"/>
                </a:ext>
              </a:extLst>
            </p:cNvPr>
            <p:cNvCxnSpPr/>
            <p:nvPr/>
          </p:nvCxnSpPr>
          <p:spPr>
            <a:xfrm>
              <a:off x="1093229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1DEA69C9-B376-EC2D-7028-B12929120088}"/>
                </a:ext>
              </a:extLst>
            </p:cNvPr>
            <p:cNvCxnSpPr/>
            <p:nvPr/>
          </p:nvCxnSpPr>
          <p:spPr>
            <a:xfrm>
              <a:off x="1093229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AE18CA32-5046-AF56-3F10-4A94C0FBA0AE}"/>
                </a:ext>
              </a:extLst>
            </p:cNvPr>
            <p:cNvCxnSpPr/>
            <p:nvPr/>
          </p:nvCxnSpPr>
          <p:spPr>
            <a:xfrm>
              <a:off x="1093229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5DC680DF-F205-551B-360D-8AC1A3BCF8E3}"/>
                </a:ext>
              </a:extLst>
            </p:cNvPr>
            <p:cNvCxnSpPr/>
            <p:nvPr/>
          </p:nvCxnSpPr>
          <p:spPr>
            <a:xfrm>
              <a:off x="1093229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50EF3468-1DAA-B40F-3485-6E10BE91C868}"/>
                </a:ext>
              </a:extLst>
            </p:cNvPr>
            <p:cNvCxnSpPr/>
            <p:nvPr/>
          </p:nvCxnSpPr>
          <p:spPr>
            <a:xfrm>
              <a:off x="1093229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34D04A5B-953D-E2BC-9253-B3B86D80A3D5}"/>
                </a:ext>
              </a:extLst>
            </p:cNvPr>
            <p:cNvCxnSpPr/>
            <p:nvPr/>
          </p:nvCxnSpPr>
          <p:spPr>
            <a:xfrm>
              <a:off x="1093229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9E16AFFD-1468-8AAA-9929-304910D0845A}"/>
                </a:ext>
              </a:extLst>
            </p:cNvPr>
            <p:cNvCxnSpPr/>
            <p:nvPr/>
          </p:nvCxnSpPr>
          <p:spPr>
            <a:xfrm>
              <a:off x="1093229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B3AB2A42-6F6B-77D0-6E2B-A3C29B558977}"/>
                </a:ext>
              </a:extLst>
            </p:cNvPr>
            <p:cNvCxnSpPr/>
            <p:nvPr/>
          </p:nvCxnSpPr>
          <p:spPr>
            <a:xfrm>
              <a:off x="1093229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正方形/長方形 420">
              <a:extLst>
                <a:ext uri="{FF2B5EF4-FFF2-40B4-BE49-F238E27FC236}">
                  <ns2:creationId id="{744F55DF-058C-B976-2519-9546A05A08D9}"/>
                </a:ext>
              </a:extLst>
            </p:cNvPr>
            <p:cNvSpPr/>
            <p:nvPr/>
          </p:nvSpPr>
          <p:spPr>
            <a:xfrm>
              <a:off x="1142620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2" name="正方形/長方形 421">
              <a:extLst>
                <a:ext uri="{FF2B5EF4-FFF2-40B4-BE49-F238E27FC236}">
                  <ns2:creationId id="{15259A7A-7706-460A-7CB9-A79C19551E55}"/>
                </a:ext>
              </a:extLst>
            </p:cNvPr>
            <p:cNvSpPr/>
            <p:nvPr/>
          </p:nvSpPr>
          <p:spPr>
            <a:xfrm>
              <a:off x="1142620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3" name="正方形/長方形 422">
              <a:extLst>
                <a:ext uri="{FF2B5EF4-FFF2-40B4-BE49-F238E27FC236}">
                  <ns2:creationId id="{37927A2A-FA61-EEBB-ED51-4A2E135A8F1E}"/>
                </a:ext>
              </a:extLst>
            </p:cNvPr>
            <p:cNvSpPr/>
            <p:nvPr/>
          </p:nvSpPr>
          <p:spPr>
            <a:xfrm>
              <a:off x="1142620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87BCA7D2-064D-F239-FE29-80A6B5502B35}"/>
                </a:ext>
              </a:extLst>
            </p:cNvPr>
            <p:cNvSpPr/>
            <p:nvPr/>
          </p:nvSpPr>
          <p:spPr>
            <a:xfrm>
              <a:off x="1142620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5" name="正方形/長方形 424">
              <a:extLst>
                <a:ext uri="{FF2B5EF4-FFF2-40B4-BE49-F238E27FC236}">
                  <ns2:creationId id="{19780C63-F5B5-FDB0-E01D-835BBF54D784}"/>
                </a:ext>
              </a:extLst>
            </p:cNvPr>
            <p:cNvSpPr/>
            <p:nvPr/>
          </p:nvSpPr>
          <p:spPr>
            <a:xfrm>
              <a:off x="1142620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6" name="正方形/長方形 425">
              <a:extLst>
                <a:ext uri="{FF2B5EF4-FFF2-40B4-BE49-F238E27FC236}">
                  <ns2:creationId id="{85E7F369-0585-11D2-3372-35549AB608B3}"/>
                </a:ext>
              </a:extLst>
            </p:cNvPr>
            <p:cNvSpPr/>
            <p:nvPr/>
          </p:nvSpPr>
          <p:spPr>
            <a:xfrm>
              <a:off x="1142620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7" name="正方形/長方形 426">
              <a:extLst>
                <a:ext uri="{FF2B5EF4-FFF2-40B4-BE49-F238E27FC236}">
                  <ns2:creationId id="{8A2E8FCC-75AB-D8B9-E742-4BC081508D3B}"/>
                </a:ext>
              </a:extLst>
            </p:cNvPr>
            <p:cNvSpPr/>
            <p:nvPr/>
          </p:nvSpPr>
          <p:spPr>
            <a:xfrm>
              <a:off x="1142620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8" name="正方形/長方形 427">
              <a:extLst>
                <a:ext uri="{FF2B5EF4-FFF2-40B4-BE49-F238E27FC236}">
                  <ns2:creationId id="{AFB195AC-A1E1-AA7F-F718-8E81E84130A7}"/>
                </a:ext>
              </a:extLst>
            </p:cNvPr>
            <p:cNvSpPr/>
            <p:nvPr/>
          </p:nvSpPr>
          <p:spPr>
            <a:xfrm>
              <a:off x="1142620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9" name="正方形/長方形 428">
              <a:extLst>
                <a:ext uri="{FF2B5EF4-FFF2-40B4-BE49-F238E27FC236}">
                  <ns2:creationId id="{03C0987C-3D14-2B01-B80D-82DFAC6C934C}"/>
                </a:ext>
              </a:extLst>
            </p:cNvPr>
            <p:cNvSpPr/>
            <p:nvPr/>
          </p:nvSpPr>
          <p:spPr>
            <a:xfrm>
              <a:off x="1142620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0" name="正方形/長方形 429">
              <a:extLst>
                <a:ext uri="{FF2B5EF4-FFF2-40B4-BE49-F238E27FC236}">
                  <ns2:creationId id="{8FCC4DEB-4054-AC09-1294-347BC23C0E9D}"/>
                </a:ext>
              </a:extLst>
            </p:cNvPr>
            <p:cNvSpPr/>
            <p:nvPr/>
          </p:nvSpPr>
          <p:spPr>
            <a:xfrm>
              <a:off x="1142620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82E9673D-FB04-36AD-49B4-5E45CF0D3729}"/>
                </a:ext>
              </a:extLst>
            </p:cNvPr>
            <p:cNvSpPr/>
            <p:nvPr/>
          </p:nvSpPr>
          <p:spPr>
            <a:xfrm>
              <a:off x="1142620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2" name="正方形/長方形 431">
              <a:extLst>
                <a:ext uri="{FF2B5EF4-FFF2-40B4-BE49-F238E27FC236}">
                  <ns2:creationId id="{20C9447C-7CC9-90BD-3A6E-9A26A9877B3B}"/>
                </a:ext>
              </a:extLst>
            </p:cNvPr>
            <p:cNvSpPr/>
            <p:nvPr/>
          </p:nvSpPr>
          <p:spPr>
            <a:xfrm>
              <a:off x="1142620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3" name="正方形/長方形 432">
              <a:extLst>
                <a:ext uri="{FF2B5EF4-FFF2-40B4-BE49-F238E27FC236}">
                  <ns2:creationId id="{08E01604-AB68-00C5-722D-8900B1C7CDF9}"/>
                </a:ext>
              </a:extLst>
            </p:cNvPr>
            <p:cNvSpPr/>
            <p:nvPr/>
          </p:nvSpPr>
          <p:spPr>
            <a:xfrm>
              <a:off x="1142620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4" name="正方形/長方形 433">
              <a:extLst>
                <a:ext uri="{FF2B5EF4-FFF2-40B4-BE49-F238E27FC236}">
                  <ns2:creationId id="{D0B77EAA-D0A1-B4CC-61A8-9E38A70D45F3}"/>
                </a:ext>
              </a:extLst>
            </p:cNvPr>
            <p:cNvSpPr/>
            <p:nvPr/>
          </p:nvSpPr>
          <p:spPr>
            <a:xfrm>
              <a:off x="1142620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5" name="正方形/長方形 434">
              <a:extLst>
                <a:ext uri="{FF2B5EF4-FFF2-40B4-BE49-F238E27FC236}">
                  <ns2:creationId id="{200D9C83-DC25-C8D9-7A2D-91438151F6FF}"/>
                </a:ext>
              </a:extLst>
            </p:cNvPr>
            <p:cNvSpPr/>
            <p:nvPr/>
          </p:nvSpPr>
          <p:spPr>
            <a:xfrm>
              <a:off x="1142620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6" name="正方形/長方形 435">
              <a:extLst>
                <a:ext uri="{FF2B5EF4-FFF2-40B4-BE49-F238E27FC236}">
                  <ns2:creationId id="{206FC38A-5140-6A3B-BDA1-8A8AB5DF2CBE}"/>
                </a:ext>
              </a:extLst>
            </p:cNvPr>
            <p:cNvSpPr/>
            <p:nvPr/>
          </p:nvSpPr>
          <p:spPr>
            <a:xfrm>
              <a:off x="1142620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7" name="正方形/長方形 436">
              <a:extLst>
                <a:ext uri="{FF2B5EF4-FFF2-40B4-BE49-F238E27FC236}">
                  <ns2:creationId id="{6013CB07-29DA-60E4-1B64-D87774386EB0}"/>
                </a:ext>
              </a:extLst>
            </p:cNvPr>
            <p:cNvSpPr/>
            <p:nvPr/>
          </p:nvSpPr>
          <p:spPr>
            <a:xfrm>
              <a:off x="1142620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8" name="正方形/長方形 437">
              <a:extLst>
                <a:ext uri="{FF2B5EF4-FFF2-40B4-BE49-F238E27FC236}">
                  <ns2:creationId id="{903AFC1D-A6C4-3886-04B9-6F83856FBD17}"/>
                </a:ext>
              </a:extLst>
            </p:cNvPr>
            <p:cNvSpPr/>
            <p:nvPr/>
          </p:nvSpPr>
          <p:spPr>
            <a:xfrm>
              <a:off x="1142620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39" name="直線コネクタ 438">
              <a:extLst>
                <a:ext uri="{FF2B5EF4-FFF2-40B4-BE49-F238E27FC236}">
                  <ns2:creationId id="{136380CF-4400-0EA6-E5C7-CB3DA04496B4}"/>
                </a:ext>
              </a:extLst>
            </p:cNvPr>
            <p:cNvCxnSpPr/>
            <p:nvPr/>
          </p:nvCxnSpPr>
          <p:spPr>
            <a:xfrm>
              <a:off x="1142620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ns2:creationId id="{72724417-336E-FB1F-6653-01E109B46A62}"/>
                </a:ext>
              </a:extLst>
            </p:cNvPr>
            <p:cNvCxnSpPr/>
            <p:nvPr/>
          </p:nvCxnSpPr>
          <p:spPr>
            <a:xfrm>
              <a:off x="1142620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ns2:creationId id="{CB5C61DE-AC9F-9AEE-A447-B2932D03F463}"/>
                </a:ext>
              </a:extLst>
            </p:cNvPr>
            <p:cNvCxnSpPr/>
            <p:nvPr/>
          </p:nvCxnSpPr>
          <p:spPr>
            <a:xfrm>
              <a:off x="1142620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ns2:creationId id="{D100C1EB-0DA1-A662-3A06-4B3C51A4F633}"/>
                </a:ext>
              </a:extLst>
            </p:cNvPr>
            <p:cNvCxnSpPr/>
            <p:nvPr/>
          </p:nvCxnSpPr>
          <p:spPr>
            <a:xfrm>
              <a:off x="1142620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ns2:creationId id="{EF379C65-2F71-9C16-8FA7-78E25CC6BAE1}"/>
                </a:ext>
              </a:extLst>
            </p:cNvPr>
            <p:cNvCxnSpPr/>
            <p:nvPr/>
          </p:nvCxnSpPr>
          <p:spPr>
            <a:xfrm>
              <a:off x="1142620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直線コネクタ 443">
              <a:extLst>
                <a:ext uri="{FF2B5EF4-FFF2-40B4-BE49-F238E27FC236}">
                  <ns2:creationId id="{B7BB7659-70A6-69FB-CB8F-7FAFA9FA80C4}"/>
                </a:ext>
              </a:extLst>
            </p:cNvPr>
            <p:cNvCxnSpPr/>
            <p:nvPr/>
          </p:nvCxnSpPr>
          <p:spPr>
            <a:xfrm>
              <a:off x="1142620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直線コネクタ 444">
              <a:extLst>
                <a:ext uri="{FF2B5EF4-FFF2-40B4-BE49-F238E27FC236}">
                  <ns2:creationId id="{C933E11B-D26C-DEF2-C55B-E9620AC1944C}"/>
                </a:ext>
              </a:extLst>
            </p:cNvPr>
            <p:cNvCxnSpPr/>
            <p:nvPr/>
          </p:nvCxnSpPr>
          <p:spPr>
            <a:xfrm>
              <a:off x="1142620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ns2:creationId id="{E4A8EE6D-1D0F-0794-4344-4544FF8D4F0B}"/>
                </a:ext>
              </a:extLst>
            </p:cNvPr>
            <p:cNvCxnSpPr/>
            <p:nvPr/>
          </p:nvCxnSpPr>
          <p:spPr>
            <a:xfrm>
              <a:off x="1142620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ns2:creationId id="{44B3C303-EDB2-037A-D81A-CA6CCAEC340A}"/>
                </a:ext>
              </a:extLst>
            </p:cNvPr>
            <p:cNvCxnSpPr/>
            <p:nvPr/>
          </p:nvCxnSpPr>
          <p:spPr>
            <a:xfrm>
              <a:off x="1142620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ns2:creationId id="{7E3F1AA2-5310-CE75-C432-E3A1A8B9BFE7}"/>
                </a:ext>
              </a:extLst>
            </p:cNvPr>
            <p:cNvCxnSpPr/>
            <p:nvPr/>
          </p:nvCxnSpPr>
          <p:spPr>
            <a:xfrm>
              <a:off x="1142620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ns2:creationId id="{0AFAFB6A-D6F6-32B6-8A7F-C270EF67C7B1}"/>
                </a:ext>
              </a:extLst>
            </p:cNvPr>
            <p:cNvCxnSpPr/>
            <p:nvPr/>
          </p:nvCxnSpPr>
          <p:spPr>
            <a:xfrm>
              <a:off x="1142620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ns2:creationId id="{1A2A12A1-FF3B-4D79-8D80-63B9C4DFA97D}"/>
                </a:ext>
              </a:extLst>
            </p:cNvPr>
            <p:cNvCxnSpPr/>
            <p:nvPr/>
          </p:nvCxnSpPr>
          <p:spPr>
            <a:xfrm>
              <a:off x="1142620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0FF3BDD2-E5CA-8C07-2029-BC3B306F5F08}"/>
                </a:ext>
              </a:extLst>
            </p:cNvPr>
            <p:cNvCxnSpPr/>
            <p:nvPr/>
          </p:nvCxnSpPr>
          <p:spPr>
            <a:xfrm>
              <a:off x="1142620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ns2:creationId id="{CC559F5A-1553-7E92-59D0-DE11C8664A16}"/>
                </a:ext>
              </a:extLst>
            </p:cNvPr>
            <p:cNvCxnSpPr/>
            <p:nvPr/>
          </p:nvCxnSpPr>
          <p:spPr>
            <a:xfrm>
              <a:off x="1142620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ns2:creationId id="{0B3255DF-B1F3-85B3-C408-D357619297F1}"/>
                </a:ext>
              </a:extLst>
            </p:cNvPr>
            <p:cNvCxnSpPr/>
            <p:nvPr/>
          </p:nvCxnSpPr>
          <p:spPr>
            <a:xfrm>
              <a:off x="1142620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ns2:creationId id="{4747D9BA-58B9-5718-524F-409B980D47EB}"/>
                </a:ext>
              </a:extLst>
            </p:cNvPr>
            <p:cNvCxnSpPr/>
            <p:nvPr/>
          </p:nvCxnSpPr>
          <p:spPr>
            <a:xfrm>
              <a:off x="1142620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ns2:creationId id="{816C7B86-3661-4588-D9E8-863BFDBF8027}"/>
                </a:ext>
              </a:extLst>
            </p:cNvPr>
            <p:cNvCxnSpPr/>
            <p:nvPr/>
          </p:nvCxnSpPr>
          <p:spPr>
            <a:xfrm>
              <a:off x="1142620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59" name="グラフィックス 458" descr="評価 単色塗りつぶし">
              <a:extLst>
                <a:ext uri="{FF2B5EF4-FFF2-40B4-BE49-F238E27FC236}">
                  <ns2:creationId id="{DF662A7A-49DB-CB25-76EB-16A979B674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90577" y="2686721"/>
              <a:ext cx="182414" cy="182414"/>
            </a:xfrm>
            <a:prstGeom prst="rect">
              <a:avLst/>
            </a:prstGeom>
          </p:spPr>
        </p:pic>
        <p:pic>
          <p:nvPicPr>
            <p:cNvPr id="460" name="グラフィックス 459" descr="硬貨 単色塗りつぶし">
              <a:extLst>
                <a:ext uri="{FF2B5EF4-FFF2-40B4-BE49-F238E27FC236}">
                  <ns2:creationId id="{D31B0D12-5619-4114-7049-8B4762AFC8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0577" y="4103024"/>
              <a:ext cx="182414" cy="182414"/>
            </a:xfrm>
            <a:prstGeom prst="rect">
              <a:avLst/>
            </a:prstGeom>
          </p:spPr>
        </p:pic>
        <p:pic>
          <p:nvPicPr>
            <p:cNvPr id="461" name="グラフィックス 460" descr="トラック 単色塗りつぶし">
              <a:extLst>
                <a:ext uri="{FF2B5EF4-FFF2-40B4-BE49-F238E27FC236}">
                  <ns2:creationId id="{8831EDCA-9744-5C28-7B02-FD2B739BE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90577" y="5114670"/>
              <a:ext cx="182414" cy="18241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32802311"/>
      </p:ext>
    </p:extLst>
  </p:cSld>
  <p:clrMapOvr>
    <a:masterClrMapping/>
  </p:clrMapOvr>
</p:sld>
</file>

<file path=ppt/slides/slide26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F172412-0F3B-B099-A4C2-8BCACCCEE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BE39B9-99C4-5E45-DE56-F83D6CF648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209CD21-AA3B-7493-9EC7-A56CAFFD7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261" name="正方形/長方形 260">
            <a:extLst>
              <a:ext uri="{FF2B5EF4-FFF2-40B4-BE49-F238E27FC236}">
                <ns2:creationId id="{8E2E3123-D76B-5BEF-6800-42E234B101B3}"/>
              </a:ext>
            </a:extLst>
          </p:cNvPr>
          <p:cNvSpPr/>
          <p:nvPr/>
        </p:nvSpPr>
        <p:spPr>
          <a:xfrm>
            <a:off x="4717989" y="5365902"/>
            <a:ext cx="1548000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三角形 60">
            <a:extLst>
              <a:ext uri="{FF2B5EF4-FFF2-40B4-BE49-F238E27FC236}">
                <ns2:creationId id="{974E933C-4B92-A10F-4E1C-6498D1A99F36}"/>
              </a:ext>
            </a:extLst>
          </p:cNvPr>
          <p:cNvSpPr/>
          <p:nvPr/>
        </p:nvSpPr>
        <p:spPr>
          <a:xfrm rot="5400000">
            <a:off x="5198019" y="3729118"/>
            <a:ext cx="1980000" cy="144000"/>
          </a:xfrm>
          <a:prstGeom prst="triangle">
            <a:avLst/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56" name="グループ化 455">
            <a:extLst>
              <a:ext uri="{FF2B5EF4-FFF2-40B4-BE49-F238E27FC236}">
                <ns2:creationId id="{EF298111-CDE7-1AB2-2E6D-01BFFC68E0E7}"/>
              </a:ext>
            </a:extLst>
          </p:cNvPr>
          <p:cNvGrpSpPr/>
          <p:nvPr/>
        </p:nvGrpSpPr>
        <p:grpSpPr>
          <a:xfrm>
            <a:off x="6401442" y="1227445"/>
            <a:ext cx="5469423" cy="5081568"/>
            <a:chOff x="6401442" y="1227445"/>
            <a:chExt cx="5469423" cy="5081568"/>
          </a:xfrm>
        </p:grpSpPr>
        <p:sp>
          <p:nvSpPr>
            <p:cNvPr id="561" name="正方形/長方形 560">
              <a:extLst>
                <a:ext uri="{FF2B5EF4-FFF2-40B4-BE49-F238E27FC236}">
                  <ns2:creationId id="{F4858A5D-D683-CBEF-6265-13016311C80F}"/>
                </a:ext>
              </a:extLst>
            </p:cNvPr>
            <p:cNvSpPr/>
            <p:nvPr/>
          </p:nvSpPr>
          <p:spPr>
            <a:xfrm>
              <a:off x="9313140" y="3278922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0697F417-4612-F0C0-D541-A6C67EDE966A}"/>
                </a:ext>
              </a:extLst>
            </p:cNvPr>
            <p:cNvSpPr/>
            <p:nvPr/>
          </p:nvSpPr>
          <p:spPr>
            <a:xfrm>
              <a:off x="9313140" y="3148188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正方形/長方形 526">
              <a:extLst>
                <a:ext uri="{FF2B5EF4-FFF2-40B4-BE49-F238E27FC236}">
                  <ns2:creationId id="{88518552-00AD-688E-912E-56DF537A4612}"/>
                </a:ext>
              </a:extLst>
            </p:cNvPr>
            <p:cNvSpPr/>
            <p:nvPr/>
          </p:nvSpPr>
          <p:spPr>
            <a:xfrm>
              <a:off x="9462859" y="3028709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正方形/長方形 548">
              <a:extLst>
                <a:ext uri="{FF2B5EF4-FFF2-40B4-BE49-F238E27FC236}">
                  <ns2:creationId id="{0F447934-06AB-C105-A26A-BFA19231A22B}"/>
                </a:ext>
              </a:extLst>
            </p:cNvPr>
            <p:cNvSpPr/>
            <p:nvPr/>
          </p:nvSpPr>
          <p:spPr>
            <a:xfrm>
              <a:off x="8775368" y="2165757"/>
              <a:ext cx="171681" cy="6588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正方形/長方形 549">
              <a:extLst>
                <a:ext uri="{FF2B5EF4-FFF2-40B4-BE49-F238E27FC236}">
                  <ns2:creationId id="{A89C36C2-0629-037D-4727-9A399D8E4088}"/>
                </a:ext>
              </a:extLst>
            </p:cNvPr>
            <p:cNvSpPr/>
            <p:nvPr/>
          </p:nvSpPr>
          <p:spPr>
            <a:xfrm>
              <a:off x="8782105" y="2885629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正方形/長方形 550">
              <a:extLst>
                <a:ext uri="{FF2B5EF4-FFF2-40B4-BE49-F238E27FC236}">
                  <ns2:creationId id="{C43B0F54-7240-DA19-8C3C-E854F026D6F1}"/>
                </a:ext>
              </a:extLst>
            </p:cNvPr>
            <p:cNvSpPr/>
            <p:nvPr/>
          </p:nvSpPr>
          <p:spPr>
            <a:xfrm>
              <a:off x="8775368" y="3825206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53">
              <a:extLst>
                <a:ext uri="{FF2B5EF4-FFF2-40B4-BE49-F238E27FC236}">
                  <ns2:creationId id="{06E67395-6449-6A39-7140-13B2A41D86E8}"/>
                </a:ext>
              </a:extLst>
            </p:cNvPr>
            <p:cNvSpPr/>
            <p:nvPr/>
          </p:nvSpPr>
          <p:spPr>
            <a:xfrm>
              <a:off x="10615869" y="2881247"/>
              <a:ext cx="745456" cy="252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Shape 63">
              <a:extLst>
                <a:ext uri="{FF2B5EF4-FFF2-40B4-BE49-F238E27FC236}">
                  <ns2:creationId id="{D8BD2261-09FC-7F32-22F5-800840060371}"/>
                </a:ext>
              </a:extLst>
            </p:cNvPr>
            <p:cNvSpPr/>
            <p:nvPr/>
          </p:nvSpPr>
          <p:spPr>
            <a:xfrm>
              <a:off x="9242599" y="1316172"/>
              <a:ext cx="180000" cy="0"/>
            </a:xfrm>
            <a:prstGeom prst="line">
              <a:avLst/>
            </a:prstGeom>
            <a:noFill/>
            <a:ln w="38100">
              <a:solidFill>
                <a:srgbClr val="4E8A1A"/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Shape 65">
              <a:extLst>
                <a:ext uri="{FF2B5EF4-FFF2-40B4-BE49-F238E27FC236}">
                  <ns2:creationId id="{BE4A167F-A54A-2B68-200E-1256CAA4FC6C}"/>
                </a:ext>
              </a:extLst>
            </p:cNvPr>
            <p:cNvSpPr/>
            <p:nvPr/>
          </p:nvSpPr>
          <p:spPr>
            <a:xfrm>
              <a:off x="9242599" y="1514100"/>
              <a:ext cx="180000" cy="0"/>
            </a:xfrm>
            <a:prstGeom prst="line">
              <a:avLst/>
            </a:pr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66">
              <a:extLst>
                <a:ext uri="{FF2B5EF4-FFF2-40B4-BE49-F238E27FC236}">
                  <ns2:creationId id="{06D7E3A4-2230-D998-C3C8-A7C915711D3E}"/>
                </a:ext>
              </a:extLst>
            </p:cNvPr>
            <p:cNvSpPr/>
            <p:nvPr/>
          </p:nvSpPr>
          <p:spPr>
            <a:xfrm>
              <a:off x="9479784" y="1442205"/>
              <a:ext cx="2376000" cy="1437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>
              <a:noAutofit/>
            </a:bodyPr>
            <a:lstStyle/>
            <a:p>
              <a:pPr marL="0" indent="0" algn="l">
                <a:buNone/>
              </a:pP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正方形/長方形 62">
              <a:extLst>
                <a:ext uri="{FF2B5EF4-FFF2-40B4-BE49-F238E27FC236}">
                  <ns2:creationId id="{E0AEC863-FB97-510E-D6A3-9A26A459AFC6}"/>
                </a:ext>
              </a:extLst>
            </p:cNvPr>
            <p:cNvSpPr/>
            <p:nvPr/>
          </p:nvSpPr>
          <p:spPr>
            <a:xfrm>
              <a:off x="6402181" y="1649573"/>
              <a:ext cx="5453261" cy="21039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2" name="Text 2">
              <a:extLst>
                <a:ext uri="{FF2B5EF4-FFF2-40B4-BE49-F238E27FC236}">
                  <ns2:creationId id="{764A5135-CFAE-5A66-834C-336456F1EDF3}"/>
                </a:ext>
              </a:extLst>
            </p:cNvPr>
            <p:cNvSpPr/>
            <p:nvPr/>
          </p:nvSpPr>
          <p:spPr>
            <a:xfrm>
              <a:off x="6402182" y="1890959"/>
              <a:ext cx="1008000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Text 3">
              <a:extLst>
                <a:ext uri="{FF2B5EF4-FFF2-40B4-BE49-F238E27FC236}">
                  <ns2:creationId id="{56C9BAC9-ABA5-664D-FA40-655A164F59E6}"/>
                </a:ext>
              </a:extLst>
            </p:cNvPr>
            <p:cNvSpPr/>
            <p:nvPr/>
          </p:nvSpPr>
          <p:spPr>
            <a:xfrm>
              <a:off x="7439936" y="1890959"/>
              <a:ext cx="1836000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Text 4">
              <a:extLst>
                <a:ext uri="{FF2B5EF4-FFF2-40B4-BE49-F238E27FC236}">
                  <ns2:creationId id="{F48C12D5-3A23-5E5E-42E2-4980A42EF569}"/>
                </a:ext>
              </a:extLst>
            </p:cNvPr>
            <p:cNvSpPr/>
            <p:nvPr/>
          </p:nvSpPr>
          <p:spPr>
            <a:xfrm>
              <a:off x="9305690" y="1890959"/>
              <a:ext cx="1440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Text 5">
              <a:extLst>
                <a:ext uri="{FF2B5EF4-FFF2-40B4-BE49-F238E27FC236}">
                  <ns2:creationId id="{25E038F0-D9F6-1D0A-59AC-190474A4B2FE}"/>
                </a:ext>
              </a:extLst>
            </p:cNvPr>
            <p:cNvSpPr/>
            <p:nvPr/>
          </p:nvSpPr>
          <p:spPr>
            <a:xfrm>
              <a:off x="10775443" y="1890959"/>
              <a:ext cx="10800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4EEC907B-20AD-2CF1-02F8-39F93350098B}"/>
                </a:ext>
              </a:extLst>
            </p:cNvPr>
            <p:cNvSpPr/>
            <p:nvPr/>
          </p:nvSpPr>
          <p:spPr>
            <a:xfrm>
              <a:off x="8594865" y="5080039"/>
              <a:ext cx="3276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918E6A98-936D-FFF1-F3D7-E31481F63361}"/>
                </a:ext>
              </a:extLst>
            </p:cNvPr>
            <p:cNvSpPr/>
            <p:nvPr/>
          </p:nvSpPr>
          <p:spPr>
            <a:xfrm>
              <a:off x="9479784" y="1227445"/>
              <a:ext cx="2376000" cy="1774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ns2:creationId id="{326E9600-6647-A1B8-4984-30E35D2C328A}"/>
                </a:ext>
              </a:extLst>
            </p:cNvPr>
            <p:cNvGrpSpPr/>
            <p:nvPr/>
          </p:nvGrpSpPr>
          <p:grpSpPr>
            <a:xfrm>
              <a:off x="6402182" y="2296337"/>
              <a:ext cx="1008000" cy="977244"/>
              <a:chOff x="6402182" y="2296337"/>
              <a:chExt cx="1008000" cy="977244"/>
            </a:xfrm>
          </p:grpSpPr>
          <p:sp>
            <p:nvSpPr>
              <p:cNvPr id="497" name="正方形/長方形 496">
                <a:extLst>
                  <a:ext uri="{FF2B5EF4-FFF2-40B4-BE49-F238E27FC236}">
                    <ns2:creationId id="{87F0CA4B-3D8F-52FF-1874-CC5DDDC3C2CF}"/>
                  </a:ext>
                </a:extLst>
              </p:cNvPr>
              <p:cNvSpPr/>
              <p:nvPr/>
            </p:nvSpPr>
            <p:spPr>
              <a:xfrm>
                <a:off x="6402182" y="2296337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B2D21EC4-3BE0-2611-4756-4E1B2AEC48BB}"/>
                  </a:ext>
                </a:extLst>
              </p:cNvPr>
              <p:cNvSpPr/>
              <p:nvPr/>
            </p:nvSpPr>
            <p:spPr>
              <a:xfrm>
                <a:off x="6402182" y="2805581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01" name="正方形/長方形 500">
              <a:extLst>
                <a:ext uri="{FF2B5EF4-FFF2-40B4-BE49-F238E27FC236}">
                  <ns2:creationId id="{7C601D9C-426E-9CBF-6855-4A584D03557F}"/>
                </a:ext>
              </a:extLst>
            </p:cNvPr>
            <p:cNvSpPr/>
            <p:nvPr/>
          </p:nvSpPr>
          <p:spPr>
            <a:xfrm>
              <a:off x="6402182" y="331482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CCBE4912-18D7-C357-5119-8EEE9D90BDD7}"/>
                </a:ext>
              </a:extLst>
            </p:cNvPr>
            <p:cNvSpPr/>
            <p:nvPr/>
          </p:nvSpPr>
          <p:spPr>
            <a:xfrm>
              <a:off x="6402182" y="3824069"/>
              <a:ext cx="1008000" cy="46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4F23B522-6290-9EC2-AA56-BCE0A2D2766E}"/>
                </a:ext>
              </a:extLst>
            </p:cNvPr>
            <p:cNvSpPr/>
            <p:nvPr/>
          </p:nvSpPr>
          <p:spPr>
            <a:xfrm>
              <a:off x="6402182" y="4333313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1CF15476-9B6D-B1C9-F4A7-E048D14E8D97}"/>
                </a:ext>
              </a:extLst>
            </p:cNvPr>
            <p:cNvSpPr/>
            <p:nvPr/>
          </p:nvSpPr>
          <p:spPr>
            <a:xfrm>
              <a:off x="6402182" y="484255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" name="グループ化 30">
              <a:extLst>
                <a:ext uri="{FF2B5EF4-FFF2-40B4-BE49-F238E27FC236}">
                  <ns2:creationId id="{55530E0A-F4A7-FD13-1DC5-4AC2B3F4C697}"/>
                </a:ext>
              </a:extLst>
            </p:cNvPr>
            <p:cNvGrpSpPr/>
            <p:nvPr/>
          </p:nvGrpSpPr>
          <p:grpSpPr>
            <a:xfrm>
              <a:off x="7751336" y="2586959"/>
              <a:ext cx="1213200" cy="396000"/>
              <a:chOff x="7751336" y="2841898"/>
              <a:chExt cx="1213200" cy="396000"/>
            </a:xfrm>
          </p:grpSpPr>
          <p:sp>
            <p:nvSpPr>
              <p:cNvPr id="512" name="フローチャート: 磁気ディスク 511">
                <a:extLst>
                  <a:ext uri="{FF2B5EF4-FFF2-40B4-BE49-F238E27FC236}">
                    <ns2:creationId id="{CAEFB412-88DF-0AC6-242D-D2FC0E91702C}"/>
                  </a:ext>
                </a:extLst>
              </p:cNvPr>
              <p:cNvSpPr/>
              <p:nvPr/>
            </p:nvSpPr>
            <p:spPr>
              <a:xfrm>
                <a:off x="7751336" y="2841898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ADE5797D-AE72-9364-C840-AE25193FCD0B}"/>
                  </a:ext>
                </a:extLst>
              </p:cNvPr>
              <p:cNvSpPr/>
              <p:nvPr/>
            </p:nvSpPr>
            <p:spPr>
              <a:xfrm>
                <a:off x="7884283" y="2891919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ja-JP" altLang="en-US" sz="9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ns2:creationId id="{6C1D99FD-4EFF-C2FD-6997-97D8F786D6D8}"/>
                </a:ext>
              </a:extLst>
            </p:cNvPr>
            <p:cNvGrpSpPr/>
            <p:nvPr/>
          </p:nvGrpSpPr>
          <p:grpSpPr>
            <a:xfrm>
              <a:off x="7751336" y="3350825"/>
              <a:ext cx="1213200" cy="396000"/>
              <a:chOff x="7751336" y="3347389"/>
              <a:chExt cx="1213200" cy="396000"/>
            </a:xfrm>
          </p:grpSpPr>
          <p:sp>
            <p:nvSpPr>
              <p:cNvPr id="515" name="フローチャート: 磁気ディスク 514">
                <a:extLst>
                  <a:ext uri="{FF2B5EF4-FFF2-40B4-BE49-F238E27FC236}">
                    <ns2:creationId id="{3C3EFCED-B22B-B934-74CB-6E8877189FCB}"/>
                  </a:ext>
                </a:extLst>
              </p:cNvPr>
              <p:cNvSpPr/>
              <p:nvPr/>
            </p:nvSpPr>
            <p:spPr>
              <a:xfrm>
                <a:off x="7751336" y="3347389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BEA2F7AF-EBE6-E83D-B762-E35C139E74CD}"/>
                  </a:ext>
                </a:extLst>
              </p:cNvPr>
              <p:cNvSpPr/>
              <p:nvPr/>
            </p:nvSpPr>
            <p:spPr>
              <a:xfrm>
                <a:off x="7884283" y="3397410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accent5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ns2:creationId id="{93B38C22-EDE3-8860-F31F-654CA5300101}"/>
                </a:ext>
              </a:extLst>
            </p:cNvPr>
            <p:cNvGrpSpPr/>
            <p:nvPr/>
          </p:nvGrpSpPr>
          <p:grpSpPr>
            <a:xfrm>
              <a:off x="7751336" y="3860069"/>
              <a:ext cx="1213200" cy="396000"/>
              <a:chOff x="7751336" y="3861748"/>
              <a:chExt cx="1213200" cy="396000"/>
            </a:xfrm>
          </p:grpSpPr>
          <p:sp>
            <p:nvSpPr>
              <p:cNvPr id="518" name="フローチャート: 磁気ディスク 517">
                <a:extLst>
                  <a:ext uri="{FF2B5EF4-FFF2-40B4-BE49-F238E27FC236}">
                    <ns2:creationId id="{53EF7454-D034-53A4-AFA2-E7C1D8826E1E}"/>
                  </a:ext>
                </a:extLst>
              </p:cNvPr>
              <p:cNvSpPr/>
              <p:nvPr/>
            </p:nvSpPr>
            <p:spPr>
              <a:xfrm>
                <a:off x="7751336" y="3861748"/>
                <a:ext cx="1213200" cy="396000"/>
              </a:xfrm>
              <a:prstGeom prst="flowChartMagneticDisk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7BEC42FE-2E83-FA33-67E3-9B33F3D52962}"/>
                  </a:ext>
                </a:extLst>
              </p:cNvPr>
              <p:cNvSpPr/>
              <p:nvPr/>
            </p:nvSpPr>
            <p:spPr>
              <a:xfrm>
                <a:off x="7884283" y="3911769"/>
                <a:ext cx="936000" cy="295958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297907E5-F4B8-BF58-90F4-3F3AEEB1516D}"/>
                </a:ext>
              </a:extLst>
            </p:cNvPr>
            <p:cNvGrpSpPr/>
            <p:nvPr/>
          </p:nvGrpSpPr>
          <p:grpSpPr>
            <a:xfrm>
              <a:off x="7751336" y="4369313"/>
              <a:ext cx="1213200" cy="396000"/>
              <a:chOff x="7751336" y="4369073"/>
              <a:chExt cx="1213200" cy="396000"/>
            </a:xfrm>
          </p:grpSpPr>
          <p:sp>
            <p:nvSpPr>
              <p:cNvPr id="521" name="フローチャート: 磁気ディスク 520">
                <a:extLst>
                  <a:ext uri="{FF2B5EF4-FFF2-40B4-BE49-F238E27FC236}">
                    <ns2:creationId id="{AD1A8034-57A6-60A0-8C52-1C599910F534}"/>
                  </a:ext>
                </a:extLst>
              </p:cNvPr>
              <p:cNvSpPr/>
              <p:nvPr/>
            </p:nvSpPr>
            <p:spPr>
              <a:xfrm>
                <a:off x="7751336" y="4369073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3125A735-C8A6-6041-14C6-CBE3AFDB0935}"/>
                  </a:ext>
                </a:extLst>
              </p:cNvPr>
              <p:cNvSpPr/>
              <p:nvPr/>
            </p:nvSpPr>
            <p:spPr>
              <a:xfrm>
                <a:off x="7884283" y="4419094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00"/>
                  </a:lnSpc>
                </a:pP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正方形/長方形 524">
              <a:extLst>
                <a:ext uri="{FF2B5EF4-FFF2-40B4-BE49-F238E27FC236}">
                  <ns2:creationId id="{6BDED447-4477-FB93-13BD-F1BAD21FD66A}"/>
                </a:ext>
              </a:extLst>
            </p:cNvPr>
            <p:cNvSpPr/>
            <p:nvPr/>
          </p:nvSpPr>
          <p:spPr>
            <a:xfrm>
              <a:off x="9462859" y="2298925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正方形/長方形 528">
              <a:extLst>
                <a:ext uri="{FF2B5EF4-FFF2-40B4-BE49-F238E27FC236}">
                  <ns2:creationId id="{5DEB5BB3-C397-9FAF-1D4F-2DAB63F5272D}"/>
                </a:ext>
              </a:extLst>
            </p:cNvPr>
            <p:cNvSpPr/>
            <p:nvPr/>
          </p:nvSpPr>
          <p:spPr>
            <a:xfrm>
              <a:off x="9462859" y="3758493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05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1" name="正方形/長方形 530">
              <a:extLst>
                <a:ext uri="{FF2B5EF4-FFF2-40B4-BE49-F238E27FC236}">
                  <ns2:creationId id="{A1C1AE41-9F1E-FD05-C3FD-76DCF7AFE7EE}"/>
                </a:ext>
              </a:extLst>
            </p:cNvPr>
            <p:cNvSpPr/>
            <p:nvPr/>
          </p:nvSpPr>
          <p:spPr>
            <a:xfrm>
              <a:off x="9462859" y="4488278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5" name="直線矢印コネクタ 534">
              <a:extLst>
                <a:ext uri="{FF2B5EF4-FFF2-40B4-BE49-F238E27FC236}">
                  <ns2:creationId id="{2FBBC497-A10E-6875-DAD1-777078EEDB91}"/>
                </a:ext>
              </a:extLst>
            </p:cNvPr>
            <p:cNvCxnSpPr>
              <a:stCxn id="503" idx="3"/>
              <a:endCxn id="518" idx="2"/>
            </p:cNvCxnSpPr>
            <p:nvPr/>
          </p:nvCxnSpPr>
          <p:spPr>
            <a:xfrm>
              <a:off x="7410182" y="4058069"/>
              <a:ext cx="34115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矢印コネクタ 536">
              <a:extLst>
                <a:ext uri="{FF2B5EF4-FFF2-40B4-BE49-F238E27FC236}">
                  <ns2:creationId id="{74BE7016-7040-912F-C38A-27C92D0B6F40}"/>
                </a:ext>
              </a:extLst>
            </p:cNvPr>
            <p:cNvCxnSpPr>
              <a:stCxn id="505" idx="3"/>
              <a:endCxn id="521" idx="2"/>
            </p:cNvCxnSpPr>
            <p:nvPr/>
          </p:nvCxnSpPr>
          <p:spPr>
            <a:xfrm>
              <a:off x="7410182" y="4567313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矢印コネクタ 538">
              <a:extLst>
                <a:ext uri="{FF2B5EF4-FFF2-40B4-BE49-F238E27FC236}">
                  <ns2:creationId id="{6D705E4A-117A-31C2-39B2-9B882C6C3F49}"/>
                </a:ext>
              </a:extLst>
            </p:cNvPr>
            <p:cNvCxnSpPr>
              <a:stCxn id="501" idx="3"/>
              <a:endCxn id="515" idx="2"/>
            </p:cNvCxnSpPr>
            <p:nvPr/>
          </p:nvCxnSpPr>
          <p:spPr>
            <a:xfrm>
              <a:off x="7410182" y="3548825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コネクタ: カギ線 540">
              <a:extLst>
                <a:ext uri="{FF2B5EF4-FFF2-40B4-BE49-F238E27FC236}">
                  <ns2:creationId id="{884DD732-B717-B08D-61AA-5E93D7EBD104}"/>
                </a:ext>
              </a:extLst>
            </p:cNvPr>
            <p:cNvCxnSpPr>
              <a:stCxn id="497" idx="3"/>
              <a:endCxn id="512" idx="2"/>
            </p:cNvCxnSpPr>
            <p:nvPr/>
          </p:nvCxnSpPr>
          <p:spPr>
            <a:xfrm>
              <a:off x="7410182" y="2530337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四角形: 角を丸くする 545">
              <a:extLst>
                <a:ext uri="{FF2B5EF4-FFF2-40B4-BE49-F238E27FC236}">
                  <ns2:creationId id="{EAD2E971-7A3C-CC12-9552-FA86E4C447EE}"/>
                </a:ext>
              </a:extLst>
            </p:cNvPr>
            <p:cNvSpPr/>
            <p:nvPr/>
          </p:nvSpPr>
          <p:spPr>
            <a:xfrm>
              <a:off x="7608350" y="2255520"/>
              <a:ext cx="1487867" cy="2664758"/>
            </a:xfrm>
            <a:prstGeom prst="roundRect">
              <a:avLst>
                <a:gd name="adj" fmla="val 4822"/>
              </a:avLst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5" name="コネクタ: カギ線 564">
              <a:extLst>
                <a:ext uri="{FF2B5EF4-FFF2-40B4-BE49-F238E27FC236}">
                  <ns2:creationId id="{5CD68430-9C8E-FD31-0244-601DAE3A9223}"/>
                </a:ext>
              </a:extLst>
            </p:cNvPr>
            <p:cNvCxnSpPr>
              <a:cxnSpLocks/>
              <a:endCxn id="527" idx="1"/>
            </p:cNvCxnSpPr>
            <p:nvPr/>
          </p:nvCxnSpPr>
          <p:spPr>
            <a:xfrm flipV="1">
              <a:off x="7372978" y="3244709"/>
              <a:ext cx="2089881" cy="1830032"/>
            </a:xfrm>
            <a:prstGeom prst="bentConnector3">
              <a:avLst>
                <a:gd name="adj1" fmla="val 92295"/>
              </a:avLst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コネクタ: カギ線 553">
              <a:extLst>
                <a:ext uri="{FF2B5EF4-FFF2-40B4-BE49-F238E27FC236}">
                  <ns2:creationId id="{D9E3B02A-7D31-8EA6-3702-E16D28C7DF07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4154606"/>
              <a:ext cx="360000" cy="540000"/>
            </a:xfrm>
            <a:prstGeom prst="bentConnector3">
              <a:avLst>
                <a:gd name="adj1" fmla="val 35000"/>
              </a:avLst>
            </a:prstGeom>
            <a:ln w="952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矢印コネクタ 590">
              <a:extLst>
                <a:ext uri="{FF2B5EF4-FFF2-40B4-BE49-F238E27FC236}">
                  <ns2:creationId id="{B935EBF5-C81B-D4AD-1EEF-1C04A783CF52}"/>
                </a:ext>
              </a:extLst>
            </p:cNvPr>
            <p:cNvCxnSpPr>
              <a:stCxn id="527" idx="2"/>
              <a:endCxn id="529" idx="0"/>
            </p:cNvCxnSpPr>
            <p:nvPr/>
          </p:nvCxnSpPr>
          <p:spPr>
            <a:xfrm>
              <a:off x="10047836" y="3460709"/>
              <a:ext cx="0" cy="297784"/>
            </a:xfrm>
            <a:prstGeom prst="straightConnector1">
              <a:avLst/>
            </a:prstGeom>
            <a:ln w="381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Text 13">
              <a:extLst>
                <a:ext uri="{FF2B5EF4-FFF2-40B4-BE49-F238E27FC236}">
                  <ns2:creationId id="{2A440B44-B5FE-4D5B-22B2-11CEF929B140}"/>
                </a:ext>
              </a:extLst>
            </p:cNvPr>
            <p:cNvSpPr/>
            <p:nvPr/>
          </p:nvSpPr>
          <p:spPr>
            <a:xfrm>
              <a:off x="11101823" y="264309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4" name="グラフィックス 593" descr="オフィス ワーカー (男性) 単色塗りつぶし">
              <a:extLst>
                <a:ext uri="{FF2B5EF4-FFF2-40B4-BE49-F238E27FC236}">
                  <ns2:creationId id="{AF9A7BAC-06D9-DE17-229B-E0322A79B7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1281823" y="2352925"/>
              <a:ext cx="324000" cy="324000"/>
            </a:xfrm>
            <a:prstGeom prst="rect">
              <a:avLst/>
            </a:prstGeom>
          </p:spPr>
        </p:pic>
        <p:sp>
          <p:nvSpPr>
            <p:cNvPr id="596" name="Text 61">
              <a:extLst>
                <a:ext uri="{FF2B5EF4-FFF2-40B4-BE49-F238E27FC236}">
                  <ns2:creationId id="{AFBB90A8-710D-6BA7-81DF-28BFD43C2023}"/>
                </a:ext>
              </a:extLst>
            </p:cNvPr>
            <p:cNvSpPr/>
            <p:nvPr/>
          </p:nvSpPr>
          <p:spPr>
            <a:xfrm>
              <a:off x="11101823" y="4834616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7" name="グラフィックス 596" descr="男性のプロフィール 単色塗りつぶし">
              <a:extLst>
                <a:ext uri="{FF2B5EF4-FFF2-40B4-BE49-F238E27FC236}">
                  <ns2:creationId id="{5F8E866A-6BFB-E5CB-CAC1-6928791032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1281823" y="4542278"/>
              <a:ext cx="324000" cy="324000"/>
            </a:xfrm>
            <a:prstGeom prst="rect">
              <a:avLst/>
            </a:prstGeom>
          </p:spPr>
        </p:pic>
        <p:sp>
          <p:nvSpPr>
            <p:cNvPr id="396" name="Text 56">
              <a:extLst>
                <a:ext uri="{FF2B5EF4-FFF2-40B4-BE49-F238E27FC236}">
                  <ns2:creationId id="{AE0A966C-68B7-1A74-15B5-8AD7150B2824}"/>
                </a:ext>
              </a:extLst>
            </p:cNvPr>
            <p:cNvSpPr/>
            <p:nvPr/>
          </p:nvSpPr>
          <p:spPr>
            <a:xfrm>
              <a:off x="11101823" y="4131728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6" name="グラフィックス 615" descr="歯車付きの頭 単色塗りつぶし">
              <a:extLst>
                <a:ext uri="{FF2B5EF4-FFF2-40B4-BE49-F238E27FC236}">
                  <ns2:creationId id="{DE331CE2-F827-3AC1-C50E-1A1AC12AE8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281823" y="3812493"/>
              <a:ext cx="324000" cy="324000"/>
            </a:xfrm>
            <a:prstGeom prst="rect">
              <a:avLst/>
            </a:prstGeom>
          </p:spPr>
        </p:pic>
        <p:sp>
          <p:nvSpPr>
            <p:cNvPr id="391" name="Text 51">
              <a:extLst>
                <a:ext uri="{FF2B5EF4-FFF2-40B4-BE49-F238E27FC236}">
                  <ns2:creationId id="{65228011-1C1D-CC5E-E43C-AF33EB0B3557}"/>
                </a:ext>
              </a:extLst>
            </p:cNvPr>
            <p:cNvSpPr/>
            <p:nvPr/>
          </p:nvSpPr>
          <p:spPr>
            <a:xfrm>
              <a:off x="11101823" y="342194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8" name="グラフィックス 617" descr="顕微鏡 単色塗りつぶし">
              <a:extLst>
                <a:ext uri="{FF2B5EF4-FFF2-40B4-BE49-F238E27FC236}">
                  <ns2:creationId id="{FFA1DCF1-6933-5333-ABAD-6072AFF66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1281823" y="3082709"/>
              <a:ext cx="324000" cy="324000"/>
            </a:xfrm>
            <a:prstGeom prst="rect">
              <a:avLst/>
            </a:prstGeom>
          </p:spPr>
        </p:pic>
        <p:cxnSp>
          <p:nvCxnSpPr>
            <p:cNvPr id="624" name="直線矢印コネクタ 623">
              <a:extLst>
                <a:ext uri="{FF2B5EF4-FFF2-40B4-BE49-F238E27FC236}">
                  <ns2:creationId id="{72AAF583-2622-2111-1717-A736400D963C}"/>
                </a:ext>
              </a:extLst>
            </p:cNvPr>
            <p:cNvCxnSpPr>
              <a:cxnSpLocks/>
              <a:stCxn id="525" idx="3"/>
              <a:endCxn id="594" idx="1"/>
            </p:cNvCxnSpPr>
            <p:nvPr/>
          </p:nvCxnSpPr>
          <p:spPr>
            <a:xfrm>
              <a:off x="10632813" y="2514925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矢印コネクタ 625">
              <a:extLst>
                <a:ext uri="{FF2B5EF4-FFF2-40B4-BE49-F238E27FC236}">
                  <ns2:creationId id="{0A252A1E-BE05-82E8-E56B-AD93FB40B108}"/>
                </a:ext>
              </a:extLst>
            </p:cNvPr>
            <p:cNvCxnSpPr>
              <a:cxnSpLocks/>
              <a:stCxn id="527" idx="3"/>
              <a:endCxn id="618" idx="1"/>
            </p:cNvCxnSpPr>
            <p:nvPr/>
          </p:nvCxnSpPr>
          <p:spPr>
            <a:xfrm>
              <a:off x="10632813" y="3244709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矢印コネクタ 627">
              <a:extLst>
                <a:ext uri="{FF2B5EF4-FFF2-40B4-BE49-F238E27FC236}">
                  <ns2:creationId id="{6E8A4E77-311E-4B0D-E7A1-CB1FE78D3251}"/>
                </a:ext>
              </a:extLst>
            </p:cNvPr>
            <p:cNvCxnSpPr>
              <a:cxnSpLocks/>
              <a:stCxn id="529" idx="3"/>
              <a:endCxn id="616" idx="1"/>
            </p:cNvCxnSpPr>
            <p:nvPr/>
          </p:nvCxnSpPr>
          <p:spPr>
            <a:xfrm>
              <a:off x="10632813" y="3974493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0" name="直線矢印コネクタ 629">
              <a:extLst>
                <a:ext uri="{FF2B5EF4-FFF2-40B4-BE49-F238E27FC236}">
                  <ns2:creationId id="{9A9F09A3-5C0D-EDCF-D269-BCE3797CC4B0}"/>
                </a:ext>
              </a:extLst>
            </p:cNvPr>
            <p:cNvCxnSpPr>
              <a:cxnSpLocks/>
              <a:stCxn id="531" idx="3"/>
              <a:endCxn id="597" idx="1"/>
            </p:cNvCxnSpPr>
            <p:nvPr/>
          </p:nvCxnSpPr>
          <p:spPr>
            <a:xfrm>
              <a:off x="10632813" y="4704278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62">
              <a:extLst>
                <a:ext uri="{FF2B5EF4-FFF2-40B4-BE49-F238E27FC236}">
                  <ns2:creationId id="{A831871F-0A72-9B89-6BA1-FFE18CC0CE28}"/>
                </a:ext>
              </a:extLst>
            </p:cNvPr>
            <p:cNvSpPr/>
            <p:nvPr/>
          </p:nvSpPr>
          <p:spPr>
            <a:xfrm>
              <a:off x="6401442" y="1339555"/>
              <a:ext cx="5454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8" name="グラフィックス 87" descr="将来 枠線">
              <a:extLst>
                <a:ext uri="{FF2B5EF4-FFF2-40B4-BE49-F238E27FC236}">
                  <ns2:creationId id="{95819964-DCCF-B1A6-4199-5186EB1DAE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492604" y="1256431"/>
              <a:ext cx="360000" cy="360000"/>
            </a:xfrm>
            <a:prstGeom prst="rect">
              <a:avLst/>
            </a:prstGeom>
          </p:spPr>
        </p:pic>
        <p:cxnSp>
          <p:nvCxnSpPr>
            <p:cNvPr id="90" name="直線コネクタ 89">
              <a:extLst>
                <a:ext uri="{FF2B5EF4-FFF2-40B4-BE49-F238E27FC236}">
                  <ns2:creationId id="{C7960587-AE76-4AF8-1F8B-27D506336583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42" y="1619150"/>
              <a:ext cx="5454000" cy="694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正方形/長方形 97">
              <a:extLst>
                <a:ext uri="{FF2B5EF4-FFF2-40B4-BE49-F238E27FC236}">
                  <ns2:creationId id="{2E2CEE65-CA7B-1F52-985C-F069F89DF67A}"/>
                </a:ext>
              </a:extLst>
            </p:cNvPr>
            <p:cNvSpPr/>
            <p:nvPr/>
          </p:nvSpPr>
          <p:spPr>
            <a:xfrm>
              <a:off x="6402182" y="5338272"/>
              <a:ext cx="216000" cy="970741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5CACFAE-745A-AB85-EF90-733E404C7064}"/>
                </a:ext>
              </a:extLst>
            </p:cNvPr>
            <p:cNvSpPr/>
            <p:nvPr/>
          </p:nvSpPr>
          <p:spPr>
            <a:xfrm>
              <a:off x="6652111" y="5335929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Text 46">
              <a:extLst>
                <a:ext uri="{FF2B5EF4-FFF2-40B4-BE49-F238E27FC236}">
                  <ns2:creationId id="{0A2148F7-347A-D3C0-95CD-AF22F8F704EC}"/>
                </a:ext>
              </a:extLst>
            </p:cNvPr>
            <p:cNvSpPr/>
            <p:nvPr/>
          </p:nvSpPr>
          <p:spPr>
            <a:xfrm>
              <a:off x="7439936" y="5336499"/>
              <a:ext cx="1836000" cy="468000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右矢印 59">
              <a:extLst>
                <a:ext uri="{FF2B5EF4-FFF2-40B4-BE49-F238E27FC236}">
                  <ns2:creationId id="{F15292E2-4627-1B25-5E3C-D96E5F1BE155}"/>
                </a:ext>
              </a:extLst>
            </p:cNvPr>
            <p:cNvSpPr/>
            <p:nvPr/>
          </p:nvSpPr>
          <p:spPr>
            <a:xfrm>
              <a:off x="6975138" y="5425432"/>
              <a:ext cx="435044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DDDF7C69-7F42-A904-6CDA-F9CDA31927A0}"/>
                </a:ext>
              </a:extLst>
            </p:cNvPr>
            <p:cNvSpPr/>
            <p:nvPr/>
          </p:nvSpPr>
          <p:spPr>
            <a:xfrm>
              <a:off x="6652111" y="5839873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endParaRPr kumimoji="1"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Text 48">
              <a:extLst>
                <a:ext uri="{FF2B5EF4-FFF2-40B4-BE49-F238E27FC236}">
                  <ns2:creationId id="{CD708C6C-113B-B652-0901-0987845FBCBB}"/>
                </a:ext>
              </a:extLst>
            </p:cNvPr>
            <p:cNvSpPr/>
            <p:nvPr/>
          </p:nvSpPr>
          <p:spPr>
            <a:xfrm>
              <a:off x="9305690" y="5840443"/>
              <a:ext cx="1440000" cy="468000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右矢印 59">
              <a:extLst>
                <a:ext uri="{FF2B5EF4-FFF2-40B4-BE49-F238E27FC236}">
                  <ns2:creationId id="{DCBEC42F-6715-821B-A866-A0F69DCB230E}"/>
                </a:ext>
              </a:extLst>
            </p:cNvPr>
            <p:cNvSpPr/>
            <p:nvPr/>
          </p:nvSpPr>
          <p:spPr>
            <a:xfrm>
              <a:off x="6926605" y="5929376"/>
              <a:ext cx="2346296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0" name="正方形/長方形 509">
              <a:extLst>
                <a:ext uri="{FF2B5EF4-FFF2-40B4-BE49-F238E27FC236}">
                  <ns2:creationId id="{B45DC35E-0943-248E-E96D-57D4160A9D65}"/>
                </a:ext>
              </a:extLst>
            </p:cNvPr>
            <p:cNvSpPr/>
            <p:nvPr/>
          </p:nvSpPr>
          <p:spPr>
            <a:xfrm>
              <a:off x="7715689" y="2174071"/>
              <a:ext cx="1284495" cy="324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6" name="コネクタ: カギ線 35">
              <a:extLst>
                <a:ext uri="{FF2B5EF4-FFF2-40B4-BE49-F238E27FC236}">
                  <ns2:creationId id="{9B407DCC-F696-1B39-6C1F-A740D98A1005}"/>
                </a:ext>
              </a:extLst>
            </p:cNvPr>
            <p:cNvCxnSpPr>
              <a:cxnSpLocks/>
              <a:stCxn id="499" idx="3"/>
              <a:endCxn id="512" idx="2"/>
            </p:cNvCxnSpPr>
            <p:nvPr/>
          </p:nvCxnSpPr>
          <p:spPr>
            <a:xfrm flipV="1">
              <a:off x="7410182" y="2784959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矢印コネクタ 42">
              <a:extLst>
                <a:ext uri="{FF2B5EF4-FFF2-40B4-BE49-F238E27FC236}">
                  <ns2:creationId id="{B1E3C047-04AC-85DE-4F7C-7013EB750382}"/>
                </a:ext>
              </a:extLst>
            </p:cNvPr>
            <p:cNvCxnSpPr/>
            <p:nvPr/>
          </p:nvCxnSpPr>
          <p:spPr>
            <a:xfrm>
              <a:off x="9101461" y="2527239"/>
              <a:ext cx="360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52569084-0AC2-8E73-F533-FB3427734F0D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3137967"/>
              <a:ext cx="36000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5" name="グループ化 454">
            <a:extLst>
              <a:ext uri="{FF2B5EF4-FFF2-40B4-BE49-F238E27FC236}">
                <ns2:creationId id="{FFDBBBF4-9F4B-8EF5-2806-348F7B38E16E}"/>
              </a:ext>
            </a:extLst>
          </p:cNvPr>
          <p:cNvGrpSpPr/>
          <p:nvPr/>
        </p:nvGrpSpPr>
        <p:grpSpPr>
          <a:xfrm>
            <a:off x="343629" y="1276140"/>
            <a:ext cx="5731962" cy="5049957"/>
            <a:chOff x="343629" y="1276140"/>
            <a:chExt cx="5731962" cy="5049957"/>
          </a:xfrm>
        </p:grpSpPr>
        <p:sp>
          <p:nvSpPr>
            <p:cNvPr id="426" name="正方形/長方形 425">
              <a:extLst>
                <a:ext uri="{FF2B5EF4-FFF2-40B4-BE49-F238E27FC236}">
                  <ns2:creationId id="{6B59ED94-94B8-3AA0-8057-6927114A0DBF}"/>
                </a:ext>
              </a:extLst>
            </p:cNvPr>
            <p:cNvSpPr/>
            <p:nvPr/>
          </p:nvSpPr>
          <p:spPr>
            <a:xfrm>
              <a:off x="4303564" y="3975367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46A8B958-751D-78FA-084B-5A44F83F9206}"/>
                </a:ext>
              </a:extLst>
            </p:cNvPr>
            <p:cNvSpPr/>
            <p:nvPr/>
          </p:nvSpPr>
          <p:spPr>
            <a:xfrm>
              <a:off x="4297864" y="399436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A82DEC9F-A531-8936-1EB6-5A6F714512FA}"/>
                </a:ext>
              </a:extLst>
            </p:cNvPr>
            <p:cNvSpPr/>
            <p:nvPr/>
          </p:nvSpPr>
          <p:spPr>
            <a:xfrm>
              <a:off x="3599256" y="2527239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Text 46">
              <a:extLst>
                <a:ext uri="{FF2B5EF4-FFF2-40B4-BE49-F238E27FC236}">
                  <ns2:creationId id="{27D59F8A-049A-EC8C-C069-F54707D2558B}"/>
                </a:ext>
              </a:extLst>
            </p:cNvPr>
            <p:cNvSpPr/>
            <p:nvPr/>
          </p:nvSpPr>
          <p:spPr>
            <a:xfrm>
              <a:off x="2364643" y="5334791"/>
              <a:ext cx="1767600" cy="494588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Text 48">
              <a:extLst>
                <a:ext uri="{FF2B5EF4-FFF2-40B4-BE49-F238E27FC236}">
                  <ns2:creationId id="{7A9F69C4-5032-8231-4251-0259E44C83C9}"/>
                </a:ext>
              </a:extLst>
            </p:cNvPr>
            <p:cNvSpPr/>
            <p:nvPr/>
          </p:nvSpPr>
          <p:spPr>
            <a:xfrm>
              <a:off x="4153864" y="5831968"/>
              <a:ext cx="1296000" cy="494129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54" name="グループ化 453">
              <a:extLst>
                <a:ext uri="{FF2B5EF4-FFF2-40B4-BE49-F238E27FC236}">
                  <ns2:creationId id="{514A6774-4606-89CA-C0C5-2B594B2E1E67}"/>
                </a:ext>
              </a:extLst>
            </p:cNvPr>
            <p:cNvGrpSpPr/>
            <p:nvPr/>
          </p:nvGrpSpPr>
          <p:grpSpPr>
            <a:xfrm>
              <a:off x="2585282" y="1442204"/>
              <a:ext cx="3490309" cy="143792"/>
              <a:chOff x="2585282" y="1275292"/>
              <a:chExt cx="3490309" cy="143792"/>
            </a:xfrm>
          </p:grpSpPr>
          <p:sp>
            <p:nvSpPr>
              <p:cNvPr id="105" name="Shape 52">
                <a:extLst>
                  <a:ext uri="{FF2B5EF4-FFF2-40B4-BE49-F238E27FC236}">
                    <ns2:creationId id="{C3117167-27A9-9F1E-F12A-79717D329775}"/>
                  </a:ext>
                </a:extLst>
              </p:cNvPr>
              <p:cNvSpPr/>
              <p:nvPr/>
            </p:nvSpPr>
            <p:spPr>
              <a:xfrm>
                <a:off x="2585282" y="1347188"/>
                <a:ext cx="282156" cy="0"/>
              </a:xfrm>
              <a:prstGeom prst="line">
                <a:avLst/>
              </a:prstGeom>
              <a:noFill/>
              <a:ln w="12700">
                <a:solidFill>
                  <a:srgbClr val="D8452F"/>
                </a:solidFill>
                <a:prstDash val="dash"/>
              </a:ln>
            </p:spPr>
            <p:txBody>
              <a:bodyPr wrap="square">
                <a:noAutofit/>
              </a:bodyPr>
              <a:lstStyle/>
              <a:p>
                <a:endPara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7" name="Text 53">
                <a:extLst>
                  <a:ext uri="{FF2B5EF4-FFF2-40B4-BE49-F238E27FC236}">
                    <ns2:creationId id="{CB1BD25E-991A-EECB-3ED7-101622883F45}"/>
                  </a:ext>
                </a:extLst>
              </p:cNvPr>
              <p:cNvSpPr/>
              <p:nvPr/>
            </p:nvSpPr>
            <p:spPr>
              <a:xfrm>
                <a:off x="2907591" y="1275292"/>
                <a:ext cx="3168000" cy="143792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marL="0" indent="0" algn="l">
                  <a:buNone/>
                </a:pP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72" name="Text 2">
              <a:extLst>
                <a:ext uri="{FF2B5EF4-FFF2-40B4-BE49-F238E27FC236}">
                  <ns2:creationId id="{C417BE9C-D62A-B6B9-6DEA-E158290300F8}"/>
                </a:ext>
              </a:extLst>
            </p:cNvPr>
            <p:cNvSpPr/>
            <p:nvPr/>
          </p:nvSpPr>
          <p:spPr>
            <a:xfrm>
              <a:off x="830675" y="1881853"/>
              <a:ext cx="1521817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3" name="Text 3">
              <a:extLst>
                <a:ext uri="{FF2B5EF4-FFF2-40B4-BE49-F238E27FC236}">
                  <ns2:creationId id="{4895D44A-4745-AB3D-89B4-1619114E79D4}"/>
                </a:ext>
              </a:extLst>
            </p:cNvPr>
            <p:cNvSpPr/>
            <p:nvPr/>
          </p:nvSpPr>
          <p:spPr>
            <a:xfrm>
              <a:off x="2364643" y="1881853"/>
              <a:ext cx="1767175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4" name="Text 4">
              <a:extLst>
                <a:ext uri="{FF2B5EF4-FFF2-40B4-BE49-F238E27FC236}">
                  <ns2:creationId id="{00534E83-F0D8-2700-6494-DA09799E34F5}"/>
                </a:ext>
              </a:extLst>
            </p:cNvPr>
            <p:cNvSpPr/>
            <p:nvPr/>
          </p:nvSpPr>
          <p:spPr>
            <a:xfrm>
              <a:off x="4153864" y="1881853"/>
              <a:ext cx="1296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Text 5">
              <a:extLst>
                <a:ext uri="{FF2B5EF4-FFF2-40B4-BE49-F238E27FC236}">
                  <ns2:creationId id="{EB9A5EA2-0026-FACE-85CC-0383D6E0234F}"/>
                </a:ext>
              </a:extLst>
            </p:cNvPr>
            <p:cNvSpPr/>
            <p:nvPr/>
          </p:nvSpPr>
          <p:spPr>
            <a:xfrm>
              <a:off x="5473997" y="1881853"/>
              <a:ext cx="5666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6">
              <a:extLst>
                <a:ext uri="{FF2B5EF4-FFF2-40B4-BE49-F238E27FC236}">
                  <ns2:creationId id="{E5ABA4B3-9519-7856-5CFA-16A2D3E80666}"/>
                </a:ext>
              </a:extLst>
            </p:cNvPr>
            <p:cNvSpPr/>
            <p:nvPr/>
          </p:nvSpPr>
          <p:spPr>
            <a:xfrm>
              <a:off x="830675" y="213504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Text 22">
              <a:extLst>
                <a:ext uri="{FF2B5EF4-FFF2-40B4-BE49-F238E27FC236}">
                  <ns2:creationId id="{B744E518-3211-EF4A-3600-55E3FC4674D1}"/>
                </a:ext>
              </a:extLst>
            </p:cNvPr>
            <p:cNvSpPr/>
            <p:nvPr/>
          </p:nvSpPr>
          <p:spPr>
            <a:xfrm>
              <a:off x="830675" y="304940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Text 38">
              <a:extLst>
                <a:ext uri="{FF2B5EF4-FFF2-40B4-BE49-F238E27FC236}">
                  <ns2:creationId id="{7D6C7EC7-722D-468C-E475-6B8E41B7135C}"/>
                </a:ext>
              </a:extLst>
            </p:cNvPr>
            <p:cNvSpPr/>
            <p:nvPr/>
          </p:nvSpPr>
          <p:spPr>
            <a:xfrm>
              <a:off x="830675" y="3963766"/>
              <a:ext cx="550110" cy="1346358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Text 44">
              <a:extLst>
                <a:ext uri="{FF2B5EF4-FFF2-40B4-BE49-F238E27FC236}">
                  <ns2:creationId id="{7F897EC1-251B-298D-870D-8C2EBE1EE9B8}"/>
                </a:ext>
              </a:extLst>
            </p:cNvPr>
            <p:cNvSpPr/>
            <p:nvPr/>
          </p:nvSpPr>
          <p:spPr>
            <a:xfrm>
              <a:off x="2640999" y="4012199"/>
              <a:ext cx="1214462" cy="8766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62">
              <a:extLst>
                <a:ext uri="{FF2B5EF4-FFF2-40B4-BE49-F238E27FC236}">
                  <ns2:creationId id="{F2641B5F-CA71-1CDE-E534-86CCE6EAD949}"/>
                </a:ext>
              </a:extLst>
            </p:cNvPr>
            <p:cNvSpPr/>
            <p:nvPr/>
          </p:nvSpPr>
          <p:spPr>
            <a:xfrm>
              <a:off x="830675" y="1649573"/>
              <a:ext cx="5209922" cy="2088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B94F66DA-7476-EFD3-8789-4D0A8E4B317E}"/>
                </a:ext>
              </a:extLst>
            </p:cNvPr>
            <p:cNvGrpSpPr/>
            <p:nvPr/>
          </p:nvGrpSpPr>
          <p:grpSpPr>
            <a:xfrm>
              <a:off x="1401996" y="2136210"/>
              <a:ext cx="950496" cy="889180"/>
              <a:chOff x="1401996" y="2135046"/>
              <a:chExt cx="950496" cy="88918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3D26611-7F60-E8AF-075D-4C48D9D38006}"/>
                  </a:ext>
                </a:extLst>
              </p:cNvPr>
              <p:cNvSpPr/>
              <p:nvPr/>
            </p:nvSpPr>
            <p:spPr>
              <a:xfrm>
                <a:off x="1401996" y="213504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4A945C00-23CB-6ADC-5CFA-BDD2D78C298D}"/>
                  </a:ext>
                </a:extLst>
              </p:cNvPr>
              <p:cNvSpPr/>
              <p:nvPr/>
            </p:nvSpPr>
            <p:spPr>
              <a:xfrm>
                <a:off x="1401996" y="259222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16F2B50C-B563-EB6F-EE5B-E07BCC77ADEB}"/>
                </a:ext>
              </a:extLst>
            </p:cNvPr>
            <p:cNvSpPr/>
            <p:nvPr/>
          </p:nvSpPr>
          <p:spPr>
            <a:xfrm>
              <a:off x="1401996" y="3049406"/>
              <a:ext cx="950496" cy="88918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657ABAD-9A15-9F77-C61C-142CF23215CE}"/>
                </a:ext>
              </a:extLst>
            </p:cNvPr>
            <p:cNvSpPr/>
            <p:nvPr/>
          </p:nvSpPr>
          <p:spPr>
            <a:xfrm>
              <a:off x="1401996" y="396376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49B8BFB7-5098-8315-66ED-96E739AA7940}"/>
                </a:ext>
              </a:extLst>
            </p:cNvPr>
            <p:cNvSpPr/>
            <p:nvPr/>
          </p:nvSpPr>
          <p:spPr>
            <a:xfrm>
              <a:off x="1401996" y="442094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043F3285-D67A-9DDD-6472-B7AB2AA781A2}"/>
                </a:ext>
              </a:extLst>
            </p:cNvPr>
            <p:cNvSpPr/>
            <p:nvPr/>
          </p:nvSpPr>
          <p:spPr>
            <a:xfrm>
              <a:off x="1401996" y="4878124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フローチャート: 磁気ディスク 18">
              <a:extLst>
                <a:ext uri="{FF2B5EF4-FFF2-40B4-BE49-F238E27FC236}">
                  <ns2:creationId id="{552A37B8-F74F-A5C7-0C4D-8A046E4C79E1}"/>
                </a:ext>
              </a:extLst>
            </p:cNvPr>
            <p:cNvSpPr/>
            <p:nvPr/>
          </p:nvSpPr>
          <p:spPr>
            <a:xfrm>
              <a:off x="2636230" y="2382800"/>
              <a:ext cx="1224000" cy="396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B66ECBE8-DC88-3902-D5C9-C1B3A79FF764}"/>
                </a:ext>
              </a:extLst>
            </p:cNvPr>
            <p:cNvSpPr/>
            <p:nvPr/>
          </p:nvSpPr>
          <p:spPr>
            <a:xfrm>
              <a:off x="2726230" y="2432821"/>
              <a:ext cx="1044000" cy="295958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Shape 25">
              <a:extLst>
                <a:ext uri="{FF2B5EF4-FFF2-40B4-BE49-F238E27FC236}">
                  <ns2:creationId id="{FE6549B8-B5C2-42A8-C350-E1098D89E91C}"/>
                </a:ext>
              </a:extLst>
            </p:cNvPr>
            <p:cNvSpPr/>
            <p:nvPr/>
          </p:nvSpPr>
          <p:spPr>
            <a:xfrm>
              <a:off x="2555702" y="3008896"/>
              <a:ext cx="1385056" cy="469505"/>
            </a:xfrm>
            <a:prstGeom prst="roundRect">
              <a:avLst>
                <a:gd name="adj" fmla="val 7317"/>
              </a:avLst>
            </a:prstGeom>
            <a:noFill/>
            <a:ln w="9525">
              <a:solidFill>
                <a:srgbClr val="FF0000"/>
              </a:solidFill>
              <a:prstDash val="dash"/>
            </a:ln>
          </p:spPr>
          <p:txBody>
            <a:bodyPr wrap="square">
              <a:noAutofit/>
            </a:bodyPr>
            <a:lstStyle/>
            <a:p>
              <a:endParaRPr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磁気ディスク 67">
              <a:extLst>
                <a:ext uri="{FF2B5EF4-FFF2-40B4-BE49-F238E27FC236}">
                  <ns2:creationId id="{D6F9F339-B26C-258A-7C48-039492E0C614}"/>
                </a:ext>
              </a:extLst>
            </p:cNvPr>
            <p:cNvSpPr/>
            <p:nvPr/>
          </p:nvSpPr>
          <p:spPr>
            <a:xfrm>
              <a:off x="2636230" y="3072309"/>
              <a:ext cx="1224000" cy="342679"/>
            </a:xfrm>
            <a:prstGeom prst="flowChartMagneticDisk">
              <a:avLst/>
            </a:pr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bg2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61659A48-2B56-3662-CE31-B3ED46195F53}"/>
                </a:ext>
              </a:extLst>
            </p:cNvPr>
            <p:cNvSpPr/>
            <p:nvPr/>
          </p:nvSpPr>
          <p:spPr>
            <a:xfrm>
              <a:off x="2726230" y="3107730"/>
              <a:ext cx="1044000" cy="271837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en-US" altLang="ja-JP" sz="9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8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磁気ディスク 71">
              <a:extLst>
                <a:ext uri="{FF2B5EF4-FFF2-40B4-BE49-F238E27FC236}">
                  <ns2:creationId id="{BC87E415-9004-D7EE-FF3B-866C82FCD666}"/>
                </a:ext>
              </a:extLst>
            </p:cNvPr>
            <p:cNvSpPr/>
            <p:nvPr/>
          </p:nvSpPr>
          <p:spPr>
            <a:xfrm>
              <a:off x="2636230" y="3593304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3921D955-28A1-9ED9-C759-CFC940B0478A}"/>
                </a:ext>
              </a:extLst>
            </p:cNvPr>
            <p:cNvSpPr/>
            <p:nvPr/>
          </p:nvSpPr>
          <p:spPr>
            <a:xfrm>
              <a:off x="2726230" y="3636504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フローチャート: 磁気ディスク 76">
              <a:extLst>
                <a:ext uri="{FF2B5EF4-FFF2-40B4-BE49-F238E27FC236}">
                  <ns2:creationId id="{8345F8DF-6160-FC02-BFE1-FF87D874A05F}"/>
                </a:ext>
              </a:extLst>
            </p:cNvPr>
            <p:cNvSpPr/>
            <p:nvPr/>
          </p:nvSpPr>
          <p:spPr>
            <a:xfrm>
              <a:off x="2636230" y="4465946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2C9D8C57-5BF8-7FD4-6168-09389552349E}"/>
                </a:ext>
              </a:extLst>
            </p:cNvPr>
            <p:cNvSpPr/>
            <p:nvPr/>
          </p:nvSpPr>
          <p:spPr>
            <a:xfrm>
              <a:off x="2726230" y="4509146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磁気ディスク 81">
              <a:extLst>
                <a:ext uri="{FF2B5EF4-FFF2-40B4-BE49-F238E27FC236}">
                  <ns2:creationId id="{21C74A6A-D493-AF3B-70F9-11813F4EB44C}"/>
                </a:ext>
              </a:extLst>
            </p:cNvPr>
            <p:cNvSpPr/>
            <p:nvPr/>
          </p:nvSpPr>
          <p:spPr>
            <a:xfrm>
              <a:off x="2636230" y="4922798"/>
              <a:ext cx="1224000" cy="342652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3F4DD81C-3FE9-6858-6C71-4636F5F03D79}"/>
                </a:ext>
              </a:extLst>
            </p:cNvPr>
            <p:cNvSpPr/>
            <p:nvPr/>
          </p:nvSpPr>
          <p:spPr>
            <a:xfrm>
              <a:off x="2726230" y="4966081"/>
              <a:ext cx="1044000" cy="256087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4DFEB27-A557-9231-0DE9-A757BA0509A2}"/>
                </a:ext>
              </a:extLst>
            </p:cNvPr>
            <p:cNvSpPr/>
            <p:nvPr/>
          </p:nvSpPr>
          <p:spPr>
            <a:xfrm>
              <a:off x="4297864" y="2395400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75A806ED-ADF0-0C92-B83F-9EDBFB642E6E}"/>
                </a:ext>
              </a:extLst>
            </p:cNvPr>
            <p:cNvSpPr/>
            <p:nvPr/>
          </p:nvSpPr>
          <p:spPr>
            <a:xfrm>
              <a:off x="4297864" y="357890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6B6DD7D-299E-6585-7611-87A95EF916AE}"/>
                </a:ext>
              </a:extLst>
            </p:cNvPr>
            <p:cNvSpPr/>
            <p:nvPr/>
          </p:nvSpPr>
          <p:spPr>
            <a:xfrm>
              <a:off x="4297864" y="445154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38135BDC-E5D3-FB35-26A6-1EDD7AA08F98}"/>
                </a:ext>
              </a:extLst>
            </p:cNvPr>
            <p:cNvSpPr/>
            <p:nvPr/>
          </p:nvSpPr>
          <p:spPr>
            <a:xfrm>
              <a:off x="4297864" y="490872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Text 13">
              <a:extLst>
                <a:ext uri="{FF2B5EF4-FFF2-40B4-BE49-F238E27FC236}">
                  <ns2:creationId id="{C29CC653-4B69-A376-6C57-BE2626878FD2}"/>
                </a:ext>
              </a:extLst>
            </p:cNvPr>
            <p:cNvSpPr/>
            <p:nvPr/>
          </p:nvSpPr>
          <p:spPr>
            <a:xfrm>
              <a:off x="5469297" y="2726379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オフィス ワーカー (男性) 単色塗りつぶし">
              <a:extLst>
                <a:ext uri="{FF2B5EF4-FFF2-40B4-BE49-F238E27FC236}">
                  <ns2:creationId id="{CF0516A1-4653-A135-F0A4-B6797AE09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5631297" y="2454800"/>
              <a:ext cx="252000" cy="252000"/>
            </a:xfrm>
            <a:prstGeom prst="rect">
              <a:avLst/>
            </a:prstGeom>
          </p:spPr>
        </p:pic>
        <p:sp>
          <p:nvSpPr>
            <p:cNvPr id="302" name="Text 32">
              <a:extLst>
                <a:ext uri="{FF2B5EF4-FFF2-40B4-BE49-F238E27FC236}">
                  <ns2:creationId id="{C8C96F5E-7B05-4166-3FDC-C86805428D0D}"/>
                </a:ext>
              </a:extLst>
            </p:cNvPr>
            <p:cNvSpPr/>
            <p:nvPr/>
          </p:nvSpPr>
          <p:spPr>
            <a:xfrm>
              <a:off x="5469297" y="3898703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3" name="グラフィックス 122" descr="オフィス ワーカー (女性) 単色塗りつぶし">
              <a:extLst>
                <a:ext uri="{FF2B5EF4-FFF2-40B4-BE49-F238E27FC236}">
                  <ns2:creationId id="{6F642042-E60E-60A7-1CB1-279157B796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5631297" y="3638304"/>
              <a:ext cx="252000" cy="252000"/>
            </a:xfrm>
            <a:prstGeom prst="rect">
              <a:avLst/>
            </a:prstGeom>
          </p:spPr>
        </p:pic>
        <p:sp>
          <p:nvSpPr>
            <p:cNvPr id="322" name="Text 52">
              <a:extLst>
                <a:ext uri="{FF2B5EF4-FFF2-40B4-BE49-F238E27FC236}">
                  <ns2:creationId id="{E1BA2128-2D5B-45F9-5A85-6276D71AAEBF}"/>
                </a:ext>
              </a:extLst>
            </p:cNvPr>
            <p:cNvSpPr/>
            <p:nvPr/>
          </p:nvSpPr>
          <p:spPr>
            <a:xfrm>
              <a:off x="5469297" y="4754057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6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5" name="グラフィックス 124" descr="女性のプロフィール 単色塗りつぶし">
              <a:extLst>
                <a:ext uri="{FF2B5EF4-FFF2-40B4-BE49-F238E27FC236}">
                  <ns2:creationId id="{8D8DBA32-9299-310E-24D5-40E9AD3F3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5631297" y="4510946"/>
              <a:ext cx="252000" cy="252000"/>
            </a:xfrm>
            <a:prstGeom prst="rect">
              <a:avLst/>
            </a:prstGeom>
          </p:spPr>
        </p:pic>
        <p:sp>
          <p:nvSpPr>
            <p:cNvPr id="331" name="Text 61">
              <a:extLst>
                <a:ext uri="{FF2B5EF4-FFF2-40B4-BE49-F238E27FC236}">
                  <ns2:creationId id="{1D6FCDE7-65FB-8DD6-7DE8-6094BAD9E139}"/>
                </a:ext>
              </a:extLst>
            </p:cNvPr>
            <p:cNvSpPr/>
            <p:nvPr/>
          </p:nvSpPr>
          <p:spPr>
            <a:xfrm>
              <a:off x="5469297" y="5204254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7" name="グラフィックス 126" descr="男性のプロフィール 単色塗りつぶし">
              <a:extLst>
                <a:ext uri="{FF2B5EF4-FFF2-40B4-BE49-F238E27FC236}">
                  <ns2:creationId id="{12933E8A-0440-B3D7-997A-CF8564FA7A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5631297" y="4968124"/>
              <a:ext cx="252000" cy="252000"/>
            </a:xfrm>
            <a:prstGeom prst="rect">
              <a:avLst/>
            </a:prstGeom>
          </p:spPr>
        </p:pic>
        <p:sp>
          <p:nvSpPr>
            <p:cNvPr id="313" name="Text 43">
              <a:extLst>
                <a:ext uri="{FF2B5EF4-FFF2-40B4-BE49-F238E27FC236}">
                  <ns2:creationId id="{346CABAA-2BF4-1765-0F0D-DF3FA8DECA10}"/>
                </a:ext>
              </a:extLst>
            </p:cNvPr>
            <p:cNvSpPr/>
            <p:nvPr/>
          </p:nvSpPr>
          <p:spPr>
            <a:xfrm>
              <a:off x="5469297" y="4300245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男子生徒 単色塗りつぶし">
              <a:extLst>
                <a:ext uri="{FF2B5EF4-FFF2-40B4-BE49-F238E27FC236}">
                  <ns2:creationId id="{7DACAD29-66E2-E72D-92C3-EABE44B1C4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5631297" y="4053766"/>
              <a:ext cx="252000" cy="252000"/>
            </a:xfrm>
            <a:prstGeom prst="rect">
              <a:avLst/>
            </a:prstGeom>
          </p:spPr>
        </p:pic>
        <p:cxnSp>
          <p:nvCxnSpPr>
            <p:cNvPr id="170" name="コネクタ: カギ線 169">
              <a:extLst>
                <a:ext uri="{FF2B5EF4-FFF2-40B4-BE49-F238E27FC236}">
                  <ns2:creationId id="{229CE141-CC33-0827-6646-13C093980A72}"/>
                </a:ext>
              </a:extLst>
            </p:cNvPr>
            <p:cNvCxnSpPr>
              <a:cxnSpLocks/>
              <a:stCxn id="22" idx="3"/>
              <a:endCxn id="19" idx="2"/>
            </p:cNvCxnSpPr>
            <p:nvPr/>
          </p:nvCxnSpPr>
          <p:spPr>
            <a:xfrm>
              <a:off x="2352492" y="235221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コネクタ: カギ線 171">
              <a:extLst>
                <a:ext uri="{FF2B5EF4-FFF2-40B4-BE49-F238E27FC236}">
                  <ns2:creationId id="{C8FE955F-DF3D-19B8-C1DE-B9FA113BCF68}"/>
                </a:ext>
              </a:extLst>
            </p:cNvPr>
            <p:cNvCxnSpPr>
              <a:cxnSpLocks/>
              <a:stCxn id="24" idx="3"/>
              <a:endCxn id="19" idx="2"/>
            </p:cNvCxnSpPr>
            <p:nvPr/>
          </p:nvCxnSpPr>
          <p:spPr>
            <a:xfrm flipV="1">
              <a:off x="2352492" y="258080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矢印コネクタ 173">
              <a:extLst>
                <a:ext uri="{FF2B5EF4-FFF2-40B4-BE49-F238E27FC236}">
                  <ns2:creationId id="{4C9CBC75-F69F-D61A-754F-2AB6958AE1D0}"/>
                </a:ext>
              </a:extLst>
            </p:cNvPr>
            <p:cNvCxnSpPr>
              <a:cxnSpLocks/>
              <a:stCxn id="19" idx="4"/>
              <a:endCxn id="96" idx="1"/>
            </p:cNvCxnSpPr>
            <p:nvPr/>
          </p:nvCxnSpPr>
          <p:spPr>
            <a:xfrm>
              <a:off x="3860230" y="2580800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矢印コネクタ 177">
              <a:extLst>
                <a:ext uri="{FF2B5EF4-FFF2-40B4-BE49-F238E27FC236}">
                  <ns2:creationId id="{79E6DF76-2162-A15F-0FC0-43A080C0FBC2}"/>
                </a:ext>
              </a:extLst>
            </p:cNvPr>
            <p:cNvCxnSpPr>
              <a:stCxn id="96" idx="3"/>
              <a:endCxn id="121" idx="1"/>
            </p:cNvCxnSpPr>
            <p:nvPr/>
          </p:nvCxnSpPr>
          <p:spPr>
            <a:xfrm>
              <a:off x="5305864" y="2580800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矢印コネクタ 179">
              <a:extLst>
                <a:ext uri="{FF2B5EF4-FFF2-40B4-BE49-F238E27FC236}">
                  <ns2:creationId id="{2135F29C-4C93-EBAC-17B9-DFE9867C0E06}"/>
                </a:ext>
              </a:extLst>
            </p:cNvPr>
            <p:cNvCxnSpPr>
              <a:cxnSpLocks/>
              <a:stCxn id="26" idx="3"/>
              <a:endCxn id="68" idx="2"/>
            </p:cNvCxnSpPr>
            <p:nvPr/>
          </p:nvCxnSpPr>
          <p:spPr>
            <a:xfrm flipV="1">
              <a:off x="2352492" y="3243649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矢印コネクタ 181">
              <a:extLst>
                <a:ext uri="{FF2B5EF4-FFF2-40B4-BE49-F238E27FC236}">
                  <ns2:creationId id="{210EE6A4-C329-6D38-2BD6-23EF1E08CC7D}"/>
                </a:ext>
              </a:extLst>
            </p:cNvPr>
            <p:cNvCxnSpPr>
              <a:cxnSpLocks/>
              <a:stCxn id="72" idx="4"/>
              <a:endCxn id="100" idx="1"/>
            </p:cNvCxnSpPr>
            <p:nvPr/>
          </p:nvCxnSpPr>
          <p:spPr>
            <a:xfrm>
              <a:off x="3860230" y="376430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矢印コネクタ 185">
              <a:extLst>
                <a:ext uri="{FF2B5EF4-FFF2-40B4-BE49-F238E27FC236}">
                  <ns2:creationId id="{1E303E4D-5D1D-BA03-4736-02DAD36860E0}"/>
                </a:ext>
              </a:extLst>
            </p:cNvPr>
            <p:cNvCxnSpPr>
              <a:cxnSpLocks/>
              <a:stCxn id="100" idx="3"/>
              <a:endCxn id="123" idx="1"/>
            </p:cNvCxnSpPr>
            <p:nvPr/>
          </p:nvCxnSpPr>
          <p:spPr>
            <a:xfrm>
              <a:off x="5305864" y="376430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矢印コネクタ 189">
              <a:extLst>
                <a:ext uri="{FF2B5EF4-FFF2-40B4-BE49-F238E27FC236}">
                  <ns2:creationId id="{147A2D48-A78C-C68A-E155-26B09FB7E6BD}"/>
                </a:ext>
              </a:extLst>
            </p:cNvPr>
            <p:cNvCxnSpPr>
              <a:cxnSpLocks/>
              <a:stCxn id="104" idx="3"/>
              <a:endCxn id="161" idx="1"/>
            </p:cNvCxnSpPr>
            <p:nvPr/>
          </p:nvCxnSpPr>
          <p:spPr>
            <a:xfrm>
              <a:off x="5305864" y="417976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矢印コネクタ 407">
              <a:extLst>
                <a:ext uri="{FF2B5EF4-FFF2-40B4-BE49-F238E27FC236}">
                  <ns2:creationId id="{012A921C-E85F-BD97-4771-A3A7D70E28C0}"/>
                </a:ext>
              </a:extLst>
            </p:cNvPr>
            <p:cNvCxnSpPr>
              <a:cxnSpLocks/>
              <a:stCxn id="256" idx="3"/>
              <a:endCxn id="77" idx="2"/>
            </p:cNvCxnSpPr>
            <p:nvPr/>
          </p:nvCxnSpPr>
          <p:spPr>
            <a:xfrm>
              <a:off x="2352492" y="4636946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矢印コネクタ 410">
              <a:extLst>
                <a:ext uri="{FF2B5EF4-FFF2-40B4-BE49-F238E27FC236}">
                  <ns2:creationId id="{91455AA9-4FB5-7A1D-5A30-E715F5452AD8}"/>
                </a:ext>
              </a:extLst>
            </p:cNvPr>
            <p:cNvCxnSpPr>
              <a:cxnSpLocks/>
              <a:stCxn id="258" idx="3"/>
              <a:endCxn id="82" idx="2"/>
            </p:cNvCxnSpPr>
            <p:nvPr/>
          </p:nvCxnSpPr>
          <p:spPr>
            <a:xfrm>
              <a:off x="2352492" y="5094124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矢印コネクタ 412">
              <a:extLst>
                <a:ext uri="{FF2B5EF4-FFF2-40B4-BE49-F238E27FC236}">
                  <ns2:creationId id="{DD107CE6-4CDC-8511-E16B-44E2D0D8BBDF}"/>
                </a:ext>
              </a:extLst>
            </p:cNvPr>
            <p:cNvCxnSpPr>
              <a:cxnSpLocks/>
              <a:stCxn id="77" idx="4"/>
              <a:endCxn id="108" idx="1"/>
            </p:cNvCxnSpPr>
            <p:nvPr/>
          </p:nvCxnSpPr>
          <p:spPr>
            <a:xfrm>
              <a:off x="3860230" y="4636946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矢印コネクタ 414">
              <a:extLst>
                <a:ext uri="{FF2B5EF4-FFF2-40B4-BE49-F238E27FC236}">
                  <ns2:creationId id="{A5AE6508-EF32-C246-CB4F-17274B4E957B}"/>
                </a:ext>
              </a:extLst>
            </p:cNvPr>
            <p:cNvCxnSpPr>
              <a:cxnSpLocks/>
              <a:stCxn id="82" idx="4"/>
              <a:endCxn id="111" idx="1"/>
            </p:cNvCxnSpPr>
            <p:nvPr/>
          </p:nvCxnSpPr>
          <p:spPr>
            <a:xfrm>
              <a:off x="3860230" y="509412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矢印コネクタ 193">
              <a:extLst>
                <a:ext uri="{FF2B5EF4-FFF2-40B4-BE49-F238E27FC236}">
                  <ns2:creationId id="{F469BB2E-9173-7850-1536-5F84FA8288EF}"/>
                </a:ext>
              </a:extLst>
            </p:cNvPr>
            <p:cNvCxnSpPr>
              <a:cxnSpLocks/>
              <a:stCxn id="108" idx="3"/>
              <a:endCxn id="125" idx="1"/>
            </p:cNvCxnSpPr>
            <p:nvPr/>
          </p:nvCxnSpPr>
          <p:spPr>
            <a:xfrm>
              <a:off x="5305864" y="463694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矢印コネクタ 197">
              <a:extLst>
                <a:ext uri="{FF2B5EF4-FFF2-40B4-BE49-F238E27FC236}">
                  <ns2:creationId id="{44E1AF22-7E73-5E2A-19D8-EFBA541F402D}"/>
                </a:ext>
              </a:extLst>
            </p:cNvPr>
            <p:cNvCxnSpPr>
              <a:cxnSpLocks/>
              <a:stCxn id="111" idx="3"/>
              <a:endCxn id="127" idx="1"/>
            </p:cNvCxnSpPr>
            <p:nvPr/>
          </p:nvCxnSpPr>
          <p:spPr>
            <a:xfrm>
              <a:off x="5305864" y="509412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A85F0B32-9403-B5B6-BECC-3BB49FE32BAC}"/>
                </a:ext>
              </a:extLst>
            </p:cNvPr>
            <p:cNvCxnSpPr>
              <a:cxnSpLocks/>
              <a:stCxn id="30" idx="3"/>
              <a:endCxn id="104" idx="1"/>
            </p:cNvCxnSpPr>
            <p:nvPr/>
          </p:nvCxnSpPr>
          <p:spPr>
            <a:xfrm>
              <a:off x="2352492" y="4179766"/>
              <a:ext cx="1945372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F9C4A9F2-B990-B99C-A718-B4DD9E04F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73544" y="2681725"/>
              <a:ext cx="430020" cy="1404000"/>
            </a:xfrm>
            <a:prstGeom prst="bentConnector3">
              <a:avLst/>
            </a:prstGeom>
            <a:ln w="9525">
              <a:solidFill>
                <a:srgbClr val="FF0000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正方形/長方形 429">
              <a:extLst>
                <a:ext uri="{FF2B5EF4-FFF2-40B4-BE49-F238E27FC236}">
                  <ns2:creationId id="{E94B7290-3ED2-B858-7824-0B73A87F5023}"/>
                </a:ext>
              </a:extLst>
            </p:cNvPr>
            <p:cNvSpPr/>
            <p:nvPr/>
          </p:nvSpPr>
          <p:spPr>
            <a:xfrm>
              <a:off x="3891227" y="3852205"/>
              <a:ext cx="370870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466B4CC1-F6CF-F9DB-8581-1193D95BF25C}"/>
                </a:ext>
              </a:extLst>
            </p:cNvPr>
            <p:cNvSpPr/>
            <p:nvPr/>
          </p:nvSpPr>
          <p:spPr>
            <a:xfrm>
              <a:off x="3304235" y="3443182"/>
              <a:ext cx="500553" cy="119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53" name="直線矢印コネクタ 452">
              <a:extLst>
                <a:ext uri="{FF2B5EF4-FFF2-40B4-BE49-F238E27FC236}">
                  <ns2:creationId id="{F53D13CB-AF9F-4D10-3717-6AF2B0F9E90C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>
              <a:off x="3248230" y="3414988"/>
              <a:ext cx="0" cy="17831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62">
              <a:extLst>
                <a:ext uri="{FF2B5EF4-FFF2-40B4-BE49-F238E27FC236}">
                  <ns2:creationId id="{B89FB51B-F40F-0647-5D2C-F50489358A59}"/>
                </a:ext>
              </a:extLst>
            </p:cNvPr>
            <p:cNvSpPr/>
            <p:nvPr/>
          </p:nvSpPr>
          <p:spPr>
            <a:xfrm>
              <a:off x="831397" y="1350551"/>
              <a:ext cx="52092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" name="グラフィックス 13" descr="ピン止めした地図 枠線">
              <a:extLst>
                <a:ext uri="{FF2B5EF4-FFF2-40B4-BE49-F238E27FC236}">
                  <ns2:creationId id="{8BB1AD02-0A39-7F1A-F9BC-D81B05614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6822" y="1276140"/>
              <a:ext cx="360000" cy="360000"/>
            </a:xfrm>
            <a:prstGeom prst="rect">
              <a:avLst/>
            </a:prstGeom>
          </p:spPr>
        </p:pic>
        <p:sp>
          <p:nvSpPr>
            <p:cNvPr id="16" name="正方形/長方形 15">
              <a:extLst>
                <a:ext uri="{FF2B5EF4-FFF2-40B4-BE49-F238E27FC236}">
                  <ns2:creationId id="{8DE8D38E-5799-16C0-53FF-8493B4D5AD2F}"/>
                </a:ext>
              </a:extLst>
            </p:cNvPr>
            <p:cNvSpPr/>
            <p:nvPr/>
          </p:nvSpPr>
          <p:spPr>
            <a:xfrm>
              <a:off x="343629" y="1638124"/>
              <a:ext cx="464999" cy="3672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直線コネクタ 28">
              <a:extLst>
                <a:ext uri="{FF2B5EF4-FFF2-40B4-BE49-F238E27FC236}">
                  <ns2:creationId id="{3AE28FA5-0D31-D286-894E-15369611FD24}"/>
                </a:ext>
              </a:extLst>
            </p:cNvPr>
            <p:cNvCxnSpPr>
              <a:cxnSpLocks/>
            </p:cNvCxnSpPr>
            <p:nvPr/>
          </p:nvCxnSpPr>
          <p:spPr>
            <a:xfrm>
              <a:off x="831397" y="1619150"/>
              <a:ext cx="52092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右矢印 59">
              <a:extLst>
                <a:ext uri="{FF2B5EF4-FFF2-40B4-BE49-F238E27FC236}">
                  <ns2:creationId id="{E3F263BC-6CBE-3DE1-B357-7BED11D581E7}"/>
                </a:ext>
              </a:extLst>
            </p:cNvPr>
            <p:cNvSpPr/>
            <p:nvPr/>
          </p:nvSpPr>
          <p:spPr>
            <a:xfrm>
              <a:off x="830675" y="5437018"/>
              <a:ext cx="1512347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右矢印 59">
              <a:extLst>
                <a:ext uri="{FF2B5EF4-FFF2-40B4-BE49-F238E27FC236}">
                  <ns2:creationId id="{4C180CC2-E403-DF27-0DA1-E05CD7F5ADB7}"/>
                </a:ext>
              </a:extLst>
            </p:cNvPr>
            <p:cNvSpPr/>
            <p:nvPr/>
          </p:nvSpPr>
          <p:spPr>
            <a:xfrm>
              <a:off x="830675" y="5933965"/>
              <a:ext cx="3301143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3D58BC7-CAAC-F2B8-7581-6ACDBEEFCA8D}"/>
                </a:ext>
              </a:extLst>
            </p:cNvPr>
            <p:cNvGrpSpPr/>
            <p:nvPr/>
          </p:nvGrpSpPr>
          <p:grpSpPr>
            <a:xfrm>
              <a:off x="343629" y="5335929"/>
              <a:ext cx="465929" cy="973084"/>
              <a:chOff x="375554" y="5335929"/>
              <a:chExt cx="465929" cy="973084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846BD4D5-48D8-D406-B848-037A70108FC4}"/>
                  </a:ext>
                </a:extLst>
              </p:cNvPr>
              <p:cNvSpPr/>
              <p:nvPr/>
            </p:nvSpPr>
            <p:spPr>
              <a:xfrm>
                <a:off x="375554" y="5338272"/>
                <a:ext cx="216000" cy="970741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17889D6E-7D64-30BC-4DC0-13F65501F768}"/>
                  </a:ext>
                </a:extLst>
              </p:cNvPr>
              <p:cNvSpPr/>
              <p:nvPr/>
            </p:nvSpPr>
            <p:spPr>
              <a:xfrm>
                <a:off x="625483" y="5335929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8FDEFF47-65B5-31D0-246E-1BA09684CD58}"/>
                  </a:ext>
                </a:extLst>
              </p:cNvPr>
              <p:cNvSpPr/>
              <p:nvPr/>
            </p:nvSpPr>
            <p:spPr>
              <a:xfrm>
                <a:off x="625483" y="5839873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676750426"/>
      </p:ext>
    </p:extLst>
  </p:cSld>
  <p:clrMapOvr>
    <a:masterClrMapping/>
  </p:clrMapOvr>
</p:sld>
</file>

<file path=ppt/slides/slide2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772010-A30B-E11C-5AC9-872EF547C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F7ADEF-9E6F-471F-FAEE-D19106D47A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kumimoji="1"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)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 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A7C79BF-563D-BF7B-D7CF-34D8FDBBC68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en-US" altLang="ja-JP" sz="1800" dirty="0">
                <a:latin typeface="+mn-ea"/>
                <a:ea typeface="+mn-ea"/>
              </a:rPr>
              <a:t>AI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A27348B7-8EAF-4E3E-661E-22DE7175D69B}"/>
              </a:ext>
            </a:extLst>
          </p:cNvPr>
          <p:cNvGrpSpPr/>
          <p:nvPr/>
        </p:nvGrpSpPr>
        <p:grpSpPr>
          <a:xfrm>
            <a:off x="334963" y="1635483"/>
            <a:ext cx="11522075" cy="4685806"/>
            <a:chOff x="334963" y="1635483"/>
            <a:chExt cx="11522075" cy="4685806"/>
          </a:xfrm>
        </p:grpSpPr>
        <p:sp>
          <p:nvSpPr>
            <p:cNvPr id="5" name="正方形/長方形 4">
              <a:extLst>
                <a:ext uri="{FF2B5EF4-FFF2-40B4-BE49-F238E27FC236}">
                  <ns2:creationId id="{7C250FBD-8227-81B3-5858-FD88C533D587}"/>
                </a:ext>
              </a:extLst>
            </p:cNvPr>
            <p:cNvSpPr/>
            <p:nvPr/>
          </p:nvSpPr>
          <p:spPr>
            <a:xfrm>
              <a:off x="334963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96CEF30-DE7A-1971-08B4-DF7109B823D6}"/>
                </a:ext>
              </a:extLst>
            </p:cNvPr>
            <p:cNvSpPr/>
            <p:nvPr/>
          </p:nvSpPr>
          <p:spPr>
            <a:xfrm>
              <a:off x="334963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AD86F886-F4FB-B975-1A68-6721CB6590D2}"/>
                </a:ext>
              </a:extLst>
            </p:cNvPr>
            <p:cNvGrpSpPr/>
            <p:nvPr/>
          </p:nvGrpSpPr>
          <p:grpSpPr>
            <a:xfrm>
              <a:off x="381616" y="2161566"/>
              <a:ext cx="5486394" cy="1515563"/>
              <a:chOff x="381616" y="2161566"/>
              <a:chExt cx="5486394" cy="1515563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F03F9789-C361-75AB-993B-3ABDB38D7EE3}"/>
                  </a:ext>
                </a:extLst>
              </p:cNvPr>
              <p:cNvSpPr/>
              <p:nvPr/>
            </p:nvSpPr>
            <p:spPr>
              <a:xfrm>
                <a:off x="38161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79313EAB-2BFD-DE15-FBF8-39FEF254D150}"/>
                  </a:ext>
                </a:extLst>
              </p:cNvPr>
              <p:cNvSpPr/>
              <p:nvPr/>
            </p:nvSpPr>
            <p:spPr>
              <a:xfrm>
                <a:off x="223534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D660D86-2806-BEE3-1105-AE123A7EAEBF}"/>
                  </a:ext>
                </a:extLst>
              </p:cNvPr>
              <p:cNvSpPr/>
              <p:nvPr/>
            </p:nvSpPr>
            <p:spPr>
              <a:xfrm>
                <a:off x="4089075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494D783-3976-38D2-FAA5-9C380704719A}"/>
                  </a:ext>
                </a:extLst>
              </p:cNvPr>
              <p:cNvSpPr/>
              <p:nvPr/>
            </p:nvSpPr>
            <p:spPr>
              <a:xfrm>
                <a:off x="381616" y="2964277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626E8488-76AA-E135-159C-4FD27A876663}"/>
                  </a:ext>
                </a:extLst>
              </p:cNvPr>
              <p:cNvSpPr/>
              <p:nvPr/>
            </p:nvSpPr>
            <p:spPr>
              <a:xfrm>
                <a:off x="2235346" y="2964274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82" name="グラフィックス 81" descr="No の記号 単色塗りつぶし">
              <a:extLst>
                <a:ext uri="{FF2B5EF4-FFF2-40B4-BE49-F238E27FC236}">
                  <ns2:creationId id="{12DEEBCC-5628-5CD0-6360-C0E5C9EC7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579447" y="1635483"/>
              <a:ext cx="432000" cy="432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269863C5-A678-C388-0DF1-44C3D0AA9526}"/>
                </a:ext>
              </a:extLst>
            </p:cNvPr>
            <p:cNvSpPr/>
            <p:nvPr/>
          </p:nvSpPr>
          <p:spPr>
            <a:xfrm>
              <a:off x="334963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5B224985-FBA4-3F61-0403-FA7F4E387C21}"/>
                </a:ext>
              </a:extLst>
            </p:cNvPr>
            <p:cNvSpPr/>
            <p:nvPr/>
          </p:nvSpPr>
          <p:spPr>
            <a:xfrm>
              <a:off x="334963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062FECDE-F3BC-C469-F079-54C15D0A3754}"/>
                </a:ext>
              </a:extLst>
            </p:cNvPr>
            <p:cNvGrpSpPr/>
            <p:nvPr/>
          </p:nvGrpSpPr>
          <p:grpSpPr>
            <a:xfrm>
              <a:off x="381616" y="4239689"/>
              <a:ext cx="5486394" cy="1515563"/>
              <a:chOff x="381616" y="4435035"/>
              <a:chExt cx="5486394" cy="1271404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2F7D83E6-0AE8-CDBA-DAA1-E2D34D0849B3}"/>
                  </a:ext>
                </a:extLst>
              </p:cNvPr>
              <p:cNvSpPr/>
              <p:nvPr/>
            </p:nvSpPr>
            <p:spPr>
              <a:xfrm>
                <a:off x="38161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A6A2347C-A259-5920-7CD1-E7AB84889A57}"/>
                  </a:ext>
                </a:extLst>
              </p:cNvPr>
              <p:cNvSpPr/>
              <p:nvPr/>
            </p:nvSpPr>
            <p:spPr>
              <a:xfrm>
                <a:off x="223534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825342C4-800E-6247-1017-A8CCA1F70D48}"/>
                  </a:ext>
                </a:extLst>
              </p:cNvPr>
              <p:cNvSpPr/>
              <p:nvPr/>
            </p:nvSpPr>
            <p:spPr>
              <a:xfrm>
                <a:off x="38161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A90C979F-D148-9FF9-78AF-60FAE34AC7C1}"/>
                  </a:ext>
                </a:extLst>
              </p:cNvPr>
              <p:cNvSpPr/>
              <p:nvPr/>
            </p:nvSpPr>
            <p:spPr>
              <a:xfrm>
                <a:off x="223534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9092C6F-AA3A-2AE5-3627-8AAA473D922E}"/>
                  </a:ext>
                </a:extLst>
              </p:cNvPr>
              <p:cNvSpPr/>
              <p:nvPr/>
            </p:nvSpPr>
            <p:spPr>
              <a:xfrm>
                <a:off x="4089075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84" name="グラフィックス 83" descr="接続 単色塗りつぶし">
              <a:extLst>
                <a:ext uri="{FF2B5EF4-FFF2-40B4-BE49-F238E27FC236}">
                  <ns2:creationId id="{9D2591C6-C8DA-56A7-B105-2C28676B03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896439" y="5889289"/>
              <a:ext cx="432000" cy="432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CA96123D-3DFA-9731-9BF5-9FC6A305B933}"/>
                </a:ext>
              </a:extLst>
            </p:cNvPr>
            <p:cNvSpPr/>
            <p:nvPr/>
          </p:nvSpPr>
          <p:spPr>
            <a:xfrm>
              <a:off x="6277338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57193B1-BF54-9665-442C-D7980EFC7C8D}"/>
                </a:ext>
              </a:extLst>
            </p:cNvPr>
            <p:cNvSpPr/>
            <p:nvPr/>
          </p:nvSpPr>
          <p:spPr>
            <a:xfrm>
              <a:off x="6277338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1DE9F2F-A459-7363-AC5C-AB3BD928E937}"/>
                </a:ext>
              </a:extLst>
            </p:cNvPr>
            <p:cNvGrpSpPr/>
            <p:nvPr/>
          </p:nvGrpSpPr>
          <p:grpSpPr>
            <a:xfrm>
              <a:off x="6323990" y="2161566"/>
              <a:ext cx="5486395" cy="1515560"/>
              <a:chOff x="6323990" y="2161566"/>
              <a:chExt cx="5486395" cy="1515560"/>
            </a:xfrm>
          </p:grpSpPr>
          <p:sp>
            <p:nvSpPr>
              <p:cNvPr id="94" name="正方形/長方形 93">
                <a:extLst>
                  <a:ext uri="{FF2B5EF4-FFF2-40B4-BE49-F238E27FC236}">
                    <ns2:creationId id="{D150FEB5-9A80-708D-9FFA-CB7A2322674B}"/>
                  </a:ext>
                </a:extLst>
              </p:cNvPr>
              <p:cNvSpPr/>
              <p:nvPr/>
            </p:nvSpPr>
            <p:spPr>
              <a:xfrm>
                <a:off x="6323990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C8E0131B-C9CC-23A7-6201-D9624F560267}"/>
                  </a:ext>
                </a:extLst>
              </p:cNvPr>
              <p:cNvSpPr/>
              <p:nvPr/>
            </p:nvSpPr>
            <p:spPr>
              <a:xfrm>
                <a:off x="8178256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1698167D-3269-EB00-BAD4-3884806D676B}"/>
                  </a:ext>
                </a:extLst>
              </p:cNvPr>
              <p:cNvSpPr/>
              <p:nvPr/>
            </p:nvSpPr>
            <p:spPr>
              <a:xfrm>
                <a:off x="10031985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7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700" b="1" dirty="0">
                    <a:solidFill>
                      <a:schemeClr val="accent5"/>
                    </a:solidFill>
                    <a:latin typeface="+mn-ea"/>
                  </a:rPr>
                  <a:t> 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grpSp>
            <p:nvGrpSpPr>
              <p:cNvPr id="4" name="グループ化 3">
                <a:extLst>
                  <a:ext uri="{FF2B5EF4-FFF2-40B4-BE49-F238E27FC236}">
                    <ns2:creationId id="{7142F099-10F6-B9B5-AD47-B2BD18D44691}"/>
                  </a:ext>
                </a:extLst>
              </p:cNvPr>
              <p:cNvGrpSpPr/>
              <p:nvPr/>
            </p:nvGrpSpPr>
            <p:grpSpPr>
              <a:xfrm>
                <a:off x="8177721" y="2964273"/>
                <a:ext cx="3632664" cy="712853"/>
                <a:chOff x="7690647" y="2979513"/>
                <a:chExt cx="4119738" cy="712853"/>
              </a:xfrm>
            </p:grpSpPr>
            <p:sp>
              <p:nvSpPr>
                <p:cNvPr id="98" name="正方形/長方形 97">
                  <a:extLst>
                    <a:ext uri="{FF2B5EF4-FFF2-40B4-BE49-F238E27FC236}">
                      <ns2:creationId id="{6B06F52B-97B3-EC2E-2A16-CE2ECF11E5B8}"/>
                    </a:ext>
                  </a:extLst>
                </p:cNvPr>
                <p:cNvSpPr/>
                <p:nvPr/>
              </p:nvSpPr>
              <p:spPr>
                <a:xfrm>
                  <a:off x="7690647" y="2979514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B16E099D-03F2-9CCB-7D6C-992464995C30}"/>
                    </a:ext>
                  </a:extLst>
                </p:cNvPr>
                <p:cNvSpPr/>
                <p:nvPr/>
              </p:nvSpPr>
              <p:spPr>
                <a:xfrm>
                  <a:off x="9780548" y="2979513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pic>
          <p:nvPicPr>
            <p:cNvPr id="126" name="グラフィックス 125" descr="棒グラフ (上昇) 単色塗りつぶし">
              <a:extLst>
                <a:ext uri="{FF2B5EF4-FFF2-40B4-BE49-F238E27FC236}">
                  <ns2:creationId id="{829275FB-5B6E-8898-C6F2-A155D6413D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32985" y="1635483"/>
              <a:ext cx="432000" cy="432000"/>
            </a:xfrm>
            <a:prstGeom prst="rect">
              <a:avLst/>
            </a:prstGeom>
          </p:spPr>
        </p:pic>
        <p:sp>
          <p:nvSpPr>
            <p:cNvPr id="100" name="正方形/長方形 99">
              <a:extLst>
                <a:ext uri="{FF2B5EF4-FFF2-40B4-BE49-F238E27FC236}">
                  <ns2:creationId id="{5BBB3517-E699-94F2-9D4E-B2B6AFB4C29E}"/>
                </a:ext>
              </a:extLst>
            </p:cNvPr>
            <p:cNvSpPr/>
            <p:nvPr/>
          </p:nvSpPr>
          <p:spPr>
            <a:xfrm>
              <a:off x="6277338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75E6AB61-891C-ED79-5CDF-6F6D3A98EA4C}"/>
                </a:ext>
              </a:extLst>
            </p:cNvPr>
            <p:cNvSpPr/>
            <p:nvPr/>
          </p:nvSpPr>
          <p:spPr>
            <a:xfrm>
              <a:off x="6277338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89AF5F6-6E64-3443-B367-A6185930EAD1}"/>
                </a:ext>
              </a:extLst>
            </p:cNvPr>
            <p:cNvGrpSpPr/>
            <p:nvPr/>
          </p:nvGrpSpPr>
          <p:grpSpPr>
            <a:xfrm>
              <a:off x="6323991" y="4239689"/>
              <a:ext cx="5486394" cy="1515563"/>
              <a:chOff x="6323991" y="4239689"/>
              <a:chExt cx="5486394" cy="1515563"/>
            </a:xfrm>
          </p:grpSpPr>
          <p:sp>
            <p:nvSpPr>
              <p:cNvPr id="106" name="正方形/長方形 105">
                <a:extLst>
                  <a:ext uri="{FF2B5EF4-FFF2-40B4-BE49-F238E27FC236}">
                    <ns2:creationId id="{1FA5B1F4-E272-6764-6311-499E6FD23AAF}"/>
                  </a:ext>
                </a:extLst>
              </p:cNvPr>
              <p:cNvSpPr/>
              <p:nvPr/>
            </p:nvSpPr>
            <p:spPr>
              <a:xfrm>
                <a:off x="632399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/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A906BBE-9061-2696-AB5D-02554793377C}"/>
                  </a:ext>
                </a:extLst>
              </p:cNvPr>
              <p:cNvSpPr/>
              <p:nvPr/>
            </p:nvSpPr>
            <p:spPr>
              <a:xfrm>
                <a:off x="817772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8071604-B325-37DD-566A-EFD428467F10}"/>
                  </a:ext>
                </a:extLst>
              </p:cNvPr>
              <p:cNvSpPr/>
              <p:nvPr/>
            </p:nvSpPr>
            <p:spPr>
              <a:xfrm>
                <a:off x="10031450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ja-JP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327B143F-BB6A-9B33-D766-42FF7A434980}"/>
                  </a:ext>
                </a:extLst>
              </p:cNvPr>
              <p:cNvGrpSpPr/>
              <p:nvPr/>
            </p:nvGrpSpPr>
            <p:grpSpPr>
              <a:xfrm>
                <a:off x="8177721" y="4239689"/>
                <a:ext cx="3632663" cy="712851"/>
                <a:chOff x="7690647" y="4224449"/>
                <a:chExt cx="4119737" cy="712851"/>
              </a:xfrm>
            </p:grpSpPr>
            <p:sp>
              <p:nvSpPr>
                <p:cNvPr id="105" name="正方形/長方形 104">
                  <a:extLst>
                    <a:ext uri="{FF2B5EF4-FFF2-40B4-BE49-F238E27FC236}">
                      <ns2:creationId id="{FDBEA838-2AE7-79CF-D3F6-FC7BA89D3B27}"/>
                    </a:ext>
                  </a:extLst>
                </p:cNvPr>
                <p:cNvSpPr/>
                <p:nvPr/>
              </p:nvSpPr>
              <p:spPr>
                <a:xfrm>
                  <a:off x="76906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F4390C16-F07D-8FD0-EA3A-66C2582BE791}"/>
                    </a:ext>
                  </a:extLst>
                </p:cNvPr>
                <p:cNvSpPr/>
                <p:nvPr/>
              </p:nvSpPr>
              <p:spPr>
                <a:xfrm>
                  <a:off x="97805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pic>
          <p:nvPicPr>
            <p:cNvPr id="128" name="グラフィックス 127" descr="モノのインターネット 単色塗りつぶし">
              <a:extLst>
                <a:ext uri="{FF2B5EF4-FFF2-40B4-BE49-F238E27FC236}">
                  <ns2:creationId id="{C57784E2-A0BF-8879-B72A-E9FE381499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65928" y="5889289"/>
              <a:ext cx="432000" cy="432000"/>
            </a:xfrm>
            <a:prstGeom prst="rect">
              <a:avLst/>
            </a:prstGeom>
          </p:spPr>
        </p:pic>
        <p:grpSp>
          <p:nvGrpSpPr>
            <p:cNvPr id="137" name="グループ化 136">
              <a:extLst>
                <a:ext uri="{FF2B5EF4-FFF2-40B4-BE49-F238E27FC236}">
                  <ns2:creationId id="{933472D2-C4C0-2136-C00E-D75A14AE6000}"/>
                </a:ext>
              </a:extLst>
            </p:cNvPr>
            <p:cNvGrpSpPr/>
            <p:nvPr/>
          </p:nvGrpSpPr>
          <p:grpSpPr>
            <a:xfrm>
              <a:off x="5247865" y="3081546"/>
              <a:ext cx="1709412" cy="1709412"/>
              <a:chOff x="5301205" y="3081546"/>
              <a:chExt cx="1709412" cy="1709412"/>
            </a:xfrm>
          </p:grpSpPr>
          <p:sp>
            <p:nvSpPr>
              <p:cNvPr id="18" name="楕円 17">
                <a:extLst>
                  <a:ext uri="{FF2B5EF4-FFF2-40B4-BE49-F238E27FC236}">
                    <ns2:creationId id="{65BDFF7F-4152-F202-1221-9DFC66052CD7}"/>
                  </a:ext>
                </a:extLst>
              </p:cNvPr>
              <p:cNvSpPr/>
              <p:nvPr/>
            </p:nvSpPr>
            <p:spPr>
              <a:xfrm>
                <a:off x="5301205" y="3081546"/>
                <a:ext cx="1709412" cy="1709412"/>
              </a:xfrm>
              <a:prstGeom prst="ellipse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2" name="グラフィックス 121" descr="工場 単色塗りつぶし">
                <a:extLst>
                  <a:ext uri="{FF2B5EF4-FFF2-40B4-BE49-F238E27FC236}">
                    <ns2:creationId id="{9434EFE6-F7D1-CBA5-B1A4-BFB6053FA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698711" y="3229668"/>
                <a:ext cx="914400" cy="9144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12454BB-E749-2F4D-F827-21BA83C5E3BB}"/>
                </a:ext>
              </a:extLst>
            </p:cNvPr>
            <p:cNvGrpSpPr/>
            <p:nvPr/>
          </p:nvGrpSpPr>
          <p:grpSpPr>
            <a:xfrm>
              <a:off x="5177073" y="3064586"/>
              <a:ext cx="1856091" cy="612126"/>
              <a:chOff x="5177073" y="3087736"/>
              <a:chExt cx="1856091" cy="612126"/>
            </a:xfrm>
          </p:grpSpPr>
          <p:sp>
            <p:nvSpPr>
              <p:cNvPr id="117" name="二等辺三角形 116">
                <a:extLst>
                  <a:ext uri="{FF2B5EF4-FFF2-40B4-BE49-F238E27FC236}">
                    <ns2:creationId id="{44DBCDA5-327E-2A0E-FB2A-2CCB99FAEF60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二等辺三角形 9">
                <a:extLst>
                  <a:ext uri="{FF2B5EF4-FFF2-40B4-BE49-F238E27FC236}">
                    <ns2:creationId id="{F0951A5C-B8E7-DAD8-920B-3DA4BB3B7E56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3" name="グループ化 12">
              <a:extLst>
                <a:ext uri="{FF2B5EF4-FFF2-40B4-BE49-F238E27FC236}">
                  <ns2:creationId id="{86BB042D-F4B2-5739-88EC-89A85FC80A6B}"/>
                </a:ext>
              </a:extLst>
            </p:cNvPr>
            <p:cNvGrpSpPr/>
            <p:nvPr/>
          </p:nvGrpSpPr>
          <p:grpSpPr>
            <a:xfrm flipV="1">
              <a:off x="5177073" y="4178376"/>
              <a:ext cx="1856091" cy="612126"/>
              <a:chOff x="5177073" y="3087736"/>
              <a:chExt cx="1856091" cy="612126"/>
            </a:xfrm>
          </p:grpSpPr>
          <p:sp>
            <p:nvSpPr>
              <p:cNvPr id="15" name="二等辺三角形 14">
                <a:extLst>
                  <a:ext uri="{FF2B5EF4-FFF2-40B4-BE49-F238E27FC236}">
                    <ns2:creationId id="{FC001319-C5BE-6A5F-F7B1-5B408E22142B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二等辺三角形 16">
                <a:extLst>
                  <a:ext uri="{FF2B5EF4-FFF2-40B4-BE49-F238E27FC236}">
                    <ns2:creationId id="{17601921-A2FF-C533-DD61-B0903C0349CF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885714634"/>
      </p:ext>
    </p:extLst>
  </p:cSld>
  <p:clrMapOvr>
    <a:masterClrMapping/>
  </p:clrMapOvr>
</p:sld>
</file>

<file path=ppt/slides/slide26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FB3972-761C-9BE8-26D6-8419E15B29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A1281D45-C029-8B7A-0702-36D4B0064085}"/>
              </a:ext>
            </a:extLst>
          </p:cNvPr>
          <p:cNvGrpSpPr/>
          <p:nvPr/>
        </p:nvGrpSpPr>
        <p:grpSpPr>
          <a:xfrm>
            <a:off x="5247865" y="3081546"/>
            <a:ext cx="1709412" cy="1709412"/>
            <a:chOff x="5301205" y="3081546"/>
            <a:chExt cx="1709412" cy="1709412"/>
          </a:xfrm>
        </p:grpSpPr>
        <p:sp>
          <p:nvSpPr>
            <p:cNvPr id="16" name="楕円 15">
              <a:extLst>
                <a:ext uri="{FF2B5EF4-FFF2-40B4-BE49-F238E27FC236}">
                  <ns2:creationId id="{94236885-6FF4-2CB1-935A-D06E91293F0B}"/>
                </a:ext>
              </a:extLst>
            </p:cNvPr>
            <p:cNvSpPr/>
            <p:nvPr/>
          </p:nvSpPr>
          <p:spPr>
            <a:xfrm>
              <a:off x="5301205" y="3081546"/>
              <a:ext cx="1709412" cy="1709412"/>
            </a:xfrm>
            <a:prstGeom prst="ellipse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53AFD50-68FE-56C4-75C4-E09F2080AF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698711" y="3229668"/>
              <a:ext cx="914400" cy="914400"/>
            </a:xfrm>
            <a:prstGeom prst="rect">
              <a:avLst/>
            </a:prstGeom>
          </p:spPr>
        </p:pic>
      </p:grpSp>
      <p:sp>
        <p:nvSpPr>
          <p:cNvPr id="2" name="タイトル 1">
            <a:extLst>
              <a:ext uri="{FF2B5EF4-FFF2-40B4-BE49-F238E27FC236}">
                <ns2:creationId id="{EC202FDE-3F8A-4276-9FBF-05A6C4A8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br>
              <a:rPr lang="ja-JP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916BF50D-A441-589A-C975-AC6E64402CE6}"/>
              </a:ext>
            </a:extLst>
          </p:cNvPr>
          <p:cNvGrpSpPr/>
          <p:nvPr/>
        </p:nvGrpSpPr>
        <p:grpSpPr>
          <a:xfrm>
            <a:off x="1436972" y="1637964"/>
            <a:ext cx="9318056" cy="1886394"/>
            <a:chOff x="2802000" y="1637964"/>
            <a:chExt cx="8008753" cy="1886394"/>
          </a:xfrm>
        </p:grpSpPr>
        <p:sp>
          <p:nvSpPr>
            <p:cNvPr id="5" name="正方形/長方形 4">
              <a:extLst>
                <a:ext uri="{FF2B5EF4-FFF2-40B4-BE49-F238E27FC236}">
                  <ns2:creationId id="{5CDAE3DC-9636-4FC0-F179-96FFEA21ECF1}"/>
                </a:ext>
              </a:extLst>
            </p:cNvPr>
            <p:cNvSpPr/>
            <p:nvPr/>
          </p:nvSpPr>
          <p:spPr>
            <a:xfrm>
              <a:off x="2802000" y="1637964"/>
              <a:ext cx="8008753" cy="37686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8C050FDE-CB5B-47FC-DFDC-495CB8793A6E}"/>
                </a:ext>
              </a:extLst>
            </p:cNvPr>
            <p:cNvSpPr/>
            <p:nvPr/>
          </p:nvSpPr>
          <p:spPr>
            <a:xfrm>
              <a:off x="2802000" y="2011481"/>
              <a:ext cx="8008753" cy="1512877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AI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BE397CC9-B2B1-A074-304C-F866502D33A0}"/>
                </a:ext>
              </a:extLst>
            </p:cNvPr>
            <p:cNvGrpSpPr/>
            <p:nvPr/>
          </p:nvGrpSpPr>
          <p:grpSpPr>
            <a:xfrm>
              <a:off x="2940667" y="2340788"/>
              <a:ext cx="7773053" cy="1112171"/>
              <a:chOff x="2921822" y="2112260"/>
              <a:chExt cx="4200652" cy="1337513"/>
            </a:xfrm>
            <a:solidFill>
              <a:srgbClr val="008D2E">
                <a:alpha val="10000"/>
              </a:srgbClr>
            </a:solidFill>
          </p:grpSpPr>
          <p:sp>
            <p:nvSpPr>
              <p:cNvPr id="20" name="正方形/長方形 19">
                <a:extLst>
                  <a:ext uri="{FF2B5EF4-FFF2-40B4-BE49-F238E27FC236}">
                    <ns2:creationId id="{C5473F1B-183F-7873-D750-81E56E6DEF94}"/>
                  </a:ext>
                </a:extLst>
              </p:cNvPr>
              <p:cNvSpPr/>
              <p:nvPr/>
            </p:nvSpPr>
            <p:spPr>
              <a:xfrm>
                <a:off x="2921822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4C1964C-81B0-1D7D-0661-C775A8C8E921}"/>
                  </a:ext>
                </a:extLst>
              </p:cNvPr>
              <p:cNvSpPr/>
              <p:nvPr/>
            </p:nvSpPr>
            <p:spPr>
              <a:xfrm>
                <a:off x="5065393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17ABBB8-A1B0-4F6E-B968-8F8718F01B80}"/>
                  </a:ext>
                </a:extLst>
              </p:cNvPr>
              <p:cNvSpPr/>
              <p:nvPr/>
            </p:nvSpPr>
            <p:spPr>
              <a:xfrm>
                <a:off x="2921822" y="2820668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54764F69-4049-D116-90C4-531F91CA978C}"/>
                  </a:ext>
                </a:extLst>
              </p:cNvPr>
              <p:cNvSpPr/>
              <p:nvPr/>
            </p:nvSpPr>
            <p:spPr>
              <a:xfrm>
                <a:off x="5065393" y="2820665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2" name="グラフィックス 111" descr="ユーザー 単色塗りつぶし">
              <a:extLst>
                <a:ext uri="{FF2B5EF4-FFF2-40B4-BE49-F238E27FC236}">
                  <ns2:creationId id="{0C6B4CE6-6729-5D9D-EA6A-0272B07D04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517824" y="1663958"/>
              <a:ext cx="278474" cy="324000"/>
            </a:xfrm>
            <a:prstGeom prst="rect">
              <a:avLst/>
            </a:prstGeom>
          </p:spPr>
        </p:pic>
      </p:grpSp>
      <p:grpSp>
        <p:nvGrpSpPr>
          <p:cNvPr id="4" name="グループ化 3">
            <a:extLst>
              <a:ext uri="{FF2B5EF4-FFF2-40B4-BE49-F238E27FC236}">
                <ns2:creationId id="{F3B7C747-C6F0-7C21-0EAE-7D2175CE814B}"/>
              </a:ext>
            </a:extLst>
          </p:cNvPr>
          <p:cNvGrpSpPr/>
          <p:nvPr/>
        </p:nvGrpSpPr>
        <p:grpSpPr>
          <a:xfrm>
            <a:off x="334964" y="3871576"/>
            <a:ext cx="5223170" cy="2441372"/>
            <a:chOff x="334964" y="3871576"/>
            <a:chExt cx="5223170" cy="2441372"/>
          </a:xfrm>
        </p:grpSpPr>
        <p:sp>
          <p:nvSpPr>
            <p:cNvPr id="69" name="正方形/長方形 68">
              <a:extLst>
                <a:ext uri="{FF2B5EF4-FFF2-40B4-BE49-F238E27FC236}">
                  <ns2:creationId id="{FEEAD587-F873-99F4-E83C-AFACED97C0C7}"/>
                </a:ext>
              </a:extLst>
            </p:cNvPr>
            <p:cNvSpPr/>
            <p:nvPr/>
          </p:nvSpPr>
          <p:spPr>
            <a:xfrm>
              <a:off x="334964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 err="1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 : 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29E66271-CCB3-E260-1C6B-FF67493208C4}"/>
                </a:ext>
              </a:extLst>
            </p:cNvPr>
            <p:cNvSpPr/>
            <p:nvPr/>
          </p:nvSpPr>
          <p:spPr>
            <a:xfrm>
              <a:off x="334964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C411CAD-38F5-AC20-2CD9-A503A6878E87}"/>
                </a:ext>
              </a:extLst>
            </p:cNvPr>
            <p:cNvGrpSpPr/>
            <p:nvPr/>
          </p:nvGrpSpPr>
          <p:grpSpPr>
            <a:xfrm>
              <a:off x="444903" y="4547545"/>
              <a:ext cx="5003293" cy="1700855"/>
              <a:chOff x="444903" y="4478323"/>
              <a:chExt cx="5003293" cy="1800581"/>
            </a:xfrm>
          </p:grpSpPr>
          <p:sp>
            <p:nvSpPr>
              <p:cNvPr id="72" name="正方形/長方形 71">
                <a:extLst>
                  <a:ext uri="{FF2B5EF4-FFF2-40B4-BE49-F238E27FC236}">
                    <ns2:creationId id="{EEF54428-CEC4-DE9A-C5C8-683FEA83DF93}"/>
                  </a:ext>
                </a:extLst>
              </p:cNvPr>
              <p:cNvSpPr/>
              <p:nvPr/>
            </p:nvSpPr>
            <p:spPr>
              <a:xfrm>
                <a:off x="444903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BC5C485-DB24-08A3-A4BE-19F2B37D8159}"/>
                  </a:ext>
                </a:extLst>
              </p:cNvPr>
              <p:cNvSpPr/>
              <p:nvPr/>
            </p:nvSpPr>
            <p:spPr>
              <a:xfrm>
                <a:off x="2998058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70B1BE70-56AA-DFC9-1E7D-9C76079CA10C}"/>
                  </a:ext>
                </a:extLst>
              </p:cNvPr>
              <p:cNvSpPr/>
              <p:nvPr/>
            </p:nvSpPr>
            <p:spPr>
              <a:xfrm>
                <a:off x="444903" y="5369461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」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29C79079-7F05-884E-79B9-C7A852375CED}"/>
                  </a:ext>
                </a:extLst>
              </p:cNvPr>
              <p:cNvSpPr/>
              <p:nvPr/>
            </p:nvSpPr>
            <p:spPr>
              <a:xfrm>
                <a:off x="2998058" y="5369457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4" name="グラフィックス 113" descr="コール センター 単色塗りつぶし">
              <a:extLst>
                <a:ext uri="{FF2B5EF4-FFF2-40B4-BE49-F238E27FC236}">
                  <ns2:creationId id="{1240C693-F15D-8004-841D-21AC036039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55236" y="3898576"/>
              <a:ext cx="324000" cy="324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95E5F90A-3C30-E82B-B58A-CCE8E7090033}"/>
              </a:ext>
            </a:extLst>
          </p:cNvPr>
          <p:cNvGrpSpPr/>
          <p:nvPr/>
        </p:nvGrpSpPr>
        <p:grpSpPr>
          <a:xfrm>
            <a:off x="6630718" y="3871576"/>
            <a:ext cx="5223170" cy="2441372"/>
            <a:chOff x="6630718" y="3871576"/>
            <a:chExt cx="5223170" cy="2441372"/>
          </a:xfrm>
        </p:grpSpPr>
        <p:sp>
          <p:nvSpPr>
            <p:cNvPr id="89" name="正方形/長方形 88">
              <a:extLst>
                <a:ext uri="{FF2B5EF4-FFF2-40B4-BE49-F238E27FC236}">
                  <ns2:creationId id="{DDF3E598-C587-6221-9FC0-A5779BDA6C7B}"/>
                </a:ext>
              </a:extLst>
            </p:cNvPr>
            <p:cNvSpPr/>
            <p:nvPr/>
          </p:nvSpPr>
          <p:spPr>
            <a:xfrm>
              <a:off x="6630718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6DD06F41-F6D0-0A26-C4DA-956E406E85C0}"/>
                </a:ext>
              </a:extLst>
            </p:cNvPr>
            <p:cNvSpPr/>
            <p:nvPr/>
          </p:nvSpPr>
          <p:spPr>
            <a:xfrm>
              <a:off x="6630718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43199BFA-8F2D-3542-3029-BEFFEFEB2E59}"/>
                </a:ext>
              </a:extLst>
            </p:cNvPr>
            <p:cNvGrpSpPr/>
            <p:nvPr/>
          </p:nvGrpSpPr>
          <p:grpSpPr>
            <a:xfrm>
              <a:off x="6740657" y="4544971"/>
              <a:ext cx="5003293" cy="1700851"/>
              <a:chOff x="6740657" y="4475749"/>
              <a:chExt cx="5003293" cy="1800577"/>
            </a:xfrm>
          </p:grpSpPr>
          <p:sp>
            <p:nvSpPr>
              <p:cNvPr id="97" name="正方形/長方形 96">
                <a:extLst>
                  <a:ext uri="{FF2B5EF4-FFF2-40B4-BE49-F238E27FC236}">
                    <ns2:creationId id="{E07C7EEB-319B-FC2D-4FAE-EA6F4B0C4608}"/>
                  </a:ext>
                </a:extLst>
              </p:cNvPr>
              <p:cNvSpPr/>
              <p:nvPr/>
            </p:nvSpPr>
            <p:spPr>
              <a:xfrm>
                <a:off x="6740657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55FBC544-FFD7-0776-0702-5235F629E27A}"/>
                  </a:ext>
                </a:extLst>
              </p:cNvPr>
              <p:cNvSpPr/>
              <p:nvPr/>
            </p:nvSpPr>
            <p:spPr>
              <a:xfrm>
                <a:off x="9293812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D8249405-D2D8-2801-CF52-DF5668662CE7}"/>
                  </a:ext>
                </a:extLst>
              </p:cNvPr>
              <p:cNvSpPr/>
              <p:nvPr/>
            </p:nvSpPr>
            <p:spPr>
              <a:xfrm>
                <a:off x="6740657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4F3FC5EC-D380-E1A1-22F4-D8C20BCB5F0F}"/>
                  </a:ext>
                </a:extLst>
              </p:cNvPr>
              <p:cNvSpPr/>
              <p:nvPr/>
            </p:nvSpPr>
            <p:spPr>
              <a:xfrm>
                <a:off x="9293812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20" name="グラフィックス 119" descr="都市 単色塗りつぶし">
              <a:extLst>
                <a:ext uri="{FF2B5EF4-FFF2-40B4-BE49-F238E27FC236}">
                  <ns2:creationId id="{D33B1EAB-8B37-B890-1813-474438F684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69094" y="3898576"/>
              <a:ext cx="324000" cy="324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A44B7A3-76D4-AD25-E7E6-E19FAF640202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2849675137"/>
      </p:ext>
    </p:extLst>
  </p:cSld>
  <p:clrMapOvr>
    <a:masterClrMapping/>
  </p:clrMapOvr>
</p:sld>
</file>

<file path=ppt/slides/slide2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E54702E-CAD9-BABA-0354-7FA09EFCD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310A14D-C505-FC2A-0EB5-453D0C8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F6675D07-3353-91E0-0FD9-78B4EE43EE13}"/>
              </a:ext>
            </a:extLst>
          </p:cNvPr>
          <p:cNvGrpSpPr/>
          <p:nvPr/>
        </p:nvGrpSpPr>
        <p:grpSpPr>
          <a:xfrm>
            <a:off x="334962" y="1628774"/>
            <a:ext cx="11522075" cy="1279520"/>
            <a:chOff x="334962" y="1628774"/>
            <a:chExt cx="11522075" cy="1279520"/>
          </a:xfrm>
        </p:grpSpPr>
        <p:sp>
          <p:nvSpPr>
            <p:cNvPr id="13" name="正方形/長方形 12">
              <a:extLst>
                <a:ext uri="{FF2B5EF4-FFF2-40B4-BE49-F238E27FC236}">
                  <ns2:creationId id="{00D8072C-F526-0B7E-4B71-29C3A734E6B9}"/>
                </a:ext>
              </a:extLst>
            </p:cNvPr>
            <p:cNvSpPr/>
            <p:nvPr/>
          </p:nvSpPr>
          <p:spPr>
            <a:xfrm>
              <a:off x="1949834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3948BB1-A85B-0D3B-0C1A-4C3B6DA04871}"/>
                </a:ext>
              </a:extLst>
            </p:cNvPr>
            <p:cNvSpPr/>
            <p:nvPr/>
          </p:nvSpPr>
          <p:spPr>
            <a:xfrm>
              <a:off x="1949834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8" name="グラフィックス 37" descr="ユーザー ネットワーク 単色塗りつぶし">
              <a:extLst>
                <a:ext uri="{FF2B5EF4-FFF2-40B4-BE49-F238E27FC236}">
                  <ns2:creationId id="{8E362467-7E49-A4C7-D98F-D272E8681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014193" y="2548294"/>
              <a:ext cx="360000" cy="360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9701455C-0D20-E133-211E-105FA035C501}"/>
                </a:ext>
              </a:extLst>
            </p:cNvPr>
            <p:cNvSpPr/>
            <p:nvPr/>
          </p:nvSpPr>
          <p:spPr>
            <a:xfrm>
              <a:off x="4444115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ABBF581-0BDD-19BE-477F-6E3E00B0A1C1}"/>
                </a:ext>
              </a:extLst>
            </p:cNvPr>
            <p:cNvSpPr/>
            <p:nvPr/>
          </p:nvSpPr>
          <p:spPr>
            <a:xfrm>
              <a:off x="444411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泡 単色塗りつぶし">
              <a:extLst>
                <a:ext uri="{FF2B5EF4-FFF2-40B4-BE49-F238E27FC236}">
                  <ns2:creationId id="{8A17C725-F8A6-C7A6-0619-3A62C49708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508474" y="2548294"/>
              <a:ext cx="360000" cy="360000"/>
            </a:xfrm>
            <a:prstGeom prst="rect">
              <a:avLst/>
            </a:prstGeom>
          </p:spPr>
        </p:pic>
        <p:sp>
          <p:nvSpPr>
            <p:cNvPr id="23" name="正方形/長方形 22">
              <a:extLst>
                <a:ext uri="{FF2B5EF4-FFF2-40B4-BE49-F238E27FC236}">
                  <ns2:creationId id="{E3A0482C-16B1-1F76-4DFF-0E181D2DB701}"/>
                </a:ext>
              </a:extLst>
            </p:cNvPr>
            <p:cNvSpPr/>
            <p:nvPr/>
          </p:nvSpPr>
          <p:spPr>
            <a:xfrm>
              <a:off x="6938396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80A90BE-E387-CB1B-4B5E-B33AB9EB00D3}"/>
                </a:ext>
              </a:extLst>
            </p:cNvPr>
            <p:cNvSpPr/>
            <p:nvPr/>
          </p:nvSpPr>
          <p:spPr>
            <a:xfrm>
              <a:off x="693839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2" name="グラフィックス 41" descr="分岐路 単色塗りつぶし">
              <a:extLst>
                <a:ext uri="{FF2B5EF4-FFF2-40B4-BE49-F238E27FC236}">
                  <ns2:creationId id="{92C690CD-3B3A-6E2E-D720-BE4D44552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2755" y="2548294"/>
              <a:ext cx="360000" cy="360000"/>
            </a:xfrm>
            <a:prstGeom prst="rect">
              <a:avLst/>
            </a:prstGeom>
          </p:spPr>
        </p:pic>
        <p:sp>
          <p:nvSpPr>
            <p:cNvPr id="28" name="正方形/長方形 27">
              <a:extLst>
                <a:ext uri="{FF2B5EF4-FFF2-40B4-BE49-F238E27FC236}">
                  <ns2:creationId id="{056D15EF-932E-4AB4-621B-695DDD0F421E}"/>
                </a:ext>
              </a:extLst>
            </p:cNvPr>
            <p:cNvSpPr/>
            <p:nvPr/>
          </p:nvSpPr>
          <p:spPr>
            <a:xfrm>
              <a:off x="9432678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CE911CC-6567-0B9C-58D4-0509A8533192}"/>
                </a:ext>
              </a:extLst>
            </p:cNvPr>
            <p:cNvSpPr/>
            <p:nvPr/>
          </p:nvSpPr>
          <p:spPr>
            <a:xfrm>
              <a:off x="9432678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4" name="グラフィックス 43" descr="右脳と左脳 単色塗りつぶし">
              <a:extLst>
                <a:ext uri="{FF2B5EF4-FFF2-40B4-BE49-F238E27FC236}">
                  <ns2:creationId id="{D9951147-FC5F-7C59-F2D0-5BCFD68B8B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497037" y="2548294"/>
              <a:ext cx="360000" cy="360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1B884078-6497-AF51-B841-06845A20E513}"/>
                </a:ext>
              </a:extLst>
            </p:cNvPr>
            <p:cNvSpPr/>
            <p:nvPr/>
          </p:nvSpPr>
          <p:spPr>
            <a:xfrm>
              <a:off x="334962" y="1628774"/>
              <a:ext cx="1544951" cy="1279520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ニヤリとした顔 (塗りつぶし) 単色塗りつぶし">
              <a:extLst>
                <a:ext uri="{FF2B5EF4-FFF2-40B4-BE49-F238E27FC236}">
                  <ns2:creationId id="{2423BD32-267A-E8FE-8349-02720CE104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544873" y="2580502"/>
              <a:ext cx="324000" cy="324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C013258B-561C-9E00-EFE5-D0C45471BFA5}"/>
              </a:ext>
            </a:extLst>
          </p:cNvPr>
          <p:cNvGrpSpPr/>
          <p:nvPr/>
        </p:nvGrpSpPr>
        <p:grpSpPr>
          <a:xfrm>
            <a:off x="334962" y="2962720"/>
            <a:ext cx="11522075" cy="763924"/>
            <a:chOff x="334962" y="2989933"/>
            <a:chExt cx="11522075" cy="763924"/>
          </a:xfrm>
        </p:grpSpPr>
        <p:pic>
          <p:nvPicPr>
            <p:cNvPr id="62" name="グラフィックス 61" descr="シャッフル 単色塗りつぶし">
              <a:extLst>
                <a:ext uri="{FF2B5EF4-FFF2-40B4-BE49-F238E27FC236}">
                  <ns2:creationId id="{2C9D404E-7FD4-26CF-F0BF-50BFFF335D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829936" y="3393857"/>
              <a:ext cx="360000" cy="360000"/>
            </a:xfrm>
            <a:prstGeom prst="rect">
              <a:avLst/>
            </a:prstGeom>
          </p:spPr>
        </p:pic>
        <p:pic>
          <p:nvPicPr>
            <p:cNvPr id="64" name="グラフィックス 63" descr="レーダー チャート 単色塗りつぶし">
              <a:extLst>
                <a:ext uri="{FF2B5EF4-FFF2-40B4-BE49-F238E27FC236}">
                  <ns2:creationId id="{B0EFB6AC-B96A-F086-AE0D-A158D7249F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63486" y="3393857"/>
              <a:ext cx="360000" cy="360000"/>
            </a:xfrm>
            <a:prstGeom prst="rect">
              <a:avLst/>
            </a:prstGeom>
          </p:spPr>
        </p:pic>
        <p:sp>
          <p:nvSpPr>
            <p:cNvPr id="8" name="正方形/長方形 7">
              <a:extLst>
                <a:ext uri="{FF2B5EF4-FFF2-40B4-BE49-F238E27FC236}">
                  <ns2:creationId id="{CCBA2799-F0EC-A6FA-B277-0B2F1BBDB32C}"/>
                </a:ext>
              </a:extLst>
            </p:cNvPr>
            <p:cNvSpPr/>
            <p:nvPr/>
          </p:nvSpPr>
          <p:spPr>
            <a:xfrm>
              <a:off x="334962" y="2989933"/>
              <a:ext cx="1544951" cy="763924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0" name="グラフィックス 49" descr="悲しそうな顔 (塗りつぶし) 単色塗りつぶし">
              <a:extLst>
                <a:ext uri="{FF2B5EF4-FFF2-40B4-BE49-F238E27FC236}">
                  <ns2:creationId id="{64A7A08B-435C-43CA-A90F-8323DA2058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544873" y="3429857"/>
              <a:ext cx="324000" cy="324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A7EEAA5E-A35E-A2BC-9A6C-610969C62DDC}"/>
                </a:ext>
              </a:extLst>
            </p:cNvPr>
            <p:cNvSpPr/>
            <p:nvPr/>
          </p:nvSpPr>
          <p:spPr>
            <a:xfrm>
              <a:off x="1949834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2D778D13-D2E2-3A78-C15B-59BFC6F89BED}"/>
                </a:ext>
              </a:extLst>
            </p:cNvPr>
            <p:cNvSpPr/>
            <p:nvPr/>
          </p:nvSpPr>
          <p:spPr>
            <a:xfrm>
              <a:off x="1949834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20343ED-A068-E76C-D165-62789F8EBF01}"/>
                </a:ext>
              </a:extLst>
            </p:cNvPr>
            <p:cNvSpPr/>
            <p:nvPr/>
          </p:nvSpPr>
          <p:spPr>
            <a:xfrm>
              <a:off x="528338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7955D6C2-FDED-4D5B-98E5-D0975DDC459E}"/>
                </a:ext>
              </a:extLst>
            </p:cNvPr>
            <p:cNvSpPr/>
            <p:nvPr/>
          </p:nvSpPr>
          <p:spPr>
            <a:xfrm>
              <a:off x="5283386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EF549E32-CB56-E94D-72B6-3C245DD52EDD}"/>
                </a:ext>
              </a:extLst>
            </p:cNvPr>
            <p:cNvSpPr/>
            <p:nvPr/>
          </p:nvSpPr>
          <p:spPr>
            <a:xfrm>
              <a:off x="861693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BE48E30-F8FB-E2BD-AD03-469DABE9BEAE}"/>
                </a:ext>
              </a:extLst>
            </p:cNvPr>
            <p:cNvSpPr/>
            <p:nvPr/>
          </p:nvSpPr>
          <p:spPr>
            <a:xfrm>
              <a:off x="8616935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6" name="グラフィックス 65" descr="速度計: 低速 単色塗りつぶし">
              <a:extLst>
                <a:ext uri="{FF2B5EF4-FFF2-40B4-BE49-F238E27FC236}">
                  <ns2:creationId id="{B9457F69-DF79-9BBE-6C95-7074FEEA3D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497037" y="3393857"/>
              <a:ext cx="360000" cy="360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86436D7-4162-EC63-CA23-6A84F3740A91}"/>
              </a:ext>
            </a:extLst>
          </p:cNvPr>
          <p:cNvGrpSpPr/>
          <p:nvPr/>
        </p:nvGrpSpPr>
        <p:grpSpPr>
          <a:xfrm>
            <a:off x="334962" y="3781070"/>
            <a:ext cx="11522077" cy="1193708"/>
            <a:chOff x="334962" y="3772907"/>
            <a:chExt cx="11522077" cy="1193708"/>
          </a:xfrm>
        </p:grpSpPr>
        <p:sp>
          <p:nvSpPr>
            <p:cNvPr id="9" name="正方形/長方形 8">
              <a:extLst>
                <a:ext uri="{FF2B5EF4-FFF2-40B4-BE49-F238E27FC236}">
                  <ns2:creationId id="{E386C424-F8E4-E0D1-1161-76CD6A388F24}"/>
                </a:ext>
              </a:extLst>
            </p:cNvPr>
            <p:cNvSpPr/>
            <p:nvPr/>
          </p:nvSpPr>
          <p:spPr>
            <a:xfrm>
              <a:off x="334962" y="3772907"/>
              <a:ext cx="1544951" cy="1174658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5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8" name="グラフィックス 47" descr="手のひら 単色塗りつぶし">
              <a:extLst>
                <a:ext uri="{FF2B5EF4-FFF2-40B4-BE49-F238E27FC236}">
                  <ns2:creationId id="{16BC251B-CF05-B069-DAF2-8B5C52BD4E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544873" y="4619773"/>
              <a:ext cx="324000" cy="324000"/>
            </a:xfrm>
            <a:prstGeom prst="rect">
              <a:avLst/>
            </a:prstGeom>
          </p:spPr>
        </p:pic>
        <p:sp>
          <p:nvSpPr>
            <p:cNvPr id="67" name="正方形/長方形 66">
              <a:extLst>
                <a:ext uri="{FF2B5EF4-FFF2-40B4-BE49-F238E27FC236}">
                  <ns2:creationId id="{16FDFEFC-EC23-143A-D7EA-09E9E8C7A9A1}"/>
                </a:ext>
              </a:extLst>
            </p:cNvPr>
            <p:cNvSpPr/>
            <p:nvPr/>
          </p:nvSpPr>
          <p:spPr>
            <a:xfrm>
              <a:off x="334962" y="4544434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56C4E6F9-C800-D1E1-691B-68B3EF85F0F0}"/>
                </a:ext>
              </a:extLst>
            </p:cNvPr>
            <p:cNvSpPr/>
            <p:nvPr/>
          </p:nvSpPr>
          <p:spPr>
            <a:xfrm>
              <a:off x="1949834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572CE4F-7209-D532-9786-4014103B4EF0}"/>
                </a:ext>
              </a:extLst>
            </p:cNvPr>
            <p:cNvSpPr/>
            <p:nvPr/>
          </p:nvSpPr>
          <p:spPr>
            <a:xfrm>
              <a:off x="19498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3" name="グラフィックス 72" descr="チェックマークの付いた盾 単色塗りつぶし">
              <a:extLst>
                <a:ext uri="{FF2B5EF4-FFF2-40B4-BE49-F238E27FC236}">
                  <ns2:creationId id="{596AA132-A0BC-B801-B28E-F1D2FB2732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829936" y="4606615"/>
              <a:ext cx="360000" cy="360000"/>
            </a:xfrm>
            <a:prstGeom prst="rect">
              <a:avLst/>
            </a:prstGeom>
          </p:spPr>
        </p:pic>
        <p:sp>
          <p:nvSpPr>
            <p:cNvPr id="20" name="正方形/長方形 19">
              <a:extLst>
                <a:ext uri="{FF2B5EF4-FFF2-40B4-BE49-F238E27FC236}">
                  <ns2:creationId id="{584DAFFC-81D4-D5DC-D865-F50C17587A3B}"/>
                </a:ext>
              </a:extLst>
            </p:cNvPr>
            <p:cNvSpPr/>
            <p:nvPr/>
          </p:nvSpPr>
          <p:spPr>
            <a:xfrm>
              <a:off x="528338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/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02A48B56-51DE-4095-06E1-4163FDA56430}"/>
                </a:ext>
              </a:extLst>
            </p:cNvPr>
            <p:cNvSpPr/>
            <p:nvPr/>
          </p:nvSpPr>
          <p:spPr>
            <a:xfrm>
              <a:off x="5283385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5" name="グラフィックス 74" descr="電球と鉛筆 単色塗りつぶし">
              <a:extLst>
                <a:ext uri="{FF2B5EF4-FFF2-40B4-BE49-F238E27FC236}">
                  <ns2:creationId id="{D1DDCBA5-1A62-399D-8A07-B57CFB0F4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8163488" y="4587565"/>
              <a:ext cx="360000" cy="360000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95CD4966-1E97-3597-87B4-97CF82B11B08}"/>
                </a:ext>
              </a:extLst>
            </p:cNvPr>
            <p:cNvSpPr/>
            <p:nvPr/>
          </p:nvSpPr>
          <p:spPr>
            <a:xfrm>
              <a:off x="861693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6B2F0DCC-088E-596F-22D8-5FD3ABDFF2BC}"/>
                </a:ext>
              </a:extLst>
            </p:cNvPr>
            <p:cNvSpPr/>
            <p:nvPr/>
          </p:nvSpPr>
          <p:spPr>
            <a:xfrm>
              <a:off x="86169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7" name="グラフィックス 76" descr="棒グラフ 単色塗りつぶし">
              <a:extLst>
                <a:ext uri="{FF2B5EF4-FFF2-40B4-BE49-F238E27FC236}">
                  <ns2:creationId id="{FC2CD1BE-3352-F7E7-B946-046488C097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1497039" y="4587565"/>
              <a:ext cx="360000" cy="360000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3979FD61-97B1-1EA7-3666-C78372A9FE08}"/>
              </a:ext>
            </a:extLst>
          </p:cNvPr>
          <p:cNvGrpSpPr/>
          <p:nvPr/>
        </p:nvGrpSpPr>
        <p:grpSpPr>
          <a:xfrm>
            <a:off x="334962" y="5029205"/>
            <a:ext cx="11522075" cy="1279520"/>
            <a:chOff x="334962" y="5029205"/>
            <a:chExt cx="11522075" cy="1279520"/>
          </a:xfrm>
        </p:grpSpPr>
        <p:sp>
          <p:nvSpPr>
            <p:cNvPr id="16" name="正方形/長方形 15">
              <a:extLst>
                <a:ext uri="{FF2B5EF4-FFF2-40B4-BE49-F238E27FC236}">
                  <ns2:creationId id="{3BD2338E-2279-B004-A79F-7AAB45527B3D}"/>
                </a:ext>
              </a:extLst>
            </p:cNvPr>
            <p:cNvSpPr/>
            <p:nvPr/>
          </p:nvSpPr>
          <p:spPr>
            <a:xfrm>
              <a:off x="1949834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A7D09C33-4395-E81A-6FBE-106E2C2E4126}"/>
                </a:ext>
              </a:extLst>
            </p:cNvPr>
            <p:cNvSpPr/>
            <p:nvPr/>
          </p:nvSpPr>
          <p:spPr>
            <a:xfrm>
              <a:off x="1949834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4" name="グラフィックス 83" descr="下降基調のグラフ 単色塗りつぶし">
              <a:extLst>
                <a:ext uri="{FF2B5EF4-FFF2-40B4-BE49-F238E27FC236}">
                  <ns2:creationId id="{7DED8AC0-38A8-463B-905D-2ACAC9218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014193" y="5948725"/>
              <a:ext cx="360000" cy="360000"/>
            </a:xfrm>
            <a:prstGeom prst="rect">
              <a:avLst/>
            </a:prstGeom>
          </p:spPr>
        </p:pic>
        <p:sp>
          <p:nvSpPr>
            <p:cNvPr id="21" name="正方形/長方形 20">
              <a:extLst>
                <a:ext uri="{FF2B5EF4-FFF2-40B4-BE49-F238E27FC236}">
                  <ns2:creationId id="{93728904-AB70-3C6C-7039-4D117F480E51}"/>
                </a:ext>
              </a:extLst>
            </p:cNvPr>
            <p:cNvSpPr/>
            <p:nvPr/>
          </p:nvSpPr>
          <p:spPr>
            <a:xfrm>
              <a:off x="4444115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DD6BCC0-1C47-8104-090F-C1622F73CFA5}"/>
                </a:ext>
              </a:extLst>
            </p:cNvPr>
            <p:cNvSpPr/>
            <p:nvPr/>
          </p:nvSpPr>
          <p:spPr>
            <a:xfrm>
              <a:off x="444411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6" name="グラフィックス 85" descr="人工知能 単色塗りつぶし">
              <a:extLst>
                <a:ext uri="{FF2B5EF4-FFF2-40B4-BE49-F238E27FC236}">
                  <ns2:creationId id="{48CC6952-AEC5-7F48-676E-F9C62EBD0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08474" y="5948725"/>
              <a:ext cx="360000" cy="360000"/>
            </a:xfrm>
            <a:prstGeom prst="rect">
              <a:avLst/>
            </a:prstGeom>
          </p:spPr>
        </p:pic>
        <p:sp>
          <p:nvSpPr>
            <p:cNvPr id="26" name="正方形/長方形 25">
              <a:extLst>
                <a:ext uri="{FF2B5EF4-FFF2-40B4-BE49-F238E27FC236}">
                  <ns2:creationId id="{61B7E7A1-147C-63C4-ED4C-5894ABC23903}"/>
                </a:ext>
              </a:extLst>
            </p:cNvPr>
            <p:cNvSpPr/>
            <p:nvPr/>
          </p:nvSpPr>
          <p:spPr>
            <a:xfrm>
              <a:off x="6938396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88" name="グラフィックス 87" descr="キオスク 単色塗りつぶし">
              <a:extLst>
                <a:ext uri="{FF2B5EF4-FFF2-40B4-BE49-F238E27FC236}">
                  <ns2:creationId id="{77C98077-E48E-59AC-A90D-68A281195C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9002754" y="5948725"/>
              <a:ext cx="360000" cy="360000"/>
            </a:xfrm>
            <a:prstGeom prst="rect">
              <a:avLst/>
            </a:prstGeom>
          </p:spPr>
        </p:pic>
        <p:sp>
          <p:nvSpPr>
            <p:cNvPr id="91" name="正方形/長方形 90">
              <a:extLst>
                <a:ext uri="{FF2B5EF4-FFF2-40B4-BE49-F238E27FC236}">
                  <ns2:creationId id="{847C15CE-295F-2483-C61A-A0CC7C9EAEF2}"/>
                </a:ext>
              </a:extLst>
            </p:cNvPr>
            <p:cNvSpPr/>
            <p:nvPr/>
          </p:nvSpPr>
          <p:spPr>
            <a:xfrm>
              <a:off x="693839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D7A5E77-733A-E6FA-C94F-52CE5DD29F57}"/>
                </a:ext>
              </a:extLst>
            </p:cNvPr>
            <p:cNvSpPr/>
            <p:nvPr/>
          </p:nvSpPr>
          <p:spPr>
            <a:xfrm>
              <a:off x="9432678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90" name="グラフィックス 89" descr="高電圧 単色塗りつぶし">
              <a:extLst>
                <a:ext uri="{FF2B5EF4-FFF2-40B4-BE49-F238E27FC236}">
                  <ns2:creationId id="{07E23B18-45AE-97A4-7F8C-EDBE19C65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1497037" y="5948725"/>
              <a:ext cx="360000" cy="360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C5D7CF7A-0BFF-E1EA-CA1A-EDC7200465EF}"/>
                </a:ext>
              </a:extLst>
            </p:cNvPr>
            <p:cNvSpPr/>
            <p:nvPr/>
          </p:nvSpPr>
          <p:spPr>
            <a:xfrm>
              <a:off x="9432678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23091F9-3E7C-FFDD-87F4-85552AD616E0}"/>
                </a:ext>
              </a:extLst>
            </p:cNvPr>
            <p:cNvSpPr/>
            <p:nvPr/>
          </p:nvSpPr>
          <p:spPr>
            <a:xfrm>
              <a:off x="334962" y="5029205"/>
              <a:ext cx="1544951" cy="1279520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9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2" name="グラフィックス 51" descr="警告 単色塗りつぶし">
              <a:extLst>
                <a:ext uri="{FF2B5EF4-FFF2-40B4-BE49-F238E27FC236}">
                  <ns2:creationId id="{D8A4FA49-EDAC-BDB5-1075-130D40F4C3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1544873" y="5980933"/>
              <a:ext cx="324000" cy="324000"/>
            </a:xfrm>
            <a:prstGeom prst="rect">
              <a:avLst/>
            </a:prstGeom>
          </p:spPr>
        </p:pic>
        <p:sp>
          <p:nvSpPr>
            <p:cNvPr id="98" name="正方形/長方形 97">
              <a:extLst>
                <a:ext uri="{FF2B5EF4-FFF2-40B4-BE49-F238E27FC236}">
                  <ns2:creationId id="{B2F57AB9-EA5A-04D5-3B10-BBA0A36B1993}"/>
                </a:ext>
              </a:extLst>
            </p:cNvPr>
            <p:cNvSpPr/>
            <p:nvPr/>
          </p:nvSpPr>
          <p:spPr>
            <a:xfrm>
              <a:off x="334962" y="5779865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B4DE0A68-4505-7553-BBE2-8AAFC232112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67412861"/>
      </p:ext>
    </p:extLst>
  </p:cSld>
  <p:clrMapOvr>
    <a:masterClrMapping/>
  </p:clrMapOvr>
</p:sld>
</file>

<file path=ppt/slides/slide26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44A1C6-7429-17FA-20D6-5E22AEF76F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7F410D9A-E3DA-9565-E786-25A234B3CD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1" y="1"/>
            <a:ext cx="11522077" cy="914400"/>
          </a:xfrm>
        </p:spPr>
        <p:txBody>
          <a:bodyPr/>
          <a:lstStyle/>
          <a:p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818418C2-0FA5-4E5C-1836-660430BAD9E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56772CD2-B7C6-4AB0-E0AB-741CD3A19637}"/>
              </a:ext>
            </a:extLst>
          </p:cNvPr>
          <p:cNvSpPr/>
          <p:nvPr/>
        </p:nvSpPr>
        <p:spPr>
          <a:xfrm>
            <a:off x="334963" y="1773627"/>
            <a:ext cx="1344168" cy="63627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ja-JP" sz="1400" b="1" dirty="0">
                <a:solidFill>
                  <a:srgbClr val="008D2E"/>
                </a:solidFill>
                <a:latin typeface="+mn-ea"/>
              </a:rPr>
              <a:t>XX</a:t>
            </a:r>
            <a:endParaRPr kumimoji="1" lang="ja-JP" altLang="en-US" sz="1400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63C99E9-17B5-809F-C4E8-220A832EA476}"/>
              </a:ext>
            </a:extLst>
          </p:cNvPr>
          <p:cNvSpPr/>
          <p:nvPr/>
        </p:nvSpPr>
        <p:spPr>
          <a:xfrm>
            <a:off x="174567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2" name="background">
            <a:extLst>
              <a:ext uri="{FF2B5EF4-FFF2-40B4-BE49-F238E27FC236}">
                <ns2:creationId id="{6CC377FD-5E6C-082A-73AC-A9DCDEB184C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74567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3" name="グラフィックス 82" descr="救急箱 単色塗りつぶし">
            <a:extLst>
              <a:ext uri="{FF2B5EF4-FFF2-40B4-BE49-F238E27FC236}">
                <ns2:creationId id="{3889AE31-E3FD-D487-FE37-C9009D14FA65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745673" y="1893767"/>
            <a:ext cx="360000" cy="360000"/>
          </a:xfrm>
          <a:prstGeom prst="rect">
            <a:avLst/>
          </a:prstGeom>
        </p:spPr>
      </p:pic>
      <p:sp>
        <p:nvSpPr>
          <p:cNvPr id="84" name="正方形/長方形 83">
            <a:extLst>
              <a:ext uri="{FF2B5EF4-FFF2-40B4-BE49-F238E27FC236}">
                <ns2:creationId id="{C5772F10-97DF-EBF2-D7CA-5BF123E9B9D3}"/>
              </a:ext>
            </a:extLst>
          </p:cNvPr>
          <p:cNvSpPr/>
          <p:nvPr/>
        </p:nvSpPr>
        <p:spPr>
          <a:xfrm>
            <a:off x="4290150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4304AD61-4FD2-B00A-D582-8B5B18E21372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290150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6" name="グラフィックス 85" descr="パズルのピース 単色塗りつぶし">
            <a:extLst>
              <a:ext uri="{FF2B5EF4-FFF2-40B4-BE49-F238E27FC236}">
                <ns2:creationId id="{AA9D07A9-11F2-969D-14F2-A6AA1A3F0458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4290150" y="1893767"/>
            <a:ext cx="360000" cy="360000"/>
          </a:xfrm>
          <a:prstGeom prst="rect">
            <a:avLst/>
          </a:prstGeom>
        </p:spPr>
      </p:pic>
      <p:sp>
        <p:nvSpPr>
          <p:cNvPr id="87" name="正方形/長方形 86">
            <a:extLst>
              <a:ext uri="{FF2B5EF4-FFF2-40B4-BE49-F238E27FC236}">
                <ns2:creationId id="{E6B39EAC-8CDD-6A68-D803-D720F421E951}"/>
              </a:ext>
            </a:extLst>
          </p:cNvPr>
          <p:cNvSpPr/>
          <p:nvPr/>
        </p:nvSpPr>
        <p:spPr>
          <a:xfrm>
            <a:off x="6834627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8" name="background">
            <a:extLst>
              <a:ext uri="{FF2B5EF4-FFF2-40B4-BE49-F238E27FC236}">
                <ns2:creationId id="{102EA56E-91AB-1BC6-322A-068D7F76468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6834625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9" name="グラフィックス 88" descr="手のひらと植物 単色塗りつぶし">
            <a:extLst>
              <a:ext uri="{FF2B5EF4-FFF2-40B4-BE49-F238E27FC236}">
                <ns2:creationId id="{EECBEA3E-AE19-DC1E-A48B-B4E0C57AFB8E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6834626" y="1893767"/>
            <a:ext cx="360000" cy="360000"/>
          </a:xfrm>
          <a:prstGeom prst="rect">
            <a:avLst/>
          </a:prstGeom>
        </p:spPr>
      </p:pic>
      <p:sp>
        <p:nvSpPr>
          <p:cNvPr id="90" name="正方形/長方形 89">
            <a:extLst>
              <a:ext uri="{FF2B5EF4-FFF2-40B4-BE49-F238E27FC236}">
                <ns2:creationId id="{E10EC928-88C7-D1C8-FAFF-3BE3DC3B5E76}"/>
              </a:ext>
            </a:extLst>
          </p:cNvPr>
          <p:cNvSpPr/>
          <p:nvPr/>
        </p:nvSpPr>
        <p:spPr>
          <a:xfrm>
            <a:off x="937910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r>
              <a:rPr lang="ja-JP" altLang="en-US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91" name="background">
            <a:extLst>
              <a:ext uri="{FF2B5EF4-FFF2-40B4-BE49-F238E27FC236}">
                <ns2:creationId id="{BE8DE641-4921-4C97-6634-1409D83EA1B3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937910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92" name="グラフィックス 91" descr="階層 単色塗りつぶし">
            <a:extLst>
              <a:ext uri="{FF2B5EF4-FFF2-40B4-BE49-F238E27FC236}">
                <ns2:creationId id="{125BBAE5-3962-A8DB-B6FB-AE4C18B667DF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9379102" y="1893767"/>
            <a:ext cx="360000" cy="360000"/>
          </a:xfrm>
          <a:prstGeom prst="rect">
            <a:avLst/>
          </a:prstGeom>
        </p:spPr>
      </p:pic>
      <p:grpSp>
        <p:nvGrpSpPr>
          <p:cNvPr id="113" name="グループ化 112">
            <a:extLst>
              <a:ext uri="{FF2B5EF4-FFF2-40B4-BE49-F238E27FC236}">
                <ns2:creationId id="{D9253D03-D92F-C6AD-81A5-A2BA83DC9945}"/>
              </a:ext>
            </a:extLst>
          </p:cNvPr>
          <p:cNvGrpSpPr/>
          <p:nvPr/>
        </p:nvGrpSpPr>
        <p:grpSpPr>
          <a:xfrm>
            <a:off x="334963" y="2514167"/>
            <a:ext cx="11522075" cy="1502997"/>
            <a:chOff x="334963" y="2514168"/>
            <a:chExt cx="11522075" cy="1348384"/>
          </a:xfrm>
        </p:grpSpPr>
        <p:sp>
          <p:nvSpPr>
            <p:cNvPr id="54" name="正方形/長方形 53">
              <a:extLst>
                <a:ext uri="{FF2B5EF4-FFF2-40B4-BE49-F238E27FC236}">
                  <ns2:creationId id="{E750A228-B3C3-6372-A1CF-58CEB81133B8}"/>
                </a:ext>
              </a:extLst>
            </p:cNvPr>
            <p:cNvSpPr/>
            <p:nvPr/>
          </p:nvSpPr>
          <p:spPr>
            <a:xfrm>
              <a:off x="334963" y="2514168"/>
              <a:ext cx="1242377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41F86437-264D-A2AF-70A5-C1BA99E7589F}"/>
                </a:ext>
              </a:extLst>
            </p:cNvPr>
            <p:cNvSpPr/>
            <p:nvPr/>
          </p:nvSpPr>
          <p:spPr>
            <a:xfrm>
              <a:off x="174567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3646968B-E766-88E1-B5C3-B8074F2BC537}"/>
                </a:ext>
              </a:extLst>
            </p:cNvPr>
            <p:cNvSpPr/>
            <p:nvPr/>
          </p:nvSpPr>
          <p:spPr>
            <a:xfrm>
              <a:off x="4290150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0C9334E9-CFA4-68CD-1505-3E5A789711D6}"/>
                </a:ext>
              </a:extLst>
            </p:cNvPr>
            <p:cNvSpPr/>
            <p:nvPr/>
          </p:nvSpPr>
          <p:spPr>
            <a:xfrm>
              <a:off x="6834626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75428A12-D674-238B-D8E3-B62BE9E6F87D}"/>
                </a:ext>
              </a:extLst>
            </p:cNvPr>
            <p:cNvSpPr/>
            <p:nvPr/>
          </p:nvSpPr>
          <p:spPr>
            <a:xfrm>
              <a:off x="937910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5D645080-14EA-BE6B-612D-798DE1927B1B}"/>
                </a:ext>
              </a:extLst>
            </p:cNvPr>
            <p:cNvCxnSpPr/>
            <p:nvPr/>
          </p:nvCxnSpPr>
          <p:spPr>
            <a:xfrm>
              <a:off x="1652808" y="2520086"/>
              <a:ext cx="0" cy="1342466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グループ化 111">
            <a:extLst>
              <a:ext uri="{FF2B5EF4-FFF2-40B4-BE49-F238E27FC236}">
                <ns2:creationId id="{5B15D2DD-D8F6-C123-6BBF-87D708A410B4}"/>
              </a:ext>
            </a:extLst>
          </p:cNvPr>
          <p:cNvGrpSpPr/>
          <p:nvPr/>
        </p:nvGrpSpPr>
        <p:grpSpPr>
          <a:xfrm>
            <a:off x="334963" y="4092468"/>
            <a:ext cx="11522076" cy="2216251"/>
            <a:chOff x="334963" y="3884297"/>
            <a:chExt cx="11522076" cy="2424428"/>
          </a:xfrm>
        </p:grpSpPr>
        <p:sp>
          <p:nvSpPr>
            <p:cNvPr id="75" name="正方形/長方形 74">
              <a:extLst>
                <a:ext uri="{FF2B5EF4-FFF2-40B4-BE49-F238E27FC236}">
                  <ns2:creationId id="{0D9FEB9A-E28B-CBF4-7470-C010F471880D}"/>
                </a:ext>
              </a:extLst>
            </p:cNvPr>
            <p:cNvSpPr/>
            <p:nvPr/>
          </p:nvSpPr>
          <p:spPr>
            <a:xfrm>
              <a:off x="334963" y="3972733"/>
              <a:ext cx="1242377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CEEC7F09-5A83-434D-6A3F-3573F88EA831}"/>
                </a:ext>
              </a:extLst>
            </p:cNvPr>
            <p:cNvSpPr/>
            <p:nvPr/>
          </p:nvSpPr>
          <p:spPr>
            <a:xfrm>
              <a:off x="174567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8775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BD44E6F-9F8B-8387-0017-EA55DAADF7CA}"/>
                </a:ext>
              </a:extLst>
            </p:cNvPr>
            <p:cNvSpPr/>
            <p:nvPr/>
          </p:nvSpPr>
          <p:spPr>
            <a:xfrm>
              <a:off x="4290150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  <a:tabLst>
                  <a:tab pos="357188" algn="l"/>
                </a:tabLst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529DD17-9464-542F-93DD-2175F3F74008}"/>
                </a:ext>
              </a:extLst>
            </p:cNvPr>
            <p:cNvSpPr/>
            <p:nvPr/>
          </p:nvSpPr>
          <p:spPr>
            <a:xfrm>
              <a:off x="6834626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2E7D32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2E199674-1175-538E-2161-FBD170370BFB}"/>
                </a:ext>
              </a:extLst>
            </p:cNvPr>
            <p:cNvSpPr/>
            <p:nvPr/>
          </p:nvSpPr>
          <p:spPr>
            <a:xfrm>
              <a:off x="937910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05" name="直線コネクタ 104">
              <a:extLst>
                <a:ext uri="{FF2B5EF4-FFF2-40B4-BE49-F238E27FC236}">
                  <ns2:creationId id="{552A0009-4FD8-B8E8-F5BE-FF7159E645AC}"/>
                </a:ext>
              </a:extLst>
            </p:cNvPr>
            <p:cNvCxnSpPr/>
            <p:nvPr/>
          </p:nvCxnSpPr>
          <p:spPr>
            <a:xfrm>
              <a:off x="1745673" y="3884297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338D269F-03B6-F8AC-AC1D-C84D6D3D15CC}"/>
                </a:ext>
              </a:extLst>
            </p:cNvPr>
            <p:cNvCxnSpPr/>
            <p:nvPr/>
          </p:nvCxnSpPr>
          <p:spPr>
            <a:xfrm>
              <a:off x="4290149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FE3162F6-7F88-0FA0-6D1A-94FB223042E7}"/>
                </a:ext>
              </a:extLst>
            </p:cNvPr>
            <p:cNvCxnSpPr/>
            <p:nvPr/>
          </p:nvCxnSpPr>
          <p:spPr>
            <a:xfrm>
              <a:off x="6834626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10D66114-D809-4912-E9BA-6C965637890A}"/>
                </a:ext>
              </a:extLst>
            </p:cNvPr>
            <p:cNvCxnSpPr/>
            <p:nvPr/>
          </p:nvCxnSpPr>
          <p:spPr>
            <a:xfrm>
              <a:off x="9379103" y="3884302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D8910321-E825-DBE0-1DD7-CE2351CEDF47}"/>
                </a:ext>
              </a:extLst>
            </p:cNvPr>
            <p:cNvCxnSpPr/>
            <p:nvPr/>
          </p:nvCxnSpPr>
          <p:spPr>
            <a:xfrm>
              <a:off x="1652808" y="3972733"/>
              <a:ext cx="0" cy="2335992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99735514"/>
      </p:ext>
    </p:extLst>
  </p:cSld>
  <p:clrMapOvr>
    <a:masterClrMapping/>
  </p:clrMapOvr>
</p:sld>
</file>

<file path=ppt/slides/slide2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5A528C-8F57-C6E2-9DB1-49FF3BB10F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15F12C-8F05-8589-D24E-3F0C59E086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6C4399B2-69B9-7BD9-3EBD-96A1CD39601B}"/>
              </a:ext>
            </a:extLst>
          </p:cNvPr>
          <p:cNvGrpSpPr/>
          <p:nvPr/>
        </p:nvGrpSpPr>
        <p:grpSpPr>
          <a:xfrm>
            <a:off x="334963" y="1628775"/>
            <a:ext cx="11522075" cy="781131"/>
            <a:chOff x="334963" y="1628775"/>
            <a:chExt cx="11522075" cy="781131"/>
          </a:xfrm>
        </p:grpSpPr>
        <p:sp>
          <p:nvSpPr>
            <p:cNvPr id="50" name="正方形/長方形 49">
              <a:extLst>
                <a:ext uri="{FF2B5EF4-FFF2-40B4-BE49-F238E27FC236}">
                  <ns2:creationId id="{8E8E8589-9E40-A510-9D6A-58662BBE87FB}"/>
                </a:ext>
              </a:extLst>
            </p:cNvPr>
            <p:cNvSpPr/>
            <p:nvPr/>
          </p:nvSpPr>
          <p:spPr>
            <a:xfrm>
              <a:off x="334963" y="1773627"/>
              <a:ext cx="1344168" cy="63627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2C3BA922-37F0-E989-B07F-2C2AE344C3B9}"/>
                </a:ext>
              </a:extLst>
            </p:cNvPr>
            <p:cNvSpPr/>
            <p:nvPr/>
          </p:nvSpPr>
          <p:spPr>
            <a:xfrm>
              <a:off x="174567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8" name="background">
              <a:extLst>
                <a:ext uri="{FF2B5EF4-FFF2-40B4-BE49-F238E27FC236}">
                  <ns2:creationId id="{31802255-9C2D-5D02-C7F2-3A5FAC7EE30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174567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9" name="グラフィックス 48" descr="救急箱 単色塗りつぶし">
              <a:extLst>
                <a:ext uri="{FF2B5EF4-FFF2-40B4-BE49-F238E27FC236}">
                  <ns2:creationId id="{75568D5E-A237-D33E-E948-20E5823CFB50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745673" y="1893767"/>
              <a:ext cx="360000" cy="36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2E22F90D-F856-5FC0-40B8-CBDBD4532DD0}"/>
                </a:ext>
              </a:extLst>
            </p:cNvPr>
            <p:cNvSpPr/>
            <p:nvPr/>
          </p:nvSpPr>
          <p:spPr>
            <a:xfrm>
              <a:off x="4290150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5" name="background">
              <a:extLst>
                <a:ext uri="{FF2B5EF4-FFF2-40B4-BE49-F238E27FC236}">
                  <ns2:creationId id="{CC302DCF-38C6-AC56-D2D0-94F021197C0A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4290150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パズルのピース 単色塗りつぶし">
              <a:extLst>
                <a:ext uri="{FF2B5EF4-FFF2-40B4-BE49-F238E27FC236}">
                  <ns2:creationId id="{12F9CA41-9DB6-EFD3-1FF4-761CF8229C23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4290150" y="1893767"/>
              <a:ext cx="360000" cy="360000"/>
            </a:xfrm>
            <a:prstGeom prst="rect">
              <a:avLst/>
            </a:prstGeom>
          </p:spPr>
        </p:pic>
        <p:sp>
          <p:nvSpPr>
            <p:cNvPr id="41" name="正方形/長方形 40">
              <a:extLst>
                <a:ext uri="{FF2B5EF4-FFF2-40B4-BE49-F238E27FC236}">
                  <ns2:creationId id="{5EB8A744-3DD8-BD1E-6123-66741FD93F66}"/>
                </a:ext>
              </a:extLst>
            </p:cNvPr>
            <p:cNvSpPr/>
            <p:nvPr/>
          </p:nvSpPr>
          <p:spPr>
            <a:xfrm>
              <a:off x="6834627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2" name="background">
              <a:extLst>
                <a:ext uri="{FF2B5EF4-FFF2-40B4-BE49-F238E27FC236}">
                  <ns2:creationId id="{D0F71352-B684-5C85-94E1-A1254A0D51C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6834625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3" name="グラフィックス 42" descr="手のひらと植物 単色塗りつぶし">
              <a:extLst>
                <a:ext uri="{FF2B5EF4-FFF2-40B4-BE49-F238E27FC236}">
                  <ns2:creationId id="{AA98900B-8D3A-A66A-6DF3-7703945EFA4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6834626" y="1893767"/>
              <a:ext cx="360000" cy="360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5F81C745-784F-31BF-4FBA-2B844E9731A0}"/>
                </a:ext>
              </a:extLst>
            </p:cNvPr>
            <p:cNvSpPr/>
            <p:nvPr/>
          </p:nvSpPr>
          <p:spPr>
            <a:xfrm>
              <a:off x="937910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9" name="background">
              <a:extLst>
                <a:ext uri="{FF2B5EF4-FFF2-40B4-BE49-F238E27FC236}">
                  <ns2:creationId id="{CCD74816-9A37-0E53-714C-5FF8D614FF6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937910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階層 単色塗りつぶし">
              <a:extLst>
                <a:ext uri="{FF2B5EF4-FFF2-40B4-BE49-F238E27FC236}">
                  <ns2:creationId id="{18F41BBC-EB2B-A8F0-1B42-0E4436455678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379102" y="1893767"/>
              <a:ext cx="360000" cy="360000"/>
            </a:xfrm>
            <a:prstGeom prst="rect">
              <a:avLst/>
            </a:prstGeom>
          </p:spPr>
        </p:pic>
      </p:grpSp>
      <p:grpSp>
        <p:nvGrpSpPr>
          <p:cNvPr id="116" name="グループ化 115">
            <a:extLst>
              <a:ext uri="{FF2B5EF4-FFF2-40B4-BE49-F238E27FC236}">
                <ns2:creationId id="{019480D1-5240-CADE-5E41-030BA39552BF}"/>
              </a:ext>
            </a:extLst>
          </p:cNvPr>
          <p:cNvGrpSpPr/>
          <p:nvPr/>
        </p:nvGrpSpPr>
        <p:grpSpPr>
          <a:xfrm>
            <a:off x="334963" y="4917482"/>
            <a:ext cx="11522074" cy="1391243"/>
            <a:chOff x="334963" y="5062955"/>
            <a:chExt cx="11522074" cy="1245770"/>
          </a:xfrm>
        </p:grpSpPr>
        <p:sp>
          <p:nvSpPr>
            <p:cNvPr id="56" name="正方形/長方形 55">
              <a:extLst>
                <a:ext uri="{FF2B5EF4-FFF2-40B4-BE49-F238E27FC236}">
                  <ns2:creationId id="{BACA8BBC-ED99-1585-77AD-14A0F2EB4502}"/>
                </a:ext>
              </a:extLst>
            </p:cNvPr>
            <p:cNvSpPr/>
            <p:nvPr/>
          </p:nvSpPr>
          <p:spPr>
            <a:xfrm>
              <a:off x="334963" y="5062955"/>
              <a:ext cx="1344168" cy="124577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F35813D-1D93-64CE-6930-99FE0F11230F}"/>
                </a:ext>
              </a:extLst>
            </p:cNvPr>
            <p:cNvSpPr/>
            <p:nvPr/>
          </p:nvSpPr>
          <p:spPr>
            <a:xfrm>
              <a:off x="174567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5B8296B-A69D-D38D-3D23-4A4A80826F7F}"/>
                </a:ext>
              </a:extLst>
            </p:cNvPr>
            <p:cNvSpPr/>
            <p:nvPr/>
          </p:nvSpPr>
          <p:spPr>
            <a:xfrm>
              <a:off x="4290148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0DB8FCAC-2825-11E9-8918-3F1D3030F5E4}"/>
                </a:ext>
              </a:extLst>
            </p:cNvPr>
            <p:cNvSpPr/>
            <p:nvPr/>
          </p:nvSpPr>
          <p:spPr>
            <a:xfrm>
              <a:off x="6834624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AAF95FBD-F02E-C5D6-3ED8-4CF64AD37936}"/>
                </a:ext>
              </a:extLst>
            </p:cNvPr>
            <p:cNvSpPr/>
            <p:nvPr/>
          </p:nvSpPr>
          <p:spPr>
            <a:xfrm>
              <a:off x="937910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132865CB-58CB-092F-EDC0-63740432DCF0}"/>
              </a:ext>
            </a:extLst>
          </p:cNvPr>
          <p:cNvGrpSpPr/>
          <p:nvPr/>
        </p:nvGrpSpPr>
        <p:grpSpPr>
          <a:xfrm>
            <a:off x="334963" y="2514168"/>
            <a:ext cx="11522074" cy="1053281"/>
            <a:chOff x="334963" y="2514168"/>
            <a:chExt cx="11522074" cy="1053281"/>
          </a:xfrm>
        </p:grpSpPr>
        <p:sp>
          <p:nvSpPr>
            <p:cNvPr id="77" name="正方形/長方形 76">
              <a:extLst>
                <a:ext uri="{FF2B5EF4-FFF2-40B4-BE49-F238E27FC236}">
                  <ns2:creationId id="{F81D3A30-DD09-1AF7-8B9E-45051C248BF0}"/>
                </a:ext>
              </a:extLst>
            </p:cNvPr>
            <p:cNvSpPr/>
            <p:nvPr/>
          </p:nvSpPr>
          <p:spPr>
            <a:xfrm>
              <a:off x="334963" y="2514168"/>
              <a:ext cx="1344168" cy="1053281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b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7E21CF5-C409-5B24-C69D-4CF4A5D33D4F}"/>
                </a:ext>
              </a:extLst>
            </p:cNvPr>
            <p:cNvSpPr/>
            <p:nvPr/>
          </p:nvSpPr>
          <p:spPr>
            <a:xfrm>
              <a:off x="174567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83F05736-B027-090A-9768-EB73FEAF52A6}"/>
                </a:ext>
              </a:extLst>
            </p:cNvPr>
            <p:cNvSpPr/>
            <p:nvPr/>
          </p:nvSpPr>
          <p:spPr>
            <a:xfrm>
              <a:off x="4290148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2EE5E42-D662-4D6C-D882-D47DD2157E8A}"/>
                </a:ext>
              </a:extLst>
            </p:cNvPr>
            <p:cNvSpPr/>
            <p:nvPr/>
          </p:nvSpPr>
          <p:spPr>
            <a:xfrm>
              <a:off x="6834624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225273A0-6211-C9A2-9BAF-993CC548551A}"/>
                </a:ext>
              </a:extLst>
            </p:cNvPr>
            <p:cNvSpPr/>
            <p:nvPr/>
          </p:nvSpPr>
          <p:spPr>
            <a:xfrm>
              <a:off x="937910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ns2:creationId id="{D7FBF67C-DC54-88C0-D734-4A0FB3693DC1}"/>
              </a:ext>
            </a:extLst>
          </p:cNvPr>
          <p:cNvGrpSpPr/>
          <p:nvPr/>
        </p:nvGrpSpPr>
        <p:grpSpPr>
          <a:xfrm>
            <a:off x="1745673" y="3641637"/>
            <a:ext cx="10111365" cy="0"/>
            <a:chOff x="1745673" y="3567449"/>
            <a:chExt cx="10111365" cy="0"/>
          </a:xfrm>
        </p:grpSpPr>
        <p:cxnSp>
          <p:nvCxnSpPr>
            <p:cNvPr id="58" name="直線コネクタ 57">
              <a:extLst>
                <a:ext uri="{FF2B5EF4-FFF2-40B4-BE49-F238E27FC236}">
                  <ns2:creationId id="{99CC1704-B313-2618-27DD-6AB0ED4300D1}"/>
                </a:ext>
              </a:extLst>
            </p:cNvPr>
            <p:cNvCxnSpPr/>
            <p:nvPr/>
          </p:nvCxnSpPr>
          <p:spPr>
            <a:xfrm>
              <a:off x="1745673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FC7754E2-9676-51A3-D630-B06B9B9D1E02}"/>
                </a:ext>
              </a:extLst>
            </p:cNvPr>
            <p:cNvCxnSpPr/>
            <p:nvPr/>
          </p:nvCxnSpPr>
          <p:spPr>
            <a:xfrm>
              <a:off x="4290149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773F0416-7EB3-CF15-91CC-883307205683}"/>
                </a:ext>
              </a:extLst>
            </p:cNvPr>
            <p:cNvCxnSpPr/>
            <p:nvPr/>
          </p:nvCxnSpPr>
          <p:spPr>
            <a:xfrm>
              <a:off x="6834626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3F3E1DEA-7F4C-7510-5A66-09CCAEC28F22}"/>
                </a:ext>
              </a:extLst>
            </p:cNvPr>
            <p:cNvCxnSpPr/>
            <p:nvPr/>
          </p:nvCxnSpPr>
          <p:spPr>
            <a:xfrm>
              <a:off x="9379102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グループ化 9">
            <a:extLst>
              <a:ext uri="{FF2B5EF4-FFF2-40B4-BE49-F238E27FC236}">
                <ns2:creationId id="{5153AA0E-7890-502B-5056-7F2D73676C61}"/>
              </a:ext>
            </a:extLst>
          </p:cNvPr>
          <p:cNvGrpSpPr/>
          <p:nvPr/>
        </p:nvGrpSpPr>
        <p:grpSpPr>
          <a:xfrm>
            <a:off x="1745673" y="4843295"/>
            <a:ext cx="10111365" cy="0"/>
            <a:chOff x="1745673" y="5071508"/>
            <a:chExt cx="10111365" cy="0"/>
          </a:xfrm>
        </p:grpSpPr>
        <p:cxnSp>
          <p:nvCxnSpPr>
            <p:cNvPr id="97" name="直線コネクタ 96">
              <a:extLst>
                <a:ext uri="{FF2B5EF4-FFF2-40B4-BE49-F238E27FC236}">
                  <ns2:creationId id="{6B3EB5BB-98F1-5957-84BF-2B52E47952D9}"/>
                </a:ext>
              </a:extLst>
            </p:cNvPr>
            <p:cNvCxnSpPr>
              <a:cxnSpLocks/>
            </p:cNvCxnSpPr>
            <p:nvPr/>
          </p:nvCxnSpPr>
          <p:spPr>
            <a:xfrm>
              <a:off x="1745673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A0CC7C45-AA60-C271-DF74-3372B9BC6BE0}"/>
                </a:ext>
              </a:extLst>
            </p:cNvPr>
            <p:cNvCxnSpPr>
              <a:cxnSpLocks/>
            </p:cNvCxnSpPr>
            <p:nvPr/>
          </p:nvCxnSpPr>
          <p:spPr>
            <a:xfrm>
              <a:off x="4290149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AD5B5F43-6E44-D156-0197-D9A4A85A2561}"/>
                </a:ext>
              </a:extLst>
            </p:cNvPr>
            <p:cNvCxnSpPr>
              <a:cxnSpLocks/>
            </p:cNvCxnSpPr>
            <p:nvPr/>
          </p:nvCxnSpPr>
          <p:spPr>
            <a:xfrm>
              <a:off x="6834626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39B896DC-D6FC-B805-3C83-6C09B65FA4ED}"/>
                </a:ext>
              </a:extLst>
            </p:cNvPr>
            <p:cNvCxnSpPr>
              <a:cxnSpLocks/>
            </p:cNvCxnSpPr>
            <p:nvPr/>
          </p:nvCxnSpPr>
          <p:spPr>
            <a:xfrm>
              <a:off x="9379102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グループ化 11">
            <a:extLst>
              <a:ext uri="{FF2B5EF4-FFF2-40B4-BE49-F238E27FC236}">
                <ns2:creationId id="{2DFF3864-6947-9670-03F8-875B2A7E7810}"/>
              </a:ext>
            </a:extLst>
          </p:cNvPr>
          <p:cNvGrpSpPr/>
          <p:nvPr/>
        </p:nvGrpSpPr>
        <p:grpSpPr>
          <a:xfrm>
            <a:off x="1007045" y="3715825"/>
            <a:ext cx="10849993" cy="1053282"/>
            <a:chOff x="1007045" y="3759939"/>
            <a:chExt cx="10849993" cy="1053282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D25A830E-3061-B873-0984-BBF8D7F31C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047" y="3828327"/>
              <a:ext cx="0" cy="96490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ns2:creationId id="{446FDBA6-03D5-4A1E-C1B7-E6CD998DBD0B}"/>
                </a:ext>
              </a:extLst>
            </p:cNvPr>
            <p:cNvSpPr/>
            <p:nvPr/>
          </p:nvSpPr>
          <p:spPr>
            <a:xfrm>
              <a:off x="1007045" y="3759939"/>
              <a:ext cx="672087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DEBD7B0-AAF5-2C31-B10D-578CE449A1C6}"/>
                </a:ext>
              </a:extLst>
            </p:cNvPr>
            <p:cNvSpPr/>
            <p:nvPr/>
          </p:nvSpPr>
          <p:spPr>
            <a:xfrm>
              <a:off x="1745672" y="3759939"/>
              <a:ext cx="2477934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84C91D0F-C6C1-FB90-5560-51CB419848D5}"/>
                </a:ext>
              </a:extLst>
            </p:cNvPr>
            <p:cNvSpPr/>
            <p:nvPr/>
          </p:nvSpPr>
          <p:spPr>
            <a:xfrm>
              <a:off x="4290148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F221220-E2F8-7CDA-1DCC-140869DD8117}"/>
                </a:ext>
              </a:extLst>
            </p:cNvPr>
            <p:cNvSpPr/>
            <p:nvPr/>
          </p:nvSpPr>
          <p:spPr>
            <a:xfrm>
              <a:off x="683462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A4B58C97-2CC4-7068-C79E-0417BE0273A2}"/>
                </a:ext>
              </a:extLst>
            </p:cNvPr>
            <p:cNvSpPr/>
            <p:nvPr/>
          </p:nvSpPr>
          <p:spPr>
            <a:xfrm>
              <a:off x="937910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A1C6CF2-C1FD-5F2B-24DE-0E4D22CF5ED3}"/>
                </a:ext>
              </a:extLst>
            </p:cNvPr>
            <p:cNvGrpSpPr/>
            <p:nvPr/>
          </p:nvGrpSpPr>
          <p:grpSpPr>
            <a:xfrm>
              <a:off x="3863606" y="4453221"/>
              <a:ext cx="7993432" cy="360000"/>
              <a:chOff x="3863606" y="4453221"/>
              <a:chExt cx="7993432" cy="360000"/>
            </a:xfrm>
          </p:grpSpPr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DC770076-9742-9356-220A-20D687C9B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863606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08" name="グラフィックス 107" descr="上階 単色塗りつぶし">
                <a:extLst>
                  <a:ext uri="{FF2B5EF4-FFF2-40B4-BE49-F238E27FC236}">
                    <ns2:creationId id="{3A47F035-D05C-7793-24B3-2C6C17EE9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408083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0" name="グラフィックス 109" descr="クリップボード: 混合 単色塗りつぶし">
                <a:extLst>
                  <a:ext uri="{FF2B5EF4-FFF2-40B4-BE49-F238E27FC236}">
                    <ns2:creationId id="{0DF9941B-C198-D67E-3689-603500B1A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8952559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中世の甲冑 単色塗りつぶし">
                <a:extLst>
                  <a:ext uri="{FF2B5EF4-FFF2-40B4-BE49-F238E27FC236}">
                    <ns2:creationId id="{21ADB8D6-D048-A987-0754-30F771B078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1497038" y="4453221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5" name="テキスト プレースホルダー 2">
            <a:extLst>
              <a:ext uri="{FF2B5EF4-FFF2-40B4-BE49-F238E27FC236}">
                <ns2:creationId id="{193C79D5-A6CD-EC85-EF81-C921294225D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</p:spTree>
    <p:extLst>
      <p:ext uri="{BB962C8B-B14F-4D97-AF65-F5344CB8AC3E}">
        <ns5:creationId val="278382672"/>
      </p:ext>
    </p:extLst>
  </p:cSld>
  <p:clrMapOvr>
    <a:masterClrMapping/>
  </p:clrMapOvr>
</p:sld>
</file>

<file path=ppt/slides/slide2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437F607-E1E8-30C9-B06C-B593B07285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F92161E-BDAE-1DE6-51A7-DD998B7CD0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F4EC8940-39DE-271F-4D60-53EA9AACEA9E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24" name="グループ化 123">
            <a:extLst>
              <a:ext uri="{FF2B5EF4-FFF2-40B4-BE49-F238E27FC236}">
                <ns2:creationId id="{AC69F230-C189-9BF6-1E35-8B2DD2F6F110}"/>
              </a:ext>
            </a:extLst>
          </p:cNvPr>
          <p:cNvGrpSpPr/>
          <p:nvPr/>
        </p:nvGrpSpPr>
        <p:grpSpPr>
          <a:xfrm>
            <a:off x="334963" y="1628775"/>
            <a:ext cx="11523979" cy="4679950"/>
            <a:chOff x="334963" y="1628775"/>
            <a:chExt cx="11523979" cy="4679950"/>
          </a:xfrm>
        </p:grpSpPr>
        <p:cxnSp>
          <p:nvCxnSpPr>
            <p:cNvPr id="30" name="直線コネクタ 29">
              <a:extLst>
                <a:ext uri="{FF2B5EF4-FFF2-40B4-BE49-F238E27FC236}">
                  <ns2:creationId id="{54E56C8A-642B-A5CD-A94E-95E8B9514EAA}"/>
                </a:ext>
              </a:extLst>
            </p:cNvPr>
            <p:cNvCxnSpPr/>
            <p:nvPr/>
          </p:nvCxnSpPr>
          <p:spPr>
            <a:xfrm>
              <a:off x="3235489" y="2579369"/>
              <a:ext cx="571912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>
              <a:extLst>
                <a:ext uri="{FF2B5EF4-FFF2-40B4-BE49-F238E27FC236}">
                  <ns2:creationId id="{2196A547-F63B-E75F-0B00-4DAF3582D79C}"/>
                </a:ext>
              </a:extLst>
            </p:cNvPr>
            <p:cNvSpPr/>
            <p:nvPr/>
          </p:nvSpPr>
          <p:spPr>
            <a:xfrm>
              <a:off x="5074783" y="2099733"/>
              <a:ext cx="3879833" cy="4238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6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646D3F8-CB1A-D812-9CCA-5175E020F652}"/>
                </a:ext>
              </a:extLst>
            </p:cNvPr>
            <p:cNvSpPr/>
            <p:nvPr/>
          </p:nvSpPr>
          <p:spPr>
            <a:xfrm>
              <a:off x="3272569" y="2099733"/>
              <a:ext cx="1765135" cy="42383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 (</a:t>
              </a:r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) 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51D13621-E37A-8D3B-1402-DA4168EB67A3}"/>
                </a:ext>
              </a:extLst>
            </p:cNvPr>
            <p:cNvSpPr/>
            <p:nvPr/>
          </p:nvSpPr>
          <p:spPr>
            <a:xfrm>
              <a:off x="3235489" y="2681505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GCP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」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E6ADC0FE-9B17-A121-B49D-7DF74A93556E}"/>
                </a:ext>
              </a:extLst>
            </p:cNvPr>
            <p:cNvSpPr/>
            <p:nvPr/>
          </p:nvSpPr>
          <p:spPr>
            <a:xfrm>
              <a:off x="3235489" y="3909179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E56282F-0A0A-E869-B013-0CEF1BF23E49}"/>
                </a:ext>
              </a:extLst>
            </p:cNvPr>
            <p:cNvSpPr/>
            <p:nvPr/>
          </p:nvSpPr>
          <p:spPr>
            <a:xfrm>
              <a:off x="3235489" y="5136853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F6B5DA5-BB40-B6D2-C0B5-5CB9C91FD3D6}"/>
                </a:ext>
              </a:extLst>
            </p:cNvPr>
            <p:cNvSpPr/>
            <p:nvPr/>
          </p:nvSpPr>
          <p:spPr>
            <a:xfrm>
              <a:off x="334963" y="2681504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ACE527CA-409C-630C-8672-041428968DCD}"/>
                </a:ext>
              </a:extLst>
            </p:cNvPr>
            <p:cNvSpPr/>
            <p:nvPr/>
          </p:nvSpPr>
          <p:spPr>
            <a:xfrm>
              <a:off x="435607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2" name="グラフィックス 101" descr="階層 単色塗りつぶし">
              <a:extLst>
                <a:ext uri="{FF2B5EF4-FFF2-40B4-BE49-F238E27FC236}">
                  <ns2:creationId id="{1C3061FE-C03C-A988-71E1-C9FC92A317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10667" y="4024673"/>
              <a:ext cx="360000" cy="360000"/>
            </a:xfrm>
            <a:prstGeom prst="rect">
              <a:avLst/>
            </a:prstGeom>
          </p:spPr>
        </p:pic>
        <p:pic>
          <p:nvPicPr>
            <p:cNvPr id="104" name="グラフィックス 103" descr="上階 単色塗りつぶし">
              <a:extLst>
                <a:ext uri="{FF2B5EF4-FFF2-40B4-BE49-F238E27FC236}">
                  <ns2:creationId id="{02941425-0D92-878F-6708-ED264C9241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497038" y="4024673"/>
              <a:ext cx="360000" cy="360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CB2EAD6E-72D5-0D5A-0AA6-15B7F5767709}"/>
                </a:ext>
              </a:extLst>
            </p:cNvPr>
            <p:cNvSpPr/>
            <p:nvPr/>
          </p:nvSpPr>
          <p:spPr>
            <a:xfrm>
              <a:off x="334963" y="4605556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F8F93723-17BB-4FD1-C916-521F39D875EA}"/>
                </a:ext>
              </a:extLst>
            </p:cNvPr>
            <p:cNvSpPr/>
            <p:nvPr/>
          </p:nvSpPr>
          <p:spPr>
            <a:xfrm>
              <a:off x="435607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6" name="グラフィックス 105" descr="クリップボード: 混合 単色塗りつぶし">
              <a:extLst>
                <a:ext uri="{FF2B5EF4-FFF2-40B4-BE49-F238E27FC236}">
                  <ns2:creationId id="{874DE686-3313-2D62-5331-C34B20E76D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10667" y="5948725"/>
              <a:ext cx="360000" cy="360000"/>
            </a:xfrm>
            <a:prstGeom prst="rect">
              <a:avLst/>
            </a:prstGeom>
          </p:spPr>
        </p:pic>
        <p:sp>
          <p:nvSpPr>
            <p:cNvPr id="24" name="正方形/長方形 23">
              <a:extLst>
                <a:ext uri="{FF2B5EF4-FFF2-40B4-BE49-F238E27FC236}">
                  <ns2:creationId id="{74D2818D-FBDB-47FA-D2CC-4DFCA598CD77}"/>
                </a:ext>
              </a:extLst>
            </p:cNvPr>
            <p:cNvSpPr/>
            <p:nvPr/>
          </p:nvSpPr>
          <p:spPr>
            <a:xfrm>
              <a:off x="9819438" y="2681504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2BC3DE40-967B-2D41-84E7-E8480A908765}"/>
                </a:ext>
              </a:extLst>
            </p:cNvPr>
            <p:cNvSpPr/>
            <p:nvPr/>
          </p:nvSpPr>
          <p:spPr>
            <a:xfrm>
              <a:off x="9899448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9A1E42BB-F4D4-699C-1CF3-45CA1CB0CE99}"/>
                </a:ext>
              </a:extLst>
            </p:cNvPr>
            <p:cNvSpPr/>
            <p:nvPr/>
          </p:nvSpPr>
          <p:spPr>
            <a:xfrm>
              <a:off x="9819438" y="4605556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37BF068-1735-7E63-1491-EF470B4A27B6}"/>
                </a:ext>
              </a:extLst>
            </p:cNvPr>
            <p:cNvSpPr/>
            <p:nvPr/>
          </p:nvSpPr>
          <p:spPr>
            <a:xfrm>
              <a:off x="9899448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8" name="グラフィックス 107" descr="中世の甲冑 単色塗りつぶし">
              <a:extLst>
                <a:ext uri="{FF2B5EF4-FFF2-40B4-BE49-F238E27FC236}">
                  <ns2:creationId id="{8F7161FF-D0B9-AC29-CF66-4F240430C1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1497038" y="5948725"/>
              <a:ext cx="360000" cy="360000"/>
            </a:xfrm>
            <a:prstGeom prst="rect">
              <a:avLst/>
            </a:prstGeom>
          </p:spPr>
        </p:pic>
        <p:sp>
          <p:nvSpPr>
            <p:cNvPr id="16" name="background">
              <a:extLst>
                <a:ext uri="{FF2B5EF4-FFF2-40B4-BE49-F238E27FC236}">
                  <ns2:creationId id="{0CCE175C-C338-B319-0446-59D242859DC8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428953" y="2852954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8" name="グラフィックス 17" descr="マネジメント 単色塗りつぶし">
              <a:extLst>
                <a:ext uri="{FF2B5EF4-FFF2-40B4-BE49-F238E27FC236}">
                  <ns2:creationId id="{BED9AD71-8A75-D505-454B-1A2F506700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302953" y="3181482"/>
              <a:ext cx="504000" cy="504000"/>
            </a:xfrm>
            <a:prstGeom prst="rect">
              <a:avLst/>
            </a:prstGeom>
          </p:spPr>
        </p:pic>
        <p:sp>
          <p:nvSpPr>
            <p:cNvPr id="20" name="background">
              <a:extLst>
                <a:ext uri="{FF2B5EF4-FFF2-40B4-BE49-F238E27FC236}">
                  <ns2:creationId id="{8BE0457B-A56E-55D2-85FB-FE1087A5D9C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3428953" y="4111108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8" name="グラフィックス 27" descr="ブリーフケース 単色塗りつぶし">
              <a:extLst>
                <a:ext uri="{FF2B5EF4-FFF2-40B4-BE49-F238E27FC236}">
                  <ns2:creationId id="{799A438A-3965-ADF8-7C87-04ECA0AFF2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302953" y="4433615"/>
              <a:ext cx="504000" cy="504000"/>
            </a:xfrm>
            <a:prstGeom prst="rect">
              <a:avLst/>
            </a:prstGeom>
          </p:spPr>
        </p:pic>
        <p:sp>
          <p:nvSpPr>
            <p:cNvPr id="33" name="background">
              <a:extLst>
                <a:ext uri="{FF2B5EF4-FFF2-40B4-BE49-F238E27FC236}">
                  <ns2:creationId id="{0CDBD66A-FC8E-C302-5C8B-740E0EE5038D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3428953" y="5282981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9" name="グラフィックス 38" descr="混乱した人 単色塗りつぶし">
              <a:extLst>
                <a:ext uri="{FF2B5EF4-FFF2-40B4-BE49-F238E27FC236}">
                  <ns2:creationId id="{E5C02EF5-7B1E-4BA4-A63D-28A0BBD46E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302953" y="5672719"/>
              <a:ext cx="504000" cy="504000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EEF3D26F-B2E4-F1CE-F76B-CD3D510E9ECB}"/>
                </a:ext>
              </a:extLst>
            </p:cNvPr>
            <p:cNvGrpSpPr/>
            <p:nvPr/>
          </p:nvGrpSpPr>
          <p:grpSpPr>
            <a:xfrm>
              <a:off x="9532620" y="1628775"/>
              <a:ext cx="2326322" cy="596265"/>
              <a:chOff x="8737600" y="1628775"/>
              <a:chExt cx="3119438" cy="59626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23188CFF-2DD4-DD82-89B3-B5FE2B4092AE}"/>
                  </a:ext>
                </a:extLst>
              </p:cNvPr>
              <p:cNvSpPr/>
              <p:nvPr/>
            </p:nvSpPr>
            <p:spPr>
              <a:xfrm>
                <a:off x="8737600" y="1761897"/>
                <a:ext cx="3119438" cy="463143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68ABDFE9-7F81-2C04-EF02-7895F7DD0D05}"/>
                  </a:ext>
                </a:extLst>
              </p:cNvPr>
              <p:cNvGrpSpPr/>
              <p:nvPr/>
            </p:nvGrpSpPr>
            <p:grpSpPr>
              <a:xfrm>
                <a:off x="8909993" y="1628775"/>
                <a:ext cx="2780280" cy="549045"/>
                <a:chOff x="8909993" y="1628775"/>
                <a:chExt cx="2780280" cy="549045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46E57BDD-EC05-09CF-3AA9-804EF437E55A}"/>
                    </a:ext>
                  </a:extLst>
                </p:cNvPr>
                <p:cNvSpPr/>
                <p:nvPr/>
              </p:nvSpPr>
              <p:spPr>
                <a:xfrm>
                  <a:off x="9008533" y="1628775"/>
                  <a:ext cx="1803301" cy="28119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D0ABEE52-A61E-CBFC-F627-8AB4BAE2EBA6}"/>
                    </a:ext>
                  </a:extLst>
                </p:cNvPr>
                <p:cNvGrpSpPr/>
                <p:nvPr/>
              </p:nvGrpSpPr>
              <p:grpSpPr>
                <a:xfrm>
                  <a:off x="8909993" y="1896629"/>
                  <a:ext cx="2780280" cy="281191"/>
                  <a:chOff x="9008533" y="1953846"/>
                  <a:chExt cx="2780280" cy="281191"/>
                </a:xfrm>
              </p:grpSpPr>
              <p:grpSp>
                <p:nvGrpSpPr>
                  <p:cNvPr id="52" name="グループ化 51">
                    <a:extLst>
                      <a:ext uri="{FF2B5EF4-FFF2-40B4-BE49-F238E27FC236}">
                        <ns2:creationId id="{5DE6F6DB-E9FB-2A81-7A7C-38D26A2C72FF}"/>
                      </a:ext>
                    </a:extLst>
                  </p:cNvPr>
                  <p:cNvGrpSpPr/>
                  <p:nvPr/>
                </p:nvGrpSpPr>
                <p:grpSpPr>
                  <a:xfrm>
                    <a:off x="9008533" y="1953846"/>
                    <a:ext cx="1360289" cy="281191"/>
                    <a:chOff x="9008533" y="1953846"/>
                    <a:chExt cx="1360289" cy="281191"/>
                  </a:xfrm>
                </p:grpSpPr>
                <p:sp>
                  <p:nvSpPr>
                    <p:cNvPr id="58" name="正方形/長方形 57">
                      <a:extLst>
                        <a:ext uri="{FF2B5EF4-FFF2-40B4-BE49-F238E27FC236}">
                          <ns2:creationId id="{813E1BB4-6093-986C-7F55-8215B539B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5634" y="1953846"/>
                      <a:ext cx="613188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rgbClr val="008D2E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9" name="直線矢印コネクタ 58">
                      <a:extLst>
                        <a:ext uri="{FF2B5EF4-FFF2-40B4-BE49-F238E27FC236}">
                          <ns2:creationId id="{1C11176F-2390-8AE8-466A-9CDAD52DB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9008533" y="2099733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rgbClr val="008D2E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グループ化 52">
                    <a:extLst>
                      <a:ext uri="{FF2B5EF4-FFF2-40B4-BE49-F238E27FC236}">
                        <ns2:creationId id="{A628F9FC-8781-7347-3C02-E84773E100F3}"/>
                      </a:ext>
                    </a:extLst>
                  </p:cNvPr>
                  <p:cNvGrpSpPr/>
                  <p:nvPr/>
                </p:nvGrpSpPr>
                <p:grpSpPr>
                  <a:xfrm>
                    <a:off x="10530699" y="1953846"/>
                    <a:ext cx="1258114" cy="281191"/>
                    <a:chOff x="10953485" y="1953846"/>
                    <a:chExt cx="1258114" cy="281191"/>
                  </a:xfrm>
                </p:grpSpPr>
                <p:sp>
                  <p:nvSpPr>
                    <p:cNvPr id="55" name="正方形/長方形 54">
                      <a:extLst>
                        <a:ext uri="{FF2B5EF4-FFF2-40B4-BE49-F238E27FC236}">
                          <ns2:creationId id="{29EA6E44-6B94-B24F-BC33-1CB891E1D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98409" y="1953846"/>
                      <a:ext cx="613190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chemeClr val="tx1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6" name="直線矢印コネクタ 55">
                      <a:extLst>
                        <a:ext uri="{FF2B5EF4-FFF2-40B4-BE49-F238E27FC236}">
                          <ns2:creationId id="{2723A8F6-4A30-CDC3-D28A-DE14268987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10953485" y="2094442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chemeClr val="tx1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23" name="グループ化 122">
              <a:extLst>
                <a:ext uri="{FF2B5EF4-FFF2-40B4-BE49-F238E27FC236}">
                  <ns2:creationId id="{67EC6E40-B416-0E9B-D458-D2AC13C5B3F2}"/>
                </a:ext>
              </a:extLst>
            </p:cNvPr>
            <p:cNvGrpSpPr/>
            <p:nvPr/>
          </p:nvGrpSpPr>
          <p:grpSpPr>
            <a:xfrm>
              <a:off x="2368762" y="3267441"/>
              <a:ext cx="866727" cy="2455348"/>
              <a:chOff x="2368762" y="3267441"/>
              <a:chExt cx="866727" cy="2455348"/>
            </a:xfrm>
          </p:grpSpPr>
          <p:cxnSp>
            <p:nvCxnSpPr>
              <p:cNvPr id="62" name="コネクタ: カギ線 61">
                <a:extLst>
                  <a:ext uri="{FF2B5EF4-FFF2-40B4-BE49-F238E27FC236}">
                    <ns2:creationId id="{963E3A35-90CC-52AA-BB74-356C5D7D200C}"/>
                  </a:ext>
                </a:extLst>
              </p:cNvPr>
              <p:cNvCxnSpPr>
                <a:cxnSpLocks/>
                <a:stCxn id="10" idx="3"/>
                <a:endCxn id="44" idx="1"/>
              </p:cNvCxnSpPr>
              <p:nvPr/>
            </p:nvCxnSpPr>
            <p:spPr>
              <a:xfrm>
                <a:off x="2370667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線矢印コネクタ 64">
                <a:extLst>
                  <a:ext uri="{FF2B5EF4-FFF2-40B4-BE49-F238E27FC236}">
                    <ns2:creationId id="{40EB64DA-4990-8DB6-6541-AAD5724310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0667" y="3428948"/>
                <a:ext cx="86482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78">
                <a:extLst>
                  <a:ext uri="{FF2B5EF4-FFF2-40B4-BE49-F238E27FC236}">
                    <ns2:creationId id="{013861CE-3E6A-E9DC-CDA8-294DF0F6BBB9}"/>
                  </a:ext>
                </a:extLst>
              </p:cNvPr>
              <p:cNvCxnSpPr>
                <a:cxnSpLocks/>
                <a:stCxn id="14" idx="3"/>
                <a:endCxn id="22" idx="1"/>
              </p:cNvCxnSpPr>
              <p:nvPr/>
            </p:nvCxnSpPr>
            <p:spPr>
              <a:xfrm flipV="1">
                <a:off x="2370667" y="3267441"/>
                <a:ext cx="864822" cy="2189700"/>
              </a:xfrm>
              <a:prstGeom prst="bentConnector3">
                <a:avLst>
                  <a:gd name="adj1" fmla="val 24154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955E7D6C-8EB4-23D5-CEFE-EA5C18A3DA38}"/>
                  </a:ext>
                </a:extLst>
              </p:cNvPr>
              <p:cNvCxnSpPr>
                <a:cxnSpLocks/>
                <a:endCxn id="43" idx="1"/>
              </p:cNvCxnSpPr>
              <p:nvPr/>
            </p:nvCxnSpPr>
            <p:spPr>
              <a:xfrm flipV="1">
                <a:off x="2368762" y="4495115"/>
                <a:ext cx="866727" cy="1093866"/>
              </a:xfrm>
              <a:prstGeom prst="bentConnector3">
                <a:avLst>
                  <a:gd name="adj1" fmla="val 3651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円弧 117">
                <a:extLst>
                  <a:ext uri="{FF2B5EF4-FFF2-40B4-BE49-F238E27FC236}">
                    <ns2:creationId id="{8A682081-E8FA-2BFA-DDBD-EC920C7B1E90}"/>
                  </a:ext>
                </a:extLst>
              </p:cNvPr>
              <p:cNvSpPr/>
              <p:nvPr/>
            </p:nvSpPr>
            <p:spPr>
              <a:xfrm>
                <a:off x="2747752" y="4448855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19" name="円弧 118">
                <a:extLst>
                  <a:ext uri="{FF2B5EF4-FFF2-40B4-BE49-F238E27FC236}">
                    <ns2:creationId id="{2E8FDDAC-E9CD-FF5B-2074-4194CCC6009D}"/>
                  </a:ext>
                </a:extLst>
              </p:cNvPr>
              <p:cNvSpPr/>
              <p:nvPr/>
            </p:nvSpPr>
            <p:spPr>
              <a:xfrm>
                <a:off x="2521692" y="348766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20" name="円弧 119">
                <a:extLst>
                  <a:ext uri="{FF2B5EF4-FFF2-40B4-BE49-F238E27FC236}">
                    <ns2:creationId id="{D7C0E8B2-9AC6-D7A0-5AE0-EEB93EE12B64}"/>
                  </a:ext>
                </a:extLst>
              </p:cNvPr>
              <p:cNvSpPr/>
              <p:nvPr/>
            </p:nvSpPr>
            <p:spPr>
              <a:xfrm>
                <a:off x="2521692" y="3381389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  <p:grpSp>
          <p:nvGrpSpPr>
            <p:cNvPr id="122" name="グループ化 121">
              <a:extLst>
                <a:ext uri="{FF2B5EF4-FFF2-40B4-BE49-F238E27FC236}">
                  <ns2:creationId id="{E5FDE108-6BF1-3BE0-99FA-EE38BEEA2A99}"/>
                </a:ext>
              </a:extLst>
            </p:cNvPr>
            <p:cNvGrpSpPr/>
            <p:nvPr/>
          </p:nvGrpSpPr>
          <p:grpSpPr>
            <a:xfrm>
              <a:off x="8954210" y="3368496"/>
              <a:ext cx="865228" cy="2647261"/>
              <a:chOff x="8954210" y="3368496"/>
              <a:chExt cx="865228" cy="2647261"/>
            </a:xfrm>
          </p:grpSpPr>
          <p:cxnSp>
            <p:nvCxnSpPr>
              <p:cNvPr id="69" name="コネクタ: カギ線 68">
                <a:extLst>
                  <a:ext uri="{FF2B5EF4-FFF2-40B4-BE49-F238E27FC236}">
                    <ns2:creationId id="{E1B3F07A-A3A0-C827-2DE8-D4843009CD89}"/>
                  </a:ext>
                </a:extLst>
              </p:cNvPr>
              <p:cNvCxnSpPr>
                <a:cxnSpLocks/>
                <a:stCxn id="24" idx="1"/>
                <a:endCxn id="44" idx="3"/>
              </p:cNvCxnSpPr>
              <p:nvPr/>
            </p:nvCxnSpPr>
            <p:spPr>
              <a:xfrm rot="10800000" flipV="1">
                <a:off x="8954616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矢印コネクタ 69">
                <a:extLst>
                  <a:ext uri="{FF2B5EF4-FFF2-40B4-BE49-F238E27FC236}">
                    <ns2:creationId id="{DC77EBE0-E3D3-124D-A4E1-59A5C3A3CA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616" y="3368496"/>
                <a:ext cx="864822" cy="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0C406B83-4C0A-419C-4D66-5F6FFD807453}"/>
                  </a:ext>
                </a:extLst>
              </p:cNvPr>
              <p:cNvCxnSpPr>
                <a:cxnSpLocks/>
                <a:stCxn id="25" idx="1"/>
                <a:endCxn id="43" idx="3"/>
              </p:cNvCxnSpPr>
              <p:nvPr/>
            </p:nvCxnSpPr>
            <p:spPr>
              <a:xfrm rot="10800000">
                <a:off x="8954616" y="4495115"/>
                <a:ext cx="864822" cy="962026"/>
              </a:xfrm>
              <a:prstGeom prst="bentConnector3">
                <a:avLst>
                  <a:gd name="adj1" fmla="val 20923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矢印コネクタ 116">
                <a:extLst>
                  <a:ext uri="{FF2B5EF4-FFF2-40B4-BE49-F238E27FC236}">
                    <ns2:creationId id="{68AE1082-24CA-B45C-14D9-57B976BCBB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210" y="6015756"/>
                <a:ext cx="864822" cy="1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円弧 120">
                <a:extLst>
                  <a:ext uri="{FF2B5EF4-FFF2-40B4-BE49-F238E27FC236}">
                    <ns2:creationId id="{0FCC7E6B-F2F6-AA79-9722-B88B67183405}"/>
                  </a:ext>
                </a:extLst>
              </p:cNvPr>
              <p:cNvSpPr/>
              <p:nvPr/>
            </p:nvSpPr>
            <p:spPr>
              <a:xfrm>
                <a:off x="9332194" y="444877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1394553663"/>
      </p:ext>
    </p:extLst>
  </p:cSld>
  <p:clrMapOvr>
    <a:masterClrMapping/>
  </p:clrMapOvr>
</p:sld>
</file>

<file path=ppt/slides/slide2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BA12EE3-41FD-2684-447E-16F14E925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B2BE13-626C-F1D3-4626-2872A926CE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11D82D6-26A0-03D8-7BC4-4EBF75076E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8" name="Group 7">
            <a:extLst>
              <a:ext uri="{FF2B5EF4-FFF2-40B4-BE49-F238E27FC236}">
                <ns2:creationId id="{1887BCDE-66CB-D3C2-93F1-44AF1D6613CA}"/>
              </a:ext>
            </a:extLst>
          </p:cNvPr>
          <p:cNvGrpSpPr/>
          <p:nvPr/>
        </p:nvGrpSpPr>
        <p:grpSpPr>
          <a:xfrm>
            <a:off x="342447" y="1628765"/>
            <a:ext cx="11515080" cy="4679969"/>
            <a:chOff x="342447" y="1628765"/>
            <a:chExt cx="11515080" cy="4679969"/>
          </a:xfrm>
        </p:grpSpPr>
        <p:grpSp>
          <p:nvGrpSpPr>
            <p:cNvPr id="109" name="グループ化 108">
              <a:extLst>
                <a:ext uri="{FF2B5EF4-FFF2-40B4-BE49-F238E27FC236}">
                  <ns2:creationId id="{27AD7257-4EE1-BA22-3947-4193234F6372}"/>
                </a:ext>
              </a:extLst>
            </p:cNvPr>
            <p:cNvGrpSpPr/>
            <p:nvPr/>
          </p:nvGrpSpPr>
          <p:grpSpPr>
            <a:xfrm>
              <a:off x="342447" y="1628765"/>
              <a:ext cx="11515080" cy="4679969"/>
              <a:chOff x="342447" y="1628765"/>
              <a:chExt cx="11515080" cy="4679969"/>
            </a:xfrm>
          </p:grpSpPr>
          <p:sp>
            <p:nvSpPr>
              <p:cNvPr id="70" name="正方形/長方形 62">
                <a:extLst>
                  <a:ext uri="{FF2B5EF4-FFF2-40B4-BE49-F238E27FC236}">
                    <ns2:creationId id="{D525D8FE-EA87-2B21-7E58-AA78E6AA5C95}"/>
                  </a:ext>
                </a:extLst>
              </p:cNvPr>
              <p:cNvSpPr/>
              <p:nvPr/>
            </p:nvSpPr>
            <p:spPr>
              <a:xfrm>
                <a:off x="342447" y="4598743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326897A9-43A9-DE91-6321-205E34B6A814}"/>
                  </a:ext>
                </a:extLst>
              </p:cNvPr>
              <p:cNvSpPr/>
              <p:nvPr/>
            </p:nvSpPr>
            <p:spPr>
              <a:xfrm>
                <a:off x="342447" y="1628774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8" name="正方形/長方形 62">
                <a:extLst>
                  <a:ext uri="{FF2B5EF4-FFF2-40B4-BE49-F238E27FC236}">
                    <ns2:creationId id="{604E3FD4-2963-EDA8-D56A-3D55D96B4144}"/>
                  </a:ext>
                </a:extLst>
              </p:cNvPr>
              <p:cNvSpPr/>
              <p:nvPr/>
            </p:nvSpPr>
            <p:spPr>
              <a:xfrm>
                <a:off x="342447" y="3410756"/>
                <a:ext cx="1145267" cy="1115988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08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9509B854-25F1-7571-BF4D-9C1F1A2EFB56}"/>
                  </a:ext>
                </a:extLst>
              </p:cNvPr>
              <p:cNvCxnSpPr/>
              <p:nvPr/>
            </p:nvCxnSpPr>
            <p:spPr>
              <a:xfrm>
                <a:off x="1487714" y="3410750"/>
                <a:ext cx="0" cy="1116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5492F6A2-3AF5-BF7F-A147-E941C02BCBF3}"/>
                  </a:ext>
                </a:extLst>
              </p:cNvPr>
              <p:cNvCxnSpPr/>
              <p:nvPr/>
            </p:nvCxnSpPr>
            <p:spPr>
              <a:xfrm>
                <a:off x="1487714" y="4598734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CD8AC348-9F7F-F7FD-B446-88748C9DF474}"/>
                  </a:ext>
                </a:extLst>
              </p:cNvPr>
              <p:cNvCxnSpPr/>
              <p:nvPr/>
            </p:nvCxnSpPr>
            <p:spPr>
              <a:xfrm>
                <a:off x="1487714" y="1628765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正方形/長方形 62">
                <a:extLst>
                  <a:ext uri="{FF2B5EF4-FFF2-40B4-BE49-F238E27FC236}">
                    <ns2:creationId id="{949605EF-C3D2-79B3-5DC7-E5F60E4D9A31}"/>
                  </a:ext>
                </a:extLst>
              </p:cNvPr>
              <p:cNvSpPr/>
              <p:nvPr/>
            </p:nvSpPr>
            <p:spPr>
              <a:xfrm>
                <a:off x="1586727" y="2968625"/>
                <a:ext cx="1545090" cy="370129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6" name="正方形/長方形 62">
                <a:extLst>
                  <a:ext uri="{FF2B5EF4-FFF2-40B4-BE49-F238E27FC236}">
                    <ns2:creationId id="{0FF06621-1997-AF8D-C790-8742B313FD32}"/>
                  </a:ext>
                </a:extLst>
              </p:cNvPr>
              <p:cNvSpPr/>
              <p:nvPr/>
            </p:nvSpPr>
            <p:spPr>
              <a:xfrm>
                <a:off x="1586728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6A95E90B-6132-E75D-96B4-A272B8C79AE1}"/>
                  </a:ext>
                </a:extLst>
              </p:cNvPr>
              <p:cNvSpPr/>
              <p:nvPr/>
            </p:nvSpPr>
            <p:spPr>
              <a:xfrm>
                <a:off x="5034165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83214576-869C-D653-A8A8-497E04FD1C1F}"/>
                  </a:ext>
                </a:extLst>
              </p:cNvPr>
              <p:cNvSpPr/>
              <p:nvPr/>
            </p:nvSpPr>
            <p:spPr>
              <a:xfrm>
                <a:off x="8481602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5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5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FBEF52B9-7AD7-2B18-7BCA-015E8EBEF72B}"/>
                  </a:ext>
                </a:extLst>
              </p:cNvPr>
              <p:cNvSpPr/>
              <p:nvPr/>
            </p:nvSpPr>
            <p:spPr>
              <a:xfrm>
                <a:off x="3131817" y="2968625"/>
                <a:ext cx="8725221" cy="37012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grpSp>
            <p:nvGrpSpPr>
              <p:cNvPr id="81" name="Group 13">
                <a:extLst>
                  <a:ext uri="{FF2B5EF4-FFF2-40B4-BE49-F238E27FC236}">
                    <ns2:creationId id="{53B96285-AC52-7E38-BCB3-D6BEAADF671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6483" y="2728107"/>
                <a:ext cx="10270800" cy="216000"/>
                <a:chOff x="2032728" y="2753430"/>
                <a:chExt cx="11982597" cy="252000"/>
              </a:xfrm>
            </p:grpSpPr>
            <p:cxnSp>
              <p:nvCxnSpPr>
                <p:cNvPr id="82" name="直線コネクタ 31">
                  <a:extLst>
                    <a:ext uri="{FF2B5EF4-FFF2-40B4-BE49-F238E27FC236}">
                      <ns2:creationId id="{8D0DBD50-1B5F-6D71-EE80-C35EB0BA26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32728" y="2879430"/>
                  <a:ext cx="11982597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" name="円/楕円 32">
                  <a:extLst>
                    <a:ext uri="{FF2B5EF4-FFF2-40B4-BE49-F238E27FC236}">
                      <ns2:creationId id="{61509330-E13A-AE04-7A1E-2E41E6290D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898028" y="2753430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84" name="グラフィックス 111" descr="キャレットを下へ 枠線">
                  <a:extLst>
                    <a:ext uri="{FF2B5EF4-FFF2-40B4-BE49-F238E27FC236}">
                      <ns2:creationId id="{C0B710E5-F1B0-013A-54A2-93368B82F8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98028" y="2753430"/>
                  <a:ext cx="252000" cy="252000"/>
                </a:xfrm>
                <a:prstGeom prst="rect">
                  <a:avLst/>
                </a:prstGeom>
              </p:spPr>
            </p:pic>
          </p:grpSp>
          <p:sp>
            <p:nvSpPr>
              <p:cNvPr id="86" name="正方形/長方形 62">
                <a:extLst>
                  <a:ext uri="{FF2B5EF4-FFF2-40B4-BE49-F238E27FC236}">
                    <ns2:creationId id="{580650A2-96A5-9C86-8064-59E690B2A2B1}"/>
                  </a:ext>
                </a:extLst>
              </p:cNvPr>
              <p:cNvSpPr/>
              <p:nvPr/>
            </p:nvSpPr>
            <p:spPr>
              <a:xfrm>
                <a:off x="1586727" y="3410757"/>
                <a:ext cx="10270311" cy="2483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62">
                <a:extLst>
                  <a:ext uri="{FF2B5EF4-FFF2-40B4-BE49-F238E27FC236}">
                    <ns2:creationId id="{5991A942-EF11-AAA2-A9F9-9CC8993F4FC0}"/>
                  </a:ext>
                </a:extLst>
              </p:cNvPr>
              <p:cNvSpPr/>
              <p:nvPr/>
            </p:nvSpPr>
            <p:spPr>
              <a:xfrm>
                <a:off x="1762189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8" name="正方形/長方形 62">
                <a:extLst>
                  <a:ext uri="{FF2B5EF4-FFF2-40B4-BE49-F238E27FC236}">
                    <ns2:creationId id="{03A457EA-BBE8-20B4-3279-3DA3CF407A59}"/>
                  </a:ext>
                </a:extLst>
              </p:cNvPr>
              <p:cNvSpPr/>
              <p:nvPr/>
            </p:nvSpPr>
            <p:spPr>
              <a:xfrm>
                <a:off x="6953614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C556B661-ED78-B16B-1F50-D27EB85F52A9}"/>
                  </a:ext>
                </a:extLst>
              </p:cNvPr>
              <p:cNvSpPr/>
              <p:nvPr/>
            </p:nvSpPr>
            <p:spPr>
              <a:xfrm>
                <a:off x="1586727" y="4598743"/>
                <a:ext cx="3399437" cy="242247"/>
              </a:xfrm>
              <a:prstGeom prst="homePlate">
                <a:avLst>
                  <a:gd name="adj" fmla="val 13397"/>
                </a:avLst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7E35D6D-CBAE-3A02-BE1B-4A90407620FD}"/>
                  </a:ext>
                </a:extLst>
              </p:cNvPr>
              <p:cNvSpPr/>
              <p:nvPr/>
            </p:nvSpPr>
            <p:spPr>
              <a:xfrm>
                <a:off x="5022164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1" name="正方形/長方形 62">
                <a:extLst>
                  <a:ext uri="{FF2B5EF4-FFF2-40B4-BE49-F238E27FC236}">
                    <ns2:creationId id="{B7776486-D71D-E11C-46F8-24F18DB1A94C}"/>
                  </a:ext>
                </a:extLst>
              </p:cNvPr>
              <p:cNvSpPr/>
              <p:nvPr/>
            </p:nvSpPr>
            <p:spPr>
              <a:xfrm>
                <a:off x="8457602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2" name="正方形/長方形 62">
                <a:extLst>
                  <a:ext uri="{FF2B5EF4-FFF2-40B4-BE49-F238E27FC236}">
                    <ns2:creationId id="{57363B4F-AFA5-CD5D-D497-5C0D15C0982D}"/>
                  </a:ext>
                </a:extLst>
              </p:cNvPr>
              <p:cNvSpPr/>
              <p:nvPr/>
            </p:nvSpPr>
            <p:spPr>
              <a:xfrm>
                <a:off x="1586727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3" name="正方形/長方形 62">
                <a:extLst>
                  <a:ext uri="{FF2B5EF4-FFF2-40B4-BE49-F238E27FC236}">
                    <ns2:creationId id="{C431563D-9264-0370-91CC-DEC56CEC51C5}"/>
                  </a:ext>
                </a:extLst>
              </p:cNvPr>
              <p:cNvSpPr/>
              <p:nvPr/>
            </p:nvSpPr>
            <p:spPr>
              <a:xfrm>
                <a:off x="5022164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b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</a:b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11043CCB-1095-F1AC-5088-81C908DA8E79}"/>
                  </a:ext>
                </a:extLst>
              </p:cNvPr>
              <p:cNvSpPr/>
              <p:nvPr/>
            </p:nvSpPr>
            <p:spPr>
              <a:xfrm>
                <a:off x="8457602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7" name="直線コネクタ 31">
                <a:extLst>
                  <a:ext uri="{FF2B5EF4-FFF2-40B4-BE49-F238E27FC236}">
                    <ns2:creationId id="{2F682155-6802-4454-41D8-845464BF9C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4562744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31">
                <a:extLst>
                  <a:ext uri="{FF2B5EF4-FFF2-40B4-BE49-F238E27FC236}">
                    <ns2:creationId id="{ED377852-8B9E-75D5-87B7-894A8CA51F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3374756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background">
                <a:extLst>
                  <a:ext uri="{FF2B5EF4-FFF2-40B4-BE49-F238E27FC236}">
                    <ns2:creationId id="{0C909387-F687-5728-52C3-EDEE16D37CC8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>
              <a:xfrm>
                <a:off x="1685989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2" name="background">
                <a:extLst>
                  <a:ext uri="{FF2B5EF4-FFF2-40B4-BE49-F238E27FC236}">
                    <ns2:creationId id="{D3C8A454-4F85-5165-808B-E2A17D5F2CF1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6877414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3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08" name="グラフィックス 107" descr="電球と鉛筆 単色塗りつぶし">
                <a:extLst>
                  <a:ext uri="{FF2B5EF4-FFF2-40B4-BE49-F238E27FC236}">
                    <ns2:creationId id="{8AC59A66-64E3-9B78-06D3-FCEF8F4677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27697" y="299168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5" name="Graphic 4" descr="Postit Notes with solid fill">
              <a:extLst>
                <a:ext uri="{FF2B5EF4-FFF2-40B4-BE49-F238E27FC236}">
                  <ns2:creationId id="{F901D6C6-7F66-9AD8-B570-84F698A74A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09080" y="1759335"/>
              <a:ext cx="612000" cy="612000"/>
            </a:xfrm>
            <a:prstGeom prst="rect">
              <a:avLst/>
            </a:prstGeom>
          </p:spPr>
        </p:pic>
        <p:pic>
          <p:nvPicPr>
            <p:cNvPr id="6" name="Graphic 5" descr="Bullseye with solid fill">
              <a:extLst>
                <a:ext uri="{FF2B5EF4-FFF2-40B4-BE49-F238E27FC236}">
                  <ns2:creationId id="{3916569E-CEDC-CFDB-A7B6-0C4A49EAE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09080" y="3410756"/>
              <a:ext cx="612000" cy="612000"/>
            </a:xfrm>
            <a:prstGeom prst="rect">
              <a:avLst/>
            </a:prstGeom>
          </p:spPr>
        </p:pic>
        <p:pic>
          <p:nvPicPr>
            <p:cNvPr id="7" name="Graphic 6" descr="Blueprint with solid fill">
              <a:extLst>
                <a:ext uri="{FF2B5EF4-FFF2-40B4-BE49-F238E27FC236}">
                  <ns2:creationId id="{28ED4715-26EA-F1FE-1C42-EF23FF0F7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09080" y="4892719"/>
              <a:ext cx="612000" cy="61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08886449"/>
      </p:ext>
    </p:extLst>
  </p:cSld>
  <p:clrMapOvr>
    <a:masterClrMapping/>
  </p:clrMapOvr>
</p:sld>
</file>

<file path=ppt/slides/slide2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223115-B5A8-0F0C-EACE-8E74CDCB8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58A748-AC83-7411-E4AA-C48DE796D2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lang="ja-JP" altLang="en-US"/>
          </a:p>
        </p:txBody>
      </p:sp>
      <p:grpSp>
        <p:nvGrpSpPr>
          <p:cNvPr id="74" name="グループ化 73">
            <a:extLst>
              <a:ext uri="{FF2B5EF4-FFF2-40B4-BE49-F238E27FC236}">
                <ns2:creationId id="{65528874-6368-4F82-A18B-A81A63595213}"/>
              </a:ext>
            </a:extLst>
          </p:cNvPr>
          <p:cNvGrpSpPr/>
          <p:nvPr/>
        </p:nvGrpSpPr>
        <p:grpSpPr>
          <a:xfrm>
            <a:off x="4626499" y="1215427"/>
            <a:ext cx="2186480" cy="360000"/>
            <a:chOff x="5056451" y="1215427"/>
            <a:chExt cx="2186480" cy="360000"/>
          </a:xfrm>
        </p:grpSpPr>
        <p:sp>
          <p:nvSpPr>
            <p:cNvPr id="64" name="正方形/長方形 62">
              <a:extLst>
                <a:ext uri="{FF2B5EF4-FFF2-40B4-BE49-F238E27FC236}">
                  <ns2:creationId id="{19DA9695-63A1-E8F4-AD33-9E44AA447A10}"/>
                </a:ext>
              </a:extLst>
            </p:cNvPr>
            <p:cNvSpPr/>
            <p:nvPr/>
          </p:nvSpPr>
          <p:spPr>
            <a:xfrm>
              <a:off x="5056451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1" name="正方形/長方形 62">
              <a:extLst>
                <a:ext uri="{FF2B5EF4-FFF2-40B4-BE49-F238E27FC236}">
                  <ns2:creationId id="{DFA4FFD6-A1F2-F735-932B-286B05E43B97}"/>
                </a:ext>
              </a:extLst>
            </p:cNvPr>
            <p:cNvSpPr/>
            <p:nvPr/>
          </p:nvSpPr>
          <p:spPr>
            <a:xfrm>
              <a:off x="6155747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6" name="グループ化 75">
            <a:extLst>
              <a:ext uri="{FF2B5EF4-FFF2-40B4-BE49-F238E27FC236}">
                <ns2:creationId id="{FF2AD985-F089-39F9-23FC-65FFF8330E72}"/>
              </a:ext>
            </a:extLst>
          </p:cNvPr>
          <p:cNvGrpSpPr/>
          <p:nvPr/>
        </p:nvGrpSpPr>
        <p:grpSpPr>
          <a:xfrm>
            <a:off x="7107393" y="1215427"/>
            <a:ext cx="2255380" cy="360000"/>
            <a:chOff x="7138814" y="1215427"/>
            <a:chExt cx="2255380" cy="360000"/>
          </a:xfrm>
        </p:grpSpPr>
        <p:sp>
          <p:nvSpPr>
            <p:cNvPr id="65" name="正方形/長方形 62">
              <a:extLst>
                <a:ext uri="{FF2B5EF4-FFF2-40B4-BE49-F238E27FC236}">
                  <ns2:creationId id="{158622F0-61F0-3323-4085-4E5DDB277194}"/>
                </a:ext>
              </a:extLst>
            </p:cNvPr>
            <p:cNvSpPr/>
            <p:nvPr/>
          </p:nvSpPr>
          <p:spPr>
            <a:xfrm>
              <a:off x="7138814" y="1215427"/>
              <a:ext cx="1087184" cy="36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2" name="正方形/長方形 62">
              <a:extLst>
                <a:ext uri="{FF2B5EF4-FFF2-40B4-BE49-F238E27FC236}">
                  <ns2:creationId id="{5D2C4ED6-1335-0A48-969B-8E91BCD32701}"/>
                </a:ext>
              </a:extLst>
            </p:cNvPr>
            <p:cNvSpPr/>
            <p:nvPr/>
          </p:nvSpPr>
          <p:spPr>
            <a:xfrm>
              <a:off x="8244165" y="1215427"/>
              <a:ext cx="1150029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  <a:p>
              <a:pPr>
                <a:defRPr/>
              </a:pPr>
              <a:r>
                <a:rPr lang="ja-JP" altLang="ja-JP" sz="1000">
                  <a:solidFill>
                    <a:srgbClr val="1F1F1F"/>
                  </a:solidFill>
                  <a:latin typeface="Google Sans Text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FFA151AC-8524-F96D-A9BC-0F3C4E8DA86C}"/>
              </a:ext>
            </a:extLst>
          </p:cNvPr>
          <p:cNvGrpSpPr/>
          <p:nvPr/>
        </p:nvGrpSpPr>
        <p:grpSpPr>
          <a:xfrm>
            <a:off x="9657187" y="1215427"/>
            <a:ext cx="2186481" cy="360000"/>
            <a:chOff x="9657187" y="1215427"/>
            <a:chExt cx="2186481" cy="360000"/>
          </a:xfrm>
        </p:grpSpPr>
        <p:sp>
          <p:nvSpPr>
            <p:cNvPr id="66" name="正方形/長方形 62">
              <a:extLst>
                <a:ext uri="{FF2B5EF4-FFF2-40B4-BE49-F238E27FC236}">
                  <ns2:creationId id="{9F62FB1D-F9A1-E362-CD4D-AF49DE547917}"/>
                </a:ext>
              </a:extLst>
            </p:cNvPr>
            <p:cNvSpPr/>
            <p:nvPr/>
          </p:nvSpPr>
          <p:spPr>
            <a:xfrm>
              <a:off x="9657187" y="1215427"/>
              <a:ext cx="1087184" cy="3600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3" name="正方形/長方形 62">
              <a:extLst>
                <a:ext uri="{FF2B5EF4-FFF2-40B4-BE49-F238E27FC236}">
                  <ns2:creationId id="{9F40E247-A042-0EAB-2ABC-693B64B030FE}"/>
                </a:ext>
              </a:extLst>
            </p:cNvPr>
            <p:cNvSpPr/>
            <p:nvPr/>
          </p:nvSpPr>
          <p:spPr>
            <a:xfrm>
              <a:off x="10756484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02645EDE-43C5-711E-79A8-FAC3736A3D71}"/>
              </a:ext>
            </a:extLst>
          </p:cNvPr>
          <p:cNvGrpSpPr/>
          <p:nvPr/>
        </p:nvGrpSpPr>
        <p:grpSpPr>
          <a:xfrm>
            <a:off x="334964" y="1628773"/>
            <a:ext cx="11529555" cy="4679952"/>
            <a:chOff x="334964" y="1628773"/>
            <a:chExt cx="11529555" cy="4679952"/>
          </a:xfrm>
        </p:grpSpPr>
        <p:sp>
          <p:nvSpPr>
            <p:cNvPr id="79" name="正方形/長方形 62">
              <a:extLst>
                <a:ext uri="{FF2B5EF4-FFF2-40B4-BE49-F238E27FC236}">
                  <ns2:creationId id="{47C22444-74A7-DEEB-4FCF-E527236D3EAB}"/>
                </a:ext>
              </a:extLst>
            </p:cNvPr>
            <p:cNvSpPr/>
            <p:nvPr/>
          </p:nvSpPr>
          <p:spPr>
            <a:xfrm>
              <a:off x="1993485" y="2117208"/>
              <a:ext cx="3231522" cy="22882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96A74875-B911-4D63-DB73-4739B5225F5D}"/>
                </a:ext>
              </a:extLst>
            </p:cNvPr>
            <p:cNvSpPr/>
            <p:nvPr/>
          </p:nvSpPr>
          <p:spPr>
            <a:xfrm>
              <a:off x="342445" y="1628773"/>
              <a:ext cx="1615154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6" name="正方形/長方形 62">
              <a:extLst>
                <a:ext uri="{FF2B5EF4-FFF2-40B4-BE49-F238E27FC236}">
                  <ns2:creationId id="{EB3D66DB-7577-25C5-878A-3A34257A71BF}"/>
                </a:ext>
              </a:extLst>
            </p:cNvPr>
            <p:cNvSpPr/>
            <p:nvPr/>
          </p:nvSpPr>
          <p:spPr>
            <a:xfrm>
              <a:off x="334964" y="2117208"/>
              <a:ext cx="1594328" cy="255648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t" anchorCtr="0"/>
            <a:lstStyle/>
            <a:p>
              <a:pPr algn="ctr">
                <a:buClr>
                  <a:schemeClr val="accent5"/>
                </a:buClr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62">
              <a:extLst>
                <a:ext uri="{FF2B5EF4-FFF2-40B4-BE49-F238E27FC236}">
                  <ns2:creationId id="{A838DC0B-8593-9934-2B02-70BDE14B6F2B}"/>
                </a:ext>
              </a:extLst>
            </p:cNvPr>
            <p:cNvSpPr/>
            <p:nvPr/>
          </p:nvSpPr>
          <p:spPr>
            <a:xfrm>
              <a:off x="434946" y="2361696"/>
              <a:ext cx="1430152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de-DE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de-DE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2" name="正方形/長方形 62">
              <a:extLst>
                <a:ext uri="{FF2B5EF4-FFF2-40B4-BE49-F238E27FC236}">
                  <ns2:creationId id="{689F2F53-E7BB-4519-14A3-82F573E6F1CD}"/>
                </a:ext>
              </a:extLst>
            </p:cNvPr>
            <p:cNvSpPr/>
            <p:nvPr/>
          </p:nvSpPr>
          <p:spPr>
            <a:xfrm>
              <a:off x="468856" y="3613059"/>
              <a:ext cx="1326543" cy="87166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正方形/長方形 62">
              <a:extLst>
                <a:ext uri="{FF2B5EF4-FFF2-40B4-BE49-F238E27FC236}">
                  <ns2:creationId id="{211F41DB-5D58-7AB5-4EED-9ABB683C6348}"/>
                </a:ext>
              </a:extLst>
            </p:cNvPr>
            <p:cNvSpPr/>
            <p:nvPr/>
          </p:nvSpPr>
          <p:spPr>
            <a:xfrm>
              <a:off x="2041239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81" name="正方形/長方形 62">
              <a:extLst>
                <a:ext uri="{FF2B5EF4-FFF2-40B4-BE49-F238E27FC236}">
                  <ns2:creationId id="{6724105E-6E11-5C83-8286-135FFA1F0CC5}"/>
                </a:ext>
              </a:extLst>
            </p:cNvPr>
            <p:cNvSpPr/>
            <p:nvPr/>
          </p:nvSpPr>
          <p:spPr>
            <a:xfrm>
              <a:off x="2113827" y="3794453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0" name="正方形/長方形 62">
              <a:extLst>
                <a:ext uri="{FF2B5EF4-FFF2-40B4-BE49-F238E27FC236}">
                  <ns2:creationId id="{D8A4039E-13AD-CA0A-69E7-2418E8F99416}"/>
                </a:ext>
              </a:extLst>
            </p:cNvPr>
            <p:cNvSpPr/>
            <p:nvPr/>
          </p:nvSpPr>
          <p:spPr>
            <a:xfrm>
              <a:off x="3638292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Meiryo UI"/>
                  <a:ea typeface="Meiryo UI"/>
                </a:rPr>
                <a:t>    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1" name="正方形/長方形 62">
              <a:extLst>
                <a:ext uri="{FF2B5EF4-FFF2-40B4-BE49-F238E27FC236}">
                  <ns2:creationId id="{758E3B66-9DF2-12E0-4498-89056BB93282}"/>
                </a:ext>
              </a:extLst>
            </p:cNvPr>
            <p:cNvSpPr/>
            <p:nvPr/>
          </p:nvSpPr>
          <p:spPr>
            <a:xfrm>
              <a:off x="3710880" y="3795222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62">
              <a:extLst>
                <a:ext uri="{FF2B5EF4-FFF2-40B4-BE49-F238E27FC236}">
                  <ns2:creationId id="{6692315C-12E6-8B63-AD94-763F621F3A08}"/>
                </a:ext>
              </a:extLst>
            </p:cNvPr>
            <p:cNvSpPr/>
            <p:nvPr/>
          </p:nvSpPr>
          <p:spPr>
            <a:xfrm>
              <a:off x="1993599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62">
              <a:extLst>
                <a:ext uri="{FF2B5EF4-FFF2-40B4-BE49-F238E27FC236}">
                  <ns2:creationId id="{13FB18A9-B497-8B7C-2030-4767D8181424}"/>
                </a:ext>
              </a:extLst>
            </p:cNvPr>
            <p:cNvSpPr/>
            <p:nvPr/>
          </p:nvSpPr>
          <p:spPr>
            <a:xfrm>
              <a:off x="5295906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62">
              <a:extLst>
                <a:ext uri="{FF2B5EF4-FFF2-40B4-BE49-F238E27FC236}">
                  <ns2:creationId id="{84DCC58F-2CF2-E03E-7B72-FFD22468A468}"/>
                </a:ext>
              </a:extLst>
            </p:cNvPr>
            <p:cNvSpPr/>
            <p:nvPr/>
          </p:nvSpPr>
          <p:spPr>
            <a:xfrm>
              <a:off x="8598212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3" name="正方形/長方形 62">
              <a:extLst>
                <a:ext uri="{FF2B5EF4-FFF2-40B4-BE49-F238E27FC236}">
                  <ns2:creationId id="{6AC188A1-D7CC-B874-0FC7-1C4CF0133A77}"/>
                </a:ext>
              </a:extLst>
            </p:cNvPr>
            <p:cNvSpPr/>
            <p:nvPr/>
          </p:nvSpPr>
          <p:spPr>
            <a:xfrm>
              <a:off x="2306176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8" name="正方形/長方形 62">
              <a:extLst>
                <a:ext uri="{FF2B5EF4-FFF2-40B4-BE49-F238E27FC236}">
                  <ns2:creationId id="{79051A82-550F-E284-3CFF-9337A7460A07}"/>
                </a:ext>
              </a:extLst>
            </p:cNvPr>
            <p:cNvSpPr/>
            <p:nvPr/>
          </p:nvSpPr>
          <p:spPr>
            <a:xfrm>
              <a:off x="3939328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5" name="正方形/長方形 62">
              <a:extLst>
                <a:ext uri="{FF2B5EF4-FFF2-40B4-BE49-F238E27FC236}">
                  <ns2:creationId id="{3C2B0DE3-3496-8B50-BB5D-FC5B101ACCBB}"/>
                </a:ext>
              </a:extLst>
            </p:cNvPr>
            <p:cNvSpPr/>
            <p:nvPr/>
          </p:nvSpPr>
          <p:spPr>
            <a:xfrm>
              <a:off x="826022" y="1897150"/>
              <a:ext cx="64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6" name="正方形/長方形 62">
              <a:extLst>
                <a:ext uri="{FF2B5EF4-FFF2-40B4-BE49-F238E27FC236}">
                  <ns2:creationId id="{0326EB58-C36B-28F9-03C4-C1282CDAE767}"/>
                </a:ext>
              </a:extLst>
            </p:cNvPr>
            <p:cNvSpPr/>
            <p:nvPr/>
          </p:nvSpPr>
          <p:spPr>
            <a:xfrm>
              <a:off x="1993484" y="4475947"/>
              <a:ext cx="1620000" cy="18327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t" anchorCtr="0"/>
            <a:lstStyle/>
            <a:p>
              <a:pPr marL="180975" indent="-180975">
                <a:defRPr/>
              </a:pP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 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5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87" name="正方形/長方形 62">
              <a:extLst>
                <a:ext uri="{FF2B5EF4-FFF2-40B4-BE49-F238E27FC236}">
                  <ns2:creationId id="{9474219D-E96B-39BE-6FF9-A36F2D27B5AC}"/>
                </a:ext>
              </a:extLst>
            </p:cNvPr>
            <p:cNvSpPr/>
            <p:nvPr/>
          </p:nvSpPr>
          <p:spPr>
            <a:xfrm>
              <a:off x="2036131" y="5038472"/>
              <a:ext cx="1548000" cy="122835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Meiryo UI"/>
                  <a:ea typeface="Meiryo UI"/>
                </a:rPr>
                <a:t> </a:t>
              </a:r>
              <a:r>
                <a:rPr lang="en-GB" altLang="ja-JP" sz="800">
                  <a:solidFill>
                    <a:schemeClr val="accent5"/>
                  </a:solidFill>
                  <a:latin typeface="Meiryo UI"/>
                  <a:ea typeface="Meiryo UI"/>
                </a:rPr>
                <a:t>: 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      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8" name="正方形/長方形 62">
              <a:extLst>
                <a:ext uri="{FF2B5EF4-FFF2-40B4-BE49-F238E27FC236}">
                  <ns2:creationId id="{86B7BD3A-1510-07F4-FEA2-10CD2FED4366}"/>
                </a:ext>
              </a:extLst>
            </p:cNvPr>
            <p:cNvSpPr/>
            <p:nvPr/>
          </p:nvSpPr>
          <p:spPr>
            <a:xfrm>
              <a:off x="2113827" y="5893980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1" name="正方形/長方形 62">
              <a:extLst>
                <a:ext uri="{FF2B5EF4-FFF2-40B4-BE49-F238E27FC236}">
                  <ns2:creationId id="{1529BBE3-FF05-3957-4168-99C389D03909}"/>
                </a:ext>
              </a:extLst>
            </p:cNvPr>
            <p:cNvSpPr/>
            <p:nvPr/>
          </p:nvSpPr>
          <p:spPr>
            <a:xfrm>
              <a:off x="5298432" y="2117208"/>
              <a:ext cx="3231522" cy="25564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)</a:t>
              </a:r>
            </a:p>
          </p:txBody>
        </p:sp>
        <p:sp>
          <p:nvSpPr>
            <p:cNvPr id="192" name="正方形/長方形 62">
              <a:extLst>
                <a:ext uri="{FF2B5EF4-FFF2-40B4-BE49-F238E27FC236}">
                  <ns2:creationId id="{89F36DB8-2E7E-EC7D-61FE-E47B22676CA5}"/>
                </a:ext>
              </a:extLst>
            </p:cNvPr>
            <p:cNvSpPr/>
            <p:nvPr/>
          </p:nvSpPr>
          <p:spPr>
            <a:xfrm>
              <a:off x="5346186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62">
              <a:extLst>
                <a:ext uri="{FF2B5EF4-FFF2-40B4-BE49-F238E27FC236}">
                  <ns2:creationId id="{11DA41A4-20D8-2047-770D-8AC6C0795F3E}"/>
                </a:ext>
              </a:extLst>
            </p:cNvPr>
            <p:cNvSpPr/>
            <p:nvPr/>
          </p:nvSpPr>
          <p:spPr>
            <a:xfrm>
              <a:off x="5418774" y="4036957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2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4" name="正方形/長方形 62">
              <a:extLst>
                <a:ext uri="{FF2B5EF4-FFF2-40B4-BE49-F238E27FC236}">
                  <ns2:creationId id="{3E6462D3-F1CA-C4F8-E7AC-4B9DCCD63759}"/>
                </a:ext>
              </a:extLst>
            </p:cNvPr>
            <p:cNvSpPr/>
            <p:nvPr/>
          </p:nvSpPr>
          <p:spPr>
            <a:xfrm>
              <a:off x="6943239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5" name="正方形/長方形 62">
              <a:extLst>
                <a:ext uri="{FF2B5EF4-FFF2-40B4-BE49-F238E27FC236}">
                  <ns2:creationId id="{8405E127-830B-FF63-CF82-14F5F5FF3D16}"/>
                </a:ext>
              </a:extLst>
            </p:cNvPr>
            <p:cNvSpPr/>
            <p:nvPr/>
          </p:nvSpPr>
          <p:spPr>
            <a:xfrm>
              <a:off x="701582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4" name="正方形/長方形 62">
              <a:extLst>
                <a:ext uri="{FF2B5EF4-FFF2-40B4-BE49-F238E27FC236}">
                  <ns2:creationId id="{4D96E98A-2410-A592-1A5B-356B494947B6}"/>
                </a:ext>
              </a:extLst>
            </p:cNvPr>
            <p:cNvSpPr/>
            <p:nvPr/>
          </p:nvSpPr>
          <p:spPr>
            <a:xfrm>
              <a:off x="5608483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7" name="正方形/長方形 62">
              <a:extLst>
                <a:ext uri="{FF2B5EF4-FFF2-40B4-BE49-F238E27FC236}">
                  <ns2:creationId id="{889851FE-DFE2-8FDD-4DDA-42A090D793B2}"/>
                </a:ext>
              </a:extLst>
            </p:cNvPr>
            <p:cNvSpPr/>
            <p:nvPr/>
          </p:nvSpPr>
          <p:spPr>
            <a:xfrm>
              <a:off x="7241636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96" name="正方形/長方形 62">
              <a:extLst>
                <a:ext uri="{FF2B5EF4-FFF2-40B4-BE49-F238E27FC236}">
                  <ns2:creationId id="{6830C5C3-58C9-0A5F-E026-F2EC823DEDC8}"/>
                </a:ext>
              </a:extLst>
            </p:cNvPr>
            <p:cNvSpPr/>
            <p:nvPr/>
          </p:nvSpPr>
          <p:spPr>
            <a:xfrm>
              <a:off x="8598212" y="2117208"/>
              <a:ext cx="3258826" cy="419151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00">
                <a:solidFill>
                  <a:schemeClr val="accent5"/>
                </a:solidFill>
                <a:latin typeface="+mn-ea"/>
              </a:endParaRPr>
            </a:p>
            <a:p>
              <a:pPr algn="ctr">
                <a:defRPr/>
              </a:pPr>
              <a:endParaRPr lang="en-US" altLang="ja-JP" sz="10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7" name="正方形/長方形 62">
              <a:extLst>
                <a:ext uri="{FF2B5EF4-FFF2-40B4-BE49-F238E27FC236}">
                  <ns2:creationId id="{A4C06FF3-717F-6D67-E861-7ED4CE650429}"/>
                </a:ext>
              </a:extLst>
            </p:cNvPr>
            <p:cNvSpPr/>
            <p:nvPr/>
          </p:nvSpPr>
          <p:spPr>
            <a:xfrm>
              <a:off x="8645966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8" name="正方形/長方形 62">
              <a:extLst>
                <a:ext uri="{FF2B5EF4-FFF2-40B4-BE49-F238E27FC236}">
                  <ns2:creationId id="{30E3FA25-2CE3-6474-B464-E5C87CA0187D}"/>
                </a:ext>
              </a:extLst>
            </p:cNvPr>
            <p:cNvSpPr/>
            <p:nvPr/>
          </p:nvSpPr>
          <p:spPr>
            <a:xfrm>
              <a:off x="8718554" y="4048891"/>
              <a:ext cx="1404000" cy="49453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9" name="正方形/長方形 62">
              <a:extLst>
                <a:ext uri="{FF2B5EF4-FFF2-40B4-BE49-F238E27FC236}">
                  <ns2:creationId id="{BEE64714-8249-1E1B-E8F8-4348A935721F}"/>
                </a:ext>
              </a:extLst>
            </p:cNvPr>
            <p:cNvSpPr/>
            <p:nvPr/>
          </p:nvSpPr>
          <p:spPr>
            <a:xfrm>
              <a:off x="10243019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0" name="正方形/長方形 62">
              <a:extLst>
                <a:ext uri="{FF2B5EF4-FFF2-40B4-BE49-F238E27FC236}">
                  <ns2:creationId id="{3F412F71-84B6-6745-9A58-448C4679A97C}"/>
                </a:ext>
              </a:extLst>
            </p:cNvPr>
            <p:cNvSpPr/>
            <p:nvPr/>
          </p:nvSpPr>
          <p:spPr>
            <a:xfrm>
              <a:off x="1031560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62">
              <a:extLst>
                <a:ext uri="{FF2B5EF4-FFF2-40B4-BE49-F238E27FC236}">
                  <ns2:creationId id="{AA73C06D-DD3D-F367-477C-4C302628FEDA}"/>
                </a:ext>
              </a:extLst>
            </p:cNvPr>
            <p:cNvSpPr/>
            <p:nvPr/>
          </p:nvSpPr>
          <p:spPr>
            <a:xfrm>
              <a:off x="8820789" y="1897150"/>
              <a:ext cx="115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6" name="正方形/長方形 62">
              <a:extLst>
                <a:ext uri="{FF2B5EF4-FFF2-40B4-BE49-F238E27FC236}">
                  <ns2:creationId id="{AE627647-CF74-913A-5A3D-8B0077696451}"/>
                </a:ext>
              </a:extLst>
            </p:cNvPr>
            <p:cNvSpPr/>
            <p:nvPr/>
          </p:nvSpPr>
          <p:spPr>
            <a:xfrm>
              <a:off x="10381942" y="1897150"/>
              <a:ext cx="136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203" name="正方形/長方形 62">
              <a:extLst>
                <a:ext uri="{FF2B5EF4-FFF2-40B4-BE49-F238E27FC236}">
                  <ns2:creationId id="{07E7EB09-B804-F09E-9C42-CEA8A59F4209}"/>
                </a:ext>
              </a:extLst>
            </p:cNvPr>
            <p:cNvSpPr/>
            <p:nvPr/>
          </p:nvSpPr>
          <p:spPr>
            <a:xfrm>
              <a:off x="8647365" y="4652964"/>
              <a:ext cx="1548000" cy="1613868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9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4" name="正方形/長方形 62">
              <a:extLst>
                <a:ext uri="{FF2B5EF4-FFF2-40B4-BE49-F238E27FC236}">
                  <ns2:creationId id="{D2047E88-85E7-2BB9-0367-A1792431B1B7}"/>
                </a:ext>
              </a:extLst>
            </p:cNvPr>
            <p:cNvSpPr/>
            <p:nvPr/>
          </p:nvSpPr>
          <p:spPr>
            <a:xfrm>
              <a:off x="8725061" y="5908269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</p:spTree>
    <p:extLst>
      <p:ext uri="{BB962C8B-B14F-4D97-AF65-F5344CB8AC3E}">
        <ns3:creationId val="1042290697"/>
      </p:ext>
    </p:extLst>
  </p:cSld>
  <p:clrMapOvr>
    <a:masterClrMapping/>
  </p:clrMapOvr>
</p:sld>
</file>

<file path=ppt/slides/slide2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37E8AE8-2B51-54D4-1801-FD3DF6A90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r>
              <a:rPr lang="en-GB" altLang="ja-JP"/>
              <a:t>(</a:t>
            </a:r>
            <a:r>
              <a:rPr lang="en-US" altLang="ja-JP"/>
              <a:t>XX</a:t>
            </a:r>
            <a:r>
              <a:rPr lang="en-GB" altLang="ja-JP"/>
              <a:t>)</a:t>
            </a: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7" name="Group 16">
            <a:extLst>
              <a:ext uri="{FF2B5EF4-FFF2-40B4-BE49-F238E27FC236}">
                <ns2:creationId id="{77DCD2CF-49DC-B8AE-B0DA-1A4ED6B6FD59}"/>
              </a:ext>
            </a:extLst>
          </p:cNvPr>
          <p:cNvGrpSpPr/>
          <p:nvPr/>
        </p:nvGrpSpPr>
        <p:grpSpPr>
          <a:xfrm>
            <a:off x="342449" y="1628775"/>
            <a:ext cx="11515423" cy="4679950"/>
            <a:chOff x="342449" y="1628775"/>
            <a:chExt cx="11515423" cy="4679950"/>
          </a:xfrm>
        </p:grpSpPr>
        <p:sp>
          <p:nvSpPr>
            <p:cNvPr id="19" name="正方形/長方形 62">
              <a:extLst>
                <a:ext uri="{FF2B5EF4-FFF2-40B4-BE49-F238E27FC236}">
                  <ns2:creationId id="{F4E776D5-5271-C918-8FA5-384C671DBDFE}"/>
                </a:ext>
              </a:extLst>
            </p:cNvPr>
            <p:cNvSpPr/>
            <p:nvPr/>
          </p:nvSpPr>
          <p:spPr>
            <a:xfrm>
              <a:off x="342449" y="1628775"/>
              <a:ext cx="662439" cy="115728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43200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475C580E-620E-AC1A-D89B-1924BCB03B0E}"/>
                </a:ext>
              </a:extLst>
            </p:cNvPr>
            <p:cNvSpPr/>
            <p:nvPr/>
          </p:nvSpPr>
          <p:spPr>
            <a:xfrm>
              <a:off x="1004888" y="1628775"/>
              <a:ext cx="5004857" cy="1157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GB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1" name="正方形/長方形 62">
              <a:extLst>
                <a:ext uri="{FF2B5EF4-FFF2-40B4-BE49-F238E27FC236}">
                  <ns2:creationId id="{DBE646CD-008A-473C-D19D-07DD2F1D7FEB}"/>
                </a:ext>
              </a:extLst>
            </p:cNvPr>
            <p:cNvSpPr/>
            <p:nvPr/>
          </p:nvSpPr>
          <p:spPr>
            <a:xfrm>
              <a:off x="342449" y="3369627"/>
              <a:ext cx="662439" cy="1582948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ns2:creationId id="{92529815-7260-14F1-F77F-72FC4C5CF9F4}"/>
                </a:ext>
              </a:extLst>
            </p:cNvPr>
            <p:cNvGrpSpPr/>
            <p:nvPr/>
          </p:nvGrpSpPr>
          <p:grpSpPr>
            <a:xfrm>
              <a:off x="1088344" y="3369626"/>
              <a:ext cx="1663200" cy="2939099"/>
              <a:chOff x="1088344" y="3369626"/>
              <a:chExt cx="1663200" cy="2939099"/>
            </a:xfrm>
          </p:grpSpPr>
          <p:sp>
            <p:nvSpPr>
              <p:cNvPr id="43" name="正方形/長方形 62">
                <a:extLst>
                  <a:ext uri="{FF2B5EF4-FFF2-40B4-BE49-F238E27FC236}">
                    <ns2:creationId id="{A0F04184-FEED-81BC-205D-9121FB0C727E}"/>
                  </a:ext>
                </a:extLst>
              </p:cNvPr>
              <p:cNvSpPr/>
              <p:nvPr/>
            </p:nvSpPr>
            <p:spPr>
              <a:xfrm>
                <a:off x="108857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GB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GB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正方形/長方形 62">
                <a:extLst>
                  <a:ext uri="{FF2B5EF4-FFF2-40B4-BE49-F238E27FC236}">
                    <ns2:creationId id="{26D30A78-22C4-B488-F150-E86053BCBD44}"/>
                  </a:ext>
                </a:extLst>
              </p:cNvPr>
              <p:cNvSpPr/>
              <p:nvPr/>
            </p:nvSpPr>
            <p:spPr>
              <a:xfrm>
                <a:off x="117335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2" name="正方形/長方形 62">
                <a:extLst>
                  <a:ext uri="{FF2B5EF4-FFF2-40B4-BE49-F238E27FC236}">
                    <ns2:creationId id="{6FD764AA-C388-4B6A-FC6C-7C2AB5740D22}"/>
                  </a:ext>
                </a:extLst>
              </p:cNvPr>
              <p:cNvSpPr/>
              <p:nvPr/>
            </p:nvSpPr>
            <p:spPr>
              <a:xfrm>
                <a:off x="1088572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6" name="正方形/長方形 62">
                <a:extLst>
                  <a:ext uri="{FF2B5EF4-FFF2-40B4-BE49-F238E27FC236}">
                    <ns2:creationId id="{5F40807C-DD7B-7394-07AF-75E1C235E101}"/>
                  </a:ext>
                </a:extLst>
              </p:cNvPr>
              <p:cNvSpPr/>
              <p:nvPr/>
            </p:nvSpPr>
            <p:spPr>
              <a:xfrm>
                <a:off x="1088572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『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lang="de-DE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499881A6-1AEE-B06D-A591-F91118027900}"/>
                  </a:ext>
                </a:extLst>
              </p:cNvPr>
              <p:cNvSpPr/>
              <p:nvPr/>
            </p:nvSpPr>
            <p:spPr>
              <a:xfrm>
                <a:off x="1088572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de-DE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A35B680A-4788-069E-866B-924C149FBB73}"/>
                  </a:ext>
                </a:extLst>
              </p:cNvPr>
              <p:cNvCxnSpPr/>
              <p:nvPr/>
            </p:nvCxnSpPr>
            <p:spPr>
              <a:xfrm>
                <a:off x="108834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9807D17-DBC7-CC9A-24BC-38ADEFC00DC4}"/>
                  </a:ext>
                </a:extLst>
              </p:cNvPr>
              <p:cNvCxnSpPr/>
              <p:nvPr/>
            </p:nvCxnSpPr>
            <p:spPr>
              <a:xfrm>
                <a:off x="108834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ns2:creationId id="{672DD514-B872-58A3-9A2C-8B6496A571DF}"/>
                </a:ext>
              </a:extLst>
            </p:cNvPr>
            <p:cNvGrpSpPr/>
            <p:nvPr/>
          </p:nvGrpSpPr>
          <p:grpSpPr>
            <a:xfrm>
              <a:off x="2823089" y="3369626"/>
              <a:ext cx="1663200" cy="2939099"/>
              <a:chOff x="2823089" y="3369626"/>
              <a:chExt cx="1663200" cy="2939099"/>
            </a:xfrm>
          </p:grpSpPr>
          <p:cxnSp>
            <p:nvCxnSpPr>
              <p:cNvPr id="31" name="直線コネクタ 30">
                <a:extLst>
                  <a:ext uri="{FF2B5EF4-FFF2-40B4-BE49-F238E27FC236}">
                    <ns2:creationId id="{D88B2436-13FC-A112-5766-A3503DF68721}"/>
                  </a:ext>
                </a:extLst>
              </p:cNvPr>
              <p:cNvCxnSpPr/>
              <p:nvPr/>
            </p:nvCxnSpPr>
            <p:spPr>
              <a:xfrm>
                <a:off x="282308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正方形/長方形 62">
                <a:extLst>
                  <a:ext uri="{FF2B5EF4-FFF2-40B4-BE49-F238E27FC236}">
                    <ns2:creationId id="{1216A3F5-299B-4028-E8CB-E91F49789458}"/>
                  </a:ext>
                </a:extLst>
              </p:cNvPr>
              <p:cNvSpPr/>
              <p:nvPr/>
            </p:nvSpPr>
            <p:spPr>
              <a:xfrm>
                <a:off x="282331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62">
                <a:extLst>
                  <a:ext uri="{FF2B5EF4-FFF2-40B4-BE49-F238E27FC236}">
                    <ns2:creationId id="{B9D256D5-AE3D-77DA-C6ED-23453AC6112F}"/>
                  </a:ext>
                </a:extLst>
              </p:cNvPr>
              <p:cNvSpPr/>
              <p:nvPr/>
            </p:nvSpPr>
            <p:spPr>
              <a:xfrm>
                <a:off x="290810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6AC0F354-ED14-1C52-3255-D421619BACF4}"/>
                  </a:ext>
                </a:extLst>
              </p:cNvPr>
              <p:cNvSpPr/>
              <p:nvPr/>
            </p:nvSpPr>
            <p:spPr>
              <a:xfrm>
                <a:off x="282331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、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3A2326A5-7D63-B027-099A-ECF41E8276DB}"/>
                  </a:ext>
                </a:extLst>
              </p:cNvPr>
              <p:cNvSpPr/>
              <p:nvPr/>
            </p:nvSpPr>
            <p:spPr>
              <a:xfrm>
                <a:off x="282331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1" name="正方形/長方形 62">
                <a:extLst>
                  <a:ext uri="{FF2B5EF4-FFF2-40B4-BE49-F238E27FC236}">
                    <ns2:creationId id="{24E43DC1-2418-0FD9-6626-12586878ED65}"/>
                  </a:ext>
                </a:extLst>
              </p:cNvPr>
              <p:cNvSpPr/>
              <p:nvPr/>
            </p:nvSpPr>
            <p:spPr>
              <a:xfrm>
                <a:off x="282331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86" name="直線コネクタ 85">
                <a:extLst>
                  <a:ext uri="{FF2B5EF4-FFF2-40B4-BE49-F238E27FC236}">
                    <ns2:creationId id="{B12A8A9A-050F-5857-8241-2950854727B3}"/>
                  </a:ext>
                </a:extLst>
              </p:cNvPr>
              <p:cNvCxnSpPr/>
              <p:nvPr/>
            </p:nvCxnSpPr>
            <p:spPr>
              <a:xfrm>
                <a:off x="282308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Group 11">
              <a:extLst>
                <a:ext uri="{FF2B5EF4-FFF2-40B4-BE49-F238E27FC236}">
                  <ns2:creationId id="{E2C74F53-1BF1-9001-4317-50A0AFD6E940}"/>
                </a:ext>
              </a:extLst>
            </p:cNvPr>
            <p:cNvGrpSpPr/>
            <p:nvPr/>
          </p:nvGrpSpPr>
          <p:grpSpPr>
            <a:xfrm>
              <a:off x="4767992" y="3369626"/>
              <a:ext cx="1668815" cy="2939099"/>
              <a:chOff x="4767992" y="3369626"/>
              <a:chExt cx="1668815" cy="2939099"/>
            </a:xfrm>
          </p:grpSpPr>
          <p:sp>
            <p:nvSpPr>
              <p:cNvPr id="45" name="正方形/長方形 62">
                <a:extLst>
                  <a:ext uri="{FF2B5EF4-FFF2-40B4-BE49-F238E27FC236}">
                    <ns2:creationId id="{031D6E61-7F93-E8D7-ABF3-BF8E1867F35A}"/>
                  </a:ext>
                </a:extLst>
              </p:cNvPr>
              <p:cNvSpPr/>
              <p:nvPr/>
            </p:nvSpPr>
            <p:spPr>
              <a:xfrm>
                <a:off x="477406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5" name="正方形/長方形 62">
                <a:extLst>
                  <a:ext uri="{FF2B5EF4-FFF2-40B4-BE49-F238E27FC236}">
                    <ns2:creationId id="{13FEB358-10E6-FD27-5673-175E834B5E90}"/>
                  </a:ext>
                </a:extLst>
              </p:cNvPr>
              <p:cNvSpPr/>
              <p:nvPr/>
            </p:nvSpPr>
            <p:spPr>
              <a:xfrm>
                <a:off x="485884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7" name="直線コネクタ 86">
                <a:extLst>
                  <a:ext uri="{FF2B5EF4-FFF2-40B4-BE49-F238E27FC236}">
                    <ns2:creationId id="{E9682191-6FC0-BCC3-D35B-C0679D96B8C2}"/>
                  </a:ext>
                </a:extLst>
              </p:cNvPr>
              <p:cNvCxnSpPr/>
              <p:nvPr/>
            </p:nvCxnSpPr>
            <p:spPr>
              <a:xfrm>
                <a:off x="4767992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正方形/長方形 62">
                <a:extLst>
                  <a:ext uri="{FF2B5EF4-FFF2-40B4-BE49-F238E27FC236}">
                    <ns2:creationId id="{266C5A50-FFB9-3BE6-ADEA-98BCA693668C}"/>
                  </a:ext>
                </a:extLst>
              </p:cNvPr>
              <p:cNvSpPr/>
              <p:nvPr/>
            </p:nvSpPr>
            <p:spPr>
              <a:xfrm>
                <a:off x="4768219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262D4D44-870F-8760-9AEC-08254ECFEFDD}"/>
                  </a:ext>
                </a:extLst>
              </p:cNvPr>
              <p:cNvSpPr/>
              <p:nvPr/>
            </p:nvSpPr>
            <p:spPr>
              <a:xfrm>
                <a:off x="4768219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DD81DD9-E10E-C57A-165D-1CA66ED924FE}"/>
                  </a:ext>
                </a:extLst>
              </p:cNvPr>
              <p:cNvSpPr/>
              <p:nvPr/>
            </p:nvSpPr>
            <p:spPr>
              <a:xfrm>
                <a:off x="4768219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1" name="直線コネクタ 90">
                <a:extLst>
                  <a:ext uri="{FF2B5EF4-FFF2-40B4-BE49-F238E27FC236}">
                    <ns2:creationId id="{39FE4C45-63C4-C12C-0753-7AC139DFB1EC}"/>
                  </a:ext>
                </a:extLst>
              </p:cNvPr>
              <p:cNvCxnSpPr/>
              <p:nvPr/>
            </p:nvCxnSpPr>
            <p:spPr>
              <a:xfrm>
                <a:off x="4767992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9746CB44-6EDB-7A8E-D532-8F640E2249B5}"/>
                </a:ext>
              </a:extLst>
            </p:cNvPr>
            <p:cNvGrpSpPr/>
            <p:nvPr/>
          </p:nvGrpSpPr>
          <p:grpSpPr>
            <a:xfrm>
              <a:off x="6508580" y="3369626"/>
              <a:ext cx="1663200" cy="2939099"/>
              <a:chOff x="6508580" y="3369626"/>
              <a:chExt cx="1663200" cy="2939099"/>
            </a:xfrm>
          </p:grpSpPr>
          <p:sp>
            <p:nvSpPr>
              <p:cNvPr id="49" name="正方形/長方形 62">
                <a:extLst>
                  <a:ext uri="{FF2B5EF4-FFF2-40B4-BE49-F238E27FC236}">
                    <ns2:creationId id="{07F7C492-8692-4D58-AF14-2DFFFFE751B5}"/>
                  </a:ext>
                </a:extLst>
              </p:cNvPr>
              <p:cNvSpPr/>
              <p:nvPr/>
            </p:nvSpPr>
            <p:spPr>
              <a:xfrm>
                <a:off x="650880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7" name="正方形/長方形 62">
                <a:extLst>
                  <a:ext uri="{FF2B5EF4-FFF2-40B4-BE49-F238E27FC236}">
                    <ns2:creationId id="{681512BB-E38A-707F-0E6C-CC40C6705D81}"/>
                  </a:ext>
                </a:extLst>
              </p:cNvPr>
              <p:cNvSpPr/>
              <p:nvPr/>
            </p:nvSpPr>
            <p:spPr>
              <a:xfrm>
                <a:off x="659359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2" name="直線コネクタ 91">
                <a:extLst>
                  <a:ext uri="{FF2B5EF4-FFF2-40B4-BE49-F238E27FC236}">
                    <ns2:creationId id="{678CF288-9BBE-870D-5606-EE91F14B84C9}"/>
                  </a:ext>
                </a:extLst>
              </p:cNvPr>
              <p:cNvCxnSpPr/>
              <p:nvPr/>
            </p:nvCxnSpPr>
            <p:spPr>
              <a:xfrm>
                <a:off x="6508580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62">
                <a:extLst>
                  <a:ext uri="{FF2B5EF4-FFF2-40B4-BE49-F238E27FC236}">
                    <ns2:creationId id="{1B589D80-0697-7204-6DD7-878E11E565AD}"/>
                  </a:ext>
                </a:extLst>
              </p:cNvPr>
              <p:cNvSpPr/>
              <p:nvPr/>
            </p:nvSpPr>
            <p:spPr>
              <a:xfrm>
                <a:off x="6508807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ACBF8A0C-8907-07EB-7BE9-9E24C8AFE25B}"/>
                  </a:ext>
                </a:extLst>
              </p:cNvPr>
              <p:cNvSpPr/>
              <p:nvPr/>
            </p:nvSpPr>
            <p:spPr>
              <a:xfrm>
                <a:off x="6508807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5" name="正方形/長方形 62">
                <a:extLst>
                  <a:ext uri="{FF2B5EF4-FFF2-40B4-BE49-F238E27FC236}">
                    <ns2:creationId id="{86F3F744-9D96-2259-EAED-F1A3A6A79D11}"/>
                  </a:ext>
                </a:extLst>
              </p:cNvPr>
              <p:cNvSpPr/>
              <p:nvPr/>
            </p:nvSpPr>
            <p:spPr>
              <a:xfrm>
                <a:off x="6508807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6" name="直線コネクタ 95">
                <a:extLst>
                  <a:ext uri="{FF2B5EF4-FFF2-40B4-BE49-F238E27FC236}">
                    <ns2:creationId id="{526BEA89-81B6-29AF-6BB5-2BA90B6911E8}"/>
                  </a:ext>
                </a:extLst>
              </p:cNvPr>
              <p:cNvCxnSpPr/>
              <p:nvPr/>
            </p:nvCxnSpPr>
            <p:spPr>
              <a:xfrm>
                <a:off x="6508580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up 13">
              <a:extLst>
                <a:ext uri="{FF2B5EF4-FFF2-40B4-BE49-F238E27FC236}">
                  <ns2:creationId id="{126F18FD-026D-EC3E-C1D1-6C9E1D81D4A0}"/>
                </a:ext>
              </a:extLst>
            </p:cNvPr>
            <p:cNvGrpSpPr/>
            <p:nvPr/>
          </p:nvGrpSpPr>
          <p:grpSpPr>
            <a:xfrm>
              <a:off x="8459324" y="3369626"/>
              <a:ext cx="1663200" cy="2939099"/>
              <a:chOff x="8459324" y="3369626"/>
              <a:chExt cx="1663200" cy="2939099"/>
            </a:xfrm>
          </p:grpSpPr>
          <p:sp>
            <p:nvSpPr>
              <p:cNvPr id="46" name="正方形/長方形 62">
                <a:extLst>
                  <a:ext uri="{FF2B5EF4-FFF2-40B4-BE49-F238E27FC236}">
                    <ns2:creationId id="{338C3DD0-B876-D354-135E-43BD1E36E646}"/>
                  </a:ext>
                </a:extLst>
              </p:cNvPr>
              <p:cNvSpPr/>
              <p:nvPr/>
            </p:nvSpPr>
            <p:spPr>
              <a:xfrm>
                <a:off x="8459551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9" name="正方形/長方形 62">
                <a:extLst>
                  <a:ext uri="{FF2B5EF4-FFF2-40B4-BE49-F238E27FC236}">
                    <ns2:creationId id="{944039D7-033B-4184-3123-1A396598A985}"/>
                  </a:ext>
                </a:extLst>
              </p:cNvPr>
              <p:cNvSpPr/>
              <p:nvPr/>
            </p:nvSpPr>
            <p:spPr>
              <a:xfrm>
                <a:off x="8544334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7" name="直線コネクタ 96">
                <a:extLst>
                  <a:ext uri="{FF2B5EF4-FFF2-40B4-BE49-F238E27FC236}">
                    <ns2:creationId id="{43A1348B-0BEA-7FCA-F376-5A8CD6778D5E}"/>
                  </a:ext>
                </a:extLst>
              </p:cNvPr>
              <p:cNvCxnSpPr/>
              <p:nvPr/>
            </p:nvCxnSpPr>
            <p:spPr>
              <a:xfrm>
                <a:off x="845932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正方形/長方形 62">
                <a:extLst>
                  <a:ext uri="{FF2B5EF4-FFF2-40B4-BE49-F238E27FC236}">
                    <ns2:creationId id="{8D873E08-DC5A-F0D0-18C9-F95D06A2A7FB}"/>
                  </a:ext>
                </a:extLst>
              </p:cNvPr>
              <p:cNvSpPr/>
              <p:nvPr/>
            </p:nvSpPr>
            <p:spPr>
              <a:xfrm>
                <a:off x="8459551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9" name="正方形/長方形 62">
                <a:extLst>
                  <a:ext uri="{FF2B5EF4-FFF2-40B4-BE49-F238E27FC236}">
                    <ns2:creationId id="{9EFDF8E8-0882-A736-80FE-50F1EEE2E265}"/>
                  </a:ext>
                </a:extLst>
              </p:cNvPr>
              <p:cNvSpPr/>
              <p:nvPr/>
            </p:nvSpPr>
            <p:spPr>
              <a:xfrm>
                <a:off x="8459551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  <a:endParaRPr lang="en-US" altLang="ja-JP" sz="900">
                  <a:solidFill>
                    <a:schemeClr val="tx1"/>
                  </a:solidFill>
                  <a:latin typeface="Meiryo UI"/>
                  <a:ea typeface="Meiryo UI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0" name="正方形/長方形 62">
                <a:extLst>
                  <a:ext uri="{FF2B5EF4-FFF2-40B4-BE49-F238E27FC236}">
                    <ns2:creationId id="{A4E84F0E-BB08-1C41-508B-2CB5E7794353}"/>
                  </a:ext>
                </a:extLst>
              </p:cNvPr>
              <p:cNvSpPr/>
              <p:nvPr/>
            </p:nvSpPr>
            <p:spPr>
              <a:xfrm>
                <a:off x="8459551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3CDB3550-2757-A2AA-AACB-CE68805FD016}"/>
                  </a:ext>
                </a:extLst>
              </p:cNvPr>
              <p:cNvCxnSpPr/>
              <p:nvPr/>
            </p:nvCxnSpPr>
            <p:spPr>
              <a:xfrm>
                <a:off x="845932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Group 14">
              <a:extLst>
                <a:ext uri="{FF2B5EF4-FFF2-40B4-BE49-F238E27FC236}">
                  <ns2:creationId id="{FD256E4A-6923-901F-CDEC-D4DB152FF8B9}"/>
                </a:ext>
              </a:extLst>
            </p:cNvPr>
            <p:cNvGrpSpPr/>
            <p:nvPr/>
          </p:nvGrpSpPr>
          <p:grpSpPr>
            <a:xfrm>
              <a:off x="10186579" y="3369626"/>
              <a:ext cx="1670462" cy="2939099"/>
              <a:chOff x="10186579" y="3369626"/>
              <a:chExt cx="1670462" cy="2939099"/>
            </a:xfrm>
          </p:grpSpPr>
          <p:sp>
            <p:nvSpPr>
              <p:cNvPr id="48" name="正方形/長方形 62">
                <a:extLst>
                  <a:ext uri="{FF2B5EF4-FFF2-40B4-BE49-F238E27FC236}">
                    <ns2:creationId id="{156F5E7E-4855-64DA-D76C-D5B1D88E1B64}"/>
                  </a:ext>
                </a:extLst>
              </p:cNvPr>
              <p:cNvSpPr/>
              <p:nvPr/>
            </p:nvSpPr>
            <p:spPr>
              <a:xfrm>
                <a:off x="10194296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6B4F6F84-D17C-0DBE-2475-369E1BE5AB0D}"/>
                  </a:ext>
                </a:extLst>
              </p:cNvPr>
              <p:cNvSpPr/>
              <p:nvPr/>
            </p:nvSpPr>
            <p:spPr>
              <a:xfrm>
                <a:off x="10279079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2" name="直線コネクタ 101">
                <a:extLst>
                  <a:ext uri="{FF2B5EF4-FFF2-40B4-BE49-F238E27FC236}">
                    <ns2:creationId id="{0983F11D-BE49-D37D-99E9-8EB7BEA9139E}"/>
                  </a:ext>
                </a:extLst>
              </p:cNvPr>
              <p:cNvCxnSpPr/>
              <p:nvPr/>
            </p:nvCxnSpPr>
            <p:spPr>
              <a:xfrm>
                <a:off x="1018657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正方形/長方形 62">
                <a:extLst>
                  <a:ext uri="{FF2B5EF4-FFF2-40B4-BE49-F238E27FC236}">
                    <ns2:creationId id="{84EC72CD-C3D2-26A4-2CE6-B38C683ED079}"/>
                  </a:ext>
                </a:extLst>
              </p:cNvPr>
              <p:cNvSpPr/>
              <p:nvPr/>
            </p:nvSpPr>
            <p:spPr>
              <a:xfrm>
                <a:off x="1018680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例 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67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4" name="正方形/長方形 62">
                <a:extLst>
                  <a:ext uri="{FF2B5EF4-FFF2-40B4-BE49-F238E27FC236}">
                    <ns2:creationId id="{3E775512-8108-C9E0-835A-2C3AC2D3159E}"/>
                  </a:ext>
                </a:extLst>
              </p:cNvPr>
              <p:cNvSpPr/>
              <p:nvPr/>
            </p:nvSpPr>
            <p:spPr>
              <a:xfrm>
                <a:off x="1018680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PowerPoint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5" name="正方形/長方形 62">
                <a:extLst>
                  <a:ext uri="{FF2B5EF4-FFF2-40B4-BE49-F238E27FC236}">
                    <ns2:creationId id="{DF38A223-44D1-29A8-CE73-F87B6C6C5FD8}"/>
                  </a:ext>
                </a:extLst>
              </p:cNvPr>
              <p:cNvSpPr/>
              <p:nvPr/>
            </p:nvSpPr>
            <p:spPr>
              <a:xfrm>
                <a:off x="1018680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A82FA082-97A7-5104-AE97-0A1A6955AE9B}"/>
                  </a:ext>
                </a:extLst>
              </p:cNvPr>
              <p:cNvCxnSpPr/>
              <p:nvPr/>
            </p:nvCxnSpPr>
            <p:spPr>
              <a:xfrm>
                <a:off x="1018657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7" name="正方形/長方形 62">
              <a:extLst>
                <a:ext uri="{FF2B5EF4-FFF2-40B4-BE49-F238E27FC236}">
                  <ns2:creationId id="{3D73B164-2D1C-01BF-0B1E-A6D0074377E4}"/>
                </a:ext>
              </a:extLst>
            </p:cNvPr>
            <p:cNvSpPr/>
            <p:nvPr/>
          </p:nvSpPr>
          <p:spPr>
            <a:xfrm>
              <a:off x="342449" y="4970575"/>
              <a:ext cx="662439" cy="8801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8" name="正方形/長方形 62">
              <a:extLst>
                <a:ext uri="{FF2B5EF4-FFF2-40B4-BE49-F238E27FC236}">
                  <ns2:creationId id="{163690EB-2CCF-0644-BE6B-A2176C390A6C}"/>
                </a:ext>
              </a:extLst>
            </p:cNvPr>
            <p:cNvSpPr/>
            <p:nvPr/>
          </p:nvSpPr>
          <p:spPr>
            <a:xfrm>
              <a:off x="342449" y="5886675"/>
              <a:ext cx="662439" cy="42205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16" name="Group 15">
              <a:extLst>
                <a:ext uri="{FF2B5EF4-FFF2-40B4-BE49-F238E27FC236}">
                  <ns2:creationId id="{58EC3619-1503-71DB-46D7-DDE2E45A63C3}"/>
                </a:ext>
              </a:extLst>
            </p:cNvPr>
            <p:cNvGrpSpPr/>
            <p:nvPr/>
          </p:nvGrpSpPr>
          <p:grpSpPr>
            <a:xfrm>
              <a:off x="6189743" y="1628776"/>
              <a:ext cx="5668129" cy="1157287"/>
              <a:chOff x="6189743" y="1628776"/>
              <a:chExt cx="5668129" cy="1157287"/>
            </a:xfrm>
          </p:grpSpPr>
          <p:sp>
            <p:nvSpPr>
              <p:cNvPr id="21" name="正方形/長方形 62">
                <a:extLst>
                  <a:ext uri="{FF2B5EF4-FFF2-40B4-BE49-F238E27FC236}">
                    <ns2:creationId id="{862B15DC-5F78-6CA4-9BF5-C7F9180C554F}"/>
                  </a:ext>
                </a:extLst>
              </p:cNvPr>
              <p:cNvSpPr/>
              <p:nvPr/>
            </p:nvSpPr>
            <p:spPr>
              <a:xfrm>
                <a:off x="6189743" y="1628776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62">
                <a:extLst>
                  <a:ext uri="{FF2B5EF4-FFF2-40B4-BE49-F238E27FC236}">
                    <ns2:creationId id="{D18422B3-819B-0FAF-C0E4-FC5E798265C0}"/>
                  </a:ext>
                </a:extLst>
              </p:cNvPr>
              <p:cNvSpPr/>
              <p:nvPr/>
            </p:nvSpPr>
            <p:spPr>
              <a:xfrm>
                <a:off x="7563907" y="1628776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62">
                <a:extLst>
                  <a:ext uri="{FF2B5EF4-FFF2-40B4-BE49-F238E27FC236}">
                    <ns2:creationId id="{2DA9EFE1-3CA7-FEB8-8D59-467263697E4F}"/>
                  </a:ext>
                </a:extLst>
              </p:cNvPr>
              <p:cNvSpPr/>
              <p:nvPr/>
            </p:nvSpPr>
            <p:spPr>
              <a:xfrm>
                <a:off x="6189743" y="2045419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4" name="正方形/長方形 62">
                <a:extLst>
                  <a:ext uri="{FF2B5EF4-FFF2-40B4-BE49-F238E27FC236}">
                    <ns2:creationId id="{D38BA046-C560-C00B-1444-7524F1F89BDC}"/>
                  </a:ext>
                </a:extLst>
              </p:cNvPr>
              <p:cNvSpPr/>
              <p:nvPr/>
            </p:nvSpPr>
            <p:spPr>
              <a:xfrm>
                <a:off x="7563907" y="2045420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5" name="正方形/長方形 62">
                <a:extLst>
                  <a:ext uri="{FF2B5EF4-FFF2-40B4-BE49-F238E27FC236}">
                    <ns2:creationId id="{ECDABC11-EBF2-0FBE-934E-37E15DE3AF0D}"/>
                  </a:ext>
                </a:extLst>
              </p:cNvPr>
              <p:cNvSpPr/>
              <p:nvPr/>
            </p:nvSpPr>
            <p:spPr>
              <a:xfrm>
                <a:off x="6189743" y="2462063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6" name="正方形/長方形 62">
                <a:extLst>
                  <a:ext uri="{FF2B5EF4-FFF2-40B4-BE49-F238E27FC236}">
                    <ns2:creationId id="{B21A0F9A-CF09-6673-7374-7DF3A1FB1F7A}"/>
                  </a:ext>
                </a:extLst>
              </p:cNvPr>
              <p:cNvSpPr/>
              <p:nvPr/>
            </p:nvSpPr>
            <p:spPr>
              <a:xfrm>
                <a:off x="7563907" y="2462063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BB3F237D-5514-398A-ABDA-CED21BF6C1FE}"/>
                  </a:ext>
                </a:extLst>
              </p:cNvPr>
              <p:cNvCxnSpPr/>
              <p:nvPr/>
            </p:nvCxnSpPr>
            <p:spPr>
              <a:xfrm>
                <a:off x="7563072" y="2415742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12C50ABF-7D0A-A47A-4B76-B12B40404B60}"/>
                  </a:ext>
                </a:extLst>
              </p:cNvPr>
              <p:cNvCxnSpPr/>
              <p:nvPr/>
            </p:nvCxnSpPr>
            <p:spPr>
              <a:xfrm>
                <a:off x="7563072" y="1999098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15" name="グラフィックス 114" descr="フォルダー検索 単色塗りつぶし">
                <a:extLst>
                  <a:ext uri="{FF2B5EF4-FFF2-40B4-BE49-F238E27FC236}">
                    <ns2:creationId id="{67E5CCF1-77F8-9E94-452A-BF9ACEB076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226079" y="2480063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リサーチ 単色塗りつぶし">
                <a:extLst>
                  <a:ext uri="{FF2B5EF4-FFF2-40B4-BE49-F238E27FC236}">
                    <ns2:creationId id="{7C356001-DCC2-491F-2D51-8A24E07467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26079" y="16467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日毎カレンダー 単色塗りつぶし">
                <a:extLst>
                  <a:ext uri="{FF2B5EF4-FFF2-40B4-BE49-F238E27FC236}">
                    <ns2:creationId id="{6FFF91FA-F83E-BF08-3813-99D1BBB86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26079" y="206341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21" name="グラフィックス 120" descr="クリップボード 単色塗りつぶし">
              <a:extLst>
                <a:ext uri="{FF2B5EF4-FFF2-40B4-BE49-F238E27FC236}">
                  <ns2:creationId id="{6D79EA78-7095-FBC6-6CB2-817BA1F42C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93669" y="1786224"/>
              <a:ext cx="360000" cy="360000"/>
            </a:xfrm>
            <a:prstGeom prst="rect">
              <a:avLst/>
            </a:prstGeom>
          </p:spPr>
        </p:pic>
        <p:grpSp>
          <p:nvGrpSpPr>
            <p:cNvPr id="9" name="Group 8">
              <a:extLst>
                <a:ext uri="{FF2B5EF4-FFF2-40B4-BE49-F238E27FC236}">
                  <ns2:creationId id="{1A57D29D-8499-69E8-1E17-5581F4D200EA}"/>
                </a:ext>
              </a:extLst>
            </p:cNvPr>
            <p:cNvGrpSpPr/>
            <p:nvPr/>
          </p:nvGrpSpPr>
          <p:grpSpPr>
            <a:xfrm>
              <a:off x="1088571" y="2889251"/>
              <a:ext cx="10768469" cy="461326"/>
              <a:chOff x="1088571" y="2889251"/>
              <a:chExt cx="10768469" cy="461326"/>
            </a:xfrm>
          </p:grpSpPr>
          <p:cxnSp>
            <p:nvCxnSpPr>
              <p:cNvPr id="37" name="直線コネクタ 36">
                <a:extLst>
                  <a:ext uri="{FF2B5EF4-FFF2-40B4-BE49-F238E27FC236}">
                    <ns2:creationId id="{C64DF437-8A04-3B2E-93B4-5B4F7D022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606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線コネクタ 39">
                <a:extLst>
                  <a:ext uri="{FF2B5EF4-FFF2-40B4-BE49-F238E27FC236}">
                    <ns2:creationId id="{5D1B89AD-F200-AD45-D657-8BD8A141AF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7155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" name="Group 7">
                <a:extLst>
                  <a:ext uri="{FF2B5EF4-FFF2-40B4-BE49-F238E27FC236}">
                    <ns2:creationId id="{6225F488-3127-34E3-4F2A-E67ED62767F7}"/>
                  </a:ext>
                </a:extLst>
              </p:cNvPr>
              <p:cNvGrpSpPr/>
              <p:nvPr/>
            </p:nvGrpSpPr>
            <p:grpSpPr>
              <a:xfrm>
                <a:off x="1088571" y="2889251"/>
                <a:ext cx="3397490" cy="461326"/>
                <a:chOff x="1088571" y="2889251"/>
                <a:chExt cx="3397490" cy="461326"/>
              </a:xfrm>
            </p:grpSpPr>
            <p:sp>
              <p:nvSpPr>
                <p:cNvPr id="27" name="正方形/長方形 62">
                  <a:extLst>
                    <a:ext uri="{FF2B5EF4-FFF2-40B4-BE49-F238E27FC236}">
                      <ns2:creationId id="{0017E2A4-2023-E34E-8521-158DF3811D78}"/>
                    </a:ext>
                  </a:extLst>
                </p:cNvPr>
                <p:cNvSpPr/>
                <p:nvPr/>
              </p:nvSpPr>
              <p:spPr>
                <a:xfrm>
                  <a:off x="108857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en-GB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09" name="正方形/長方形 62">
                  <a:extLst>
                    <a:ext uri="{FF2B5EF4-FFF2-40B4-BE49-F238E27FC236}">
                      <ns2:creationId id="{9AE52B22-92D0-D587-D449-DF76C4777B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8857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3" name="Graphic 2" descr="Signature with solid fill">
                  <a:extLst>
                    <a:ext uri="{FF2B5EF4-FFF2-40B4-BE49-F238E27FC236}">
                      <ns2:creationId id="{80099A2C-9FE5-E22E-7D6C-9A0B5784F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1917058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7" name="Group 6">
                <a:extLst>
                  <a:ext uri="{FF2B5EF4-FFF2-40B4-BE49-F238E27FC236}">
                    <ns2:creationId id="{4DF88F5E-95B1-7F47-CC7A-8F29ABE22BA6}"/>
                  </a:ext>
                </a:extLst>
              </p:cNvPr>
              <p:cNvGrpSpPr/>
              <p:nvPr/>
            </p:nvGrpSpPr>
            <p:grpSpPr>
              <a:xfrm>
                <a:off x="4774061" y="2889251"/>
                <a:ext cx="3397490" cy="461326"/>
                <a:chOff x="4774061" y="2889251"/>
                <a:chExt cx="3397490" cy="461326"/>
              </a:xfrm>
            </p:grpSpPr>
            <p:sp>
              <p:nvSpPr>
                <p:cNvPr id="35" name="正方形/長方形 62">
                  <a:extLst>
                    <a:ext uri="{FF2B5EF4-FFF2-40B4-BE49-F238E27FC236}">
                      <ns2:creationId id="{43999140-7FBB-44C1-37AD-F37E9061D40E}"/>
                    </a:ext>
                  </a:extLst>
                </p:cNvPr>
                <p:cNvSpPr/>
                <p:nvPr/>
              </p:nvSpPr>
              <p:spPr>
                <a:xfrm>
                  <a:off x="477406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AI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3" name="正方形/長方形 62">
                  <a:extLst>
                    <a:ext uri="{FF2B5EF4-FFF2-40B4-BE49-F238E27FC236}">
                      <ns2:creationId id="{23019017-17AD-E25D-F85A-B70F75A32FB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77406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4" name="Graphic 3" descr="Workflow with solid fill">
                  <a:extLst>
                    <a:ext uri="{FF2B5EF4-FFF2-40B4-BE49-F238E27FC236}">
                      <ns2:creationId id="{BFC30002-B449-E2FB-5C0C-FBB51BB616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808000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" name="Group 5">
                <a:extLst>
                  <a:ext uri="{FF2B5EF4-FFF2-40B4-BE49-F238E27FC236}">
                    <ns2:creationId id="{1EDA74C1-F35A-73CB-7E2D-553135A57E72}"/>
                  </a:ext>
                </a:extLst>
              </p:cNvPr>
              <p:cNvGrpSpPr/>
              <p:nvPr/>
            </p:nvGrpSpPr>
            <p:grpSpPr>
              <a:xfrm>
                <a:off x="8459550" y="2889251"/>
                <a:ext cx="3397490" cy="461326"/>
                <a:chOff x="8459550" y="2889251"/>
                <a:chExt cx="3397490" cy="461326"/>
              </a:xfrm>
            </p:grpSpPr>
            <p:sp>
              <p:nvSpPr>
                <p:cNvPr id="36" name="正方形/長方形 62">
                  <a:extLst>
                    <a:ext uri="{FF2B5EF4-FFF2-40B4-BE49-F238E27FC236}">
                      <ns2:creationId id="{5F37680B-A6E9-9CBD-9ADE-289493A46E60}"/>
                    </a:ext>
                  </a:extLst>
                </p:cNvPr>
                <p:cNvSpPr/>
                <p:nvPr/>
              </p:nvSpPr>
              <p:spPr>
                <a:xfrm>
                  <a:off x="8459550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3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1" name="正方形/長方形 62">
                  <a:extLst>
                    <a:ext uri="{FF2B5EF4-FFF2-40B4-BE49-F238E27FC236}">
                      <ns2:creationId id="{98D8CEEA-BBE0-4AE0-0349-6142A7B989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459550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5" name="Graphic 4" descr="Document with solid fill">
                  <a:extLst>
                    <a:ext uri="{FF2B5EF4-FFF2-40B4-BE49-F238E27FC236}">
                      <ns2:creationId id="{0D8872AE-775F-EE77-F33B-A94EA632BB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9258296" y="2893734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9923217"/>
      </p:ext>
    </p:extLst>
  </p:cSld>
  <p:clrMapOvr>
    <a:masterClrMapping/>
  </p:clrMapOvr>
</p:sld>
</file>

<file path=ppt/slides/slide2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2643CB-831A-3AEC-FE8D-AA689A062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" name="直線コネクタ 125">
            <a:extLst>
              <a:ext uri="{FF2B5EF4-FFF2-40B4-BE49-F238E27FC236}">
                <ns2:creationId id="{F719C718-1A75-9569-6C4F-2A927CC3C6DA}"/>
              </a:ext>
            </a:extLst>
          </p:cNvPr>
          <p:cNvCxnSpPr>
            <a:cxnSpLocks/>
          </p:cNvCxnSpPr>
          <p:nvPr/>
        </p:nvCxnSpPr>
        <p:spPr>
          <a:xfrm flipV="1">
            <a:off x="1223889" y="557595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97516C06-5839-CC1D-DF3D-EDFE4DADD4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4469" cy="914400"/>
          </a:xfrm>
          <a:noFill/>
        </p:spPr>
        <p:txBody>
          <a:bodyPr>
            <a:norm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ACBCC10-0E47-171E-0656-07BB94199B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PDCA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ns2:creationId id="{05DC970B-CF2D-DB27-7097-CFF082233C01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513" name="グループ化 512">
            <a:extLst>
              <a:ext uri="{FF2B5EF4-FFF2-40B4-BE49-F238E27FC236}">
                <ns2:creationId id="{1880D4B0-2DA2-AE23-0143-5036415007D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39996" y="1625954"/>
            <a:ext cx="4135607" cy="4678971"/>
            <a:chOff x="339996" y="1625954"/>
            <a:chExt cx="4135607" cy="4678971"/>
          </a:xfrm>
        </p:grpSpPr>
        <p:cxnSp>
          <p:nvCxnSpPr>
            <p:cNvPr id="34" name="直線コネクタ 8">
              <a:extLst>
                <a:ext uri="{FF2B5EF4-FFF2-40B4-BE49-F238E27FC236}">
                  <ns2:creationId id="{52A172FE-F79C-2FA9-D53C-A64A3C9E633F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9202" y="3865868"/>
              <a:ext cx="303752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411">
              <a:extLst>
                <a:ext uri="{FF2B5EF4-FFF2-40B4-BE49-F238E27FC236}">
                  <ns2:creationId id="{6A9651BE-D3D1-3A1D-1BD9-EE1DC2A830D1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418879" y="1732865"/>
              <a:ext cx="0" cy="4531360"/>
            </a:xfrm>
            <a:prstGeom prst="straightConnector1">
              <a:avLst/>
            </a:prstGeom>
            <a:ln w="12700">
              <a:solidFill>
                <a:schemeClr val="bg1">
                  <a:lumMod val="8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17">
              <a:extLst>
                <a:ext uri="{FF2B5EF4-FFF2-40B4-BE49-F238E27FC236}">
                  <ns2:creationId id="{6D6A54BA-F70A-16BB-62E3-3DE5CE23FF8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1951727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7" name="Group 389">
              <a:extLst>
                <a:ext uri="{FF2B5EF4-FFF2-40B4-BE49-F238E27FC236}">
                  <ns2:creationId id="{858E855D-A274-A148-F5D9-8DBE782D54CE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719053"/>
              <a:ext cx="669656" cy="163351"/>
              <a:chOff x="339996" y="2032161"/>
              <a:chExt cx="669656" cy="163351"/>
            </a:xfrm>
          </p:grpSpPr>
          <p:sp>
            <p:nvSpPr>
              <p:cNvPr id="511" name="正方形/長方形 17">
                <a:extLst>
                  <a:ext uri="{FF2B5EF4-FFF2-40B4-BE49-F238E27FC236}">
                    <ns2:creationId id="{E0A76B33-AF49-B201-A171-AE43150B9C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4" name="正方形/長方形 17">
                <a:extLst>
                  <a:ext uri="{FF2B5EF4-FFF2-40B4-BE49-F238E27FC236}">
                    <ns2:creationId id="{CF9BACB2-6385-90F7-3DCD-1021605AC1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8" name="Group 393">
              <a:extLst>
                <a:ext uri="{FF2B5EF4-FFF2-40B4-BE49-F238E27FC236}">
                  <ns2:creationId id="{04F8D660-1A83-9EAC-DB34-3A94614B22C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558877"/>
              <a:ext cx="669656" cy="163351"/>
              <a:chOff x="339996" y="2032161"/>
              <a:chExt cx="669656" cy="163351"/>
            </a:xfrm>
          </p:grpSpPr>
          <p:sp>
            <p:nvSpPr>
              <p:cNvPr id="509" name="正方形/長方形 17">
                <a:extLst>
                  <a:ext uri="{FF2B5EF4-FFF2-40B4-BE49-F238E27FC236}">
                    <ns2:creationId id="{BAA91FCB-1F83-8D2E-A949-F3CAFEDAB6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10" name="正方形/長方形 17">
                <a:extLst>
                  <a:ext uri="{FF2B5EF4-FFF2-40B4-BE49-F238E27FC236}">
                    <ns2:creationId id="{E5FD1231-2CF3-A46A-F7D0-2B8B0EEF60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9" name="Group 397">
              <a:extLst>
                <a:ext uri="{FF2B5EF4-FFF2-40B4-BE49-F238E27FC236}">
                  <ns2:creationId id="{5D4A6961-A179-9F82-E1A1-697393B25E22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3308840"/>
              <a:ext cx="669656" cy="163351"/>
              <a:chOff x="339996" y="2032161"/>
              <a:chExt cx="669656" cy="163351"/>
            </a:xfrm>
          </p:grpSpPr>
          <p:sp>
            <p:nvSpPr>
              <p:cNvPr id="507" name="正方形/長方形 17">
                <a:extLst>
                  <a:ext uri="{FF2B5EF4-FFF2-40B4-BE49-F238E27FC236}">
                    <ns2:creationId id="{77BB8B24-91DE-61B9-7B07-D637CAE29A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8" name="正方形/長方形 17">
                <a:extLst>
                  <a:ext uri="{FF2B5EF4-FFF2-40B4-BE49-F238E27FC236}">
                    <ns2:creationId id="{ADDD7970-7A58-3BA0-24AA-1173187765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0" name="Group 400">
              <a:extLst>
                <a:ext uri="{FF2B5EF4-FFF2-40B4-BE49-F238E27FC236}">
                  <ns2:creationId id="{269E35F1-938A-A5A3-7FFC-60B5EBCB72B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959858"/>
              <a:ext cx="669656" cy="163351"/>
              <a:chOff x="339996" y="2032161"/>
              <a:chExt cx="669656" cy="163351"/>
            </a:xfrm>
          </p:grpSpPr>
          <p:sp>
            <p:nvSpPr>
              <p:cNvPr id="501" name="正方形/長方形 17">
                <a:extLst>
                  <a:ext uri="{FF2B5EF4-FFF2-40B4-BE49-F238E27FC236}">
                    <ns2:creationId id="{40F31393-D90C-3A43-9D5C-111133FC64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6" name="正方形/長方形 17">
                <a:extLst>
                  <a:ext uri="{FF2B5EF4-FFF2-40B4-BE49-F238E27FC236}">
                    <ns2:creationId id="{B06060B5-3694-3EBB-BFDE-62A7ABB92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1" name="Group 403">
              <a:extLst>
                <a:ext uri="{FF2B5EF4-FFF2-40B4-BE49-F238E27FC236}">
                  <ns2:creationId id="{C50DD7DD-6D0F-89B6-8CFF-193284B56785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5853583"/>
              <a:ext cx="669656" cy="163351"/>
              <a:chOff x="339996" y="2032161"/>
              <a:chExt cx="669656" cy="163351"/>
            </a:xfrm>
          </p:grpSpPr>
          <p:sp>
            <p:nvSpPr>
              <p:cNvPr id="499" name="正方形/長方形 17">
                <a:extLst>
                  <a:ext uri="{FF2B5EF4-FFF2-40B4-BE49-F238E27FC236}">
                    <ns2:creationId id="{70D50D07-3A45-A96F-B56E-B9E741BAB8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0" name="正方形/長方形 17">
                <a:extLst>
                  <a:ext uri="{FF2B5EF4-FFF2-40B4-BE49-F238E27FC236}">
                    <ns2:creationId id="{6ED62FEF-A59B-0EFE-9917-D569DB161B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2" name="正方形/長方形 17">
              <a:extLst>
                <a:ext uri="{FF2B5EF4-FFF2-40B4-BE49-F238E27FC236}">
                  <ns2:creationId id="{C94A32EB-44F8-6BB0-1A6C-B25BD5BEEA0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6085735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四角形: 角を丸くする 7">
              <a:extLst>
                <a:ext uri="{FF2B5EF4-FFF2-40B4-BE49-F238E27FC236}">
                  <ns2:creationId id="{86432E2C-6FCA-10B7-30A9-21FE6056FA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1625954"/>
              <a:ext cx="50798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5" name="Straight Connector 23">
              <a:extLst>
                <a:ext uri="{FF2B5EF4-FFF2-40B4-BE49-F238E27FC236}">
                  <ns2:creationId id="{F81EE58F-058A-C64B-4086-191117F5EE8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3849470" y="1838612"/>
              <a:ext cx="5082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四角形: 角を丸くする 7">
              <a:extLst>
                <a:ext uri="{FF2B5EF4-FFF2-40B4-BE49-F238E27FC236}">
                  <ns2:creationId id="{5FCEAB77-88C3-8ED8-A3F8-DFF1296A085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1872921"/>
              <a:ext cx="743734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四角形: 角を丸くする 7">
              <a:extLst>
                <a:ext uri="{FF2B5EF4-FFF2-40B4-BE49-F238E27FC236}">
                  <ns2:creationId id="{48126411-107C-329E-C735-FF4AA44FB9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001418"/>
              <a:ext cx="507980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四角形: 角を丸くする 7">
              <a:extLst>
                <a:ext uri="{FF2B5EF4-FFF2-40B4-BE49-F238E27FC236}">
                  <ns2:creationId id="{0606246B-7E7B-D175-0AFE-247E449EA29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959583"/>
              <a:ext cx="507980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四角形: 角を丸くする 7">
              <a:extLst>
                <a:ext uri="{FF2B5EF4-FFF2-40B4-BE49-F238E27FC236}">
                  <ns2:creationId id="{EE8CA9DE-1515-8737-C66A-D58ADA6A2A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4475179"/>
              <a:ext cx="743734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9" name="四角形: 角を丸くする 7">
              <a:extLst>
                <a:ext uri="{FF2B5EF4-FFF2-40B4-BE49-F238E27FC236}">
                  <ns2:creationId id="{E348E751-750E-5269-5BFC-10A3D6A1335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5840078"/>
              <a:ext cx="507980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2" name="四角形: 角を丸くする 7">
              <a:extLst>
                <a:ext uri="{FF2B5EF4-FFF2-40B4-BE49-F238E27FC236}">
                  <ns2:creationId id="{0C776DC5-BFFE-C7CC-63F6-0F5C5FEAC70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3391218"/>
              <a:ext cx="743734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448" name="四角形: 角を丸くする 7">
              <a:extLst>
                <a:ext uri="{FF2B5EF4-FFF2-40B4-BE49-F238E27FC236}">
                  <ns2:creationId id="{ABBD0CEA-F332-C9A5-E34D-081BFAF9EA3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1" y="1633042"/>
              <a:ext cx="218003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49" name="Straight Connector 423">
              <a:extLst>
                <a:ext uri="{FF2B5EF4-FFF2-40B4-BE49-F238E27FC236}">
                  <ns2:creationId id="{86666D14-CB89-AE12-3063-0132C62E852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607848" y="1838612"/>
              <a:ext cx="21812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1" name="四角形: 角を丸くする 7">
              <a:extLst>
                <a:ext uri="{FF2B5EF4-FFF2-40B4-BE49-F238E27FC236}">
                  <ns2:creationId id="{BD744D84-A0AD-8826-5775-26E490A4BC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1872921"/>
              <a:ext cx="2180029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3" name="四角形: 角を丸くする 7">
              <a:extLst>
                <a:ext uri="{FF2B5EF4-FFF2-40B4-BE49-F238E27FC236}">
                  <ns2:creationId id="{3015EAEB-14CE-5292-724D-55BB55F06CC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001418"/>
              <a:ext cx="2278805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四角形: 角を丸くする 7">
              <a:extLst>
                <a:ext uri="{FF2B5EF4-FFF2-40B4-BE49-F238E27FC236}">
                  <ns2:creationId id="{5BE612B3-F0A4-ED0C-5B1F-BC31A6EE6D3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959583"/>
              <a:ext cx="2180029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5" name="四角形: 角を丸くする 7">
              <a:extLst>
                <a:ext uri="{FF2B5EF4-FFF2-40B4-BE49-F238E27FC236}">
                  <ns2:creationId id="{618084A6-2D1E-4443-DEFF-1397269E182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4475179"/>
              <a:ext cx="2180029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❷ 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(+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❸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四角形: 角を丸くする 7">
              <a:extLst>
                <a:ext uri="{FF2B5EF4-FFF2-40B4-BE49-F238E27FC236}">
                  <ns2:creationId id="{409E605C-56F1-626B-0E1F-D04F0F5D261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5840078"/>
              <a:ext cx="2180029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1" name="四角形: 角を丸くする 460">
              <a:extLst>
                <a:ext uri="{FF2B5EF4-FFF2-40B4-BE49-F238E27FC236}">
                  <ns2:creationId id="{603CC98B-C329-EEE2-EDA1-6A64AF51CF8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391217"/>
              <a:ext cx="2180029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2" name="四角形: 角を丸くする 7">
              <a:extLst>
                <a:ext uri="{FF2B5EF4-FFF2-40B4-BE49-F238E27FC236}">
                  <ns2:creationId id="{2B16FFDE-5D47-FFF3-817E-4707074446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207274" y="1633042"/>
              <a:ext cx="352189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63" name="Straight Connector 440">
              <a:extLst>
                <a:ext uri="{FF2B5EF4-FFF2-40B4-BE49-F238E27FC236}">
                  <ns2:creationId id="{037E795A-03F3-730D-BA54-B6D179BA239D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07179" y="1838612"/>
              <a:ext cx="35238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Arrow Connector 442">
              <a:extLst>
                <a:ext uri="{FF2B5EF4-FFF2-40B4-BE49-F238E27FC236}">
                  <ns2:creationId id="{1E0CD614-0C54-5AB9-2170-44590B63AA67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1872921"/>
              <a:ext cx="0" cy="1044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Arrow Connector 444">
              <a:extLst>
                <a:ext uri="{FF2B5EF4-FFF2-40B4-BE49-F238E27FC236}">
                  <ns2:creationId id="{04EB90AA-0D72-7E14-2C2D-AE86EB2918D2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2950597"/>
              <a:ext cx="0" cy="792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Arrow Connector 446">
              <a:extLst>
                <a:ext uri="{FF2B5EF4-FFF2-40B4-BE49-F238E27FC236}">
                  <ns2:creationId id="{A1E92F62-8311-3224-D1CD-69BAFBC4A50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3937248"/>
              <a:ext cx="0" cy="530039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Arrow Connector 449">
              <a:extLst>
                <a:ext uri="{FF2B5EF4-FFF2-40B4-BE49-F238E27FC236}">
                  <ns2:creationId id="{6ADBB668-D37F-F155-D3E9-D580509CE055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4482135"/>
              <a:ext cx="0" cy="1080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Arrow Connector 451">
              <a:extLst>
                <a:ext uri="{FF2B5EF4-FFF2-40B4-BE49-F238E27FC236}">
                  <ns2:creationId id="{A4A65EAD-EE40-04B1-8934-2A41E539F3E4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5624632"/>
              <a:ext cx="0" cy="648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正方形/長方形 17">
              <a:extLst>
                <a:ext uri="{FF2B5EF4-FFF2-40B4-BE49-F238E27FC236}">
                  <ns2:creationId id="{E44BD735-21E6-49A4-297C-13AAACDE8FA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2343677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正方形/長方形 17">
              <a:extLst>
                <a:ext uri="{FF2B5EF4-FFF2-40B4-BE49-F238E27FC236}">
                  <ns2:creationId id="{9A2B6D03-4FA1-F27C-8842-52E2314F767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3289011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正方形/長方形 17">
              <a:extLst>
                <a:ext uri="{FF2B5EF4-FFF2-40B4-BE49-F238E27FC236}">
                  <ns2:creationId id="{8F51123C-5D11-BBB7-4A1F-B6D275C7738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138556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正方形/長方形 17">
              <a:extLst>
                <a:ext uri="{FF2B5EF4-FFF2-40B4-BE49-F238E27FC236}">
                  <ns2:creationId id="{708E6A1A-5E50-F25F-F70D-19CD982055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86806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正方形/長方形 17">
              <a:extLst>
                <a:ext uri="{FF2B5EF4-FFF2-40B4-BE49-F238E27FC236}">
                  <ns2:creationId id="{DF6E2E18-92ED-64F2-14D3-17955DF8E23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598671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489" name="Group 388">
              <a:extLst>
                <a:ext uri="{FF2B5EF4-FFF2-40B4-BE49-F238E27FC236}">
                  <ns2:creationId id="{AF4522D3-1E8E-31BE-B9FB-1B84736AB58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345589"/>
              <a:ext cx="669656" cy="163351"/>
              <a:chOff x="339996" y="2032161"/>
              <a:chExt cx="669656" cy="163351"/>
            </a:xfrm>
          </p:grpSpPr>
          <p:sp>
            <p:nvSpPr>
              <p:cNvPr id="496" name="正方形/長方形 17">
                <a:extLst>
                  <a:ext uri="{FF2B5EF4-FFF2-40B4-BE49-F238E27FC236}">
                    <ns2:creationId id="{6CE3875A-40A4-25CA-D025-907505A9AD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98" name="正方形/長方形 17">
                <a:extLst>
                  <a:ext uri="{FF2B5EF4-FFF2-40B4-BE49-F238E27FC236}">
                    <ns2:creationId id="{E5648F01-14C8-04F1-1645-873C9A907E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90" name="正方形/長方形 489">
              <a:extLst>
                <a:ext uri="{FF2B5EF4-FFF2-40B4-BE49-F238E27FC236}">
                  <ns2:creationId id="{D4037528-8490-FDF8-3AE9-C4FAE9D3F60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1937715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6A3E47B1-034A-A03A-EA07-C706D04815A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5414843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CD1DBE0C-93B8-D12B-B204-9D21A6F88F9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473850" y="3778078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17" name="グループ化 516">
            <a:extLst>
              <a:ext uri="{FF2B5EF4-FFF2-40B4-BE49-F238E27FC236}">
                <ns2:creationId id="{D66F8932-C717-875A-6110-6ABDBB47B847}"/>
              </a:ext>
            </a:extLst>
          </p:cNvPr>
          <p:cNvGrpSpPr/>
          <p:nvPr/>
        </p:nvGrpSpPr>
        <p:grpSpPr>
          <a:xfrm>
            <a:off x="4655959" y="1635756"/>
            <a:ext cx="3005565" cy="4589714"/>
            <a:chOff x="4655959" y="1635756"/>
            <a:chExt cx="3005565" cy="4589714"/>
          </a:xfrm>
        </p:grpSpPr>
        <p:sp>
          <p:nvSpPr>
            <p:cNvPr id="66" name="正方形/長方形 26">
              <a:extLst>
                <a:ext uri="{FF2B5EF4-FFF2-40B4-BE49-F238E27FC236}">
                  <ns2:creationId id="{814858D6-00B7-E4EF-3472-E53B8CC9C198}"/>
                </a:ext>
              </a:extLst>
            </p:cNvPr>
            <p:cNvSpPr/>
            <p:nvPr/>
          </p:nvSpPr>
          <p:spPr>
            <a:xfrm>
              <a:off x="6784264" y="3546702"/>
              <a:ext cx="877260" cy="319166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8" name="Group 278">
              <a:extLst>
                <a:ext uri="{FF2B5EF4-FFF2-40B4-BE49-F238E27FC236}">
                  <ns2:creationId id="{7EE04002-6084-9731-73E0-E822ACAC9CEF}"/>
                </a:ext>
              </a:extLst>
            </p:cNvPr>
            <p:cNvGrpSpPr/>
            <p:nvPr/>
          </p:nvGrpSpPr>
          <p:grpSpPr>
            <a:xfrm>
              <a:off x="5329313" y="5242208"/>
              <a:ext cx="387211" cy="190464"/>
              <a:chOff x="7264539" y="4109693"/>
              <a:chExt cx="387211" cy="190464"/>
            </a:xfrm>
          </p:grpSpPr>
          <p:sp>
            <p:nvSpPr>
              <p:cNvPr id="90" name="正方形/長方形 69">
                <a:extLst>
                  <a:ext uri="{FF2B5EF4-FFF2-40B4-BE49-F238E27FC236}">
                    <ns2:creationId id="{EE5F9FA1-F09F-7998-1BD3-2F3951E5EA97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92" name="グラフィックス 70" descr="繰り返し 単色塗りつぶし">
                <a:extLst>
                  <a:ext uri="{FF2B5EF4-FFF2-40B4-BE49-F238E27FC236}">
                    <ns2:creationId id="{1B19B063-892E-6E63-AD42-9D12A70E12D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9" name="正方形/長方形 68">
              <a:extLst>
                <a:ext uri="{FF2B5EF4-FFF2-40B4-BE49-F238E27FC236}">
                  <ns2:creationId id="{4FFA2CBA-6404-ECF3-B4F9-8C437E29DD84}"/>
                </a:ext>
              </a:extLst>
            </p:cNvPr>
            <p:cNvSpPr/>
            <p:nvPr/>
          </p:nvSpPr>
          <p:spPr>
            <a:xfrm>
              <a:off x="5805732" y="5241716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446" name="グループ化 445">
              <a:extLst>
                <a:ext uri="{FF2B5EF4-FFF2-40B4-BE49-F238E27FC236}">
                  <ns2:creationId id="{D9CE22E3-F844-BC10-E3F2-721F4EDC10D0}"/>
                </a:ext>
              </a:extLst>
            </p:cNvPr>
            <p:cNvGrpSpPr/>
            <p:nvPr/>
          </p:nvGrpSpPr>
          <p:grpSpPr>
            <a:xfrm>
              <a:off x="5329313" y="3263761"/>
              <a:ext cx="387211" cy="190464"/>
              <a:chOff x="5329313" y="3263761"/>
              <a:chExt cx="387211" cy="190464"/>
            </a:xfrm>
          </p:grpSpPr>
          <p:sp>
            <p:nvSpPr>
              <p:cNvPr id="86" name="正方形/長方形 69">
                <a:extLst>
                  <a:ext uri="{FF2B5EF4-FFF2-40B4-BE49-F238E27FC236}">
                    <ns2:creationId id="{C9F05F75-0736-ECB0-21D4-230D7F174268}"/>
                  </a:ext>
                </a:extLst>
              </p:cNvPr>
              <p:cNvSpPr/>
              <p:nvPr/>
            </p:nvSpPr>
            <p:spPr>
              <a:xfrm>
                <a:off x="5329313" y="3263761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7" name="グラフィックス 70" descr="繰り返し 単色塗りつぶし">
                <a:extLst>
                  <a:ext uri="{FF2B5EF4-FFF2-40B4-BE49-F238E27FC236}">
                    <ns2:creationId id="{5AE1AD38-EE07-E60B-DCE3-2F97BC071907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374354" y="3279254"/>
                <a:ext cx="160164" cy="159478"/>
              </a:xfrm>
              <a:prstGeom prst="rect">
                <a:avLst/>
              </a:prstGeom>
            </p:spPr>
          </p:pic>
        </p:grpSp>
        <p:cxnSp>
          <p:nvCxnSpPr>
            <p:cNvPr id="71" name="直線コネクタ 72">
              <a:extLst>
                <a:ext uri="{FF2B5EF4-FFF2-40B4-BE49-F238E27FC236}">
                  <ns2:creationId id="{2C6E616B-ED5B-5AE4-1CC5-202B84308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45099" y="3358992"/>
              <a:ext cx="17526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2">
              <a:extLst>
                <a:ext uri="{FF2B5EF4-FFF2-40B4-BE49-F238E27FC236}">
                  <ns2:creationId id="{744D4970-A957-0652-DA11-E85736934E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08680" y="3358993"/>
              <a:ext cx="432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30A1483C-3786-0936-6D78-2E4A483E4B98}"/>
                </a:ext>
              </a:extLst>
            </p:cNvPr>
            <p:cNvCxnSpPr>
              <a:cxnSpLocks/>
              <a:endCxn id="66" idx="1"/>
            </p:cNvCxnSpPr>
            <p:nvPr/>
          </p:nvCxnSpPr>
          <p:spPr>
            <a:xfrm>
              <a:off x="5660482" y="3454225"/>
              <a:ext cx="1123782" cy="2520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358">
              <a:extLst>
                <a:ext uri="{FF2B5EF4-FFF2-40B4-BE49-F238E27FC236}">
                  <ns2:creationId id="{54744E4D-15EE-F79B-CE21-3CCEDEB5BBBE}"/>
                </a:ext>
              </a:extLst>
            </p:cNvPr>
            <p:cNvGrpSpPr/>
            <p:nvPr/>
          </p:nvGrpSpPr>
          <p:grpSpPr>
            <a:xfrm>
              <a:off x="5329313" y="4578879"/>
              <a:ext cx="387211" cy="190464"/>
              <a:chOff x="7264539" y="4109693"/>
              <a:chExt cx="387211" cy="190464"/>
            </a:xfrm>
          </p:grpSpPr>
          <p:sp>
            <p:nvSpPr>
              <p:cNvPr id="84" name="正方形/長方形 69">
                <a:extLst>
                  <a:ext uri="{FF2B5EF4-FFF2-40B4-BE49-F238E27FC236}">
                    <ns2:creationId id="{5656855D-3B23-1B9B-15C6-52B106396730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5" name="グラフィックス 70" descr="繰り返し 単色塗りつぶし">
                <a:extLst>
                  <a:ext uri="{FF2B5EF4-FFF2-40B4-BE49-F238E27FC236}">
                    <ns2:creationId id="{20E3418A-95B4-1DC7-2AD0-3515B847FCEF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3" name="正方形/長方形 68">
              <a:extLst>
                <a:ext uri="{FF2B5EF4-FFF2-40B4-BE49-F238E27FC236}">
                  <ns2:creationId id="{E6C3C7D8-72D4-36F7-ACC5-CD58FBD0FEC6}"/>
                </a:ext>
              </a:extLst>
            </p:cNvPr>
            <p:cNvSpPr/>
            <p:nvPr/>
          </p:nvSpPr>
          <p:spPr>
            <a:xfrm>
              <a:off x="5827214" y="4578387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5" name="正方形/長方形 61">
              <a:extLst>
                <a:ext uri="{FF2B5EF4-FFF2-40B4-BE49-F238E27FC236}">
                  <ns2:creationId id="{BE56DAB7-3ECA-DAA9-1197-A4095AC014FA}"/>
                </a:ext>
              </a:extLst>
            </p:cNvPr>
            <p:cNvSpPr/>
            <p:nvPr/>
          </p:nvSpPr>
          <p:spPr>
            <a:xfrm>
              <a:off x="5982126" y="3221256"/>
              <a:ext cx="936000" cy="288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6" name="正方形/長方形 52">
              <a:extLst>
                <a:ext uri="{FF2B5EF4-FFF2-40B4-BE49-F238E27FC236}">
                  <ns2:creationId id="{A738AA15-882F-2531-C619-395EF4D5EE9F}"/>
                </a:ext>
              </a:extLst>
            </p:cNvPr>
            <p:cNvSpPr/>
            <p:nvPr/>
          </p:nvSpPr>
          <p:spPr>
            <a:xfrm>
              <a:off x="4922934" y="2982215"/>
              <a:ext cx="1548000" cy="236773"/>
            </a:xfrm>
            <a:prstGeom prst="rect">
              <a:avLst/>
            </a:prstGeom>
            <a:solidFill>
              <a:schemeClr val="bg1">
                <a:alpha val="7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+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0" name="四角形: 角を丸くする 7">
              <a:extLst>
                <a:ext uri="{FF2B5EF4-FFF2-40B4-BE49-F238E27FC236}">
                  <ns2:creationId id="{A2767E09-E211-386D-B379-6D69A4E0987B}"/>
                </a:ext>
              </a:extLst>
            </p:cNvPr>
            <p:cNvSpPr/>
            <p:nvPr/>
          </p:nvSpPr>
          <p:spPr>
            <a:xfrm>
              <a:off x="4656815" y="1635756"/>
              <a:ext cx="2909443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81" name="Straight Connector 375">
              <a:extLst>
                <a:ext uri="{FF2B5EF4-FFF2-40B4-BE49-F238E27FC236}">
                  <ns2:creationId id="{DB901038-E689-608C-17D2-72A72385EB0C}"/>
                </a:ext>
              </a:extLst>
            </p:cNvPr>
            <p:cNvCxnSpPr>
              <a:cxnSpLocks/>
            </p:cNvCxnSpPr>
            <p:nvPr/>
          </p:nvCxnSpPr>
          <p:spPr>
            <a:xfrm>
              <a:off x="4655959" y="1838612"/>
              <a:ext cx="2916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正方形/長方形 57">
              <a:extLst>
                <a:ext uri="{FF2B5EF4-FFF2-40B4-BE49-F238E27FC236}">
                  <ns2:creationId id="{95575E42-A625-A488-2340-C8024F4D34D6}"/>
                </a:ext>
              </a:extLst>
            </p:cNvPr>
            <p:cNvSpPr/>
            <p:nvPr/>
          </p:nvSpPr>
          <p:spPr>
            <a:xfrm>
              <a:off x="4922934" y="3678323"/>
              <a:ext cx="2053648" cy="328796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66">
              <a:extLst>
                <a:ext uri="{FF2B5EF4-FFF2-40B4-BE49-F238E27FC236}">
                  <ns2:creationId id="{03A2D07B-39D4-F03C-B7E4-9B075B0BEA98}"/>
                </a:ext>
              </a:extLst>
            </p:cNvPr>
            <p:cNvSpPr/>
            <p:nvPr/>
          </p:nvSpPr>
          <p:spPr>
            <a:xfrm>
              <a:off x="4656814" y="2699124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0" name="正方形/長方形 66">
              <a:extLst>
                <a:ext uri="{FF2B5EF4-FFF2-40B4-BE49-F238E27FC236}">
                  <ns2:creationId id="{A3EAE82B-0AB6-BD0E-9C94-822CB0E33F6C}"/>
                </a:ext>
              </a:extLst>
            </p:cNvPr>
            <p:cNvSpPr/>
            <p:nvPr/>
          </p:nvSpPr>
          <p:spPr>
            <a:xfrm>
              <a:off x="4656814" y="4091385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2" name="正方形/長方形 66">
              <a:extLst>
                <a:ext uri="{FF2B5EF4-FFF2-40B4-BE49-F238E27FC236}">
                  <ns2:creationId id="{4AB6EB21-6619-0C23-C7FB-CF0F5F6FA7B4}"/>
                </a:ext>
              </a:extLst>
            </p:cNvPr>
            <p:cNvSpPr/>
            <p:nvPr/>
          </p:nvSpPr>
          <p:spPr>
            <a:xfrm>
              <a:off x="4656814" y="4949737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4" name="正方形/長方形 66">
              <a:extLst>
                <a:ext uri="{FF2B5EF4-FFF2-40B4-BE49-F238E27FC236}">
                  <ns2:creationId id="{AE6C385F-D104-499B-5039-C052D3DEAE20}"/>
                </a:ext>
              </a:extLst>
            </p:cNvPr>
            <p:cNvSpPr/>
            <p:nvPr/>
          </p:nvSpPr>
          <p:spPr>
            <a:xfrm>
              <a:off x="4656814" y="5506609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6" name="正方形/長方形 66">
              <a:extLst>
                <a:ext uri="{FF2B5EF4-FFF2-40B4-BE49-F238E27FC236}">
                  <ns2:creationId id="{E0FC6555-4FED-FF20-2256-D97CADE9C9FB}"/>
                </a:ext>
              </a:extLst>
            </p:cNvPr>
            <p:cNvSpPr/>
            <p:nvPr/>
          </p:nvSpPr>
          <p:spPr>
            <a:xfrm>
              <a:off x="4656814" y="6035110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cxnSp>
        <p:nvCxnSpPr>
          <p:cNvPr id="127" name="直線コネクタ 126">
            <a:extLst>
              <a:ext uri="{FF2B5EF4-FFF2-40B4-BE49-F238E27FC236}">
                <ns2:creationId id="{482F0918-F9BC-AB3D-8C76-750F85A7887E}"/>
              </a:ext>
            </a:extLst>
          </p:cNvPr>
          <p:cNvCxnSpPr>
            <a:cxnSpLocks/>
          </p:cNvCxnSpPr>
          <p:nvPr/>
        </p:nvCxnSpPr>
        <p:spPr>
          <a:xfrm flipV="1">
            <a:off x="1223889" y="447372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直線コネクタ 383">
            <a:extLst>
              <a:ext uri="{FF2B5EF4-FFF2-40B4-BE49-F238E27FC236}">
                <ns2:creationId id="{B61E5813-FFA2-BE76-17E3-95279E44A248}"/>
              </a:ext>
            </a:extLst>
          </p:cNvPr>
          <p:cNvCxnSpPr>
            <a:cxnSpLocks/>
          </p:cNvCxnSpPr>
          <p:nvPr/>
        </p:nvCxnSpPr>
        <p:spPr>
          <a:xfrm flipV="1">
            <a:off x="1223889" y="2893082"/>
            <a:ext cx="10620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5" name="グループ化 514">
            <a:extLst>
              <a:ext uri="{FF2B5EF4-FFF2-40B4-BE49-F238E27FC236}">
                <ns2:creationId id="{5C81A38D-6CF9-3E34-52E8-BBDC87F6B4C7}"/>
              </a:ext>
            </a:extLst>
          </p:cNvPr>
          <p:cNvGrpSpPr/>
          <p:nvPr/>
        </p:nvGrpSpPr>
        <p:grpSpPr>
          <a:xfrm>
            <a:off x="7753978" y="1635756"/>
            <a:ext cx="4116483" cy="4666855"/>
            <a:chOff x="7753978" y="1635756"/>
            <a:chExt cx="4116483" cy="4666855"/>
          </a:xfrm>
        </p:grpSpPr>
        <p:sp>
          <p:nvSpPr>
            <p:cNvPr id="102" name="四角形: 角を丸くする 7">
              <a:extLst>
                <a:ext uri="{FF2B5EF4-FFF2-40B4-BE49-F238E27FC236}">
                  <ns2:creationId id="{F375257A-B051-91FC-50FB-604F43040C79}"/>
                </a:ext>
              </a:extLst>
            </p:cNvPr>
            <p:cNvSpPr/>
            <p:nvPr/>
          </p:nvSpPr>
          <p:spPr>
            <a:xfrm>
              <a:off x="8198461" y="1635756"/>
              <a:ext cx="3672000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Straight Connector 375">
              <a:extLst>
                <a:ext uri="{FF2B5EF4-FFF2-40B4-BE49-F238E27FC236}">
                  <ns2:creationId id="{E443E778-331A-CF23-4B9F-D4D575B0ACC8}"/>
                </a:ext>
              </a:extLst>
            </p:cNvPr>
            <p:cNvCxnSpPr>
              <a:cxnSpLocks/>
            </p:cNvCxnSpPr>
            <p:nvPr/>
          </p:nvCxnSpPr>
          <p:spPr>
            <a:xfrm>
              <a:off x="8198461" y="1838612"/>
              <a:ext cx="3672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9" name="四角形: 角を丸くする 7">
              <a:extLst>
                <a:ext uri="{FF2B5EF4-FFF2-40B4-BE49-F238E27FC236}">
                  <ns2:creationId id="{16377CCC-F2D1-689A-8FF5-C166B2E13854}"/>
                </a:ext>
              </a:extLst>
            </p:cNvPr>
            <p:cNvSpPr/>
            <p:nvPr/>
          </p:nvSpPr>
          <p:spPr>
            <a:xfrm>
              <a:off x="8175512" y="190194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97" name="四角形: 角を丸くする 7">
              <a:extLst>
                <a:ext uri="{FF2B5EF4-FFF2-40B4-BE49-F238E27FC236}">
                  <ns2:creationId id="{BB559F25-8C7A-866B-7B9A-6ACB9317DE13}"/>
                </a:ext>
              </a:extLst>
            </p:cNvPr>
            <p:cNvSpPr/>
            <p:nvPr/>
          </p:nvSpPr>
          <p:spPr>
            <a:xfrm>
              <a:off x="8175512" y="296842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lvl="0"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8" name="四角形: 角を丸くする 7">
              <a:extLst>
                <a:ext uri="{FF2B5EF4-FFF2-40B4-BE49-F238E27FC236}">
                  <ns2:creationId id="{D0E98407-8321-6C56-5DAA-D568014A0BA3}"/>
                </a:ext>
              </a:extLst>
            </p:cNvPr>
            <p:cNvSpPr/>
            <p:nvPr/>
          </p:nvSpPr>
          <p:spPr>
            <a:xfrm>
              <a:off x="8175512" y="453866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1" name="四角形: 角を丸くする 7">
              <a:extLst>
                <a:ext uri="{FF2B5EF4-FFF2-40B4-BE49-F238E27FC236}">
                  <ns2:creationId id="{12353335-C915-89B1-17D4-165C4264696A}"/>
                </a:ext>
              </a:extLst>
            </p:cNvPr>
            <p:cNvSpPr/>
            <p:nvPr/>
          </p:nvSpPr>
          <p:spPr>
            <a:xfrm>
              <a:off x="8175512" y="563785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4" name="正方形/長方形 52">
              <a:extLst>
                <a:ext uri="{FF2B5EF4-FFF2-40B4-BE49-F238E27FC236}">
                  <ns2:creationId id="{CF6060B3-D717-F448-6AD7-4C31EBF3DF33}"/>
                </a:ext>
              </a:extLst>
            </p:cNvPr>
            <p:cNvSpPr/>
            <p:nvPr/>
          </p:nvSpPr>
          <p:spPr>
            <a:xfrm>
              <a:off x="8175512" y="2120594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7" name="正方形/長方形 52">
              <a:extLst>
                <a:ext uri="{FF2B5EF4-FFF2-40B4-BE49-F238E27FC236}">
                  <ns2:creationId id="{9E100682-6B5E-BF5D-A92E-68E2CC918793}"/>
                </a:ext>
              </a:extLst>
            </p:cNvPr>
            <p:cNvSpPr/>
            <p:nvPr/>
          </p:nvSpPr>
          <p:spPr>
            <a:xfrm>
              <a:off x="8175512" y="3250744"/>
              <a:ext cx="3672000" cy="11977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正方形/長方形 52">
              <a:extLst>
                <a:ext uri="{FF2B5EF4-FFF2-40B4-BE49-F238E27FC236}">
                  <ns2:creationId id="{C69767A3-7162-AE3A-9CD8-FDBC223410FB}"/>
                </a:ext>
              </a:extLst>
            </p:cNvPr>
            <p:cNvSpPr/>
            <p:nvPr/>
          </p:nvSpPr>
          <p:spPr>
            <a:xfrm>
              <a:off x="8175512" y="4791482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6" name="正方形/長方形 52">
              <a:extLst>
                <a:ext uri="{FF2B5EF4-FFF2-40B4-BE49-F238E27FC236}">
                  <ns2:creationId id="{5F9990D8-D0B8-8B7E-7D27-BAC7C7DBBC07}"/>
                </a:ext>
              </a:extLst>
            </p:cNvPr>
            <p:cNvSpPr/>
            <p:nvPr/>
          </p:nvSpPr>
          <p:spPr>
            <a:xfrm>
              <a:off x="8175512" y="5833942"/>
              <a:ext cx="3672000" cy="46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14" name="グループ化 513">
              <a:extLst>
                <a:ext uri="{FF2B5EF4-FFF2-40B4-BE49-F238E27FC236}">
                  <ns2:creationId id="{8740BD49-03DA-FE04-D10D-D230CA789293}"/>
                </a:ext>
              </a:extLst>
            </p:cNvPr>
            <p:cNvGrpSpPr/>
            <p:nvPr/>
          </p:nvGrpSpPr>
          <p:grpSpPr>
            <a:xfrm>
              <a:off x="7753978" y="1838611"/>
              <a:ext cx="216000" cy="4464000"/>
              <a:chOff x="7753978" y="1838611"/>
              <a:chExt cx="216000" cy="4464000"/>
            </a:xfrm>
          </p:grpSpPr>
          <p:cxnSp>
            <p:nvCxnSpPr>
              <p:cNvPr id="433" name="直線コネクタ 432">
                <a:extLst>
                  <a:ext uri="{FF2B5EF4-FFF2-40B4-BE49-F238E27FC236}">
                    <ns2:creationId id="{BC83B9D5-2F46-806A-31CD-03390F403D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860402" y="1838611"/>
                <a:ext cx="0" cy="4464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8" name="グループ化 437">
                <a:extLst>
                  <a:ext uri="{FF2B5EF4-FFF2-40B4-BE49-F238E27FC236}">
                    <ns2:creationId id="{9D4E5303-E150-1D72-72F2-F889981EF33B}"/>
                  </a:ext>
                </a:extLst>
              </p:cNvPr>
              <p:cNvGrpSpPr/>
              <p:nvPr/>
            </p:nvGrpSpPr>
            <p:grpSpPr>
              <a:xfrm>
                <a:off x="7753978" y="3966301"/>
                <a:ext cx="216000" cy="216000"/>
                <a:chOff x="7753978" y="3788680"/>
                <a:chExt cx="216000" cy="216000"/>
              </a:xfrm>
            </p:grpSpPr>
            <p:sp>
              <p:nvSpPr>
                <p:cNvPr id="435" name="円/楕円 8">
                  <a:extLst>
                    <a:ext uri="{FF2B5EF4-FFF2-40B4-BE49-F238E27FC236}">
                      <ns2:creationId id="{0EE62294-4F1C-9B83-3B85-DAF9339620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36" name="グラフィックス 1503">
                  <a:extLst>
                    <a:ext uri="{FF2B5EF4-FFF2-40B4-BE49-F238E27FC236}">
                      <ns2:creationId id="{8347D562-0BEF-1B3B-26DC-A034E8C8B4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679315531"/>
      </p:ext>
    </p:extLst>
  </p:cSld>
  <p:clrMapOvr>
    <a:masterClrMapping/>
  </p:clrMapOvr>
</p:sld>
</file>

<file path=ppt/slides/slide27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80A7C4E-0397-8BB3-EE35-83515F799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67F227-DB1C-7AB2-C3CE-28B6F6285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16A5716-B297-D8B6-422F-16D2AF81350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DWH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・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3E11C3D8-EDD5-0F57-06B9-10DD6C2D6F61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sp>
          <p:nvSpPr>
            <p:cNvPr id="28" name="正方形/長方形 27">
              <a:extLst>
                <a:ext uri="{FF2B5EF4-FFF2-40B4-BE49-F238E27FC236}">
                  <ns2:creationId id="{CEC6DABC-1128-748B-C0E8-38E4666091F9}"/>
                </a:ext>
              </a:extLst>
            </p:cNvPr>
            <p:cNvSpPr/>
            <p:nvPr/>
          </p:nvSpPr>
          <p:spPr>
            <a:xfrm>
              <a:off x="1221535" y="1628775"/>
              <a:ext cx="6156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2F44F64F-A92F-5514-0214-B11ADBEAA1FB}"/>
                </a:ext>
              </a:extLst>
            </p:cNvPr>
            <p:cNvSpPr/>
            <p:nvPr/>
          </p:nvSpPr>
          <p:spPr>
            <a:xfrm>
              <a:off x="7610683" y="1628775"/>
              <a:ext cx="4248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33" name="グループ化 332">
              <a:extLst>
                <a:ext uri="{FF2B5EF4-FFF2-40B4-BE49-F238E27FC236}">
                  <ns2:creationId id="{6B2AA95E-C8DB-6733-1E14-066D6B02B4B0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328" name="直線コネクタ 327">
                <a:extLst>
                  <a:ext uri="{FF2B5EF4-FFF2-40B4-BE49-F238E27FC236}">
                    <ns2:creationId id="{AA0B21BB-5484-CD41-3E5C-197ABDE188E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9" name="グループ化 328">
                <a:extLst>
                  <a:ext uri="{FF2B5EF4-FFF2-40B4-BE49-F238E27FC236}">
                    <ns2:creationId id="{0C9B90F4-7697-AF04-37E0-67A36BC9CCA6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330" name="円/楕円 8">
                  <a:extLst>
                    <a:ext uri="{FF2B5EF4-FFF2-40B4-BE49-F238E27FC236}">
                      <ns2:creationId id="{BE8FB9C2-EE5F-01E1-EFDB-BE9F70B58D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1" name="グラフィックス 1503">
                  <a:extLst>
                    <a:ext uri="{FF2B5EF4-FFF2-40B4-BE49-F238E27FC236}">
                      <ns2:creationId id="{BEC88F5A-30C1-2188-35FD-B91E4760E9B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grpSp>
          <p:nvGrpSpPr>
            <p:cNvPr id="463" name="グループ化 462">
              <a:extLst>
                <a:ext uri="{FF2B5EF4-FFF2-40B4-BE49-F238E27FC236}">
                  <ns2:creationId id="{D9719EE0-2FC3-27CF-73FF-3FBB08DEE62E}"/>
                </a:ext>
              </a:extLst>
            </p:cNvPr>
            <p:cNvGrpSpPr/>
            <p:nvPr/>
          </p:nvGrpSpPr>
          <p:grpSpPr>
            <a:xfrm>
              <a:off x="353128" y="1772775"/>
              <a:ext cx="11504694" cy="2217323"/>
              <a:chOff x="353128" y="1772775"/>
              <a:chExt cx="11504694" cy="2217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59DD91FF-A02F-0A99-2CD9-44477B9FDCA0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52F0E6D-4DE9-0556-79CB-985A24E8EDD4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76BC626-A0B8-B666-9B82-E0D759E45B25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2A50D50D-CDDC-3111-CBB7-58B51CA09E51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E936E58-BE0B-4CD7-F4B2-5BC27CD2F2B6}"/>
                  </a:ext>
                </a:extLst>
              </p:cNvPr>
              <p:cNvSpPr/>
              <p:nvPr/>
            </p:nvSpPr>
            <p:spPr>
              <a:xfrm>
                <a:off x="9823266" y="2058961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B74633F-D4A9-89BD-64BD-6BE202756899}"/>
                  </a:ext>
                </a:extLst>
              </p:cNvPr>
              <p:cNvSpPr/>
              <p:nvPr/>
            </p:nvSpPr>
            <p:spPr>
              <a:xfrm>
                <a:off x="8938902" y="2456347"/>
                <a:ext cx="100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28" name="グループ化 227">
                <a:extLst>
                  <a:ext uri="{FF2B5EF4-FFF2-40B4-BE49-F238E27FC236}">
                    <ns2:creationId id="{67AEDC5E-E715-30F0-3DB0-43182D482BD1}"/>
                  </a:ext>
                </a:extLst>
              </p:cNvPr>
              <p:cNvGrpSpPr/>
              <p:nvPr/>
            </p:nvGrpSpPr>
            <p:grpSpPr>
              <a:xfrm>
                <a:off x="9332518" y="2104258"/>
                <a:ext cx="653668" cy="311564"/>
                <a:chOff x="9429318" y="2207172"/>
                <a:chExt cx="653668" cy="311564"/>
              </a:xfrm>
            </p:grpSpPr>
            <p:sp>
              <p:nvSpPr>
                <p:cNvPr id="83" name="フローチャート: 書類 82">
                  <a:extLst>
                    <a:ext uri="{FF2B5EF4-FFF2-40B4-BE49-F238E27FC236}">
                      <ns2:creationId id="{2A73D461-746C-01C4-4797-117F0B8E1B14}"/>
                    </a:ext>
                  </a:extLst>
                </p:cNvPr>
                <p:cNvSpPr/>
                <p:nvPr/>
              </p:nvSpPr>
              <p:spPr>
                <a:xfrm>
                  <a:off x="9506986" y="2302736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95" name="正方形/長方形 94">
                  <a:extLst>
                    <a:ext uri="{FF2B5EF4-FFF2-40B4-BE49-F238E27FC236}">
                      <ns2:creationId id="{5178E760-19CC-D9D9-8D16-1DDDB4FFAAB8}"/>
                    </a:ext>
                  </a:extLst>
                </p:cNvPr>
                <p:cNvSpPr/>
                <p:nvPr/>
              </p:nvSpPr>
              <p:spPr>
                <a:xfrm>
                  <a:off x="9542986" y="2334762"/>
                  <a:ext cx="50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pic>
              <p:nvPicPr>
                <p:cNvPr id="103" name="図 102">
                  <a:extLst>
                    <a:ext uri="{FF2B5EF4-FFF2-40B4-BE49-F238E27FC236}">
                      <ns2:creationId id="{5E9B8B17-5C2A-842B-3838-9311BC2135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29318" y="2207172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01" name="正方形/長方形 100">
                <a:extLst>
                  <a:ext uri="{FF2B5EF4-FFF2-40B4-BE49-F238E27FC236}">
                    <ns2:creationId id="{F8979C55-0932-E621-3326-26606A56EB92}"/>
                  </a:ext>
                </a:extLst>
              </p:cNvPr>
              <p:cNvSpPr/>
              <p:nvPr/>
            </p:nvSpPr>
            <p:spPr>
              <a:xfrm>
                <a:off x="7610683" y="1829306"/>
                <a:ext cx="944405" cy="88282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4" name="グループ化 113">
                <a:extLst>
                  <a:ext uri="{FF2B5EF4-FFF2-40B4-BE49-F238E27FC236}">
                    <ns2:creationId id="{ACD2FD57-2757-C735-4E4A-BD7E7B321C99}"/>
                  </a:ext>
                </a:extLst>
              </p:cNvPr>
              <p:cNvGrpSpPr/>
              <p:nvPr/>
            </p:nvGrpSpPr>
            <p:grpSpPr>
              <a:xfrm>
                <a:off x="7711900" y="1864016"/>
                <a:ext cx="658410" cy="246804"/>
                <a:chOff x="8166627" y="2041136"/>
                <a:chExt cx="658410" cy="246804"/>
              </a:xfrm>
            </p:grpSpPr>
            <p:pic>
              <p:nvPicPr>
                <p:cNvPr id="82" name="図 81">
                  <a:extLst>
                    <a:ext uri="{FF2B5EF4-FFF2-40B4-BE49-F238E27FC236}">
                      <ns2:creationId id="{E2B32D08-2491-599F-F3A0-0E675891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041136"/>
                  <a:ext cx="144000" cy="120000"/>
                </a:xfrm>
                <a:prstGeom prst="rect">
                  <a:avLst/>
                </a:prstGeom>
              </p:spPr>
            </p:pic>
            <p:sp>
              <p:nvSpPr>
                <p:cNvPr id="105" name="フローチャート: 書類 104">
                  <a:extLst>
                    <a:ext uri="{FF2B5EF4-FFF2-40B4-BE49-F238E27FC236}">
                      <ns2:creationId id="{CD1357DE-0853-6296-9D19-F27B477C1C47}"/>
                    </a:ext>
                  </a:extLst>
                </p:cNvPr>
                <p:cNvSpPr/>
                <p:nvPr/>
              </p:nvSpPr>
              <p:spPr>
                <a:xfrm>
                  <a:off x="8249037" y="2071940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277AE48A-E1FF-0B89-4C11-C86DE4132CD5}"/>
                  </a:ext>
                </a:extLst>
              </p:cNvPr>
              <p:cNvGrpSpPr/>
              <p:nvPr/>
            </p:nvGrpSpPr>
            <p:grpSpPr>
              <a:xfrm>
                <a:off x="7711900" y="2127505"/>
                <a:ext cx="658410" cy="245394"/>
                <a:chOff x="8166627" y="2304625"/>
                <a:chExt cx="658410" cy="245394"/>
              </a:xfrm>
            </p:grpSpPr>
            <p:sp>
              <p:nvSpPr>
                <p:cNvPr id="107" name="フローチャート: 書類 106">
                  <a:extLst>
                    <a:ext uri="{FF2B5EF4-FFF2-40B4-BE49-F238E27FC236}">
                      <ns2:creationId id="{88CFFD38-CF45-188B-B31B-878286816305}"/>
                    </a:ext>
                  </a:extLst>
                </p:cNvPr>
                <p:cNvSpPr/>
                <p:nvPr/>
              </p:nvSpPr>
              <p:spPr>
                <a:xfrm>
                  <a:off x="8249037" y="233401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1" name="図 110">
                  <a:extLst>
                    <a:ext uri="{FF2B5EF4-FFF2-40B4-BE49-F238E27FC236}">
                      <ns2:creationId id="{FF757DF8-A21C-DA74-B7CE-7EFC25C33A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304625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グループ化 115">
                <a:extLst>
                  <a:ext uri="{FF2B5EF4-FFF2-40B4-BE49-F238E27FC236}">
                    <ns2:creationId id="{3D2B1A69-ED49-9C48-10DE-17A7781839FA}"/>
                  </a:ext>
                </a:extLst>
              </p:cNvPr>
              <p:cNvGrpSpPr/>
              <p:nvPr/>
            </p:nvGrpSpPr>
            <p:grpSpPr>
              <a:xfrm>
                <a:off x="7711900" y="2389064"/>
                <a:ext cx="658410" cy="245915"/>
                <a:chOff x="8166627" y="2566184"/>
                <a:chExt cx="658410" cy="245915"/>
              </a:xfrm>
            </p:grpSpPr>
            <p:sp>
              <p:nvSpPr>
                <p:cNvPr id="109" name="フローチャート: 書類 108">
                  <a:extLst>
                    <a:ext uri="{FF2B5EF4-FFF2-40B4-BE49-F238E27FC236}">
                      <ns2:creationId id="{3E35FB46-8478-8558-8333-962FA84BCD31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3" name="図 112">
                  <a:extLst>
                    <a:ext uri="{FF2B5EF4-FFF2-40B4-BE49-F238E27FC236}">
                      <ns2:creationId id="{AE2F6157-8239-27DF-7339-B1ABD2990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28" name="正方形/長方形 127">
                <a:extLst>
                  <a:ext uri="{FF2B5EF4-FFF2-40B4-BE49-F238E27FC236}">
                    <ns2:creationId id="{94D57816-9BB5-6264-2E50-04D1144F8EA5}"/>
                  </a:ext>
                </a:extLst>
              </p:cNvPr>
              <p:cNvSpPr/>
              <p:nvPr/>
            </p:nvSpPr>
            <p:spPr>
              <a:xfrm>
                <a:off x="10471958" y="3524661"/>
                <a:ext cx="1385079" cy="454225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FC242484-7B2A-0FB7-A072-03B1068BF360}"/>
                  </a:ext>
                </a:extLst>
              </p:cNvPr>
              <p:cNvSpPr/>
              <p:nvPr/>
            </p:nvSpPr>
            <p:spPr>
              <a:xfrm>
                <a:off x="10471959" y="3420772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b="1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4" name="図 133">
                <a:extLst>
                  <a:ext uri="{FF2B5EF4-FFF2-40B4-BE49-F238E27FC236}">
                    <ns2:creationId id="{B04A00BE-7DD7-C879-54D7-FB714D20FB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735674" y="3546886"/>
                <a:ext cx="972001" cy="426806"/>
              </a:xfrm>
              <a:prstGeom prst="rect">
                <a:avLst/>
              </a:prstGeom>
              <a:noFill/>
            </p:spPr>
          </p:pic>
          <p:sp>
            <p:nvSpPr>
              <p:cNvPr id="47" name="円柱 46">
                <a:extLst>
                  <a:ext uri="{FF2B5EF4-FFF2-40B4-BE49-F238E27FC236}">
                    <ns2:creationId id="{0331EC2E-F461-8B72-00F5-608C0D81877C}"/>
                  </a:ext>
                </a:extLst>
              </p:cNvPr>
              <p:cNvSpPr/>
              <p:nvPr/>
            </p:nvSpPr>
            <p:spPr>
              <a:xfrm>
                <a:off x="4429606" y="1925654"/>
                <a:ext cx="1558668" cy="1999965"/>
              </a:xfrm>
              <a:prstGeom prst="can">
                <a:avLst>
                  <a:gd name="adj" fmla="val 12393"/>
                </a:avLst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8" name="グループ化 77">
                <a:extLst>
                  <a:ext uri="{FF2B5EF4-FFF2-40B4-BE49-F238E27FC236}">
                    <ns2:creationId id="{47038DAC-833B-9EFE-CEA2-E9C27D8DC658}"/>
                  </a:ext>
                </a:extLst>
              </p:cNvPr>
              <p:cNvGrpSpPr/>
              <p:nvPr/>
            </p:nvGrpSpPr>
            <p:grpSpPr>
              <a:xfrm>
                <a:off x="1221535" y="185617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4" name="フローチャート: 磁気ディスク 33">
                  <a:extLst>
                    <a:ext uri="{FF2B5EF4-FFF2-40B4-BE49-F238E27FC236}">
                      <ns2:creationId id="{50F178EE-202D-5CDF-9C9B-97AE97B8D42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8186CA7F-49AC-FF3F-16C6-A2E96CFC9540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EBDBFA0-7923-9AFF-F198-587AA3ACA008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C645986-90E5-036D-93A9-BD3A40AD9B75}"/>
                  </a:ext>
                </a:extLst>
              </p:cNvPr>
              <p:cNvGrpSpPr/>
              <p:nvPr/>
            </p:nvGrpSpPr>
            <p:grpSpPr>
              <a:xfrm>
                <a:off x="1221535" y="262057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7" name="フローチャート: 磁気ディスク 36">
                  <a:extLst>
                    <a:ext uri="{FF2B5EF4-FFF2-40B4-BE49-F238E27FC236}">
                      <ns2:creationId id="{0201F62C-B15C-1C49-8C64-A900117089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21A8DEA4-AE08-571C-4E01-6ACA53EE68F2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66" name="グループ化 65">
                <a:extLst>
                  <a:ext uri="{FF2B5EF4-FFF2-40B4-BE49-F238E27FC236}">
                    <ns2:creationId id="{B39A70A6-97F0-DE00-65DD-7AF282B5F98B}"/>
                  </a:ext>
                </a:extLst>
              </p:cNvPr>
              <p:cNvGrpSpPr/>
              <p:nvPr/>
            </p:nvGrpSpPr>
            <p:grpSpPr>
              <a:xfrm>
                <a:off x="1221535" y="338584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43" name="フローチャート: 磁気ディスク 42">
                  <a:extLst>
                    <a:ext uri="{FF2B5EF4-FFF2-40B4-BE49-F238E27FC236}">
                      <ns2:creationId id="{102B1D1F-A7AF-58FA-69A7-ED14B98EB15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09D5F61B-08B3-4830-BEA7-82B187A2A32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287B7196-69E0-97C6-766D-8B7BF3D900F1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138" name="正方形/長方形 137">
                <a:extLst>
                  <a:ext uri="{FF2B5EF4-FFF2-40B4-BE49-F238E27FC236}">
                    <ns2:creationId id="{E17A89D7-5A7D-DE85-DE74-9A91C1F9010A}"/>
                  </a:ext>
                </a:extLst>
              </p:cNvPr>
              <p:cNvSpPr/>
              <p:nvPr/>
            </p:nvSpPr>
            <p:spPr>
              <a:xfrm>
                <a:off x="4944428" y="195030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D239986F-A50E-7C2F-54A8-9A440F99D8C7}"/>
                  </a:ext>
                </a:extLst>
              </p:cNvPr>
              <p:cNvGrpSpPr/>
              <p:nvPr/>
            </p:nvGrpSpPr>
            <p:grpSpPr>
              <a:xfrm>
                <a:off x="4530428" y="2148730"/>
                <a:ext cx="612000" cy="295650"/>
                <a:chOff x="4335191" y="2574325"/>
                <a:chExt cx="612000" cy="295650"/>
              </a:xfrm>
            </p:grpSpPr>
            <p:sp>
              <p:nvSpPr>
                <p:cNvPr id="142" name="正方形/長方形 141">
                  <a:extLst>
                    <a:ext uri="{FF2B5EF4-FFF2-40B4-BE49-F238E27FC236}">
                      <ns2:creationId id="{119E76AE-E01B-030E-D9AA-A6B15060EF98}"/>
                    </a:ext>
                  </a:extLst>
                </p:cNvPr>
                <p:cNvSpPr/>
                <p:nvPr/>
              </p:nvSpPr>
              <p:spPr>
                <a:xfrm>
                  <a:off x="4335191" y="2574325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90" name="グループ化 189">
                  <a:extLst>
                    <a:ext uri="{FF2B5EF4-FFF2-40B4-BE49-F238E27FC236}">
                      <ns2:creationId id="{DF490247-47B9-1ABA-9E55-6EB714E81175}"/>
                    </a:ext>
                  </a:extLst>
                </p:cNvPr>
                <p:cNvGrpSpPr/>
                <p:nvPr/>
              </p:nvGrpSpPr>
              <p:grpSpPr>
                <a:xfrm>
                  <a:off x="4470318" y="2725975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91" name="正方形/長方形 190">
                    <a:extLst>
                      <a:ext uri="{FF2B5EF4-FFF2-40B4-BE49-F238E27FC236}">
                        <ns2:creationId id="{92643621-EF94-2608-2D46-FFAF5F41B92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2" name="正方形/長方形 191">
                    <a:extLst>
                      <a:ext uri="{FF2B5EF4-FFF2-40B4-BE49-F238E27FC236}">
                        <ns2:creationId id="{206D9839-1E4F-2A24-8123-E0DF41308BC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3" name="正方形/長方形 192">
                    <a:extLst>
                      <a:ext uri="{FF2B5EF4-FFF2-40B4-BE49-F238E27FC236}">
                        <ns2:creationId id="{FF5F09D7-7180-771B-D870-DA3071972D7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4" name="正方形/長方形 193">
                    <a:extLst>
                      <a:ext uri="{FF2B5EF4-FFF2-40B4-BE49-F238E27FC236}">
                        <ns2:creationId id="{2FC00E2D-BD32-7FA5-A7CA-D556E75F4D4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5" name="正方形/長方形 194">
                    <a:extLst>
                      <a:ext uri="{FF2B5EF4-FFF2-40B4-BE49-F238E27FC236}">
                        <ns2:creationId id="{337741C2-33C7-0FA8-C605-2332132BB8A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6" name="正方形/長方形 195">
                    <a:extLst>
                      <a:ext uri="{FF2B5EF4-FFF2-40B4-BE49-F238E27FC236}">
                        <ns2:creationId id="{B3D649B1-36A8-BE79-23DE-331AB7A190CE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7" name="正方形/長方形 196">
                    <a:extLst>
                      <a:ext uri="{FF2B5EF4-FFF2-40B4-BE49-F238E27FC236}">
                        <ns2:creationId id="{A08333FF-E274-D3B2-4871-12B0A08DCD37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199" name="正方形/長方形 198">
                  <a:extLst>
                    <a:ext uri="{FF2B5EF4-FFF2-40B4-BE49-F238E27FC236}">
                      <ns2:creationId id="{9F63FC11-91A8-3911-6E63-2C5E91A89905}"/>
                    </a:ext>
                  </a:extLst>
                </p:cNvPr>
                <p:cNvSpPr/>
                <p:nvPr/>
              </p:nvSpPr>
              <p:spPr>
                <a:xfrm>
                  <a:off x="4533191" y="2742531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3" name="グループ化 212">
                <a:extLst>
                  <a:ext uri="{FF2B5EF4-FFF2-40B4-BE49-F238E27FC236}">
                    <ns2:creationId id="{564D3348-4008-157B-B27F-44794748E7F9}"/>
                  </a:ext>
                </a:extLst>
              </p:cNvPr>
              <p:cNvGrpSpPr/>
              <p:nvPr/>
            </p:nvGrpSpPr>
            <p:grpSpPr>
              <a:xfrm>
                <a:off x="4530428" y="2875544"/>
                <a:ext cx="612000" cy="363614"/>
                <a:chOff x="4335191" y="3052664"/>
                <a:chExt cx="612000" cy="363614"/>
              </a:xfrm>
            </p:grpSpPr>
            <p:sp>
              <p:nvSpPr>
                <p:cNvPr id="144" name="正方形/長方形 143">
                  <a:extLst>
                    <a:ext uri="{FF2B5EF4-FFF2-40B4-BE49-F238E27FC236}">
                      <ns2:creationId id="{A193A740-B8B2-35E3-6556-4C4F60692DA2}"/>
                    </a:ext>
                  </a:extLst>
                </p:cNvPr>
                <p:cNvSpPr/>
                <p:nvPr/>
              </p:nvSpPr>
              <p:spPr>
                <a:xfrm>
                  <a:off x="4335191" y="3052664"/>
                  <a:ext cx="612000" cy="193954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82" name="グループ化 181">
                  <a:extLst>
                    <a:ext uri="{FF2B5EF4-FFF2-40B4-BE49-F238E27FC236}">
                      <ns2:creationId id="{E9E3A302-597B-CD17-FCB0-6B51F8872608}"/>
                    </a:ext>
                  </a:extLst>
                </p:cNvPr>
                <p:cNvGrpSpPr/>
                <p:nvPr/>
              </p:nvGrpSpPr>
              <p:grpSpPr>
                <a:xfrm>
                  <a:off x="4470318" y="3272278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83" name="正方形/長方形 182">
                    <a:extLst>
                      <a:ext uri="{FF2B5EF4-FFF2-40B4-BE49-F238E27FC236}">
                        <ns2:creationId id="{242683CA-22F3-488E-B276-2AB9DCE5242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4" name="正方形/長方形 183">
                    <a:extLst>
                      <a:ext uri="{FF2B5EF4-FFF2-40B4-BE49-F238E27FC236}">
                        <ns2:creationId id="{6ED10AD5-D128-0D24-C88F-52FD9340C3C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1876DA60-6C3E-2D47-F287-181FB0E554A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6" name="正方形/長方形 185">
                    <a:extLst>
                      <a:ext uri="{FF2B5EF4-FFF2-40B4-BE49-F238E27FC236}">
                        <ns2:creationId id="{344EBDB5-63D5-986E-6505-130D26FB53F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7" name="正方形/長方形 186">
                    <a:extLst>
                      <a:ext uri="{FF2B5EF4-FFF2-40B4-BE49-F238E27FC236}">
                        <ns2:creationId id="{26A1DAFE-6E77-43A4-9FC4-D4A6263E9F1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8" name="正方形/長方形 187">
                    <a:extLst>
                      <a:ext uri="{FF2B5EF4-FFF2-40B4-BE49-F238E27FC236}">
                        <ns2:creationId id="{A1AE5B2E-9AEE-0186-8E02-652761C34E2B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9" name="正方形/長方形 188">
                    <a:extLst>
                      <a:ext uri="{FF2B5EF4-FFF2-40B4-BE49-F238E27FC236}">
                        <ns2:creationId id="{0F5DF124-B5CC-2946-7AA1-E94268C20DC8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1" name="正方形/長方形 200">
                  <a:extLst>
                    <a:ext uri="{FF2B5EF4-FFF2-40B4-BE49-F238E27FC236}">
                      <ns2:creationId id="{1FC15C0C-7590-AC52-DEB8-89795A06116A}"/>
                    </a:ext>
                  </a:extLst>
                </p:cNvPr>
                <p:cNvSpPr/>
                <p:nvPr/>
              </p:nvSpPr>
              <p:spPr>
                <a:xfrm>
                  <a:off x="4533191" y="3290226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2" name="グループ化 211">
                <a:extLst>
                  <a:ext uri="{FF2B5EF4-FFF2-40B4-BE49-F238E27FC236}">
                    <ns2:creationId id="{5E3CEAA0-1B69-E8D1-3A7A-E132A0362B42}"/>
                  </a:ext>
                </a:extLst>
              </p:cNvPr>
              <p:cNvGrpSpPr/>
              <p:nvPr/>
            </p:nvGrpSpPr>
            <p:grpSpPr>
              <a:xfrm>
                <a:off x="4530428" y="3283084"/>
                <a:ext cx="612000" cy="268552"/>
                <a:chOff x="4335191" y="3460204"/>
                <a:chExt cx="612000" cy="268552"/>
              </a:xfrm>
            </p:grpSpPr>
            <p:sp>
              <p:nvSpPr>
                <p:cNvPr id="146" name="正方形/長方形 145">
                  <a:extLst>
                    <a:ext uri="{FF2B5EF4-FFF2-40B4-BE49-F238E27FC236}">
                      <ns2:creationId id="{242F6684-0B11-977B-BE01-B33FD22FDE7B}"/>
                    </a:ext>
                  </a:extLst>
                </p:cNvPr>
                <p:cNvSpPr/>
                <p:nvPr/>
              </p:nvSpPr>
              <p:spPr>
                <a:xfrm>
                  <a:off x="4335191" y="3460204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4" name="グループ化 173">
                  <a:extLst>
                    <a:ext uri="{FF2B5EF4-FFF2-40B4-BE49-F238E27FC236}">
                      <ns2:creationId id="{670FA8D3-2D51-0232-8C46-CC38764EF980}"/>
                    </a:ext>
                  </a:extLst>
                </p:cNvPr>
                <p:cNvGrpSpPr/>
                <p:nvPr/>
              </p:nvGrpSpPr>
              <p:grpSpPr>
                <a:xfrm>
                  <a:off x="4470318" y="3584756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75" name="正方形/長方形 174">
                    <a:extLst>
                      <a:ext uri="{FF2B5EF4-FFF2-40B4-BE49-F238E27FC236}">
                        <ns2:creationId id="{222418C6-FEA7-DD0A-C098-9036E53983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6" name="正方形/長方形 175">
                    <a:extLst>
                      <a:ext uri="{FF2B5EF4-FFF2-40B4-BE49-F238E27FC236}">
                        <ns2:creationId id="{70C4570A-4DB3-9F54-456A-1F96FEAF9E8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7" name="正方形/長方形 176">
                    <a:extLst>
                      <a:ext uri="{FF2B5EF4-FFF2-40B4-BE49-F238E27FC236}">
                        <ns2:creationId id="{0DC052AF-42C3-82BC-DFE2-F6CEDD0580E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8" name="正方形/長方形 177">
                    <a:extLst>
                      <a:ext uri="{FF2B5EF4-FFF2-40B4-BE49-F238E27FC236}">
                        <ns2:creationId id="{9ECCA04A-3E95-08C8-6C60-F14028E3F92D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9" name="正方形/長方形 178">
                    <a:extLst>
                      <a:ext uri="{FF2B5EF4-FFF2-40B4-BE49-F238E27FC236}">
                        <ns2:creationId id="{1C5B9F75-E01A-D6AF-2F77-1DF3A8568DD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0" name="正方形/長方形 179">
                    <a:extLst>
                      <a:ext uri="{FF2B5EF4-FFF2-40B4-BE49-F238E27FC236}">
                        <ns2:creationId id="{D4514FB7-8201-48D1-2B5E-CC6A663C7324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1" name="正方形/長方形 180">
                    <a:extLst>
                      <a:ext uri="{FF2B5EF4-FFF2-40B4-BE49-F238E27FC236}">
                        <ns2:creationId id="{68CE08AA-B6AD-BE69-92FB-9B8FD07795A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3" name="正方形/長方形 202">
                  <a:extLst>
                    <a:ext uri="{FF2B5EF4-FFF2-40B4-BE49-F238E27FC236}">
                      <ns2:creationId id="{133F5014-7198-16CB-0B0F-A5B98927B787}"/>
                    </a:ext>
                  </a:extLst>
                </p:cNvPr>
                <p:cNvSpPr/>
                <p:nvPr/>
              </p:nvSpPr>
              <p:spPr>
                <a:xfrm>
                  <a:off x="4533191" y="3611812"/>
                  <a:ext cx="25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1" name="グループ化 210">
                <a:extLst>
                  <a:ext uri="{FF2B5EF4-FFF2-40B4-BE49-F238E27FC236}">
                    <ns2:creationId id="{27D0D9F4-3656-49C8-14C5-A7F18FAFFD57}"/>
                  </a:ext>
                </a:extLst>
              </p:cNvPr>
              <p:cNvGrpSpPr/>
              <p:nvPr/>
            </p:nvGrpSpPr>
            <p:grpSpPr>
              <a:xfrm>
                <a:off x="4530428" y="3601883"/>
                <a:ext cx="612000" cy="272329"/>
                <a:chOff x="4335191" y="3779003"/>
                <a:chExt cx="612000" cy="272329"/>
              </a:xfrm>
            </p:grpSpPr>
            <p:sp>
              <p:nvSpPr>
                <p:cNvPr id="148" name="正方形/長方形 147">
                  <a:extLst>
                    <a:ext uri="{FF2B5EF4-FFF2-40B4-BE49-F238E27FC236}">
                      <ns2:creationId id="{D6EB7163-7914-4E1F-7FEE-312B96D82905}"/>
                    </a:ext>
                  </a:extLst>
                </p:cNvPr>
                <p:cNvSpPr/>
                <p:nvPr/>
              </p:nvSpPr>
              <p:spPr>
                <a:xfrm>
                  <a:off x="4335191" y="3779003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3" name="グループ化 172">
                  <a:extLst>
                    <a:ext uri="{FF2B5EF4-FFF2-40B4-BE49-F238E27FC236}">
                      <ns2:creationId id="{049D0579-0D66-3270-CAEC-3350B8DA8CF2}"/>
                    </a:ext>
                  </a:extLst>
                </p:cNvPr>
                <p:cNvGrpSpPr/>
                <p:nvPr/>
              </p:nvGrpSpPr>
              <p:grpSpPr>
                <a:xfrm>
                  <a:off x="4470318" y="390733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62" name="正方形/長方形 161">
                    <a:extLst>
                      <a:ext uri="{FF2B5EF4-FFF2-40B4-BE49-F238E27FC236}">
                        <ns2:creationId id="{18E74F06-46A3-869E-E770-B1EE28089B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3" name="正方形/長方形 162">
                    <a:extLst>
                      <a:ext uri="{FF2B5EF4-FFF2-40B4-BE49-F238E27FC236}">
                        <ns2:creationId id="{6514D5A5-B891-1799-9976-E0527C151D6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5" name="正方形/長方形 164">
                    <a:extLst>
                      <a:ext uri="{FF2B5EF4-FFF2-40B4-BE49-F238E27FC236}">
                        <ns2:creationId id="{9398E587-8A82-0529-6175-65B380489B4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6" name="正方形/長方形 165">
                    <a:extLst>
                      <a:ext uri="{FF2B5EF4-FFF2-40B4-BE49-F238E27FC236}">
                        <ns2:creationId id="{300DB73A-F155-C8EE-33B6-DB53D2A4CA8F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8" name="正方形/長方形 167">
                    <a:extLst>
                      <a:ext uri="{FF2B5EF4-FFF2-40B4-BE49-F238E27FC236}">
                        <ns2:creationId id="{968AE96C-1FA0-00B0-AB7B-1A2A17A0BFB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0" name="正方形/長方形 169">
                    <a:extLst>
                      <a:ext uri="{FF2B5EF4-FFF2-40B4-BE49-F238E27FC236}">
                        <ns2:creationId id="{C6F7A03F-E653-B1AF-1E36-A838D775B6EC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2" name="正方形/長方形 171">
                    <a:extLst>
                      <a:ext uri="{FF2B5EF4-FFF2-40B4-BE49-F238E27FC236}">
                        <ns2:creationId id="{E7DB1706-FFBE-C23B-BC87-62DE3072B2E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5" name="正方形/長方形 204">
                  <a:extLst>
                    <a:ext uri="{FF2B5EF4-FFF2-40B4-BE49-F238E27FC236}">
                      <ns2:creationId id="{2632E22C-EA19-8E94-0F88-130C38577DB6}"/>
                    </a:ext>
                  </a:extLst>
                </p:cNvPr>
                <p:cNvSpPr/>
                <p:nvPr/>
              </p:nvSpPr>
              <p:spPr>
                <a:xfrm>
                  <a:off x="4478051" y="3924238"/>
                  <a:ext cx="32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15" name="正方形/長方形 214">
                <a:extLst>
                  <a:ext uri="{FF2B5EF4-FFF2-40B4-BE49-F238E27FC236}">
                    <ns2:creationId id="{E1268F45-3DDC-B321-09C7-0067F1EA8573}"/>
                  </a:ext>
                </a:extLst>
              </p:cNvPr>
              <p:cNvSpPr/>
              <p:nvPr/>
            </p:nvSpPr>
            <p:spPr>
              <a:xfrm>
                <a:off x="3812361" y="2475411"/>
                <a:ext cx="468000" cy="18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93FF98A4-96D6-C75C-AE74-6B9FDE785F8C}"/>
                  </a:ext>
                </a:extLst>
              </p:cNvPr>
              <p:cNvGrpSpPr/>
              <p:nvPr/>
            </p:nvGrpSpPr>
            <p:grpSpPr>
              <a:xfrm>
                <a:off x="3609522" y="2648704"/>
                <a:ext cx="658410" cy="245915"/>
                <a:chOff x="8166627" y="2566184"/>
                <a:chExt cx="658410" cy="245915"/>
              </a:xfrm>
            </p:grpSpPr>
            <p:sp>
              <p:nvSpPr>
                <p:cNvPr id="217" name="フローチャート: 書類 216">
                  <a:extLst>
                    <a:ext uri="{FF2B5EF4-FFF2-40B4-BE49-F238E27FC236}">
                      <ns2:creationId id="{B5C07459-83CE-A3DB-540A-FFA65241AB26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18" name="図 217">
                  <a:extLst>
                    <a:ext uri="{FF2B5EF4-FFF2-40B4-BE49-F238E27FC236}">
                      <ns2:creationId id="{460115D9-C77E-1011-757A-29717EAB44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20" name="正方形/長方形 219">
                <a:extLst>
                  <a:ext uri="{FF2B5EF4-FFF2-40B4-BE49-F238E27FC236}">
                    <ns2:creationId id="{15C85E43-38B8-D435-0259-7EDC4AAF29E2}"/>
                  </a:ext>
                </a:extLst>
              </p:cNvPr>
              <p:cNvSpPr/>
              <p:nvPr/>
            </p:nvSpPr>
            <p:spPr>
              <a:xfrm>
                <a:off x="3748216" y="2714704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384E0024-EBC0-B0B7-20AE-20F6ECBD526A}"/>
                  </a:ext>
                </a:extLst>
              </p:cNvPr>
              <p:cNvSpPr/>
              <p:nvPr/>
            </p:nvSpPr>
            <p:spPr>
              <a:xfrm>
                <a:off x="11353037" y="2015836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AF1F854-D9B7-453F-D475-F9F1CDC94462}"/>
                  </a:ext>
                </a:extLst>
              </p:cNvPr>
              <p:cNvSpPr/>
              <p:nvPr/>
            </p:nvSpPr>
            <p:spPr>
              <a:xfrm>
                <a:off x="11353037" y="3474999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31" name="グループ化 230">
                <a:extLst>
                  <a:ext uri="{FF2B5EF4-FFF2-40B4-BE49-F238E27FC236}">
                    <ns2:creationId id="{74FE7DE6-C0EF-5349-6A6C-C9FFA0CD3AF6}"/>
                  </a:ext>
                </a:extLst>
              </p:cNvPr>
              <p:cNvGrpSpPr/>
              <p:nvPr/>
            </p:nvGrpSpPr>
            <p:grpSpPr>
              <a:xfrm>
                <a:off x="7711900" y="3684995"/>
                <a:ext cx="658410" cy="245915"/>
                <a:chOff x="8166627" y="2566184"/>
                <a:chExt cx="658410" cy="245915"/>
              </a:xfrm>
            </p:grpSpPr>
            <p:sp>
              <p:nvSpPr>
                <p:cNvPr id="232" name="フローチャート: 書類 231">
                  <a:extLst>
                    <a:ext uri="{FF2B5EF4-FFF2-40B4-BE49-F238E27FC236}">
                      <ns2:creationId id="{9DC7B781-9EEE-54F3-9755-C4159BE6610C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33" name="図 232">
                  <a:extLst>
                    <a:ext uri="{FF2B5EF4-FFF2-40B4-BE49-F238E27FC236}">
                      <ns2:creationId id="{6FA4EAE3-7094-1D4F-0E86-22E829E8BD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35" name="正方形/長方形 234">
                <a:extLst>
                  <a:ext uri="{FF2B5EF4-FFF2-40B4-BE49-F238E27FC236}">
                    <ns2:creationId id="{EE86C770-6707-1702-5D44-2466020E75AE}"/>
                  </a:ext>
                </a:extLst>
              </p:cNvPr>
              <p:cNvSpPr/>
              <p:nvPr/>
            </p:nvSpPr>
            <p:spPr>
              <a:xfrm>
                <a:off x="7851815" y="3720569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A17A60D-DA5D-A069-2F0B-8AAD59FCCE9F}"/>
                  </a:ext>
                </a:extLst>
              </p:cNvPr>
              <p:cNvSpPr/>
              <p:nvPr/>
            </p:nvSpPr>
            <p:spPr>
              <a:xfrm>
                <a:off x="8064310" y="3565598"/>
                <a:ext cx="612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83" name="直線コネクタ 382">
                <a:extLst>
                  <a:ext uri="{FF2B5EF4-FFF2-40B4-BE49-F238E27FC236}">
                    <ns2:creationId id="{A59E0E75-D245-811B-04A1-433CAD322B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AED500D4-9183-84AE-57F0-67D9CD9C39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22F415FB-4AE4-46B9-DC2B-1DECF4BF2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A4275740-423F-712F-DC05-5AA8F58B57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89443EBB-862B-D659-0301-BF94F048AB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ns2:creationId id="{2FE81A5E-EACE-02C9-2510-F92ACF5BF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コネクタ: カギ線 130">
                <a:extLst>
                  <a:ext uri="{FF2B5EF4-FFF2-40B4-BE49-F238E27FC236}">
                    <ns2:creationId id="{E3AC8A87-1DCB-220F-9708-81ED665B1E50}"/>
                  </a:ext>
                </a:extLst>
              </p:cNvPr>
              <p:cNvCxnSpPr>
                <a:cxnSpLocks/>
                <a:stCxn id="34" idx="4"/>
              </p:cNvCxnSpPr>
              <p:nvPr/>
            </p:nvCxnSpPr>
            <p:spPr>
              <a:xfrm>
                <a:off x="2373535" y="2148765"/>
                <a:ext cx="2274665" cy="24021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コネクタ: カギ線 144">
                <a:extLst>
                  <a:ext uri="{FF2B5EF4-FFF2-40B4-BE49-F238E27FC236}">
                    <ns2:creationId id="{34F5A374-5020-3F6A-8E60-4D2E36761477}"/>
                  </a:ext>
                </a:extLst>
              </p:cNvPr>
              <p:cNvCxnSpPr>
                <a:cxnSpLocks/>
                <a:stCxn id="43" idx="4"/>
                <a:endCxn id="183" idx="1"/>
              </p:cNvCxnSpPr>
              <p:nvPr/>
            </p:nvCxnSpPr>
            <p:spPr>
              <a:xfrm flipV="1">
                <a:off x="2373535" y="3167158"/>
                <a:ext cx="2292020" cy="51783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コネクタ: カギ線 151">
                <a:extLst>
                  <a:ext uri="{FF2B5EF4-FFF2-40B4-BE49-F238E27FC236}">
                    <ns2:creationId id="{499327D6-BB74-8DF5-2334-220FAAD45E44}"/>
                  </a:ext>
                </a:extLst>
              </p:cNvPr>
              <p:cNvCxnSpPr>
                <a:cxnSpLocks/>
                <a:stCxn id="43" idx="4"/>
              </p:cNvCxnSpPr>
              <p:nvPr/>
            </p:nvCxnSpPr>
            <p:spPr>
              <a:xfrm flipV="1">
                <a:off x="2373535" y="3479636"/>
                <a:ext cx="2292020" cy="2053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コネクタ: カギ線 158">
                <a:extLst>
                  <a:ext uri="{FF2B5EF4-FFF2-40B4-BE49-F238E27FC236}">
                    <ns2:creationId id="{B0DD6056-6240-2C14-182E-AC65FF8326EA}"/>
                  </a:ext>
                </a:extLst>
              </p:cNvPr>
              <p:cNvCxnSpPr>
                <a:cxnSpLocks/>
                <a:stCxn id="43" idx="4"/>
                <a:endCxn id="205" idx="1"/>
              </p:cNvCxnSpPr>
              <p:nvPr/>
            </p:nvCxnSpPr>
            <p:spPr>
              <a:xfrm>
                <a:off x="2373535" y="3684996"/>
                <a:ext cx="2299753" cy="116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コネクタ: カギ線 203">
                <a:extLst>
                  <a:ext uri="{FF2B5EF4-FFF2-40B4-BE49-F238E27FC236}">
                    <ns2:creationId id="{CEF2A7F1-5780-31DA-EE94-8015D0573DFE}"/>
                  </a:ext>
                </a:extLst>
              </p:cNvPr>
              <p:cNvCxnSpPr>
                <a:cxnSpLocks/>
                <a:stCxn id="37" idx="4"/>
                <a:endCxn id="220" idx="1"/>
              </p:cNvCxnSpPr>
              <p:nvPr/>
            </p:nvCxnSpPr>
            <p:spPr>
              <a:xfrm flipV="1">
                <a:off x="2373535" y="2768704"/>
                <a:ext cx="1374681" cy="145332"/>
              </a:xfrm>
              <a:prstGeom prst="bentConnector3">
                <a:avLst>
                  <a:gd name="adj1" fmla="val 1674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コネクタ: カギ線 442">
                <a:extLst>
                  <a:ext uri="{FF2B5EF4-FFF2-40B4-BE49-F238E27FC236}">
                    <ns2:creationId id="{A363F51E-C9E5-7CC4-611A-6C4836FA24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88274" y="2084839"/>
                <a:ext cx="1647191" cy="28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コネクタ: カギ線 445">
                <a:extLst>
                  <a:ext uri="{FF2B5EF4-FFF2-40B4-BE49-F238E27FC236}">
                    <ns2:creationId id="{5C95CFC1-7B38-CAD2-FDBD-B614EAF6DC94}"/>
                  </a:ext>
                </a:extLst>
              </p:cNvPr>
              <p:cNvCxnSpPr>
                <a:cxnSpLocks/>
                <a:stCxn id="118" idx="2"/>
                <a:endCxn id="232" idx="1"/>
              </p:cNvCxnSpPr>
              <p:nvPr/>
            </p:nvCxnSpPr>
            <p:spPr>
              <a:xfrm rot="16200000" flipH="1">
                <a:off x="6438887" y="2467486"/>
                <a:ext cx="1648071" cy="1062775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コネクタ: カギ線 449">
                <a:extLst>
                  <a:ext uri="{FF2B5EF4-FFF2-40B4-BE49-F238E27FC236}">
                    <ns2:creationId id="{8AE2D162-00EC-4D74-7569-510F38B43717}"/>
                  </a:ext>
                </a:extLst>
              </p:cNvPr>
              <p:cNvCxnSpPr>
                <a:cxnSpLocks/>
                <a:stCxn id="191" idx="3"/>
                <a:endCxn id="49" idx="2"/>
              </p:cNvCxnSpPr>
              <p:nvPr/>
            </p:nvCxnSpPr>
            <p:spPr>
              <a:xfrm>
                <a:off x="5007301" y="2372380"/>
                <a:ext cx="1272350" cy="410050"/>
              </a:xfrm>
              <a:prstGeom prst="bentConnector3">
                <a:avLst>
                  <a:gd name="adj1" fmla="val 2269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コネクタ: カギ線 453">
                <a:extLst>
                  <a:ext uri="{FF2B5EF4-FFF2-40B4-BE49-F238E27FC236}">
                    <ns2:creationId id="{E0AE70F5-B36E-365D-A3F5-2DA5EAA13700}"/>
                  </a:ext>
                </a:extLst>
              </p:cNvPr>
              <p:cNvCxnSpPr>
                <a:cxnSpLocks/>
                <a:stCxn id="183" idx="3"/>
                <a:endCxn id="49" idx="2"/>
              </p:cNvCxnSpPr>
              <p:nvPr/>
            </p:nvCxnSpPr>
            <p:spPr>
              <a:xfrm flipV="1">
                <a:off x="5007301" y="2782430"/>
                <a:ext cx="1272350" cy="384728"/>
              </a:xfrm>
              <a:prstGeom prst="bentConnector3">
                <a:avLst>
                  <a:gd name="adj1" fmla="val 2269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コネクタ: カギ線 457">
                <a:extLst>
                  <a:ext uri="{FF2B5EF4-FFF2-40B4-BE49-F238E27FC236}">
                    <ns2:creationId id="{00B7F735-30CC-F651-3132-5E67372B121F}"/>
                  </a:ext>
                </a:extLst>
              </p:cNvPr>
              <p:cNvCxnSpPr>
                <a:cxnSpLocks/>
                <a:endCxn id="49" idx="2"/>
              </p:cNvCxnSpPr>
              <p:nvPr/>
            </p:nvCxnSpPr>
            <p:spPr>
              <a:xfrm flipV="1">
                <a:off x="4980428" y="2782430"/>
                <a:ext cx="1299223" cy="706262"/>
              </a:xfrm>
              <a:prstGeom prst="bentConnector3">
                <a:avLst>
                  <a:gd name="adj1" fmla="val 24663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コネクタ: カギ線 463">
                <a:extLst>
                  <a:ext uri="{FF2B5EF4-FFF2-40B4-BE49-F238E27FC236}">
                    <ns2:creationId id="{74D69714-1230-EF38-ED94-737A803A23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8182" y="2782430"/>
                <a:ext cx="1282363" cy="1018688"/>
              </a:xfrm>
              <a:prstGeom prst="bentConnector3">
                <a:avLst>
                  <a:gd name="adj1" fmla="val 2337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コネクタ: カギ線 469">
                <a:extLst>
                  <a:ext uri="{FF2B5EF4-FFF2-40B4-BE49-F238E27FC236}">
                    <ns2:creationId id="{EFFF26D0-65B7-CB09-A60D-ACACDD922527}"/>
                  </a:ext>
                </a:extLst>
              </p:cNvPr>
              <p:cNvCxnSpPr>
                <a:cxnSpLocks/>
                <a:stCxn id="107" idx="3"/>
                <a:endCxn id="83" idx="1"/>
              </p:cNvCxnSpPr>
              <p:nvPr/>
            </p:nvCxnSpPr>
            <p:spPr>
              <a:xfrm>
                <a:off x="8370310" y="2264899"/>
                <a:ext cx="1039876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コネクタ: カギ線 473">
                <a:extLst>
                  <a:ext uri="{FF2B5EF4-FFF2-40B4-BE49-F238E27FC236}">
                    <ns2:creationId id="{E5C6CD81-43C7-8297-CB18-BF85A11EE0F1}"/>
                  </a:ext>
                </a:extLst>
              </p:cNvPr>
              <p:cNvCxnSpPr>
                <a:cxnSpLocks/>
                <a:stCxn id="83" idx="3"/>
                <a:endCxn id="85" idx="1"/>
              </p:cNvCxnSpPr>
              <p:nvPr/>
            </p:nvCxnSpPr>
            <p:spPr>
              <a:xfrm>
                <a:off x="9986186" y="2307822"/>
                <a:ext cx="485773" cy="41727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コネクタ: カギ線 477">
                <a:extLst>
                  <a:ext uri="{FF2B5EF4-FFF2-40B4-BE49-F238E27FC236}">
                    <ns2:creationId id="{D898BE5B-D6A4-6BBC-36A9-42821C0A2843}"/>
                  </a:ext>
                </a:extLst>
              </p:cNvPr>
              <p:cNvCxnSpPr>
                <a:cxnSpLocks/>
                <a:stCxn id="235" idx="3"/>
                <a:endCxn id="128" idx="1"/>
              </p:cNvCxnSpPr>
              <p:nvPr/>
            </p:nvCxnSpPr>
            <p:spPr>
              <a:xfrm flipV="1">
                <a:off x="8319815" y="3751774"/>
                <a:ext cx="2152143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フローチャート: 磁気ディスク 48">
                <a:extLst>
                  <a:ext uri="{FF2B5EF4-FFF2-40B4-BE49-F238E27FC236}">
                    <ns2:creationId id="{202EBAF8-65AF-2A49-146E-46C864878F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79651" y="2541805"/>
                <a:ext cx="972000" cy="48124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endParaRPr lang="ja-JP" altLang="en-US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D7ED4097-26AD-4A85-FAE2-DCD6590611DC}"/>
                  </a:ext>
                </a:extLst>
              </p:cNvPr>
              <p:cNvSpPr/>
              <p:nvPr/>
            </p:nvSpPr>
            <p:spPr>
              <a:xfrm>
                <a:off x="6584404" y="2536083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C0D649A9-B571-528C-22C6-49FC74114D5D}"/>
                  </a:ext>
                </a:extLst>
              </p:cNvPr>
              <p:cNvSpPr/>
              <p:nvPr/>
            </p:nvSpPr>
            <p:spPr>
              <a:xfrm>
                <a:off x="6479339" y="2735527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3E48BB6B-0FDA-2BB2-7A1F-261786532EEC}"/>
                  </a:ext>
                </a:extLst>
              </p:cNvPr>
              <p:cNvSpPr/>
              <p:nvPr/>
            </p:nvSpPr>
            <p:spPr>
              <a:xfrm>
                <a:off x="6479339" y="2891213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4BBCE4F9-85EF-9F36-6635-8FEDB89D6B5D}"/>
                  </a:ext>
                </a:extLst>
              </p:cNvPr>
              <p:cNvSpPr/>
              <p:nvPr/>
            </p:nvSpPr>
            <p:spPr>
              <a:xfrm>
                <a:off x="6515535" y="3430418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ADBD1966-D8C0-4CE5-432D-77AD12E5674A}"/>
                  </a:ext>
                </a:extLst>
              </p:cNvPr>
              <p:cNvSpPr/>
              <p:nvPr/>
            </p:nvSpPr>
            <p:spPr>
              <a:xfrm>
                <a:off x="9080697" y="3686654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D34E12F1-980E-EACC-13E3-7F10CDFC0D0D}"/>
                  </a:ext>
                </a:extLst>
              </p:cNvPr>
              <p:cNvSpPr/>
              <p:nvPr/>
            </p:nvSpPr>
            <p:spPr>
              <a:xfrm>
                <a:off x="3803363" y="2273017"/>
                <a:ext cx="360000" cy="1799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A433AAFD-55FE-484E-1A3E-D5B4CCC572FE}"/>
                  </a:ext>
                </a:extLst>
              </p:cNvPr>
              <p:cNvSpPr/>
              <p:nvPr/>
            </p:nvSpPr>
            <p:spPr>
              <a:xfrm>
                <a:off x="2702060" y="268166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0352FFD5-B0D0-9B38-9B86-D5F339C86ED6}"/>
                  </a:ext>
                </a:extLst>
              </p:cNvPr>
              <p:cNvSpPr/>
              <p:nvPr/>
            </p:nvSpPr>
            <p:spPr>
              <a:xfrm>
                <a:off x="3148700" y="268166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6914AF00-E6C9-6F6B-89F0-D07C68503EA6}"/>
                  </a:ext>
                </a:extLst>
              </p:cNvPr>
              <p:cNvSpPr/>
              <p:nvPr/>
            </p:nvSpPr>
            <p:spPr>
              <a:xfrm>
                <a:off x="3803363" y="369850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E9A53684-1F0A-6372-AEF8-722AEFD32EC7}"/>
                  </a:ext>
                </a:extLst>
              </p:cNvPr>
              <p:cNvSpPr/>
              <p:nvPr/>
            </p:nvSpPr>
            <p:spPr>
              <a:xfrm>
                <a:off x="3803363" y="3352236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66FBCB4E-0678-E1F8-5DA6-D6568B9F2DE6}"/>
                  </a:ext>
                </a:extLst>
              </p:cNvPr>
              <p:cNvSpPr/>
              <p:nvPr/>
            </p:nvSpPr>
            <p:spPr>
              <a:xfrm>
                <a:off x="3803363" y="3055199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2" name="正方形/長方形 391">
                <a:extLst>
                  <a:ext uri="{FF2B5EF4-FFF2-40B4-BE49-F238E27FC236}">
                    <ns2:creationId id="{2274F934-D43D-8403-1AC5-A36A9152A5F6}"/>
                  </a:ext>
                </a:extLst>
              </p:cNvPr>
              <p:cNvSpPr/>
              <p:nvPr/>
            </p:nvSpPr>
            <p:spPr>
              <a:xfrm>
                <a:off x="2754855" y="2375641"/>
                <a:ext cx="463943" cy="180000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50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94" name="コネクタ: カギ線 393">
                <a:extLst>
                  <a:ext uri="{FF2B5EF4-FFF2-40B4-BE49-F238E27FC236}">
                    <ns2:creationId id="{42A9B734-D6F4-E219-B2ED-B3BB2D59DD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9472" y="2465640"/>
                <a:ext cx="540000" cy="2160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正方形/長方形 149">
                <a:extLst>
                  <a:ext uri="{FF2B5EF4-FFF2-40B4-BE49-F238E27FC236}">
                    <ns2:creationId id="{595B6F61-2C6A-7652-2419-5A83B02E4BF5}"/>
                  </a:ext>
                </a:extLst>
              </p:cNvPr>
              <p:cNvSpPr/>
              <p:nvPr/>
            </p:nvSpPr>
            <p:spPr>
              <a:xfrm>
                <a:off x="5616131" y="2709250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5F09293F-D9DC-36E7-2507-C74FF58B6EF0}"/>
                  </a:ext>
                </a:extLst>
              </p:cNvPr>
              <p:cNvSpPr/>
              <p:nvPr/>
            </p:nvSpPr>
            <p:spPr>
              <a:xfrm>
                <a:off x="6515535" y="1994839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C4ADF4A-EF22-40C7-D712-DD86A670E0BB}"/>
                  </a:ext>
                </a:extLst>
              </p:cNvPr>
              <p:cNvSpPr/>
              <p:nvPr/>
            </p:nvSpPr>
            <p:spPr>
              <a:xfrm>
                <a:off x="8831383" y="2226536"/>
                <a:ext cx="360000" cy="108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*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65" name="グループ化 464">
              <a:extLst>
                <a:ext uri="{FF2B5EF4-FFF2-40B4-BE49-F238E27FC236}">
                  <ns2:creationId id="{940B278E-E546-6E0B-996E-5989D43EBDED}"/>
                </a:ext>
              </a:extLst>
            </p:cNvPr>
            <p:cNvGrpSpPr/>
            <p:nvPr/>
          </p:nvGrpSpPr>
          <p:grpSpPr>
            <a:xfrm>
              <a:off x="353128" y="4147552"/>
              <a:ext cx="11503910" cy="2161170"/>
              <a:chOff x="353128" y="4147552"/>
              <a:chExt cx="11503910" cy="2161170"/>
            </a:xfrm>
          </p:grpSpPr>
          <p:cxnSp>
            <p:nvCxnSpPr>
              <p:cNvPr id="382" name="コネクタ: カギ線 381">
                <a:extLst>
                  <a:ext uri="{FF2B5EF4-FFF2-40B4-BE49-F238E27FC236}">
                    <ns2:creationId id="{B3A4B38E-C1E6-754E-A22E-5972340BE6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106968"/>
                <a:ext cx="2308138" cy="190028"/>
              </a:xfrm>
              <a:prstGeom prst="bentConnector3">
                <a:avLst>
                  <a:gd name="adj1" fmla="val 7082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正方形/長方形 16">
                <a:extLst>
                  <a:ext uri="{FF2B5EF4-FFF2-40B4-BE49-F238E27FC236}">
                    <ns2:creationId id="{D40C21D0-3013-4F28-30B9-465E213DC3E2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154FCC0-EDB9-FBAF-BF0D-408E71E6EFDD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0" name="円柱 239">
                <a:extLst>
                  <a:ext uri="{FF2B5EF4-FFF2-40B4-BE49-F238E27FC236}">
                    <ns2:creationId id="{387E2D14-F24B-B038-C29B-99D64FF7581E}"/>
                  </a:ext>
                </a:extLst>
              </p:cNvPr>
              <p:cNvSpPr/>
              <p:nvPr/>
            </p:nvSpPr>
            <p:spPr>
              <a:xfrm>
                <a:off x="4429606" y="4308614"/>
                <a:ext cx="1558668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42" name="グループ化 241">
                <a:extLst>
                  <a:ext uri="{FF2B5EF4-FFF2-40B4-BE49-F238E27FC236}">
                    <ns2:creationId id="{FAB80BE7-7649-C067-2FDB-68B985BBF731}"/>
                  </a:ext>
                </a:extLst>
              </p:cNvPr>
              <p:cNvGrpSpPr/>
              <p:nvPr/>
            </p:nvGrpSpPr>
            <p:grpSpPr>
              <a:xfrm>
                <a:off x="1221535" y="423913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07" name="フローチャート: 磁気ディスク 306">
                  <a:extLst>
                    <a:ext uri="{FF2B5EF4-FFF2-40B4-BE49-F238E27FC236}">
                      <ns2:creationId id="{6746EE88-DE0D-14FF-EAF6-7EA820FD18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8" name="正方形/長方形 307">
                  <a:extLst>
                    <a:ext uri="{FF2B5EF4-FFF2-40B4-BE49-F238E27FC236}">
                      <ns2:creationId id="{E2A7BD6A-8ED3-C766-7BEC-763DB56F7866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9" name="正方形/長方形 308">
                  <a:extLst>
                    <a:ext uri="{FF2B5EF4-FFF2-40B4-BE49-F238E27FC236}">
                      <ns2:creationId id="{2DDDDD7F-4ABF-35AD-ED41-24665BD7B809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3" name="グループ化 242">
                <a:extLst>
                  <a:ext uri="{FF2B5EF4-FFF2-40B4-BE49-F238E27FC236}">
                    <ns2:creationId id="{1409C84C-CD37-D968-C1B1-E918DF98725F}"/>
                  </a:ext>
                </a:extLst>
              </p:cNvPr>
              <p:cNvGrpSpPr/>
              <p:nvPr/>
            </p:nvGrpSpPr>
            <p:grpSpPr>
              <a:xfrm>
                <a:off x="1221535" y="500353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05" name="フローチャート: 磁気ディスク 304">
                  <a:extLst>
                    <a:ext uri="{FF2B5EF4-FFF2-40B4-BE49-F238E27FC236}">
                      <ns2:creationId id="{0CB62496-6333-3B09-2DDF-EEC4D7ABE1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6" name="正方形/長方形 305">
                  <a:extLst>
                    <a:ext uri="{FF2B5EF4-FFF2-40B4-BE49-F238E27FC236}">
                      <ns2:creationId id="{8B4CF450-E6C4-BC73-7E87-E468203C1E1E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4" name="グループ化 243">
                <a:extLst>
                  <a:ext uri="{FF2B5EF4-FFF2-40B4-BE49-F238E27FC236}">
                    <ns2:creationId id="{7091A563-966C-E1C2-849E-F840504C3DB3}"/>
                  </a:ext>
                </a:extLst>
              </p:cNvPr>
              <p:cNvGrpSpPr/>
              <p:nvPr/>
            </p:nvGrpSpPr>
            <p:grpSpPr>
              <a:xfrm>
                <a:off x="1221535" y="576880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302" name="フローチャート: 磁気ディスク 301">
                  <a:extLst>
                    <a:ext uri="{FF2B5EF4-FFF2-40B4-BE49-F238E27FC236}">
                      <ns2:creationId id="{1E3A106F-A999-506A-F7C4-A1F4C187D5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3" name="正方形/長方形 302">
                  <a:extLst>
                    <a:ext uri="{FF2B5EF4-FFF2-40B4-BE49-F238E27FC236}">
                      <ns2:creationId id="{C5D59F0C-6AD4-8347-85B0-1AB71FF8C03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04" name="正方形/長方形 303">
                  <a:extLst>
                    <a:ext uri="{FF2B5EF4-FFF2-40B4-BE49-F238E27FC236}">
                      <ns2:creationId id="{47661143-2363-7B17-B1C1-C739D2B124D2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47" name="正方形/長方形 246">
                <a:extLst>
                  <a:ext uri="{FF2B5EF4-FFF2-40B4-BE49-F238E27FC236}">
                    <ns2:creationId id="{5DB8B63E-2E6B-A9A5-1ED6-2E2651DEFD67}"/>
                  </a:ext>
                </a:extLst>
              </p:cNvPr>
              <p:cNvSpPr/>
              <p:nvPr/>
            </p:nvSpPr>
            <p:spPr>
              <a:xfrm>
                <a:off x="4944428" y="433326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6BD2032C-5637-C56E-5966-90D1A9C3E22A}"/>
                  </a:ext>
                </a:extLst>
              </p:cNvPr>
              <p:cNvSpPr/>
              <p:nvPr/>
            </p:nvSpPr>
            <p:spPr>
              <a:xfrm>
                <a:off x="4530428" y="453169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4" name="グループ化 333">
                <a:extLst>
                  <a:ext uri="{FF2B5EF4-FFF2-40B4-BE49-F238E27FC236}">
                    <ns2:creationId id="{BBEEB6BE-FF28-5299-977E-C5315E7E0740}"/>
                  </a:ext>
                </a:extLst>
              </p:cNvPr>
              <p:cNvGrpSpPr/>
              <p:nvPr/>
            </p:nvGrpSpPr>
            <p:grpSpPr>
              <a:xfrm>
                <a:off x="4665555" y="4683340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293" name="グループ化 292">
                  <a:extLst>
                    <a:ext uri="{FF2B5EF4-FFF2-40B4-BE49-F238E27FC236}">
                      <ns2:creationId id="{1C303D81-3FF1-DCF9-9D48-52F73A28C82A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95" name="正方形/長方形 294">
                    <a:extLst>
                      <a:ext uri="{FF2B5EF4-FFF2-40B4-BE49-F238E27FC236}">
                        <ns2:creationId id="{C9E5AAD0-B481-BC78-D85C-AA78F7F53847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14C116EC-EC17-E448-41E5-22120A3988B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7" name="正方形/長方形 296">
                    <a:extLst>
                      <a:ext uri="{FF2B5EF4-FFF2-40B4-BE49-F238E27FC236}">
                        <ns2:creationId id="{033FE6E1-806C-FD9F-9713-C0B7532528F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8" name="正方形/長方形 297">
                    <a:extLst>
                      <a:ext uri="{FF2B5EF4-FFF2-40B4-BE49-F238E27FC236}">
                        <ns2:creationId id="{B7F259DD-FC8D-DF34-6AB2-B500B520F3F5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EFC0FB5C-C119-D6F2-7723-DF348AB3F508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0" name="正方形/長方形 299">
                    <a:extLst>
                      <a:ext uri="{FF2B5EF4-FFF2-40B4-BE49-F238E27FC236}">
                        <ns2:creationId id="{150B44DE-DA5C-951C-D25C-FA7D4B657F78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1" name="正方形/長方形 300">
                    <a:extLst>
                      <a:ext uri="{FF2B5EF4-FFF2-40B4-BE49-F238E27FC236}">
                        <ns2:creationId id="{0B1005BB-E688-570A-4E0C-CA2675532EB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94" name="正方形/長方形 293">
                  <a:extLst>
                    <a:ext uri="{FF2B5EF4-FFF2-40B4-BE49-F238E27FC236}">
                      <ns2:creationId id="{E54BE1C1-DCAC-36A7-BB01-279A571D20EC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2" name="正方形/長方形 281">
                <a:extLst>
                  <a:ext uri="{FF2B5EF4-FFF2-40B4-BE49-F238E27FC236}">
                    <ns2:creationId id="{436CCE98-FA3C-7E1E-6889-2BA854A6555B}"/>
                  </a:ext>
                </a:extLst>
              </p:cNvPr>
              <p:cNvSpPr/>
              <p:nvPr/>
            </p:nvSpPr>
            <p:spPr>
              <a:xfrm>
                <a:off x="4530428" y="5237834"/>
                <a:ext cx="612000" cy="193954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6D0E53D8-E7B6-C734-1E13-AB7E85FDED34}"/>
                  </a:ext>
                </a:extLst>
              </p:cNvPr>
              <p:cNvGrpSpPr/>
              <p:nvPr/>
            </p:nvGrpSpPr>
            <p:grpSpPr>
              <a:xfrm>
                <a:off x="4665555" y="5457448"/>
                <a:ext cx="341746" cy="144000"/>
                <a:chOff x="4519661" y="3907332"/>
                <a:chExt cx="341746" cy="144000"/>
              </a:xfrm>
            </p:grpSpPr>
            <p:sp>
              <p:nvSpPr>
                <p:cNvPr id="285" name="正方形/長方形 284">
                  <a:extLst>
                    <a:ext uri="{FF2B5EF4-FFF2-40B4-BE49-F238E27FC236}">
                      <ns2:creationId id="{B4ACEFD4-6DF8-6B6F-BFBA-8CA1EAEC177E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6" name="正方形/長方形 285">
                  <a:extLst>
                    <a:ext uri="{FF2B5EF4-FFF2-40B4-BE49-F238E27FC236}">
                      <ns2:creationId id="{7D40EC37-7C9C-9608-E508-6AA22AA23E1B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9A172258-9C0F-9969-BA6C-FEB27A235D3E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8" name="正方形/長方形 287">
                  <a:extLst>
                    <a:ext uri="{FF2B5EF4-FFF2-40B4-BE49-F238E27FC236}">
                      <ns2:creationId id="{11CCCD58-E6FE-264F-2F6A-57EEA7FCD22A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9" name="正方形/長方形 288">
                  <a:extLst>
                    <a:ext uri="{FF2B5EF4-FFF2-40B4-BE49-F238E27FC236}">
                      <ns2:creationId id="{20022D41-833D-FF27-AE6E-CB168DF943BB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0" name="正方形/長方形 289">
                  <a:extLst>
                    <a:ext uri="{FF2B5EF4-FFF2-40B4-BE49-F238E27FC236}">
                      <ns2:creationId id="{70C4EC0E-F14F-844C-471B-C00CD1F8E5C1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1" name="正方形/長方形 290">
                  <a:extLst>
                    <a:ext uri="{FF2B5EF4-FFF2-40B4-BE49-F238E27FC236}">
                      <ns2:creationId id="{F2E33BDA-300A-BB0D-F2AE-693A081B8C3E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4" name="正方形/長方形 283">
                <a:extLst>
                  <a:ext uri="{FF2B5EF4-FFF2-40B4-BE49-F238E27FC236}">
                    <ns2:creationId id="{CD70DEBF-7DC8-B398-60DB-6A16A97D299F}"/>
                  </a:ext>
                </a:extLst>
              </p:cNvPr>
              <p:cNvSpPr/>
              <p:nvPr/>
            </p:nvSpPr>
            <p:spPr>
              <a:xfrm>
                <a:off x="4728428" y="5475396"/>
                <a:ext cx="216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57364872-515E-4487-8FCF-363629F7B19A}"/>
                  </a:ext>
                </a:extLst>
              </p:cNvPr>
              <p:cNvSpPr/>
              <p:nvPr/>
            </p:nvSpPr>
            <p:spPr>
              <a:xfrm>
                <a:off x="4530428" y="559791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97FBA733-A79A-BBAC-2C87-A98B46F4D3C4}"/>
                  </a:ext>
                </a:extLst>
              </p:cNvPr>
              <p:cNvGrpSpPr/>
              <p:nvPr/>
            </p:nvGrpSpPr>
            <p:grpSpPr>
              <a:xfrm>
                <a:off x="4665555" y="5783422"/>
                <a:ext cx="341746" cy="144000"/>
                <a:chOff x="4519661" y="3907332"/>
                <a:chExt cx="341746" cy="144000"/>
              </a:xfrm>
            </p:grpSpPr>
            <p:sp>
              <p:nvSpPr>
                <p:cNvPr id="275" name="正方形/長方形 274">
                  <a:extLst>
                    <a:ext uri="{FF2B5EF4-FFF2-40B4-BE49-F238E27FC236}">
                      <ns2:creationId id="{A9139C87-23D2-16BC-0CEE-83444CA66E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3CEEF0E3-EB7B-EA48-5CAA-133F2D9205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7" name="正方形/長方形 276">
                  <a:extLst>
                    <a:ext uri="{FF2B5EF4-FFF2-40B4-BE49-F238E27FC236}">
                      <ns2:creationId id="{843D45FD-6D58-FC16-95E8-A642B9B2D231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8" name="正方形/長方形 277">
                  <a:extLst>
                    <a:ext uri="{FF2B5EF4-FFF2-40B4-BE49-F238E27FC236}">
                      <ns2:creationId id="{773E4C44-DC58-918A-7DF7-2E2112B7CE34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9" name="正方形/長方形 278">
                  <a:extLst>
                    <a:ext uri="{FF2B5EF4-FFF2-40B4-BE49-F238E27FC236}">
                      <ns2:creationId id="{CCBDD79E-8573-5B30-42F5-BFEF2E63E443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66F30D3C-5FFD-4571-1D30-CF516D55AB30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A7B75CF9-EEBA-7C13-0CDE-6C309B37A619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74" name="正方形/長方形 273">
                <a:extLst>
                  <a:ext uri="{FF2B5EF4-FFF2-40B4-BE49-F238E27FC236}">
                    <ns2:creationId id="{24A5CE35-FEE9-8632-3973-D32E884A3B85}"/>
                  </a:ext>
                </a:extLst>
              </p:cNvPr>
              <p:cNvSpPr/>
              <p:nvPr/>
            </p:nvSpPr>
            <p:spPr>
              <a:xfrm>
                <a:off x="4728428" y="5749518"/>
                <a:ext cx="252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2F120DD3-7439-280A-468D-0D7FCF2F11F1}"/>
                  </a:ext>
                </a:extLst>
              </p:cNvPr>
              <p:cNvSpPr/>
              <p:nvPr/>
            </p:nvSpPr>
            <p:spPr>
              <a:xfrm>
                <a:off x="4530428" y="5917787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56" name="グループ化 355">
                <a:extLst>
                  <a:ext uri="{FF2B5EF4-FFF2-40B4-BE49-F238E27FC236}">
                    <ns2:creationId id="{7625CB14-2725-ED45-B66E-016827710790}"/>
                  </a:ext>
                </a:extLst>
              </p:cNvPr>
              <p:cNvGrpSpPr/>
              <p:nvPr/>
            </p:nvGrpSpPr>
            <p:grpSpPr>
              <a:xfrm>
                <a:off x="4665555" y="6046116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263" name="グループ化 262">
                  <a:extLst>
                    <a:ext uri="{FF2B5EF4-FFF2-40B4-BE49-F238E27FC236}">
                      <ns2:creationId id="{D4AF9047-C5E5-9818-A792-15CD46F502E9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65" name="正方形/長方形 264">
                    <a:extLst>
                      <a:ext uri="{FF2B5EF4-FFF2-40B4-BE49-F238E27FC236}">
                        <ns2:creationId id="{8ED0961D-CBD9-E52E-DA0D-8E74BFF1823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6" name="正方形/長方形 265">
                    <a:extLst>
                      <a:ext uri="{FF2B5EF4-FFF2-40B4-BE49-F238E27FC236}">
                        <ns2:creationId id="{2C5B53AC-FDE6-E210-4030-B587117B7EF4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7" name="正方形/長方形 266">
                    <a:extLst>
                      <a:ext uri="{FF2B5EF4-FFF2-40B4-BE49-F238E27FC236}">
                        <ns2:creationId id="{878CE0D2-4E2E-77B9-6E6E-ED30E14E080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8" name="正方形/長方形 267">
                    <a:extLst>
                      <a:ext uri="{FF2B5EF4-FFF2-40B4-BE49-F238E27FC236}">
                        <ns2:creationId id="{20C93E00-C5D1-022F-B4EF-8E4F8D82AAD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9" name="正方形/長方形 268">
                    <a:extLst>
                      <a:ext uri="{FF2B5EF4-FFF2-40B4-BE49-F238E27FC236}">
                        <ns2:creationId id="{BB69224C-0756-3578-E953-2354B3188206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0" name="正方形/長方形 269">
                    <a:extLst>
                      <a:ext uri="{FF2B5EF4-FFF2-40B4-BE49-F238E27FC236}">
                        <ns2:creationId id="{5D304E23-8128-9D92-92E0-E4D19A0A9B8A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1" name="正方形/長方形 270">
                    <a:extLst>
                      <a:ext uri="{FF2B5EF4-FFF2-40B4-BE49-F238E27FC236}">
                        <ns2:creationId id="{D4B18293-3094-1DAB-AD40-DCC3B5995C8F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64" name="正方形/長方形 263">
                  <a:extLst>
                    <a:ext uri="{FF2B5EF4-FFF2-40B4-BE49-F238E27FC236}">
                      <ns2:creationId id="{9E92E1D4-F08C-15AD-FC9C-1249CA04317A}"/>
                    </a:ext>
                  </a:extLst>
                </p:cNvPr>
                <p:cNvSpPr/>
                <p:nvPr/>
              </p:nvSpPr>
              <p:spPr>
                <a:xfrm>
                  <a:off x="4673288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54" name="正方形/長方形 253">
                <a:extLst>
                  <a:ext uri="{FF2B5EF4-FFF2-40B4-BE49-F238E27FC236}">
                    <ns2:creationId id="{559792BF-01F1-5879-4DCE-49516E2DB064}"/>
                  </a:ext>
                </a:extLst>
              </p:cNvPr>
              <p:cNvSpPr/>
              <p:nvPr/>
            </p:nvSpPr>
            <p:spPr>
              <a:xfrm>
                <a:off x="3812361" y="4858371"/>
                <a:ext cx="468000" cy="180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55" name="グループ化 254">
                <a:extLst>
                  <a:ext uri="{FF2B5EF4-FFF2-40B4-BE49-F238E27FC236}">
                    <ns2:creationId id="{F333775C-6285-53ED-0E7E-6E474296BBDF}"/>
                  </a:ext>
                </a:extLst>
              </p:cNvPr>
              <p:cNvGrpSpPr/>
              <p:nvPr/>
            </p:nvGrpSpPr>
            <p:grpSpPr>
              <a:xfrm>
                <a:off x="3609522" y="5031664"/>
                <a:ext cx="658410" cy="245915"/>
                <a:chOff x="8166627" y="2566184"/>
                <a:chExt cx="658410" cy="245915"/>
              </a:xfrm>
            </p:grpSpPr>
            <p:sp>
              <p:nvSpPr>
                <p:cNvPr id="260" name="フローチャート: 書類 259">
                  <a:extLst>
                    <a:ext uri="{FF2B5EF4-FFF2-40B4-BE49-F238E27FC236}">
                      <ns2:creationId id="{84AA9A5D-57AD-8993-89CD-5B8CBA3DF62E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/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61" name="図 260">
                  <a:extLst>
                    <a:ext uri="{FF2B5EF4-FFF2-40B4-BE49-F238E27FC236}">
                      <ns2:creationId id="{43B3BC07-AF6E-8078-FFB1-A5B2FBCE4C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311" name="円柱 310">
                <a:extLst>
                  <a:ext uri="{FF2B5EF4-FFF2-40B4-BE49-F238E27FC236}">
                    <ns2:creationId id="{3424B983-FF10-CD6F-0B1A-51B2D3CAEFE2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3" name="正方形/長方形 312">
                <a:extLst>
                  <a:ext uri="{FF2B5EF4-FFF2-40B4-BE49-F238E27FC236}">
                    <ns2:creationId id="{A7A735CE-3650-7E54-EE84-42D5BEEEC401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5" name="正方形/長方形 314">
                <a:extLst>
                  <a:ext uri="{FF2B5EF4-FFF2-40B4-BE49-F238E27FC236}">
                    <ns2:creationId id="{EF974466-9AAD-772F-7047-61A301005076}"/>
                  </a:ext>
                </a:extLst>
              </p:cNvPr>
              <p:cNvSpPr/>
              <p:nvPr/>
            </p:nvSpPr>
            <p:spPr>
              <a:xfrm>
                <a:off x="4530428" y="4884762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45" name="グループ化 344">
                <a:extLst>
                  <a:ext uri="{FF2B5EF4-FFF2-40B4-BE49-F238E27FC236}">
                    <ns2:creationId id="{5D74E2A2-50FE-BD66-0772-D504107B72D5}"/>
                  </a:ext>
                </a:extLst>
              </p:cNvPr>
              <p:cNvGrpSpPr/>
              <p:nvPr/>
            </p:nvGrpSpPr>
            <p:grpSpPr>
              <a:xfrm>
                <a:off x="4665555" y="5036412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16" name="グループ化 315">
                  <a:extLst>
                    <a:ext uri="{FF2B5EF4-FFF2-40B4-BE49-F238E27FC236}">
                      <ns2:creationId id="{9C5A1512-7C68-37E7-2908-42DDF649604C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18" name="正方形/長方形 317">
                    <a:extLst>
                      <a:ext uri="{FF2B5EF4-FFF2-40B4-BE49-F238E27FC236}">
                        <ns2:creationId id="{5E49778B-20CF-3158-E26F-ABB41D82AC9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19" name="正方形/長方形 318">
                    <a:extLst>
                      <a:ext uri="{FF2B5EF4-FFF2-40B4-BE49-F238E27FC236}">
                        <ns2:creationId id="{FB6BE379-C004-16A7-4515-AE4D4213FA2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0" name="正方形/長方形 319">
                    <a:extLst>
                      <a:ext uri="{FF2B5EF4-FFF2-40B4-BE49-F238E27FC236}">
                        <ns2:creationId id="{AFD657F5-2B9C-F2F5-123F-482DA017061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1" name="正方形/長方形 320">
                    <a:extLst>
                      <a:ext uri="{FF2B5EF4-FFF2-40B4-BE49-F238E27FC236}">
                        <ns2:creationId id="{7B5AF405-F630-671E-1634-13897801DA7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2" name="正方形/長方形 321">
                    <a:extLst>
                      <a:ext uri="{FF2B5EF4-FFF2-40B4-BE49-F238E27FC236}">
                        <ns2:creationId id="{09837B44-93B2-7B31-0ED5-B5F3515284F3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3" name="正方形/長方形 322">
                    <a:extLst>
                      <a:ext uri="{FF2B5EF4-FFF2-40B4-BE49-F238E27FC236}">
                        <ns2:creationId id="{B07227D5-FDFA-8679-89F4-7BF1A1A426E3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4" name="正方形/長方形 323">
                    <a:extLst>
                      <a:ext uri="{FF2B5EF4-FFF2-40B4-BE49-F238E27FC236}">
                        <ns2:creationId id="{E2A4488F-5261-A340-9087-7C733705EE8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17" name="正方形/長方形 316">
                  <a:extLst>
                    <a:ext uri="{FF2B5EF4-FFF2-40B4-BE49-F238E27FC236}">
                      <ns2:creationId id="{9F2503C6-3B2A-9950-2A04-C937043EAB4A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26" name="正方形/長方形 325">
                <a:extLst>
                  <a:ext uri="{FF2B5EF4-FFF2-40B4-BE49-F238E27FC236}">
                    <ns2:creationId id="{97A3B2AB-BF0B-5EB8-EDE5-7B4C7AC97A79}"/>
                  </a:ext>
                </a:extLst>
              </p:cNvPr>
              <p:cNvSpPr/>
              <p:nvPr/>
            </p:nvSpPr>
            <p:spPr>
              <a:xfrm>
                <a:off x="1937562" y="4147552"/>
                <a:ext cx="612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5" name="グループ化 334">
                <a:extLst>
                  <a:ext uri="{FF2B5EF4-FFF2-40B4-BE49-F238E27FC236}">
                    <ns2:creationId id="{3BA139E4-7057-8DAF-8D10-CF8CE78D3756}"/>
                  </a:ext>
                </a:extLst>
              </p:cNvPr>
              <p:cNvGrpSpPr/>
              <p:nvPr/>
            </p:nvGrpSpPr>
            <p:grpSpPr>
              <a:xfrm>
                <a:off x="9048064" y="4555717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336" name="グループ化 335">
                  <a:extLst>
                    <a:ext uri="{FF2B5EF4-FFF2-40B4-BE49-F238E27FC236}">
                      <ns2:creationId id="{59877D76-406B-E83D-D8AA-B08A7144A298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38" name="正方形/長方形 337">
                    <a:extLst>
                      <a:ext uri="{FF2B5EF4-FFF2-40B4-BE49-F238E27FC236}">
                        <ns2:creationId id="{6FC7B493-4F9C-9FC0-B1AF-FB2A19526D8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39" name="正方形/長方形 338">
                    <a:extLst>
                      <a:ext uri="{FF2B5EF4-FFF2-40B4-BE49-F238E27FC236}">
                        <ns2:creationId id="{34FA573F-B49B-B49E-F2A3-18AAF709A55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0" name="正方形/長方形 339">
                    <a:extLst>
                      <a:ext uri="{FF2B5EF4-FFF2-40B4-BE49-F238E27FC236}">
                        <ns2:creationId id="{F1FF0081-BD3A-BE82-6764-3D4871B404D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1" name="正方形/長方形 340">
                    <a:extLst>
                      <a:ext uri="{FF2B5EF4-FFF2-40B4-BE49-F238E27FC236}">
                        <ns2:creationId id="{76DE489A-45B2-2F3C-EF40-5CA0F9B9AAC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2" name="正方形/長方形 341">
                    <a:extLst>
                      <a:ext uri="{FF2B5EF4-FFF2-40B4-BE49-F238E27FC236}">
                        <ns2:creationId id="{8ED72276-C595-2F7A-7527-0FA63B4DF04A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3" name="正方形/長方形 342">
                    <a:extLst>
                      <a:ext uri="{FF2B5EF4-FFF2-40B4-BE49-F238E27FC236}">
                        <ns2:creationId id="{929602A2-A6EB-D9DE-8E27-54D9AB48E1F2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4" name="正方形/長方形 343">
                    <a:extLst>
                      <a:ext uri="{FF2B5EF4-FFF2-40B4-BE49-F238E27FC236}">
                        <ns2:creationId id="{5607C5B3-9D9D-8206-5369-684D262F7A6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37" name="正方形/長方形 336">
                  <a:extLst>
                    <a:ext uri="{FF2B5EF4-FFF2-40B4-BE49-F238E27FC236}">
                      <ns2:creationId id="{41C1D4F4-38AD-1119-66F1-A9BB6D1CA34B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346" name="グループ化 345">
                <a:extLst>
                  <a:ext uri="{FF2B5EF4-FFF2-40B4-BE49-F238E27FC236}">
                    <ns2:creationId id="{8873A7E2-9D56-3B0E-09F2-E867B21B5C41}"/>
                  </a:ext>
                </a:extLst>
              </p:cNvPr>
              <p:cNvGrpSpPr/>
              <p:nvPr/>
            </p:nvGrpSpPr>
            <p:grpSpPr>
              <a:xfrm>
                <a:off x="9048064" y="5244621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47" name="グループ化 346">
                  <a:extLst>
                    <a:ext uri="{FF2B5EF4-FFF2-40B4-BE49-F238E27FC236}">
                      <ns2:creationId id="{C586C1CA-32FC-1706-ADF2-D027E07CDB6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49" name="正方形/長方形 348">
                    <a:extLst>
                      <a:ext uri="{FF2B5EF4-FFF2-40B4-BE49-F238E27FC236}">
                        <ns2:creationId id="{4276EB03-091C-AAAA-7A73-E91054F32F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0" name="正方形/長方形 349">
                    <a:extLst>
                      <a:ext uri="{FF2B5EF4-FFF2-40B4-BE49-F238E27FC236}">
                        <ns2:creationId id="{6C2DC1C4-C445-DE3C-B13C-4E756FD37F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7B7F9458-C52E-1ED8-CE58-7401D11B866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2" name="正方形/長方形 351">
                    <a:extLst>
                      <a:ext uri="{FF2B5EF4-FFF2-40B4-BE49-F238E27FC236}">
                        <ns2:creationId id="{78332C36-E850-360A-4CED-47104A8B56B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3" name="正方形/長方形 352">
                    <a:extLst>
                      <a:ext uri="{FF2B5EF4-FFF2-40B4-BE49-F238E27FC236}">
                        <ns2:creationId id="{75B20E7D-A9CE-4649-89E5-D33BCD9CA76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4" name="正方形/長方形 353">
                    <a:extLst>
                      <a:ext uri="{FF2B5EF4-FFF2-40B4-BE49-F238E27FC236}">
                        <ns2:creationId id="{55BA334E-4E19-99DD-2767-69117158D55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5" name="正方形/長方形 354">
                    <a:extLst>
                      <a:ext uri="{FF2B5EF4-FFF2-40B4-BE49-F238E27FC236}">
                        <ns2:creationId id="{D3FCCEE0-EFB3-32FD-A31F-3420173FAA5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48" name="正方形/長方形 347">
                  <a:extLst>
                    <a:ext uri="{FF2B5EF4-FFF2-40B4-BE49-F238E27FC236}">
                      <ns2:creationId id="{5CD7BC89-3A3F-E55A-2C2F-251306100D06}"/>
                    </a:ext>
                  </a:extLst>
                </p:cNvPr>
                <p:cNvSpPr/>
                <p:nvPr/>
              </p:nvSpPr>
              <p:spPr>
                <a:xfrm>
                  <a:off x="4676418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357" name="グループ化 356">
                <a:extLst>
                  <a:ext uri="{FF2B5EF4-FFF2-40B4-BE49-F238E27FC236}">
                    <ns2:creationId id="{2971EA24-F336-31D2-02D7-504A3E6E0320}"/>
                  </a:ext>
                </a:extLst>
              </p:cNvPr>
              <p:cNvGrpSpPr/>
              <p:nvPr/>
            </p:nvGrpSpPr>
            <p:grpSpPr>
              <a:xfrm>
                <a:off x="9048064" y="5637652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358" name="グループ化 357">
                  <a:extLst>
                    <a:ext uri="{FF2B5EF4-FFF2-40B4-BE49-F238E27FC236}">
                      <ns2:creationId id="{6D9EFBB9-8E45-A89C-A263-F3FB70BCFB72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60" name="正方形/長方形 359">
                    <a:extLst>
                      <a:ext uri="{FF2B5EF4-FFF2-40B4-BE49-F238E27FC236}">
                        <ns2:creationId id="{1D16C306-3749-0F70-4405-39EE853B91B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1" name="正方形/長方形 360">
                    <a:extLst>
                      <a:ext uri="{FF2B5EF4-FFF2-40B4-BE49-F238E27FC236}">
                        <ns2:creationId id="{92D0688D-ECF0-6D5E-564A-6D768832ADD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2" name="正方形/長方形 361">
                    <a:extLst>
                      <a:ext uri="{FF2B5EF4-FFF2-40B4-BE49-F238E27FC236}">
                        <ns2:creationId id="{9BA25470-2F7F-3894-1A07-D528D98607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3" name="正方形/長方形 362">
                    <a:extLst>
                      <a:ext uri="{FF2B5EF4-FFF2-40B4-BE49-F238E27FC236}">
                        <ns2:creationId id="{81BEA6D5-7E45-407C-AC71-8CD99C7272C6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4" name="正方形/長方形 363">
                    <a:extLst>
                      <a:ext uri="{FF2B5EF4-FFF2-40B4-BE49-F238E27FC236}">
                        <ns2:creationId id="{A4C7E6F4-F422-6B29-868F-925915A1793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5" name="正方形/長方形 364">
                    <a:extLst>
                      <a:ext uri="{FF2B5EF4-FFF2-40B4-BE49-F238E27FC236}">
                        <ns2:creationId id="{B798784E-5B7D-A73E-AD36-5B63835C0367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6" name="正方形/長方形 365">
                    <a:extLst>
                      <a:ext uri="{FF2B5EF4-FFF2-40B4-BE49-F238E27FC236}">
                        <ns2:creationId id="{42035298-6867-73A3-08B7-E88252410C4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59" name="正方形/長方形 358">
                  <a:extLst>
                    <a:ext uri="{FF2B5EF4-FFF2-40B4-BE49-F238E27FC236}">
                      <ns2:creationId id="{498317D7-779B-33C6-CA08-F65BC4C98FC6}"/>
                    </a:ext>
                  </a:extLst>
                </p:cNvPr>
                <p:cNvSpPr/>
                <p:nvPr/>
              </p:nvSpPr>
              <p:spPr>
                <a:xfrm>
                  <a:off x="4678323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68" name="フローチャート: 書類 367">
                <a:extLst>
                  <a:ext uri="{FF2B5EF4-FFF2-40B4-BE49-F238E27FC236}">
                    <ns2:creationId id="{3047A1F1-83C7-868D-A92A-D7FC811D72C8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1" name="フローチャート: 書類 370">
                <a:extLst>
                  <a:ext uri="{FF2B5EF4-FFF2-40B4-BE49-F238E27FC236}">
                    <ns2:creationId id="{96A8A92C-76A0-0EC3-83F1-7243EA4BEFBE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5" name="正方形/長方形 374">
                <a:extLst>
                  <a:ext uri="{FF2B5EF4-FFF2-40B4-BE49-F238E27FC236}">
                    <ns2:creationId id="{548673A9-250F-AAE7-40FB-C0A268D4FB8C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7" name="正方形/長方形 376">
                <a:extLst>
                  <a:ext uri="{FF2B5EF4-FFF2-40B4-BE49-F238E27FC236}">
                    <ns2:creationId id="{A2BE3213-243A-5FB8-925B-A00A26C90443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9983E946-3142-A0B0-547C-BD3B35A70F9C}"/>
                  </a:ext>
                </a:extLst>
              </p:cNvPr>
              <p:cNvSpPr/>
              <p:nvPr/>
            </p:nvSpPr>
            <p:spPr>
              <a:xfrm>
                <a:off x="10933674" y="5295377"/>
                <a:ext cx="923364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1" name="コネクタ: カギ線 220">
                <a:extLst>
                  <a:ext uri="{FF2B5EF4-FFF2-40B4-BE49-F238E27FC236}">
                    <ns2:creationId id="{A2E01F76-53A5-36B7-C663-C3FFAA0FC786}"/>
                  </a:ext>
                </a:extLst>
              </p:cNvPr>
              <p:cNvCxnSpPr>
                <a:cxnSpLocks/>
                <a:stCxn id="421" idx="3"/>
                <a:endCxn id="400" idx="1"/>
              </p:cNvCxnSpPr>
              <p:nvPr/>
            </p:nvCxnSpPr>
            <p:spPr>
              <a:xfrm>
                <a:off x="2381516" y="4406234"/>
                <a:ext cx="6449867" cy="23271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コネクタ: カギ線 233">
                <a:extLst>
                  <a:ext uri="{FF2B5EF4-FFF2-40B4-BE49-F238E27FC236}">
                    <ns2:creationId id="{411BD458-5199-51F9-3A84-BA9764649D57}"/>
                  </a:ext>
                </a:extLst>
              </p:cNvPr>
              <p:cNvCxnSpPr>
                <a:cxnSpLocks/>
                <a:endCxn id="260" idx="1"/>
              </p:cNvCxnSpPr>
              <p:nvPr/>
            </p:nvCxnSpPr>
            <p:spPr>
              <a:xfrm>
                <a:off x="2346697" y="4693902"/>
                <a:ext cx="1345235" cy="475677"/>
              </a:xfrm>
              <a:prstGeom prst="bentConnector3">
                <a:avLst>
                  <a:gd name="adj1" fmla="val 1498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コネクタ: カギ線 375">
                <a:extLst>
                  <a:ext uri="{FF2B5EF4-FFF2-40B4-BE49-F238E27FC236}">
                    <ns2:creationId id="{4861C8DE-9BD5-9C5F-7527-B56270CD8FC3}"/>
                  </a:ext>
                </a:extLst>
              </p:cNvPr>
              <p:cNvCxnSpPr>
                <a:cxnSpLocks/>
                <a:stCxn id="307" idx="4"/>
              </p:cNvCxnSpPr>
              <p:nvPr/>
            </p:nvCxnSpPr>
            <p:spPr>
              <a:xfrm>
                <a:off x="2373535" y="4531725"/>
                <a:ext cx="2354893" cy="222171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1B9864EE-35D5-7583-D550-77390E06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484687"/>
                <a:ext cx="2292020" cy="583269"/>
              </a:xfrm>
              <a:prstGeom prst="bentConnector3">
                <a:avLst>
                  <a:gd name="adj1" fmla="val 31435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コネクタ: カギ線 397">
                <a:extLst>
                  <a:ext uri="{FF2B5EF4-FFF2-40B4-BE49-F238E27FC236}">
                    <ns2:creationId id="{BF4F6DE0-11A9-731B-3CCA-D73D1F5FC478}"/>
                  </a:ext>
                </a:extLst>
              </p:cNvPr>
              <p:cNvCxnSpPr>
                <a:cxnSpLocks/>
                <a:endCxn id="276" idx="1"/>
              </p:cNvCxnSpPr>
              <p:nvPr/>
            </p:nvCxnSpPr>
            <p:spPr>
              <a:xfrm flipV="1">
                <a:off x="2373535" y="5801422"/>
                <a:ext cx="2292020" cy="266534"/>
              </a:xfrm>
              <a:prstGeom prst="bentConnector3">
                <a:avLst>
                  <a:gd name="adj1" fmla="val 3129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6B4D6255-6AD4-9CFE-7388-5D6E5EDE26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3535" y="6067956"/>
                <a:ext cx="2299753" cy="49066"/>
              </a:xfrm>
              <a:prstGeom prst="bentConnector3">
                <a:avLst>
                  <a:gd name="adj1" fmla="val 3110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6" name="正方形/長方形 405">
                <a:extLst>
                  <a:ext uri="{FF2B5EF4-FFF2-40B4-BE49-F238E27FC236}">
                    <ns2:creationId id="{E1D9F02F-9DD4-7DCF-CAEB-29E7319B782C}"/>
                  </a:ext>
                </a:extLst>
              </p:cNvPr>
              <p:cNvSpPr/>
              <p:nvPr/>
            </p:nvSpPr>
            <p:spPr>
              <a:xfrm>
                <a:off x="8831383" y="5093815"/>
                <a:ext cx="760038" cy="849785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08" name="コネクタ: カギ線 407">
                <a:extLst>
                  <a:ext uri="{FF2B5EF4-FFF2-40B4-BE49-F238E27FC236}">
                    <ns2:creationId id="{36AFB843-839E-9CA0-2A2B-8F047CC36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28484" y="5143313"/>
                <a:ext cx="3582540" cy="269414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D587ED61-16CE-01F8-DD03-CA3E3BCF07A3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flipV="1">
                <a:off x="4934943" y="5187664"/>
                <a:ext cx="773498" cy="34178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コネクタ: カギ線 425">
                <a:extLst>
                  <a:ext uri="{FF2B5EF4-FFF2-40B4-BE49-F238E27FC236}">
                    <ns2:creationId id="{4C543646-C5F1-31C2-CEA7-A8BAC4BCF52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935342" y="5021357"/>
                <a:ext cx="827247" cy="737076"/>
              </a:xfrm>
              <a:prstGeom prst="bentConnector3">
                <a:avLst>
                  <a:gd name="adj1" fmla="val -1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662A99B-8D46-4364-595A-DBA3F11A8D3D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rot="5400000" flipH="1" flipV="1">
                <a:off x="4899853" y="5304934"/>
                <a:ext cx="925858" cy="691318"/>
              </a:xfrm>
              <a:prstGeom prst="bentConnector3">
                <a:avLst>
                  <a:gd name="adj1" fmla="val 130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コネクタ: カギ線 437">
                <a:extLst>
                  <a:ext uri="{FF2B5EF4-FFF2-40B4-BE49-F238E27FC236}">
                    <ns2:creationId id="{F73C2F5A-4ADD-D628-66DA-80E3B49DD8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7288" y="5705910"/>
                <a:ext cx="3612403" cy="41111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コネクタ: カギ線 482">
                <a:extLst>
                  <a:ext uri="{FF2B5EF4-FFF2-40B4-BE49-F238E27FC236}">
                    <ns2:creationId id="{264F9E92-9FBE-5F00-5174-C306E3C74A66}"/>
                  </a:ext>
                </a:extLst>
              </p:cNvPr>
              <p:cNvCxnSpPr>
                <a:cxnSpLocks/>
                <a:stCxn id="311" idx="4"/>
                <a:endCxn id="371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コネクタ: カギ線 485">
                <a:extLst>
                  <a:ext uri="{FF2B5EF4-FFF2-40B4-BE49-F238E27FC236}">
                    <ns2:creationId id="{78D32D41-22BA-AF76-3E3F-5D99B3966B20}"/>
                  </a:ext>
                </a:extLst>
              </p:cNvPr>
              <p:cNvCxnSpPr>
                <a:cxnSpLocks/>
                <a:stCxn id="311" idx="4"/>
                <a:endCxn id="377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コネクタ: カギ線 488">
                <a:extLst>
                  <a:ext uri="{FF2B5EF4-FFF2-40B4-BE49-F238E27FC236}">
                    <ns2:creationId id="{5FB802D7-9F42-C6E7-EC12-376A09F87ECB}"/>
                  </a:ext>
                </a:extLst>
              </p:cNvPr>
              <p:cNvCxnSpPr>
                <a:cxnSpLocks/>
                <a:stCxn id="311" idx="4"/>
                <a:endCxn id="375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0" name="正方形/長方形 399">
                <a:extLst>
                  <a:ext uri="{FF2B5EF4-FFF2-40B4-BE49-F238E27FC236}">
                    <ns2:creationId id="{3DA9C18B-24BE-905D-3814-4AE223D4B7DE}"/>
                  </a:ext>
                </a:extLst>
              </p:cNvPr>
              <p:cNvSpPr/>
              <p:nvPr/>
            </p:nvSpPr>
            <p:spPr>
              <a:xfrm>
                <a:off x="8831383" y="4426503"/>
                <a:ext cx="760038" cy="424893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6BE3962F-2DC3-8E37-F304-A41C9890CC11}"/>
                  </a:ext>
                </a:extLst>
              </p:cNvPr>
              <p:cNvSpPr/>
              <p:nvPr/>
            </p:nvSpPr>
            <p:spPr>
              <a:xfrm>
                <a:off x="9010902" y="4859184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9298420-5DFD-627F-4D71-447D943786FB}"/>
                  </a:ext>
                </a:extLst>
              </p:cNvPr>
              <p:cNvSpPr/>
              <p:nvPr/>
            </p:nvSpPr>
            <p:spPr>
              <a:xfrm>
                <a:off x="9012829" y="5947919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EF8BEC9B-17B6-0CFE-AEC1-83FF102D55FF}"/>
                  </a:ext>
                </a:extLst>
              </p:cNvPr>
              <p:cNvSpPr/>
              <p:nvPr/>
            </p:nvSpPr>
            <p:spPr>
              <a:xfrm>
                <a:off x="3148700" y="506462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94F70110-CD56-CB88-B13F-7CD00FD5B7FB}"/>
                  </a:ext>
                </a:extLst>
              </p:cNvPr>
              <p:cNvSpPr/>
              <p:nvPr/>
            </p:nvSpPr>
            <p:spPr>
              <a:xfrm>
                <a:off x="3803363" y="6037919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2DF1ABD6-0CE8-CB34-EDAE-D19FD68AD795}"/>
                  </a:ext>
                </a:extLst>
              </p:cNvPr>
              <p:cNvSpPr/>
              <p:nvPr/>
            </p:nvSpPr>
            <p:spPr>
              <a:xfrm>
                <a:off x="3803363" y="5691652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0E41344D-AAC9-D9BB-2A93-47B29FA4955A}"/>
                  </a:ext>
                </a:extLst>
              </p:cNvPr>
              <p:cNvSpPr/>
              <p:nvPr/>
            </p:nvSpPr>
            <p:spPr>
              <a:xfrm>
                <a:off x="3803363" y="5394615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07" name="グループ化 406">
                <a:extLst>
                  <a:ext uri="{FF2B5EF4-FFF2-40B4-BE49-F238E27FC236}">
                    <ns2:creationId id="{9DBA5377-9386-850C-8E56-47B3664AED82}"/>
                  </a:ext>
                </a:extLst>
              </p:cNvPr>
              <p:cNvGrpSpPr/>
              <p:nvPr/>
            </p:nvGrpSpPr>
            <p:grpSpPr>
              <a:xfrm>
                <a:off x="2076126" y="4334234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409" name="グループ化 408">
                  <a:extLst>
                    <a:ext uri="{FF2B5EF4-FFF2-40B4-BE49-F238E27FC236}">
                      <ns2:creationId id="{E7006694-F4DC-8579-C090-988873386C64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12" name="正方形/長方形 411">
                    <a:extLst>
                      <a:ext uri="{FF2B5EF4-FFF2-40B4-BE49-F238E27FC236}">
                        <ns2:creationId id="{F76D8774-AD55-3C66-BEC6-2534F429B86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4" name="正方形/長方形 413">
                    <a:extLst>
                      <a:ext uri="{FF2B5EF4-FFF2-40B4-BE49-F238E27FC236}">
                        <ns2:creationId id="{AFA66EDD-7A02-506F-D942-C00D7D44C13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5" name="正方形/長方形 414">
                    <a:extLst>
                      <a:ext uri="{FF2B5EF4-FFF2-40B4-BE49-F238E27FC236}">
                        <ns2:creationId id="{AAACD3B3-15BC-FE71-4353-4F349CDC66E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7" name="正方形/長方形 416">
                    <a:extLst>
                      <a:ext uri="{FF2B5EF4-FFF2-40B4-BE49-F238E27FC236}">
                        <ns2:creationId id="{D7B93ED4-8AC8-4104-3F87-31FA1D28240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8" name="正方形/長方形 417">
                    <a:extLst>
                      <a:ext uri="{FF2B5EF4-FFF2-40B4-BE49-F238E27FC236}">
                        <ns2:creationId id="{584BE937-0AD3-3F54-5E54-C74595B4098E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9" name="正方形/長方形 418">
                    <a:extLst>
                      <a:ext uri="{FF2B5EF4-FFF2-40B4-BE49-F238E27FC236}">
                        <ns2:creationId id="{52007992-9C4B-9C5C-B7B0-1F87471A3ED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21" name="正方形/長方形 420">
                    <a:extLst>
                      <a:ext uri="{FF2B5EF4-FFF2-40B4-BE49-F238E27FC236}">
                        <ns2:creationId id="{34D1E1DB-DF06-0433-531A-8DD96C6EE38C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410" name="正方形/長方形 409">
                  <a:extLst>
                    <a:ext uri="{FF2B5EF4-FFF2-40B4-BE49-F238E27FC236}">
                      <ns2:creationId id="{64D849DD-B1B4-C3E0-0B48-69E4DB558E15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53" name="正方形/長方形 252">
                <a:extLst>
                  <a:ext uri="{FF2B5EF4-FFF2-40B4-BE49-F238E27FC236}">
                    <ns2:creationId id="{D51117E7-58F1-F33A-BF7E-8B4A887C4E23}"/>
                  </a:ext>
                </a:extLst>
              </p:cNvPr>
              <p:cNvSpPr/>
              <p:nvPr/>
            </p:nvSpPr>
            <p:spPr>
              <a:xfrm>
                <a:off x="3803363" y="460987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23" name="コネクタ: カギ線 422">
                <a:extLst>
                  <a:ext uri="{FF2B5EF4-FFF2-40B4-BE49-F238E27FC236}">
                    <ns2:creationId id="{4C33B871-9EA9-937E-669E-BBE32BF31C29}"/>
                  </a:ext>
                </a:extLst>
              </p:cNvPr>
              <p:cNvCxnSpPr/>
              <p:nvPr/>
            </p:nvCxnSpPr>
            <p:spPr>
              <a:xfrm rot="5400000" flipH="1" flipV="1">
                <a:off x="2065428" y="5459467"/>
                <a:ext cx="792241" cy="176027"/>
              </a:xfrm>
              <a:prstGeom prst="bentConnector3">
                <a:avLst>
                  <a:gd name="adj1" fmla="val 861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コネクタ: カギ線 456">
                <a:extLst>
                  <a:ext uri="{FF2B5EF4-FFF2-40B4-BE49-F238E27FC236}">
                    <ns2:creationId id="{2217EC00-133D-1CAD-AEEE-BA11C966EA6E}"/>
                  </a:ext>
                </a:extLst>
              </p:cNvPr>
              <p:cNvCxnSpPr>
                <a:stCxn id="295" idx="3"/>
                <a:endCxn id="248" idx="0"/>
              </p:cNvCxnSpPr>
              <p:nvPr/>
            </p:nvCxnSpPr>
            <p:spPr>
              <a:xfrm>
                <a:off x="5007301" y="4755340"/>
                <a:ext cx="701140" cy="25232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コネクタ: カギ線 459">
                <a:extLst>
                  <a:ext uri="{FF2B5EF4-FFF2-40B4-BE49-F238E27FC236}">
                    <ns2:creationId id="{48AF7DEB-C661-67B6-C11C-CA345F667668}"/>
                  </a:ext>
                </a:extLst>
              </p:cNvPr>
              <p:cNvCxnSpPr>
                <a:cxnSpLocks/>
                <a:stCxn id="317" idx="3"/>
              </p:cNvCxnSpPr>
              <p:nvPr/>
            </p:nvCxnSpPr>
            <p:spPr>
              <a:xfrm flipV="1">
                <a:off x="5005673" y="5095776"/>
                <a:ext cx="116183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正方形/長方形 247">
                <a:extLst>
                  <a:ext uri="{FF2B5EF4-FFF2-40B4-BE49-F238E27FC236}">
                    <ns2:creationId id="{14C755BE-F627-D9FA-1117-3BB6EA95C0DB}"/>
                  </a:ext>
                </a:extLst>
              </p:cNvPr>
              <p:cNvSpPr/>
              <p:nvPr/>
            </p:nvSpPr>
            <p:spPr>
              <a:xfrm>
                <a:off x="5564441" y="5007664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0529CF85-9E1F-AACD-0532-47E9BE647AE4}"/>
                  </a:ext>
                </a:extLst>
              </p:cNvPr>
              <p:cNvSpPr/>
              <p:nvPr/>
            </p:nvSpPr>
            <p:spPr>
              <a:xfrm>
                <a:off x="2702060" y="506462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EA2D43EE-111B-7304-8588-40D2D647BAA0}"/>
                  </a:ext>
                </a:extLst>
              </p:cNvPr>
              <p:cNvSpPr/>
              <p:nvPr/>
            </p:nvSpPr>
            <p:spPr>
              <a:xfrm>
                <a:off x="3748216" y="5097664"/>
                <a:ext cx="468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4:creationId val="3670718787"/>
      </p:ext>
    </p:extLst>
  </p:cSld>
  <p:clrMapOvr>
    <a:masterClrMapping/>
  </p:clrMapOvr>
</p:sld>
</file>

<file path=ppt/slides/slide272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D93580D-DC4E-CE07-B68E-611381532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440954-152E-8D95-0F5F-3902B00B79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07E1415-B441-A59C-27F1-CB58DAE940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/>
              <a:t>XX</a:t>
            </a:r>
            <a:r>
              <a:rPr kumimoji="1" lang="en-US" altLang="ja-JP" sz="1800"/>
              <a:t>Excel</a:t>
            </a:r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87E5781E-22F8-92F7-64F4-DA57F64BA8D6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grpSp>
          <p:nvGrpSpPr>
            <p:cNvPr id="23" name="グループ化 22">
              <a:extLst>
                <a:ext uri="{FF2B5EF4-FFF2-40B4-BE49-F238E27FC236}">
                  <ns2:creationId id="{207567EC-3C2E-DA76-5D57-DE70291340B8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D2632677-AADD-D49F-B19F-99D71218725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" name="グループ化 26">
                <a:extLst>
                  <a:ext uri="{FF2B5EF4-FFF2-40B4-BE49-F238E27FC236}">
                    <ns2:creationId id="{740FE848-7F0B-DCBC-9083-955803B8826A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28" name="円/楕円 8">
                  <a:extLst>
                    <a:ext uri="{FF2B5EF4-FFF2-40B4-BE49-F238E27FC236}">
                      <ns2:creationId id="{56E7012B-A3B1-6B1F-656B-2B92CEFBD7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29" name="グラフィックス 1503">
                  <a:extLst>
                    <a:ext uri="{FF2B5EF4-FFF2-40B4-BE49-F238E27FC236}">
                      <ns2:creationId id="{0303EE9A-8688-8A27-D9AB-59E6C9351E4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40" name="グループ化 39">
              <a:extLst>
                <a:ext uri="{FF2B5EF4-FFF2-40B4-BE49-F238E27FC236}">
                  <ns2:creationId id="{F0169994-70C5-5D6E-A9D8-ABE312B217D6}"/>
                </a:ext>
              </a:extLst>
            </p:cNvPr>
            <p:cNvGrpSpPr/>
            <p:nvPr/>
          </p:nvGrpSpPr>
          <p:grpSpPr>
            <a:xfrm>
              <a:off x="353128" y="4148722"/>
              <a:ext cx="11503910" cy="2160000"/>
              <a:chOff x="353128" y="4148722"/>
              <a:chExt cx="11503910" cy="21600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4B4D435B-CCC9-6708-60AA-CB87AB32565B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E9F65431-374D-FC62-CA81-E0A716F36A9D}"/>
                  </a:ext>
                </a:extLst>
              </p:cNvPr>
              <p:cNvSpPr/>
              <p:nvPr/>
            </p:nvSpPr>
            <p:spPr>
              <a:xfrm>
                <a:off x="1204313" y="4148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7" name="正方形/長方形 346">
                <a:extLst>
                  <a:ext uri="{FF2B5EF4-FFF2-40B4-BE49-F238E27FC236}">
                    <ns2:creationId id="{4D82DCFC-E899-49C6-5BF3-6DF531250066}"/>
                  </a:ext>
                </a:extLst>
              </p:cNvPr>
              <p:cNvSpPr/>
              <p:nvPr/>
            </p:nvSpPr>
            <p:spPr>
              <a:xfrm>
                <a:off x="1204313" y="5264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71" name="グループ化 370">
                <a:extLst>
                  <a:ext uri="{FF2B5EF4-FFF2-40B4-BE49-F238E27FC236}">
                    <ns2:creationId id="{D0084155-1225-8214-1A43-04A2442F5A3E}"/>
                  </a:ext>
                </a:extLst>
              </p:cNvPr>
              <p:cNvGrpSpPr/>
              <p:nvPr/>
            </p:nvGrpSpPr>
            <p:grpSpPr>
              <a:xfrm>
                <a:off x="1616803" y="4455935"/>
                <a:ext cx="830159" cy="1852787"/>
                <a:chOff x="1994428" y="4172890"/>
                <a:chExt cx="830159" cy="1852787"/>
              </a:xfrm>
            </p:grpSpPr>
            <p:grpSp>
              <p:nvGrpSpPr>
                <p:cNvPr id="348" name="グループ化 347">
                  <a:extLst>
                    <a:ext uri="{FF2B5EF4-FFF2-40B4-BE49-F238E27FC236}">
                      <ns2:creationId id="{97E80F87-9B9F-90A5-D9D8-A9B6241CBFBD}"/>
                    </a:ext>
                  </a:extLst>
                </p:cNvPr>
                <p:cNvGrpSpPr/>
                <p:nvPr/>
              </p:nvGrpSpPr>
              <p:grpSpPr>
                <a:xfrm>
                  <a:off x="1994428" y="4172890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49" name="グループ化 348">
                    <a:extLst>
                      <a:ext uri="{FF2B5EF4-FFF2-40B4-BE49-F238E27FC236}">
                        <ns2:creationId id="{AC01B49C-9274-7292-C8CA-43C3B6AFC1A3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52" name="フローチャート: 書類 351">
                      <a:extLst>
                        <a:ext uri="{FF2B5EF4-FFF2-40B4-BE49-F238E27FC236}">
                          <ns2:creationId id="{EAD813AF-D8D6-2B67-EC4E-60B6E51BF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3" name="フローチャート: 書類 352">
                      <a:extLst>
                        <a:ext uri="{FF2B5EF4-FFF2-40B4-BE49-F238E27FC236}">
                          <ns2:creationId id="{6347F948-BE1A-E103-8BE6-ED6DB2FF9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4" name="フローチャート: 書類 353">
                      <a:extLst>
                        <a:ext uri="{FF2B5EF4-FFF2-40B4-BE49-F238E27FC236}">
                          <ns2:creationId id="{B7F7F3B4-C047-5EBD-E995-D2D1FC6E02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55" name="図 354">
                      <a:extLst>
                        <a:ext uri="{FF2B5EF4-FFF2-40B4-BE49-F238E27FC236}">
                          <ns2:creationId id="{CE1B1C75-7EA9-D615-B34F-01D3432A5F1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56" name="正方形/長方形 355">
                      <a:extLst>
                        <a:ext uri="{FF2B5EF4-FFF2-40B4-BE49-F238E27FC236}">
                          <ns2:creationId id="{432CB223-5A5E-0B10-6799-FC0DDBCA0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0" name="正方形/長方形 349">
                    <a:extLst>
                      <a:ext uri="{FF2B5EF4-FFF2-40B4-BE49-F238E27FC236}">
                        <ns2:creationId id="{13AC39FE-9065-2E3E-A3C9-4673E7F1284C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D2C4D31C-0840-F6F3-D792-3E5C119FB40D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57" name="グループ化 356">
                  <a:extLst>
                    <a:ext uri="{FF2B5EF4-FFF2-40B4-BE49-F238E27FC236}">
                      <ns2:creationId id="{3DBD42E6-0D9B-0D28-3D3B-727C3F6DC718}"/>
                    </a:ext>
                  </a:extLst>
                </p:cNvPr>
                <p:cNvGrpSpPr/>
                <p:nvPr/>
              </p:nvGrpSpPr>
              <p:grpSpPr>
                <a:xfrm>
                  <a:off x="1994428" y="5102501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58" name="グループ化 357">
                    <a:extLst>
                      <a:ext uri="{FF2B5EF4-FFF2-40B4-BE49-F238E27FC236}">
                        <ns2:creationId id="{A47D260A-832C-42E6-1AC9-8C9702958A6B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61" name="フローチャート: 書類 360">
                      <a:extLst>
                        <a:ext uri="{FF2B5EF4-FFF2-40B4-BE49-F238E27FC236}">
                          <ns2:creationId id="{80D7BFD6-E852-4A1B-5880-859640889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2" name="フローチャート: 書類 361">
                      <a:extLst>
                        <a:ext uri="{FF2B5EF4-FFF2-40B4-BE49-F238E27FC236}">
                          <ns2:creationId id="{992BADFF-7B65-859E-F0B9-DE8570FF4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3" name="フローチャート: 書類 362">
                      <a:extLst>
                        <a:ext uri="{FF2B5EF4-FFF2-40B4-BE49-F238E27FC236}">
                          <ns2:creationId id="{72AD7CD4-DE3E-1697-236E-94FD1AD46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64" name="図 363">
                      <a:extLst>
                        <a:ext uri="{FF2B5EF4-FFF2-40B4-BE49-F238E27FC236}">
                          <ns2:creationId id="{F381CB41-B57D-4551-951B-5309820E0C2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65" name="正方形/長方形 364">
                      <a:extLst>
                        <a:ext uri="{FF2B5EF4-FFF2-40B4-BE49-F238E27FC236}">
                          <ns2:creationId id="{3F9CD71E-586C-8A33-8960-3EB5CC240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9" name="正方形/長方形 358">
                    <a:extLst>
                      <a:ext uri="{FF2B5EF4-FFF2-40B4-BE49-F238E27FC236}">
                        <ns2:creationId id="{2933842C-4E65-1CAD-78CD-BB0A08B45BA7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60" name="正方形/長方形 359">
                    <a:extLst>
                      <a:ext uri="{FF2B5EF4-FFF2-40B4-BE49-F238E27FC236}">
                        <ns2:creationId id="{135770B7-9E9E-9299-BB2B-5E4C4B261599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66" name="グループ化 365">
                  <a:extLst>
                    <a:ext uri="{FF2B5EF4-FFF2-40B4-BE49-F238E27FC236}">
                      <ns2:creationId id="{AF278B5C-C4F0-D236-8100-4F8D81D4EE0C}"/>
                    </a:ext>
                  </a:extLst>
                </p:cNvPr>
                <p:cNvGrpSpPr/>
                <p:nvPr/>
              </p:nvGrpSpPr>
              <p:grpSpPr>
                <a:xfrm>
                  <a:off x="2059870" y="5779762"/>
                  <a:ext cx="658410" cy="245915"/>
                  <a:chOff x="1793411" y="3736068"/>
                  <a:chExt cx="658410" cy="245915"/>
                </a:xfrm>
              </p:grpSpPr>
              <p:grpSp>
                <p:nvGrpSpPr>
                  <p:cNvPr id="367" name="グループ化 366">
                    <a:extLst>
                      <a:ext uri="{FF2B5EF4-FFF2-40B4-BE49-F238E27FC236}">
                        <ns2:creationId id="{4C38BADF-CD8C-B406-10F0-717DC509AE60}"/>
                      </a:ext>
                    </a:extLst>
                  </p:cNvPr>
                  <p:cNvGrpSpPr/>
                  <p:nvPr/>
                </p:nvGrpSpPr>
                <p:grpSpPr>
                  <a:xfrm>
                    <a:off x="1793411" y="373606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69" name="フローチャート: 書類 368">
                      <a:extLst>
                        <a:ext uri="{FF2B5EF4-FFF2-40B4-BE49-F238E27FC236}">
                          <ns2:creationId id="{02125E11-7142-C5E8-EE1E-5046B6160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0" name="図 369">
                      <a:extLst>
                        <a:ext uri="{FF2B5EF4-FFF2-40B4-BE49-F238E27FC236}">
                          <ns2:creationId id="{26DF9B42-EAB1-0D45-A12F-0B310B48176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68" name="正方形/長方形 367">
                    <a:extLst>
                      <a:ext uri="{FF2B5EF4-FFF2-40B4-BE49-F238E27FC236}">
                        <ns2:creationId id="{95268DC7-787E-A862-3524-E23DDAA3AC02}"/>
                      </a:ext>
                    </a:extLst>
                  </p:cNvPr>
                  <p:cNvSpPr/>
                  <p:nvPr/>
                </p:nvSpPr>
                <p:spPr>
                  <a:xfrm>
                    <a:off x="1970166" y="3808332"/>
                    <a:ext cx="360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4" name="グループ化 293">
                <a:extLst>
                  <a:ext uri="{FF2B5EF4-FFF2-40B4-BE49-F238E27FC236}">
                    <ns2:creationId id="{D70D8D51-0632-1B75-894E-16A3D5023CEE}"/>
                  </a:ext>
                </a:extLst>
              </p:cNvPr>
              <p:cNvGrpSpPr/>
              <p:nvPr/>
            </p:nvGrpSpPr>
            <p:grpSpPr>
              <a:xfrm>
                <a:off x="3520115" y="4487498"/>
                <a:ext cx="939071" cy="382719"/>
                <a:chOff x="3520115" y="4650788"/>
                <a:chExt cx="939071" cy="382719"/>
              </a:xfrm>
            </p:grpSpPr>
            <p:grpSp>
              <p:nvGrpSpPr>
                <p:cNvPr id="372" name="グループ化 371">
                  <a:extLst>
                    <a:ext uri="{FF2B5EF4-FFF2-40B4-BE49-F238E27FC236}">
                      <ns2:creationId id="{8F8E0734-D8AB-BDFF-141F-30A4A8D639E5}"/>
                    </a:ext>
                  </a:extLst>
                </p:cNvPr>
                <p:cNvGrpSpPr/>
                <p:nvPr/>
              </p:nvGrpSpPr>
              <p:grpSpPr>
                <a:xfrm>
                  <a:off x="3520115" y="4787592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373" name="グループ化 372">
                    <a:extLst>
                      <a:ext uri="{FF2B5EF4-FFF2-40B4-BE49-F238E27FC236}">
                        <ns2:creationId id="{C9443B94-A713-5BED-3DF9-B75F5E555BE7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75" name="フローチャート: 書類 374">
                      <a:extLst>
                        <a:ext uri="{FF2B5EF4-FFF2-40B4-BE49-F238E27FC236}">
                          <ns2:creationId id="{DA762091-2D51-8BA2-DFAA-FCD7D297F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6" name="図 375">
                      <a:extLst>
                        <a:ext uri="{FF2B5EF4-FFF2-40B4-BE49-F238E27FC236}">
                          <ns2:creationId id="{7D456B58-4440-65CE-3759-47D21B430B3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74" name="正方形/長方形 373">
                    <a:extLst>
                      <a:ext uri="{FF2B5EF4-FFF2-40B4-BE49-F238E27FC236}">
                        <ns2:creationId id="{F3731FA0-12C0-F242-63F5-91891566ED3E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77" name="グループ化 376">
                  <a:extLst>
                    <a:ext uri="{FF2B5EF4-FFF2-40B4-BE49-F238E27FC236}">
                      <ns2:creationId id="{067BF5C4-BAE2-C6D8-1C08-59D277EE926C}"/>
                    </a:ext>
                  </a:extLst>
                </p:cNvPr>
                <p:cNvGrpSpPr/>
                <p:nvPr/>
              </p:nvGrpSpPr>
              <p:grpSpPr>
                <a:xfrm>
                  <a:off x="3903535" y="4650788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78" name="正方形/長方形 377">
                    <a:extLst>
                      <a:ext uri="{FF2B5EF4-FFF2-40B4-BE49-F238E27FC236}">
                        <ns2:creationId id="{E3679EFD-EFC6-A45E-2825-4834693EBA7D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79" name="正方形/長方形 378">
                    <a:extLst>
                      <a:ext uri="{FF2B5EF4-FFF2-40B4-BE49-F238E27FC236}">
                        <ns2:creationId id="{D35ADB3F-CD58-BB1E-7FEB-F3767BC1B9D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0" name="グループ化 379">
                <a:extLst>
                  <a:ext uri="{FF2B5EF4-FFF2-40B4-BE49-F238E27FC236}">
                    <ns2:creationId id="{0B8C7AB6-B0F3-392C-E42E-DC12EA9D7F7C}"/>
                  </a:ext>
                </a:extLst>
              </p:cNvPr>
              <p:cNvGrpSpPr/>
              <p:nvPr/>
            </p:nvGrpSpPr>
            <p:grpSpPr>
              <a:xfrm>
                <a:off x="3520115" y="5629632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381" name="グループ化 380">
                  <a:extLst>
                    <a:ext uri="{FF2B5EF4-FFF2-40B4-BE49-F238E27FC236}">
                      <ns2:creationId id="{6E79562C-6A03-244A-7A68-2B942B6592DB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386" name="フローチャート: 書類 385">
                    <a:extLst>
                      <a:ext uri="{FF2B5EF4-FFF2-40B4-BE49-F238E27FC236}">
                        <ns2:creationId id="{EA896FD0-451D-0278-A3CA-635CB9FFEFCA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387" name="図 386">
                    <a:extLst>
                      <a:ext uri="{FF2B5EF4-FFF2-40B4-BE49-F238E27FC236}">
                        <ns2:creationId id="{F4405E37-8843-2A73-F0A6-E60647D60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82" name="正方形/長方形 381">
                  <a:extLst>
                    <a:ext uri="{FF2B5EF4-FFF2-40B4-BE49-F238E27FC236}">
                      <ns2:creationId id="{FD55FE47-570F-C38E-D11A-8F82ED8FF4E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83" name="グループ化 382">
                  <a:extLst>
                    <a:ext uri="{FF2B5EF4-FFF2-40B4-BE49-F238E27FC236}">
                      <ns2:creationId id="{526F6DA9-6D07-49EA-3764-AF18CEA6208B}"/>
                    </a:ext>
                  </a:extLst>
                </p:cNvPr>
                <p:cNvGrpSpPr/>
                <p:nvPr/>
              </p:nvGrpSpPr>
              <p:grpSpPr>
                <a:xfrm>
                  <a:off x="3903535" y="3371913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84" name="正方形/長方形 383">
                    <a:extLst>
                      <a:ext uri="{FF2B5EF4-FFF2-40B4-BE49-F238E27FC236}">
                        <ns2:creationId id="{28413C1B-1E76-ED5F-C579-B000B91B4B4F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85" name="正方形/長方形 384">
                    <a:extLst>
                      <a:ext uri="{FF2B5EF4-FFF2-40B4-BE49-F238E27FC236}">
                        <ns2:creationId id="{0E290636-19E1-3458-52E2-8D18769A40F6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89" name="円柱 388">
                <a:extLst>
                  <a:ext uri="{FF2B5EF4-FFF2-40B4-BE49-F238E27FC236}">
                    <ns2:creationId id="{E6F0DCD1-6626-B6F0-C4D3-1D08DFCCDCC9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B5F65473-C3F6-BFF8-D419-FB16133D4BC4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01" name="グループ化 400">
                <a:extLst>
                  <a:ext uri="{FF2B5EF4-FFF2-40B4-BE49-F238E27FC236}">
                    <ns2:creationId id="{A22F5CE6-2D12-89DC-6E73-2D2197A6E9F9}"/>
                  </a:ext>
                </a:extLst>
              </p:cNvPr>
              <p:cNvGrpSpPr/>
              <p:nvPr/>
            </p:nvGrpSpPr>
            <p:grpSpPr>
              <a:xfrm>
                <a:off x="9032479" y="5187475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608F9E3C-70BC-5A59-DFDF-C2A893F3A64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04" name="正方形/長方形 403">
                    <a:extLst>
                      <a:ext uri="{FF2B5EF4-FFF2-40B4-BE49-F238E27FC236}">
                        <ns2:creationId id="{CA2170C2-E56B-06E3-9009-C3A7BF79DB1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5" name="正方形/長方形 404">
                    <a:extLst>
                      <a:ext uri="{FF2B5EF4-FFF2-40B4-BE49-F238E27FC236}">
                        <ns2:creationId id="{E1A1FCC3-6FEC-C3EB-65C2-C1EF6FD1CF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6" name="正方形/長方形 405">
                    <a:extLst>
                      <a:ext uri="{FF2B5EF4-FFF2-40B4-BE49-F238E27FC236}">
                        <ns2:creationId id="{68C6AB26-67A7-5F56-FCC5-3058B6B4D3D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7" name="正方形/長方形 406">
                    <a:extLst>
                      <a:ext uri="{FF2B5EF4-FFF2-40B4-BE49-F238E27FC236}">
                        <ns2:creationId id="{F94568B5-2B90-7666-F357-AA2BCC6282A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8" name="正方形/長方形 407">
                    <a:extLst>
                      <a:ext uri="{FF2B5EF4-FFF2-40B4-BE49-F238E27FC236}">
                        <ns2:creationId id="{B4921E87-E19B-A1FF-FD83-FFB86F57F52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9" name="正方形/長方形 408">
                    <a:extLst>
                      <a:ext uri="{FF2B5EF4-FFF2-40B4-BE49-F238E27FC236}">
                        <ns2:creationId id="{522E6D3B-2592-5E06-F27A-33BBD75B38D9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10" name="正方形/長方形 409">
                    <a:extLst>
                      <a:ext uri="{FF2B5EF4-FFF2-40B4-BE49-F238E27FC236}">
                        <ns2:creationId id="{DA6DEAED-266E-5388-9D0C-27228D05A000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403" name="正方形/長方形 402">
                  <a:extLst>
                    <a:ext uri="{FF2B5EF4-FFF2-40B4-BE49-F238E27FC236}">
                      <ns2:creationId id="{D69B8D6D-40FF-FCEC-A273-DBB8DBAB51E5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sp>
            <p:nvSpPr>
              <p:cNvPr id="421" name="正方形/長方形 420">
                <a:extLst>
                  <a:ext uri="{FF2B5EF4-FFF2-40B4-BE49-F238E27FC236}">
                    <ns2:creationId id="{76AFE293-715C-0B47-5379-015CA7C14D4C}"/>
                  </a:ext>
                </a:extLst>
              </p:cNvPr>
              <p:cNvSpPr/>
              <p:nvPr/>
            </p:nvSpPr>
            <p:spPr>
              <a:xfrm>
                <a:off x="8831383" y="5060212"/>
                <a:ext cx="760038" cy="389826"/>
              </a:xfrm>
              <a:prstGeom prst="rect">
                <a:avLst/>
              </a:prstGeom>
              <a:noFill/>
              <a:ln w="158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3" name="正方形/長方形 422">
                <a:extLst>
                  <a:ext uri="{FF2B5EF4-FFF2-40B4-BE49-F238E27FC236}">
                    <ns2:creationId id="{F2C4E545-2E21-CDAE-D746-34F274EEDD31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5" name="フローチャート: 書類 424">
                <a:extLst>
                  <a:ext uri="{FF2B5EF4-FFF2-40B4-BE49-F238E27FC236}">
                    <ns2:creationId id="{6B8719F2-5A9B-FD06-4093-7462D0716147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7" name="フローチャート: 書類 426">
                <a:extLst>
                  <a:ext uri="{FF2B5EF4-FFF2-40B4-BE49-F238E27FC236}">
                    <ns2:creationId id="{023C9C85-05ED-AEF4-3E1D-FDC4FA33D4CD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EF5815E6-ADBF-39D2-7184-3799EF8123B1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D265F0EF-12E0-37BA-16B6-932A059CC079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80F8CC4C-0393-4B2A-BB4E-392580A04D97}"/>
                  </a:ext>
                </a:extLst>
              </p:cNvPr>
              <p:cNvSpPr/>
              <p:nvPr/>
            </p:nvSpPr>
            <p:spPr>
              <a:xfrm>
                <a:off x="10947022" y="5307569"/>
                <a:ext cx="910016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F2AF146C-1B01-B970-6FB1-BB7D5331B93A}"/>
                  </a:ext>
                </a:extLst>
              </p:cNvPr>
              <p:cNvSpPr/>
              <p:nvPr/>
            </p:nvSpPr>
            <p:spPr>
              <a:xfrm>
                <a:off x="8806401" y="5539857"/>
                <a:ext cx="79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コネクタ: カギ線 291">
                <a:extLst>
                  <a:ext uri="{FF2B5EF4-FFF2-40B4-BE49-F238E27FC236}">
                    <ns2:creationId id="{5BF14DC9-B289-EFFD-0257-9D36BE92C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4758259"/>
                <a:ext cx="1155563" cy="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コネクタ: カギ線 302">
                <a:extLst>
                  <a:ext uri="{FF2B5EF4-FFF2-40B4-BE49-F238E27FC236}">
                    <ns2:creationId id="{E51482C7-12BC-8E5F-753B-9A39DA385D6A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>
                <a:off x="2446962" y="5687870"/>
                <a:ext cx="1155563" cy="21893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コネクタ: カギ線 311">
                <a:extLst>
                  <a:ext uri="{FF2B5EF4-FFF2-40B4-BE49-F238E27FC236}">
                    <ns2:creationId id="{E8EE34A4-1403-85F3-A167-0E50AB6245D8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 flipV="1">
                <a:off x="2340655" y="5906800"/>
                <a:ext cx="1261870" cy="293922"/>
              </a:xfrm>
              <a:prstGeom prst="bentConnector3">
                <a:avLst>
                  <a:gd name="adj1" fmla="val 53451"/>
                </a:avLst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コネクタ: カギ線 343">
                <a:extLst>
                  <a:ext uri="{FF2B5EF4-FFF2-40B4-BE49-F238E27FC236}">
                    <ns2:creationId id="{4ABB6A7C-C0AB-C108-F2FD-F28919264C76}"/>
                  </a:ext>
                </a:extLst>
              </p:cNvPr>
              <p:cNvCxnSpPr>
                <a:cxnSpLocks/>
                <a:endCxn id="421" idx="1"/>
              </p:cNvCxnSpPr>
              <p:nvPr/>
            </p:nvCxnSpPr>
            <p:spPr>
              <a:xfrm>
                <a:off x="4299535" y="4596525"/>
                <a:ext cx="4531848" cy="65860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コネクタ: カギ線 423">
                <a:extLst>
                  <a:ext uri="{FF2B5EF4-FFF2-40B4-BE49-F238E27FC236}">
                    <ns2:creationId id="{109D5C41-07BC-B9A6-41C3-BFD6C141CF64}"/>
                  </a:ext>
                </a:extLst>
              </p:cNvPr>
              <p:cNvCxnSpPr>
                <a:cxnSpLocks/>
                <a:stCxn id="384" idx="3"/>
                <a:endCxn id="421" idx="1"/>
              </p:cNvCxnSpPr>
              <p:nvPr/>
            </p:nvCxnSpPr>
            <p:spPr>
              <a:xfrm flipV="1">
                <a:off x="4299535" y="5255125"/>
                <a:ext cx="4531848" cy="50372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44E2131-CB04-B31E-0C6A-E84C02098AC6}"/>
                  </a:ext>
                </a:extLst>
              </p:cNvPr>
              <p:cNvCxnSpPr>
                <a:cxnSpLocks/>
                <a:stCxn id="389" idx="4"/>
                <a:endCxn id="427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173F1EEF-DE5D-D970-EB66-3EF6870AB37E}"/>
                  </a:ext>
                </a:extLst>
              </p:cNvPr>
              <p:cNvCxnSpPr>
                <a:cxnSpLocks/>
                <a:stCxn id="389" idx="4"/>
                <a:endCxn id="431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コネクタ: カギ線 438">
                <a:extLst>
                  <a:ext uri="{FF2B5EF4-FFF2-40B4-BE49-F238E27FC236}">
                    <ns2:creationId id="{590CE8E5-4011-707C-CCAC-955615C93CCE}"/>
                  </a:ext>
                </a:extLst>
              </p:cNvPr>
              <p:cNvCxnSpPr>
                <a:cxnSpLocks/>
                <a:stCxn id="389" idx="4"/>
                <a:endCxn id="429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コネクタ: カギ線 13">
                <a:extLst>
                  <a:ext uri="{FF2B5EF4-FFF2-40B4-BE49-F238E27FC236}">
                    <ns2:creationId id="{5BB4F1CA-C167-64C3-1D84-EE1045011047}"/>
                  </a:ext>
                </a:extLst>
              </p:cNvPr>
              <p:cNvCxnSpPr>
                <a:stCxn id="375" idx="2"/>
              </p:cNvCxnSpPr>
              <p:nvPr/>
            </p:nvCxnSpPr>
            <p:spPr>
              <a:xfrm rot="16200000" flipH="1">
                <a:off x="4074514" y="4671948"/>
                <a:ext cx="475422" cy="8434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コネクタ: カギ線 18">
                <a:extLst>
                  <a:ext uri="{FF2B5EF4-FFF2-40B4-BE49-F238E27FC236}">
                    <ns2:creationId id="{5F34CEC1-4E51-01F7-8D88-6D38D4835FD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54370" y="5159290"/>
                <a:ext cx="479176" cy="82278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7C66A722-ADB1-C846-D330-780A67F94D05}"/>
                </a:ext>
              </a:extLst>
            </p:cNvPr>
            <p:cNvGrpSpPr/>
            <p:nvPr/>
          </p:nvGrpSpPr>
          <p:grpSpPr>
            <a:xfrm>
              <a:off x="353128" y="1628775"/>
              <a:ext cx="11505555" cy="2361323"/>
              <a:chOff x="353128" y="1628775"/>
              <a:chExt cx="11505555" cy="2361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449EED92-12FE-9987-78C2-B2091F4693C7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73332AE-6455-B155-6348-330ABB0BDBDC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A178E18-DC30-F098-C01D-5F663A52BB5B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81B9B7EA-C059-2846-1452-8D2D78A88E8A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425CC1A-1865-4E62-1AE3-87B42D958EBC}"/>
                  </a:ext>
                </a:extLst>
              </p:cNvPr>
              <p:cNvSpPr/>
              <p:nvPr/>
            </p:nvSpPr>
            <p:spPr>
              <a:xfrm>
                <a:off x="10471958" y="3463188"/>
                <a:ext cx="1385079" cy="4680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t" anchorCtr="0"/>
              <a:lstStyle/>
              <a:p>
                <a:pPr>
                  <a:spcAft>
                    <a:spcPts val="1000"/>
                  </a:spcAft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9" name="直線コネクタ 48">
                <a:extLst>
                  <a:ext uri="{FF2B5EF4-FFF2-40B4-BE49-F238E27FC236}">
                    <ns2:creationId id="{1EA4D122-8506-D099-6BE5-8DC928B7A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10AD39E-45E4-F5F0-A1F2-6B7C6567CB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AB5A67FF-4EE5-D718-299A-063E02A71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FAF475AE-A75D-7689-058A-3AE6D8CAA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フローチャート: 磁気ディスク 127">
                <a:extLst>
                  <a:ext uri="{FF2B5EF4-FFF2-40B4-BE49-F238E27FC236}">
                    <ns2:creationId id="{21937C78-00EA-CE5A-A665-B5B84F20FE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69055" y="2620555"/>
                <a:ext cx="1454217" cy="720000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r>
                  <a:rPr lang="en-US" altLang="ja-JP" sz="1000" b="1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74ACB39-C2C2-0655-57F0-45964E59794A}"/>
                  </a:ext>
                </a:extLst>
              </p:cNvPr>
              <p:cNvSpPr/>
              <p:nvPr/>
            </p:nvSpPr>
            <p:spPr>
              <a:xfrm>
                <a:off x="1204313" y="1830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FFADFFFA-C4E2-A4AD-43A3-92793B0420C4}"/>
                  </a:ext>
                </a:extLst>
              </p:cNvPr>
              <p:cNvSpPr/>
              <p:nvPr/>
            </p:nvSpPr>
            <p:spPr>
              <a:xfrm>
                <a:off x="1204313" y="2946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9877A191-022D-E078-1026-FF0A7F9394D5}"/>
                  </a:ext>
                </a:extLst>
              </p:cNvPr>
              <p:cNvGrpSpPr/>
              <p:nvPr/>
            </p:nvGrpSpPr>
            <p:grpSpPr>
              <a:xfrm>
                <a:off x="1616803" y="2065696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31" name="グループ化 230">
                  <a:extLst>
                    <a:ext uri="{FF2B5EF4-FFF2-40B4-BE49-F238E27FC236}">
                      <ns2:creationId id="{A194D0E8-DCE9-D0E6-F6F5-BECCEB69A8A8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132" name="フローチャート: 書類 131">
                    <a:extLst>
                      <a:ext uri="{FF2B5EF4-FFF2-40B4-BE49-F238E27FC236}">
                        <ns2:creationId id="{CBCB0684-F2FB-8D27-6CA7-6F3546A918E3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4" name="フローチャート: 書類 133">
                    <a:extLst>
                      <a:ext uri="{FF2B5EF4-FFF2-40B4-BE49-F238E27FC236}">
                        <ns2:creationId id="{772B98D9-FC7A-3646-94A5-0E9067AA26A3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6" name="フローチャート: 書類 135">
                    <a:extLst>
                      <a:ext uri="{FF2B5EF4-FFF2-40B4-BE49-F238E27FC236}">
                        <ns2:creationId id="{37F234B4-4433-6952-5E42-B780D5C5C473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138" name="図 137">
                    <a:extLst>
                      <a:ext uri="{FF2B5EF4-FFF2-40B4-BE49-F238E27FC236}">
                        <ns2:creationId id="{FD94927C-085F-800D-CFE2-23C873501A9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30" name="正方形/長方形 229">
                    <a:extLst>
                      <a:ext uri="{FF2B5EF4-FFF2-40B4-BE49-F238E27FC236}">
                        <ns2:creationId id="{357636D2-5496-3BE9-1311-F8C994EE2329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49" name="正方形/長方形 248">
                  <a:extLst>
                    <a:ext uri="{FF2B5EF4-FFF2-40B4-BE49-F238E27FC236}">
                      <ns2:creationId id="{ABCE1F1F-27CF-77D0-B279-A9CCC10348ED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0" name="正方形/長方形 249">
                  <a:extLst>
                    <a:ext uri="{FF2B5EF4-FFF2-40B4-BE49-F238E27FC236}">
                      <ns2:creationId id="{29A5B011-86FA-1D9E-96C2-7D54347E6DED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52" name="グループ化 251">
                <a:extLst>
                  <a:ext uri="{FF2B5EF4-FFF2-40B4-BE49-F238E27FC236}">
                    <ns2:creationId id="{1B8567A4-DB28-F6DA-09DE-3676AFEBAE13}"/>
                  </a:ext>
                </a:extLst>
              </p:cNvPr>
              <p:cNvGrpSpPr/>
              <p:nvPr/>
            </p:nvGrpSpPr>
            <p:grpSpPr>
              <a:xfrm>
                <a:off x="1616803" y="2995307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53" name="グループ化 252">
                  <a:extLst>
                    <a:ext uri="{FF2B5EF4-FFF2-40B4-BE49-F238E27FC236}">
                      <ns2:creationId id="{1A3CE0DB-9195-2481-620A-08B17A518C6D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256" name="フローチャート: 書類 255">
                    <a:extLst>
                      <a:ext uri="{FF2B5EF4-FFF2-40B4-BE49-F238E27FC236}">
                        <ns2:creationId id="{9EA6636B-35E6-97B3-B63E-C62E3C51073D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7" name="フローチャート: 書類 256">
                    <a:extLst>
                      <a:ext uri="{FF2B5EF4-FFF2-40B4-BE49-F238E27FC236}">
                        <ns2:creationId id="{72F0FE24-B212-2D52-7C4E-CD20A17C66FC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8" name="フローチャート: 書類 257">
                    <a:extLst>
                      <a:ext uri="{FF2B5EF4-FFF2-40B4-BE49-F238E27FC236}">
                        <ns2:creationId id="{850D4C32-164A-555D-7502-A6628BA540F2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59" name="図 258">
                    <a:extLst>
                      <a:ext uri="{FF2B5EF4-FFF2-40B4-BE49-F238E27FC236}">
                        <ns2:creationId id="{DE8C8145-A703-EB04-387C-E9A9EEFE407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60" name="正方形/長方形 259">
                    <a:extLst>
                      <a:ext uri="{FF2B5EF4-FFF2-40B4-BE49-F238E27FC236}">
                        <ns2:creationId id="{8B22AE9E-E29C-D05E-D8C8-D4255758CB7C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54" name="正方形/長方形 253">
                  <a:extLst>
                    <a:ext uri="{FF2B5EF4-FFF2-40B4-BE49-F238E27FC236}">
                      <ns2:creationId id="{532E2BDD-8F3E-B2AB-474F-F16D63F598C0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5" name="正方形/長方形 254">
                  <a:extLst>
                    <a:ext uri="{FF2B5EF4-FFF2-40B4-BE49-F238E27FC236}">
                      <ns2:creationId id="{3E79B706-F86D-CC03-FC1F-BF03DB3BFFD8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67" name="グループ化 266">
                <a:extLst>
                  <a:ext uri="{FF2B5EF4-FFF2-40B4-BE49-F238E27FC236}">
                    <ns2:creationId id="{3B6B47D7-090C-EB08-C358-8297EF607F9F}"/>
                  </a:ext>
                </a:extLst>
              </p:cNvPr>
              <p:cNvGrpSpPr/>
              <p:nvPr/>
            </p:nvGrpSpPr>
            <p:grpSpPr>
              <a:xfrm>
                <a:off x="1682245" y="3672568"/>
                <a:ext cx="658410" cy="245915"/>
                <a:chOff x="1793411" y="3736068"/>
                <a:chExt cx="658410" cy="245915"/>
              </a:xfrm>
            </p:grpSpPr>
            <p:grpSp>
              <p:nvGrpSpPr>
                <p:cNvPr id="261" name="グループ化 260">
                  <a:extLst>
                    <a:ext uri="{FF2B5EF4-FFF2-40B4-BE49-F238E27FC236}">
                      <ns2:creationId id="{C0004771-2359-950C-179C-0BAF65F19F78}"/>
                    </a:ext>
                  </a:extLst>
                </p:cNvPr>
                <p:cNvGrpSpPr/>
                <p:nvPr/>
              </p:nvGrpSpPr>
              <p:grpSpPr>
                <a:xfrm>
                  <a:off x="1793411" y="3736068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61" name="フローチャート: 書類 60">
                    <a:extLst>
                      <a:ext uri="{FF2B5EF4-FFF2-40B4-BE49-F238E27FC236}">
                        <ns2:creationId id="{ED893AD1-EA1D-54B3-2701-18EAC03E14A7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62" name="図 61">
                    <a:extLst>
                      <a:ext uri="{FF2B5EF4-FFF2-40B4-BE49-F238E27FC236}">
                        <ns2:creationId id="{912769B7-592D-4A33-E4F2-36BDAF1034A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66" name="正方形/長方形 265">
                  <a:extLst>
                    <a:ext uri="{FF2B5EF4-FFF2-40B4-BE49-F238E27FC236}">
                      <ns2:creationId id="{D4924C57-5347-E55D-E1C9-4728DAF0FD3A}"/>
                    </a:ext>
                  </a:extLst>
                </p:cNvPr>
                <p:cNvSpPr/>
                <p:nvPr/>
              </p:nvSpPr>
              <p:spPr>
                <a:xfrm>
                  <a:off x="1970166" y="3808332"/>
                  <a:ext cx="360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cxnSp>
            <p:nvCxnSpPr>
              <p:cNvPr id="293" name="直線コネクタ 292">
                <a:extLst>
                  <a:ext uri="{FF2B5EF4-FFF2-40B4-BE49-F238E27FC236}">
                    <ns2:creationId id="{C27C07F2-A686-C0AD-7E97-10B73A2C863E}"/>
                  </a:ext>
                </a:extLst>
              </p:cNvPr>
              <p:cNvCxnSpPr>
                <a:cxnSpLocks/>
                <a:stCxn id="250" idx="3"/>
                <a:endCxn id="271" idx="1"/>
              </p:cNvCxnSpPr>
              <p:nvPr/>
            </p:nvCxnSpPr>
            <p:spPr>
              <a:xfrm flipV="1">
                <a:off x="2446962" y="2349639"/>
                <a:ext cx="1177335" cy="18381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7" name="グループ化 56">
                <a:extLst>
                  <a:ext uri="{FF2B5EF4-FFF2-40B4-BE49-F238E27FC236}">
                    <ns2:creationId id="{9E46E429-CDB4-A15A-58DC-3D4AA2473BD8}"/>
                  </a:ext>
                </a:extLst>
              </p:cNvPr>
              <p:cNvGrpSpPr/>
              <p:nvPr/>
            </p:nvGrpSpPr>
            <p:grpSpPr>
              <a:xfrm>
                <a:off x="3541887" y="2074920"/>
                <a:ext cx="939071" cy="382719"/>
                <a:chOff x="3520115" y="2118464"/>
                <a:chExt cx="939071" cy="382719"/>
              </a:xfrm>
            </p:grpSpPr>
            <p:grpSp>
              <p:nvGrpSpPr>
                <p:cNvPr id="279" name="グループ化 278">
                  <a:extLst>
                    <a:ext uri="{FF2B5EF4-FFF2-40B4-BE49-F238E27FC236}">
                      <ns2:creationId id="{C5164C79-1DE9-6EB6-EB38-D8C2D1AF4322}"/>
                    </a:ext>
                  </a:extLst>
                </p:cNvPr>
                <p:cNvGrpSpPr/>
                <p:nvPr/>
              </p:nvGrpSpPr>
              <p:grpSpPr>
                <a:xfrm>
                  <a:off x="3520115" y="225526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69" name="グループ化 268">
                    <a:extLst>
                      <a:ext uri="{FF2B5EF4-FFF2-40B4-BE49-F238E27FC236}">
                        <ns2:creationId id="{EE5D0A49-000C-D941-AF60-D5C74FF6477F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71" name="フローチャート: 書類 270">
                      <a:extLst>
                        <a:ext uri="{FF2B5EF4-FFF2-40B4-BE49-F238E27FC236}">
                          <ns2:creationId id="{512E063F-4642-F7CF-1BAC-297E989DF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72" name="図 271">
                      <a:extLst>
                        <a:ext uri="{FF2B5EF4-FFF2-40B4-BE49-F238E27FC236}">
                          <ns2:creationId id="{32EAB90F-CF1B-A1C8-793A-41DD3157B9D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74" name="正方形/長方形 273">
                    <a:extLst>
                      <a:ext uri="{FF2B5EF4-FFF2-40B4-BE49-F238E27FC236}">
                        <ns2:creationId id="{18EC8CA8-3030-7F28-3BC3-720FA2909A09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00" name="グループ化 299">
                  <a:extLst>
                    <a:ext uri="{FF2B5EF4-FFF2-40B4-BE49-F238E27FC236}">
                      <ns2:creationId id="{B005CC91-6362-D355-3757-0029FA6C3D13}"/>
                    </a:ext>
                  </a:extLst>
                </p:cNvPr>
                <p:cNvGrpSpPr/>
                <p:nvPr/>
              </p:nvGrpSpPr>
              <p:grpSpPr>
                <a:xfrm>
                  <a:off x="3903535" y="2118464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297" name="正方形/長方形 296">
                    <a:extLst>
                      <a:ext uri="{FF2B5EF4-FFF2-40B4-BE49-F238E27FC236}">
                        <ns2:creationId id="{1E5A5DBC-9D77-911F-93C3-2AA1D433B9A2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FDD10980-7735-F5D2-20C4-BF836EF9936A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9" name="グループ化 338">
                <a:extLst>
                  <a:ext uri="{FF2B5EF4-FFF2-40B4-BE49-F238E27FC236}">
                    <ns2:creationId id="{50E8CB3A-FCCD-1FBD-C87E-63F6AAA4A8FB}"/>
                  </a:ext>
                </a:extLst>
              </p:cNvPr>
              <p:cNvGrpSpPr/>
              <p:nvPr/>
            </p:nvGrpSpPr>
            <p:grpSpPr>
              <a:xfrm>
                <a:off x="3498343" y="3391230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275" name="グループ化 274">
                  <a:extLst>
                    <a:ext uri="{FF2B5EF4-FFF2-40B4-BE49-F238E27FC236}">
                      <ns2:creationId id="{56A95985-34B2-D0E8-ECEF-57D4F6280BDC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276" name="フローチャート: 書類 275">
                    <a:extLst>
                      <a:ext uri="{FF2B5EF4-FFF2-40B4-BE49-F238E27FC236}">
                        <ns2:creationId id="{E8A1371C-4415-7AEF-6FB6-C51E53D6D6A0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77" name="図 276">
                    <a:extLst>
                      <a:ext uri="{FF2B5EF4-FFF2-40B4-BE49-F238E27FC236}">
                        <ns2:creationId id="{CBF53F93-FC79-4B6E-F533-EB4C822C6B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78" name="正方形/長方形 277">
                  <a:extLst>
                    <a:ext uri="{FF2B5EF4-FFF2-40B4-BE49-F238E27FC236}">
                      <ns2:creationId id="{87A13E42-730E-19CF-A4FC-C21ECAAC4C8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04" name="グループ化 303">
                  <a:extLst>
                    <a:ext uri="{FF2B5EF4-FFF2-40B4-BE49-F238E27FC236}">
                      <ns2:creationId id="{D3066579-A12E-2BC4-6940-663D85A78DF8}"/>
                    </a:ext>
                  </a:extLst>
                </p:cNvPr>
                <p:cNvGrpSpPr/>
                <p:nvPr/>
              </p:nvGrpSpPr>
              <p:grpSpPr>
                <a:xfrm>
                  <a:off x="3919186" y="3371913"/>
                  <a:ext cx="540000" cy="183215"/>
                  <a:chOff x="3919186" y="2118464"/>
                  <a:chExt cx="540000" cy="183215"/>
                </a:xfrm>
              </p:grpSpPr>
              <p:sp>
                <p:nvSpPr>
                  <p:cNvPr id="305" name="正方形/長方形 304">
                    <a:extLst>
                      <a:ext uri="{FF2B5EF4-FFF2-40B4-BE49-F238E27FC236}">
                        <ns2:creationId id="{72E21D6E-A5D7-B47F-0CC0-AC24170A5549}"/>
                      </a:ext>
                    </a:extLst>
                  </p:cNvPr>
                  <p:cNvSpPr/>
                  <p:nvPr/>
                </p:nvSpPr>
                <p:spPr>
                  <a:xfrm>
                    <a:off x="3936193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06" name="正方形/長方形 305">
                    <a:extLst>
                      <a:ext uri="{FF2B5EF4-FFF2-40B4-BE49-F238E27FC236}">
                        <ns2:creationId id="{EB11BCD6-FA1B-6252-7123-7F152124BA1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08" name="正方形/長方形 307">
                <a:extLst>
                  <a:ext uri="{FF2B5EF4-FFF2-40B4-BE49-F238E27FC236}">
                    <ns2:creationId id="{2B4EA6DA-6CFF-9726-E71A-9D6F083551CB}"/>
                  </a:ext>
                </a:extLst>
              </p:cNvPr>
              <p:cNvSpPr/>
              <p:nvPr/>
            </p:nvSpPr>
            <p:spPr>
              <a:xfrm>
                <a:off x="5249184" y="3525767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23" name="グループ化 322">
                <a:extLst>
                  <a:ext uri="{FF2B5EF4-FFF2-40B4-BE49-F238E27FC236}">
                    <ns2:creationId id="{85E4FF4C-B6C8-B27B-2BE0-9734D774379A}"/>
                  </a:ext>
                </a:extLst>
              </p:cNvPr>
              <p:cNvGrpSpPr/>
              <p:nvPr/>
            </p:nvGrpSpPr>
            <p:grpSpPr>
              <a:xfrm>
                <a:off x="7008831" y="2128275"/>
                <a:ext cx="839144" cy="311938"/>
                <a:chOff x="7008831" y="2182705"/>
                <a:chExt cx="839144" cy="311938"/>
              </a:xfrm>
            </p:grpSpPr>
            <p:grpSp>
              <p:nvGrpSpPr>
                <p:cNvPr id="280" name="グループ化 279">
                  <a:extLst>
                    <a:ext uri="{FF2B5EF4-FFF2-40B4-BE49-F238E27FC236}">
                      <ns2:creationId id="{478EF729-A852-9C44-13FD-40E52AFFBF2D}"/>
                    </a:ext>
                  </a:extLst>
                </p:cNvPr>
                <p:cNvGrpSpPr/>
                <p:nvPr/>
              </p:nvGrpSpPr>
              <p:grpSpPr>
                <a:xfrm>
                  <a:off x="7008831" y="224872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81" name="グループ化 280">
                    <a:extLst>
                      <a:ext uri="{FF2B5EF4-FFF2-40B4-BE49-F238E27FC236}">
                        <ns2:creationId id="{0AD7F4E5-9DEA-E44F-E608-0C092596CF88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83" name="フローチャート: 書類 282">
                      <a:extLst>
                        <a:ext uri="{FF2B5EF4-FFF2-40B4-BE49-F238E27FC236}">
                          <ns2:creationId id="{A5EB97DE-2755-4B6F-465C-20613B7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84" name="図 283">
                      <a:extLst>
                        <a:ext uri="{FF2B5EF4-FFF2-40B4-BE49-F238E27FC236}">
                          <ns2:creationId id="{C730A936-EB39-26C8-8C2D-59D9276EF98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82" name="正方形/長方形 281">
                    <a:extLst>
                      <a:ext uri="{FF2B5EF4-FFF2-40B4-BE49-F238E27FC236}">
                        <ns2:creationId id="{9886367C-42B8-7CD8-694F-5A5FAF8F8C11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310" name="正方形/長方形 309">
                  <a:extLst>
                    <a:ext uri="{FF2B5EF4-FFF2-40B4-BE49-F238E27FC236}">
                      <ns2:creationId id="{4DFA6204-4B0E-4AE9-3E69-B61F29F81D72}"/>
                    </a:ext>
                  </a:extLst>
                </p:cNvPr>
                <p:cNvSpPr/>
                <p:nvPr/>
              </p:nvSpPr>
              <p:spPr>
                <a:xfrm>
                  <a:off x="7451975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343" name="グループ化 342">
                <a:extLst>
                  <a:ext uri="{FF2B5EF4-FFF2-40B4-BE49-F238E27FC236}">
                    <ns2:creationId id="{09D09EE4-73CD-CDA2-BD72-9D393838B321}"/>
                  </a:ext>
                </a:extLst>
              </p:cNvPr>
              <p:cNvGrpSpPr/>
              <p:nvPr/>
            </p:nvGrpSpPr>
            <p:grpSpPr>
              <a:xfrm>
                <a:off x="8759257" y="2139161"/>
                <a:ext cx="803015" cy="312380"/>
                <a:chOff x="8759257" y="2182705"/>
                <a:chExt cx="803015" cy="312380"/>
              </a:xfrm>
            </p:grpSpPr>
            <p:sp>
              <p:nvSpPr>
                <p:cNvPr id="288" name="フローチャート: 書類 287">
                  <a:extLst>
                    <a:ext uri="{FF2B5EF4-FFF2-40B4-BE49-F238E27FC236}">
                      <ns2:creationId id="{EF3366FC-3CE8-3939-94E5-D88E9EDED8B9}"/>
                    </a:ext>
                  </a:extLst>
                </p:cNvPr>
                <p:cNvSpPr/>
                <p:nvPr/>
              </p:nvSpPr>
              <p:spPr>
                <a:xfrm>
                  <a:off x="8822804" y="2279085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D8EF6324-0A1F-739E-C14E-F59250BB610E}"/>
                    </a:ext>
                  </a:extLst>
                </p:cNvPr>
                <p:cNvSpPr/>
                <p:nvPr/>
              </p:nvSpPr>
              <p:spPr>
                <a:xfrm>
                  <a:off x="8904903" y="2313726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3" name="正方形/長方形 312">
                  <a:extLst>
                    <a:ext uri="{FF2B5EF4-FFF2-40B4-BE49-F238E27FC236}">
                      <ns2:creationId id="{57B84573-9A1A-C922-D5E8-915E1EF79EBC}"/>
                    </a:ext>
                  </a:extLst>
                </p:cNvPr>
                <p:cNvSpPr/>
                <p:nvPr/>
              </p:nvSpPr>
              <p:spPr>
                <a:xfrm>
                  <a:off x="9166272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315" name="図 314">
                  <a:extLst>
                    <a:ext uri="{FF2B5EF4-FFF2-40B4-BE49-F238E27FC236}">
                      <ns2:creationId id="{272B9014-AD81-9D9A-D958-AD7D308E3D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59257" y="2201374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326" name="グループ化 325">
                <a:extLst>
                  <a:ext uri="{FF2B5EF4-FFF2-40B4-BE49-F238E27FC236}">
                    <ns2:creationId id="{5A2C469A-14A3-52EE-5C75-DE3ECA802DC2}"/>
                  </a:ext>
                </a:extLst>
              </p:cNvPr>
              <p:cNvGrpSpPr/>
              <p:nvPr/>
            </p:nvGrpSpPr>
            <p:grpSpPr>
              <a:xfrm>
                <a:off x="6986064" y="3350149"/>
                <a:ext cx="1045069" cy="392591"/>
                <a:chOff x="7008831" y="3189890"/>
                <a:chExt cx="1045069" cy="392591"/>
              </a:xfrm>
            </p:grpSpPr>
            <p:grpSp>
              <p:nvGrpSpPr>
                <p:cNvPr id="322" name="グループ化 321">
                  <a:extLst>
                    <a:ext uri="{FF2B5EF4-FFF2-40B4-BE49-F238E27FC236}">
                      <ns2:creationId id="{E5778B5C-68F1-F806-CC01-C863E716B854}"/>
                    </a:ext>
                  </a:extLst>
                </p:cNvPr>
                <p:cNvGrpSpPr/>
                <p:nvPr/>
              </p:nvGrpSpPr>
              <p:grpSpPr>
                <a:xfrm>
                  <a:off x="7008831" y="3292315"/>
                  <a:ext cx="839144" cy="290166"/>
                  <a:chOff x="7185933" y="3292315"/>
                  <a:chExt cx="839144" cy="290166"/>
                </a:xfrm>
              </p:grpSpPr>
              <p:grpSp>
                <p:nvGrpSpPr>
                  <p:cNvPr id="316" name="グループ化 315">
                    <a:extLst>
                      <a:ext uri="{FF2B5EF4-FFF2-40B4-BE49-F238E27FC236}">
                        <ns2:creationId id="{B35EF774-13BF-4966-2C1B-D4350CBDEA1A}"/>
                      </a:ext>
                    </a:extLst>
                  </p:cNvPr>
                  <p:cNvGrpSpPr/>
                  <p:nvPr/>
                </p:nvGrpSpPr>
                <p:grpSpPr>
                  <a:xfrm>
                    <a:off x="7185933" y="3336566"/>
                    <a:ext cx="658410" cy="245915"/>
                    <a:chOff x="3234095" y="2207888"/>
                    <a:chExt cx="658410" cy="245915"/>
                  </a:xfrm>
                </p:grpSpPr>
                <p:grpSp>
                  <p:nvGrpSpPr>
                    <p:cNvPr id="317" name="グループ化 316">
                      <a:extLst>
                        <a:ext uri="{FF2B5EF4-FFF2-40B4-BE49-F238E27FC236}">
                          <ns2:creationId id="{258E8FF3-2FE6-E40A-9694-ACA210746E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4095" y="2207888"/>
                      <a:ext cx="658410" cy="245915"/>
                      <a:chOff x="1793411" y="3736068"/>
                      <a:chExt cx="658410" cy="245915"/>
                    </a:xfrm>
                  </p:grpSpPr>
                  <p:sp>
                    <p:nvSpPr>
                      <p:cNvPr id="319" name="フローチャート: 書類 318">
                        <a:extLst>
                          <a:ext uri="{FF2B5EF4-FFF2-40B4-BE49-F238E27FC236}">
                            <ns2:creationId id="{4BA7ADA7-EEB7-0FE9-9A64-0571B0451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5821" y="3765983"/>
                        <a:ext cx="576000" cy="216000"/>
                      </a:xfrm>
                      <a:prstGeom prst="flowChartDocument">
                        <a:avLst/>
                      </a:prstGeom>
                      <a:solidFill>
                        <a:schemeClr val="bg1">
                          <a:alpha val="75000"/>
                        </a:schemeClr>
                      </a:solidFill>
                      <a:ln w="9525">
                        <a:solidFill>
                          <a:srgbClr val="00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lIns="36000" tIns="36000" rIns="36000" bIns="36000" rtlCol="0" anchor="ctr"/>
                      <a:lstStyle/>
                      <a:p>
                        <a:pPr marR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8000"/>
                          </a:buClr>
                          <a:buSzTx/>
                          <a:tabLst/>
                        </a:pPr>
                        <a:endPara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endParaRPr>
                      </a:p>
                    </p:txBody>
                  </p:sp>
                  <p:pic>
                    <p:nvPicPr>
                      <p:cNvPr id="320" name="図 319">
                        <a:extLst>
                          <a:ext uri="{FF2B5EF4-FFF2-40B4-BE49-F238E27FC236}">
                            <ns2:creationId id="{1B9276DF-3E16-D7EB-787D-AA09D113F0C6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793411" y="3736068"/>
                        <a:ext cx="144000" cy="120000"/>
                      </a:xfrm>
                      <a:prstGeom prst="rect">
                        <a:avLst/>
                      </a:prstGeom>
                    </p:spPr>
                  </p:pic>
                </p:grpSp>
                <p:sp>
                  <p:nvSpPr>
                    <p:cNvPr id="318" name="正方形/長方形 317">
                      <a:extLst>
                        <a:ext uri="{FF2B5EF4-FFF2-40B4-BE49-F238E27FC236}">
                          <ns2:creationId id="{F445DFA1-6E10-3981-8FA9-203CFC9EA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604" y="2272444"/>
                      <a:ext cx="432000" cy="108000"/>
                    </a:xfrm>
                    <a:prstGeom prst="rect">
                      <a:avLst/>
                    </a:prstGeom>
                    <a:solidFill>
                      <a:srgbClr val="E2F0D9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21" name="正方形/長方形 320">
                    <a:extLst>
                      <a:ext uri="{FF2B5EF4-FFF2-40B4-BE49-F238E27FC236}">
                        <ns2:creationId id="{05E9AF82-2B55-05FE-2E54-15B413276829}"/>
                      </a:ext>
                    </a:extLst>
                  </p:cNvPr>
                  <p:cNvSpPr/>
                  <p:nvPr/>
                </p:nvSpPr>
                <p:spPr>
                  <a:xfrm>
                    <a:off x="7629077" y="3292315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325" name="正方形/長方形 324">
                  <a:extLst>
                    <a:ext uri="{FF2B5EF4-FFF2-40B4-BE49-F238E27FC236}">
                      <ns2:creationId id="{45B2C11A-8D70-57C5-E735-56D2DABAFB41}"/>
                    </a:ext>
                  </a:extLst>
                </p:cNvPr>
                <p:cNvSpPr/>
                <p:nvPr/>
              </p:nvSpPr>
              <p:spPr>
                <a:xfrm>
                  <a:off x="7441900" y="3189890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42" name="グループ化 341">
                <a:extLst>
                  <a:ext uri="{FF2B5EF4-FFF2-40B4-BE49-F238E27FC236}">
                    <ns2:creationId id="{CD87FAB7-2054-34D2-6B3B-2D23A870AA50}"/>
                  </a:ext>
                </a:extLst>
              </p:cNvPr>
              <p:cNvGrpSpPr/>
              <p:nvPr/>
            </p:nvGrpSpPr>
            <p:grpSpPr>
              <a:xfrm>
                <a:off x="8777078" y="3346442"/>
                <a:ext cx="1027248" cy="392591"/>
                <a:chOff x="8777078" y="3389986"/>
                <a:chExt cx="1027248" cy="392591"/>
              </a:xfrm>
            </p:grpSpPr>
            <p:sp>
              <p:nvSpPr>
                <p:cNvPr id="334" name="フローチャート: 書類 333">
                  <a:extLst>
                    <a:ext uri="{FF2B5EF4-FFF2-40B4-BE49-F238E27FC236}">
                      <ns2:creationId id="{8A99A796-440F-298E-0B33-6FB026BEE4E8}"/>
                    </a:ext>
                  </a:extLst>
                </p:cNvPr>
                <p:cNvSpPr/>
                <p:nvPr/>
              </p:nvSpPr>
              <p:spPr>
                <a:xfrm>
                  <a:off x="8841667" y="3566577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33" name="正方形/長方形 332">
                  <a:extLst>
                    <a:ext uri="{FF2B5EF4-FFF2-40B4-BE49-F238E27FC236}">
                      <ns2:creationId id="{CF161706-BC7A-FE42-B0E6-171A3D0DDC29}"/>
                    </a:ext>
                  </a:extLst>
                </p:cNvPr>
                <p:cNvSpPr/>
                <p:nvPr/>
              </p:nvSpPr>
              <p:spPr>
                <a:xfrm>
                  <a:off x="8923766" y="3601218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1" name="正方形/長方形 330">
                  <a:extLst>
                    <a:ext uri="{FF2B5EF4-FFF2-40B4-BE49-F238E27FC236}">
                      <ns2:creationId id="{1D7ABCBD-107D-B96D-56C9-AA84E3C91BC1}"/>
                    </a:ext>
                  </a:extLst>
                </p:cNvPr>
                <p:cNvSpPr/>
                <p:nvPr/>
              </p:nvSpPr>
              <p:spPr>
                <a:xfrm>
                  <a:off x="9202401" y="3470639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**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29" name="正方形/長方形 328">
                  <a:extLst>
                    <a:ext uri="{FF2B5EF4-FFF2-40B4-BE49-F238E27FC236}">
                      <ns2:creationId id="{6B3897A8-7A69-EEC8-98A3-39F6B24EE98C}"/>
                    </a:ext>
                  </a:extLst>
                </p:cNvPr>
                <p:cNvSpPr/>
                <p:nvPr/>
              </p:nvSpPr>
              <p:spPr>
                <a:xfrm>
                  <a:off x="9192326" y="3389986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341" name="図 340">
                  <a:extLst>
                    <a:ext uri="{FF2B5EF4-FFF2-40B4-BE49-F238E27FC236}">
                      <ns2:creationId id="{8B5B60EE-053A-2A0D-2F5D-6832F2D58E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77078" y="3473930"/>
                  <a:ext cx="144000" cy="120000"/>
                </a:xfrm>
                <a:prstGeom prst="rect">
                  <a:avLst/>
                </a:prstGeom>
              </p:spPr>
            </p:pic>
          </p:grpSp>
          <p:cxnSp>
            <p:nvCxnSpPr>
              <p:cNvPr id="63" name="直線コネクタ 62">
                <a:extLst>
                  <a:ext uri="{FF2B5EF4-FFF2-40B4-BE49-F238E27FC236}">
                    <ns2:creationId id="{8DDDAFD3-CBEF-E1EC-7DBA-6A337BCBEB57}"/>
                  </a:ext>
                </a:extLst>
              </p:cNvPr>
              <p:cNvCxnSpPr>
                <a:cxnSpLocks/>
                <a:stCxn id="271" idx="3"/>
                <a:endCxn id="283" idx="1"/>
              </p:cNvCxnSpPr>
              <p:nvPr/>
            </p:nvCxnSpPr>
            <p:spPr>
              <a:xfrm flipV="1">
                <a:off x="4200297" y="2332213"/>
                <a:ext cx="2890944" cy="17426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正方形/長方形 290">
                <a:extLst>
                  <a:ext uri="{FF2B5EF4-FFF2-40B4-BE49-F238E27FC236}">
                    <ns2:creationId id="{AD3A3847-27F4-B4C3-876B-6E4F63ACC6D6}"/>
                  </a:ext>
                </a:extLst>
              </p:cNvPr>
              <p:cNvSpPr/>
              <p:nvPr/>
            </p:nvSpPr>
            <p:spPr>
              <a:xfrm>
                <a:off x="5251678" y="2175373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315119B4-CA39-ACA0-D514-BC17491546AB}"/>
                  </a:ext>
                </a:extLst>
              </p:cNvPr>
              <p:cNvCxnSpPr>
                <a:cxnSpLocks/>
                <a:stCxn id="283" idx="3"/>
              </p:cNvCxnSpPr>
              <p:nvPr/>
            </p:nvCxnSpPr>
            <p:spPr>
              <a:xfrm flipV="1">
                <a:off x="7667241" y="2321769"/>
                <a:ext cx="1155563" cy="0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コネクタ: カギ線 166">
                <a:extLst>
                  <a:ext uri="{FF2B5EF4-FFF2-40B4-BE49-F238E27FC236}">
                    <ns2:creationId id="{D10D004D-03D0-3F3C-8E6D-B2F46000564A}"/>
                  </a:ext>
                </a:extLst>
              </p:cNvPr>
              <p:cNvCxnSpPr>
                <a:cxnSpLocks/>
                <a:stCxn id="288" idx="3"/>
                <a:endCxn id="34" idx="1"/>
              </p:cNvCxnSpPr>
              <p:nvPr/>
            </p:nvCxnSpPr>
            <p:spPr>
              <a:xfrm>
                <a:off x="9398804" y="2343541"/>
                <a:ext cx="1073155" cy="38155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コネクタ: カギ線 169">
                <a:extLst>
                  <a:ext uri="{FF2B5EF4-FFF2-40B4-BE49-F238E27FC236}">
                    <ns2:creationId id="{7C89D4C4-70E8-25B0-B447-10B480797F3B}"/>
                  </a:ext>
                </a:extLst>
              </p:cNvPr>
              <p:cNvCxnSpPr>
                <a:cxnSpLocks/>
                <a:endCxn id="34" idx="1"/>
              </p:cNvCxnSpPr>
              <p:nvPr/>
            </p:nvCxnSpPr>
            <p:spPr>
              <a:xfrm flipV="1">
                <a:off x="9417667" y="2725094"/>
                <a:ext cx="1054292" cy="916825"/>
              </a:xfrm>
              <a:prstGeom prst="bentConnector3">
                <a:avLst>
                  <a:gd name="adj1" fmla="val 49036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コネクタ: カギ線 247">
                <a:extLst>
                  <a:ext uri="{FF2B5EF4-FFF2-40B4-BE49-F238E27FC236}">
                    <ns2:creationId id="{26B3B2F3-A20F-79DB-E7F1-507F0A21BBDE}"/>
                  </a:ext>
                </a:extLst>
              </p:cNvPr>
              <p:cNvCxnSpPr>
                <a:cxnSpLocks/>
                <a:stCxn id="308" idx="3"/>
              </p:cNvCxnSpPr>
              <p:nvPr/>
            </p:nvCxnSpPr>
            <p:spPr>
              <a:xfrm>
                <a:off x="5933184" y="3651767"/>
                <a:ext cx="113529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コネクタ: カギ線 264">
                <a:extLst>
                  <a:ext uri="{FF2B5EF4-FFF2-40B4-BE49-F238E27FC236}">
                    <ns2:creationId id="{B1E406EB-BD9B-5D2D-FC26-D0C823B5B0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82573" y="3631033"/>
                <a:ext cx="1259094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コネクタ: カギ線 444">
                <a:extLst>
                  <a:ext uri="{FF2B5EF4-FFF2-40B4-BE49-F238E27FC236}">
                    <ns2:creationId id="{E56A1603-9BCE-342D-4081-39E271A00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3297631"/>
                <a:ext cx="1133791" cy="370767"/>
              </a:xfrm>
              <a:prstGeom prst="bentConnector3">
                <a:avLst>
                  <a:gd name="adj1" fmla="val 46837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コネクタ: カギ線 448">
                <a:extLst>
                  <a:ext uri="{FF2B5EF4-FFF2-40B4-BE49-F238E27FC236}">
                    <ns2:creationId id="{BB965D45-781C-9E17-0C9A-82A0E41712FA}"/>
                  </a:ext>
                </a:extLst>
              </p:cNvPr>
              <p:cNvCxnSpPr>
                <a:cxnSpLocks/>
                <a:stCxn id="61" idx="3"/>
              </p:cNvCxnSpPr>
              <p:nvPr/>
            </p:nvCxnSpPr>
            <p:spPr>
              <a:xfrm flipV="1">
                <a:off x="2340655" y="3668398"/>
                <a:ext cx="1240098" cy="14208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コネクタ: カギ線 452">
                <a:extLst>
                  <a:ext uri="{FF2B5EF4-FFF2-40B4-BE49-F238E27FC236}">
                    <ns2:creationId id="{7D8F5C89-8AF8-C47A-CCC0-755550E0C802}"/>
                  </a:ext>
                </a:extLst>
              </p:cNvPr>
              <p:cNvCxnSpPr>
                <a:cxnSpLocks/>
                <a:endCxn id="308" idx="1"/>
              </p:cNvCxnSpPr>
              <p:nvPr/>
            </p:nvCxnSpPr>
            <p:spPr>
              <a:xfrm flipV="1">
                <a:off x="4124421" y="3651767"/>
                <a:ext cx="1124763" cy="1624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コネクタ: カギ線 455">
                <a:extLst>
                  <a:ext uri="{FF2B5EF4-FFF2-40B4-BE49-F238E27FC236}">
                    <ns2:creationId id="{2092DF27-6B07-784A-1B66-B499A868FBC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4112553" y="2233578"/>
                <a:ext cx="537196" cy="956758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コネクタ: カギ線 458">
                <a:extLst>
                  <a:ext uri="{FF2B5EF4-FFF2-40B4-BE49-F238E27FC236}">
                    <ns2:creationId id="{265CA3E6-2D10-B1B9-D375-7CBCEB78A2E5}"/>
                  </a:ext>
                </a:extLst>
              </p:cNvPr>
              <p:cNvCxnSpPr>
                <a:cxnSpLocks/>
                <a:stCxn id="278" idx="0"/>
                <a:endCxn id="128" idx="2"/>
              </p:cNvCxnSpPr>
              <p:nvPr/>
            </p:nvCxnSpPr>
            <p:spPr>
              <a:xfrm rot="5400000" flipH="1" flipV="1">
                <a:off x="4088320" y="2800656"/>
                <a:ext cx="600836" cy="9606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正方形/長方形 21">
                <a:extLst>
                  <a:ext uri="{FF2B5EF4-FFF2-40B4-BE49-F238E27FC236}">
                    <ns2:creationId id="{D761762C-C791-3566-0E8C-0F93A01A7E4A}"/>
                  </a:ext>
                </a:extLst>
              </p:cNvPr>
              <p:cNvSpPr/>
              <p:nvPr/>
            </p:nvSpPr>
            <p:spPr>
              <a:xfrm>
                <a:off x="1221535" y="1628775"/>
                <a:ext cx="6156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en-US" altLang="ja-JP" sz="10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5630B709-452C-13FD-8E78-C0DB4B2E48F6}"/>
                  </a:ext>
                </a:extLst>
              </p:cNvPr>
              <p:cNvSpPr/>
              <p:nvPr/>
            </p:nvSpPr>
            <p:spPr>
              <a:xfrm>
                <a:off x="7610683" y="1628775"/>
                <a:ext cx="424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ns2:creationId id="{040137CD-FD2C-F995-8098-382A831CD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4EA1378C-38B9-1FDF-8F1B-F5A6CD330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4:creationId val="3199599193"/>
      </p:ext>
    </p:extLst>
  </p:cSld>
  <p:clrMapOvr>
    <a:masterClrMapping/>
  </p:clrMapOvr>
</p:sld>
</file>

<file path=ppt/slides/slide273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06AE321F-55D4-7977-A275-CDC72F055C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96A5E-DD91-DCB5-5CEA-B5AC4A630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2810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kumimoji="1"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kumimoji="1" lang="ja-JP" altLang="en-US" dirty="0">
                <a:latin typeface="Meiryo UI"/>
                <a:ea typeface="Meiryo UI"/>
              </a:rPr>
              <a:t>XX</a:t>
            </a:r>
            <a:r>
              <a:rPr kumimoji="1" lang="en-US" altLang="ja-JP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10" name="テキスト プレースホルダー 2">
            <a:extLst>
              <a:ext uri="{FF2B5EF4-FFF2-40B4-BE49-F238E27FC236}">
                <ns2:creationId id="{E54F6F87-99E1-EA4D-0AD5-3E33CF252C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838" y="921715"/>
            <a:ext cx="11744325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br>
              <a:rPr lang="en-PH" altLang="ja-JP" sz="1800" dirty="0"/>
            </a:b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5" name="グループ化 4">
            <a:extLst>
              <a:ext uri="{FF2B5EF4-FFF2-40B4-BE49-F238E27FC236}">
                <ns2:creationId id="{DCA77246-1F34-E0FC-B2CF-822F2FE847F5}"/>
              </a:ext>
            </a:extLst>
          </p:cNvPr>
          <p:cNvGrpSpPr/>
          <p:nvPr/>
        </p:nvGrpSpPr>
        <p:grpSpPr>
          <a:xfrm>
            <a:off x="345593" y="1587033"/>
            <a:ext cx="11523215" cy="4738796"/>
            <a:chOff x="345593" y="1587033"/>
            <a:chExt cx="11523215" cy="4738796"/>
          </a:xfrm>
        </p:grpSpPr>
        <p:grpSp>
          <p:nvGrpSpPr>
            <p:cNvPr id="618" name="グループ化 617">
              <a:extLst>
                <a:ext uri="{FF2B5EF4-FFF2-40B4-BE49-F238E27FC236}">
                  <ns2:creationId id="{68A88055-75A6-592B-BE54-D80320A62D33}"/>
                </a:ext>
              </a:extLst>
            </p:cNvPr>
            <p:cNvGrpSpPr/>
            <p:nvPr/>
          </p:nvGrpSpPr>
          <p:grpSpPr>
            <a:xfrm>
              <a:off x="6212592" y="1587033"/>
              <a:ext cx="5656216" cy="2076968"/>
              <a:chOff x="6212592" y="1587033"/>
              <a:chExt cx="5656216" cy="2076968"/>
            </a:xfrm>
          </p:grpSpPr>
          <p:cxnSp>
            <p:nvCxnSpPr>
              <p:cNvPr id="69" name="直線コネクタ 68">
                <a:extLst>
                  <a:ext uri="{FF2B5EF4-FFF2-40B4-BE49-F238E27FC236}">
                    <ns2:creationId id="{D338D4B6-7854-449F-C32F-11BB57140E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テキスト ボックス 69">
                <a:extLst>
                  <a:ext uri="{FF2B5EF4-FFF2-40B4-BE49-F238E27FC236}">
                    <ns2:creationId id="{B7876E5F-2655-B491-18B9-3120630720B4}"/>
                  </a:ext>
                </a:extLst>
              </p:cNvPr>
              <p:cNvSpPr txBox="1"/>
              <p:nvPr/>
            </p:nvSpPr>
            <p:spPr>
              <a:xfrm>
                <a:off x="6212592" y="1587033"/>
                <a:ext cx="5652000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6E68ECA5-82D8-8C05-0BD5-6D1884DDE2A6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8C2E17C7-DE91-C77C-D245-591E0D74A3F7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B1663444-F23E-C758-0EDE-32965965A60F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0BD3091D-EE45-22A9-C31B-ABC1242123CA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7" name="直線コネクタ 526">
                <a:extLst>
                  <a:ext uri="{FF2B5EF4-FFF2-40B4-BE49-F238E27FC236}">
                    <ns2:creationId id="{48FB9112-F574-C541-1DD7-475640D8FA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8" name="正方形/長方形 527">
                <a:extLst>
                  <a:ext uri="{FF2B5EF4-FFF2-40B4-BE49-F238E27FC236}">
                    <ns2:creationId id="{614B1538-A445-B7A6-BD8D-92CD3D2E2D18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EA012268-193D-25B5-EBC3-E3988F149C46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FC69A6A5-C0B8-1E55-2AB4-A753473813FA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DA074685-D056-549E-7003-B0072C4AC886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3910637-B6C9-7405-2C8E-8D2AAA64CA2E}"/>
                  </a:ext>
                </a:extLst>
              </p:cNvPr>
              <p:cNvSpPr/>
              <p:nvPr/>
            </p:nvSpPr>
            <p:spPr>
              <a:xfrm>
                <a:off x="6224589" y="2296001"/>
                <a:ext cx="1383079" cy="13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65DC513A-7AC5-9F0C-1A29-19EA36F6C770}"/>
                  </a:ext>
                </a:extLst>
              </p:cNvPr>
              <p:cNvSpPr/>
              <p:nvPr/>
            </p:nvSpPr>
            <p:spPr>
              <a:xfrm>
                <a:off x="10465570" y="22960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6" name="正方形/長方形 535">
                <a:extLst>
                  <a:ext uri="{FF2B5EF4-FFF2-40B4-BE49-F238E27FC236}">
                    <ns2:creationId id="{18E0DC1F-3771-4C6F-FDEA-48561E31F1CC}"/>
                  </a:ext>
                </a:extLst>
              </p:cNvPr>
              <p:cNvSpPr/>
              <p:nvPr/>
            </p:nvSpPr>
            <p:spPr>
              <a:xfrm>
                <a:off x="10464114" y="24076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99F892CB-57AC-76D0-1156-18BDBE8720CA}"/>
                  </a:ext>
                </a:extLst>
              </p:cNvPr>
              <p:cNvSpPr/>
              <p:nvPr/>
            </p:nvSpPr>
            <p:spPr>
              <a:xfrm>
                <a:off x="10474669" y="28027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A1640960-C43A-C343-4EF4-3F1964D59640}"/>
                  </a:ext>
                </a:extLst>
              </p:cNvPr>
              <p:cNvSpPr/>
              <p:nvPr/>
            </p:nvSpPr>
            <p:spPr>
              <a:xfrm>
                <a:off x="10474669" y="29143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262864AC-0607-0193-12FD-4D480F60489F}"/>
                  </a:ext>
                </a:extLst>
              </p:cNvPr>
              <p:cNvSpPr/>
              <p:nvPr/>
            </p:nvSpPr>
            <p:spPr>
              <a:xfrm>
                <a:off x="7644969" y="2296001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0" name="正方形/長方形 539">
                <a:extLst>
                  <a:ext uri="{FF2B5EF4-FFF2-40B4-BE49-F238E27FC236}">
                    <ns2:creationId id="{548A894C-CE39-398B-0135-7AE562C858CA}"/>
                  </a:ext>
                </a:extLst>
              </p:cNvPr>
              <p:cNvSpPr/>
              <p:nvPr/>
            </p:nvSpPr>
            <p:spPr>
              <a:xfrm>
                <a:off x="7644969" y="2802759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38C6F35-AC45-40F3-C4F4-F6988B8C5C2E}"/>
                  </a:ext>
                </a:extLst>
              </p:cNvPr>
              <p:cNvSpPr/>
              <p:nvPr/>
            </p:nvSpPr>
            <p:spPr>
              <a:xfrm>
                <a:off x="7644969" y="3344243"/>
                <a:ext cx="1382400" cy="31975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188EB760-0B00-5ACC-91F1-D5CF2A62F300}"/>
                  </a:ext>
                </a:extLst>
              </p:cNvPr>
              <p:cNvSpPr/>
              <p:nvPr/>
            </p:nvSpPr>
            <p:spPr>
              <a:xfrm>
                <a:off x="9065349" y="22960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6C1B36C0-8D1E-CD52-F4B8-AE96404EAA7D}"/>
                  </a:ext>
                </a:extLst>
              </p:cNvPr>
              <p:cNvSpPr/>
              <p:nvPr/>
            </p:nvSpPr>
            <p:spPr>
              <a:xfrm>
                <a:off x="9065349" y="28027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5915DF11-7287-74F0-4805-1DCACC9FCB78}"/>
                  </a:ext>
                </a:extLst>
              </p:cNvPr>
              <p:cNvSpPr/>
              <p:nvPr/>
            </p:nvSpPr>
            <p:spPr>
              <a:xfrm>
                <a:off x="9065349" y="25444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9D457A72-6FF4-E5BA-962B-C72F180F75D2}"/>
                  </a:ext>
                </a:extLst>
              </p:cNvPr>
              <p:cNvSpPr/>
              <p:nvPr/>
            </p:nvSpPr>
            <p:spPr>
              <a:xfrm>
                <a:off x="9065349" y="30511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6" name="直線コネクタ 545">
                <a:extLst>
                  <a:ext uri="{FF2B5EF4-FFF2-40B4-BE49-F238E27FC236}">
                    <ns2:creationId id="{28EE2CE4-927D-6D6D-D0F0-0E6F0C68EA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コネクタ 546">
                <a:extLst>
                  <a:ext uri="{FF2B5EF4-FFF2-40B4-BE49-F238E27FC236}">
                    <ns2:creationId id="{13F63677-6FF2-A7DF-CC53-AEE7F6908CC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33075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8" name="直線コネクタ 547">
                <a:extLst>
                  <a:ext uri="{FF2B5EF4-FFF2-40B4-BE49-F238E27FC236}">
                    <ns2:creationId id="{13DA3211-711D-C76B-98F7-D16559E08C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直線コネクタ 548">
                <a:extLst>
                  <a:ext uri="{FF2B5EF4-FFF2-40B4-BE49-F238E27FC236}">
                    <ns2:creationId id="{23C97003-187F-00B5-3740-3559A9BB360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4058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直線コネクタ 549">
                <a:extLst>
                  <a:ext uri="{FF2B5EF4-FFF2-40B4-BE49-F238E27FC236}">
                    <ns2:creationId id="{C7A6E24B-FC68-F845-7755-975B975E28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9125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40E77ADD-9473-037E-B80E-3800885BC2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5300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22B4D7FA-6467-F4EA-386F-57E274F6BC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30367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2" name="正方形/長方形 561">
                <a:extLst>
                  <a:ext uri="{FF2B5EF4-FFF2-40B4-BE49-F238E27FC236}">
                    <ns2:creationId id="{0F612520-BFEF-D119-278D-0BDE8328F743}"/>
                  </a:ext>
                </a:extLst>
              </p:cNvPr>
              <p:cNvSpPr/>
              <p:nvPr/>
            </p:nvSpPr>
            <p:spPr>
              <a:xfrm>
                <a:off x="7625875" y="2281348"/>
                <a:ext cx="2849085" cy="1008000"/>
              </a:xfrm>
              <a:prstGeom prst="rect">
                <a:avLst/>
              </a:prstGeom>
              <a:noFill/>
              <a:ln w="2857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13" name="正方形/長方形 512">
              <a:extLst>
                <a:ext uri="{FF2B5EF4-FFF2-40B4-BE49-F238E27FC236}">
                  <ns2:creationId id="{AA6184BA-33A2-1B81-9540-03D41BA87C2E}"/>
                </a:ext>
              </a:extLst>
            </p:cNvPr>
            <p:cNvSpPr/>
            <p:nvPr/>
          </p:nvSpPr>
          <p:spPr>
            <a:xfrm>
              <a:off x="9481154" y="5397253"/>
              <a:ext cx="792000" cy="61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87C66E8D-FAD7-BD6C-2003-A6A6F9FEA06A}"/>
                </a:ext>
              </a:extLst>
            </p:cNvPr>
            <p:cNvSpPr/>
            <p:nvPr/>
          </p:nvSpPr>
          <p:spPr>
            <a:xfrm>
              <a:off x="11022527" y="5384153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F5D9274A-C6A5-2115-B4FE-DE3674963CD4}"/>
                </a:ext>
              </a:extLst>
            </p:cNvPr>
            <p:cNvSpPr/>
            <p:nvPr/>
          </p:nvSpPr>
          <p:spPr>
            <a:xfrm>
              <a:off x="11022527" y="5723872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コネクタ: カギ線 515">
              <a:extLst>
                <a:ext uri="{FF2B5EF4-FFF2-40B4-BE49-F238E27FC236}">
                  <ns2:creationId id="{7D7B2C5D-F137-4EB9-4599-53B1E9AAD21A}"/>
                </a:ext>
              </a:extLst>
            </p:cNvPr>
            <p:cNvCxnSpPr>
              <a:cxnSpLocks/>
              <a:stCxn id="513" idx="3"/>
              <a:endCxn id="514" idx="1"/>
            </p:cNvCxnSpPr>
            <p:nvPr/>
          </p:nvCxnSpPr>
          <p:spPr>
            <a:xfrm flipV="1">
              <a:off x="10273154" y="5528153"/>
              <a:ext cx="749373" cy="17510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コネクタ: カギ線 516">
              <a:extLst>
                <a:ext uri="{FF2B5EF4-FFF2-40B4-BE49-F238E27FC236}">
                  <ns2:creationId id="{90B8052E-B889-E410-2071-56BB348AB22F}"/>
                </a:ext>
              </a:extLst>
            </p:cNvPr>
            <p:cNvCxnSpPr>
              <a:cxnSpLocks/>
              <a:stCxn id="513" idx="3"/>
              <a:endCxn id="515" idx="1"/>
            </p:cNvCxnSpPr>
            <p:nvPr/>
          </p:nvCxnSpPr>
          <p:spPr>
            <a:xfrm>
              <a:off x="10273154" y="5703253"/>
              <a:ext cx="749373" cy="1646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正方形/長方形 517">
              <a:extLst>
                <a:ext uri="{FF2B5EF4-FFF2-40B4-BE49-F238E27FC236}">
                  <ns2:creationId id="{9492FA75-A68B-4673-6C5A-07E77CAD25C9}"/>
                </a:ext>
              </a:extLst>
            </p:cNvPr>
            <p:cNvSpPr/>
            <p:nvPr/>
          </p:nvSpPr>
          <p:spPr>
            <a:xfrm>
              <a:off x="9445242" y="5195457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9ED28FDE-679B-01C1-9145-C9AF8ED09415}"/>
                </a:ext>
              </a:extLst>
            </p:cNvPr>
            <p:cNvSpPr/>
            <p:nvPr/>
          </p:nvSpPr>
          <p:spPr>
            <a:xfrm>
              <a:off x="10441053" y="5392961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03151342-E703-CEAC-9D56-130EEA951E21}"/>
                </a:ext>
              </a:extLst>
            </p:cNvPr>
            <p:cNvSpPr/>
            <p:nvPr/>
          </p:nvSpPr>
          <p:spPr>
            <a:xfrm>
              <a:off x="10435728" y="5906578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1" name="テキスト ボックス 520">
              <a:extLst>
                <a:ext uri="{FF2B5EF4-FFF2-40B4-BE49-F238E27FC236}">
                  <ns2:creationId id="{4EB9D906-A850-4C1F-AB97-FE9D932CEFED}"/>
                </a:ext>
              </a:extLst>
            </p:cNvPr>
            <p:cNvSpPr txBox="1"/>
            <p:nvPr/>
          </p:nvSpPr>
          <p:spPr>
            <a:xfrm>
              <a:off x="9446229" y="6068199"/>
              <a:ext cx="2412000" cy="234286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ü"/>
              </a:pP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102" name="グループ化 101">
              <a:extLst>
                <a:ext uri="{FF2B5EF4-FFF2-40B4-BE49-F238E27FC236}">
                  <ns2:creationId id="{2746634A-5C0D-D318-E3C2-66AF702EC328}"/>
                </a:ext>
              </a:extLst>
            </p:cNvPr>
            <p:cNvGrpSpPr/>
            <p:nvPr/>
          </p:nvGrpSpPr>
          <p:grpSpPr>
            <a:xfrm>
              <a:off x="9257948" y="5190060"/>
              <a:ext cx="216000" cy="1080000"/>
              <a:chOff x="5746360" y="3267472"/>
              <a:chExt cx="216000" cy="1080000"/>
            </a:xfrm>
          </p:grpSpPr>
          <p:cxnSp>
            <p:nvCxnSpPr>
              <p:cNvPr id="473" name="直線コネクタ 472">
                <a:extLst>
                  <a:ext uri="{FF2B5EF4-FFF2-40B4-BE49-F238E27FC236}">
                    <ns2:creationId id="{03F8E7B8-E10E-935F-4B3C-AA98A70533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37480" y="3267472"/>
                <a:ext cx="0" cy="1080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5" name="グループ化 474">
                <a:extLst>
                  <a:ext uri="{FF2B5EF4-FFF2-40B4-BE49-F238E27FC236}">
                    <ns2:creationId id="{C5461854-BB54-88B4-0CA7-5547D446D5A6}"/>
                  </a:ext>
                </a:extLst>
              </p:cNvPr>
              <p:cNvGrpSpPr/>
              <p:nvPr/>
            </p:nvGrpSpPr>
            <p:grpSpPr>
              <a:xfrm>
                <a:off x="5746360" y="3673139"/>
                <a:ext cx="216000" cy="216000"/>
                <a:chOff x="5701670" y="1627890"/>
                <a:chExt cx="216000" cy="216000"/>
              </a:xfrm>
            </p:grpSpPr>
            <p:sp>
              <p:nvSpPr>
                <p:cNvPr id="489" name="円/楕円 8">
                  <a:extLst>
                    <a:ext uri="{FF2B5EF4-FFF2-40B4-BE49-F238E27FC236}">
                      <ns2:creationId id="{57EA968E-0528-4272-8A11-C422B264B3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01670" y="162789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491" name="グラフィックス 1503">
                  <a:extLst>
                    <a:ext uri="{FF2B5EF4-FFF2-40B4-BE49-F238E27FC236}">
                      <ns2:creationId id="{B60BEC18-0547-17AB-5414-A5FC944221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64740" y="1710060"/>
                  <a:ext cx="102569" cy="54000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sp>
          <p:nvSpPr>
            <p:cNvPr id="553" name="テキスト ボックス 552">
              <a:extLst>
                <a:ext uri="{FF2B5EF4-FFF2-40B4-BE49-F238E27FC236}">
                  <ns2:creationId id="{C99D0CCF-EBB3-10C5-CD0A-018A92516DB7}"/>
                </a:ext>
              </a:extLst>
            </p:cNvPr>
            <p:cNvSpPr txBox="1"/>
            <p:nvPr/>
          </p:nvSpPr>
          <p:spPr>
            <a:xfrm>
              <a:off x="7721793" y="3708772"/>
              <a:ext cx="2559118" cy="205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b="1"/>
                <a:t>XX</a:t>
              </a:r>
              <a:r>
                <a:rPr lang="ja-JP" altLang="en-US" sz="1100" b="1"/>
                <a:t>XX</a:t>
              </a:r>
              <a:endParaRPr kumimoji="1" lang="ja-JP" altLang="en-US" sz="1100" b="1"/>
            </a:p>
          </p:txBody>
        </p:sp>
        <p:sp>
          <p:nvSpPr>
            <p:cNvPr id="554" name="テキスト ボックス 553">
              <a:extLst>
                <a:ext uri="{FF2B5EF4-FFF2-40B4-BE49-F238E27FC236}">
                  <ns2:creationId id="{B40F6E61-8D7E-B635-99AD-0541D486D7DB}"/>
                </a:ext>
              </a:extLst>
            </p:cNvPr>
            <p:cNvSpPr txBox="1"/>
            <p:nvPr/>
          </p:nvSpPr>
          <p:spPr>
            <a:xfrm>
              <a:off x="6747201" y="4759173"/>
              <a:ext cx="5102557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1100" b="1"/>
                <a:t>XX</a:t>
              </a:r>
              <a:r>
                <a:rPr lang="ja-JP" altLang="en-US" sz="1100" b="1"/>
                <a:t>XX</a:t>
              </a:r>
              <a:endParaRPr lang="en-US" altLang="ja-JP" sz="1100" b="1"/>
            </a:p>
            <a:p>
              <a:r>
                <a:rPr kumimoji="1" lang="ja-JP" altLang="en-US" sz="1100"/>
                <a:t>例</a:t>
              </a:r>
              <a:r>
                <a:rPr kumimoji="1" lang="en-US" altLang="ja-JP" sz="1100"/>
                <a:t>:</a:t>
              </a:r>
              <a:r>
                <a:rPr lang="en-US" altLang="ja-JP" sz="1100"/>
                <a:t>XX</a:t>
              </a:r>
              <a:r>
                <a:rPr lang="ja-JP" altLang="en-US" sz="1100"/>
                <a:t>XX</a:t>
              </a:r>
              <a:endParaRPr kumimoji="1" lang="ja-JP" altLang="en-US" sz="1100"/>
            </a:p>
          </p:txBody>
        </p:sp>
        <p:sp>
          <p:nvSpPr>
            <p:cNvPr id="555" name="テキスト ボックス 554">
              <a:extLst>
                <a:ext uri="{FF2B5EF4-FFF2-40B4-BE49-F238E27FC236}">
                  <ns2:creationId id="{716AD636-95A8-8B42-0EFE-F611E9B361BC}"/>
                </a:ext>
              </a:extLst>
            </p:cNvPr>
            <p:cNvSpPr txBox="1"/>
            <p:nvPr/>
          </p:nvSpPr>
          <p:spPr>
            <a:xfrm>
              <a:off x="6725261" y="4252223"/>
              <a:ext cx="5112000" cy="592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5725" indent="-85725">
                <a:lnSpc>
                  <a:spcPts val="1300"/>
                </a:lnSpc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>
                  <a:solidFill>
                    <a:srgbClr val="000000"/>
                  </a:solidFill>
                </a:rPr>
              </a:b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/>
              </a:br>
              <a:r>
                <a:rPr lang="ja-JP" altLang="en-US" sz="1100">
                  <a:solidFill>
                    <a:srgbClr val="008000"/>
                  </a:solidFill>
                </a:rPr>
                <a:t>XX</a:t>
              </a:r>
              <a:r>
                <a:rPr lang="ja-JP" altLang="en-US" sz="1100" b="1"/>
                <a:t>XX</a:t>
              </a:r>
              <a:endParaRPr lang="en-US" altLang="ja-JP" sz="1100"/>
            </a:p>
          </p:txBody>
        </p:sp>
        <p:sp>
          <p:nvSpPr>
            <p:cNvPr id="556" name="正方形/長方形 555">
              <a:extLst>
                <a:ext uri="{FF2B5EF4-FFF2-40B4-BE49-F238E27FC236}">
                  <ns2:creationId id="{FA118C76-206D-0D1E-ADB4-977AA063C493}"/>
                </a:ext>
              </a:extLst>
            </p:cNvPr>
            <p:cNvSpPr/>
            <p:nvPr/>
          </p:nvSpPr>
          <p:spPr>
            <a:xfrm>
              <a:off x="6245551" y="4274730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正方形/長方形 556">
              <a:extLst>
                <a:ext uri="{FF2B5EF4-FFF2-40B4-BE49-F238E27FC236}">
                  <ns2:creationId id="{7D403613-1385-19B1-1AAF-EF6779785911}"/>
                </a:ext>
              </a:extLst>
            </p:cNvPr>
            <p:cNvSpPr/>
            <p:nvPr/>
          </p:nvSpPr>
          <p:spPr>
            <a:xfrm>
              <a:off x="6253416" y="3974927"/>
              <a:ext cx="5596342" cy="22461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r>
                <a:rPr lang="ja-JP" altLang="en-US" sz="105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8" name="正方形/長方形 557">
              <a:extLst>
                <a:ext uri="{FF2B5EF4-FFF2-40B4-BE49-F238E27FC236}">
                  <ns2:creationId id="{36B9D187-4345-1FBD-7C7A-A23F6B9FC2C7}"/>
                </a:ext>
              </a:extLst>
            </p:cNvPr>
            <p:cNvSpPr/>
            <p:nvPr/>
          </p:nvSpPr>
          <p:spPr>
            <a:xfrm>
              <a:off x="6253416" y="4188177"/>
              <a:ext cx="5596342" cy="21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endParaRPr lang="ja-JP" altLang="en-US" sz="105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59" name="直線コネクタ 558">
              <a:extLst>
                <a:ext uri="{FF2B5EF4-FFF2-40B4-BE49-F238E27FC236}">
                  <ns2:creationId id="{22AFCB69-00A5-5B5D-DDAC-EA6B260BD97A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330478"/>
              <a:ext cx="0" cy="432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0" name="正方形/長方形 559">
              <a:extLst>
                <a:ext uri="{FF2B5EF4-FFF2-40B4-BE49-F238E27FC236}">
                  <ns2:creationId id="{AF5E8042-1F59-4369-5CE1-925D6C9A1432}"/>
                </a:ext>
              </a:extLst>
            </p:cNvPr>
            <p:cNvSpPr/>
            <p:nvPr/>
          </p:nvSpPr>
          <p:spPr>
            <a:xfrm>
              <a:off x="6245551" y="5109553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61" name="直線コネクタ 560">
              <a:extLst>
                <a:ext uri="{FF2B5EF4-FFF2-40B4-BE49-F238E27FC236}">
                  <ns2:creationId id="{A405F36E-62FF-025F-94BA-E6E5E3F76376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828806"/>
              <a:ext cx="0" cy="1476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正方形/長方形 574">
              <a:extLst>
                <a:ext uri="{FF2B5EF4-FFF2-40B4-BE49-F238E27FC236}">
                  <ns2:creationId id="{CD55DC16-E9FC-04F0-23EB-1E125F3DF5A9}"/>
                </a:ext>
              </a:extLst>
            </p:cNvPr>
            <p:cNvSpPr/>
            <p:nvPr/>
          </p:nvSpPr>
          <p:spPr>
            <a:xfrm>
              <a:off x="6828632" y="5416192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C0B34688-CA2E-D169-FF5E-783F50B27212}"/>
                </a:ext>
              </a:extLst>
            </p:cNvPr>
            <p:cNvSpPr/>
            <p:nvPr/>
          </p:nvSpPr>
          <p:spPr>
            <a:xfrm>
              <a:off x="6828632" y="5599818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ECB31F02-B184-131A-3DD4-E90FA9ADFE83}"/>
                </a:ext>
              </a:extLst>
            </p:cNvPr>
            <p:cNvSpPr/>
            <p:nvPr/>
          </p:nvSpPr>
          <p:spPr>
            <a:xfrm>
              <a:off x="6828632" y="5783444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59A9385-08CD-D891-6A78-64A38F7858F9}"/>
                </a:ext>
              </a:extLst>
            </p:cNvPr>
            <p:cNvSpPr/>
            <p:nvPr/>
          </p:nvSpPr>
          <p:spPr>
            <a:xfrm>
              <a:off x="6828632" y="5967070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6EB45E78-045A-121A-E5AA-EB48F79C3530}"/>
                </a:ext>
              </a:extLst>
            </p:cNvPr>
            <p:cNvSpPr/>
            <p:nvPr/>
          </p:nvSpPr>
          <p:spPr>
            <a:xfrm>
              <a:off x="8394471" y="5429853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F812F7D0-5489-AE59-7983-FBAB64B09969}"/>
                </a:ext>
              </a:extLst>
            </p:cNvPr>
            <p:cNvSpPr/>
            <p:nvPr/>
          </p:nvSpPr>
          <p:spPr>
            <a:xfrm>
              <a:off x="8394471" y="5820372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" name="コネクタ: カギ線 72">
              <a:extLst>
                <a:ext uri="{FF2B5EF4-FFF2-40B4-BE49-F238E27FC236}">
                  <ns2:creationId id="{4F6719E6-7DBD-BC7C-9A70-37BB5F676D5A}"/>
                </a:ext>
              </a:extLst>
            </p:cNvPr>
            <p:cNvCxnSpPr>
              <a:cxnSpLocks/>
              <a:stCxn id="575" idx="3"/>
              <a:endCxn id="71" idx="1"/>
            </p:cNvCxnSpPr>
            <p:nvPr/>
          </p:nvCxnSpPr>
          <p:spPr>
            <a:xfrm>
              <a:off x="8118417" y="5473792"/>
              <a:ext cx="276054" cy="8206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コネクタ: カギ線 74">
              <a:extLst>
                <a:ext uri="{FF2B5EF4-FFF2-40B4-BE49-F238E27FC236}">
                  <ns2:creationId id="{642DE141-16A7-5663-E384-332F288B4F36}"/>
                </a:ext>
              </a:extLst>
            </p:cNvPr>
            <p:cNvCxnSpPr>
              <a:cxnSpLocks/>
              <a:stCxn id="64" idx="3"/>
              <a:endCxn id="71" idx="1"/>
            </p:cNvCxnSpPr>
            <p:nvPr/>
          </p:nvCxnSpPr>
          <p:spPr>
            <a:xfrm flipV="1">
              <a:off x="8118417" y="5555853"/>
              <a:ext cx="276054" cy="10156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754F928F-8B33-41CC-15FC-33511693C4E2}"/>
                </a:ext>
              </a:extLst>
            </p:cNvPr>
            <p:cNvCxnSpPr>
              <a:cxnSpLocks/>
              <a:stCxn id="67" idx="3"/>
              <a:endCxn id="72" idx="1"/>
            </p:cNvCxnSpPr>
            <p:nvPr/>
          </p:nvCxnSpPr>
          <p:spPr>
            <a:xfrm>
              <a:off x="8118417" y="5841044"/>
              <a:ext cx="276054" cy="10532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コネクタ: カギ線 79">
              <a:extLst>
                <a:ext uri="{FF2B5EF4-FFF2-40B4-BE49-F238E27FC236}">
                  <ns2:creationId id="{FCB9D92F-6C06-67B7-2E98-2C369C466E72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 flipV="1">
              <a:off x="8118417" y="5946372"/>
              <a:ext cx="276054" cy="7829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80">
              <a:extLst>
                <a:ext uri="{FF2B5EF4-FFF2-40B4-BE49-F238E27FC236}">
                  <ns2:creationId id="{1C2F5E8B-4B96-6C4F-28C1-24BDDB97C515}"/>
                </a:ext>
              </a:extLst>
            </p:cNvPr>
            <p:cNvSpPr/>
            <p:nvPr/>
          </p:nvSpPr>
          <p:spPr>
            <a:xfrm>
              <a:off x="6850328" y="5192670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1C1AD895-C28A-EB40-75F8-30E96463EF45}"/>
                </a:ext>
              </a:extLst>
            </p:cNvPr>
            <p:cNvSpPr txBox="1"/>
            <p:nvPr/>
          </p:nvSpPr>
          <p:spPr>
            <a:xfrm>
              <a:off x="6836755" y="6091543"/>
              <a:ext cx="2412000" cy="234286"/>
            </a:xfrm>
            <a:prstGeom prst="rect">
              <a:avLst/>
            </a:prstGeom>
            <a:noFill/>
          </p:spPr>
          <p:txBody>
            <a:bodyPr wrap="square" lIns="0" tIns="36000" rIns="36000" bIns="36000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kumimoji="1" lang="ja-JP" altLang="en-US" sz="1050"/>
                <a:t>XX</a:t>
              </a: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617" name="グループ化 616">
              <a:extLst>
                <a:ext uri="{FF2B5EF4-FFF2-40B4-BE49-F238E27FC236}">
                  <ns2:creationId id="{819B3D1E-2FC6-9B11-1E83-CC4A7719B326}"/>
                </a:ext>
              </a:extLst>
            </p:cNvPr>
            <p:cNvGrpSpPr/>
            <p:nvPr/>
          </p:nvGrpSpPr>
          <p:grpSpPr>
            <a:xfrm>
              <a:off x="345593" y="1587033"/>
              <a:ext cx="5573189" cy="4730539"/>
              <a:chOff x="345593" y="1587033"/>
              <a:chExt cx="5573189" cy="4730539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A94860A9-147F-A8E2-A8DF-EEE3A16FBC32}"/>
                  </a:ext>
                </a:extLst>
              </p:cNvPr>
              <p:cNvSpPr txBox="1"/>
              <p:nvPr/>
            </p:nvSpPr>
            <p:spPr>
              <a:xfrm>
                <a:off x="574452" y="1587033"/>
                <a:ext cx="5250328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/>
                  <a:t>XX</a:t>
                </a:r>
                <a:endParaRPr kumimoji="1" lang="ja-JP" altLang="en-US" sz="1600"/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25186E71-2496-5CAF-D250-9E85B8815482}"/>
                  </a:ext>
                </a:extLst>
              </p:cNvPr>
              <p:cNvSpPr/>
              <p:nvPr/>
            </p:nvSpPr>
            <p:spPr>
              <a:xfrm>
                <a:off x="345593" y="5704683"/>
                <a:ext cx="216000" cy="61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4DC67519-5ED6-176A-5265-77DA9E09E285}"/>
                  </a:ext>
                </a:extLst>
              </p:cNvPr>
              <p:cNvCxnSpPr/>
              <p:nvPr/>
            </p:nvCxnSpPr>
            <p:spPr>
              <a:xfrm>
                <a:off x="590782" y="1923247"/>
                <a:ext cx="532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正方形/長方形 106">
                <a:extLst>
                  <a:ext uri="{FF2B5EF4-FFF2-40B4-BE49-F238E27FC236}">
                    <ns2:creationId id="{6F26813C-BD7C-EA69-9874-5BCFC7BCCE4A}"/>
                  </a:ext>
                </a:extLst>
              </p:cNvPr>
              <p:cNvSpPr/>
              <p:nvPr/>
            </p:nvSpPr>
            <p:spPr>
              <a:xfrm>
                <a:off x="345593" y="2277250"/>
                <a:ext cx="216000" cy="558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27E1C37A-9D5F-A118-3FAA-44EAEEF7C76C}"/>
                  </a:ext>
                </a:extLst>
              </p:cNvPr>
              <p:cNvSpPr/>
              <p:nvPr/>
            </p:nvSpPr>
            <p:spPr>
              <a:xfrm>
                <a:off x="345593" y="2887446"/>
                <a:ext cx="216000" cy="277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868CFF10-581F-1BDD-1EFB-BF89DAB89004}"/>
                  </a:ext>
                </a:extLst>
              </p:cNvPr>
              <p:cNvSpPr/>
              <p:nvPr/>
            </p:nvSpPr>
            <p:spPr>
              <a:xfrm>
                <a:off x="1712884" y="1976401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C2CC828-0698-5E04-9E57-98AE056B30B8}"/>
                  </a:ext>
                </a:extLst>
              </p:cNvPr>
              <p:cNvSpPr/>
              <p:nvPr/>
            </p:nvSpPr>
            <p:spPr>
              <a:xfrm>
                <a:off x="605350" y="2277250"/>
                <a:ext cx="1044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6E71610-58FD-50BD-F9A4-89A67F44DEED}"/>
                  </a:ext>
                </a:extLst>
              </p:cNvPr>
              <p:cNvSpPr/>
              <p:nvPr/>
            </p:nvSpPr>
            <p:spPr>
              <a:xfrm>
                <a:off x="605350" y="287073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8066BCC3-930B-4766-D3D2-65E2A3A34BC0}"/>
                  </a:ext>
                </a:extLst>
              </p:cNvPr>
              <p:cNvSpPr/>
              <p:nvPr/>
            </p:nvSpPr>
            <p:spPr>
              <a:xfrm>
                <a:off x="605350" y="3140220"/>
                <a:ext cx="104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t" anchorCtr="0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2FA731BA-ECAA-5EFC-BAF6-F30A443D4E2E}"/>
                  </a:ext>
                </a:extLst>
              </p:cNvPr>
              <p:cNvSpPr/>
              <p:nvPr/>
            </p:nvSpPr>
            <p:spPr>
              <a:xfrm>
                <a:off x="605350" y="355370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028E4C18-7F8A-FD35-7C26-4C9966426F5A}"/>
                  </a:ext>
                </a:extLst>
              </p:cNvPr>
              <p:cNvSpPr/>
              <p:nvPr/>
            </p:nvSpPr>
            <p:spPr>
              <a:xfrm>
                <a:off x="605350" y="382319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CB77520C-995F-A015-B994-3A83BD343AAC}"/>
                  </a:ext>
                </a:extLst>
              </p:cNvPr>
              <p:cNvSpPr/>
              <p:nvPr/>
            </p:nvSpPr>
            <p:spPr>
              <a:xfrm>
                <a:off x="605350" y="409267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1463372B-49A1-FE8B-942E-1CBEF62BE1A9}"/>
                  </a:ext>
                </a:extLst>
              </p:cNvPr>
              <p:cNvSpPr/>
              <p:nvPr/>
            </p:nvSpPr>
            <p:spPr>
              <a:xfrm>
                <a:off x="605350" y="436216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FE6C9335-0895-72D8-8841-1BAB31C93F21}"/>
                  </a:ext>
                </a:extLst>
              </p:cNvPr>
              <p:cNvSpPr/>
              <p:nvPr/>
            </p:nvSpPr>
            <p:spPr>
              <a:xfrm>
                <a:off x="605350" y="463164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C1A65AA1-E418-4164-BED1-7B25BEA0035A}"/>
                  </a:ext>
                </a:extLst>
              </p:cNvPr>
              <p:cNvSpPr/>
              <p:nvPr/>
            </p:nvSpPr>
            <p:spPr>
              <a:xfrm>
                <a:off x="605350" y="490113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F551D8FE-94B8-54E5-43CE-6903CBA79441}"/>
                  </a:ext>
                </a:extLst>
              </p:cNvPr>
              <p:cNvSpPr/>
              <p:nvPr/>
            </p:nvSpPr>
            <p:spPr>
              <a:xfrm>
                <a:off x="605350" y="517061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EE86D441-0511-E6FD-5C44-E5D5CE5FF7AA}"/>
                  </a:ext>
                </a:extLst>
              </p:cNvPr>
              <p:cNvSpPr/>
              <p:nvPr/>
            </p:nvSpPr>
            <p:spPr>
              <a:xfrm>
                <a:off x="605350" y="5440104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C6F681D-F82A-B827-52D4-5C072DB246E0}"/>
                  </a:ext>
                </a:extLst>
              </p:cNvPr>
              <p:cNvSpPr/>
              <p:nvPr/>
            </p:nvSpPr>
            <p:spPr>
              <a:xfrm>
                <a:off x="1714627" y="287073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A312A012-32CB-A6C1-7F1E-B16C9081DA07}"/>
                  </a:ext>
                </a:extLst>
              </p:cNvPr>
              <p:cNvSpPr/>
              <p:nvPr/>
            </p:nvSpPr>
            <p:spPr>
              <a:xfrm>
                <a:off x="1714627" y="3140220"/>
                <a:ext cx="648000" cy="36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130D3885-49DD-DFE6-06E1-77F587B5DB92}"/>
                  </a:ext>
                </a:extLst>
              </p:cNvPr>
              <p:cNvSpPr/>
              <p:nvPr/>
            </p:nvSpPr>
            <p:spPr>
              <a:xfrm>
                <a:off x="1714627" y="355370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154F2B54-25BC-5BCE-2EAA-6F836BA60075}"/>
                  </a:ext>
                </a:extLst>
              </p:cNvPr>
              <p:cNvSpPr/>
              <p:nvPr/>
            </p:nvSpPr>
            <p:spPr>
              <a:xfrm>
                <a:off x="1714627" y="382319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E8B1469D-965A-3153-BCA1-C1197F68C419}"/>
                  </a:ext>
                </a:extLst>
              </p:cNvPr>
              <p:cNvSpPr/>
              <p:nvPr/>
            </p:nvSpPr>
            <p:spPr>
              <a:xfrm>
                <a:off x="1714627" y="409267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73295EB-2E6B-F303-FDE4-06B023B74930}"/>
                  </a:ext>
                </a:extLst>
              </p:cNvPr>
              <p:cNvSpPr/>
              <p:nvPr/>
            </p:nvSpPr>
            <p:spPr>
              <a:xfrm>
                <a:off x="1714627" y="436216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E71FEAE1-7741-085C-DF4A-AF6B9088D521}"/>
                  </a:ext>
                </a:extLst>
              </p:cNvPr>
              <p:cNvSpPr/>
              <p:nvPr/>
            </p:nvSpPr>
            <p:spPr>
              <a:xfrm>
                <a:off x="1713559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3D23B526-315E-2304-988D-372A07481215}"/>
                  </a:ext>
                </a:extLst>
              </p:cNvPr>
              <p:cNvSpPr/>
              <p:nvPr/>
            </p:nvSpPr>
            <p:spPr>
              <a:xfrm>
                <a:off x="1713559" y="463164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3F647680-52D5-C590-FFA7-11F29C571FDE}"/>
                  </a:ext>
                </a:extLst>
              </p:cNvPr>
              <p:cNvSpPr/>
              <p:nvPr/>
            </p:nvSpPr>
            <p:spPr>
              <a:xfrm>
                <a:off x="1713559" y="490113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717ACD96-CB9D-D89F-E8ED-A9CC25A636F9}"/>
                  </a:ext>
                </a:extLst>
              </p:cNvPr>
              <p:cNvSpPr/>
              <p:nvPr/>
            </p:nvSpPr>
            <p:spPr>
              <a:xfrm>
                <a:off x="1713559" y="517061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E7CAD90A-B10D-85BD-03E6-FF388DC07C52}"/>
                  </a:ext>
                </a:extLst>
              </p:cNvPr>
              <p:cNvSpPr/>
              <p:nvPr/>
            </p:nvSpPr>
            <p:spPr>
              <a:xfrm>
                <a:off x="1713559" y="544010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正方形/長方形 132">
                <a:extLst>
                  <a:ext uri="{FF2B5EF4-FFF2-40B4-BE49-F238E27FC236}">
                    <ns2:creationId id="{DD463C53-5702-C350-2120-0B9C4673A92C}"/>
                  </a:ext>
                </a:extLst>
              </p:cNvPr>
              <p:cNvSpPr/>
              <p:nvPr/>
            </p:nvSpPr>
            <p:spPr>
              <a:xfrm>
                <a:off x="2426834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6E0BE42-6114-9171-C4A2-AF5AA1AAD0C7}"/>
                  </a:ext>
                </a:extLst>
              </p:cNvPr>
              <p:cNvSpPr/>
              <p:nvPr/>
            </p:nvSpPr>
            <p:spPr>
              <a:xfrm>
                <a:off x="2426834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9428D62-8DE8-EDB5-5D50-8EF0F4829F88}"/>
                  </a:ext>
                </a:extLst>
              </p:cNvPr>
              <p:cNvSpPr/>
              <p:nvPr/>
            </p:nvSpPr>
            <p:spPr>
              <a:xfrm>
                <a:off x="2426834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90811891-9C7C-A773-FE67-CA1E0B9402DD}"/>
                  </a:ext>
                </a:extLst>
              </p:cNvPr>
              <p:cNvSpPr/>
              <p:nvPr/>
            </p:nvSpPr>
            <p:spPr>
              <a:xfrm>
                <a:off x="2426834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63BDB5-FBF4-5672-DBDD-C5E6B56CDFD7}"/>
                  </a:ext>
                </a:extLst>
              </p:cNvPr>
              <p:cNvSpPr/>
              <p:nvPr/>
            </p:nvSpPr>
            <p:spPr>
              <a:xfrm>
                <a:off x="2426834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FED83C6C-E8CA-9684-DAD8-1BE6895EFDFD}"/>
                  </a:ext>
                </a:extLst>
              </p:cNvPr>
              <p:cNvSpPr/>
              <p:nvPr/>
            </p:nvSpPr>
            <p:spPr>
              <a:xfrm>
                <a:off x="2426834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A37262AE-A36D-0DEA-DE45-5F574E12BC32}"/>
                  </a:ext>
                </a:extLst>
              </p:cNvPr>
              <p:cNvSpPr/>
              <p:nvPr/>
            </p:nvSpPr>
            <p:spPr>
              <a:xfrm>
                <a:off x="2419852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C6CFF593-AAF5-336B-CE87-9D8371248A4B}"/>
                  </a:ext>
                </a:extLst>
              </p:cNvPr>
              <p:cNvSpPr/>
              <p:nvPr/>
            </p:nvSpPr>
            <p:spPr>
              <a:xfrm>
                <a:off x="2425768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073FE771-EB67-DFD3-0A20-376CE963DC76}"/>
                  </a:ext>
                </a:extLst>
              </p:cNvPr>
              <p:cNvSpPr/>
              <p:nvPr/>
            </p:nvSpPr>
            <p:spPr>
              <a:xfrm>
                <a:off x="2425768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正方形/長方形 147">
                <a:extLst>
                  <a:ext uri="{FF2B5EF4-FFF2-40B4-BE49-F238E27FC236}">
                    <ns2:creationId id="{D949A98C-40ED-226D-715A-57EF6A39D5D0}"/>
                  </a:ext>
                </a:extLst>
              </p:cNvPr>
              <p:cNvSpPr/>
              <p:nvPr/>
            </p:nvSpPr>
            <p:spPr>
              <a:xfrm>
                <a:off x="2425768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91CACCAB-CA75-EE2E-9A4E-87A842A21825}"/>
                  </a:ext>
                </a:extLst>
              </p:cNvPr>
              <p:cNvSpPr/>
              <p:nvPr/>
            </p:nvSpPr>
            <p:spPr>
              <a:xfrm>
                <a:off x="2425768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3F7AF631-01A3-9FC3-4DAA-931E2A30AC22}"/>
                  </a:ext>
                </a:extLst>
              </p:cNvPr>
              <p:cNvSpPr/>
              <p:nvPr/>
            </p:nvSpPr>
            <p:spPr>
              <a:xfrm>
                <a:off x="3138925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正方形/長方形 150">
                <a:extLst>
                  <a:ext uri="{FF2B5EF4-FFF2-40B4-BE49-F238E27FC236}">
                    <ns2:creationId id="{3301D7AC-D92F-281F-7A19-8E9214405FF4}"/>
                  </a:ext>
                </a:extLst>
              </p:cNvPr>
              <p:cNvSpPr/>
              <p:nvPr/>
            </p:nvSpPr>
            <p:spPr>
              <a:xfrm>
                <a:off x="3138925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正方形/長方形 151">
                <a:extLst>
                  <a:ext uri="{FF2B5EF4-FFF2-40B4-BE49-F238E27FC236}">
                    <ns2:creationId id="{F965CD0E-3C2D-1E43-6756-59A380E5969A}"/>
                  </a:ext>
                </a:extLst>
              </p:cNvPr>
              <p:cNvSpPr/>
              <p:nvPr/>
            </p:nvSpPr>
            <p:spPr>
              <a:xfrm>
                <a:off x="3138925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1C169A17-B698-7A22-B30F-71F7B8FBFAEC}"/>
                  </a:ext>
                </a:extLst>
              </p:cNvPr>
              <p:cNvSpPr/>
              <p:nvPr/>
            </p:nvSpPr>
            <p:spPr>
              <a:xfrm>
                <a:off x="3126145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12F42548-5558-774E-86ED-B5CF7265E2E5}"/>
                  </a:ext>
                </a:extLst>
              </p:cNvPr>
              <p:cNvSpPr/>
              <p:nvPr/>
            </p:nvSpPr>
            <p:spPr>
              <a:xfrm>
                <a:off x="3138925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35B4EBAF-3482-6290-D219-3F2C220FD7EB}"/>
                  </a:ext>
                </a:extLst>
              </p:cNvPr>
              <p:cNvSpPr/>
              <p:nvPr/>
            </p:nvSpPr>
            <p:spPr>
              <a:xfrm>
                <a:off x="3138925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12FD8264-649B-9768-FB07-2055338A823B}"/>
                  </a:ext>
                </a:extLst>
              </p:cNvPr>
              <p:cNvSpPr/>
              <p:nvPr/>
            </p:nvSpPr>
            <p:spPr>
              <a:xfrm>
                <a:off x="3138925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473524E5-40D2-6572-4C41-0FD573234C51}"/>
                  </a:ext>
                </a:extLst>
              </p:cNvPr>
              <p:cNvSpPr/>
              <p:nvPr/>
            </p:nvSpPr>
            <p:spPr>
              <a:xfrm>
                <a:off x="3137977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39D289C-A7C1-39A4-9898-59C2F24C85BE}"/>
                  </a:ext>
                </a:extLst>
              </p:cNvPr>
              <p:cNvSpPr/>
              <p:nvPr/>
            </p:nvSpPr>
            <p:spPr>
              <a:xfrm>
                <a:off x="3137977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4" name="正方形/長方形 163">
                <a:extLst>
                  <a:ext uri="{FF2B5EF4-FFF2-40B4-BE49-F238E27FC236}">
                    <ns2:creationId id="{C3F9FF52-8FA8-2A34-251F-9D29E4EA387B}"/>
                  </a:ext>
                </a:extLst>
              </p:cNvPr>
              <p:cNvSpPr/>
              <p:nvPr/>
            </p:nvSpPr>
            <p:spPr>
              <a:xfrm>
                <a:off x="3137977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915B2C31-0F1D-1F1D-CFA8-3591748B7E27}"/>
                  </a:ext>
                </a:extLst>
              </p:cNvPr>
              <p:cNvSpPr/>
              <p:nvPr/>
            </p:nvSpPr>
            <p:spPr>
              <a:xfrm>
                <a:off x="3137977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C3DDD2C1-93FB-E9CA-1C6D-ED5253837090}"/>
                  </a:ext>
                </a:extLst>
              </p:cNvPr>
              <p:cNvSpPr/>
              <p:nvPr/>
            </p:nvSpPr>
            <p:spPr>
              <a:xfrm>
                <a:off x="3829454" y="1967628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861545BF-DD70-FF70-14ED-A214CB51E0CE}"/>
                  </a:ext>
                </a:extLst>
              </p:cNvPr>
              <p:cNvSpPr/>
              <p:nvPr/>
            </p:nvSpPr>
            <p:spPr>
              <a:xfrm>
                <a:off x="3840722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2C072A7F-DDD8-BC8F-7C18-E1306ACF3962}"/>
                  </a:ext>
                </a:extLst>
              </p:cNvPr>
              <p:cNvSpPr/>
              <p:nvPr/>
            </p:nvSpPr>
            <p:spPr>
              <a:xfrm>
                <a:off x="3840722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62F37C6-FDAD-FC32-A741-C992F8095AD0}"/>
                  </a:ext>
                </a:extLst>
              </p:cNvPr>
              <p:cNvSpPr/>
              <p:nvPr/>
            </p:nvSpPr>
            <p:spPr>
              <a:xfrm>
                <a:off x="3840722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ABF6C34A-3213-353B-D9BF-DCCE9C6D01BE}"/>
                  </a:ext>
                </a:extLst>
              </p:cNvPr>
              <p:cNvSpPr/>
              <p:nvPr/>
            </p:nvSpPr>
            <p:spPr>
              <a:xfrm>
                <a:off x="3840722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A46281E-9B18-4EAD-CEA5-6FC8020B8FBE}"/>
                  </a:ext>
                </a:extLst>
              </p:cNvPr>
              <p:cNvSpPr/>
              <p:nvPr/>
            </p:nvSpPr>
            <p:spPr>
              <a:xfrm>
                <a:off x="3840722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04A48FEC-AD94-E5B0-45FE-4C9DDEF17895}"/>
                  </a:ext>
                </a:extLst>
              </p:cNvPr>
              <p:cNvSpPr/>
              <p:nvPr/>
            </p:nvSpPr>
            <p:spPr>
              <a:xfrm>
                <a:off x="3840722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9A56C56D-78F2-6445-5977-5B1055DAA293}"/>
                  </a:ext>
                </a:extLst>
              </p:cNvPr>
              <p:cNvSpPr/>
              <p:nvPr/>
            </p:nvSpPr>
            <p:spPr>
              <a:xfrm>
                <a:off x="3832438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DA73481A-2046-77CF-6FC5-079E30C3D45B}"/>
                  </a:ext>
                </a:extLst>
              </p:cNvPr>
              <p:cNvSpPr/>
              <p:nvPr/>
            </p:nvSpPr>
            <p:spPr>
              <a:xfrm>
                <a:off x="3839654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9BF4F16F-4B25-E699-28FB-19A5C4916BCF}"/>
                  </a:ext>
                </a:extLst>
              </p:cNvPr>
              <p:cNvSpPr/>
              <p:nvPr/>
            </p:nvSpPr>
            <p:spPr>
              <a:xfrm>
                <a:off x="3839654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9E642CFE-3799-ED15-C813-3696344AE4D0}"/>
                  </a:ext>
                </a:extLst>
              </p:cNvPr>
              <p:cNvSpPr/>
              <p:nvPr/>
            </p:nvSpPr>
            <p:spPr>
              <a:xfrm>
                <a:off x="3839654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6BC4478E-18C8-2085-9C12-8959F73A28AB}"/>
                  </a:ext>
                </a:extLst>
              </p:cNvPr>
              <p:cNvSpPr/>
              <p:nvPr/>
            </p:nvSpPr>
            <p:spPr>
              <a:xfrm>
                <a:off x="3839654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295DB9E1-2F8C-5041-780D-0E5C80C35B1B}"/>
                  </a:ext>
                </a:extLst>
              </p:cNvPr>
              <p:cNvSpPr/>
              <p:nvPr/>
            </p:nvSpPr>
            <p:spPr>
              <a:xfrm>
                <a:off x="4552929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2F67077E-C511-1167-9B94-FF5E658A44AD}"/>
                  </a:ext>
                </a:extLst>
              </p:cNvPr>
              <p:cNvSpPr/>
              <p:nvPr/>
            </p:nvSpPr>
            <p:spPr>
              <a:xfrm>
                <a:off x="4552929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9FEC5B6-79B9-3B17-EE0C-F0DBD9FC7D07}"/>
                  </a:ext>
                </a:extLst>
              </p:cNvPr>
              <p:cNvSpPr/>
              <p:nvPr/>
            </p:nvSpPr>
            <p:spPr>
              <a:xfrm>
                <a:off x="4552929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199">
                <a:extLst>
                  <a:ext uri="{FF2B5EF4-FFF2-40B4-BE49-F238E27FC236}">
                    <ns2:creationId id="{CC9DFD0E-2369-1D4A-2045-170720001ADD}"/>
                  </a:ext>
                </a:extLst>
              </p:cNvPr>
              <p:cNvSpPr/>
              <p:nvPr/>
            </p:nvSpPr>
            <p:spPr>
              <a:xfrm>
                <a:off x="4552929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A63284A0-1816-62A7-31D6-00974993FFBB}"/>
                  </a:ext>
                </a:extLst>
              </p:cNvPr>
              <p:cNvSpPr/>
              <p:nvPr/>
            </p:nvSpPr>
            <p:spPr>
              <a:xfrm>
                <a:off x="4552929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8C652F47-6523-2E19-33F3-DD1DE8A81F25}"/>
                  </a:ext>
                </a:extLst>
              </p:cNvPr>
              <p:cNvSpPr/>
              <p:nvPr/>
            </p:nvSpPr>
            <p:spPr>
              <a:xfrm>
                <a:off x="4552929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BE2CA41-55C6-D628-3361-CE9BDEC2C09C}"/>
                  </a:ext>
                </a:extLst>
              </p:cNvPr>
              <p:cNvSpPr/>
              <p:nvPr/>
            </p:nvSpPr>
            <p:spPr>
              <a:xfrm>
                <a:off x="4538731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1FEFA8EA-81BF-B175-4CFB-5000090C4057}"/>
                  </a:ext>
                </a:extLst>
              </p:cNvPr>
              <p:cNvSpPr/>
              <p:nvPr/>
            </p:nvSpPr>
            <p:spPr>
              <a:xfrm>
                <a:off x="4551863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10E60545-5412-21EE-A93F-5CD922AE02D0}"/>
                  </a:ext>
                </a:extLst>
              </p:cNvPr>
              <p:cNvSpPr/>
              <p:nvPr/>
            </p:nvSpPr>
            <p:spPr>
              <a:xfrm>
                <a:off x="4551863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501F345D-89EC-4CBB-3EEA-5EDDD1113A22}"/>
                  </a:ext>
                </a:extLst>
              </p:cNvPr>
              <p:cNvSpPr/>
              <p:nvPr/>
            </p:nvSpPr>
            <p:spPr>
              <a:xfrm>
                <a:off x="4551863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E453AED-F665-7151-6952-2471966783E3}"/>
                  </a:ext>
                </a:extLst>
              </p:cNvPr>
              <p:cNvSpPr/>
              <p:nvPr/>
            </p:nvSpPr>
            <p:spPr>
              <a:xfrm>
                <a:off x="4551863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0C806D0-6485-B527-5302-E30572AA6F9E}"/>
                  </a:ext>
                </a:extLst>
              </p:cNvPr>
              <p:cNvSpPr/>
              <p:nvPr/>
            </p:nvSpPr>
            <p:spPr>
              <a:xfrm>
                <a:off x="5245970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DE5B80C1-83C5-3A7E-528D-501186ABBB69}"/>
                  </a:ext>
                </a:extLst>
              </p:cNvPr>
              <p:cNvSpPr/>
              <p:nvPr/>
            </p:nvSpPr>
            <p:spPr>
              <a:xfrm>
                <a:off x="5245022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D4386943-0931-3432-4D6F-89FE9B4D2D8C}"/>
                  </a:ext>
                </a:extLst>
              </p:cNvPr>
              <p:cNvSpPr/>
              <p:nvPr/>
            </p:nvSpPr>
            <p:spPr>
              <a:xfrm>
                <a:off x="5251620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B34BE6BA-762F-1D67-3115-D3A4E4B29381}"/>
                  </a:ext>
                </a:extLst>
              </p:cNvPr>
              <p:cNvSpPr/>
              <p:nvPr/>
            </p:nvSpPr>
            <p:spPr>
              <a:xfrm>
                <a:off x="5251620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FFE37045-0A06-407B-D410-4FCB40749082}"/>
                  </a:ext>
                </a:extLst>
              </p:cNvPr>
              <p:cNvSpPr/>
              <p:nvPr/>
            </p:nvSpPr>
            <p:spPr>
              <a:xfrm>
                <a:off x="5251620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121F7579-DC06-BA6F-EAE0-6079EB33AA55}"/>
                  </a:ext>
                </a:extLst>
              </p:cNvPr>
              <p:cNvSpPr/>
              <p:nvPr/>
            </p:nvSpPr>
            <p:spPr>
              <a:xfrm>
                <a:off x="5251620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97C9B935-65E9-C69D-CE76-41A2F2FFE3BD}"/>
                  </a:ext>
                </a:extLst>
              </p:cNvPr>
              <p:cNvSpPr/>
              <p:nvPr/>
            </p:nvSpPr>
            <p:spPr>
              <a:xfrm>
                <a:off x="5251620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DA74B420-AD63-F5B9-FEA9-132017D9FEBF}"/>
                  </a:ext>
                </a:extLst>
              </p:cNvPr>
              <p:cNvSpPr/>
              <p:nvPr/>
            </p:nvSpPr>
            <p:spPr>
              <a:xfrm>
                <a:off x="5250552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B15143A1-12E6-7CC0-64DC-05F1216782B0}"/>
                  </a:ext>
                </a:extLst>
              </p:cNvPr>
              <p:cNvSpPr/>
              <p:nvPr/>
            </p:nvSpPr>
            <p:spPr>
              <a:xfrm>
                <a:off x="5250552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A6334030-B605-C0F3-4EC5-71361503E3BE}"/>
                  </a:ext>
                </a:extLst>
              </p:cNvPr>
              <p:cNvSpPr/>
              <p:nvPr/>
            </p:nvSpPr>
            <p:spPr>
              <a:xfrm>
                <a:off x="5250552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19F4EE77-697C-F052-339C-BA0EFAAC671A}"/>
                  </a:ext>
                </a:extLst>
              </p:cNvPr>
              <p:cNvSpPr/>
              <p:nvPr/>
            </p:nvSpPr>
            <p:spPr>
              <a:xfrm>
                <a:off x="5250552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4D7277A8-2D97-A405-B668-498B41073BC7}"/>
                  </a:ext>
                </a:extLst>
              </p:cNvPr>
              <p:cNvSpPr/>
              <p:nvPr/>
            </p:nvSpPr>
            <p:spPr>
              <a:xfrm>
                <a:off x="605350" y="5730767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7C8882EA-4476-9A5C-DFF4-34B1F8E39D55}"/>
                  </a:ext>
                </a:extLst>
              </p:cNvPr>
              <p:cNvSpPr/>
              <p:nvPr/>
            </p:nvSpPr>
            <p:spPr>
              <a:xfrm>
                <a:off x="605350" y="6065572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4" name="正方形/長方形 253">
                <a:extLst>
                  <a:ext uri="{FF2B5EF4-FFF2-40B4-BE49-F238E27FC236}">
                    <ns2:creationId id="{48A64745-4DA7-45E3-193A-3A46A4579B34}"/>
                  </a:ext>
                </a:extLst>
              </p:cNvPr>
              <p:cNvSpPr/>
              <p:nvPr/>
            </p:nvSpPr>
            <p:spPr>
              <a:xfrm>
                <a:off x="1713559" y="5730767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89E02C8A-322B-02DD-F639-4350F83DBC0A}"/>
                  </a:ext>
                </a:extLst>
              </p:cNvPr>
              <p:cNvSpPr/>
              <p:nvPr/>
            </p:nvSpPr>
            <p:spPr>
              <a:xfrm>
                <a:off x="1713559" y="6065568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8057EA9A-47E9-D436-CCC9-C2564BD85F69}"/>
                  </a:ext>
                </a:extLst>
              </p:cNvPr>
              <p:cNvSpPr/>
              <p:nvPr/>
            </p:nvSpPr>
            <p:spPr>
              <a:xfrm>
                <a:off x="2425768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082637EF-03FC-F542-251B-6206D37607B0}"/>
                  </a:ext>
                </a:extLst>
              </p:cNvPr>
              <p:cNvSpPr/>
              <p:nvPr/>
            </p:nvSpPr>
            <p:spPr>
              <a:xfrm>
                <a:off x="2425768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C52244CC-35A6-DEEA-E79C-3576E385217C}"/>
                  </a:ext>
                </a:extLst>
              </p:cNvPr>
              <p:cNvSpPr/>
              <p:nvPr/>
            </p:nvSpPr>
            <p:spPr>
              <a:xfrm>
                <a:off x="3137977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6FFAEB3D-9D92-BFB0-3BE5-56B4972CD841}"/>
                  </a:ext>
                </a:extLst>
              </p:cNvPr>
              <p:cNvSpPr/>
              <p:nvPr/>
            </p:nvSpPr>
            <p:spPr>
              <a:xfrm>
                <a:off x="3137977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DAEBE4DE-A027-B089-7839-0EEC2A12B4A2}"/>
                  </a:ext>
                </a:extLst>
              </p:cNvPr>
              <p:cNvSpPr/>
              <p:nvPr/>
            </p:nvSpPr>
            <p:spPr>
              <a:xfrm>
                <a:off x="3839654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2B1080B1-78AA-0C9C-E9BA-F507A7C269FF}"/>
                  </a:ext>
                </a:extLst>
              </p:cNvPr>
              <p:cNvSpPr/>
              <p:nvPr/>
            </p:nvSpPr>
            <p:spPr>
              <a:xfrm>
                <a:off x="3839654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86339453-B09D-6978-F80D-AFDE87A6DD59}"/>
                  </a:ext>
                </a:extLst>
              </p:cNvPr>
              <p:cNvSpPr/>
              <p:nvPr/>
            </p:nvSpPr>
            <p:spPr>
              <a:xfrm>
                <a:off x="4551863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0267B07E-E004-8A5B-4205-64681C12269C}"/>
                  </a:ext>
                </a:extLst>
              </p:cNvPr>
              <p:cNvSpPr/>
              <p:nvPr/>
            </p:nvSpPr>
            <p:spPr>
              <a:xfrm>
                <a:off x="4551863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A7157AEE-7A6F-BF31-2456-9EC91269AC4A}"/>
                  </a:ext>
                </a:extLst>
              </p:cNvPr>
              <p:cNvSpPr/>
              <p:nvPr/>
            </p:nvSpPr>
            <p:spPr>
              <a:xfrm>
                <a:off x="5250552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BD07E5E9-1BD5-894D-3397-8B41D6E53D92}"/>
                  </a:ext>
                </a:extLst>
              </p:cNvPr>
              <p:cNvSpPr/>
              <p:nvPr/>
            </p:nvSpPr>
            <p:spPr>
              <a:xfrm>
                <a:off x="5250552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直線コネクタ 291">
                <a:extLst>
                  <a:ext uri="{FF2B5EF4-FFF2-40B4-BE49-F238E27FC236}">
                    <ns2:creationId id="{C2CDFB61-687B-E806-E985-980A755571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884" y="31097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35795FD8-0110-1DBB-F354-EDB2C06A2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5224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直線コネクタ 393">
                <a:extLst>
                  <a:ext uri="{FF2B5EF4-FFF2-40B4-BE49-F238E27FC236}">
                    <ns2:creationId id="{454D8C21-F407-B282-92EC-0AC7E8242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796238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直線コネクタ 394">
                <a:extLst>
                  <a:ext uri="{FF2B5EF4-FFF2-40B4-BE49-F238E27FC236}">
                    <ns2:creationId id="{E46723D4-A1E2-E6B0-F2AF-2A7F8FB23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183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ns2:creationId id="{7E41C709-7CD0-B7D6-F112-E63044DCE8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4287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ns2:creationId id="{D8FBF6D1-5211-D56D-C17E-0AFCF4EFA9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91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ns2:creationId id="{B57FF526-CB4C-FF61-00FB-2389F0E692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830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ns2:creationId id="{3C3A80DB-4F27-9975-7A62-23847D35A8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88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33187362-3FE4-052B-7EC4-B2A1B5D9F5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068255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ns2:creationId id="{C4BEDD83-2409-56AB-DA19-622702A5F2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ns2:creationId id="{FDBF2A4E-035D-A41F-5A79-5CEA90690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ns2:creationId id="{25E20AC6-E454-529E-1448-4A036FC45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ns2:creationId id="{5E1E50F7-4E66-EC62-EC07-2918362A48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ns2:creationId id="{27943A04-65DC-AD12-7E86-6485D9FA24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直線コネクタ 418">
                <a:extLst>
                  <a:ext uri="{FF2B5EF4-FFF2-40B4-BE49-F238E27FC236}">
                    <ns2:creationId id="{2C092EFA-BB69-B682-ECA8-8949D4A73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34205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直線コネクタ 419">
                <a:extLst>
                  <a:ext uri="{FF2B5EF4-FFF2-40B4-BE49-F238E27FC236}">
                    <ns2:creationId id="{09E0A332-9315-BDF6-1D5A-E59DEF83B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ns2:creationId id="{9A31C936-B371-3F63-1C01-2505D45CB9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ns2:creationId id="{DDD10EC0-C0BE-AAF4-F392-98FF61263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ns2:creationId id="{7C88CBF9-D620-E5EB-9109-F3165D9058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ns2:creationId id="{0F78201B-C058-382F-24CF-17E748630D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FA96C749-92AC-8FF2-96C6-DD7A990844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606346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ns2:creationId id="{5C59F162-5EDF-E875-AD3F-161280940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ns2:creationId id="{847266AA-C2C7-7BF1-55BD-4233E044DB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983B12CA-0BA9-55E1-8A02-310F88FBD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816330F7-0A9E-D77A-17F1-820594400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7B72A1FE-7073-BB50-E29D-BDA12D2E2F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ns2:creationId id="{1DCF6AC0-89BC-B04D-FD39-8C8D6737CC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88014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ns2:creationId id="{179A3931-9982-60B4-042F-65523383C3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ns2:creationId id="{1EEFE6DE-4064-9318-F143-51591B989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ns2:creationId id="{EDF917E7-BAAE-62AE-BFAE-EEE98CC480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ns2:creationId id="{E53A7166-D5B6-F486-FDB0-F8B74D2391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直線コネクタ 443">
                <a:extLst>
                  <a:ext uri="{FF2B5EF4-FFF2-40B4-BE49-F238E27FC236}">
                    <ns2:creationId id="{856A4B3C-2EC6-2024-8903-202DCAEF6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805B2442-8706-4AB2-E482-307E45CBA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14012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9" name="直線コネクタ 588">
                <a:extLst>
                  <a:ext uri="{FF2B5EF4-FFF2-40B4-BE49-F238E27FC236}">
                    <ns2:creationId id="{CA52EF92-ECA9-2942-5C35-9C79A2378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DE8383DA-6AC2-C18F-99B1-A3978D633C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" name="直線コネクタ 590">
                <a:extLst>
                  <a:ext uri="{FF2B5EF4-FFF2-40B4-BE49-F238E27FC236}">
                    <ns2:creationId id="{D13FC7EB-0082-CC8B-2999-A93CC72561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2" name="直線コネクタ 591">
                <a:extLst>
                  <a:ext uri="{FF2B5EF4-FFF2-40B4-BE49-F238E27FC236}">
                    <ns2:creationId id="{42F6B17A-15CB-28E2-C806-A7907586A3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3" name="直線コネクタ 592">
                <a:extLst>
                  <a:ext uri="{FF2B5EF4-FFF2-40B4-BE49-F238E27FC236}">
                    <ns2:creationId id="{F4120889-93CD-72FC-B220-66A8C057B5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2C51FBE8-4FC1-DD24-6D98-93642FCCE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413922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F8390EF3-15B6-1558-F675-3C59A0867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637819F5-EFEB-F4E9-75A2-1862240FEB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54D89109-3800-5C7B-5924-E37606222B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00C4007B-F58B-F459-A1DA-4D55B26E52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直線コネクタ 586">
                <a:extLst>
                  <a:ext uri="{FF2B5EF4-FFF2-40B4-BE49-F238E27FC236}">
                    <ns2:creationId id="{9A3BFD3B-2635-D383-F30E-9F9A7BA719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直線コネクタ 602">
                <a:extLst>
                  <a:ext uri="{FF2B5EF4-FFF2-40B4-BE49-F238E27FC236}">
                    <ns2:creationId id="{D6798DE3-8D14-0745-3FE6-0CB9FD2C3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602457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4" name="直線コネクタ 603">
                <a:extLst>
                  <a:ext uri="{FF2B5EF4-FFF2-40B4-BE49-F238E27FC236}">
                    <ns2:creationId id="{36299677-4521-2A56-5C4E-DB734B028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直線コネクタ 604">
                <a:extLst>
                  <a:ext uri="{FF2B5EF4-FFF2-40B4-BE49-F238E27FC236}">
                    <ns2:creationId id="{71597F4C-E638-4D17-1C29-9C6F98FA97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ns2:creationId id="{D4F7781B-09EF-27B5-C236-C3FCA0A1E8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ns2:creationId id="{755A4B38-5A08-2C22-69F1-96BEBCF34F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ns2:creationId id="{494E9377-4800-E70E-DC1C-A2F4F9B81B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ns2:creationId id="{79676EC3-9A02-7547-B230-60340D5F77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0074" y="569206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543629108"/>
      </p:ext>
    </p:extLst>
  </p:cSld>
  <p:clrMapOvr>
    <a:masterClrMapping/>
  </p:clrMapOvr>
</p:sld>
</file>

<file path=ppt/slides/slide274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0EDE51-0AE4-5453-3B8B-DFF361DE4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BBF867-249F-0868-A3E5-116DED4F3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8922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026A70-169F-A240-0A49-CA26EE8CAC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 sz="1800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794" name="グループ化 793">
            <a:extLst>
              <a:ext uri="{FF2B5EF4-FFF2-40B4-BE49-F238E27FC236}">
                <ns2:creationId id="{093B22E5-EE0D-B714-0C5C-999B548EE8F9}"/>
              </a:ext>
            </a:extLst>
          </p:cNvPr>
          <p:cNvGrpSpPr/>
          <p:nvPr/>
        </p:nvGrpSpPr>
        <p:grpSpPr>
          <a:xfrm>
            <a:off x="334964" y="1631167"/>
            <a:ext cx="11522688" cy="4678442"/>
            <a:chOff x="334964" y="1631167"/>
            <a:chExt cx="11522688" cy="4678442"/>
          </a:xfrm>
        </p:grpSpPr>
        <p:grpSp>
          <p:nvGrpSpPr>
            <p:cNvPr id="12" name="グループ化 11">
              <a:extLst>
                <a:ext uri="{FF2B5EF4-FFF2-40B4-BE49-F238E27FC236}">
                  <ns2:creationId id="{322B2C99-2006-AC10-3859-96E2099CCF37}"/>
                </a:ext>
              </a:extLst>
            </p:cNvPr>
            <p:cNvGrpSpPr/>
            <p:nvPr/>
          </p:nvGrpSpPr>
          <p:grpSpPr>
            <a:xfrm>
              <a:off x="3533906" y="2456548"/>
              <a:ext cx="360000" cy="3780000"/>
              <a:chOff x="3632304" y="2338012"/>
              <a:chExt cx="360000" cy="3532795"/>
            </a:xfrm>
          </p:grpSpPr>
          <p:cxnSp>
            <p:nvCxnSpPr>
              <p:cNvPr id="911" name="直線コネクタ 910">
                <a:extLst>
                  <a:ext uri="{FF2B5EF4-FFF2-40B4-BE49-F238E27FC236}">
                    <ns2:creationId id="{8B3C4EFC-29DD-50DD-F2B1-07A7CAFC6E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7740" y="2338012"/>
                <a:ext cx="0" cy="3532795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07" name="グループ化 1506">
                <a:extLst>
                  <a:ext uri="{FF2B5EF4-FFF2-40B4-BE49-F238E27FC236}">
                    <ns2:creationId id="{A46BE4EB-8EC9-A29D-FA5C-A4495C0D8321}"/>
                  </a:ext>
                </a:extLst>
              </p:cNvPr>
              <p:cNvGrpSpPr/>
              <p:nvPr/>
            </p:nvGrpSpPr>
            <p:grpSpPr>
              <a:xfrm>
                <a:off x="3632304" y="3829618"/>
                <a:ext cx="360000" cy="360000"/>
                <a:chOff x="3744732" y="1453769"/>
                <a:chExt cx="360000" cy="360000"/>
              </a:xfrm>
            </p:grpSpPr>
            <p:sp>
              <p:nvSpPr>
                <p:cNvPr id="1503" name="円/楕円 8">
                  <a:extLst>
                    <a:ext uri="{FF2B5EF4-FFF2-40B4-BE49-F238E27FC236}">
                      <ns2:creationId id="{7E025F7E-272A-AAA6-11E2-21C67033BE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3744732" y="1453769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05" name="グラフィックス 1503">
                  <a:extLst>
                    <a:ext uri="{FF2B5EF4-FFF2-40B4-BE49-F238E27FC236}">
                      <ns2:creationId id="{15C7FB36-4280-4D7F-D3CF-DC85662075BE}"/>
                    </a:ext>
                  </a:extLst>
                </p:cNvPr>
                <p:cNvSpPr/>
                <p:nvPr/>
              </p:nvSpPr>
              <p:spPr>
                <a:xfrm rot="16200000">
                  <a:off x="3842832" y="1576395"/>
                  <a:ext cx="198299" cy="10439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10" name="グループ化 9">
              <a:extLst>
                <a:ext uri="{FF2B5EF4-FFF2-40B4-BE49-F238E27FC236}">
                  <ns2:creationId id="{D170ACDD-3E9C-0261-C420-09C73DDC57BB}"/>
                </a:ext>
              </a:extLst>
            </p:cNvPr>
            <p:cNvGrpSpPr/>
            <p:nvPr/>
          </p:nvGrpSpPr>
          <p:grpSpPr>
            <a:xfrm>
              <a:off x="334964" y="1631167"/>
              <a:ext cx="3166918" cy="4676851"/>
              <a:chOff x="334964" y="1631167"/>
              <a:chExt cx="3166918" cy="4676851"/>
            </a:xfrm>
          </p:grpSpPr>
          <p:sp>
            <p:nvSpPr>
              <p:cNvPr id="149" name="テキスト ボックス 148">
                <a:extLst>
                  <a:ext uri="{FF2B5EF4-FFF2-40B4-BE49-F238E27FC236}">
                    <ns2:creationId id="{98FB1A01-6215-3AF1-9BE6-B1EF301A9807}"/>
                  </a:ext>
                </a:extLst>
              </p:cNvPr>
              <p:cNvSpPr txBox="1"/>
              <p:nvPr/>
            </p:nvSpPr>
            <p:spPr>
              <a:xfrm>
                <a:off x="334964" y="1631167"/>
                <a:ext cx="316691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endParaRPr kumimoji="1" lang="ja-JP" altLang="en-US" sz="1600" dirty="0"/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FA75F9CD-96CC-2367-CF26-71FDA0B1DC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69721"/>
                <a:ext cx="313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0" name="正方形/長方形 999">
                <a:extLst>
                  <a:ext uri="{FF2B5EF4-FFF2-40B4-BE49-F238E27FC236}">
                    <ns2:creationId id="{7768A8CA-5B29-447D-9456-1EC34A97B170}"/>
                  </a:ext>
                </a:extLst>
              </p:cNvPr>
              <p:cNvSpPr/>
              <p:nvPr/>
            </p:nvSpPr>
            <p:spPr>
              <a:xfrm>
                <a:off x="334964" y="2003457"/>
                <a:ext cx="1224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23" name="正方形/長方形 1022">
                <a:extLst>
                  <a:ext uri="{FF2B5EF4-FFF2-40B4-BE49-F238E27FC236}">
                    <ns2:creationId id="{8D02A932-EB75-39A3-E81A-271FC3F3E62F}"/>
                  </a:ext>
                </a:extLst>
              </p:cNvPr>
              <p:cNvSpPr/>
              <p:nvPr/>
            </p:nvSpPr>
            <p:spPr>
              <a:xfrm>
                <a:off x="1605278" y="2003457"/>
                <a:ext cx="1116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1915208E-741E-BA16-8B66-4A33DBF0E829}"/>
                  </a:ext>
                </a:extLst>
              </p:cNvPr>
              <p:cNvSpPr/>
              <p:nvPr/>
            </p:nvSpPr>
            <p:spPr>
              <a:xfrm>
                <a:off x="2767592" y="2003457"/>
                <a:ext cx="720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0224D1B-5948-B540-7DE4-9AA6651E2905}"/>
                  </a:ext>
                </a:extLst>
              </p:cNvPr>
              <p:cNvSpPr/>
              <p:nvPr/>
            </p:nvSpPr>
            <p:spPr>
              <a:xfrm>
                <a:off x="334964" y="240439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158DAC85-533A-C66C-6FD0-9C3323D9D3D1}"/>
                  </a:ext>
                </a:extLst>
              </p:cNvPr>
              <p:cNvSpPr/>
              <p:nvPr/>
            </p:nvSpPr>
            <p:spPr>
              <a:xfrm>
                <a:off x="334964" y="279812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6E0D190F-95FE-149B-6480-E42635ADF81B}"/>
                  </a:ext>
                </a:extLst>
              </p:cNvPr>
              <p:cNvSpPr/>
              <p:nvPr/>
            </p:nvSpPr>
            <p:spPr>
              <a:xfrm>
                <a:off x="334964" y="319186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0C9EAA34-326B-503E-6127-A83858A24268}"/>
                  </a:ext>
                </a:extLst>
              </p:cNvPr>
              <p:cNvSpPr/>
              <p:nvPr/>
            </p:nvSpPr>
            <p:spPr>
              <a:xfrm>
                <a:off x="334964" y="358560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60175B89-277F-2398-85F6-1E0F01DB58CD}"/>
                  </a:ext>
                </a:extLst>
              </p:cNvPr>
              <p:cNvSpPr/>
              <p:nvPr/>
            </p:nvSpPr>
            <p:spPr>
              <a:xfrm>
                <a:off x="334964" y="3979337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6DD6E2A-884D-DD2E-083E-BC14B2E3FAAA}"/>
                  </a:ext>
                </a:extLst>
              </p:cNvPr>
              <p:cNvSpPr/>
              <p:nvPr/>
            </p:nvSpPr>
            <p:spPr>
              <a:xfrm>
                <a:off x="334964" y="437307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92FA9E12-E622-6D28-D3A6-74AC3F7E8BA1}"/>
                  </a:ext>
                </a:extLst>
              </p:cNvPr>
              <p:cNvSpPr/>
              <p:nvPr/>
            </p:nvSpPr>
            <p:spPr>
              <a:xfrm>
                <a:off x="334964" y="476680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31F3F3FD-47C3-2555-BBAF-8E14F2C93A48}"/>
                  </a:ext>
                </a:extLst>
              </p:cNvPr>
              <p:cNvSpPr/>
              <p:nvPr/>
            </p:nvSpPr>
            <p:spPr>
              <a:xfrm>
                <a:off x="334964" y="516054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271522D7-840E-C259-D6D2-A4ECDA744B2D}"/>
                  </a:ext>
                </a:extLst>
              </p:cNvPr>
              <p:cNvSpPr/>
              <p:nvPr/>
            </p:nvSpPr>
            <p:spPr>
              <a:xfrm>
                <a:off x="334964" y="555428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362D1636-93EF-B3A1-5553-4898EAD8DB72}"/>
                  </a:ext>
                </a:extLst>
              </p:cNvPr>
              <p:cNvSpPr/>
              <p:nvPr/>
            </p:nvSpPr>
            <p:spPr>
              <a:xfrm>
                <a:off x="334964" y="5948018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9" name="正方形/長方形 168">
                <a:extLst>
                  <a:ext uri="{FF2B5EF4-FFF2-40B4-BE49-F238E27FC236}">
                    <ns2:creationId id="{6DDDA344-AAF7-A75C-CA37-0B0C6A61E2A3}"/>
                  </a:ext>
                </a:extLst>
              </p:cNvPr>
              <p:cNvSpPr/>
              <p:nvPr/>
            </p:nvSpPr>
            <p:spPr>
              <a:xfrm>
                <a:off x="1605278" y="240439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1" name="正方形/長方形 170">
                <a:extLst>
                  <a:ext uri="{FF2B5EF4-FFF2-40B4-BE49-F238E27FC236}">
                    <ns2:creationId id="{BD520D10-6562-584E-DE84-3124C639EC8D}"/>
                  </a:ext>
                </a:extLst>
              </p:cNvPr>
              <p:cNvSpPr/>
              <p:nvPr/>
            </p:nvSpPr>
            <p:spPr>
              <a:xfrm>
                <a:off x="1605278" y="279812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3" name="正方形/長方形 172">
                <a:extLst>
                  <a:ext uri="{FF2B5EF4-FFF2-40B4-BE49-F238E27FC236}">
                    <ns2:creationId id="{6BE0B3E9-B666-83AA-51A8-9F16AB731FF6}"/>
                  </a:ext>
                </a:extLst>
              </p:cNvPr>
              <p:cNvSpPr/>
              <p:nvPr/>
            </p:nvSpPr>
            <p:spPr>
              <a:xfrm>
                <a:off x="1605278" y="319186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5" name="正方形/長方形 174">
                <a:extLst>
                  <a:ext uri="{FF2B5EF4-FFF2-40B4-BE49-F238E27FC236}">
                    <ns2:creationId id="{2506778F-79EB-DCB1-DB0D-EF3259859BD0}"/>
                  </a:ext>
                </a:extLst>
              </p:cNvPr>
              <p:cNvSpPr/>
              <p:nvPr/>
            </p:nvSpPr>
            <p:spPr>
              <a:xfrm>
                <a:off x="1605278" y="358560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445B50FC-32D3-BC4B-E6E9-47B1ACEA1FD4}"/>
                  </a:ext>
                </a:extLst>
              </p:cNvPr>
              <p:cNvSpPr/>
              <p:nvPr/>
            </p:nvSpPr>
            <p:spPr>
              <a:xfrm>
                <a:off x="1605278" y="3979337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4E2C2D85-82F4-ECCB-50A6-E05D11C00539}"/>
                  </a:ext>
                </a:extLst>
              </p:cNvPr>
              <p:cNvSpPr/>
              <p:nvPr/>
            </p:nvSpPr>
            <p:spPr>
              <a:xfrm>
                <a:off x="1605278" y="437307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FA5CE701-71F6-B0D9-9790-12141F214BE9}"/>
                  </a:ext>
                </a:extLst>
              </p:cNvPr>
              <p:cNvSpPr/>
              <p:nvPr/>
            </p:nvSpPr>
            <p:spPr>
              <a:xfrm>
                <a:off x="1605278" y="476680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BB6CAE0E-91C6-375C-2D69-299E0010DC73}"/>
                  </a:ext>
                </a:extLst>
              </p:cNvPr>
              <p:cNvSpPr/>
              <p:nvPr/>
            </p:nvSpPr>
            <p:spPr>
              <a:xfrm>
                <a:off x="1605278" y="516054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28017AB0-4C71-6619-4E48-0910C9E3E640}"/>
                  </a:ext>
                </a:extLst>
              </p:cNvPr>
              <p:cNvSpPr/>
              <p:nvPr/>
            </p:nvSpPr>
            <p:spPr>
              <a:xfrm>
                <a:off x="1605278" y="555428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C5365E28-1252-8653-FC3D-A6FD0C9268B3}"/>
                  </a:ext>
                </a:extLst>
              </p:cNvPr>
              <p:cNvSpPr/>
              <p:nvPr/>
            </p:nvSpPr>
            <p:spPr>
              <a:xfrm>
                <a:off x="1605278" y="5948018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41F0462D-2FD7-64A5-DA1A-4AD971E8EEAA}"/>
                  </a:ext>
                </a:extLst>
              </p:cNvPr>
              <p:cNvSpPr/>
              <p:nvPr/>
            </p:nvSpPr>
            <p:spPr>
              <a:xfrm>
                <a:off x="2767592" y="240439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CB8B2B1A-137A-0061-9CEA-FDC86B15293B}"/>
                  </a:ext>
                </a:extLst>
              </p:cNvPr>
              <p:cNvSpPr/>
              <p:nvPr/>
            </p:nvSpPr>
            <p:spPr>
              <a:xfrm>
                <a:off x="2767592" y="279812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7" name="正方形/長方形 576">
                <a:extLst>
                  <a:ext uri="{FF2B5EF4-FFF2-40B4-BE49-F238E27FC236}">
                    <ns2:creationId id="{88362A28-6551-D18E-CDE5-56FCD324D11D}"/>
                  </a:ext>
                </a:extLst>
              </p:cNvPr>
              <p:cNvSpPr/>
              <p:nvPr/>
            </p:nvSpPr>
            <p:spPr>
              <a:xfrm>
                <a:off x="2767592" y="319186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9" name="正方形/長方形 578">
                <a:extLst>
                  <a:ext uri="{FF2B5EF4-FFF2-40B4-BE49-F238E27FC236}">
                    <ns2:creationId id="{1542DC52-3DD3-21A9-B68B-29534D835161}"/>
                  </a:ext>
                </a:extLst>
              </p:cNvPr>
              <p:cNvSpPr/>
              <p:nvPr/>
            </p:nvSpPr>
            <p:spPr>
              <a:xfrm>
                <a:off x="2767592" y="358560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1" name="正方形/長方形 580">
                <a:extLst>
                  <a:ext uri="{FF2B5EF4-FFF2-40B4-BE49-F238E27FC236}">
                    <ns2:creationId id="{4DE3988F-1E9B-BF0C-A529-C7A9A0155BEC}"/>
                  </a:ext>
                </a:extLst>
              </p:cNvPr>
              <p:cNvSpPr/>
              <p:nvPr/>
            </p:nvSpPr>
            <p:spPr>
              <a:xfrm>
                <a:off x="2767592" y="3979337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3" name="正方形/長方形 582">
                <a:extLst>
                  <a:ext uri="{FF2B5EF4-FFF2-40B4-BE49-F238E27FC236}">
                    <ns2:creationId id="{D41361DA-1709-1CE0-64A4-6C81BAEBCD6A}"/>
                  </a:ext>
                </a:extLst>
              </p:cNvPr>
              <p:cNvSpPr/>
              <p:nvPr/>
            </p:nvSpPr>
            <p:spPr>
              <a:xfrm>
                <a:off x="2767592" y="437307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5" name="正方形/長方形 584">
                <a:extLst>
                  <a:ext uri="{FF2B5EF4-FFF2-40B4-BE49-F238E27FC236}">
                    <ns2:creationId id="{D033143A-0BAC-6DFE-9607-7D0D9D9C0213}"/>
                  </a:ext>
                </a:extLst>
              </p:cNvPr>
              <p:cNvSpPr/>
              <p:nvPr/>
            </p:nvSpPr>
            <p:spPr>
              <a:xfrm>
                <a:off x="2767592" y="476680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7" name="正方形/長方形 586">
                <a:extLst>
                  <a:ext uri="{FF2B5EF4-FFF2-40B4-BE49-F238E27FC236}">
                    <ns2:creationId id="{25033047-2934-F1A4-8818-808A71943FF5}"/>
                  </a:ext>
                </a:extLst>
              </p:cNvPr>
              <p:cNvSpPr/>
              <p:nvPr/>
            </p:nvSpPr>
            <p:spPr>
              <a:xfrm>
                <a:off x="2767592" y="516054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ns2:creationId id="{BBCB8765-A7A5-9C4E-6B52-68D878FCEF6E}"/>
                  </a:ext>
                </a:extLst>
              </p:cNvPr>
              <p:cNvSpPr/>
              <p:nvPr/>
            </p:nvSpPr>
            <p:spPr>
              <a:xfrm>
                <a:off x="2767592" y="555428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ns2:creationId id="{3A4261B9-6467-A49A-3E16-BCF03C8D3B71}"/>
                  </a:ext>
                </a:extLst>
              </p:cNvPr>
              <p:cNvSpPr/>
              <p:nvPr/>
            </p:nvSpPr>
            <p:spPr>
              <a:xfrm>
                <a:off x="2767592" y="5948018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09" name="直線コネクタ 1508">
                <a:extLst>
                  <a:ext uri="{FF2B5EF4-FFF2-40B4-BE49-F238E27FC236}">
                    <ns2:creationId id="{C35AB00C-76CA-0369-C4F9-8BEC0E497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278126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1" name="直線コネクタ 1510">
                <a:extLst>
                  <a:ext uri="{FF2B5EF4-FFF2-40B4-BE49-F238E27FC236}">
                    <ns2:creationId id="{367AA14F-9969-4643-63F8-B1C3A3E965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27812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4" name="直線コネクタ 1513">
                <a:extLst>
                  <a:ext uri="{FF2B5EF4-FFF2-40B4-BE49-F238E27FC236}">
                    <ns2:creationId id="{1CF9B38A-F221-04EB-2D98-C164382BC1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17499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5" name="直線コネクタ 1514">
                <a:extLst>
                  <a:ext uri="{FF2B5EF4-FFF2-40B4-BE49-F238E27FC236}">
                    <ns2:creationId id="{D95C1B7E-88FF-CA96-74F7-482383FFDE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1749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2" name="直線コネクタ 1521">
                <a:extLst>
                  <a:ext uri="{FF2B5EF4-FFF2-40B4-BE49-F238E27FC236}">
                    <ns2:creationId id="{EE8B7B81-873D-1C42-AB02-960BFDEA25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56873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3" name="直線コネクタ 1522">
                <a:extLst>
                  <a:ext uri="{FF2B5EF4-FFF2-40B4-BE49-F238E27FC236}">
                    <ns2:creationId id="{5F934616-1E9B-3014-C070-8A2DC96414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5687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0" name="直線コネクタ 1519">
                <a:extLst>
                  <a:ext uri="{FF2B5EF4-FFF2-40B4-BE49-F238E27FC236}">
                    <ns2:creationId id="{AFF52C24-8156-017E-56C8-0C2A7DB69D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962469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1" name="直線コネクタ 1520">
                <a:extLst>
                  <a:ext uri="{FF2B5EF4-FFF2-40B4-BE49-F238E27FC236}">
                    <ns2:creationId id="{802F0025-1DB8-650B-9CE7-9DB3692E61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96246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0" name="直線コネクタ 1529">
                <a:extLst>
                  <a:ext uri="{FF2B5EF4-FFF2-40B4-BE49-F238E27FC236}">
                    <ns2:creationId id="{CAA4D3E4-66F4-94FB-98E0-C08F95A86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356205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1" name="直線コネクタ 1530">
                <a:extLst>
                  <a:ext uri="{FF2B5EF4-FFF2-40B4-BE49-F238E27FC236}">
                    <ns2:creationId id="{FFA17D32-DA1D-1BFA-00ED-CA73A20F5B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3562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8" name="直線コネクタ 1527">
                <a:extLst>
                  <a:ext uri="{FF2B5EF4-FFF2-40B4-BE49-F238E27FC236}">
                    <ns2:creationId id="{8CF8DD4C-74F3-668C-CB9C-2EF9DB8EB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74994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9" name="直線コネクタ 1528">
                <a:extLst>
                  <a:ext uri="{FF2B5EF4-FFF2-40B4-BE49-F238E27FC236}">
                    <ns2:creationId id="{90B762F2-8EB4-B568-E2E2-EA3FF34ADA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74994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7" name="直線コネクタ 1536">
                <a:extLst>
                  <a:ext uri="{FF2B5EF4-FFF2-40B4-BE49-F238E27FC236}">
                    <ns2:creationId id="{EC0FAA23-FB81-EF52-0F51-B393202B27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14367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8" name="直線コネクタ 1537">
                <a:extLst>
                  <a:ext uri="{FF2B5EF4-FFF2-40B4-BE49-F238E27FC236}">
                    <ns2:creationId id="{F4480659-5058-DEC9-E29D-092544EAF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1436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5" name="直線コネクタ 1534">
                <a:extLst>
                  <a:ext uri="{FF2B5EF4-FFF2-40B4-BE49-F238E27FC236}">
                    <ns2:creationId id="{4932FC57-722C-BC13-D34A-60146390CF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53741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6" name="直線コネクタ 1535">
                <a:extLst>
                  <a:ext uri="{FF2B5EF4-FFF2-40B4-BE49-F238E27FC236}">
                    <ns2:creationId id="{25C06D61-96C2-4433-AF7D-71C2A19D0E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537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0" name="直線コネクタ 1539">
                <a:extLst>
                  <a:ext uri="{FF2B5EF4-FFF2-40B4-BE49-F238E27FC236}">
                    <ns2:creationId id="{62255D4E-923F-AB51-CF73-E3B8A6851B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05278" y="5931013"/>
                <a:ext cx="1116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2" name="直線コネクタ 1541">
                <a:extLst>
                  <a:ext uri="{FF2B5EF4-FFF2-40B4-BE49-F238E27FC236}">
                    <ns2:creationId id="{293AC9A8-DAC3-71D5-A453-4FED336DB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67592" y="5931013"/>
                <a:ext cx="720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3" name="グループ化 792">
              <a:extLst>
                <a:ext uri="{FF2B5EF4-FFF2-40B4-BE49-F238E27FC236}">
                  <ns2:creationId id="{FB62E29D-4C88-4354-004F-BA0E4DB66F9F}"/>
                </a:ext>
              </a:extLst>
            </p:cNvPr>
            <p:cNvGrpSpPr/>
            <p:nvPr/>
          </p:nvGrpSpPr>
          <p:grpSpPr>
            <a:xfrm>
              <a:off x="3940220" y="1631167"/>
              <a:ext cx="7917432" cy="4678442"/>
              <a:chOff x="3940220" y="1631167"/>
              <a:chExt cx="7917432" cy="4678442"/>
            </a:xfrm>
          </p:grpSpPr>
          <p:sp>
            <p:nvSpPr>
              <p:cNvPr id="152" name="テキスト ボックス 151">
                <a:extLst>
                  <a:ext uri="{FF2B5EF4-FFF2-40B4-BE49-F238E27FC236}">
                    <ns2:creationId id="{3FC05BB5-2A40-8EC9-6490-E3CFB1E44381}"/>
                  </a:ext>
                </a:extLst>
              </p:cNvPr>
              <p:cNvSpPr txBox="1"/>
              <p:nvPr/>
            </p:nvSpPr>
            <p:spPr>
              <a:xfrm>
                <a:off x="3940220" y="1631321"/>
                <a:ext cx="7916818" cy="3384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r>
                  <a:rPr lang="en-US" altLang="ja-JP" sz="1600" dirty="0"/>
                  <a:t>(</a:t>
                </a:r>
                <a:r>
                  <a:rPr lang="ja-JP" altLang="en-US" sz="1600" dirty="0"/>
                  <a:t>XX</a:t>
                </a:r>
                <a:r>
                  <a:rPr lang="en-US" altLang="ja-JP" sz="1600" dirty="0"/>
                  <a:t>)</a:t>
                </a:r>
                <a:endParaRPr kumimoji="1" lang="ja-JP" altLang="en-US" sz="1600" dirty="0"/>
              </a:p>
            </p:txBody>
          </p:sp>
          <p:cxnSp>
            <p:nvCxnSpPr>
              <p:cNvPr id="151" name="直線コネクタ 150">
                <a:extLst>
                  <a:ext uri="{FF2B5EF4-FFF2-40B4-BE49-F238E27FC236}">
                    <ns2:creationId id="{EE08CBAD-5E62-77FF-1DA6-3B31A8B7D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40220" y="1969721"/>
                <a:ext cx="7916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正方形/長方形 32">
                <a:extLst>
                  <a:ext uri="{FF2B5EF4-FFF2-40B4-BE49-F238E27FC236}">
                    <ns2:creationId id="{1F76D1D4-1E9F-B741-F770-0C5F6E6B8E72}"/>
                  </a:ext>
                </a:extLst>
              </p:cNvPr>
              <p:cNvSpPr/>
              <p:nvPr/>
            </p:nvSpPr>
            <p:spPr>
              <a:xfrm>
                <a:off x="10165589" y="1631167"/>
                <a:ext cx="1691449" cy="3385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ns2:creationId id="{B9C0A7F3-B996-AAB2-4FD7-DD9B05B02D56}"/>
                  </a:ext>
                </a:extLst>
              </p:cNvPr>
              <p:cNvGrpSpPr/>
              <p:nvPr/>
            </p:nvGrpSpPr>
            <p:grpSpPr>
              <a:xfrm>
                <a:off x="3940220" y="1981250"/>
                <a:ext cx="7915536" cy="367722"/>
                <a:chOff x="3940220" y="1986178"/>
                <a:chExt cx="7915536" cy="367722"/>
              </a:xfrm>
            </p:grpSpPr>
            <p:sp>
              <p:nvSpPr>
                <p:cNvPr id="592" name="正方形/長方形 591">
                  <a:extLst>
                    <a:ext uri="{FF2B5EF4-FFF2-40B4-BE49-F238E27FC236}">
                      <ns2:creationId id="{CE2A7AD5-68AC-5D6D-A796-7A3211E181EF}"/>
                    </a:ext>
                  </a:extLst>
                </p:cNvPr>
                <p:cNvSpPr/>
                <p:nvPr/>
              </p:nvSpPr>
              <p:spPr>
                <a:xfrm>
                  <a:off x="8844847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3" name="正方形/長方形 592">
                  <a:extLst>
                    <a:ext uri="{FF2B5EF4-FFF2-40B4-BE49-F238E27FC236}">
                      <ns2:creationId id="{069D5C37-FA44-9E44-D018-4028147EE155}"/>
                    </a:ext>
                  </a:extLst>
                </p:cNvPr>
                <p:cNvSpPr/>
                <p:nvPr/>
              </p:nvSpPr>
              <p:spPr>
                <a:xfrm>
                  <a:off x="1037368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94" name="正方形/長方形 593">
                  <a:extLst>
                    <a:ext uri="{FF2B5EF4-FFF2-40B4-BE49-F238E27FC236}">
                      <ns2:creationId id="{47BDA97C-4206-8C8D-137D-B2F421030E11}"/>
                    </a:ext>
                  </a:extLst>
                </p:cNvPr>
                <p:cNvSpPr/>
                <p:nvPr/>
              </p:nvSpPr>
              <p:spPr>
                <a:xfrm>
                  <a:off x="578717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5" name="正方形/長方形 594">
                  <a:extLst>
                    <a:ext uri="{FF2B5EF4-FFF2-40B4-BE49-F238E27FC236}">
                      <ns2:creationId id="{69C4AD65-DC41-5EC3-606A-43BAF10E9EEC}"/>
                    </a:ext>
                  </a:extLst>
                </p:cNvPr>
                <p:cNvSpPr/>
                <p:nvPr/>
              </p:nvSpPr>
              <p:spPr>
                <a:xfrm>
                  <a:off x="8080429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6" name="正方形/長方形 595">
                  <a:extLst>
                    <a:ext uri="{FF2B5EF4-FFF2-40B4-BE49-F238E27FC236}">
                      <ns2:creationId id="{A2849728-60D2-8917-1A6E-E9311E1EE28A}"/>
                    </a:ext>
                  </a:extLst>
                </p:cNvPr>
                <p:cNvSpPr/>
                <p:nvPr/>
              </p:nvSpPr>
              <p:spPr>
                <a:xfrm>
                  <a:off x="655159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/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7" name="正方形/長方形 596">
                  <a:extLst>
                    <a:ext uri="{FF2B5EF4-FFF2-40B4-BE49-F238E27FC236}">
                      <ns2:creationId id="{87BAB701-C2B1-17CB-CF2D-B20CCFDCF282}"/>
                    </a:ext>
                  </a:extLst>
                </p:cNvPr>
                <p:cNvSpPr/>
                <p:nvPr/>
              </p:nvSpPr>
              <p:spPr>
                <a:xfrm>
                  <a:off x="7316011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※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8" name="正方形/長方形 597">
                  <a:extLst>
                    <a:ext uri="{FF2B5EF4-FFF2-40B4-BE49-F238E27FC236}">
                      <ns2:creationId id="{2BD5F9B6-DB35-FB29-F6E3-15CABB86D591}"/>
                    </a:ext>
                  </a:extLst>
                </p:cNvPr>
                <p:cNvSpPr/>
                <p:nvPr/>
              </p:nvSpPr>
              <p:spPr>
                <a:xfrm>
                  <a:off x="960926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9" name="正方形/長方形 598">
                  <a:extLst>
                    <a:ext uri="{FF2B5EF4-FFF2-40B4-BE49-F238E27FC236}">
                      <ns2:creationId id="{26A02738-71E7-732A-1D4E-7508BCC400B3}"/>
                    </a:ext>
                  </a:extLst>
                </p:cNvPr>
                <p:cNvSpPr/>
                <p:nvPr/>
              </p:nvSpPr>
              <p:spPr>
                <a:xfrm>
                  <a:off x="11137652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419" name="正方形/長方形 1418">
                  <a:extLst>
                    <a:ext uri="{FF2B5EF4-FFF2-40B4-BE49-F238E27FC236}">
                      <ns2:creationId id="{14C641B6-2D80-62DA-B2A9-33926F9E8BEA}"/>
                    </a:ext>
                  </a:extLst>
                </p:cNvPr>
                <p:cNvSpPr/>
                <p:nvPr/>
              </p:nvSpPr>
              <p:spPr>
                <a:xfrm>
                  <a:off x="3940220" y="1986178"/>
                  <a:ext cx="1800641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fr-FR" altLang="ja-JP" sz="110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) </a:t>
                  </a:r>
                  <a:endParaRPr lang="ja-JP" altLang="fr-FR" sz="11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421" name="正方形/長方形 1420">
                <a:extLst>
                  <a:ext uri="{FF2B5EF4-FFF2-40B4-BE49-F238E27FC236}">
                    <ns2:creationId id="{AE7F422F-FE58-0855-87A1-E1A0DE95042B}"/>
                  </a:ext>
                </a:extLst>
              </p:cNvPr>
              <p:cNvSpPr/>
              <p:nvPr/>
            </p:nvSpPr>
            <p:spPr>
              <a:xfrm>
                <a:off x="4546592" y="2501630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23" name="正方形/長方形 1422">
                <a:extLst>
                  <a:ext uri="{FF2B5EF4-FFF2-40B4-BE49-F238E27FC236}">
                    <ns2:creationId id="{E555C09D-0985-CA77-3E63-409A274BEF00}"/>
                  </a:ext>
                </a:extLst>
              </p:cNvPr>
              <p:cNvSpPr/>
              <p:nvPr/>
            </p:nvSpPr>
            <p:spPr>
              <a:xfrm>
                <a:off x="4546592" y="2925017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AE4D733F-9C12-C16A-DDDB-4EABD8E667DA}"/>
                  </a:ext>
                </a:extLst>
              </p:cNvPr>
              <p:cNvSpPr/>
              <p:nvPr/>
            </p:nvSpPr>
            <p:spPr>
              <a:xfrm>
                <a:off x="10373683" y="250163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0E8DC6FF-2816-0284-8EB0-E55C7F9E461C}"/>
                  </a:ext>
                </a:extLst>
              </p:cNvPr>
              <p:cNvSpPr/>
              <p:nvPr/>
            </p:nvSpPr>
            <p:spPr>
              <a:xfrm>
                <a:off x="578717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4FDAED86-392F-9188-16AD-5F525EB1F030}"/>
                  </a:ext>
                </a:extLst>
              </p:cNvPr>
              <p:cNvSpPr/>
              <p:nvPr/>
            </p:nvSpPr>
            <p:spPr>
              <a:xfrm>
                <a:off x="8080429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D3B8671E-292F-A759-A8C3-8BAADD6C1272}"/>
                  </a:ext>
                </a:extLst>
              </p:cNvPr>
              <p:cNvSpPr/>
              <p:nvPr/>
            </p:nvSpPr>
            <p:spPr>
              <a:xfrm>
                <a:off x="6551593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CD74D34E-C4C5-62EB-D043-3EDB1B91BE50}"/>
                  </a:ext>
                </a:extLst>
              </p:cNvPr>
              <p:cNvSpPr/>
              <p:nvPr/>
            </p:nvSpPr>
            <p:spPr>
              <a:xfrm>
                <a:off x="7316011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3" name="正方形/長方形 1062">
                <a:extLst>
                  <a:ext uri="{FF2B5EF4-FFF2-40B4-BE49-F238E27FC236}">
                    <ns2:creationId id="{82CAAD98-41E0-2031-4619-12B63221F0ED}"/>
                  </a:ext>
                </a:extLst>
              </p:cNvPr>
              <p:cNvSpPr/>
              <p:nvPr/>
            </p:nvSpPr>
            <p:spPr>
              <a:xfrm>
                <a:off x="8844847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2" name="正方形/長方形 1071">
                <a:extLst>
                  <a:ext uri="{FF2B5EF4-FFF2-40B4-BE49-F238E27FC236}">
                    <ns2:creationId id="{7EA4E003-42B7-E4A0-97B1-80A97E02C351}"/>
                  </a:ext>
                </a:extLst>
              </p:cNvPr>
              <p:cNvSpPr/>
              <p:nvPr/>
            </p:nvSpPr>
            <p:spPr>
              <a:xfrm>
                <a:off x="960926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9" name="正方形/長方形 1078">
                <a:extLst>
                  <a:ext uri="{FF2B5EF4-FFF2-40B4-BE49-F238E27FC236}">
                    <ns2:creationId id="{9CB50787-0F12-CAF7-D726-6FFF889AA793}"/>
                  </a:ext>
                </a:extLst>
              </p:cNvPr>
              <p:cNvSpPr/>
              <p:nvPr/>
            </p:nvSpPr>
            <p:spPr>
              <a:xfrm>
                <a:off x="11137652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5" name="正方形/長方形 1424">
                <a:extLst>
                  <a:ext uri="{FF2B5EF4-FFF2-40B4-BE49-F238E27FC236}">
                    <ns2:creationId id="{5BC8340E-4152-3461-5EF3-424B12410799}"/>
                  </a:ext>
                </a:extLst>
              </p:cNvPr>
              <p:cNvSpPr/>
              <p:nvPr/>
            </p:nvSpPr>
            <p:spPr>
              <a:xfrm>
                <a:off x="5152965" y="250163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D0EC729A-5A76-5E40-DE06-EDED4FCCCC76}"/>
                  </a:ext>
                </a:extLst>
              </p:cNvPr>
              <p:cNvSpPr/>
              <p:nvPr/>
            </p:nvSpPr>
            <p:spPr>
              <a:xfrm>
                <a:off x="10373683" y="264275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5C41970B-B978-5D80-D5B8-3EEA0000686F}"/>
                  </a:ext>
                </a:extLst>
              </p:cNvPr>
              <p:cNvSpPr/>
              <p:nvPr/>
            </p:nvSpPr>
            <p:spPr>
              <a:xfrm>
                <a:off x="578717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955F11F8-B397-4DD9-9807-E6B9BBB47237}"/>
                  </a:ext>
                </a:extLst>
              </p:cNvPr>
              <p:cNvSpPr/>
              <p:nvPr/>
            </p:nvSpPr>
            <p:spPr>
              <a:xfrm>
                <a:off x="8080429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0" name="正方形/長方形 1049">
                <a:extLst>
                  <a:ext uri="{FF2B5EF4-FFF2-40B4-BE49-F238E27FC236}">
                    <ns2:creationId id="{C9942F76-B8F6-FB58-D180-841397CED97D}"/>
                  </a:ext>
                </a:extLst>
              </p:cNvPr>
              <p:cNvSpPr/>
              <p:nvPr/>
            </p:nvSpPr>
            <p:spPr>
              <a:xfrm>
                <a:off x="6551593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7" name="正方形/長方形 1056">
                <a:extLst>
                  <a:ext uri="{FF2B5EF4-FFF2-40B4-BE49-F238E27FC236}">
                    <ns2:creationId id="{1F2413C3-D194-EA63-AD84-68120D6F1B17}"/>
                  </a:ext>
                </a:extLst>
              </p:cNvPr>
              <p:cNvSpPr/>
              <p:nvPr/>
            </p:nvSpPr>
            <p:spPr>
              <a:xfrm>
                <a:off x="7316011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4" name="正方形/長方形 1063">
                <a:extLst>
                  <a:ext uri="{FF2B5EF4-FFF2-40B4-BE49-F238E27FC236}">
                    <ns2:creationId id="{842B89EE-9783-C958-1C54-544FA67974D3}"/>
                  </a:ext>
                </a:extLst>
              </p:cNvPr>
              <p:cNvSpPr/>
              <p:nvPr/>
            </p:nvSpPr>
            <p:spPr>
              <a:xfrm>
                <a:off x="8844847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3" name="正方形/長方形 1072">
                <a:extLst>
                  <a:ext uri="{FF2B5EF4-FFF2-40B4-BE49-F238E27FC236}">
                    <ns2:creationId id="{7F352217-05A4-9231-DF6A-A567B913D11E}"/>
                  </a:ext>
                </a:extLst>
              </p:cNvPr>
              <p:cNvSpPr/>
              <p:nvPr/>
            </p:nvSpPr>
            <p:spPr>
              <a:xfrm>
                <a:off x="960926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0" name="正方形/長方形 1079">
                <a:extLst>
                  <a:ext uri="{FF2B5EF4-FFF2-40B4-BE49-F238E27FC236}">
                    <ns2:creationId id="{C04D9B04-95EA-0901-8B64-A01DE1F56FFB}"/>
                  </a:ext>
                </a:extLst>
              </p:cNvPr>
              <p:cNvSpPr/>
              <p:nvPr/>
            </p:nvSpPr>
            <p:spPr>
              <a:xfrm>
                <a:off x="11137652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7" name="正方形/長方形 1426">
                <a:extLst>
                  <a:ext uri="{FF2B5EF4-FFF2-40B4-BE49-F238E27FC236}">
                    <ns2:creationId id="{019D21A1-D86F-B75B-44E1-26B668D795DC}"/>
                  </a:ext>
                </a:extLst>
              </p:cNvPr>
              <p:cNvSpPr/>
              <p:nvPr/>
            </p:nvSpPr>
            <p:spPr>
              <a:xfrm>
                <a:off x="5152965" y="264275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A7BB636C-9A92-7A9C-8D83-32669CB97C9B}"/>
                  </a:ext>
                </a:extLst>
              </p:cNvPr>
              <p:cNvSpPr/>
              <p:nvPr/>
            </p:nvSpPr>
            <p:spPr>
              <a:xfrm>
                <a:off x="10373683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D646D381-603A-833A-F5EF-AC619C6CF8F6}"/>
                  </a:ext>
                </a:extLst>
              </p:cNvPr>
              <p:cNvSpPr/>
              <p:nvPr/>
            </p:nvSpPr>
            <p:spPr>
              <a:xfrm>
                <a:off x="5787175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1" name="正方形/長方形 610">
                <a:extLst>
                  <a:ext uri="{FF2B5EF4-FFF2-40B4-BE49-F238E27FC236}">
                    <ns2:creationId id="{A40D6497-7D51-D5B8-F6A7-3529B7C70A93}"/>
                  </a:ext>
                </a:extLst>
              </p:cNvPr>
              <p:cNvSpPr/>
              <p:nvPr/>
            </p:nvSpPr>
            <p:spPr>
              <a:xfrm>
                <a:off x="8080429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1" name="正方形/長方形 1050">
                <a:extLst>
                  <a:ext uri="{FF2B5EF4-FFF2-40B4-BE49-F238E27FC236}">
                    <ns2:creationId id="{B72A5463-4DE8-3927-3787-05108881195C}"/>
                  </a:ext>
                </a:extLst>
              </p:cNvPr>
              <p:cNvSpPr/>
              <p:nvPr/>
            </p:nvSpPr>
            <p:spPr>
              <a:xfrm>
                <a:off x="6551593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8" name="正方形/長方形 1057">
                <a:extLst>
                  <a:ext uri="{FF2B5EF4-FFF2-40B4-BE49-F238E27FC236}">
                    <ns2:creationId id="{651EC753-752D-E69F-5C16-1C5F08E80A12}"/>
                  </a:ext>
                </a:extLst>
              </p:cNvPr>
              <p:cNvSpPr/>
              <p:nvPr/>
            </p:nvSpPr>
            <p:spPr>
              <a:xfrm>
                <a:off x="7316011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5" name="正方形/長方形 1064">
                <a:extLst>
                  <a:ext uri="{FF2B5EF4-FFF2-40B4-BE49-F238E27FC236}">
                    <ns2:creationId id="{F92C8D57-64B9-6740-1976-44EA3C122DB8}"/>
                  </a:ext>
                </a:extLst>
              </p:cNvPr>
              <p:cNvSpPr/>
              <p:nvPr/>
            </p:nvSpPr>
            <p:spPr>
              <a:xfrm>
                <a:off x="8844847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0" name="正方形/長方形 1069">
                <a:extLst>
                  <a:ext uri="{FF2B5EF4-FFF2-40B4-BE49-F238E27FC236}">
                    <ns2:creationId id="{434FDC56-87B8-E5F3-FB66-8265EB5C10AC}"/>
                  </a:ext>
                </a:extLst>
              </p:cNvPr>
              <p:cNvSpPr/>
              <p:nvPr/>
            </p:nvSpPr>
            <p:spPr>
              <a:xfrm>
                <a:off x="9609265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77" name="正方形/長方形 1076">
                <a:extLst>
                  <a:ext uri="{FF2B5EF4-FFF2-40B4-BE49-F238E27FC236}">
                    <ns2:creationId id="{CB57540F-5CA0-1BD7-B7F9-4F99D0676893}"/>
                  </a:ext>
                </a:extLst>
              </p:cNvPr>
              <p:cNvSpPr/>
              <p:nvPr/>
            </p:nvSpPr>
            <p:spPr>
              <a:xfrm>
                <a:off x="11137652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29" name="正方形/長方形 1428">
                <a:extLst>
                  <a:ext uri="{FF2B5EF4-FFF2-40B4-BE49-F238E27FC236}">
                    <ns2:creationId id="{FBCE3104-0AB3-1037-DA16-7B8AD067851F}"/>
                  </a:ext>
                </a:extLst>
              </p:cNvPr>
              <p:cNvSpPr/>
              <p:nvPr/>
            </p:nvSpPr>
            <p:spPr>
              <a:xfrm>
                <a:off x="5152965" y="278388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2" name="正方形/長方形 611">
                <a:extLst>
                  <a:ext uri="{FF2B5EF4-FFF2-40B4-BE49-F238E27FC236}">
                    <ns2:creationId id="{575C0E10-930E-B056-E4C7-F012DC1B21A0}"/>
                  </a:ext>
                </a:extLst>
              </p:cNvPr>
              <p:cNvSpPr/>
              <p:nvPr/>
            </p:nvSpPr>
            <p:spPr>
              <a:xfrm>
                <a:off x="10373683" y="292501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13" name="正方形/長方形 612">
                <a:extLst>
                  <a:ext uri="{FF2B5EF4-FFF2-40B4-BE49-F238E27FC236}">
                    <ns2:creationId id="{C1DA2B80-99D0-C292-D673-F30F9109622C}"/>
                  </a:ext>
                </a:extLst>
              </p:cNvPr>
              <p:cNvSpPr/>
              <p:nvPr/>
            </p:nvSpPr>
            <p:spPr>
              <a:xfrm>
                <a:off x="578717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4" name="正方形/長方形 613">
                <a:extLst>
                  <a:ext uri="{FF2B5EF4-FFF2-40B4-BE49-F238E27FC236}">
                    <ns2:creationId id="{19E61375-25D4-2E86-6FB4-3628395F838B}"/>
                  </a:ext>
                </a:extLst>
              </p:cNvPr>
              <p:cNvSpPr/>
              <p:nvPr/>
            </p:nvSpPr>
            <p:spPr>
              <a:xfrm>
                <a:off x="8080429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25A39524-946F-C9F2-847A-46149E5BEED5}"/>
                  </a:ext>
                </a:extLst>
              </p:cNvPr>
              <p:cNvSpPr/>
              <p:nvPr/>
            </p:nvSpPr>
            <p:spPr>
              <a:xfrm>
                <a:off x="6551593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9" name="正方形/長方形 1058">
                <a:extLst>
                  <a:ext uri="{FF2B5EF4-FFF2-40B4-BE49-F238E27FC236}">
                    <ns2:creationId id="{C3A31A78-3868-55FF-0668-0021AE083B09}"/>
                  </a:ext>
                </a:extLst>
              </p:cNvPr>
              <p:cNvSpPr/>
              <p:nvPr/>
            </p:nvSpPr>
            <p:spPr>
              <a:xfrm>
                <a:off x="7316011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6" name="正方形/長方形 1065">
                <a:extLst>
                  <a:ext uri="{FF2B5EF4-FFF2-40B4-BE49-F238E27FC236}">
                    <ns2:creationId id="{562F0850-9384-B9AE-9662-5A0B16FD8154}"/>
                  </a:ext>
                </a:extLst>
              </p:cNvPr>
              <p:cNvSpPr/>
              <p:nvPr/>
            </p:nvSpPr>
            <p:spPr>
              <a:xfrm>
                <a:off x="8844847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4" name="正方形/長方形 1073">
                <a:extLst>
                  <a:ext uri="{FF2B5EF4-FFF2-40B4-BE49-F238E27FC236}">
                    <ns2:creationId id="{FEBB7AC2-D8F2-DDD3-BF96-05A868C10D45}"/>
                  </a:ext>
                </a:extLst>
              </p:cNvPr>
              <p:cNvSpPr/>
              <p:nvPr/>
            </p:nvSpPr>
            <p:spPr>
              <a:xfrm>
                <a:off x="960926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1" name="正方形/長方形 1080">
                <a:extLst>
                  <a:ext uri="{FF2B5EF4-FFF2-40B4-BE49-F238E27FC236}">
                    <ns2:creationId id="{B97448CB-A327-8AF6-F922-EB2EEBFDF2DE}"/>
                  </a:ext>
                </a:extLst>
              </p:cNvPr>
              <p:cNvSpPr/>
              <p:nvPr/>
            </p:nvSpPr>
            <p:spPr>
              <a:xfrm>
                <a:off x="11137652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1" name="正方形/長方形 1430">
                <a:extLst>
                  <a:ext uri="{FF2B5EF4-FFF2-40B4-BE49-F238E27FC236}">
                    <ns2:creationId id="{D366B5D4-48DA-C724-4248-51539BBF117A}"/>
                  </a:ext>
                </a:extLst>
              </p:cNvPr>
              <p:cNvSpPr/>
              <p:nvPr/>
            </p:nvSpPr>
            <p:spPr>
              <a:xfrm>
                <a:off x="5152965" y="292501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5" name="正方形/長方形 614">
                <a:extLst>
                  <a:ext uri="{FF2B5EF4-FFF2-40B4-BE49-F238E27FC236}">
                    <ns2:creationId id="{038EFD6A-B45C-4567-8EDD-95FB91E477E2}"/>
                  </a:ext>
                </a:extLst>
              </p:cNvPr>
              <p:cNvSpPr/>
              <p:nvPr/>
            </p:nvSpPr>
            <p:spPr>
              <a:xfrm>
                <a:off x="1037368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rgbClr val="0070C0"/>
                  </a:solidFill>
                  <a:latin typeface="+mn-ea"/>
                </a:endParaRPr>
              </a:p>
            </p:txBody>
          </p:sp>
          <p:sp>
            <p:nvSpPr>
              <p:cNvPr id="616" name="正方形/長方形 615">
                <a:extLst>
                  <a:ext uri="{FF2B5EF4-FFF2-40B4-BE49-F238E27FC236}">
                    <ns2:creationId id="{A18BFB5E-3526-DA64-7AAC-FE2ABD2BC759}"/>
                  </a:ext>
                </a:extLst>
              </p:cNvPr>
              <p:cNvSpPr/>
              <p:nvPr/>
            </p:nvSpPr>
            <p:spPr>
              <a:xfrm>
                <a:off x="5787175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7" name="正方形/長方形 616">
                <a:extLst>
                  <a:ext uri="{FF2B5EF4-FFF2-40B4-BE49-F238E27FC236}">
                    <ns2:creationId id="{1E81FEC6-169F-84B9-74A1-32D504C6657A}"/>
                  </a:ext>
                </a:extLst>
              </p:cNvPr>
              <p:cNvSpPr/>
              <p:nvPr/>
            </p:nvSpPr>
            <p:spPr>
              <a:xfrm>
                <a:off x="8080429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170B7677-EE99-B2AB-3060-78C1D47E2B70}"/>
                  </a:ext>
                </a:extLst>
              </p:cNvPr>
              <p:cNvSpPr/>
              <p:nvPr/>
            </p:nvSpPr>
            <p:spPr>
              <a:xfrm>
                <a:off x="655159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0" name="正方形/長方形 1059">
                <a:extLst>
                  <a:ext uri="{FF2B5EF4-FFF2-40B4-BE49-F238E27FC236}">
                    <ns2:creationId id="{9BD7D1EE-4ACF-65D1-2119-ABD7F90D0730}"/>
                  </a:ext>
                </a:extLst>
              </p:cNvPr>
              <p:cNvSpPr/>
              <p:nvPr/>
            </p:nvSpPr>
            <p:spPr>
              <a:xfrm>
                <a:off x="7316011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7" name="正方形/長方形 1066">
                <a:extLst>
                  <a:ext uri="{FF2B5EF4-FFF2-40B4-BE49-F238E27FC236}">
                    <ns2:creationId id="{B9D876A8-ABBF-D250-60EF-306F2F4B1CE0}"/>
                  </a:ext>
                </a:extLst>
              </p:cNvPr>
              <p:cNvSpPr/>
              <p:nvPr/>
            </p:nvSpPr>
            <p:spPr>
              <a:xfrm>
                <a:off x="8844847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1" name="正方形/長方形 1070">
                <a:extLst>
                  <a:ext uri="{FF2B5EF4-FFF2-40B4-BE49-F238E27FC236}">
                    <ns2:creationId id="{14D0FB25-229A-CD53-12B1-C16B861F42AC}"/>
                  </a:ext>
                </a:extLst>
              </p:cNvPr>
              <p:cNvSpPr/>
              <p:nvPr/>
            </p:nvSpPr>
            <p:spPr>
              <a:xfrm>
                <a:off x="9609265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8" name="正方形/長方形 1077">
                <a:extLst>
                  <a:ext uri="{FF2B5EF4-FFF2-40B4-BE49-F238E27FC236}">
                    <ns2:creationId id="{BAC81F02-90D0-9095-768C-3CE076B6E865}"/>
                  </a:ext>
                </a:extLst>
              </p:cNvPr>
              <p:cNvSpPr/>
              <p:nvPr/>
            </p:nvSpPr>
            <p:spPr>
              <a:xfrm>
                <a:off x="11137652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3" name="正方形/長方形 1432">
                <a:extLst>
                  <a:ext uri="{FF2B5EF4-FFF2-40B4-BE49-F238E27FC236}">
                    <ns2:creationId id="{9276B195-F4AB-AFBF-5B41-C75BEED17234}"/>
                  </a:ext>
                </a:extLst>
              </p:cNvPr>
              <p:cNvSpPr/>
              <p:nvPr/>
            </p:nvSpPr>
            <p:spPr>
              <a:xfrm>
                <a:off x="5152965" y="320727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8" name="正方形/長方形 617">
                <a:extLst>
                  <a:ext uri="{FF2B5EF4-FFF2-40B4-BE49-F238E27FC236}">
                    <ns2:creationId id="{0F83F50E-65AE-C767-274E-1D416C1AF5D9}"/>
                  </a:ext>
                </a:extLst>
              </p:cNvPr>
              <p:cNvSpPr/>
              <p:nvPr/>
            </p:nvSpPr>
            <p:spPr>
              <a:xfrm>
                <a:off x="10373683" y="306614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9" name="正方形/長方形 618">
                <a:extLst>
                  <a:ext uri="{FF2B5EF4-FFF2-40B4-BE49-F238E27FC236}">
                    <ns2:creationId id="{CAC2094D-A7F1-8BCE-E95C-92EDF4BA4F79}"/>
                  </a:ext>
                </a:extLst>
              </p:cNvPr>
              <p:cNvSpPr/>
              <p:nvPr/>
            </p:nvSpPr>
            <p:spPr>
              <a:xfrm>
                <a:off x="578717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20" name="正方形/長方形 619">
                <a:extLst>
                  <a:ext uri="{FF2B5EF4-FFF2-40B4-BE49-F238E27FC236}">
                    <ns2:creationId id="{AAEC284A-82FC-B5F6-FD36-662A108637FC}"/>
                  </a:ext>
                </a:extLst>
              </p:cNvPr>
              <p:cNvSpPr/>
              <p:nvPr/>
            </p:nvSpPr>
            <p:spPr>
              <a:xfrm>
                <a:off x="8080429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D1521FF2-AD43-7E21-BCF5-3A88B4996CF0}"/>
                  </a:ext>
                </a:extLst>
              </p:cNvPr>
              <p:cNvSpPr/>
              <p:nvPr/>
            </p:nvSpPr>
            <p:spPr>
              <a:xfrm>
                <a:off x="6551593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1" name="正方形/長方形 1060">
                <a:extLst>
                  <a:ext uri="{FF2B5EF4-FFF2-40B4-BE49-F238E27FC236}">
                    <ns2:creationId id="{947B1DBD-1F6C-E9EC-7B28-D261920328B0}"/>
                  </a:ext>
                </a:extLst>
              </p:cNvPr>
              <p:cNvSpPr/>
              <p:nvPr/>
            </p:nvSpPr>
            <p:spPr>
              <a:xfrm>
                <a:off x="7316011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8" name="正方形/長方形 1067">
                <a:extLst>
                  <a:ext uri="{FF2B5EF4-FFF2-40B4-BE49-F238E27FC236}">
                    <ns2:creationId id="{1AE40999-9FCC-5E04-54F7-A5B345C2307E}"/>
                  </a:ext>
                </a:extLst>
              </p:cNvPr>
              <p:cNvSpPr/>
              <p:nvPr/>
            </p:nvSpPr>
            <p:spPr>
              <a:xfrm>
                <a:off x="8844847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5" name="正方形/長方形 1074">
                <a:extLst>
                  <a:ext uri="{FF2B5EF4-FFF2-40B4-BE49-F238E27FC236}">
                    <ns2:creationId id="{66CBCC98-BFB3-E697-93D8-0FEDACDE8144}"/>
                  </a:ext>
                </a:extLst>
              </p:cNvPr>
              <p:cNvSpPr/>
              <p:nvPr/>
            </p:nvSpPr>
            <p:spPr>
              <a:xfrm>
                <a:off x="960926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2" name="正方形/長方形 1081">
                <a:extLst>
                  <a:ext uri="{FF2B5EF4-FFF2-40B4-BE49-F238E27FC236}">
                    <ns2:creationId id="{86845D3E-EC76-8F3E-F5E6-0C1C9E05094E}"/>
                  </a:ext>
                </a:extLst>
              </p:cNvPr>
              <p:cNvSpPr/>
              <p:nvPr/>
            </p:nvSpPr>
            <p:spPr>
              <a:xfrm>
                <a:off x="11137652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5" name="正方形/長方形 1434">
                <a:extLst>
                  <a:ext uri="{FF2B5EF4-FFF2-40B4-BE49-F238E27FC236}">
                    <ns2:creationId id="{ADF8EB12-5197-C6A8-C617-BC7574CD9C27}"/>
                  </a:ext>
                </a:extLst>
              </p:cNvPr>
              <p:cNvSpPr/>
              <p:nvPr/>
            </p:nvSpPr>
            <p:spPr>
              <a:xfrm>
                <a:off x="5152965" y="306614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7" name="正方形/長方形 1436">
                <a:extLst>
                  <a:ext uri="{FF2B5EF4-FFF2-40B4-BE49-F238E27FC236}">
                    <ns2:creationId id="{65708AC1-6219-3114-BFA4-154F158F0077}"/>
                  </a:ext>
                </a:extLst>
              </p:cNvPr>
              <p:cNvSpPr/>
              <p:nvPr/>
            </p:nvSpPr>
            <p:spPr>
              <a:xfrm>
                <a:off x="3940220" y="2360501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8123736A-EE42-7682-5E93-8A65B67EA7AB}"/>
                  </a:ext>
                </a:extLst>
              </p:cNvPr>
              <p:cNvSpPr/>
              <p:nvPr/>
            </p:nvSpPr>
            <p:spPr>
              <a:xfrm>
                <a:off x="10373683" y="236050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1D2473C-0F96-FBB0-322C-E29A80CF13F9}"/>
                  </a:ext>
                </a:extLst>
              </p:cNvPr>
              <p:cNvSpPr/>
              <p:nvPr/>
            </p:nvSpPr>
            <p:spPr>
              <a:xfrm>
                <a:off x="5787175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918896D6-3A74-B0F0-A4A5-553737D1B40A}"/>
                  </a:ext>
                </a:extLst>
              </p:cNvPr>
              <p:cNvSpPr/>
              <p:nvPr/>
            </p:nvSpPr>
            <p:spPr>
              <a:xfrm>
                <a:off x="8080429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D0DA4806-6FC6-4560-FF1D-0F9A20A06BA4}"/>
                  </a:ext>
                </a:extLst>
              </p:cNvPr>
              <p:cNvSpPr/>
              <p:nvPr/>
            </p:nvSpPr>
            <p:spPr>
              <a:xfrm>
                <a:off x="6551593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7CEDF9FD-85F2-A830-2B0E-95D4698F49DC}"/>
                  </a:ext>
                </a:extLst>
              </p:cNvPr>
              <p:cNvSpPr/>
              <p:nvPr/>
            </p:nvSpPr>
            <p:spPr>
              <a:xfrm>
                <a:off x="7316011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2" name="正方形/長方形 1061">
                <a:extLst>
                  <a:ext uri="{FF2B5EF4-FFF2-40B4-BE49-F238E27FC236}">
                    <ns2:creationId id="{CFD9B8C4-6650-7926-76B5-B15F400D9C71}"/>
                  </a:ext>
                </a:extLst>
              </p:cNvPr>
              <p:cNvSpPr/>
              <p:nvPr/>
            </p:nvSpPr>
            <p:spPr>
              <a:xfrm>
                <a:off x="8844847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9" name="正方形/長方形 1068">
                <a:extLst>
                  <a:ext uri="{FF2B5EF4-FFF2-40B4-BE49-F238E27FC236}">
                    <ns2:creationId id="{8A538017-CB41-0356-779B-582A205465D0}"/>
                  </a:ext>
                </a:extLst>
              </p:cNvPr>
              <p:cNvSpPr/>
              <p:nvPr/>
            </p:nvSpPr>
            <p:spPr>
              <a:xfrm>
                <a:off x="9609265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6" name="正方形/長方形 1075">
                <a:extLst>
                  <a:ext uri="{FF2B5EF4-FFF2-40B4-BE49-F238E27FC236}">
                    <ns2:creationId id="{9041C756-C3D9-028D-8E86-AEA5521B2B4F}"/>
                  </a:ext>
                </a:extLst>
              </p:cNvPr>
              <p:cNvSpPr/>
              <p:nvPr/>
            </p:nvSpPr>
            <p:spPr>
              <a:xfrm>
                <a:off x="11137652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9" name="正方形/長方形 1438">
                <a:extLst>
                  <a:ext uri="{FF2B5EF4-FFF2-40B4-BE49-F238E27FC236}">
                    <ns2:creationId id="{6BC307BB-4C3B-681A-E855-3EB7491F4324}"/>
                  </a:ext>
                </a:extLst>
              </p:cNvPr>
              <p:cNvSpPr/>
              <p:nvPr/>
            </p:nvSpPr>
            <p:spPr>
              <a:xfrm>
                <a:off x="4546591" y="2360501"/>
                <a:ext cx="1194269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1" name="正方形/長方形 1440">
                <a:extLst>
                  <a:ext uri="{FF2B5EF4-FFF2-40B4-BE49-F238E27FC236}">
                    <ns2:creationId id="{429410AB-74D8-5DED-F362-5ABE042AF7E9}"/>
                  </a:ext>
                </a:extLst>
              </p:cNvPr>
              <p:cNvSpPr/>
              <p:nvPr/>
            </p:nvSpPr>
            <p:spPr>
              <a:xfrm>
                <a:off x="4546592" y="3489533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3" name="正方形/長方形 1442">
                <a:extLst>
                  <a:ext uri="{FF2B5EF4-FFF2-40B4-BE49-F238E27FC236}">
                    <ns2:creationId id="{C66B4CFA-55E1-08FE-0B50-0EE2A8D4B2C3}"/>
                  </a:ext>
                </a:extLst>
              </p:cNvPr>
              <p:cNvSpPr/>
              <p:nvPr/>
            </p:nvSpPr>
            <p:spPr>
              <a:xfrm>
                <a:off x="4546592" y="3912920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6" name="正方形/長方形 1085">
                <a:extLst>
                  <a:ext uri="{FF2B5EF4-FFF2-40B4-BE49-F238E27FC236}">
                    <ns2:creationId id="{AA83E8A5-BFED-4D85-6CEC-39E3088E70A7}"/>
                  </a:ext>
                </a:extLst>
              </p:cNvPr>
              <p:cNvSpPr/>
              <p:nvPr/>
            </p:nvSpPr>
            <p:spPr>
              <a:xfrm>
                <a:off x="10373683" y="348953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7" name="正方形/長方形 1086">
                <a:extLst>
                  <a:ext uri="{FF2B5EF4-FFF2-40B4-BE49-F238E27FC236}">
                    <ns2:creationId id="{429BFA28-7738-9A29-C654-A1A74D192567}"/>
                  </a:ext>
                </a:extLst>
              </p:cNvPr>
              <p:cNvSpPr/>
              <p:nvPr/>
            </p:nvSpPr>
            <p:spPr>
              <a:xfrm>
                <a:off x="578717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8" name="正方形/長方形 1087">
                <a:extLst>
                  <a:ext uri="{FF2B5EF4-FFF2-40B4-BE49-F238E27FC236}">
                    <ns2:creationId id="{F3625197-E177-1710-5F9C-3665468C9D1E}"/>
                  </a:ext>
                </a:extLst>
              </p:cNvPr>
              <p:cNvSpPr/>
              <p:nvPr/>
            </p:nvSpPr>
            <p:spPr>
              <a:xfrm>
                <a:off x="8080429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9" name="正方形/長方形 1158">
                <a:extLst>
                  <a:ext uri="{FF2B5EF4-FFF2-40B4-BE49-F238E27FC236}">
                    <ns2:creationId id="{2126A29C-CCA0-16DE-7002-4360DA989CE2}"/>
                  </a:ext>
                </a:extLst>
              </p:cNvPr>
              <p:cNvSpPr/>
              <p:nvPr/>
            </p:nvSpPr>
            <p:spPr>
              <a:xfrm>
                <a:off x="655159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6" name="正方形/長方形 1165">
                <a:extLst>
                  <a:ext uri="{FF2B5EF4-FFF2-40B4-BE49-F238E27FC236}">
                    <ns2:creationId id="{8EE944C6-617C-8A24-11BC-B51B82D89D45}"/>
                  </a:ext>
                </a:extLst>
              </p:cNvPr>
              <p:cNvSpPr/>
              <p:nvPr/>
            </p:nvSpPr>
            <p:spPr>
              <a:xfrm>
                <a:off x="8844847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5" name="正方形/長方形 1174">
                <a:extLst>
                  <a:ext uri="{FF2B5EF4-FFF2-40B4-BE49-F238E27FC236}">
                    <ns2:creationId id="{68262451-610D-8E92-4A27-F2FE1591D673}"/>
                  </a:ext>
                </a:extLst>
              </p:cNvPr>
              <p:cNvSpPr/>
              <p:nvPr/>
            </p:nvSpPr>
            <p:spPr>
              <a:xfrm>
                <a:off x="960926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2" name="正方形/長方形 1181">
                <a:extLst>
                  <a:ext uri="{FF2B5EF4-FFF2-40B4-BE49-F238E27FC236}">
                    <ns2:creationId id="{E5862D93-AACC-499D-E905-D3330829550E}"/>
                  </a:ext>
                </a:extLst>
              </p:cNvPr>
              <p:cNvSpPr/>
              <p:nvPr/>
            </p:nvSpPr>
            <p:spPr>
              <a:xfrm>
                <a:off x="1113765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2" name="正方形/長方形 1401">
                <a:extLst>
                  <a:ext uri="{FF2B5EF4-FFF2-40B4-BE49-F238E27FC236}">
                    <ns2:creationId id="{E74C5A1C-69E4-D869-049D-1F298C8AE788}"/>
                  </a:ext>
                </a:extLst>
              </p:cNvPr>
              <p:cNvSpPr/>
              <p:nvPr/>
            </p:nvSpPr>
            <p:spPr>
              <a:xfrm>
                <a:off x="7316011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5" name="正方形/長方形 1444">
                <a:extLst>
                  <a:ext uri="{FF2B5EF4-FFF2-40B4-BE49-F238E27FC236}">
                    <ns2:creationId id="{8B9D4EE1-E0FF-3B0B-F280-531A82C6D14A}"/>
                  </a:ext>
                </a:extLst>
              </p:cNvPr>
              <p:cNvSpPr/>
              <p:nvPr/>
            </p:nvSpPr>
            <p:spPr>
              <a:xfrm>
                <a:off x="5152965" y="348953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9" name="正方形/長方形 1088">
                <a:extLst>
                  <a:ext uri="{FF2B5EF4-FFF2-40B4-BE49-F238E27FC236}">
                    <ns2:creationId id="{0CB16A3B-359F-3F36-C9CD-188079FA0CA8}"/>
                  </a:ext>
                </a:extLst>
              </p:cNvPr>
              <p:cNvSpPr/>
              <p:nvPr/>
            </p:nvSpPr>
            <p:spPr>
              <a:xfrm>
                <a:off x="10373683" y="363066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0" name="正方形/長方形 1089">
                <a:extLst>
                  <a:ext uri="{FF2B5EF4-FFF2-40B4-BE49-F238E27FC236}">
                    <ns2:creationId id="{7446141C-510A-C0DE-F070-C7F7F8664FFA}"/>
                  </a:ext>
                </a:extLst>
              </p:cNvPr>
              <p:cNvSpPr/>
              <p:nvPr/>
            </p:nvSpPr>
            <p:spPr>
              <a:xfrm>
                <a:off x="578717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1" name="正方形/長方形 1090">
                <a:extLst>
                  <a:ext uri="{FF2B5EF4-FFF2-40B4-BE49-F238E27FC236}">
                    <ns2:creationId id="{87826878-F023-BF66-2B50-B781BB201C33}"/>
                  </a:ext>
                </a:extLst>
              </p:cNvPr>
              <p:cNvSpPr/>
              <p:nvPr/>
            </p:nvSpPr>
            <p:spPr>
              <a:xfrm>
                <a:off x="8080429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0" name="正方形/長方形 1159">
                <a:extLst>
                  <a:ext uri="{FF2B5EF4-FFF2-40B4-BE49-F238E27FC236}">
                    <ns2:creationId id="{765D17A1-0C56-A99C-A39B-A6DDA6C244F2}"/>
                  </a:ext>
                </a:extLst>
              </p:cNvPr>
              <p:cNvSpPr/>
              <p:nvPr/>
            </p:nvSpPr>
            <p:spPr>
              <a:xfrm>
                <a:off x="655159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7" name="正方形/長方形 1166">
                <a:extLst>
                  <a:ext uri="{FF2B5EF4-FFF2-40B4-BE49-F238E27FC236}">
                    <ns2:creationId id="{B78442E9-220F-F27C-FB2B-54973191F63A}"/>
                  </a:ext>
                </a:extLst>
              </p:cNvPr>
              <p:cNvSpPr/>
              <p:nvPr/>
            </p:nvSpPr>
            <p:spPr>
              <a:xfrm>
                <a:off x="8844847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6" name="正方形/長方形 1175">
                <a:extLst>
                  <a:ext uri="{FF2B5EF4-FFF2-40B4-BE49-F238E27FC236}">
                    <ns2:creationId id="{69ED087C-11AB-BC97-087F-735E978ADD84}"/>
                  </a:ext>
                </a:extLst>
              </p:cNvPr>
              <p:cNvSpPr/>
              <p:nvPr/>
            </p:nvSpPr>
            <p:spPr>
              <a:xfrm>
                <a:off x="960926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3" name="正方形/長方形 1182">
                <a:extLst>
                  <a:ext uri="{FF2B5EF4-FFF2-40B4-BE49-F238E27FC236}">
                    <ns2:creationId id="{00A127F1-D708-BAC4-3E01-5C02B6DCBCF9}"/>
                  </a:ext>
                </a:extLst>
              </p:cNvPr>
              <p:cNvSpPr/>
              <p:nvPr/>
            </p:nvSpPr>
            <p:spPr>
              <a:xfrm>
                <a:off x="1113765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3" name="正方形/長方形 1402">
                <a:extLst>
                  <a:ext uri="{FF2B5EF4-FFF2-40B4-BE49-F238E27FC236}">
                    <ns2:creationId id="{A37E65A4-8999-2824-96B0-E05C62AFACEC}"/>
                  </a:ext>
                </a:extLst>
              </p:cNvPr>
              <p:cNvSpPr/>
              <p:nvPr/>
            </p:nvSpPr>
            <p:spPr>
              <a:xfrm>
                <a:off x="7316011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7" name="正方形/長方形 1446">
                <a:extLst>
                  <a:ext uri="{FF2B5EF4-FFF2-40B4-BE49-F238E27FC236}">
                    <ns2:creationId id="{B33BFBA1-67DA-F1CF-3905-D7474F52EDA8}"/>
                  </a:ext>
                </a:extLst>
              </p:cNvPr>
              <p:cNvSpPr/>
              <p:nvPr/>
            </p:nvSpPr>
            <p:spPr>
              <a:xfrm>
                <a:off x="5152965" y="3630662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2" name="正方形/長方形 1091">
                <a:extLst>
                  <a:ext uri="{FF2B5EF4-FFF2-40B4-BE49-F238E27FC236}">
                    <ns2:creationId id="{038CC6BC-5D86-5BAF-057E-624481E0CE56}"/>
                  </a:ext>
                </a:extLst>
              </p:cNvPr>
              <p:cNvSpPr/>
              <p:nvPr/>
            </p:nvSpPr>
            <p:spPr>
              <a:xfrm>
                <a:off x="10373683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3" name="正方形/長方形 1092">
                <a:extLst>
                  <a:ext uri="{FF2B5EF4-FFF2-40B4-BE49-F238E27FC236}">
                    <ns2:creationId id="{912853F3-8F16-C502-D4F8-0700E34D77BD}"/>
                  </a:ext>
                </a:extLst>
              </p:cNvPr>
              <p:cNvSpPr/>
              <p:nvPr/>
            </p:nvSpPr>
            <p:spPr>
              <a:xfrm>
                <a:off x="5787175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4" name="正方形/長方形 1093">
                <a:extLst>
                  <a:ext uri="{FF2B5EF4-FFF2-40B4-BE49-F238E27FC236}">
                    <ns2:creationId id="{44E80996-ED5D-7AAA-813C-5785C4BDC6BE}"/>
                  </a:ext>
                </a:extLst>
              </p:cNvPr>
              <p:cNvSpPr/>
              <p:nvPr/>
            </p:nvSpPr>
            <p:spPr>
              <a:xfrm>
                <a:off x="8080429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1" name="正方形/長方形 1160">
                <a:extLst>
                  <a:ext uri="{FF2B5EF4-FFF2-40B4-BE49-F238E27FC236}">
                    <ns2:creationId id="{02C19B04-F82C-9B2E-4E4D-C072FE390AC7}"/>
                  </a:ext>
                </a:extLst>
              </p:cNvPr>
              <p:cNvSpPr/>
              <p:nvPr/>
            </p:nvSpPr>
            <p:spPr>
              <a:xfrm>
                <a:off x="6551592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8" name="正方形/長方形 1167">
                <a:extLst>
                  <a:ext uri="{FF2B5EF4-FFF2-40B4-BE49-F238E27FC236}">
                    <ns2:creationId id="{E395C5A9-C340-FF65-5BBD-9F22FF709A83}"/>
                  </a:ext>
                </a:extLst>
              </p:cNvPr>
              <p:cNvSpPr/>
              <p:nvPr/>
            </p:nvSpPr>
            <p:spPr>
              <a:xfrm>
                <a:off x="8844847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3" name="正方形/長方形 1172">
                <a:extLst>
                  <a:ext uri="{FF2B5EF4-FFF2-40B4-BE49-F238E27FC236}">
                    <ns2:creationId id="{5E8FE9EE-37FD-9047-8A0B-EACC4560D199}"/>
                  </a:ext>
                </a:extLst>
              </p:cNvPr>
              <p:cNvSpPr/>
              <p:nvPr/>
            </p:nvSpPr>
            <p:spPr>
              <a:xfrm>
                <a:off x="9609265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0" name="正方形/長方形 1179">
                <a:extLst>
                  <a:ext uri="{FF2B5EF4-FFF2-40B4-BE49-F238E27FC236}">
                    <ns2:creationId id="{F92F61F1-616F-09D3-6B53-DCCAE7401993}"/>
                  </a:ext>
                </a:extLst>
              </p:cNvPr>
              <p:cNvSpPr/>
              <p:nvPr/>
            </p:nvSpPr>
            <p:spPr>
              <a:xfrm>
                <a:off x="11137652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4" name="正方形/長方形 1403">
                <a:extLst>
                  <a:ext uri="{FF2B5EF4-FFF2-40B4-BE49-F238E27FC236}">
                    <ns2:creationId id="{133FF5F9-F138-EEA9-B99F-1E10B31D22E2}"/>
                  </a:ext>
                </a:extLst>
              </p:cNvPr>
              <p:cNvSpPr/>
              <p:nvPr/>
            </p:nvSpPr>
            <p:spPr>
              <a:xfrm>
                <a:off x="7316011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9" name="正方形/長方形 1448">
                <a:extLst>
                  <a:ext uri="{FF2B5EF4-FFF2-40B4-BE49-F238E27FC236}">
                    <ns2:creationId id="{8A193A09-C7A0-785D-DD1C-82A09A358AFC}"/>
                  </a:ext>
                </a:extLst>
              </p:cNvPr>
              <p:cNvSpPr/>
              <p:nvPr/>
            </p:nvSpPr>
            <p:spPr>
              <a:xfrm>
                <a:off x="5152965" y="3771791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5" name="正方形/長方形 1094">
                <a:extLst>
                  <a:ext uri="{FF2B5EF4-FFF2-40B4-BE49-F238E27FC236}">
                    <ns2:creationId id="{858A1077-DF64-8909-5E14-F63367FA0F2A}"/>
                  </a:ext>
                </a:extLst>
              </p:cNvPr>
              <p:cNvSpPr/>
              <p:nvPr/>
            </p:nvSpPr>
            <p:spPr>
              <a:xfrm>
                <a:off x="10373683" y="3912920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6" name="正方形/長方形 1095">
                <a:extLst>
                  <a:ext uri="{FF2B5EF4-FFF2-40B4-BE49-F238E27FC236}">
                    <ns2:creationId id="{DE18D817-4874-F0C8-7C9B-64029B4DEFF8}"/>
                  </a:ext>
                </a:extLst>
              </p:cNvPr>
              <p:cNvSpPr/>
              <p:nvPr/>
            </p:nvSpPr>
            <p:spPr>
              <a:xfrm>
                <a:off x="578717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7" name="正方形/長方形 1096">
                <a:extLst>
                  <a:ext uri="{FF2B5EF4-FFF2-40B4-BE49-F238E27FC236}">
                    <ns2:creationId id="{6CBE2023-D5D9-02E2-7EA3-839958B768AC}"/>
                  </a:ext>
                </a:extLst>
              </p:cNvPr>
              <p:cNvSpPr/>
              <p:nvPr/>
            </p:nvSpPr>
            <p:spPr>
              <a:xfrm>
                <a:off x="8080429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2" name="正方形/長方形 1161">
                <a:extLst>
                  <a:ext uri="{FF2B5EF4-FFF2-40B4-BE49-F238E27FC236}">
                    <ns2:creationId id="{50480CAB-D4F6-0573-2BF5-43B5D96F4ED8}"/>
                  </a:ext>
                </a:extLst>
              </p:cNvPr>
              <p:cNvSpPr/>
              <p:nvPr/>
            </p:nvSpPr>
            <p:spPr>
              <a:xfrm>
                <a:off x="655159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9" name="正方形/長方形 1168">
                <a:extLst>
                  <a:ext uri="{FF2B5EF4-FFF2-40B4-BE49-F238E27FC236}">
                    <ns2:creationId id="{A2742ABC-E2CE-D0B1-AF4F-CEB9199B573B}"/>
                  </a:ext>
                </a:extLst>
              </p:cNvPr>
              <p:cNvSpPr/>
              <p:nvPr/>
            </p:nvSpPr>
            <p:spPr>
              <a:xfrm>
                <a:off x="8844847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7" name="正方形/長方形 1176">
                <a:extLst>
                  <a:ext uri="{FF2B5EF4-FFF2-40B4-BE49-F238E27FC236}">
                    <ns2:creationId id="{008FA500-014E-DC1E-8D85-DDCD2179ACE7}"/>
                  </a:ext>
                </a:extLst>
              </p:cNvPr>
              <p:cNvSpPr/>
              <p:nvPr/>
            </p:nvSpPr>
            <p:spPr>
              <a:xfrm>
                <a:off x="960926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4" name="正方形/長方形 1183">
                <a:extLst>
                  <a:ext uri="{FF2B5EF4-FFF2-40B4-BE49-F238E27FC236}">
                    <ns2:creationId id="{8142E160-F32F-9FAC-CBC6-5BA371249176}"/>
                  </a:ext>
                </a:extLst>
              </p:cNvPr>
              <p:cNvSpPr/>
              <p:nvPr/>
            </p:nvSpPr>
            <p:spPr>
              <a:xfrm>
                <a:off x="1113765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5" name="正方形/長方形 1404">
                <a:extLst>
                  <a:ext uri="{FF2B5EF4-FFF2-40B4-BE49-F238E27FC236}">
                    <ns2:creationId id="{A101D88D-EC51-8186-3A54-829896DB935C}"/>
                  </a:ext>
                </a:extLst>
              </p:cNvPr>
              <p:cNvSpPr/>
              <p:nvPr/>
            </p:nvSpPr>
            <p:spPr>
              <a:xfrm>
                <a:off x="7316011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1" name="正方形/長方形 1450">
                <a:extLst>
                  <a:ext uri="{FF2B5EF4-FFF2-40B4-BE49-F238E27FC236}">
                    <ns2:creationId id="{03D232C4-1E58-3E38-D580-DB7A4B41C9FB}"/>
                  </a:ext>
                </a:extLst>
              </p:cNvPr>
              <p:cNvSpPr/>
              <p:nvPr/>
            </p:nvSpPr>
            <p:spPr>
              <a:xfrm>
                <a:off x="5152965" y="391292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8" name="正方形/長方形 1097">
                <a:extLst>
                  <a:ext uri="{FF2B5EF4-FFF2-40B4-BE49-F238E27FC236}">
                    <ns2:creationId id="{E92B1FD7-901C-8923-737E-1662F190E378}"/>
                  </a:ext>
                </a:extLst>
              </p:cNvPr>
              <p:cNvSpPr/>
              <p:nvPr/>
            </p:nvSpPr>
            <p:spPr>
              <a:xfrm>
                <a:off x="10373683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9" name="正方形/長方形 1098">
                <a:extLst>
                  <a:ext uri="{FF2B5EF4-FFF2-40B4-BE49-F238E27FC236}">
                    <ns2:creationId id="{3A011983-33A5-45A8-E42E-335441F70437}"/>
                  </a:ext>
                </a:extLst>
              </p:cNvPr>
              <p:cNvSpPr/>
              <p:nvPr/>
            </p:nvSpPr>
            <p:spPr>
              <a:xfrm>
                <a:off x="5787175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0" name="正方形/長方形 1099">
                <a:extLst>
                  <a:ext uri="{FF2B5EF4-FFF2-40B4-BE49-F238E27FC236}">
                    <ns2:creationId id="{2403394F-083E-20F8-9355-DFC282A0987D}"/>
                  </a:ext>
                </a:extLst>
              </p:cNvPr>
              <p:cNvSpPr/>
              <p:nvPr/>
            </p:nvSpPr>
            <p:spPr>
              <a:xfrm>
                <a:off x="8080429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3" name="正方形/長方形 1162">
                <a:extLst>
                  <a:ext uri="{FF2B5EF4-FFF2-40B4-BE49-F238E27FC236}">
                    <ns2:creationId id="{7A55C8EA-1987-C1D7-73EC-FA7988510283}"/>
                  </a:ext>
                </a:extLst>
              </p:cNvPr>
              <p:cNvSpPr/>
              <p:nvPr/>
            </p:nvSpPr>
            <p:spPr>
              <a:xfrm>
                <a:off x="6551592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0" name="正方形/長方形 1169">
                <a:extLst>
                  <a:ext uri="{FF2B5EF4-FFF2-40B4-BE49-F238E27FC236}">
                    <ns2:creationId id="{AB801D6B-0C8F-4F1D-3383-AB2EEA9F40BE}"/>
                  </a:ext>
                </a:extLst>
              </p:cNvPr>
              <p:cNvSpPr/>
              <p:nvPr/>
            </p:nvSpPr>
            <p:spPr>
              <a:xfrm>
                <a:off x="8844847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4" name="正方形/長方形 1173">
                <a:extLst>
                  <a:ext uri="{FF2B5EF4-FFF2-40B4-BE49-F238E27FC236}">
                    <ns2:creationId id="{DD185D6E-150B-BE26-2166-89487DA150B2}"/>
                  </a:ext>
                </a:extLst>
              </p:cNvPr>
              <p:cNvSpPr/>
              <p:nvPr/>
            </p:nvSpPr>
            <p:spPr>
              <a:xfrm>
                <a:off x="9609265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1" name="正方形/長方形 1180">
                <a:extLst>
                  <a:ext uri="{FF2B5EF4-FFF2-40B4-BE49-F238E27FC236}">
                    <ns2:creationId id="{03D92E61-7C5D-3ED4-FD98-DC3D0E42D039}"/>
                  </a:ext>
                </a:extLst>
              </p:cNvPr>
              <p:cNvSpPr/>
              <p:nvPr/>
            </p:nvSpPr>
            <p:spPr>
              <a:xfrm>
                <a:off x="11137652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6" name="正方形/長方形 1185">
                <a:extLst>
                  <a:ext uri="{FF2B5EF4-FFF2-40B4-BE49-F238E27FC236}">
                    <ns2:creationId id="{1A6DEB9B-2033-A691-0D02-4A0D2583A12C}"/>
                  </a:ext>
                </a:extLst>
              </p:cNvPr>
              <p:cNvSpPr/>
              <p:nvPr/>
            </p:nvSpPr>
            <p:spPr>
              <a:xfrm>
                <a:off x="7316011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3" name="正方形/長方形 1452">
                <a:extLst>
                  <a:ext uri="{FF2B5EF4-FFF2-40B4-BE49-F238E27FC236}">
                    <ns2:creationId id="{C7706615-1953-C926-8A10-ABF887D9743E}"/>
                  </a:ext>
                </a:extLst>
              </p:cNvPr>
              <p:cNvSpPr/>
              <p:nvPr/>
            </p:nvSpPr>
            <p:spPr>
              <a:xfrm>
                <a:off x="5152965" y="419517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1" name="正方形/長方形 1100">
                <a:extLst>
                  <a:ext uri="{FF2B5EF4-FFF2-40B4-BE49-F238E27FC236}">
                    <ns2:creationId id="{D54882FC-020C-0BAB-9CDD-0BC2DB04507E}"/>
                  </a:ext>
                </a:extLst>
              </p:cNvPr>
              <p:cNvSpPr/>
              <p:nvPr/>
            </p:nvSpPr>
            <p:spPr>
              <a:xfrm>
                <a:off x="10373683" y="405404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02" name="正方形/長方形 1101">
                <a:extLst>
                  <a:ext uri="{FF2B5EF4-FFF2-40B4-BE49-F238E27FC236}">
                    <ns2:creationId id="{2B16C90E-9C10-BC34-0C6B-33B093E0DD97}"/>
                  </a:ext>
                </a:extLst>
              </p:cNvPr>
              <p:cNvSpPr/>
              <p:nvPr/>
            </p:nvSpPr>
            <p:spPr>
              <a:xfrm>
                <a:off x="578717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3" name="正方形/長方形 1102">
                <a:extLst>
                  <a:ext uri="{FF2B5EF4-FFF2-40B4-BE49-F238E27FC236}">
                    <ns2:creationId id="{0AC68073-DE35-EADE-BB2C-16AA5DDFAE00}"/>
                  </a:ext>
                </a:extLst>
              </p:cNvPr>
              <p:cNvSpPr/>
              <p:nvPr/>
            </p:nvSpPr>
            <p:spPr>
              <a:xfrm>
                <a:off x="8080429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4" name="正方形/長方形 1163">
                <a:extLst>
                  <a:ext uri="{FF2B5EF4-FFF2-40B4-BE49-F238E27FC236}">
                    <ns2:creationId id="{FF4B418E-8263-30E7-9AE3-A64E9568EAA6}"/>
                  </a:ext>
                </a:extLst>
              </p:cNvPr>
              <p:cNvSpPr/>
              <p:nvPr/>
            </p:nvSpPr>
            <p:spPr>
              <a:xfrm>
                <a:off x="655159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1" name="正方形/長方形 1170">
                <a:extLst>
                  <a:ext uri="{FF2B5EF4-FFF2-40B4-BE49-F238E27FC236}">
                    <ns2:creationId id="{8C8A544D-1D10-C556-1235-480FF5C4E03A}"/>
                  </a:ext>
                </a:extLst>
              </p:cNvPr>
              <p:cNvSpPr/>
              <p:nvPr/>
            </p:nvSpPr>
            <p:spPr>
              <a:xfrm>
                <a:off x="8844847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8" name="正方形/長方形 1177">
                <a:extLst>
                  <a:ext uri="{FF2B5EF4-FFF2-40B4-BE49-F238E27FC236}">
                    <ns2:creationId id="{B2026E31-57CB-80C8-18D7-E495F9EF95DE}"/>
                  </a:ext>
                </a:extLst>
              </p:cNvPr>
              <p:cNvSpPr/>
              <p:nvPr/>
            </p:nvSpPr>
            <p:spPr>
              <a:xfrm>
                <a:off x="960926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5" name="正方形/長方形 1184">
                <a:extLst>
                  <a:ext uri="{FF2B5EF4-FFF2-40B4-BE49-F238E27FC236}">
                    <ns2:creationId id="{BFDD1CC3-7CC4-1232-9668-26DB672DF49D}"/>
                  </a:ext>
                </a:extLst>
              </p:cNvPr>
              <p:cNvSpPr/>
              <p:nvPr/>
            </p:nvSpPr>
            <p:spPr>
              <a:xfrm>
                <a:off x="1113765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6" name="正方形/長方形 1405">
                <a:extLst>
                  <a:ext uri="{FF2B5EF4-FFF2-40B4-BE49-F238E27FC236}">
                    <ns2:creationId id="{8590CCF7-2C9F-0B5B-1BA1-C1CA466CC29F}"/>
                  </a:ext>
                </a:extLst>
              </p:cNvPr>
              <p:cNvSpPr/>
              <p:nvPr/>
            </p:nvSpPr>
            <p:spPr>
              <a:xfrm>
                <a:off x="7316011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5" name="正方形/長方形 1454">
                <a:extLst>
                  <a:ext uri="{FF2B5EF4-FFF2-40B4-BE49-F238E27FC236}">
                    <ns2:creationId id="{7291E2F4-E8E2-1D76-6647-1A92C3C43075}"/>
                  </a:ext>
                </a:extLst>
              </p:cNvPr>
              <p:cNvSpPr/>
              <p:nvPr/>
            </p:nvSpPr>
            <p:spPr>
              <a:xfrm>
                <a:off x="5152965" y="405404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7" name="正方形/長方形 1456">
                <a:extLst>
                  <a:ext uri="{FF2B5EF4-FFF2-40B4-BE49-F238E27FC236}">
                    <ns2:creationId id="{3669E755-E67A-08E0-DAB3-7CA77757ACBC}"/>
                  </a:ext>
                </a:extLst>
              </p:cNvPr>
              <p:cNvSpPr/>
              <p:nvPr/>
            </p:nvSpPr>
            <p:spPr>
              <a:xfrm>
                <a:off x="3940220" y="3489533"/>
                <a:ext cx="560517" cy="833787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3" name="正方形/長方形 1082">
                <a:extLst>
                  <a:ext uri="{FF2B5EF4-FFF2-40B4-BE49-F238E27FC236}">
                    <ns2:creationId id="{40880226-64F6-1E7D-EB40-4FB3568635A6}"/>
                  </a:ext>
                </a:extLst>
              </p:cNvPr>
              <p:cNvSpPr/>
              <p:nvPr/>
            </p:nvSpPr>
            <p:spPr>
              <a:xfrm>
                <a:off x="10373683" y="3348404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4" name="正方形/長方形 1083">
                <a:extLst>
                  <a:ext uri="{FF2B5EF4-FFF2-40B4-BE49-F238E27FC236}">
                    <ns2:creationId id="{5F654193-373E-1142-955E-2EF56B46564E}"/>
                  </a:ext>
                </a:extLst>
              </p:cNvPr>
              <p:cNvSpPr/>
              <p:nvPr/>
            </p:nvSpPr>
            <p:spPr>
              <a:xfrm>
                <a:off x="5787175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5" name="正方形/長方形 1084">
                <a:extLst>
                  <a:ext uri="{FF2B5EF4-FFF2-40B4-BE49-F238E27FC236}">
                    <ns2:creationId id="{0C4367FD-8739-91CA-CC50-D7EB6749C049}"/>
                  </a:ext>
                </a:extLst>
              </p:cNvPr>
              <p:cNvSpPr/>
              <p:nvPr/>
            </p:nvSpPr>
            <p:spPr>
              <a:xfrm>
                <a:off x="8080429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8" name="正方形/長方形 1157">
                <a:extLst>
                  <a:ext uri="{FF2B5EF4-FFF2-40B4-BE49-F238E27FC236}">
                    <ns2:creationId id="{F8435CAA-25BE-DAB6-951C-CE6E7D0C93A6}"/>
                  </a:ext>
                </a:extLst>
              </p:cNvPr>
              <p:cNvSpPr/>
              <p:nvPr/>
            </p:nvSpPr>
            <p:spPr>
              <a:xfrm>
                <a:off x="6551592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5" name="正方形/長方形 1164">
                <a:extLst>
                  <a:ext uri="{FF2B5EF4-FFF2-40B4-BE49-F238E27FC236}">
                    <ns2:creationId id="{FA55CACC-D61E-4211-5D00-24B7FF45E0A1}"/>
                  </a:ext>
                </a:extLst>
              </p:cNvPr>
              <p:cNvSpPr/>
              <p:nvPr/>
            </p:nvSpPr>
            <p:spPr>
              <a:xfrm>
                <a:off x="8844847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2" name="正方形/長方形 1171">
                <a:extLst>
                  <a:ext uri="{FF2B5EF4-FFF2-40B4-BE49-F238E27FC236}">
                    <ns2:creationId id="{D6ED6FD1-FA6A-6720-01DA-B7B0FA8FC70D}"/>
                  </a:ext>
                </a:extLst>
              </p:cNvPr>
              <p:cNvSpPr/>
              <p:nvPr/>
            </p:nvSpPr>
            <p:spPr>
              <a:xfrm>
                <a:off x="9609265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79" name="正方形/長方形 1178">
                <a:extLst>
                  <a:ext uri="{FF2B5EF4-FFF2-40B4-BE49-F238E27FC236}">
                    <ns2:creationId id="{2F842A90-A752-9281-7E29-93780EDA47FA}"/>
                  </a:ext>
                </a:extLst>
              </p:cNvPr>
              <p:cNvSpPr/>
              <p:nvPr/>
            </p:nvSpPr>
            <p:spPr>
              <a:xfrm>
                <a:off x="11137652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5" name="正方形/長方形 1414">
                <a:extLst>
                  <a:ext uri="{FF2B5EF4-FFF2-40B4-BE49-F238E27FC236}">
                    <ns2:creationId id="{BC9CA919-A0EE-1686-B4F6-A60E10E81A13}"/>
                  </a:ext>
                </a:extLst>
              </p:cNvPr>
              <p:cNvSpPr/>
              <p:nvPr/>
            </p:nvSpPr>
            <p:spPr>
              <a:xfrm>
                <a:off x="7316011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9" name="正方形/長方形 1458">
                <a:extLst>
                  <a:ext uri="{FF2B5EF4-FFF2-40B4-BE49-F238E27FC236}">
                    <ns2:creationId id="{30E5FB63-557B-ACA2-B5E8-78CE00180723}"/>
                  </a:ext>
                </a:extLst>
              </p:cNvPr>
              <p:cNvSpPr/>
              <p:nvPr/>
            </p:nvSpPr>
            <p:spPr>
              <a:xfrm>
                <a:off x="4546592" y="3348404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1" name="正方形/長方形 1460">
                <a:extLst>
                  <a:ext uri="{FF2B5EF4-FFF2-40B4-BE49-F238E27FC236}">
                    <ns2:creationId id="{4B7CE64A-2283-6DF9-F10F-19EC41F423AC}"/>
                  </a:ext>
                </a:extLst>
              </p:cNvPr>
              <p:cNvSpPr/>
              <p:nvPr/>
            </p:nvSpPr>
            <p:spPr>
              <a:xfrm>
                <a:off x="4546592" y="4477436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3" name="正方形/長方形 1462">
                <a:extLst>
                  <a:ext uri="{FF2B5EF4-FFF2-40B4-BE49-F238E27FC236}">
                    <ns2:creationId id="{553B2415-A826-0E1B-D5F1-C82DE3B3D1CF}"/>
                  </a:ext>
                </a:extLst>
              </p:cNvPr>
              <p:cNvSpPr/>
              <p:nvPr/>
            </p:nvSpPr>
            <p:spPr>
              <a:xfrm>
                <a:off x="4546592" y="4909851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90" name="正方形/長方形 1189">
                <a:extLst>
                  <a:ext uri="{FF2B5EF4-FFF2-40B4-BE49-F238E27FC236}">
                    <ns2:creationId id="{A644B187-B4E5-0F8E-E19C-083B57E93F33}"/>
                  </a:ext>
                </a:extLst>
              </p:cNvPr>
              <p:cNvSpPr/>
              <p:nvPr/>
            </p:nvSpPr>
            <p:spPr>
              <a:xfrm>
                <a:off x="10373683" y="447743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1" name="正方形/長方形 1190">
                <a:extLst>
                  <a:ext uri="{FF2B5EF4-FFF2-40B4-BE49-F238E27FC236}">
                    <ns2:creationId id="{23EF0696-EE58-DF04-8E8E-21774C066FE5}"/>
                  </a:ext>
                </a:extLst>
              </p:cNvPr>
              <p:cNvSpPr/>
              <p:nvPr/>
            </p:nvSpPr>
            <p:spPr>
              <a:xfrm>
                <a:off x="578717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2" name="正方形/長方形 1191">
                <a:extLst>
                  <a:ext uri="{FF2B5EF4-FFF2-40B4-BE49-F238E27FC236}">
                    <ns2:creationId id="{EF161862-BC48-A25D-03AF-FBE05164DCD5}"/>
                  </a:ext>
                </a:extLst>
              </p:cNvPr>
              <p:cNvSpPr/>
              <p:nvPr/>
            </p:nvSpPr>
            <p:spPr>
              <a:xfrm>
                <a:off x="8080429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3" name="正方形/長方形 1262">
                <a:extLst>
                  <a:ext uri="{FF2B5EF4-FFF2-40B4-BE49-F238E27FC236}">
                    <ns2:creationId id="{6AD2C043-0D96-DC9B-10A5-F5B8ECE84DBD}"/>
                  </a:ext>
                </a:extLst>
              </p:cNvPr>
              <p:cNvSpPr/>
              <p:nvPr/>
            </p:nvSpPr>
            <p:spPr>
              <a:xfrm>
                <a:off x="655159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2" name="正方形/長方形 1271">
                <a:extLst>
                  <a:ext uri="{FF2B5EF4-FFF2-40B4-BE49-F238E27FC236}">
                    <ns2:creationId id="{D6A83A44-9512-804A-CB02-6F7C261146E0}"/>
                  </a:ext>
                </a:extLst>
              </p:cNvPr>
              <p:cNvSpPr/>
              <p:nvPr/>
            </p:nvSpPr>
            <p:spPr>
              <a:xfrm>
                <a:off x="8844847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1" name="正方形/長方形 1280">
                <a:extLst>
                  <a:ext uri="{FF2B5EF4-FFF2-40B4-BE49-F238E27FC236}">
                    <ns2:creationId id="{6E126C12-52C5-0FE7-5F61-5C858CB1AAB3}"/>
                  </a:ext>
                </a:extLst>
              </p:cNvPr>
              <p:cNvSpPr/>
              <p:nvPr/>
            </p:nvSpPr>
            <p:spPr>
              <a:xfrm>
                <a:off x="960926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8" name="正方形/長方形 1287">
                <a:extLst>
                  <a:ext uri="{FF2B5EF4-FFF2-40B4-BE49-F238E27FC236}">
                    <ns2:creationId id="{024FCEBA-D334-5A4E-C491-3752C48CE5F9}"/>
                  </a:ext>
                </a:extLst>
              </p:cNvPr>
              <p:cNvSpPr/>
              <p:nvPr/>
            </p:nvSpPr>
            <p:spPr>
              <a:xfrm>
                <a:off x="1113765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4" name="正方形/長方形 1293">
                <a:extLst>
                  <a:ext uri="{FF2B5EF4-FFF2-40B4-BE49-F238E27FC236}">
                    <ns2:creationId id="{1DA79AE6-C04E-2C30-69C1-6FBFB7077D2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7" name="正方形/長方形 1396">
                <a:extLst>
                  <a:ext uri="{FF2B5EF4-FFF2-40B4-BE49-F238E27FC236}">
                    <ns2:creationId id="{9379C2D0-7BA3-6948-F162-F0C5F5B761F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5" name="正方形/長方形 1464">
                <a:extLst>
                  <a:ext uri="{FF2B5EF4-FFF2-40B4-BE49-F238E27FC236}">
                    <ns2:creationId id="{7DFAF087-0FAD-ED14-3C9C-C37D3342309A}"/>
                  </a:ext>
                </a:extLst>
              </p:cNvPr>
              <p:cNvSpPr/>
              <p:nvPr/>
            </p:nvSpPr>
            <p:spPr>
              <a:xfrm>
                <a:off x="5152965" y="447743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3" name="正方形/長方形 1292">
                <a:extLst>
                  <a:ext uri="{FF2B5EF4-FFF2-40B4-BE49-F238E27FC236}">
                    <ns2:creationId id="{9D71F5A3-C40C-709E-F186-94D6779B297C}"/>
                  </a:ext>
                </a:extLst>
              </p:cNvPr>
              <p:cNvSpPr/>
              <p:nvPr/>
            </p:nvSpPr>
            <p:spPr>
              <a:xfrm>
                <a:off x="7316011" y="462759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3" name="正方形/長方形 1192">
                <a:extLst>
                  <a:ext uri="{FF2B5EF4-FFF2-40B4-BE49-F238E27FC236}">
                    <ns2:creationId id="{890BF8A0-6968-9AA3-9EAE-08DF8074DB5E}"/>
                  </a:ext>
                </a:extLst>
              </p:cNvPr>
              <p:cNvSpPr/>
              <p:nvPr/>
            </p:nvSpPr>
            <p:spPr>
              <a:xfrm>
                <a:off x="10373683" y="461856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4" name="正方形/長方形 1193">
                <a:extLst>
                  <a:ext uri="{FF2B5EF4-FFF2-40B4-BE49-F238E27FC236}">
                    <ns2:creationId id="{74E4B6AA-263D-1545-CA34-5673EF48686C}"/>
                  </a:ext>
                </a:extLst>
              </p:cNvPr>
              <p:cNvSpPr/>
              <p:nvPr/>
            </p:nvSpPr>
            <p:spPr>
              <a:xfrm>
                <a:off x="578717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5" name="正方形/長方形 1194">
                <a:extLst>
                  <a:ext uri="{FF2B5EF4-FFF2-40B4-BE49-F238E27FC236}">
                    <ns2:creationId id="{97F49E91-663A-1E77-1D53-C1DF021F77D9}"/>
                  </a:ext>
                </a:extLst>
              </p:cNvPr>
              <p:cNvSpPr/>
              <p:nvPr/>
            </p:nvSpPr>
            <p:spPr>
              <a:xfrm>
                <a:off x="8080429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4" name="正方形/長方形 1263">
                <a:extLst>
                  <a:ext uri="{FF2B5EF4-FFF2-40B4-BE49-F238E27FC236}">
                    <ns2:creationId id="{9FEB86C9-6094-8AFF-49E7-756F8F407FBB}"/>
                  </a:ext>
                </a:extLst>
              </p:cNvPr>
              <p:cNvSpPr/>
              <p:nvPr/>
            </p:nvSpPr>
            <p:spPr>
              <a:xfrm>
                <a:off x="655159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3" name="正方形/長方形 1272">
                <a:extLst>
                  <a:ext uri="{FF2B5EF4-FFF2-40B4-BE49-F238E27FC236}">
                    <ns2:creationId id="{16594601-3440-3937-AEA5-CC2125910A0F}"/>
                  </a:ext>
                </a:extLst>
              </p:cNvPr>
              <p:cNvSpPr/>
              <p:nvPr/>
            </p:nvSpPr>
            <p:spPr>
              <a:xfrm>
                <a:off x="8844847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2" name="正方形/長方形 1281">
                <a:extLst>
                  <a:ext uri="{FF2B5EF4-FFF2-40B4-BE49-F238E27FC236}">
                    <ns2:creationId id="{6CA8629B-6FA9-B97B-A157-3479F30FBA43}"/>
                  </a:ext>
                </a:extLst>
              </p:cNvPr>
              <p:cNvSpPr/>
              <p:nvPr/>
            </p:nvSpPr>
            <p:spPr>
              <a:xfrm>
                <a:off x="960926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9" name="正方形/長方形 1288">
                <a:extLst>
                  <a:ext uri="{FF2B5EF4-FFF2-40B4-BE49-F238E27FC236}">
                    <ns2:creationId id="{18343191-F9E6-C285-E5AD-9F490518E96E}"/>
                  </a:ext>
                </a:extLst>
              </p:cNvPr>
              <p:cNvSpPr/>
              <p:nvPr/>
            </p:nvSpPr>
            <p:spPr>
              <a:xfrm>
                <a:off x="1113765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8" name="正方形/長方形 1397">
                <a:extLst>
                  <a:ext uri="{FF2B5EF4-FFF2-40B4-BE49-F238E27FC236}">
                    <ns2:creationId id="{6A0037B7-AB69-1753-F0FD-4F5788FB45D9}"/>
                  </a:ext>
                </a:extLst>
              </p:cNvPr>
              <p:cNvSpPr/>
              <p:nvPr/>
            </p:nvSpPr>
            <p:spPr>
              <a:xfrm>
                <a:off x="7316011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7" name="正方形/長方形 1466">
                <a:extLst>
                  <a:ext uri="{FF2B5EF4-FFF2-40B4-BE49-F238E27FC236}">
                    <ns2:creationId id="{139734FB-8B35-F50F-2293-613C4B1B934E}"/>
                  </a:ext>
                </a:extLst>
              </p:cNvPr>
              <p:cNvSpPr/>
              <p:nvPr/>
            </p:nvSpPr>
            <p:spPr>
              <a:xfrm>
                <a:off x="5152965" y="4618565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6" name="正方形/長方形 1195">
                <a:extLst>
                  <a:ext uri="{FF2B5EF4-FFF2-40B4-BE49-F238E27FC236}">
                    <ns2:creationId id="{596FC73B-8A30-ECC3-DAA7-F707B173FE29}"/>
                  </a:ext>
                </a:extLst>
              </p:cNvPr>
              <p:cNvSpPr/>
              <p:nvPr/>
            </p:nvSpPr>
            <p:spPr>
              <a:xfrm>
                <a:off x="10373683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7" name="正方形/長方形 1196">
                <a:extLst>
                  <a:ext uri="{FF2B5EF4-FFF2-40B4-BE49-F238E27FC236}">
                    <ns2:creationId id="{51A05CCE-827E-A491-BFC3-34D3F47FDDAA}"/>
                  </a:ext>
                </a:extLst>
              </p:cNvPr>
              <p:cNvSpPr/>
              <p:nvPr/>
            </p:nvSpPr>
            <p:spPr>
              <a:xfrm>
                <a:off x="5787175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8" name="正方形/長方形 1197">
                <a:extLst>
                  <a:ext uri="{FF2B5EF4-FFF2-40B4-BE49-F238E27FC236}">
                    <ns2:creationId id="{C6936C2A-5B90-59AC-D357-3B051CC32398}"/>
                  </a:ext>
                </a:extLst>
              </p:cNvPr>
              <p:cNvSpPr/>
              <p:nvPr/>
            </p:nvSpPr>
            <p:spPr>
              <a:xfrm>
                <a:off x="8080429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5" name="正方形/長方形 1264">
                <a:extLst>
                  <a:ext uri="{FF2B5EF4-FFF2-40B4-BE49-F238E27FC236}">
                    <ns2:creationId id="{B67FAE6D-9626-14ED-0682-C5E0232B8805}"/>
                  </a:ext>
                </a:extLst>
              </p:cNvPr>
              <p:cNvSpPr/>
              <p:nvPr/>
            </p:nvSpPr>
            <p:spPr>
              <a:xfrm>
                <a:off x="6551592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4" name="正方形/長方形 1273">
                <a:extLst>
                  <a:ext uri="{FF2B5EF4-FFF2-40B4-BE49-F238E27FC236}">
                    <ns2:creationId id="{84F6747B-85FC-4753-2F8C-775261D0776F}"/>
                  </a:ext>
                </a:extLst>
              </p:cNvPr>
              <p:cNvSpPr/>
              <p:nvPr/>
            </p:nvSpPr>
            <p:spPr>
              <a:xfrm>
                <a:off x="8844847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9" name="正方形/長方形 1278">
                <a:extLst>
                  <a:ext uri="{FF2B5EF4-FFF2-40B4-BE49-F238E27FC236}">
                    <ns2:creationId id="{6F0814FB-F2AA-CFC5-DC1D-CB5F45F91FE7}"/>
                  </a:ext>
                </a:extLst>
              </p:cNvPr>
              <p:cNvSpPr/>
              <p:nvPr/>
            </p:nvSpPr>
            <p:spPr>
              <a:xfrm>
                <a:off x="9609265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86" name="正方形/長方形 1285">
                <a:extLst>
                  <a:ext uri="{FF2B5EF4-FFF2-40B4-BE49-F238E27FC236}">
                    <ns2:creationId id="{AE950351-08B5-3E73-BBBC-F39ED0CAD9FE}"/>
                  </a:ext>
                </a:extLst>
              </p:cNvPr>
              <p:cNvSpPr/>
              <p:nvPr/>
            </p:nvSpPr>
            <p:spPr>
              <a:xfrm>
                <a:off x="11137652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9" name="正方形/長方形 1398">
                <a:extLst>
                  <a:ext uri="{FF2B5EF4-FFF2-40B4-BE49-F238E27FC236}">
                    <ns2:creationId id="{B87C121E-A1CD-6A46-4264-89C294BC1A74}"/>
                  </a:ext>
                </a:extLst>
              </p:cNvPr>
              <p:cNvSpPr/>
              <p:nvPr/>
            </p:nvSpPr>
            <p:spPr>
              <a:xfrm>
                <a:off x="7316011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9" name="正方形/長方形 1468">
                <a:extLst>
                  <a:ext uri="{FF2B5EF4-FFF2-40B4-BE49-F238E27FC236}">
                    <ns2:creationId id="{138893CC-E176-9B75-A2F8-1BDC0C55B94E}"/>
                  </a:ext>
                </a:extLst>
              </p:cNvPr>
              <p:cNvSpPr/>
              <p:nvPr/>
            </p:nvSpPr>
            <p:spPr>
              <a:xfrm>
                <a:off x="5152965" y="4768722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99" name="正方形/長方形 1198">
                <a:extLst>
                  <a:ext uri="{FF2B5EF4-FFF2-40B4-BE49-F238E27FC236}">
                    <ns2:creationId id="{6D0DEB9B-6808-A194-D017-9BC6BBBFBA42}"/>
                  </a:ext>
                </a:extLst>
              </p:cNvPr>
              <p:cNvSpPr/>
              <p:nvPr/>
            </p:nvSpPr>
            <p:spPr>
              <a:xfrm>
                <a:off x="10373683" y="490985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0" name="正方形/長方形 1199">
                <a:extLst>
                  <a:ext uri="{FF2B5EF4-FFF2-40B4-BE49-F238E27FC236}">
                    <ns2:creationId id="{E6E7E793-5FAA-C49C-438A-847AACB9F819}"/>
                  </a:ext>
                </a:extLst>
              </p:cNvPr>
              <p:cNvSpPr/>
              <p:nvPr/>
            </p:nvSpPr>
            <p:spPr>
              <a:xfrm>
                <a:off x="578717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1" name="正方形/長方形 1200">
                <a:extLst>
                  <a:ext uri="{FF2B5EF4-FFF2-40B4-BE49-F238E27FC236}">
                    <ns2:creationId id="{CE2438E3-0AD8-7D6D-2FC2-8F734FF28FEF}"/>
                  </a:ext>
                </a:extLst>
              </p:cNvPr>
              <p:cNvSpPr/>
              <p:nvPr/>
            </p:nvSpPr>
            <p:spPr>
              <a:xfrm>
                <a:off x="8080429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6" name="正方形/長方形 1265">
                <a:extLst>
                  <a:ext uri="{FF2B5EF4-FFF2-40B4-BE49-F238E27FC236}">
                    <ns2:creationId id="{F6FDAB9D-2A7E-E3DE-9D41-BE13BD4E6B2B}"/>
                  </a:ext>
                </a:extLst>
              </p:cNvPr>
              <p:cNvSpPr/>
              <p:nvPr/>
            </p:nvSpPr>
            <p:spPr>
              <a:xfrm>
                <a:off x="655159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5" name="正方形/長方形 1274">
                <a:extLst>
                  <a:ext uri="{FF2B5EF4-FFF2-40B4-BE49-F238E27FC236}">
                    <ns2:creationId id="{BF112457-FF06-B36D-930A-ED6D05286D02}"/>
                  </a:ext>
                </a:extLst>
              </p:cNvPr>
              <p:cNvSpPr/>
              <p:nvPr/>
            </p:nvSpPr>
            <p:spPr>
              <a:xfrm>
                <a:off x="8844847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3" name="正方形/長方形 1282">
                <a:extLst>
                  <a:ext uri="{FF2B5EF4-FFF2-40B4-BE49-F238E27FC236}">
                    <ns2:creationId id="{410A2E96-33AD-A52A-BC11-413A921E7EEC}"/>
                  </a:ext>
                </a:extLst>
              </p:cNvPr>
              <p:cNvSpPr/>
              <p:nvPr/>
            </p:nvSpPr>
            <p:spPr>
              <a:xfrm>
                <a:off x="960926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0" name="正方形/長方形 1289">
                <a:extLst>
                  <a:ext uri="{FF2B5EF4-FFF2-40B4-BE49-F238E27FC236}">
                    <ns2:creationId id="{C4719329-7D72-7237-7F56-60648E0B2A18}"/>
                  </a:ext>
                </a:extLst>
              </p:cNvPr>
              <p:cNvSpPr/>
              <p:nvPr/>
            </p:nvSpPr>
            <p:spPr>
              <a:xfrm>
                <a:off x="1113765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2" name="正方形/長方形 1291">
                <a:extLst>
                  <a:ext uri="{FF2B5EF4-FFF2-40B4-BE49-F238E27FC236}">
                    <ns2:creationId id="{86A716CD-A21A-C544-7B31-729C8321AB97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0" name="正方形/長方形 1399">
                <a:extLst>
                  <a:ext uri="{FF2B5EF4-FFF2-40B4-BE49-F238E27FC236}">
                    <ns2:creationId id="{22FD96C7-0A5A-270B-653B-6C561DAF8A1E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1" name="正方形/長方形 1470">
                <a:extLst>
                  <a:ext uri="{FF2B5EF4-FFF2-40B4-BE49-F238E27FC236}">
                    <ns2:creationId id="{8C52C11A-3E3C-8268-6C05-DAD036F0C7F7}"/>
                  </a:ext>
                </a:extLst>
              </p:cNvPr>
              <p:cNvSpPr/>
              <p:nvPr/>
            </p:nvSpPr>
            <p:spPr>
              <a:xfrm>
                <a:off x="5152965" y="4909851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2" name="正方形/長方形 1201">
                <a:extLst>
                  <a:ext uri="{FF2B5EF4-FFF2-40B4-BE49-F238E27FC236}">
                    <ns2:creationId id="{F45F7326-618E-3B36-DAB2-E0C6DECFAE98}"/>
                  </a:ext>
                </a:extLst>
              </p:cNvPr>
              <p:cNvSpPr/>
              <p:nvPr/>
            </p:nvSpPr>
            <p:spPr>
              <a:xfrm>
                <a:off x="10373683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3" name="正方形/長方形 1202">
                <a:extLst>
                  <a:ext uri="{FF2B5EF4-FFF2-40B4-BE49-F238E27FC236}">
                    <ns2:creationId id="{04482C3D-99D7-C78C-9FA6-315A9B2AF539}"/>
                  </a:ext>
                </a:extLst>
              </p:cNvPr>
              <p:cNvSpPr/>
              <p:nvPr/>
            </p:nvSpPr>
            <p:spPr>
              <a:xfrm>
                <a:off x="5787175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4" name="正方形/長方形 1203">
                <a:extLst>
                  <a:ext uri="{FF2B5EF4-FFF2-40B4-BE49-F238E27FC236}">
                    <ns2:creationId id="{0D11E308-1A87-8405-D5CE-B841450C7FF4}"/>
                  </a:ext>
                </a:extLst>
              </p:cNvPr>
              <p:cNvSpPr/>
              <p:nvPr/>
            </p:nvSpPr>
            <p:spPr>
              <a:xfrm>
                <a:off x="8080429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7" name="正方形/長方形 1266">
                <a:extLst>
                  <a:ext uri="{FF2B5EF4-FFF2-40B4-BE49-F238E27FC236}">
                    <ns2:creationId id="{EEB49D5C-F349-ACC1-CE46-F9C208386176}"/>
                  </a:ext>
                </a:extLst>
              </p:cNvPr>
              <p:cNvSpPr/>
              <p:nvPr/>
            </p:nvSpPr>
            <p:spPr>
              <a:xfrm>
                <a:off x="6551592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9" name="正方形/長方形 1268">
                <a:extLst>
                  <a:ext uri="{FF2B5EF4-FFF2-40B4-BE49-F238E27FC236}">
                    <ns2:creationId id="{9228A553-6486-FFB5-A954-6D3C74ACD93E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6" name="正方形/長方形 1275">
                <a:extLst>
                  <a:ext uri="{FF2B5EF4-FFF2-40B4-BE49-F238E27FC236}">
                    <ns2:creationId id="{D0A9A9D5-B069-9494-5007-0B7128D4591B}"/>
                  </a:ext>
                </a:extLst>
              </p:cNvPr>
              <p:cNvSpPr/>
              <p:nvPr/>
            </p:nvSpPr>
            <p:spPr>
              <a:xfrm>
                <a:off x="8844847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0" name="正方形/長方形 1279">
                <a:extLst>
                  <a:ext uri="{FF2B5EF4-FFF2-40B4-BE49-F238E27FC236}">
                    <ns2:creationId id="{219DB2C4-043B-11F5-6999-913EDD9491F5}"/>
                  </a:ext>
                </a:extLst>
              </p:cNvPr>
              <p:cNvSpPr/>
              <p:nvPr/>
            </p:nvSpPr>
            <p:spPr>
              <a:xfrm>
                <a:off x="9609265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7" name="正方形/長方形 1286">
                <a:extLst>
                  <a:ext uri="{FF2B5EF4-FFF2-40B4-BE49-F238E27FC236}">
                    <ns2:creationId id="{D396C317-46E4-0A39-5CDE-31355DAC4F3C}"/>
                  </a:ext>
                </a:extLst>
              </p:cNvPr>
              <p:cNvSpPr/>
              <p:nvPr/>
            </p:nvSpPr>
            <p:spPr>
              <a:xfrm>
                <a:off x="11137652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3" name="正方形/長方形 1412">
                <a:extLst>
                  <a:ext uri="{FF2B5EF4-FFF2-40B4-BE49-F238E27FC236}">
                    <ns2:creationId id="{72ABBE6F-8F85-7362-A9E8-8DFC560B3763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3" name="正方形/長方形 1472">
                <a:extLst>
                  <a:ext uri="{FF2B5EF4-FFF2-40B4-BE49-F238E27FC236}">
                    <ns2:creationId id="{79450294-CF9D-B219-2044-DA21663E66CC}"/>
                  </a:ext>
                </a:extLst>
              </p:cNvPr>
              <p:cNvSpPr/>
              <p:nvPr/>
            </p:nvSpPr>
            <p:spPr>
              <a:xfrm>
                <a:off x="5152965" y="51921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05" name="正方形/長方形 1204">
                <a:extLst>
                  <a:ext uri="{FF2B5EF4-FFF2-40B4-BE49-F238E27FC236}">
                    <ns2:creationId id="{4814AB32-C742-2400-65D4-B705619B5E5E}"/>
                  </a:ext>
                </a:extLst>
              </p:cNvPr>
              <p:cNvSpPr/>
              <p:nvPr/>
            </p:nvSpPr>
            <p:spPr>
              <a:xfrm>
                <a:off x="10373683" y="505098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06" name="正方形/長方形 1205">
                <a:extLst>
                  <a:ext uri="{FF2B5EF4-FFF2-40B4-BE49-F238E27FC236}">
                    <ns2:creationId id="{EF757349-25F7-7177-8BD4-D68F7B363D47}"/>
                  </a:ext>
                </a:extLst>
              </p:cNvPr>
              <p:cNvSpPr/>
              <p:nvPr/>
            </p:nvSpPr>
            <p:spPr>
              <a:xfrm>
                <a:off x="578717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7" name="正方形/長方形 1206">
                <a:extLst>
                  <a:ext uri="{FF2B5EF4-FFF2-40B4-BE49-F238E27FC236}">
                    <ns2:creationId id="{D0756B1E-E6BC-763E-B389-CDA3DD41A8C8}"/>
                  </a:ext>
                </a:extLst>
              </p:cNvPr>
              <p:cNvSpPr/>
              <p:nvPr/>
            </p:nvSpPr>
            <p:spPr>
              <a:xfrm>
                <a:off x="8080429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8" name="正方形/長方形 1267">
                <a:extLst>
                  <a:ext uri="{FF2B5EF4-FFF2-40B4-BE49-F238E27FC236}">
                    <ns2:creationId id="{2350D169-D6E5-BDDD-1355-DFF72E787ACE}"/>
                  </a:ext>
                </a:extLst>
              </p:cNvPr>
              <p:cNvSpPr/>
              <p:nvPr/>
            </p:nvSpPr>
            <p:spPr>
              <a:xfrm>
                <a:off x="655159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0" name="正方形/長方形 1269">
                <a:extLst>
                  <a:ext uri="{FF2B5EF4-FFF2-40B4-BE49-F238E27FC236}">
                    <ns2:creationId id="{24B9F59A-6583-5EC0-FC9A-0549BF84081A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7" name="正方形/長方形 1276">
                <a:extLst>
                  <a:ext uri="{FF2B5EF4-FFF2-40B4-BE49-F238E27FC236}">
                    <ns2:creationId id="{68381820-5363-FD98-F18F-49A87B00CA38}"/>
                  </a:ext>
                </a:extLst>
              </p:cNvPr>
              <p:cNvSpPr/>
              <p:nvPr/>
            </p:nvSpPr>
            <p:spPr>
              <a:xfrm>
                <a:off x="8844847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4" name="正方形/長方形 1283">
                <a:extLst>
                  <a:ext uri="{FF2B5EF4-FFF2-40B4-BE49-F238E27FC236}">
                    <ns2:creationId id="{F894A50A-1EB5-655C-9FD5-1A392E365830}"/>
                  </a:ext>
                </a:extLst>
              </p:cNvPr>
              <p:cNvSpPr/>
              <p:nvPr/>
            </p:nvSpPr>
            <p:spPr>
              <a:xfrm>
                <a:off x="960926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1" name="正方形/長方形 1290">
                <a:extLst>
                  <a:ext uri="{FF2B5EF4-FFF2-40B4-BE49-F238E27FC236}">
                    <ns2:creationId id="{68ACE36E-7CE0-AC5C-40EE-E69539CCA87E}"/>
                  </a:ext>
                </a:extLst>
              </p:cNvPr>
              <p:cNvSpPr/>
              <p:nvPr/>
            </p:nvSpPr>
            <p:spPr>
              <a:xfrm>
                <a:off x="1113765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1" name="正方形/長方形 1400">
                <a:extLst>
                  <a:ext uri="{FF2B5EF4-FFF2-40B4-BE49-F238E27FC236}">
                    <ns2:creationId id="{68A85CBA-8EA2-8568-4066-5EAF9A959F66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5" name="正方形/長方形 1474">
                <a:extLst>
                  <a:ext uri="{FF2B5EF4-FFF2-40B4-BE49-F238E27FC236}">
                    <ns2:creationId id="{E1F409FE-8E56-1798-D213-C5FA1CEB32B6}"/>
                  </a:ext>
                </a:extLst>
              </p:cNvPr>
              <p:cNvSpPr/>
              <p:nvPr/>
            </p:nvSpPr>
            <p:spPr>
              <a:xfrm>
                <a:off x="5152965" y="505098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7" name="正方形/長方形 1476">
                <a:extLst>
                  <a:ext uri="{FF2B5EF4-FFF2-40B4-BE49-F238E27FC236}">
                    <ns2:creationId id="{CC13FE39-BAF9-BFA1-80B8-8465207923E6}"/>
                  </a:ext>
                </a:extLst>
              </p:cNvPr>
              <p:cNvSpPr/>
              <p:nvPr/>
            </p:nvSpPr>
            <p:spPr>
              <a:xfrm>
                <a:off x="3940220" y="4336307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・・・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87" name="正方形/長方形 1186">
                <a:extLst>
                  <a:ext uri="{FF2B5EF4-FFF2-40B4-BE49-F238E27FC236}">
                    <ns2:creationId id="{79E5037F-E205-6C38-8CDD-7D7AD545BC87}"/>
                  </a:ext>
                </a:extLst>
              </p:cNvPr>
              <p:cNvSpPr/>
              <p:nvPr/>
            </p:nvSpPr>
            <p:spPr>
              <a:xfrm>
                <a:off x="10373683" y="433630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8" name="正方形/長方形 1187">
                <a:extLst>
                  <a:ext uri="{FF2B5EF4-FFF2-40B4-BE49-F238E27FC236}">
                    <ns2:creationId id="{C3D59907-FEAE-C046-1482-33AF2E68CBE0}"/>
                  </a:ext>
                </a:extLst>
              </p:cNvPr>
              <p:cNvSpPr/>
              <p:nvPr/>
            </p:nvSpPr>
            <p:spPr>
              <a:xfrm>
                <a:off x="5787175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9" name="正方形/長方形 1188">
                <a:extLst>
                  <a:ext uri="{FF2B5EF4-FFF2-40B4-BE49-F238E27FC236}">
                    <ns2:creationId id="{471E30A8-5F94-522E-3641-251ACF509AAC}"/>
                  </a:ext>
                </a:extLst>
              </p:cNvPr>
              <p:cNvSpPr/>
              <p:nvPr/>
            </p:nvSpPr>
            <p:spPr>
              <a:xfrm>
                <a:off x="8080429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2" name="正方形/長方形 1261">
                <a:extLst>
                  <a:ext uri="{FF2B5EF4-FFF2-40B4-BE49-F238E27FC236}">
                    <ns2:creationId id="{A6EC182D-53A3-FA5A-118E-FDA5032D52A2}"/>
                  </a:ext>
                </a:extLst>
              </p:cNvPr>
              <p:cNvSpPr/>
              <p:nvPr/>
            </p:nvSpPr>
            <p:spPr>
              <a:xfrm>
                <a:off x="6551592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1" name="正方形/長方形 1270">
                <a:extLst>
                  <a:ext uri="{FF2B5EF4-FFF2-40B4-BE49-F238E27FC236}">
                    <ns2:creationId id="{68504B23-2057-044A-FF0A-18DAFBAD1F02}"/>
                  </a:ext>
                </a:extLst>
              </p:cNvPr>
              <p:cNvSpPr/>
              <p:nvPr/>
            </p:nvSpPr>
            <p:spPr>
              <a:xfrm>
                <a:off x="8844847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8" name="正方形/長方形 1277">
                <a:extLst>
                  <a:ext uri="{FF2B5EF4-FFF2-40B4-BE49-F238E27FC236}">
                    <ns2:creationId id="{76E60460-E3F6-CECA-B207-01360A7BA5D3}"/>
                  </a:ext>
                </a:extLst>
              </p:cNvPr>
              <p:cNvSpPr/>
              <p:nvPr/>
            </p:nvSpPr>
            <p:spPr>
              <a:xfrm>
                <a:off x="9609265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5" name="正方形/長方形 1284">
                <a:extLst>
                  <a:ext uri="{FF2B5EF4-FFF2-40B4-BE49-F238E27FC236}">
                    <ns2:creationId id="{C9D8116E-540D-7054-9B55-4166A53C92DB}"/>
                  </a:ext>
                </a:extLst>
              </p:cNvPr>
              <p:cNvSpPr/>
              <p:nvPr/>
            </p:nvSpPr>
            <p:spPr>
              <a:xfrm>
                <a:off x="11137652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6" name="正方形/長方形 1415">
                <a:extLst>
                  <a:ext uri="{FF2B5EF4-FFF2-40B4-BE49-F238E27FC236}">
                    <ns2:creationId id="{9A3085CD-EBB0-2945-CCC0-B6A27D836691}"/>
                  </a:ext>
                </a:extLst>
              </p:cNvPr>
              <p:cNvSpPr/>
              <p:nvPr/>
            </p:nvSpPr>
            <p:spPr>
              <a:xfrm>
                <a:off x="7316011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9" name="正方形/長方形 1478">
                <a:extLst>
                  <a:ext uri="{FF2B5EF4-FFF2-40B4-BE49-F238E27FC236}">
                    <ns2:creationId id="{90D2554F-9545-DE1D-1192-9C22B6B31E9D}"/>
                  </a:ext>
                </a:extLst>
              </p:cNvPr>
              <p:cNvSpPr/>
              <p:nvPr/>
            </p:nvSpPr>
            <p:spPr>
              <a:xfrm>
                <a:off x="4546592" y="4336307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1" name="正方形/長方形 1480">
                <a:extLst>
                  <a:ext uri="{FF2B5EF4-FFF2-40B4-BE49-F238E27FC236}">
                    <ns2:creationId id="{CE66FA0B-22D0-1101-B443-0A1755626137}"/>
                  </a:ext>
                </a:extLst>
              </p:cNvPr>
              <p:cNvSpPr/>
              <p:nvPr/>
            </p:nvSpPr>
            <p:spPr>
              <a:xfrm>
                <a:off x="4546592" y="5474367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3" name="正方形/長方形 1482">
                <a:extLst>
                  <a:ext uri="{FF2B5EF4-FFF2-40B4-BE49-F238E27FC236}">
                    <ns2:creationId id="{99788A5D-91FE-120A-244B-0D82D12A9500}"/>
                  </a:ext>
                </a:extLst>
              </p:cNvPr>
              <p:cNvSpPr/>
              <p:nvPr/>
            </p:nvSpPr>
            <p:spPr>
              <a:xfrm>
                <a:off x="4546592" y="5897754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8" name="正方形/長方形 1297">
                <a:extLst>
                  <a:ext uri="{FF2B5EF4-FFF2-40B4-BE49-F238E27FC236}">
                    <ns2:creationId id="{EB9041CE-BB43-33BB-E253-86E4FFC8B9D0}"/>
                  </a:ext>
                </a:extLst>
              </p:cNvPr>
              <p:cNvSpPr/>
              <p:nvPr/>
            </p:nvSpPr>
            <p:spPr>
              <a:xfrm>
                <a:off x="10373683" y="547436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9" name="正方形/長方形 1298">
                <a:extLst>
                  <a:ext uri="{FF2B5EF4-FFF2-40B4-BE49-F238E27FC236}">
                    <ns2:creationId id="{25AD6D65-7F2F-4DE9-ECAA-D41273F339E7}"/>
                  </a:ext>
                </a:extLst>
              </p:cNvPr>
              <p:cNvSpPr/>
              <p:nvPr/>
            </p:nvSpPr>
            <p:spPr>
              <a:xfrm>
                <a:off x="578717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0" name="正方形/長方形 1299">
                <a:extLst>
                  <a:ext uri="{FF2B5EF4-FFF2-40B4-BE49-F238E27FC236}">
                    <ns2:creationId id="{A7239BE7-A5AB-833F-6A57-35AF1BA2DDD8}"/>
                  </a:ext>
                </a:extLst>
              </p:cNvPr>
              <p:cNvSpPr/>
              <p:nvPr/>
            </p:nvSpPr>
            <p:spPr>
              <a:xfrm>
                <a:off x="8080429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5" name="正方形/長方形 1364">
                <a:extLst>
                  <a:ext uri="{FF2B5EF4-FFF2-40B4-BE49-F238E27FC236}">
                    <ns2:creationId id="{599C229D-FC76-759C-B49A-A36B878C19F8}"/>
                  </a:ext>
                </a:extLst>
              </p:cNvPr>
              <p:cNvSpPr/>
              <p:nvPr/>
            </p:nvSpPr>
            <p:spPr>
              <a:xfrm>
                <a:off x="655159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2" name="正方形/長方形 1371">
                <a:extLst>
                  <a:ext uri="{FF2B5EF4-FFF2-40B4-BE49-F238E27FC236}">
                    <ns2:creationId id="{FAB26269-1F8E-B4D0-DB1F-E263E5E2897E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7" name="正方形/長方形 1376">
                <a:extLst>
                  <a:ext uri="{FF2B5EF4-FFF2-40B4-BE49-F238E27FC236}">
                    <ns2:creationId id="{EC590463-222D-F336-49F4-65BF0A5B0155}"/>
                  </a:ext>
                </a:extLst>
              </p:cNvPr>
              <p:cNvSpPr/>
              <p:nvPr/>
            </p:nvSpPr>
            <p:spPr>
              <a:xfrm>
                <a:off x="8844847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6" name="正方形/長方形 1385">
                <a:extLst>
                  <a:ext uri="{FF2B5EF4-FFF2-40B4-BE49-F238E27FC236}">
                    <ns2:creationId id="{856BD097-A29B-ADE8-74EF-104C8E06CFF0}"/>
                  </a:ext>
                </a:extLst>
              </p:cNvPr>
              <p:cNvSpPr/>
              <p:nvPr/>
            </p:nvSpPr>
            <p:spPr>
              <a:xfrm>
                <a:off x="960926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3" name="正方形/長方形 1392">
                <a:extLst>
                  <a:ext uri="{FF2B5EF4-FFF2-40B4-BE49-F238E27FC236}">
                    <ns2:creationId id="{B15AF849-942C-FDF1-D0EF-3E2388DC6787}"/>
                  </a:ext>
                </a:extLst>
              </p:cNvPr>
              <p:cNvSpPr/>
              <p:nvPr/>
            </p:nvSpPr>
            <p:spPr>
              <a:xfrm>
                <a:off x="1113765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7" name="正方形/長方形 1406">
                <a:extLst>
                  <a:ext uri="{FF2B5EF4-FFF2-40B4-BE49-F238E27FC236}">
                    <ns2:creationId id="{F98294C3-B02F-A605-8AF2-9739E56928A1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5" name="正方形/長方形 1484">
                <a:extLst>
                  <a:ext uri="{FF2B5EF4-FFF2-40B4-BE49-F238E27FC236}">
                    <ns2:creationId id="{87EEF169-5DB3-8F91-03D9-8B0325FC2C22}"/>
                  </a:ext>
                </a:extLst>
              </p:cNvPr>
              <p:cNvSpPr/>
              <p:nvPr/>
            </p:nvSpPr>
            <p:spPr>
              <a:xfrm>
                <a:off x="5152965" y="547436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1" name="正方形/長方形 1300">
                <a:extLst>
                  <a:ext uri="{FF2B5EF4-FFF2-40B4-BE49-F238E27FC236}">
                    <ns2:creationId id="{15D29E8B-C23C-0450-695E-C98A12A76C7F}"/>
                  </a:ext>
                </a:extLst>
              </p:cNvPr>
              <p:cNvSpPr/>
              <p:nvPr/>
            </p:nvSpPr>
            <p:spPr>
              <a:xfrm>
                <a:off x="10373683" y="561549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2" name="正方形/長方形 1301">
                <a:extLst>
                  <a:ext uri="{FF2B5EF4-FFF2-40B4-BE49-F238E27FC236}">
                    <ns2:creationId id="{9B0FD5C1-E801-1DF5-9674-3E9A9CE73400}"/>
                  </a:ext>
                </a:extLst>
              </p:cNvPr>
              <p:cNvSpPr/>
              <p:nvPr/>
            </p:nvSpPr>
            <p:spPr>
              <a:xfrm>
                <a:off x="578717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3" name="正方形/長方形 1302">
                <a:extLst>
                  <a:ext uri="{FF2B5EF4-FFF2-40B4-BE49-F238E27FC236}">
                    <ns2:creationId id="{7A28AAEE-2CAF-5074-9AAD-0405EF507561}"/>
                  </a:ext>
                </a:extLst>
              </p:cNvPr>
              <p:cNvSpPr/>
              <p:nvPr/>
            </p:nvSpPr>
            <p:spPr>
              <a:xfrm>
                <a:off x="8080429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6" name="正方形/長方形 1365">
                <a:extLst>
                  <a:ext uri="{FF2B5EF4-FFF2-40B4-BE49-F238E27FC236}">
                    <ns2:creationId id="{6F48CA82-85F8-4C0A-49D0-1C57F66145BF}"/>
                  </a:ext>
                </a:extLst>
              </p:cNvPr>
              <p:cNvSpPr/>
              <p:nvPr/>
            </p:nvSpPr>
            <p:spPr>
              <a:xfrm>
                <a:off x="655159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3" name="正方形/長方形 1372">
                <a:extLst>
                  <a:ext uri="{FF2B5EF4-FFF2-40B4-BE49-F238E27FC236}">
                    <ns2:creationId id="{FF24EE13-C25D-BEB1-2645-70485B46256F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8" name="正方形/長方形 1377">
                <a:extLst>
                  <a:ext uri="{FF2B5EF4-FFF2-40B4-BE49-F238E27FC236}">
                    <ns2:creationId id="{33D0B1A2-2EEB-EF6A-45BC-900357430B46}"/>
                  </a:ext>
                </a:extLst>
              </p:cNvPr>
              <p:cNvSpPr/>
              <p:nvPr/>
            </p:nvSpPr>
            <p:spPr>
              <a:xfrm>
                <a:off x="8844847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7" name="正方形/長方形 1386">
                <a:extLst>
                  <a:ext uri="{FF2B5EF4-FFF2-40B4-BE49-F238E27FC236}">
                    <ns2:creationId id="{B43FAED0-4A5A-9C4A-66C2-E66FE9EE7088}"/>
                  </a:ext>
                </a:extLst>
              </p:cNvPr>
              <p:cNvSpPr/>
              <p:nvPr/>
            </p:nvSpPr>
            <p:spPr>
              <a:xfrm>
                <a:off x="960926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4" name="正方形/長方形 1393">
                <a:extLst>
                  <a:ext uri="{FF2B5EF4-FFF2-40B4-BE49-F238E27FC236}">
                    <ns2:creationId id="{B3872C55-66A5-A9AF-C62B-25BF87838F62}"/>
                  </a:ext>
                </a:extLst>
              </p:cNvPr>
              <p:cNvSpPr/>
              <p:nvPr/>
            </p:nvSpPr>
            <p:spPr>
              <a:xfrm>
                <a:off x="1113765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8" name="正方形/長方形 1407">
                <a:extLst>
                  <a:ext uri="{FF2B5EF4-FFF2-40B4-BE49-F238E27FC236}">
                    <ns2:creationId id="{476D5B47-6FDF-3E26-89A2-CC75FD6C90BD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7" name="正方形/長方形 1486">
                <a:extLst>
                  <a:ext uri="{FF2B5EF4-FFF2-40B4-BE49-F238E27FC236}">
                    <ns2:creationId id="{7C6CA8A6-67C8-6144-8C07-081D4D5D3B58}"/>
                  </a:ext>
                </a:extLst>
              </p:cNvPr>
              <p:cNvSpPr/>
              <p:nvPr/>
            </p:nvSpPr>
            <p:spPr>
              <a:xfrm>
                <a:off x="5152965" y="561549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4" name="正方形/長方形 1303">
                <a:extLst>
                  <a:ext uri="{FF2B5EF4-FFF2-40B4-BE49-F238E27FC236}">
                    <ns2:creationId id="{F868C973-D01F-5FD9-2252-3F441159EBDF}"/>
                  </a:ext>
                </a:extLst>
              </p:cNvPr>
              <p:cNvSpPr/>
              <p:nvPr/>
            </p:nvSpPr>
            <p:spPr>
              <a:xfrm>
                <a:off x="10373683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5" name="正方形/長方形 1304">
                <a:extLst>
                  <a:ext uri="{FF2B5EF4-FFF2-40B4-BE49-F238E27FC236}">
                    <ns2:creationId id="{8B1AFDD1-130D-70BA-0814-3DBBE167B851}"/>
                  </a:ext>
                </a:extLst>
              </p:cNvPr>
              <p:cNvSpPr/>
              <p:nvPr/>
            </p:nvSpPr>
            <p:spPr>
              <a:xfrm>
                <a:off x="5787175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6" name="正方形/長方形 1305">
                <a:extLst>
                  <a:ext uri="{FF2B5EF4-FFF2-40B4-BE49-F238E27FC236}">
                    <ns2:creationId id="{DD03CC04-68BC-254A-49C6-4861EF765991}"/>
                  </a:ext>
                </a:extLst>
              </p:cNvPr>
              <p:cNvSpPr/>
              <p:nvPr/>
            </p:nvSpPr>
            <p:spPr>
              <a:xfrm>
                <a:off x="8080429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7" name="正方形/長方形 1366">
                <a:extLst>
                  <a:ext uri="{FF2B5EF4-FFF2-40B4-BE49-F238E27FC236}">
                    <ns2:creationId id="{AE850F1A-485E-0AC6-39C4-D4F8905234C2}"/>
                  </a:ext>
                </a:extLst>
              </p:cNvPr>
              <p:cNvSpPr/>
              <p:nvPr/>
            </p:nvSpPr>
            <p:spPr>
              <a:xfrm>
                <a:off x="6551592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4" name="正方形/長方形 1373">
                <a:extLst>
                  <a:ext uri="{FF2B5EF4-FFF2-40B4-BE49-F238E27FC236}">
                    <ns2:creationId id="{CEDBCE89-6075-F35D-49F2-C1B62C238DF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9" name="正方形/長方形 1378">
                <a:extLst>
                  <a:ext uri="{FF2B5EF4-FFF2-40B4-BE49-F238E27FC236}">
                    <ns2:creationId id="{9ACB5639-6802-0658-32D1-B41F70EAC66F}"/>
                  </a:ext>
                </a:extLst>
              </p:cNvPr>
              <p:cNvSpPr/>
              <p:nvPr/>
            </p:nvSpPr>
            <p:spPr>
              <a:xfrm>
                <a:off x="8844847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4" name="正方形/長方形 1383">
                <a:extLst>
                  <a:ext uri="{FF2B5EF4-FFF2-40B4-BE49-F238E27FC236}">
                    <ns2:creationId id="{7A945EEB-61F7-9A9A-E786-C324063D798F}"/>
                  </a:ext>
                </a:extLst>
              </p:cNvPr>
              <p:cNvSpPr/>
              <p:nvPr/>
            </p:nvSpPr>
            <p:spPr>
              <a:xfrm>
                <a:off x="9609265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1" name="正方形/長方形 1390">
                <a:extLst>
                  <a:ext uri="{FF2B5EF4-FFF2-40B4-BE49-F238E27FC236}">
                    <ns2:creationId id="{6579DEB9-CB42-4859-D888-566E455D9B78}"/>
                  </a:ext>
                </a:extLst>
              </p:cNvPr>
              <p:cNvSpPr/>
              <p:nvPr/>
            </p:nvSpPr>
            <p:spPr>
              <a:xfrm>
                <a:off x="11137652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9" name="正方形/長方形 1408">
                <a:extLst>
                  <a:ext uri="{FF2B5EF4-FFF2-40B4-BE49-F238E27FC236}">
                    <ns2:creationId id="{A4700269-46C5-8975-CE80-09215278FAC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9" name="正方形/長方形 1488">
                <a:extLst>
                  <a:ext uri="{FF2B5EF4-FFF2-40B4-BE49-F238E27FC236}">
                    <ns2:creationId id="{DBE38D0A-4466-83F6-48B7-B507A9BEAE1E}"/>
                  </a:ext>
                </a:extLst>
              </p:cNvPr>
              <p:cNvSpPr/>
              <p:nvPr/>
            </p:nvSpPr>
            <p:spPr>
              <a:xfrm>
                <a:off x="5152965" y="575662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07" name="正方形/長方形 1306">
                <a:extLst>
                  <a:ext uri="{FF2B5EF4-FFF2-40B4-BE49-F238E27FC236}">
                    <ns2:creationId id="{D692B1A1-5EB2-D81A-AC81-4190573CFF5B}"/>
                  </a:ext>
                </a:extLst>
              </p:cNvPr>
              <p:cNvSpPr/>
              <p:nvPr/>
            </p:nvSpPr>
            <p:spPr>
              <a:xfrm>
                <a:off x="10373683" y="589775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8" name="正方形/長方形 1307">
                <a:extLst>
                  <a:ext uri="{FF2B5EF4-FFF2-40B4-BE49-F238E27FC236}">
                    <ns2:creationId id="{FE9B7831-2182-0768-1B73-C3D9A8F229E6}"/>
                  </a:ext>
                </a:extLst>
              </p:cNvPr>
              <p:cNvSpPr/>
              <p:nvPr/>
            </p:nvSpPr>
            <p:spPr>
              <a:xfrm>
                <a:off x="578717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9" name="正方形/長方形 1308">
                <a:extLst>
                  <a:ext uri="{FF2B5EF4-FFF2-40B4-BE49-F238E27FC236}">
                    <ns2:creationId id="{4C94092E-2E85-9E60-0590-FEABBE8F9731}"/>
                  </a:ext>
                </a:extLst>
              </p:cNvPr>
              <p:cNvSpPr/>
              <p:nvPr/>
            </p:nvSpPr>
            <p:spPr>
              <a:xfrm>
                <a:off x="8080429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8" name="正方形/長方形 1367">
                <a:extLst>
                  <a:ext uri="{FF2B5EF4-FFF2-40B4-BE49-F238E27FC236}">
                    <ns2:creationId id="{2CCE3282-1D56-D841-7F19-0C40B671541B}"/>
                  </a:ext>
                </a:extLst>
              </p:cNvPr>
              <p:cNvSpPr/>
              <p:nvPr/>
            </p:nvSpPr>
            <p:spPr>
              <a:xfrm>
                <a:off x="655159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5" name="正方形/長方形 1374">
                <a:extLst>
                  <a:ext uri="{FF2B5EF4-FFF2-40B4-BE49-F238E27FC236}">
                    <ns2:creationId id="{C2787BB7-A0DE-2275-BB93-3FD1A3EC80AF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0" name="正方形/長方形 1379">
                <a:extLst>
                  <a:ext uri="{FF2B5EF4-FFF2-40B4-BE49-F238E27FC236}">
                    <ns2:creationId id="{F29B6170-9B82-0EC7-8A26-CC372706226B}"/>
                  </a:ext>
                </a:extLst>
              </p:cNvPr>
              <p:cNvSpPr/>
              <p:nvPr/>
            </p:nvSpPr>
            <p:spPr>
              <a:xfrm>
                <a:off x="8844847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8" name="正方形/長方形 1387">
                <a:extLst>
                  <a:ext uri="{FF2B5EF4-FFF2-40B4-BE49-F238E27FC236}">
                    <ns2:creationId id="{4D713264-D657-33C0-D927-E1B07D0BDD99}"/>
                  </a:ext>
                </a:extLst>
              </p:cNvPr>
              <p:cNvSpPr/>
              <p:nvPr/>
            </p:nvSpPr>
            <p:spPr>
              <a:xfrm>
                <a:off x="960926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5" name="正方形/長方形 1394">
                <a:extLst>
                  <a:ext uri="{FF2B5EF4-FFF2-40B4-BE49-F238E27FC236}">
                    <ns2:creationId id="{A5B9AFBC-A665-B1E9-9EE7-AC8B6DC97741}"/>
                  </a:ext>
                </a:extLst>
              </p:cNvPr>
              <p:cNvSpPr/>
              <p:nvPr/>
            </p:nvSpPr>
            <p:spPr>
              <a:xfrm>
                <a:off x="1113765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0" name="正方形/長方形 1409">
                <a:extLst>
                  <a:ext uri="{FF2B5EF4-FFF2-40B4-BE49-F238E27FC236}">
                    <ns2:creationId id="{31F2FD2F-90BF-B55D-00E7-FF47723A2312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1" name="正方形/長方形 1490">
                <a:extLst>
                  <a:ext uri="{FF2B5EF4-FFF2-40B4-BE49-F238E27FC236}">
                    <ns2:creationId id="{90174F28-CBBF-18B7-3109-3F25E9E02363}"/>
                  </a:ext>
                </a:extLst>
              </p:cNvPr>
              <p:cNvSpPr/>
              <p:nvPr/>
            </p:nvSpPr>
            <p:spPr>
              <a:xfrm>
                <a:off x="5152965" y="5897754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0" name="正方形/長方形 1309">
                <a:extLst>
                  <a:ext uri="{FF2B5EF4-FFF2-40B4-BE49-F238E27FC236}">
                    <ns2:creationId id="{5A1416DD-523C-CE02-6722-A3B43243AE43}"/>
                  </a:ext>
                </a:extLst>
              </p:cNvPr>
              <p:cNvSpPr/>
              <p:nvPr/>
            </p:nvSpPr>
            <p:spPr>
              <a:xfrm>
                <a:off x="10373683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11" name="正方形/長方形 1310">
                <a:extLst>
                  <a:ext uri="{FF2B5EF4-FFF2-40B4-BE49-F238E27FC236}">
                    <ns2:creationId id="{2D702690-BAFB-60E3-A432-89F958C5EFD3}"/>
                  </a:ext>
                </a:extLst>
              </p:cNvPr>
              <p:cNvSpPr/>
              <p:nvPr/>
            </p:nvSpPr>
            <p:spPr>
              <a:xfrm>
                <a:off x="5787175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2" name="正方形/長方形 1311">
                <a:extLst>
                  <a:ext uri="{FF2B5EF4-FFF2-40B4-BE49-F238E27FC236}">
                    <ns2:creationId id="{928F53CD-7CD1-D5CB-66C4-A718C58A229D}"/>
                  </a:ext>
                </a:extLst>
              </p:cNvPr>
              <p:cNvSpPr/>
              <p:nvPr/>
            </p:nvSpPr>
            <p:spPr>
              <a:xfrm>
                <a:off x="8080429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9" name="正方形/長方形 1368">
                <a:extLst>
                  <a:ext uri="{FF2B5EF4-FFF2-40B4-BE49-F238E27FC236}">
                    <ns2:creationId id="{B7C2B687-809F-27C5-A0E2-20E51BACAD08}"/>
                  </a:ext>
                </a:extLst>
              </p:cNvPr>
              <p:cNvSpPr/>
              <p:nvPr/>
            </p:nvSpPr>
            <p:spPr>
              <a:xfrm>
                <a:off x="6551592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1" name="正方形/長方形 1380">
                <a:extLst>
                  <a:ext uri="{FF2B5EF4-FFF2-40B4-BE49-F238E27FC236}">
                    <ns2:creationId id="{219C91D5-4690-83C0-1E75-2CAF57589AF5}"/>
                  </a:ext>
                </a:extLst>
              </p:cNvPr>
              <p:cNvSpPr/>
              <p:nvPr/>
            </p:nvSpPr>
            <p:spPr>
              <a:xfrm>
                <a:off x="8844847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5" name="正方形/長方形 1384">
                <a:extLst>
                  <a:ext uri="{FF2B5EF4-FFF2-40B4-BE49-F238E27FC236}">
                    <ns2:creationId id="{BC7BB696-C0C0-7855-B330-F58C4912963B}"/>
                  </a:ext>
                </a:extLst>
              </p:cNvPr>
              <p:cNvSpPr/>
              <p:nvPr/>
            </p:nvSpPr>
            <p:spPr>
              <a:xfrm>
                <a:off x="9609265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2" name="正方形/長方形 1391">
                <a:extLst>
                  <a:ext uri="{FF2B5EF4-FFF2-40B4-BE49-F238E27FC236}">
                    <ns2:creationId id="{08BABAB9-22C5-F931-9749-64A3105F376A}"/>
                  </a:ext>
                </a:extLst>
              </p:cNvPr>
              <p:cNvSpPr/>
              <p:nvPr/>
            </p:nvSpPr>
            <p:spPr>
              <a:xfrm>
                <a:off x="11137652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2" name="正方形/長方形 1411">
                <a:extLst>
                  <a:ext uri="{FF2B5EF4-FFF2-40B4-BE49-F238E27FC236}">
                    <ns2:creationId id="{93D68B9A-9ABE-3A0E-0280-96A2B6498C2C}"/>
                  </a:ext>
                </a:extLst>
              </p:cNvPr>
              <p:cNvSpPr/>
              <p:nvPr/>
            </p:nvSpPr>
            <p:spPr>
              <a:xfrm>
                <a:off x="7316011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3" name="正方形/長方形 1492">
                <a:extLst>
                  <a:ext uri="{FF2B5EF4-FFF2-40B4-BE49-F238E27FC236}">
                    <ns2:creationId id="{98C641B7-DBF8-9285-145C-1FF984973B7D}"/>
                  </a:ext>
                </a:extLst>
              </p:cNvPr>
              <p:cNvSpPr/>
              <p:nvPr/>
            </p:nvSpPr>
            <p:spPr>
              <a:xfrm>
                <a:off x="5152965" y="61800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13" name="正方形/長方形 1312">
                <a:extLst>
                  <a:ext uri="{FF2B5EF4-FFF2-40B4-BE49-F238E27FC236}">
                    <ns2:creationId id="{E569217D-6666-12D8-5A33-F585FDEBFC00}"/>
                  </a:ext>
                </a:extLst>
              </p:cNvPr>
              <p:cNvSpPr/>
              <p:nvPr/>
            </p:nvSpPr>
            <p:spPr>
              <a:xfrm>
                <a:off x="10373683" y="603888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14" name="正方形/長方形 1313">
                <a:extLst>
                  <a:ext uri="{FF2B5EF4-FFF2-40B4-BE49-F238E27FC236}">
                    <ns2:creationId id="{080C57CD-3B45-885D-A6FF-E5B72228DACF}"/>
                  </a:ext>
                </a:extLst>
              </p:cNvPr>
              <p:cNvSpPr/>
              <p:nvPr/>
            </p:nvSpPr>
            <p:spPr>
              <a:xfrm>
                <a:off x="578717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5" name="正方形/長方形 1314">
                <a:extLst>
                  <a:ext uri="{FF2B5EF4-FFF2-40B4-BE49-F238E27FC236}">
                    <ns2:creationId id="{A2DC861E-042E-1449-07CF-D16276CB9B07}"/>
                  </a:ext>
                </a:extLst>
              </p:cNvPr>
              <p:cNvSpPr/>
              <p:nvPr/>
            </p:nvSpPr>
            <p:spPr>
              <a:xfrm>
                <a:off x="8080429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0" name="正方形/長方形 1369">
                <a:extLst>
                  <a:ext uri="{FF2B5EF4-FFF2-40B4-BE49-F238E27FC236}">
                    <ns2:creationId id="{6E490FE8-69DB-851B-F7BA-4B984F1DABE7}"/>
                  </a:ext>
                </a:extLst>
              </p:cNvPr>
              <p:cNvSpPr/>
              <p:nvPr/>
            </p:nvSpPr>
            <p:spPr>
              <a:xfrm>
                <a:off x="655159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2" name="正方形/長方形 1381">
                <a:extLst>
                  <a:ext uri="{FF2B5EF4-FFF2-40B4-BE49-F238E27FC236}">
                    <ns2:creationId id="{89E1F941-1625-0014-AD37-03DCDCABAA44}"/>
                  </a:ext>
                </a:extLst>
              </p:cNvPr>
              <p:cNvSpPr/>
              <p:nvPr/>
            </p:nvSpPr>
            <p:spPr>
              <a:xfrm>
                <a:off x="8844847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9" name="正方形/長方形 1388">
                <a:extLst>
                  <a:ext uri="{FF2B5EF4-FFF2-40B4-BE49-F238E27FC236}">
                    <ns2:creationId id="{D70FEF83-2DF5-0DB8-08FD-EB71C00B3295}"/>
                  </a:ext>
                </a:extLst>
              </p:cNvPr>
              <p:cNvSpPr/>
              <p:nvPr/>
            </p:nvSpPr>
            <p:spPr>
              <a:xfrm>
                <a:off x="960926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6" name="正方形/長方形 1395">
                <a:extLst>
                  <a:ext uri="{FF2B5EF4-FFF2-40B4-BE49-F238E27FC236}">
                    <ns2:creationId id="{D46C768C-C3A5-3236-2F93-0B630E46AB52}"/>
                  </a:ext>
                </a:extLst>
              </p:cNvPr>
              <p:cNvSpPr/>
              <p:nvPr/>
            </p:nvSpPr>
            <p:spPr>
              <a:xfrm>
                <a:off x="1113765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1" name="正方形/長方形 1410">
                <a:extLst>
                  <a:ext uri="{FF2B5EF4-FFF2-40B4-BE49-F238E27FC236}">
                    <ns2:creationId id="{96A04659-3A83-DEBA-F296-5DAF520090A5}"/>
                  </a:ext>
                </a:extLst>
              </p:cNvPr>
              <p:cNvSpPr/>
              <p:nvPr/>
            </p:nvSpPr>
            <p:spPr>
              <a:xfrm>
                <a:off x="7316011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5" name="正方形/長方形 1494">
                <a:extLst>
                  <a:ext uri="{FF2B5EF4-FFF2-40B4-BE49-F238E27FC236}">
                    <ns2:creationId id="{FCE7E601-2325-44A7-CCB2-A031D3934E4D}"/>
                  </a:ext>
                </a:extLst>
              </p:cNvPr>
              <p:cNvSpPr/>
              <p:nvPr/>
            </p:nvSpPr>
            <p:spPr>
              <a:xfrm>
                <a:off x="5152965" y="603888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7" name="正方形/長方形 1496">
                <a:extLst>
                  <a:ext uri="{FF2B5EF4-FFF2-40B4-BE49-F238E27FC236}">
                    <ns2:creationId id="{B7E44206-23C8-C8CE-4EF7-447FEBA12B5D}"/>
                  </a:ext>
                </a:extLst>
              </p:cNvPr>
              <p:cNvSpPr/>
              <p:nvPr/>
            </p:nvSpPr>
            <p:spPr>
              <a:xfrm>
                <a:off x="3940220" y="5474368"/>
                <a:ext cx="560517" cy="8343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5" name="正方形/長方形 1294">
                <a:extLst>
                  <a:ext uri="{FF2B5EF4-FFF2-40B4-BE49-F238E27FC236}">
                    <ns2:creationId id="{89D7E608-5483-1FFE-4CF4-F33DA01324A8}"/>
                  </a:ext>
                </a:extLst>
              </p:cNvPr>
              <p:cNvSpPr/>
              <p:nvPr/>
            </p:nvSpPr>
            <p:spPr>
              <a:xfrm>
                <a:off x="10373683" y="533323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6" name="正方形/長方形 1295">
                <a:extLst>
                  <a:ext uri="{FF2B5EF4-FFF2-40B4-BE49-F238E27FC236}">
                    <ns2:creationId id="{4741D350-BD54-54B9-3743-E13779E13437}"/>
                  </a:ext>
                </a:extLst>
              </p:cNvPr>
              <p:cNvSpPr/>
              <p:nvPr/>
            </p:nvSpPr>
            <p:spPr>
              <a:xfrm>
                <a:off x="5787175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7" name="正方形/長方形 1296">
                <a:extLst>
                  <a:ext uri="{FF2B5EF4-FFF2-40B4-BE49-F238E27FC236}">
                    <ns2:creationId id="{E2B69739-A039-7612-445A-3766ECDCB025}"/>
                  </a:ext>
                </a:extLst>
              </p:cNvPr>
              <p:cNvSpPr/>
              <p:nvPr/>
            </p:nvSpPr>
            <p:spPr>
              <a:xfrm>
                <a:off x="8080429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4" name="正方形/長方形 1363">
                <a:extLst>
                  <a:ext uri="{FF2B5EF4-FFF2-40B4-BE49-F238E27FC236}">
                    <ns2:creationId id="{FA600D53-5161-228B-8602-B562F18A083A}"/>
                  </a:ext>
                </a:extLst>
              </p:cNvPr>
              <p:cNvSpPr/>
              <p:nvPr/>
            </p:nvSpPr>
            <p:spPr>
              <a:xfrm>
                <a:off x="6551592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1" name="正方形/長方形 1370">
                <a:extLst>
                  <a:ext uri="{FF2B5EF4-FFF2-40B4-BE49-F238E27FC236}">
                    <ns2:creationId id="{E16CFDCD-5FB0-84AA-E381-7EE1CA23CFBF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6" name="正方形/長方形 1375">
                <a:extLst>
                  <a:ext uri="{FF2B5EF4-FFF2-40B4-BE49-F238E27FC236}">
                    <ns2:creationId id="{9B0E631A-00D5-C08F-BD2D-1E3B38557A36}"/>
                  </a:ext>
                </a:extLst>
              </p:cNvPr>
              <p:cNvSpPr/>
              <p:nvPr/>
            </p:nvSpPr>
            <p:spPr>
              <a:xfrm>
                <a:off x="8844847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3" name="正方形/長方形 1382">
                <a:extLst>
                  <a:ext uri="{FF2B5EF4-FFF2-40B4-BE49-F238E27FC236}">
                    <ns2:creationId id="{4505BAE9-59E0-E9CE-33D1-9C2F63C40EF3}"/>
                  </a:ext>
                </a:extLst>
              </p:cNvPr>
              <p:cNvSpPr/>
              <p:nvPr/>
            </p:nvSpPr>
            <p:spPr>
              <a:xfrm>
                <a:off x="9609265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0" name="正方形/長方形 1389">
                <a:extLst>
                  <a:ext uri="{FF2B5EF4-FFF2-40B4-BE49-F238E27FC236}">
                    <ns2:creationId id="{D149462E-83DE-8BCD-6EFC-106A1E3357D3}"/>
                  </a:ext>
                </a:extLst>
              </p:cNvPr>
              <p:cNvSpPr/>
              <p:nvPr/>
            </p:nvSpPr>
            <p:spPr>
              <a:xfrm>
                <a:off x="11137652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4" name="正方形/長方形 1413">
                <a:extLst>
                  <a:ext uri="{FF2B5EF4-FFF2-40B4-BE49-F238E27FC236}">
                    <ns2:creationId id="{D18B2FF4-8C5E-8154-3BFE-A6CC36000EC1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9" name="正方形/長方形 1498">
                <a:extLst>
                  <a:ext uri="{FF2B5EF4-FFF2-40B4-BE49-F238E27FC236}">
                    <ns2:creationId id="{0E445334-196E-69BD-054E-EFFC8A6BC2B4}"/>
                  </a:ext>
                </a:extLst>
              </p:cNvPr>
              <p:cNvSpPr/>
              <p:nvPr/>
            </p:nvSpPr>
            <p:spPr>
              <a:xfrm>
                <a:off x="4546592" y="5333238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E641E3C5-5921-0A62-8F96-908569158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ns2:creationId id="{371D9E87-54E6-368B-8B90-8C8D829A9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6B26A8F-3A95-04F8-9059-874F06693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0ED9A530-A2EC-6886-4086-612DDDD2EE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ns2:creationId id="{8947EDF2-3E60-3FC9-DE1B-F97B485A58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FE8060E1-49EB-2049-CF84-7D77DF37B7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4A6EF55B-CCC9-F5E7-FE5B-F5A7D7468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BD28A6CB-3A88-658F-22BE-E1A95B4F7F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53ABDD01-95EC-F8E4-27D4-ADA147788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>
                <a:extLst>
                  <a:ext uri="{FF2B5EF4-FFF2-40B4-BE49-F238E27FC236}">
                    <ns2:creationId id="{C797B4C9-E87E-1DF6-106B-9D7FFD3132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F9DE50C8-F307-9D22-CB87-5E4DB4B32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コネクタ 54">
                <a:extLst>
                  <a:ext uri="{FF2B5EF4-FFF2-40B4-BE49-F238E27FC236}">
                    <ns2:creationId id="{32EE7FD3-1EC0-4C05-DE8E-022FFA0FB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1320F57-8591-ABAB-79EA-216D8C20A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A157E74D-5A27-C333-C789-AC896B8A67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3AFAF680-C6D1-120A-7D33-6AB373364A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2B0452E0-249A-A9BA-CF7D-C7EF87F0E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70C2B66E-0727-5924-F2A8-6E5F90525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線コネクタ 60">
                <a:extLst>
                  <a:ext uri="{FF2B5EF4-FFF2-40B4-BE49-F238E27FC236}">
                    <ns2:creationId id="{61DA52D5-3E1E-7E8F-1095-1F49B7D7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A79CA0D8-DF72-B277-12AF-45505C8CE8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ns2:creationId id="{F9C70015-5E7A-3DD7-2702-791FD3CAB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線コネクタ 127">
                <a:extLst>
                  <a:ext uri="{FF2B5EF4-FFF2-40B4-BE49-F238E27FC236}">
                    <ns2:creationId id="{F9DBFE53-1884-3D44-E4B3-F65F7996C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1CD95CC2-C482-AB69-E1A0-614882222D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線コネクタ 129">
                <a:extLst>
                  <a:ext uri="{FF2B5EF4-FFF2-40B4-BE49-F238E27FC236}">
                    <ns2:creationId id="{7C14BAEE-78DE-C0A3-941D-2CED956BF1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194644C2-CC38-EC3F-8142-619EF5AD21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364117A0-4F38-6321-EB21-A22EAFF80E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線コネクタ 135">
                <a:extLst>
                  <a:ext uri="{FF2B5EF4-FFF2-40B4-BE49-F238E27FC236}">
                    <ns2:creationId id="{AD64EFB0-3F32-929A-0F74-881DE03A9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線コネクタ 136">
                <a:extLst>
                  <a:ext uri="{FF2B5EF4-FFF2-40B4-BE49-F238E27FC236}">
                    <ns2:creationId id="{454012BD-35FF-480C-0ACE-4750B933D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B7419AE5-DE65-963B-D512-3449010050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>
                <a:extLst>
                  <a:ext uri="{FF2B5EF4-FFF2-40B4-BE49-F238E27FC236}">
                    <ns2:creationId id="{6AB98FCC-4762-A96B-C4EE-C61F82493F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447EB975-0789-121E-76F5-4ADE93ED9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AB1B46C1-E054-05C7-BAEF-0B8C983332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1C446FAC-A066-75AE-CE06-C2EB03D47E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>
                <a:extLst>
                  <a:ext uri="{FF2B5EF4-FFF2-40B4-BE49-F238E27FC236}">
                    <ns2:creationId id="{B0FEAC2E-92C3-3B7A-9C9E-757868339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63A56339-1446-5C97-7B25-ECDC213963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095F753D-07AC-E183-2DB4-F5566046C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55A5698F-1AB9-2290-931D-5B42C2BE1E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F4A72451-D7B8-55F6-D192-80F31149B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線コネクタ 157">
                <a:extLst>
                  <a:ext uri="{FF2B5EF4-FFF2-40B4-BE49-F238E27FC236}">
                    <ns2:creationId id="{5F58D77B-6455-E7F5-5AFC-F056F8AF03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D9661BE0-0885-24BE-15BE-9BF7F42EA5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線コネクタ 161">
                <a:extLst>
                  <a:ext uri="{FF2B5EF4-FFF2-40B4-BE49-F238E27FC236}">
                    <ns2:creationId id="{83F3BCA9-2341-7A43-F5E4-B22514DB8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E2AD6C6-67D1-5930-67DD-A0167182BB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直線コネクタ 165">
                <a:extLst>
                  <a:ext uri="{FF2B5EF4-FFF2-40B4-BE49-F238E27FC236}">
                    <ns2:creationId id="{9C60F829-B6BC-A136-839D-DAC0C3CFF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4BADA13A-2155-60FC-423B-17DBAE6F8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線コネクタ 169">
                <a:extLst>
                  <a:ext uri="{FF2B5EF4-FFF2-40B4-BE49-F238E27FC236}">
                    <ns2:creationId id="{B9DA8092-8C76-2DE1-834D-070D1104C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04908325-02E5-AE76-85E1-615D046A3E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17205F21-ED1E-A3B5-CAC2-EA5A109766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63733CAA-E1A5-B8F9-1D85-E31DD0C8C8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87A72A57-46AC-4008-FA5C-B52341B76C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線コネクタ 179">
                <a:extLst>
                  <a:ext uri="{FF2B5EF4-FFF2-40B4-BE49-F238E27FC236}">
                    <ns2:creationId id="{74000B33-D760-C4A3-7994-01FF0851C8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BE898A1D-E10A-A7D7-840F-8D07F63C6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183">
                <a:extLst>
                  <a:ext uri="{FF2B5EF4-FFF2-40B4-BE49-F238E27FC236}">
                    <ns2:creationId id="{81524DFE-5B77-E587-FF95-AB9A3A468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185">
                <a:extLst>
                  <a:ext uri="{FF2B5EF4-FFF2-40B4-BE49-F238E27FC236}">
                    <ns2:creationId id="{62377AD9-3CD4-150B-A23E-2D17EEE535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FBBDDAB0-3B0D-9605-98E4-5FC727A59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646FE445-1D02-C5D5-196F-E67EC42D2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FE8E9293-D444-CFD7-AA48-332C3DC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382349B7-D51B-656B-B97E-F0EDD9639F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82397256-7BEF-8026-AE16-3A9DD0182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3772119E-6F4E-10EE-94FE-068CAE165F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7145F233-1CD7-B99B-75F9-2DBA778A8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72BCF7AC-968D-822C-5CF7-320325EFAC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0748147C-0F87-0515-E10A-E9A59194D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0C5D68BC-8869-33F8-1683-9BF63A50F4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ns2:creationId id="{08652EAB-ABE0-182D-7E0A-8894375F2B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ns2:creationId id="{503F456D-47C7-3780-95F1-DF5F781BA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ns2:creationId id="{4FF8D3EB-A8BA-88BA-66D1-452213C81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直線コネクタ 628">
                <a:extLst>
                  <a:ext uri="{FF2B5EF4-FFF2-40B4-BE49-F238E27FC236}">
                    <ns2:creationId id="{69C6F381-A102-8941-A9F4-4C2E62768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0" name="直線コネクタ 629">
                <a:extLst>
                  <a:ext uri="{FF2B5EF4-FFF2-40B4-BE49-F238E27FC236}">
                    <ns2:creationId id="{B6760DAE-D714-44EC-AAE3-DD99D36563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7" name="直線コネクタ 636">
                <a:extLst>
                  <a:ext uri="{FF2B5EF4-FFF2-40B4-BE49-F238E27FC236}">
                    <ns2:creationId id="{0AA4A841-6867-EA2E-DE61-EBD6E9BED7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8" name="直線コネクタ 637">
                <a:extLst>
                  <a:ext uri="{FF2B5EF4-FFF2-40B4-BE49-F238E27FC236}">
                    <ns2:creationId id="{53F47FE4-228F-7F49-49C8-1AA63A6F1A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9" name="直線コネクタ 638">
                <a:extLst>
                  <a:ext uri="{FF2B5EF4-FFF2-40B4-BE49-F238E27FC236}">
                    <ns2:creationId id="{F387D5F3-7DF7-A032-A17A-D005EC46C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0" name="直線コネクタ 639">
                <a:extLst>
                  <a:ext uri="{FF2B5EF4-FFF2-40B4-BE49-F238E27FC236}">
                    <ns2:creationId id="{361DC12A-A23C-C603-F224-4F28866CF0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直線コネクタ 640">
                <a:extLst>
                  <a:ext uri="{FF2B5EF4-FFF2-40B4-BE49-F238E27FC236}">
                    <ns2:creationId id="{7599382B-DDFF-A1D2-969C-F3C76B09A0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直線コネクタ 641">
                <a:extLst>
                  <a:ext uri="{FF2B5EF4-FFF2-40B4-BE49-F238E27FC236}">
                    <ns2:creationId id="{513A8477-C3D7-2E02-7AA7-8A9831EDA4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直線コネクタ 642">
                <a:extLst>
                  <a:ext uri="{FF2B5EF4-FFF2-40B4-BE49-F238E27FC236}">
                    <ns2:creationId id="{C9A870DA-198F-2C02-EF7F-FFB41E32E9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4" name="直線コネクタ 643">
                <a:extLst>
                  <a:ext uri="{FF2B5EF4-FFF2-40B4-BE49-F238E27FC236}">
                    <ns2:creationId id="{94BE18F7-E054-376E-6F67-B65FB3DEF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5" name="直線コネクタ 644">
                <a:extLst>
                  <a:ext uri="{FF2B5EF4-FFF2-40B4-BE49-F238E27FC236}">
                    <ns2:creationId id="{97CE4DBE-E81D-8A82-0339-66CE6C704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6" name="直線コネクタ 645">
                <a:extLst>
                  <a:ext uri="{FF2B5EF4-FFF2-40B4-BE49-F238E27FC236}">
                    <ns2:creationId id="{ED5BB653-5B4C-1BEF-1367-36E1134FFA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コネクタ 646">
                <a:extLst>
                  <a:ext uri="{FF2B5EF4-FFF2-40B4-BE49-F238E27FC236}">
                    <ns2:creationId id="{A225B354-86CB-01D6-164E-76BC9EDA0A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8" name="直線コネクタ 647">
                <a:extLst>
                  <a:ext uri="{FF2B5EF4-FFF2-40B4-BE49-F238E27FC236}">
                    <ns2:creationId id="{A060F4E7-6D25-076C-9F3C-F2FDBB999C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9" name="直線コネクタ 648">
                <a:extLst>
                  <a:ext uri="{FF2B5EF4-FFF2-40B4-BE49-F238E27FC236}">
                    <ns2:creationId id="{CA2A9FB4-4E67-50FA-EAAA-E2F22000B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0" name="直線コネクタ 649">
                <a:extLst>
                  <a:ext uri="{FF2B5EF4-FFF2-40B4-BE49-F238E27FC236}">
                    <ns2:creationId id="{A8B37BD9-1E86-8257-3F7F-6CD901021B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直線コネクタ 650">
                <a:extLst>
                  <a:ext uri="{FF2B5EF4-FFF2-40B4-BE49-F238E27FC236}">
                    <ns2:creationId id="{6A835EB7-D7BE-157A-1C99-908642FAA5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直線コネクタ 651">
                <a:extLst>
                  <a:ext uri="{FF2B5EF4-FFF2-40B4-BE49-F238E27FC236}">
                    <ns2:creationId id="{8937E14A-9A12-0CB7-4696-49AC40F701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直線コネクタ 652">
                <a:extLst>
                  <a:ext uri="{FF2B5EF4-FFF2-40B4-BE49-F238E27FC236}">
                    <ns2:creationId id="{36FB2BDB-A84A-C70D-5B78-F981D99BB6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直線コネクタ 653">
                <a:extLst>
                  <a:ext uri="{FF2B5EF4-FFF2-40B4-BE49-F238E27FC236}">
                    <ns2:creationId id="{30798FB2-EBFD-DE99-9EE2-793E576584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直線コネクタ 654">
                <a:extLst>
                  <a:ext uri="{FF2B5EF4-FFF2-40B4-BE49-F238E27FC236}">
                    <ns2:creationId id="{226F9F15-E6E8-A329-68F2-7AA4A58272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直線コネクタ 655">
                <a:extLst>
                  <a:ext uri="{FF2B5EF4-FFF2-40B4-BE49-F238E27FC236}">
                    <ns2:creationId id="{52C2DBEF-8395-8F2E-AC40-B8B9A130BC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7" name="直線コネクタ 656">
                <a:extLst>
                  <a:ext uri="{FF2B5EF4-FFF2-40B4-BE49-F238E27FC236}">
                    <ns2:creationId id="{BF7B227F-D9FA-E2DC-A80A-F267803F5F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8" name="直線コネクタ 657">
                <a:extLst>
                  <a:ext uri="{FF2B5EF4-FFF2-40B4-BE49-F238E27FC236}">
                    <ns2:creationId id="{540B2EDE-EF4D-871B-FB32-0F3A7234E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9" name="直線コネクタ 658">
                <a:extLst>
                  <a:ext uri="{FF2B5EF4-FFF2-40B4-BE49-F238E27FC236}">
                    <ns2:creationId id="{6C4D8740-C7F9-FB37-C69E-E1A75BDCD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0" name="直線コネクタ 659">
                <a:extLst>
                  <a:ext uri="{FF2B5EF4-FFF2-40B4-BE49-F238E27FC236}">
                    <ns2:creationId id="{7A6170F2-5090-BAEE-39A1-F88A4774E9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1" name="直線コネクタ 660">
                <a:extLst>
                  <a:ext uri="{FF2B5EF4-FFF2-40B4-BE49-F238E27FC236}">
                    <ns2:creationId id="{0FF85F1B-388E-80DC-41EA-6689587A7E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2" name="直線コネクタ 661">
                <a:extLst>
                  <a:ext uri="{FF2B5EF4-FFF2-40B4-BE49-F238E27FC236}">
                    <ns2:creationId id="{8F5A499B-C2E4-1BC9-A797-1AF61D26E2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3" name="直線コネクタ 662">
                <a:extLst>
                  <a:ext uri="{FF2B5EF4-FFF2-40B4-BE49-F238E27FC236}">
                    <ns2:creationId id="{3607C59B-3C94-1700-3910-A2309E406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4" name="直線コネクタ 663">
                <a:extLst>
                  <a:ext uri="{FF2B5EF4-FFF2-40B4-BE49-F238E27FC236}">
                    <ns2:creationId id="{8B108FF5-968A-4CE7-3300-2016FFB945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5" name="直線コネクタ 664">
                <a:extLst>
                  <a:ext uri="{FF2B5EF4-FFF2-40B4-BE49-F238E27FC236}">
                    <ns2:creationId id="{6BCB8AF4-70FC-BD5E-9107-3957CBBA7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6" name="直線コネクタ 665">
                <a:extLst>
                  <a:ext uri="{FF2B5EF4-FFF2-40B4-BE49-F238E27FC236}">
                    <ns2:creationId id="{B1A3B91E-1F2A-6BF0-1D63-9D4BC915E6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7" name="直線コネクタ 666">
                <a:extLst>
                  <a:ext uri="{FF2B5EF4-FFF2-40B4-BE49-F238E27FC236}">
                    <ns2:creationId id="{F964A1D0-BC11-3AED-0F05-11E9B7FCB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8" name="直線コネクタ 667">
                <a:extLst>
                  <a:ext uri="{FF2B5EF4-FFF2-40B4-BE49-F238E27FC236}">
                    <ns2:creationId id="{B40B078D-CD38-D01D-01DB-E1A7C20F2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9" name="直線コネクタ 668">
                <a:extLst>
                  <a:ext uri="{FF2B5EF4-FFF2-40B4-BE49-F238E27FC236}">
                    <ns2:creationId id="{3F4E3197-D383-DE58-C7E8-02E1437319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0" name="直線コネクタ 669">
                <a:extLst>
                  <a:ext uri="{FF2B5EF4-FFF2-40B4-BE49-F238E27FC236}">
                    <ns2:creationId id="{DBC137B6-F219-D36C-3456-B38B1938F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1" name="直線コネクタ 670">
                <a:extLst>
                  <a:ext uri="{FF2B5EF4-FFF2-40B4-BE49-F238E27FC236}">
                    <ns2:creationId id="{91D38A6E-DAFE-2C23-CEFE-35E943DDD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直線コネクタ 671">
                <a:extLst>
                  <a:ext uri="{FF2B5EF4-FFF2-40B4-BE49-F238E27FC236}">
                    <ns2:creationId id="{E06E92FB-ABAE-5411-BC22-1668B07F5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直線コネクタ 672">
                <a:extLst>
                  <a:ext uri="{FF2B5EF4-FFF2-40B4-BE49-F238E27FC236}">
                    <ns2:creationId id="{A4954F57-5F5B-8F72-E447-31A6A7C614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ns2:creationId id="{E93A4979-0E37-CA6F-CAB2-50DAFA8AD9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ns2:creationId id="{C605BB58-BBE1-6544-77AA-EDB9958B50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ns2:creationId id="{0C5243A8-ABDB-5CF8-131C-0E47D320B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ns2:creationId id="{9C5B9EC2-4F7C-FE29-BC2B-B65F167ED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ns2:creationId id="{8ECF011C-F4E0-5415-6D94-650F2F0B80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4976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ns2:creationId id="{0DA3A2F1-7E01-63F6-4B1D-26A0E32B87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6387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ns2:creationId id="{12AE4C7E-6B52-B2D1-D115-541D57812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7799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2" name="直線コネクタ 681">
                <a:extLst>
                  <a:ext uri="{FF2B5EF4-FFF2-40B4-BE49-F238E27FC236}">
                    <ns2:creationId id="{C93327D5-7695-E5A5-F6C7-16E8DB3D71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9210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7" name="直線コネクタ 686">
                <a:extLst>
                  <a:ext uri="{FF2B5EF4-FFF2-40B4-BE49-F238E27FC236}">
                    <ns2:creationId id="{26A34C23-7F3A-EFF5-7697-813A0498A1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0621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8" name="直線コネクタ 687">
                <a:extLst>
                  <a:ext uri="{FF2B5EF4-FFF2-40B4-BE49-F238E27FC236}">
                    <ns2:creationId id="{7CC756CD-2D1D-9C86-C828-0EBC378107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2033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9" name="直線コネクタ 688">
                <a:extLst>
                  <a:ext uri="{FF2B5EF4-FFF2-40B4-BE49-F238E27FC236}">
                    <ns2:creationId id="{755FF45C-8447-552C-F098-1F9F1B09E3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34442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0" name="直線コネクタ 689">
                <a:extLst>
                  <a:ext uri="{FF2B5EF4-FFF2-40B4-BE49-F238E27FC236}">
                    <ns2:creationId id="{B47AC61C-EA59-8675-598B-B43340BC84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4855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直線コネクタ 690">
                <a:extLst>
                  <a:ext uri="{FF2B5EF4-FFF2-40B4-BE49-F238E27FC236}">
                    <ns2:creationId id="{0641831A-BA90-7A0D-712E-84EB5F5BE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6266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2" name="直線コネクタ 691">
                <a:extLst>
                  <a:ext uri="{FF2B5EF4-FFF2-40B4-BE49-F238E27FC236}">
                    <ns2:creationId id="{DA19040B-B052-1313-5BBE-F6BE60BE7C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7678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3" name="直線コネクタ 692">
                <a:extLst>
                  <a:ext uri="{FF2B5EF4-FFF2-40B4-BE49-F238E27FC236}">
                    <ns2:creationId id="{45765D76-AA2D-D087-50A0-4D3130F0DE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9089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直線コネクタ 693">
                <a:extLst>
                  <a:ext uri="{FF2B5EF4-FFF2-40B4-BE49-F238E27FC236}">
                    <ns2:creationId id="{73908B27-7743-BDAF-281F-C2E427BA58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0500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5" name="直線コネクタ 694">
                <a:extLst>
                  <a:ext uri="{FF2B5EF4-FFF2-40B4-BE49-F238E27FC236}">
                    <ns2:creationId id="{B2E7ABF7-C967-2B2E-6C47-B0CACD683F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1912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ns2:creationId id="{55C3D22B-2005-87F6-2C10-41A25F9B4A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3323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ns2:creationId id="{C7184029-608C-25E1-B5D3-4005B5F261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4734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ns2:creationId id="{4AEA25E7-14FE-C312-B058-38A0B0919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6145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ns2:creationId id="{17D51461-CD2B-718E-13AA-C13068F974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7602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ns2:creationId id="{D8F82F00-0DB7-5971-B872-FF1D291BCB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90587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ns2:creationId id="{D555A4AD-4377-FF5D-F6FD-0EE8CF51D3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0470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ns2:creationId id="{FC65ADC1-373A-604D-2076-F3E41AE9C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1881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ns2:creationId id="{E6F504CC-0544-6B1F-6EBE-29852C6376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32926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ns2:creationId id="{B556D636-FC79-9779-03F6-5F4601D2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47039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ns2:creationId id="{3323385F-27DA-8A43-09B3-783791B53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61152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ns2:creationId id="{07221239-0350-01CD-7227-05D9CEA69D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75265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ns2:creationId id="{BD61B8F1-AA4D-8F4C-0428-C90F7F58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89378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ns2:creationId id="{76BEF93F-E1E8-84D1-DB5D-4F5B9FF77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03490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ns2:creationId id="{3125425B-57FD-7DD6-ECD5-B2DF4D9D4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17603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ns2:creationId id="{F0367A59-101D-627B-D301-5A622FD35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1" name="直線コネクタ 710">
                <a:extLst>
                  <a:ext uri="{FF2B5EF4-FFF2-40B4-BE49-F238E27FC236}">
                    <ns2:creationId id="{B50D3203-9E2B-0B37-324B-A91B6CCF87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2" name="直線コネクタ 711">
                <a:extLst>
                  <a:ext uri="{FF2B5EF4-FFF2-40B4-BE49-F238E27FC236}">
                    <ns2:creationId id="{8579349C-F42D-63DC-0B49-EC741DBE44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3" name="直線コネクタ 712">
                <a:extLst>
                  <a:ext uri="{FF2B5EF4-FFF2-40B4-BE49-F238E27FC236}">
                    <ns2:creationId id="{076CB3C8-29EE-DD99-A386-131CE351BA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4" name="直線コネクタ 713">
                <a:extLst>
                  <a:ext uri="{FF2B5EF4-FFF2-40B4-BE49-F238E27FC236}">
                    <ns2:creationId id="{DAEBEED1-3548-A097-E010-85AE898059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5" name="直線コネクタ 714">
                <a:extLst>
                  <a:ext uri="{FF2B5EF4-FFF2-40B4-BE49-F238E27FC236}">
                    <ns2:creationId id="{9399E9F2-2283-DCC8-0A81-971355701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6" name="直線コネクタ 715">
                <a:extLst>
                  <a:ext uri="{FF2B5EF4-FFF2-40B4-BE49-F238E27FC236}">
                    <ns2:creationId id="{E6054C76-FFC9-4656-1400-C8B4C17FA5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7" name="直線コネクタ 716">
                <a:extLst>
                  <a:ext uri="{FF2B5EF4-FFF2-40B4-BE49-F238E27FC236}">
                    <ns2:creationId id="{AC96796B-8EC4-1A7B-AF9A-8CADD76FB6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8" name="直線コネクタ 717">
                <a:extLst>
                  <a:ext uri="{FF2B5EF4-FFF2-40B4-BE49-F238E27FC236}">
                    <ns2:creationId id="{1EE40166-F30D-296D-4C48-35D9F7CEE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9" name="直線コネクタ 718">
                <a:extLst>
                  <a:ext uri="{FF2B5EF4-FFF2-40B4-BE49-F238E27FC236}">
                    <ns2:creationId id="{D9E3ECD6-A9B2-FBE1-9440-D9D48ED199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0" name="直線コネクタ 719">
                <a:extLst>
                  <a:ext uri="{FF2B5EF4-FFF2-40B4-BE49-F238E27FC236}">
                    <ns2:creationId id="{0846320D-A543-7131-0DA6-118892B71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1" name="直線コネクタ 720">
                <a:extLst>
                  <a:ext uri="{FF2B5EF4-FFF2-40B4-BE49-F238E27FC236}">
                    <ns2:creationId id="{DF4D5CE8-C6F7-7585-7BB2-7EECDE19F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2" name="直線コネクタ 721">
                <a:extLst>
                  <a:ext uri="{FF2B5EF4-FFF2-40B4-BE49-F238E27FC236}">
                    <ns2:creationId id="{175ED7AE-25F2-1824-2ABB-4DAF2628B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3" name="直線コネクタ 722">
                <a:extLst>
                  <a:ext uri="{FF2B5EF4-FFF2-40B4-BE49-F238E27FC236}">
                    <ns2:creationId id="{2B066146-1A7A-AF8E-C181-1DDB703B21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4" name="直線コネクタ 723">
                <a:extLst>
                  <a:ext uri="{FF2B5EF4-FFF2-40B4-BE49-F238E27FC236}">
                    <ns2:creationId id="{153953C7-A789-6A7B-4790-A647C1039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5" name="直線コネクタ 724">
                <a:extLst>
                  <a:ext uri="{FF2B5EF4-FFF2-40B4-BE49-F238E27FC236}">
                    <ns2:creationId id="{EA437024-395C-0EC0-F5C2-3C427D977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6" name="直線コネクタ 725">
                <a:extLst>
                  <a:ext uri="{FF2B5EF4-FFF2-40B4-BE49-F238E27FC236}">
                    <ns2:creationId id="{287F5AAA-E466-8A11-D9CA-F4CFA86032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7" name="直線コネクタ 726">
                <a:extLst>
                  <a:ext uri="{FF2B5EF4-FFF2-40B4-BE49-F238E27FC236}">
                    <ns2:creationId id="{6DFAB8C9-FD6D-B451-66F8-3BD2A55A5E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8" name="直線コネクタ 727">
                <a:extLst>
                  <a:ext uri="{FF2B5EF4-FFF2-40B4-BE49-F238E27FC236}">
                    <ns2:creationId id="{321C3636-6BC2-674E-8FEE-3CD3F24042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9" name="直線コネクタ 728">
                <a:extLst>
                  <a:ext uri="{FF2B5EF4-FFF2-40B4-BE49-F238E27FC236}">
                    <ns2:creationId id="{C1067ED8-495B-BDE3-4811-2950A83028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直線コネクタ 729">
                <a:extLst>
                  <a:ext uri="{FF2B5EF4-FFF2-40B4-BE49-F238E27FC236}">
                    <ns2:creationId id="{E52BCFA5-2453-20A6-6E12-2D5B9AB3E1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1" name="直線コネクタ 730">
                <a:extLst>
                  <a:ext uri="{FF2B5EF4-FFF2-40B4-BE49-F238E27FC236}">
                    <ns2:creationId id="{394CF16A-CBCD-0003-59A6-5ED19BD18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2" name="直線コネクタ 731">
                <a:extLst>
                  <a:ext uri="{FF2B5EF4-FFF2-40B4-BE49-F238E27FC236}">
                    <ns2:creationId id="{4BDBB186-4588-8766-465C-5FE4E5198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直線コネクタ 732">
                <a:extLst>
                  <a:ext uri="{FF2B5EF4-FFF2-40B4-BE49-F238E27FC236}">
                    <ns2:creationId id="{3D8DFDEF-CE22-F5A7-EC3E-FBCF10D951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4" name="直線コネクタ 733">
                <a:extLst>
                  <a:ext uri="{FF2B5EF4-FFF2-40B4-BE49-F238E27FC236}">
                    <ns2:creationId id="{0148FAF8-D97F-E4EA-5685-09510ACA3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直線コネクタ 734">
                <a:extLst>
                  <a:ext uri="{FF2B5EF4-FFF2-40B4-BE49-F238E27FC236}">
                    <ns2:creationId id="{9695C09E-AA7F-1330-D6CA-17E8355FA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直線コネクタ 735">
                <a:extLst>
                  <a:ext uri="{FF2B5EF4-FFF2-40B4-BE49-F238E27FC236}">
                    <ns2:creationId id="{82033C9C-30D6-D609-2CD9-F6AB2DDDB5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直線コネクタ 736">
                <a:extLst>
                  <a:ext uri="{FF2B5EF4-FFF2-40B4-BE49-F238E27FC236}">
                    <ns2:creationId id="{69A1A04A-0D27-FC78-C351-2EF27A4119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8" name="直線コネクタ 737">
                <a:extLst>
                  <a:ext uri="{FF2B5EF4-FFF2-40B4-BE49-F238E27FC236}">
                    <ns2:creationId id="{0CEBFF3C-E8B2-5CFC-6B5E-D7F7FA0E6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直線コネクタ 738">
                <a:extLst>
                  <a:ext uri="{FF2B5EF4-FFF2-40B4-BE49-F238E27FC236}">
                    <ns2:creationId id="{46AB6E35-78F2-9D85-4B0D-B25D9A98C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0" name="直線コネクタ 739">
                <a:extLst>
                  <a:ext uri="{FF2B5EF4-FFF2-40B4-BE49-F238E27FC236}">
                    <ns2:creationId id="{9F266DF5-24E3-3840-0A32-F98734E8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1" name="直線コネクタ 740">
                <a:extLst>
                  <a:ext uri="{FF2B5EF4-FFF2-40B4-BE49-F238E27FC236}">
                    <ns2:creationId id="{40C92ADB-A8D6-5F88-0CEB-887DA5A688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直線コネクタ 741">
                <a:extLst>
                  <a:ext uri="{FF2B5EF4-FFF2-40B4-BE49-F238E27FC236}">
                    <ns2:creationId id="{2DDC0B51-41C1-B69A-BF1E-B05DF4B3C7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ns2:creationId id="{0233F4E3-87F8-040B-ADDA-7AE981EBB2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ns2:creationId id="{64971C0C-B08E-AA9B-FDFA-3A3E6CBDE7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5" name="直線コネクタ 744">
                <a:extLst>
                  <a:ext uri="{FF2B5EF4-FFF2-40B4-BE49-F238E27FC236}">
                    <ns2:creationId id="{FBF78606-A531-B1DE-6D03-2E795C42F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直線コネクタ 745">
                <a:extLst>
                  <a:ext uri="{FF2B5EF4-FFF2-40B4-BE49-F238E27FC236}">
                    <ns2:creationId id="{2283FF64-91B0-BA48-A064-A873C413A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直線コネクタ 746">
                <a:extLst>
                  <a:ext uri="{FF2B5EF4-FFF2-40B4-BE49-F238E27FC236}">
                    <ns2:creationId id="{AE485A78-3888-4D67-1F97-FDA8EAF49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8" name="直線コネクタ 747">
                <a:extLst>
                  <a:ext uri="{FF2B5EF4-FFF2-40B4-BE49-F238E27FC236}">
                    <ns2:creationId id="{3E5695E0-4D86-6F60-7181-29A2F98A2E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直線コネクタ 748">
                <a:extLst>
                  <a:ext uri="{FF2B5EF4-FFF2-40B4-BE49-F238E27FC236}">
                    <ns2:creationId id="{CB46F2DC-5506-ED05-2723-9C25698DC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0" name="直線コネクタ 749">
                <a:extLst>
                  <a:ext uri="{FF2B5EF4-FFF2-40B4-BE49-F238E27FC236}">
                    <ns2:creationId id="{731B2AFE-57F9-37FA-392D-D19BDE2DB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1" name="直線コネクタ 750">
                <a:extLst>
                  <a:ext uri="{FF2B5EF4-FFF2-40B4-BE49-F238E27FC236}">
                    <ns2:creationId id="{097469C2-E05D-DE76-F6F2-6A9B736342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2" name="直線コネクタ 751">
                <a:extLst>
                  <a:ext uri="{FF2B5EF4-FFF2-40B4-BE49-F238E27FC236}">
                    <ns2:creationId id="{7F14BB7C-7B78-8194-D8E9-A92AAFD25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3" name="直線コネクタ 752">
                <a:extLst>
                  <a:ext uri="{FF2B5EF4-FFF2-40B4-BE49-F238E27FC236}">
                    <ns2:creationId id="{B05DF200-0379-2D0D-1348-03E8D78BBC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4" name="直線コネクタ 753">
                <a:extLst>
                  <a:ext uri="{FF2B5EF4-FFF2-40B4-BE49-F238E27FC236}">
                    <ns2:creationId id="{5E92821C-E628-39B3-24AD-9CA6769E5D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5" name="直線コネクタ 754">
                <a:extLst>
                  <a:ext uri="{FF2B5EF4-FFF2-40B4-BE49-F238E27FC236}">
                    <ns2:creationId id="{DCFC2A2B-6F9D-6FCC-65CD-3ADC88EA7E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直線コネクタ 755">
                <a:extLst>
                  <a:ext uri="{FF2B5EF4-FFF2-40B4-BE49-F238E27FC236}">
                    <ns2:creationId id="{69852DBD-104F-EB32-22C7-1FED17E015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直線コネクタ 757">
                <a:extLst>
                  <a:ext uri="{FF2B5EF4-FFF2-40B4-BE49-F238E27FC236}">
                    <ns2:creationId id="{DA773D29-6708-5B94-5BA0-576BE3B497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9" name="直線コネクタ 758">
                <a:extLst>
                  <a:ext uri="{FF2B5EF4-FFF2-40B4-BE49-F238E27FC236}">
                    <ns2:creationId id="{FD88660A-6CB2-AD69-7139-6285149FB9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直線コネクタ 759">
                <a:extLst>
                  <a:ext uri="{FF2B5EF4-FFF2-40B4-BE49-F238E27FC236}">
                    <ns2:creationId id="{811E83EC-6D89-541D-3D79-E991CDFE64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直線コネクタ 760">
                <a:extLst>
                  <a:ext uri="{FF2B5EF4-FFF2-40B4-BE49-F238E27FC236}">
                    <ns2:creationId id="{DF71EFFE-28B1-D27C-69AA-AFF2F91A1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2" name="直線コネクタ 761">
                <a:extLst>
                  <a:ext uri="{FF2B5EF4-FFF2-40B4-BE49-F238E27FC236}">
                    <ns2:creationId id="{584057D4-A4D9-37DE-24EE-CBEF23F49C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3" name="直線コネクタ 762">
                <a:extLst>
                  <a:ext uri="{FF2B5EF4-FFF2-40B4-BE49-F238E27FC236}">
                    <ns2:creationId id="{C6504F1C-8F79-FB6A-9D66-1F0E1F0FF9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4" name="直線コネクタ 763">
                <a:extLst>
                  <a:ext uri="{FF2B5EF4-FFF2-40B4-BE49-F238E27FC236}">
                    <ns2:creationId id="{5B95E569-9FFD-FF3B-E058-0EDD24632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直線コネクタ 764">
                <a:extLst>
                  <a:ext uri="{FF2B5EF4-FFF2-40B4-BE49-F238E27FC236}">
                    <ns2:creationId id="{D27F4CB7-17D0-B297-97AE-6FDDECEAB3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6" name="直線コネクタ 765">
                <a:extLst>
                  <a:ext uri="{FF2B5EF4-FFF2-40B4-BE49-F238E27FC236}">
                    <ns2:creationId id="{D99193A1-6B54-B59C-8673-8853B2870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7" name="直線コネクタ 766">
                <a:extLst>
                  <a:ext uri="{FF2B5EF4-FFF2-40B4-BE49-F238E27FC236}">
                    <ns2:creationId id="{D332EDD4-C433-5A85-7DE4-0136AD6AD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直線コネクタ 767">
                <a:extLst>
                  <a:ext uri="{FF2B5EF4-FFF2-40B4-BE49-F238E27FC236}">
                    <ns2:creationId id="{BDABB24C-BFF8-F182-C082-1A36B8FCDE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9" name="直線コネクタ 768">
                <a:extLst>
                  <a:ext uri="{FF2B5EF4-FFF2-40B4-BE49-F238E27FC236}">
                    <ns2:creationId id="{C87149F5-9A62-4237-48EF-72BCBA95AB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0" name="直線コネクタ 769">
                <a:extLst>
                  <a:ext uri="{FF2B5EF4-FFF2-40B4-BE49-F238E27FC236}">
                    <ns2:creationId id="{7B193924-B86E-5E26-65EC-CB6F3ADAB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直線コネクタ 770">
                <a:extLst>
                  <a:ext uri="{FF2B5EF4-FFF2-40B4-BE49-F238E27FC236}">
                    <ns2:creationId id="{5F5293C0-8848-806A-7CA3-9FB37699DA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2" name="直線コネクタ 771">
                <a:extLst>
                  <a:ext uri="{FF2B5EF4-FFF2-40B4-BE49-F238E27FC236}">
                    <ns2:creationId id="{F198F7A7-3505-D673-AB98-3187A000F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3" name="直線コネクタ 772">
                <a:extLst>
                  <a:ext uri="{FF2B5EF4-FFF2-40B4-BE49-F238E27FC236}">
                    <ns2:creationId id="{81909FC1-FBD1-5F06-5739-78B462378C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直線コネクタ 773">
                <a:extLst>
                  <a:ext uri="{FF2B5EF4-FFF2-40B4-BE49-F238E27FC236}">
                    <ns2:creationId id="{BFB40C4A-392B-BC54-7B36-C9B466C00F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5" name="直線コネクタ 774">
                <a:extLst>
                  <a:ext uri="{FF2B5EF4-FFF2-40B4-BE49-F238E27FC236}">
                    <ns2:creationId id="{33CC914B-D621-F156-7A61-1CD6D0D8BC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6" name="直線コネクタ 775">
                <a:extLst>
                  <a:ext uri="{FF2B5EF4-FFF2-40B4-BE49-F238E27FC236}">
                    <ns2:creationId id="{049E3877-65F7-7242-797A-A15DC659D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7" name="直線コネクタ 776">
                <a:extLst>
                  <a:ext uri="{FF2B5EF4-FFF2-40B4-BE49-F238E27FC236}">
                    <ns2:creationId id="{9E66FEB3-7F82-A9FF-25DC-B134FF4C7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8" name="直線コネクタ 777">
                <a:extLst>
                  <a:ext uri="{FF2B5EF4-FFF2-40B4-BE49-F238E27FC236}">
                    <ns2:creationId id="{AB7F3B17-0E33-EC46-9BA2-1094B5781A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9" name="直線コネクタ 778">
                <a:extLst>
                  <a:ext uri="{FF2B5EF4-FFF2-40B4-BE49-F238E27FC236}">
                    <ns2:creationId id="{385A58B2-EEA3-9362-8075-AB03A7253A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0" name="直線コネクタ 779">
                <a:extLst>
                  <a:ext uri="{FF2B5EF4-FFF2-40B4-BE49-F238E27FC236}">
                    <ns2:creationId id="{C3C0916B-ADB1-F444-BCEF-ADDEED4F9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1" name="直線コネクタ 780">
                <a:extLst>
                  <a:ext uri="{FF2B5EF4-FFF2-40B4-BE49-F238E27FC236}">
                    <ns2:creationId id="{33B98386-1592-FB50-C4F5-4B46EF8BBA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2" name="直線コネクタ 781">
                <a:extLst>
                  <a:ext uri="{FF2B5EF4-FFF2-40B4-BE49-F238E27FC236}">
                    <ns2:creationId id="{63E37B87-A04F-CADA-3639-5927C62E93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3" name="直線コネクタ 782">
                <a:extLst>
                  <a:ext uri="{FF2B5EF4-FFF2-40B4-BE49-F238E27FC236}">
                    <ns2:creationId id="{30D1661C-4BB4-5955-BFDA-78E37ED5E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4" name="直線コネクタ 783">
                <a:extLst>
                  <a:ext uri="{FF2B5EF4-FFF2-40B4-BE49-F238E27FC236}">
                    <ns2:creationId id="{5A7EAF78-2C3E-FFBE-16DA-8DF6C666E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5" name="直線コネクタ 784">
                <a:extLst>
                  <a:ext uri="{FF2B5EF4-FFF2-40B4-BE49-F238E27FC236}">
                    <ns2:creationId id="{B0C8394B-2B82-2C0C-93D0-08A75D22F5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コネクタ 785">
                <a:extLst>
                  <a:ext uri="{FF2B5EF4-FFF2-40B4-BE49-F238E27FC236}">
                    <ns2:creationId id="{0C209D49-7EB0-E951-2BB6-0376AA18CE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コネクタ 786">
                <a:extLst>
                  <a:ext uri="{FF2B5EF4-FFF2-40B4-BE49-F238E27FC236}">
                    <ns2:creationId id="{BA1CEC99-9E08-1720-6023-2F6259F9F3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8" name="直線コネクタ 787">
                <a:extLst>
                  <a:ext uri="{FF2B5EF4-FFF2-40B4-BE49-F238E27FC236}">
                    <ns2:creationId id="{3ADA908F-389B-9CF0-963D-E505E9CA9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直線コネクタ 788">
                <a:extLst>
                  <a:ext uri="{FF2B5EF4-FFF2-40B4-BE49-F238E27FC236}">
                    <ns2:creationId id="{9C60EF83-8DDA-3FFE-FA27-DE363DB784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0" name="直線コネクタ 789">
                <a:extLst>
                  <a:ext uri="{FF2B5EF4-FFF2-40B4-BE49-F238E27FC236}">
                    <ns2:creationId id="{A2316453-5095-1EB9-48F7-85D589BF5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直線コネクタ 790">
                <a:extLst>
                  <a:ext uri="{FF2B5EF4-FFF2-40B4-BE49-F238E27FC236}">
                    <ns2:creationId id="{585197AD-42FA-83DE-BFC8-FC092152F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7" name="正方形/長方形 1416">
                <a:extLst>
                  <a:ext uri="{FF2B5EF4-FFF2-40B4-BE49-F238E27FC236}">
                    <ns2:creationId id="{3D20D0CE-DFB6-3B49-3941-A8CBBE284BCE}"/>
                  </a:ext>
                </a:extLst>
              </p:cNvPr>
              <p:cNvSpPr/>
              <p:nvPr/>
            </p:nvSpPr>
            <p:spPr>
              <a:xfrm>
                <a:off x="7314115" y="3348404"/>
                <a:ext cx="720000" cy="2960321"/>
              </a:xfrm>
              <a:prstGeom prst="rect">
                <a:avLst/>
              </a:prstGeom>
              <a:solidFill>
                <a:schemeClr val="bg2">
                  <a:lumMod val="90000"/>
                  <a:alpha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3:creationId val="3432766378"/>
      </p:ext>
    </p:extLst>
  </p:cSld>
  <p:clrMapOvr>
    <a:masterClrMapping/>
  </p:clrMapOvr>
</p:sld>
</file>

<file path=ppt/slides/slide2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C78647-48EF-6243-51C4-B7E63FBAB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DC8E2F-E87F-74A1-BC92-D7467CACDD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12D95E-AD13-4155-3A30-FC1752F9DD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『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5F1E6C0D-DF6D-8065-C15C-9BAA40D530F9}"/>
              </a:ext>
            </a:extLst>
          </p:cNvPr>
          <p:cNvGrpSpPr/>
          <p:nvPr/>
        </p:nvGrpSpPr>
        <p:grpSpPr>
          <a:xfrm>
            <a:off x="334963" y="1642238"/>
            <a:ext cx="11522075" cy="1683191"/>
            <a:chOff x="334963" y="1642238"/>
            <a:chExt cx="11522075" cy="1683191"/>
          </a:xfrm>
        </p:grpSpPr>
        <p:sp>
          <p:nvSpPr>
            <p:cNvPr id="12" name="Freeform 5">
              <a:extLst>
                <a:ext uri="{FF2B5EF4-FFF2-40B4-BE49-F238E27FC236}">
                  <ns2:creationId id="{3B089D55-52A0-904D-8298-7E7CB75592A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8204727" y="2013484"/>
              <a:ext cx="3652311" cy="308699"/>
            </a:xfrm>
            <a:prstGeom prst="chevron">
              <a:avLst/>
            </a:prstGeom>
            <a:solidFill>
              <a:srgbClr val="008000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marL="360363"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Freeform 5">
              <a:extLst>
                <a:ext uri="{FF2B5EF4-FFF2-40B4-BE49-F238E27FC236}">
                  <ns2:creationId id="{5A0C0CA3-D1FB-3D85-25AA-22DC1F0456C7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228700" y="2013484"/>
              <a:ext cx="5066990" cy="308699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Freeform 5">
              <a:extLst>
                <a:ext uri="{FF2B5EF4-FFF2-40B4-BE49-F238E27FC236}">
                  <ns2:creationId id="{C65D62E3-A5ED-9185-0AFA-1ADEBDB1DC93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4963" y="2013484"/>
              <a:ext cx="2984701" cy="308699"/>
            </a:xfrm>
            <a:prstGeom prst="homePlate">
              <a:avLst/>
            </a:prstGeom>
            <a:solidFill>
              <a:srgbClr val="008000">
                <a:alpha val="50196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5">
              <a:extLst>
                <a:ext uri="{FF2B5EF4-FFF2-40B4-BE49-F238E27FC236}">
                  <ns2:creationId id="{FCC71705-954E-B1C6-AE14-2F1E7B99F35A}"/>
                </a:ext>
              </a:extLst>
            </p:cNvPr>
            <p:cNvSpPr/>
            <p:nvPr/>
          </p:nvSpPr>
          <p:spPr>
            <a:xfrm>
              <a:off x="334964" y="1642238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" name="グラフィックス 12" descr="署名 単色塗りつぶし">
              <a:extLst>
                <a:ext uri="{FF2B5EF4-FFF2-40B4-BE49-F238E27FC236}">
                  <ns2:creationId id="{9058E6AA-2013-68EE-D26E-04F80D555A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9353699" y="2013485"/>
              <a:ext cx="308699" cy="308699"/>
            </a:xfrm>
            <a:prstGeom prst="rect">
              <a:avLst/>
            </a:prstGeom>
          </p:spPr>
        </p:pic>
        <p:pic>
          <p:nvPicPr>
            <p:cNvPr id="16" name="グラフィックス 15" descr="拡大鏡 単色塗りつぶし">
              <a:extLst>
                <a:ext uri="{FF2B5EF4-FFF2-40B4-BE49-F238E27FC236}">
                  <ns2:creationId id="{904637B0-1A04-5D07-B690-8164CEE46C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4914813" y="2013485"/>
              <a:ext cx="308699" cy="308699"/>
            </a:xfrm>
            <a:prstGeom prst="rect">
              <a:avLst/>
            </a:prstGeom>
          </p:spPr>
        </p:pic>
        <p:pic>
          <p:nvPicPr>
            <p:cNvPr id="19" name="グラフィックス 18" descr="メガホン 1 単色塗りつぶし">
              <a:extLst>
                <a:ext uri="{FF2B5EF4-FFF2-40B4-BE49-F238E27FC236}">
                  <ns2:creationId id="{CF82FB7E-AD82-8AD4-12EB-CF72DE1F8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65214" y="2013485"/>
              <a:ext cx="308699" cy="308699"/>
            </a:xfrm>
            <a:prstGeom prst="rect">
              <a:avLst/>
            </a:prstGeom>
          </p:spPr>
        </p:pic>
        <p:sp>
          <p:nvSpPr>
            <p:cNvPr id="10" name="テキスト ボックス 9">
              <a:extLst>
                <a:ext uri="{FF2B5EF4-FFF2-40B4-BE49-F238E27FC236}">
                  <ns2:creationId id="{B1D4C5B3-CBA8-3AF3-F354-BB07222E90D6}"/>
                </a:ext>
              </a:extLst>
            </p:cNvPr>
            <p:cNvSpPr txBox="1"/>
            <p:nvPr/>
          </p:nvSpPr>
          <p:spPr>
            <a:xfrm>
              <a:off x="563564" y="2324316"/>
              <a:ext cx="1224081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1823059-C2CE-1C5D-3CDD-A631C85E1AE8}"/>
                </a:ext>
              </a:extLst>
            </p:cNvPr>
            <p:cNvSpPr txBox="1"/>
            <p:nvPr/>
          </p:nvSpPr>
          <p:spPr>
            <a:xfrm>
              <a:off x="187221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FBC58DB4-4B37-416E-9666-357AD2917C0E}"/>
                </a:ext>
              </a:extLst>
            </p:cNvPr>
            <p:cNvSpPr txBox="1"/>
            <p:nvPr/>
          </p:nvSpPr>
          <p:spPr>
            <a:xfrm>
              <a:off x="263822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2832CCD5-ADB4-CD58-810D-ED739B66FC70}"/>
                </a:ext>
              </a:extLst>
            </p:cNvPr>
            <p:cNvSpPr txBox="1"/>
            <p:nvPr/>
          </p:nvSpPr>
          <p:spPr>
            <a:xfrm>
              <a:off x="3404235" y="2324316"/>
              <a:ext cx="889179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4A1CB2A1-D359-6C4D-9234-4D4D9EFAD6BD}"/>
                </a:ext>
              </a:extLst>
            </p:cNvPr>
            <p:cNvSpPr txBox="1"/>
            <p:nvPr/>
          </p:nvSpPr>
          <p:spPr>
            <a:xfrm>
              <a:off x="4377984" y="2324317"/>
              <a:ext cx="1050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C526A67E-43AA-36A9-7F2F-BF42376209A7}"/>
                </a:ext>
              </a:extLst>
            </p:cNvPr>
            <p:cNvSpPr txBox="1"/>
            <p:nvPr/>
          </p:nvSpPr>
          <p:spPr>
            <a:xfrm>
              <a:off x="5620902" y="2324317"/>
              <a:ext cx="122408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7B175FA0-96A5-2A51-D116-DD90783212B3}"/>
                </a:ext>
              </a:extLst>
            </p:cNvPr>
            <p:cNvSpPr txBox="1"/>
            <p:nvPr/>
          </p:nvSpPr>
          <p:spPr>
            <a:xfrm>
              <a:off x="7012524" y="2324317"/>
              <a:ext cx="942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テキスト ボックス 36">
              <a:extLst>
                <a:ext uri="{FF2B5EF4-FFF2-40B4-BE49-F238E27FC236}">
                  <ns2:creationId id="{ECB12410-C942-7662-DD8E-CF9DA6803C04}"/>
                </a:ext>
              </a:extLst>
            </p:cNvPr>
            <p:cNvSpPr txBox="1"/>
            <p:nvPr/>
          </p:nvSpPr>
          <p:spPr>
            <a:xfrm>
              <a:off x="8437550" y="2324317"/>
              <a:ext cx="201841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F698EA92-243A-E89A-6C4A-57FFD7630779}"/>
                </a:ext>
              </a:extLst>
            </p:cNvPr>
            <p:cNvSpPr txBox="1"/>
            <p:nvPr/>
          </p:nvSpPr>
          <p:spPr>
            <a:xfrm>
              <a:off x="10455962" y="2324317"/>
              <a:ext cx="140107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71527656-CDFD-B834-1A81-EAFB9F3ECFD5}"/>
                </a:ext>
              </a:extLst>
            </p:cNvPr>
            <p:cNvSpPr txBox="1"/>
            <p:nvPr/>
          </p:nvSpPr>
          <p:spPr>
            <a:xfrm>
              <a:off x="563564" y="2693449"/>
              <a:ext cx="1224081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D593EAFB-B661-E1A3-478B-2A49AB381D34}"/>
                </a:ext>
              </a:extLst>
            </p:cNvPr>
            <p:cNvSpPr txBox="1"/>
            <p:nvPr/>
          </p:nvSpPr>
          <p:spPr>
            <a:xfrm>
              <a:off x="187221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3C07AE50-D783-12F6-4740-97C2C4EA436F}"/>
                </a:ext>
              </a:extLst>
            </p:cNvPr>
            <p:cNvSpPr txBox="1"/>
            <p:nvPr/>
          </p:nvSpPr>
          <p:spPr>
            <a:xfrm>
              <a:off x="263822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F7C353B3-63D1-40E4-EBD5-A61885F49225}"/>
                </a:ext>
              </a:extLst>
            </p:cNvPr>
            <p:cNvSpPr txBox="1"/>
            <p:nvPr/>
          </p:nvSpPr>
          <p:spPr>
            <a:xfrm>
              <a:off x="3404235" y="2693449"/>
              <a:ext cx="889179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8412C1F6-B40C-EA2A-5C8D-9970DDF0CF75}"/>
                </a:ext>
              </a:extLst>
            </p:cNvPr>
            <p:cNvSpPr txBox="1"/>
            <p:nvPr/>
          </p:nvSpPr>
          <p:spPr>
            <a:xfrm>
              <a:off x="4377984" y="2693449"/>
              <a:ext cx="1050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2AA7ABC7-E651-04B7-24E2-ABFA0214C7CE}"/>
                </a:ext>
              </a:extLst>
            </p:cNvPr>
            <p:cNvSpPr txBox="1"/>
            <p:nvPr/>
          </p:nvSpPr>
          <p:spPr>
            <a:xfrm>
              <a:off x="5620901" y="2693449"/>
              <a:ext cx="122408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E779494B-AC32-C01E-36D4-4603A7E40A80}"/>
                </a:ext>
              </a:extLst>
            </p:cNvPr>
            <p:cNvSpPr txBox="1"/>
            <p:nvPr/>
          </p:nvSpPr>
          <p:spPr>
            <a:xfrm>
              <a:off x="7012524" y="2693449"/>
              <a:ext cx="942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57B5E540-2066-C05A-10E3-A9E77A22B9F4}"/>
                </a:ext>
              </a:extLst>
            </p:cNvPr>
            <p:cNvSpPr txBox="1"/>
            <p:nvPr/>
          </p:nvSpPr>
          <p:spPr>
            <a:xfrm>
              <a:off x="8437550" y="2693449"/>
              <a:ext cx="201841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AE2E00EB-900B-0869-03A3-6C66EFF27980}"/>
                </a:ext>
              </a:extLst>
            </p:cNvPr>
            <p:cNvSpPr txBox="1"/>
            <p:nvPr/>
          </p:nvSpPr>
          <p:spPr>
            <a:xfrm>
              <a:off x="10455962" y="2693449"/>
              <a:ext cx="140107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直線矢印コネクタ 58">
              <a:extLst>
                <a:ext uri="{FF2B5EF4-FFF2-40B4-BE49-F238E27FC236}">
                  <ns2:creationId id="{1BDE3DE4-86BC-E617-2C9B-BC9950965BEC}"/>
                </a:ext>
              </a:extLst>
            </p:cNvPr>
            <p:cNvCxnSpPr/>
            <p:nvPr/>
          </p:nvCxnSpPr>
          <p:spPr>
            <a:xfrm>
              <a:off x="334964" y="2670395"/>
              <a:ext cx="11522074" cy="0"/>
            </a:xfrm>
            <a:prstGeom prst="straightConnector1">
              <a:avLst/>
            </a:prstGeom>
            <a:ln w="38100">
              <a:gradFill flip="none" rotWithShape="1">
                <a:gsLst>
                  <a:gs pos="73400">
                    <a:srgbClr val="008000">
                      <a:alpha val="60000"/>
                    </a:srgbClr>
                  </a:gs>
                  <a:gs pos="0">
                    <a:srgbClr val="008000">
                      <a:alpha val="9000"/>
                    </a:srgbClr>
                  </a:gs>
                  <a:gs pos="100000">
                    <a:srgbClr val="008000">
                      <a:alpha val="80000"/>
                    </a:srgbClr>
                  </a:gs>
                </a:gsLst>
                <a:lin ang="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フローチャート: 結合子 61">
              <a:extLst>
                <a:ext uri="{FF2B5EF4-FFF2-40B4-BE49-F238E27FC236}">
                  <ns2:creationId id="{E5675D01-7A19-465F-9EDA-5F46631944FE}"/>
                </a:ext>
              </a:extLst>
            </p:cNvPr>
            <p:cNvSpPr/>
            <p:nvPr/>
          </p:nvSpPr>
          <p:spPr>
            <a:xfrm>
              <a:off x="45556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フローチャート: 結合子 63">
              <a:extLst>
                <a:ext uri="{FF2B5EF4-FFF2-40B4-BE49-F238E27FC236}">
                  <ns2:creationId id="{199B7049-5B10-6FC3-B0A8-82EAAB2CC3F3}"/>
                </a:ext>
              </a:extLst>
            </p:cNvPr>
            <p:cNvSpPr/>
            <p:nvPr/>
          </p:nvSpPr>
          <p:spPr>
            <a:xfrm>
              <a:off x="253022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フローチャート: 結合子 65">
              <a:extLst>
                <a:ext uri="{FF2B5EF4-FFF2-40B4-BE49-F238E27FC236}">
                  <ns2:creationId id="{CF9E31D5-4FD3-6AE7-B19E-A3ABA24D37EC}"/>
                </a:ext>
              </a:extLst>
            </p:cNvPr>
            <p:cNvSpPr/>
            <p:nvPr/>
          </p:nvSpPr>
          <p:spPr>
            <a:xfrm>
              <a:off x="329623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結合子 67">
              <a:extLst>
                <a:ext uri="{FF2B5EF4-FFF2-40B4-BE49-F238E27FC236}">
                  <ns2:creationId id="{6C5B3049-EE0A-1A68-151E-6BC03FEEFC95}"/>
                </a:ext>
              </a:extLst>
            </p:cNvPr>
            <p:cNvSpPr/>
            <p:nvPr/>
          </p:nvSpPr>
          <p:spPr>
            <a:xfrm>
              <a:off x="426998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フローチャート: 結合子 69">
              <a:extLst>
                <a:ext uri="{FF2B5EF4-FFF2-40B4-BE49-F238E27FC236}">
                  <ns2:creationId id="{86C9F087-1BB8-7B2C-4622-CD7481C85B9C}"/>
                </a:ext>
              </a:extLst>
            </p:cNvPr>
            <p:cNvSpPr/>
            <p:nvPr/>
          </p:nvSpPr>
          <p:spPr>
            <a:xfrm>
              <a:off x="551290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6E6AC96D-3958-B175-8B30-D1651D2F6127}"/>
                </a:ext>
              </a:extLst>
            </p:cNvPr>
            <p:cNvSpPr/>
            <p:nvPr/>
          </p:nvSpPr>
          <p:spPr>
            <a:xfrm>
              <a:off x="690452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フローチャート: 結合子 73">
              <a:extLst>
                <a:ext uri="{FF2B5EF4-FFF2-40B4-BE49-F238E27FC236}">
                  <ns2:creationId id="{1EA8E93B-45A2-58E1-40E2-5CF80C3AD326}"/>
                </a:ext>
              </a:extLst>
            </p:cNvPr>
            <p:cNvSpPr/>
            <p:nvPr/>
          </p:nvSpPr>
          <p:spPr>
            <a:xfrm>
              <a:off x="832955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フローチャート: 結合子 75">
              <a:extLst>
                <a:ext uri="{FF2B5EF4-FFF2-40B4-BE49-F238E27FC236}">
                  <ns2:creationId id="{110E93C0-F3FA-A48D-4622-C3ACC31D93F1}"/>
                </a:ext>
              </a:extLst>
            </p:cNvPr>
            <p:cNvSpPr/>
            <p:nvPr/>
          </p:nvSpPr>
          <p:spPr>
            <a:xfrm>
              <a:off x="10347962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96ECB92D-6351-14E7-1E8C-5DA52CC8AA9E}"/>
                </a:ext>
              </a:extLst>
            </p:cNvPr>
            <p:cNvSpPr/>
            <p:nvPr/>
          </p:nvSpPr>
          <p:spPr>
            <a:xfrm>
              <a:off x="176421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80CEB71A-FC73-63EE-2372-5910DE960056}"/>
              </a:ext>
            </a:extLst>
          </p:cNvPr>
          <p:cNvGrpSpPr/>
          <p:nvPr/>
        </p:nvGrpSpPr>
        <p:grpSpPr>
          <a:xfrm>
            <a:off x="334964" y="3463609"/>
            <a:ext cx="11522076" cy="2845117"/>
            <a:chOff x="334964" y="3463609"/>
            <a:chExt cx="11522076" cy="2845117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8167A5D7-357E-3239-0EF8-B8D378E8FD9B}"/>
                </a:ext>
              </a:extLst>
            </p:cNvPr>
            <p:cNvSpPr/>
            <p:nvPr/>
          </p:nvSpPr>
          <p:spPr>
            <a:xfrm>
              <a:off x="334964" y="3463609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31181B4-874D-5B60-F8A6-A49D3D83AD38}"/>
                </a:ext>
              </a:extLst>
            </p:cNvPr>
            <p:cNvSpPr/>
            <p:nvPr/>
          </p:nvSpPr>
          <p:spPr>
            <a:xfrm>
              <a:off x="334964" y="3778216"/>
              <a:ext cx="1452681" cy="2961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6EE78D-AE1A-0614-644A-2A25EED9ACDC}"/>
                </a:ext>
              </a:extLst>
            </p:cNvPr>
            <p:cNvSpPr/>
            <p:nvPr/>
          </p:nvSpPr>
          <p:spPr>
            <a:xfrm>
              <a:off x="334964" y="4121020"/>
              <a:ext cx="1452681" cy="41724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ACFBA521-67F5-EDFA-827C-CF7227C536F6}"/>
                </a:ext>
              </a:extLst>
            </p:cNvPr>
            <p:cNvSpPr/>
            <p:nvPr/>
          </p:nvSpPr>
          <p:spPr>
            <a:xfrm>
              <a:off x="334964" y="4584904"/>
              <a:ext cx="1452681" cy="6813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A9FDD32-0AE1-5484-8701-F84D1BAE5E98}"/>
                </a:ext>
              </a:extLst>
            </p:cNvPr>
            <p:cNvSpPr/>
            <p:nvPr/>
          </p:nvSpPr>
          <p:spPr>
            <a:xfrm>
              <a:off x="334964" y="5312908"/>
              <a:ext cx="1452681" cy="65078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1E64FB0D-DD01-A810-38B1-9B89DD97FDD5}"/>
                </a:ext>
              </a:extLst>
            </p:cNvPr>
            <p:cNvSpPr/>
            <p:nvPr/>
          </p:nvSpPr>
          <p:spPr>
            <a:xfrm>
              <a:off x="334964" y="6010333"/>
              <a:ext cx="1452681" cy="298393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00" name="直線矢印コネクタ 99">
              <a:extLst>
                <a:ext uri="{FF2B5EF4-FFF2-40B4-BE49-F238E27FC236}">
                  <ns2:creationId id="{FF5118C5-8EBD-5DF9-805E-D06CAE6B63E7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3990190"/>
              <a:ext cx="4104000" cy="0"/>
            </a:xfrm>
            <a:prstGeom prst="straightConnector1">
              <a:avLst/>
            </a:prstGeom>
            <a:ln w="38100">
              <a:solidFill>
                <a:srgbClr val="008000">
                  <a:alpha val="40000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矢印コネクタ 107">
              <a:extLst>
                <a:ext uri="{FF2B5EF4-FFF2-40B4-BE49-F238E27FC236}">
                  <ns2:creationId id="{C140D57F-C919-E7B2-CC83-8AA29BEC6C5B}"/>
                </a:ext>
              </a:extLst>
            </p:cNvPr>
            <p:cNvCxnSpPr>
              <a:cxnSpLocks/>
            </p:cNvCxnSpPr>
            <p:nvPr/>
          </p:nvCxnSpPr>
          <p:spPr>
            <a:xfrm>
              <a:off x="6013104" y="3990190"/>
              <a:ext cx="2487978" cy="0"/>
            </a:xfrm>
            <a:prstGeom prst="straightConnector1">
              <a:avLst/>
            </a:prstGeom>
            <a:ln w="38100">
              <a:solidFill>
                <a:srgbClr val="008000">
                  <a:alpha val="69804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矢印コネクタ 109">
              <a:extLst>
                <a:ext uri="{FF2B5EF4-FFF2-40B4-BE49-F238E27FC236}">
                  <ns2:creationId id="{272E5791-DC17-DBB7-543D-2791856D33F2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1" y="3990190"/>
              <a:ext cx="3297979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正方形/長方形 113">
              <a:extLst>
                <a:ext uri="{FF2B5EF4-FFF2-40B4-BE49-F238E27FC236}">
                  <ns2:creationId id="{41FA1ED4-A70C-7051-93E2-20E91265D1F4}"/>
                </a:ext>
              </a:extLst>
            </p:cNvPr>
            <p:cNvSpPr/>
            <p:nvPr/>
          </p:nvSpPr>
          <p:spPr>
            <a:xfrm>
              <a:off x="184714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0240F7C-F813-0701-5249-FECF40A9079F}"/>
                </a:ext>
              </a:extLst>
            </p:cNvPr>
            <p:cNvSpPr/>
            <p:nvPr/>
          </p:nvSpPr>
          <p:spPr>
            <a:xfrm>
              <a:off x="184714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2883CE9-1300-323A-A81E-BBB675459A1C}"/>
                </a:ext>
              </a:extLst>
            </p:cNvPr>
            <p:cNvSpPr/>
            <p:nvPr/>
          </p:nvSpPr>
          <p:spPr>
            <a:xfrm>
              <a:off x="184714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5E931D98-FC47-5EE4-9B95-07074FBC847E}"/>
                </a:ext>
              </a:extLst>
            </p:cNvPr>
            <p:cNvSpPr/>
            <p:nvPr/>
          </p:nvSpPr>
          <p:spPr>
            <a:xfrm>
              <a:off x="184714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1ABB0EE-5192-4804-9F2F-E4F63972F1E5}"/>
                </a:ext>
              </a:extLst>
            </p:cNvPr>
            <p:cNvSpPr/>
            <p:nvPr/>
          </p:nvSpPr>
          <p:spPr>
            <a:xfrm>
              <a:off x="3525126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3F36519-7A14-1BCF-A8B4-6AD8E9572093}"/>
                </a:ext>
              </a:extLst>
            </p:cNvPr>
            <p:cNvSpPr/>
            <p:nvPr/>
          </p:nvSpPr>
          <p:spPr>
            <a:xfrm>
              <a:off x="3525126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A3A4D3FA-5D6F-C4A3-29F6-E417B1900B58}"/>
                </a:ext>
              </a:extLst>
            </p:cNvPr>
            <p:cNvSpPr/>
            <p:nvPr/>
          </p:nvSpPr>
          <p:spPr>
            <a:xfrm>
              <a:off x="3525126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2BD668D-B061-C5E5-AE59-F7A85E1BF73E}"/>
                </a:ext>
              </a:extLst>
            </p:cNvPr>
            <p:cNvSpPr/>
            <p:nvPr/>
          </p:nvSpPr>
          <p:spPr>
            <a:xfrm>
              <a:off x="3525126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7CFE4387-E74E-7AC3-CBBF-79ACBD7F9E16}"/>
                </a:ext>
              </a:extLst>
            </p:cNvPr>
            <p:cNvSpPr/>
            <p:nvPr/>
          </p:nvSpPr>
          <p:spPr>
            <a:xfrm>
              <a:off x="5203104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8024AF9-14C4-79F9-C28E-D5F865C4508E}"/>
                </a:ext>
              </a:extLst>
            </p:cNvPr>
            <p:cNvSpPr/>
            <p:nvPr/>
          </p:nvSpPr>
          <p:spPr>
            <a:xfrm>
              <a:off x="5203104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BFA96D5-662F-5278-4B85-0600C9CE81EA}"/>
                </a:ext>
              </a:extLst>
            </p:cNvPr>
            <p:cNvSpPr/>
            <p:nvPr/>
          </p:nvSpPr>
          <p:spPr>
            <a:xfrm>
              <a:off x="5203104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61542878-A677-9CC3-BA8B-E0F41A9E3BCE}"/>
                </a:ext>
              </a:extLst>
            </p:cNvPr>
            <p:cNvSpPr/>
            <p:nvPr/>
          </p:nvSpPr>
          <p:spPr>
            <a:xfrm>
              <a:off x="5203104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A32B03E-DCE2-F3E4-93A5-A61A58668858}"/>
                </a:ext>
              </a:extLst>
            </p:cNvPr>
            <p:cNvSpPr/>
            <p:nvPr/>
          </p:nvSpPr>
          <p:spPr>
            <a:xfrm>
              <a:off x="6881082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2BF737C-8F8E-6B33-9829-167DD5BB09E7}"/>
                </a:ext>
              </a:extLst>
            </p:cNvPr>
            <p:cNvSpPr/>
            <p:nvPr/>
          </p:nvSpPr>
          <p:spPr>
            <a:xfrm>
              <a:off x="6881082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82D3672F-15F2-1775-9A43-F98E65A234C8}"/>
                </a:ext>
              </a:extLst>
            </p:cNvPr>
            <p:cNvSpPr/>
            <p:nvPr/>
          </p:nvSpPr>
          <p:spPr>
            <a:xfrm>
              <a:off x="6881082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E5C1CFD3-416A-1799-2BFB-3424CF24CD1A}"/>
                </a:ext>
              </a:extLst>
            </p:cNvPr>
            <p:cNvSpPr/>
            <p:nvPr/>
          </p:nvSpPr>
          <p:spPr>
            <a:xfrm>
              <a:off x="6881082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54243C03-44DC-FD04-024E-98F0360BCC59}"/>
                </a:ext>
              </a:extLst>
            </p:cNvPr>
            <p:cNvSpPr/>
            <p:nvPr/>
          </p:nvSpPr>
          <p:spPr>
            <a:xfrm>
              <a:off x="8559060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34220C4-7C73-AA3A-29FB-F8E5FD8A8B98}"/>
                </a:ext>
              </a:extLst>
            </p:cNvPr>
            <p:cNvSpPr/>
            <p:nvPr/>
          </p:nvSpPr>
          <p:spPr>
            <a:xfrm>
              <a:off x="8559060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9A1BA4C-93EF-8D92-8372-8810F79DD087}"/>
                </a:ext>
              </a:extLst>
            </p:cNvPr>
            <p:cNvSpPr/>
            <p:nvPr/>
          </p:nvSpPr>
          <p:spPr>
            <a:xfrm>
              <a:off x="8559060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F9325E3E-1871-E045-393B-55BDE0DBD428}"/>
                </a:ext>
              </a:extLst>
            </p:cNvPr>
            <p:cNvSpPr/>
            <p:nvPr/>
          </p:nvSpPr>
          <p:spPr>
            <a:xfrm>
              <a:off x="8559060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C01D91A-70D1-1FFB-650F-05ECF28BB5A1}"/>
                </a:ext>
              </a:extLst>
            </p:cNvPr>
            <p:cNvSpPr/>
            <p:nvPr/>
          </p:nvSpPr>
          <p:spPr>
            <a:xfrm>
              <a:off x="1023703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C5D0214D-85E3-180C-91A6-9AF9ED749FEF}"/>
                </a:ext>
              </a:extLst>
            </p:cNvPr>
            <p:cNvSpPr/>
            <p:nvPr/>
          </p:nvSpPr>
          <p:spPr>
            <a:xfrm>
              <a:off x="1023703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7999F9C7-DFD2-69E2-33BF-95F22290ED39}"/>
                </a:ext>
              </a:extLst>
            </p:cNvPr>
            <p:cNvSpPr/>
            <p:nvPr/>
          </p:nvSpPr>
          <p:spPr>
            <a:xfrm>
              <a:off x="1023703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8AC0F429-2926-1D71-CB74-69C46185430B}"/>
                </a:ext>
              </a:extLst>
            </p:cNvPr>
            <p:cNvSpPr/>
            <p:nvPr/>
          </p:nvSpPr>
          <p:spPr>
            <a:xfrm>
              <a:off x="1023703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4" name="直線コネクタ 163">
              <a:extLst>
                <a:ext uri="{FF2B5EF4-FFF2-40B4-BE49-F238E27FC236}">
                  <ns2:creationId id="{74FD831F-4233-D284-1642-CC1C40AB1531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7238F603-2E04-5CA4-E7C7-030B43A1EC7D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D6668B66-691B-3407-D701-BF818FF9BC30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18096512-862D-BCC0-AB2F-FD62DB3534BD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65DC118-3974-5FD3-145C-B19E74039174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F511DEB7-B957-36A6-BA57-F19D978B3015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A74FAE82-F825-4A80-87E5-0BD9B3F1DF02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DB1048-CAF3-2D53-9E40-E07EC2DA5720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668F838E-4E49-C356-B540-94958ABA75C9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EF2083D1-5B26-B3DC-E1D2-5EB530B95E75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03F9E094-0E54-C831-7908-F0B99693B9AE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9C63B024-5D8D-796D-98F2-FCDD87DC5FEF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37B83F94-259B-A7D4-BE04-28D86F7CA810}"/>
                </a:ext>
              </a:extLst>
            </p:cNvPr>
            <p:cNvSpPr txBox="1"/>
            <p:nvPr/>
          </p:nvSpPr>
          <p:spPr>
            <a:xfrm>
              <a:off x="1847148" y="3748411"/>
              <a:ext cx="4104000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A719E66B-75F4-E195-E0EE-D3A24643A9A6}"/>
                </a:ext>
              </a:extLst>
            </p:cNvPr>
            <p:cNvSpPr txBox="1"/>
            <p:nvPr/>
          </p:nvSpPr>
          <p:spPr>
            <a:xfrm>
              <a:off x="6013103" y="3748411"/>
              <a:ext cx="2487978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F5475C4A-6D79-148E-4579-3D8C40C1E636}"/>
                </a:ext>
              </a:extLst>
            </p:cNvPr>
            <p:cNvSpPr txBox="1"/>
            <p:nvPr/>
          </p:nvSpPr>
          <p:spPr>
            <a:xfrm>
              <a:off x="8559061" y="3748411"/>
              <a:ext cx="3297979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0" name="グラフィックス 189" descr="的中 単色塗りつぶし">
              <a:extLst>
                <a:ext uri="{FF2B5EF4-FFF2-40B4-BE49-F238E27FC236}">
                  <ns2:creationId id="{CCCB7B57-F629-A60B-8F51-8640825E61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3082249" y="4217887"/>
              <a:ext cx="308699" cy="308699"/>
            </a:xfrm>
            <a:prstGeom prst="rect">
              <a:avLst/>
            </a:prstGeom>
          </p:spPr>
        </p:pic>
        <p:pic>
          <p:nvPicPr>
            <p:cNvPr id="191" name="グラフィックス 190" descr="パズルのピース 単色塗りつぶし">
              <a:extLst>
                <a:ext uri="{FF2B5EF4-FFF2-40B4-BE49-F238E27FC236}">
                  <ns2:creationId id="{177CDB52-7C56-BB3D-0074-AEE773B544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rcRect/>
            <a:stretch/>
          </p:blipFill>
          <p:spPr>
            <a:xfrm>
              <a:off x="4836427" y="4217887"/>
              <a:ext cx="308699" cy="308699"/>
            </a:xfrm>
            <a:prstGeom prst="rect">
              <a:avLst/>
            </a:prstGeom>
          </p:spPr>
        </p:pic>
        <p:pic>
          <p:nvPicPr>
            <p:cNvPr id="192" name="グラフィックス 191" descr="チェックリスト 単色塗りつぶし">
              <a:extLst>
                <a:ext uri="{FF2B5EF4-FFF2-40B4-BE49-F238E27FC236}">
                  <ns2:creationId id="{25ACF579-4988-A9B4-652E-E3AE693CB1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rcRect/>
            <a:stretch/>
          </p:blipFill>
          <p:spPr>
            <a:xfrm>
              <a:off x="6466780" y="4217888"/>
              <a:ext cx="308699" cy="308699"/>
            </a:xfrm>
            <a:prstGeom prst="rect">
              <a:avLst/>
            </a:prstGeom>
          </p:spPr>
        </p:pic>
        <p:pic>
          <p:nvPicPr>
            <p:cNvPr id="193" name="グラフィックス 192" descr="地球: アジア 単色塗りつぶし">
              <a:extLst>
                <a:ext uri="{FF2B5EF4-FFF2-40B4-BE49-F238E27FC236}">
                  <ns2:creationId id="{C92C5FDE-6935-88B6-A28E-C3BA8AFA32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rcRect/>
            <a:stretch/>
          </p:blipFill>
          <p:spPr>
            <a:xfrm>
              <a:off x="8144758" y="4217887"/>
              <a:ext cx="308699" cy="308699"/>
            </a:xfrm>
            <a:prstGeom prst="rect">
              <a:avLst/>
            </a:prstGeom>
          </p:spPr>
        </p:pic>
        <p:pic>
          <p:nvPicPr>
            <p:cNvPr id="194" name="グラフィックス 193" descr="サーバー 単色塗りつぶし">
              <a:extLst>
                <a:ext uri="{FF2B5EF4-FFF2-40B4-BE49-F238E27FC236}">
                  <ns2:creationId id="{81D509DB-72D1-3C7A-9D49-C1D112D222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rcRect/>
            <a:stretch/>
          </p:blipFill>
          <p:spPr>
            <a:xfrm>
              <a:off x="9803686" y="4217888"/>
              <a:ext cx="308699" cy="308699"/>
            </a:xfrm>
            <a:prstGeom prst="rect">
              <a:avLst/>
            </a:prstGeom>
          </p:spPr>
        </p:pic>
        <p:pic>
          <p:nvPicPr>
            <p:cNvPr id="195" name="グラフィックス 194" descr="鉛筆 単色塗りつぶし">
              <a:extLst>
                <a:ext uri="{FF2B5EF4-FFF2-40B4-BE49-F238E27FC236}">
                  <ns2:creationId id="{D2894BD6-7F35-20E2-EB7B-7D73386870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rcRect/>
            <a:stretch/>
          </p:blipFill>
          <p:spPr>
            <a:xfrm>
              <a:off x="11491189" y="4217887"/>
              <a:ext cx="308699" cy="30869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16776759"/>
      </p:ext>
    </p:extLst>
  </p:cSld>
  <p:clrMapOvr>
    <a:masterClrMapping/>
  </p:clrMapOvr>
</p:sld>
</file>

<file path=ppt/slides/slide2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C5A82B4-2F37-B435-DA4B-402BB1ADD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A4ECB6-00C0-ED9C-715F-ECB5B9E463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39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4AE4B-C2F8-1F95-89FA-A4AFE23AAA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7344" y="914400"/>
            <a:ext cx="11519694" cy="537210"/>
          </a:xfrm>
        </p:spPr>
        <p:txBody>
          <a:bodyPr lIns="72000" tIns="36000" rIns="0" bIns="36000"/>
          <a:lstStyle/>
          <a:p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企業価値向上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DF3C6E3D-4A45-568B-5AC5-CC8711CBC411}"/>
              </a:ext>
            </a:extLst>
          </p:cNvPr>
          <p:cNvGrpSpPr/>
          <p:nvPr/>
        </p:nvGrpSpPr>
        <p:grpSpPr>
          <a:xfrm>
            <a:off x="331778" y="1635975"/>
            <a:ext cx="11536690" cy="4674143"/>
            <a:chOff x="331778" y="1635975"/>
            <a:chExt cx="11536690" cy="4674143"/>
          </a:xfrm>
        </p:grpSpPr>
        <p:sp>
          <p:nvSpPr>
            <p:cNvPr id="26" name="正方形/長方形 25">
              <a:extLst>
                <a:ext uri="{FF2B5EF4-FFF2-40B4-BE49-F238E27FC236}">
                  <ns2:creationId id="{721C259A-C3CA-5261-D830-FDED77C4C1B5}"/>
                </a:ext>
              </a:extLst>
            </p:cNvPr>
            <p:cNvSpPr/>
            <p:nvPr/>
          </p:nvSpPr>
          <p:spPr>
            <a:xfrm>
              <a:off x="340090" y="2580337"/>
              <a:ext cx="7020000" cy="337671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D1A44C8-46FF-ED1F-339C-D5603DDA0343}"/>
                </a:ext>
              </a:extLst>
            </p:cNvPr>
            <p:cNvSpPr/>
            <p:nvPr/>
          </p:nvSpPr>
          <p:spPr>
            <a:xfrm>
              <a:off x="339497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840E7620-7E9A-1216-7EB7-43A43148730D}"/>
                </a:ext>
              </a:extLst>
            </p:cNvPr>
            <p:cNvSpPr/>
            <p:nvPr/>
          </p:nvSpPr>
          <p:spPr>
            <a:xfrm>
              <a:off x="3941610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8D75CB5-0EA1-4105-B3CD-60CC850A901B}"/>
                </a:ext>
              </a:extLst>
            </p:cNvPr>
            <p:cNvSpPr/>
            <p:nvPr/>
          </p:nvSpPr>
          <p:spPr>
            <a:xfrm>
              <a:off x="339497" y="375169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Excel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28A781E-9785-534D-CE33-D086F73DC6AA}"/>
                </a:ext>
              </a:extLst>
            </p:cNvPr>
            <p:cNvSpPr/>
            <p:nvPr/>
          </p:nvSpPr>
          <p:spPr>
            <a:xfrm>
              <a:off x="339497" y="4632599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PDF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75E5C74F-3906-5772-5C74-9E6BA2783B97}"/>
                </a:ext>
              </a:extLst>
            </p:cNvPr>
            <p:cNvSpPr/>
            <p:nvPr/>
          </p:nvSpPr>
          <p:spPr>
            <a:xfrm>
              <a:off x="339497" y="551811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B36BAA88-B45D-5531-CFFD-6CA6185010F1}"/>
                </a:ext>
              </a:extLst>
            </p:cNvPr>
            <p:cNvSpPr/>
            <p:nvPr/>
          </p:nvSpPr>
          <p:spPr>
            <a:xfrm>
              <a:off x="3941610" y="375169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CFF723C4-704C-5BA3-6FC4-3698C21B0DCD}"/>
                </a:ext>
              </a:extLst>
            </p:cNvPr>
            <p:cNvSpPr/>
            <p:nvPr/>
          </p:nvSpPr>
          <p:spPr>
            <a:xfrm>
              <a:off x="3941610" y="4632599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ISO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2CF7A1C8-4B37-1379-AF35-DC3F6D05C7F1}"/>
                </a:ext>
              </a:extLst>
            </p:cNvPr>
            <p:cNvSpPr/>
            <p:nvPr/>
          </p:nvSpPr>
          <p:spPr>
            <a:xfrm>
              <a:off x="3941610" y="551811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EBED17E8-FA8E-3721-82DC-BB220938AB10}"/>
                </a:ext>
              </a:extLst>
            </p:cNvPr>
            <p:cNvGrpSpPr/>
            <p:nvPr/>
          </p:nvGrpSpPr>
          <p:grpSpPr>
            <a:xfrm>
              <a:off x="7529416" y="2745491"/>
              <a:ext cx="4288884" cy="1016021"/>
              <a:chOff x="7533898" y="2772383"/>
              <a:chExt cx="4288884" cy="1016021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B8A7ABC3-B969-1715-4E40-56825E58106C}"/>
                  </a:ext>
                </a:extLst>
              </p:cNvPr>
              <p:cNvSpPr/>
              <p:nvPr/>
            </p:nvSpPr>
            <p:spPr>
              <a:xfrm>
                <a:off x="7533898" y="277238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F4DD38BE-E6AA-E6C1-353B-FED394A3E877}"/>
                  </a:ext>
                </a:extLst>
              </p:cNvPr>
              <p:cNvSpPr/>
              <p:nvPr/>
            </p:nvSpPr>
            <p:spPr>
              <a:xfrm>
                <a:off x="7533899" y="299640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9B3F4A10-50F5-B3C2-D708-6449844C0B02}"/>
                </a:ext>
              </a:extLst>
            </p:cNvPr>
            <p:cNvGrpSpPr/>
            <p:nvPr/>
          </p:nvGrpSpPr>
          <p:grpSpPr>
            <a:xfrm>
              <a:off x="7529417" y="4000906"/>
              <a:ext cx="4288883" cy="1016021"/>
              <a:chOff x="7567821" y="4039098"/>
              <a:chExt cx="4288883" cy="1016021"/>
            </a:xfrm>
          </p:grpSpPr>
          <p:sp>
            <p:nvSpPr>
              <p:cNvPr id="55" name="四角形: 角を丸くする 54">
                <a:extLst>
                  <a:ext uri="{FF2B5EF4-FFF2-40B4-BE49-F238E27FC236}">
                    <ns2:creationId id="{30DDB2D3-CEB9-3679-C257-49EF0B3D92CC}"/>
                  </a:ext>
                </a:extLst>
              </p:cNvPr>
              <p:cNvSpPr/>
              <p:nvPr/>
            </p:nvSpPr>
            <p:spPr>
              <a:xfrm>
                <a:off x="7567821" y="4039098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「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3562938-5D6A-C04D-3862-6D4247BE4DEE}"/>
                  </a:ext>
                </a:extLst>
              </p:cNvPr>
              <p:cNvSpPr/>
              <p:nvPr/>
            </p:nvSpPr>
            <p:spPr>
              <a:xfrm>
                <a:off x="7567821" y="4263119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C4242DDF-8A61-528C-732A-99F5973810AF}"/>
                </a:ext>
              </a:extLst>
            </p:cNvPr>
            <p:cNvGrpSpPr/>
            <p:nvPr/>
          </p:nvGrpSpPr>
          <p:grpSpPr>
            <a:xfrm>
              <a:off x="7529417" y="5256321"/>
              <a:ext cx="4288883" cy="1016021"/>
              <a:chOff x="7567821" y="5305623"/>
              <a:chExt cx="4288883" cy="1016021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494A34D-4588-F39D-D011-7AD71D0FEA8F}"/>
                  </a:ext>
                </a:extLst>
              </p:cNvPr>
              <p:cNvSpPr/>
              <p:nvPr/>
            </p:nvSpPr>
            <p:spPr>
              <a:xfrm>
                <a:off x="7567821" y="530562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290B264-EE86-3D96-E4CD-B8B0EA9ED9D2}"/>
                  </a:ext>
                </a:extLst>
              </p:cNvPr>
              <p:cNvSpPr/>
              <p:nvPr/>
            </p:nvSpPr>
            <p:spPr>
              <a:xfrm>
                <a:off x="7567821" y="552964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企業価値向上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79" name="グループ化 78">
              <a:extLst>
                <a:ext uri="{FF2B5EF4-FFF2-40B4-BE49-F238E27FC236}">
                  <ns2:creationId id="{69645D2A-BC34-1E0C-16C2-C167BCB62AF4}"/>
                </a:ext>
              </a:extLst>
            </p:cNvPr>
            <p:cNvGrpSpPr/>
            <p:nvPr/>
          </p:nvGrpSpPr>
          <p:grpSpPr>
            <a:xfrm>
              <a:off x="7533899" y="2289921"/>
              <a:ext cx="4323289" cy="288000"/>
              <a:chOff x="7533899" y="2267440"/>
              <a:chExt cx="4323289" cy="288000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E87E0EC8-FB8E-7477-F4D8-B337342AB944}"/>
                  </a:ext>
                </a:extLst>
              </p:cNvPr>
              <p:cNvSpPr/>
              <p:nvPr/>
            </p:nvSpPr>
            <p:spPr>
              <a:xfrm>
                <a:off x="7537188" y="2267440"/>
                <a:ext cx="43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65" name="グラフィックス 64" descr="ライト: オン 単色塗りつぶし">
                <a:extLst>
                  <a:ext uri="{FF2B5EF4-FFF2-40B4-BE49-F238E27FC236}">
                    <ns2:creationId id="{6166257C-D484-2D1B-148C-369EEF19F5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33899" y="226744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90" name="グループ化 89">
              <a:extLst>
                <a:ext uri="{FF2B5EF4-FFF2-40B4-BE49-F238E27FC236}">
                  <ns2:creationId id="{CE6428CA-9758-CCB3-730E-7D6C3FF662DD}"/>
                </a:ext>
              </a:extLst>
            </p:cNvPr>
            <p:cNvGrpSpPr/>
            <p:nvPr/>
          </p:nvGrpSpPr>
          <p:grpSpPr>
            <a:xfrm>
              <a:off x="341698" y="1635975"/>
              <a:ext cx="11526770" cy="540000"/>
              <a:chOff x="341698" y="1635975"/>
              <a:chExt cx="11526770" cy="540000"/>
            </a:xfrm>
          </p:grpSpPr>
          <p:grpSp>
            <p:nvGrpSpPr>
              <p:cNvPr id="20" name="グループ化 19">
                <a:extLst>
                  <a:ext uri="{FF2B5EF4-FFF2-40B4-BE49-F238E27FC236}">
                    <ns2:creationId id="{33405C2E-FAB2-726C-0D85-1AB1A6550346}"/>
                  </a:ext>
                </a:extLst>
              </p:cNvPr>
              <p:cNvGrpSpPr/>
              <p:nvPr/>
            </p:nvGrpSpPr>
            <p:grpSpPr>
              <a:xfrm>
                <a:off x="2681698" y="1635975"/>
                <a:ext cx="9186770" cy="540000"/>
                <a:chOff x="2681698" y="1630750"/>
                <a:chExt cx="9186770" cy="540000"/>
              </a:xfrm>
            </p:grpSpPr>
            <p:grpSp>
              <p:nvGrpSpPr>
                <p:cNvPr id="16" name="グループ化 15">
                  <a:extLst>
                    <a:ext uri="{FF2B5EF4-FFF2-40B4-BE49-F238E27FC236}">
                      <ns2:creationId id="{A7EF5388-E4E1-916B-607A-038CAEA98C85}"/>
                    </a:ext>
                  </a:extLst>
                </p:cNvPr>
                <p:cNvGrpSpPr/>
                <p:nvPr/>
              </p:nvGrpSpPr>
              <p:grpSpPr>
                <a:xfrm>
                  <a:off x="2681698" y="1630750"/>
                  <a:ext cx="9186770" cy="540000"/>
                  <a:chOff x="2681698" y="1630750"/>
                  <a:chExt cx="9186770" cy="540000"/>
                </a:xfrm>
              </p:grpSpPr>
              <p:sp>
                <p:nvSpPr>
                  <p:cNvPr id="7" name="正方形/長方形 6">
                    <a:extLst>
                      <a:ext uri="{FF2B5EF4-FFF2-40B4-BE49-F238E27FC236}">
                        <ns2:creationId id="{080AE27D-1427-B2DD-4E34-91ECDFC6E602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9175340" cy="540000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F56CFF28-4726-EC61-A0A4-A5B939B93D03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198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7FC62284-243B-825A-8645-F3774F7C12FC}"/>
                      </a:ext>
                    </a:extLst>
                  </p:cNvPr>
                  <p:cNvSpPr/>
                  <p:nvPr/>
                </p:nvSpPr>
                <p:spPr>
                  <a:xfrm>
                    <a:off x="4755083" y="1630750"/>
                    <a:ext cx="270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5" name="正方形/長方形 14">
                    <a:extLst>
                      <a:ext uri="{FF2B5EF4-FFF2-40B4-BE49-F238E27FC236}">
                        <ns2:creationId id="{8207A71F-91BD-B09E-2EEE-7978CACEB23D}"/>
                      </a:ext>
                    </a:extLst>
                  </p:cNvPr>
                  <p:cNvSpPr/>
                  <p:nvPr/>
                </p:nvSpPr>
                <p:spPr>
                  <a:xfrm>
                    <a:off x="7548468" y="1630750"/>
                    <a:ext cx="432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endParaRPr kumimoji="1" lang="en-US" altLang="ja-JP" sz="8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</p:grpSp>
            <p:sp>
              <p:nvSpPr>
                <p:cNvPr id="17" name="AutoShape 2">
                  <a:extLst>
                    <a:ext uri="{FF2B5EF4-FFF2-40B4-BE49-F238E27FC236}">
                      <ns2:creationId id="{7790AB62-FFD6-F865-1C14-4F339D1ABC1E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4647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9" name="AutoShape 2">
                  <a:extLst>
                    <a:ext uri="{FF2B5EF4-FFF2-40B4-BE49-F238E27FC236}">
                      <ns2:creationId id="{1DDAF0E9-7B7A-E955-5AF4-713B756CAD56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2"/>
                  </p:custDataLst>
                </p:nvPr>
              </p:nvSpPr>
              <p:spPr bwMode="auto">
                <a:xfrm rot="10800000" flipH="1">
                  <a:off x="7455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80" name="グループ化 79">
                <a:extLst>
                  <a:ext uri="{FF2B5EF4-FFF2-40B4-BE49-F238E27FC236}">
                    <ns2:creationId id="{731459E8-E0A5-FC88-3AC4-D3E4F87BAF23}"/>
                  </a:ext>
                </a:extLst>
              </p:cNvPr>
              <p:cNvGrpSpPr/>
              <p:nvPr/>
            </p:nvGrpSpPr>
            <p:grpSpPr>
              <a:xfrm>
                <a:off x="341698" y="1635975"/>
                <a:ext cx="2340000" cy="540000"/>
                <a:chOff x="341698" y="1631669"/>
                <a:chExt cx="2340000" cy="540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3E7B0453-101F-B94B-A20F-9C57A959E185}"/>
                    </a:ext>
                  </a:extLst>
                </p:cNvPr>
                <p:cNvSpPr/>
                <p:nvPr/>
              </p:nvSpPr>
              <p:spPr>
                <a:xfrm>
                  <a:off x="341698" y="1631669"/>
                  <a:ext cx="2340000" cy="540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rgbClr val="008D2E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73" name="グラフィックス 72" descr="カスタマー レビュー 単色塗りつぶし">
                  <a:extLst>
                    <a:ext uri="{FF2B5EF4-FFF2-40B4-BE49-F238E27FC236}">
                      <ns2:creationId id="{32861A3A-995D-CB2B-B29C-ADEF6236EE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1698" y="17576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8" name="グループ化 77">
              <a:extLst>
                <a:ext uri="{FF2B5EF4-FFF2-40B4-BE49-F238E27FC236}">
                  <ns2:creationId id="{86278992-908F-E12B-41A8-7566E3FB9B6A}"/>
                </a:ext>
              </a:extLst>
            </p:cNvPr>
            <p:cNvGrpSpPr/>
            <p:nvPr/>
          </p:nvGrpSpPr>
          <p:grpSpPr>
            <a:xfrm>
              <a:off x="331778" y="2289921"/>
              <a:ext cx="7028312" cy="288000"/>
              <a:chOff x="331778" y="2289921"/>
              <a:chExt cx="7028312" cy="288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7EA40DF7-4E50-405B-3531-25F5ACD7F1BB}"/>
                  </a:ext>
                </a:extLst>
              </p:cNvPr>
              <p:cNvSpPr/>
              <p:nvPr/>
            </p:nvSpPr>
            <p:spPr>
              <a:xfrm>
                <a:off x="340090" y="2289921"/>
                <a:ext cx="70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75" name="グラフィックス 74" descr="クリップボード 単色塗りつぶし">
                <a:extLst>
                  <a:ext uri="{FF2B5EF4-FFF2-40B4-BE49-F238E27FC236}">
                    <ns2:creationId id="{7E0E9861-622B-2D46-630B-A5DA667163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31778" y="228992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5" name="グループ化 84">
              <a:extLst>
                <a:ext uri="{FF2B5EF4-FFF2-40B4-BE49-F238E27FC236}">
                  <ns2:creationId id="{877704C2-1A4D-2586-7FD0-8C4C3670FEF8}"/>
                </a:ext>
              </a:extLst>
            </p:cNvPr>
            <p:cNvGrpSpPr/>
            <p:nvPr/>
          </p:nvGrpSpPr>
          <p:grpSpPr>
            <a:xfrm>
              <a:off x="339497" y="2963829"/>
              <a:ext cx="3420000" cy="288000"/>
              <a:chOff x="341088" y="2963829"/>
              <a:chExt cx="3420000" cy="2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94FF677-F94B-5D32-B445-772CE7751770}"/>
                  </a:ext>
                </a:extLst>
              </p:cNvPr>
              <p:cNvSpPr/>
              <p:nvPr/>
            </p:nvSpPr>
            <p:spPr>
              <a:xfrm>
                <a:off x="341088" y="2963829"/>
                <a:ext cx="900000" cy="28800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30A991B-F6FC-F928-114E-CF2DABE7A3EA}"/>
                  </a:ext>
                </a:extLst>
              </p:cNvPr>
              <p:cNvSpPr/>
              <p:nvPr/>
            </p:nvSpPr>
            <p:spPr>
              <a:xfrm>
                <a:off x="124108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EE91DEA8-9E77-FAA2-E5E5-EB76F3C7B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108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グループ化 85">
              <a:extLst>
                <a:ext uri="{FF2B5EF4-FFF2-40B4-BE49-F238E27FC236}">
                  <ns2:creationId id="{6AECF279-BBE1-2BE2-9383-0529037978FE}"/>
                </a:ext>
              </a:extLst>
            </p:cNvPr>
            <p:cNvGrpSpPr/>
            <p:nvPr/>
          </p:nvGrpSpPr>
          <p:grpSpPr>
            <a:xfrm>
              <a:off x="3941610" y="2963829"/>
              <a:ext cx="3420000" cy="288000"/>
              <a:chOff x="3931778" y="2963829"/>
              <a:chExt cx="3420000" cy="288000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607D58AC-FA67-FEED-B560-514EE7A59B6E}"/>
                  </a:ext>
                </a:extLst>
              </p:cNvPr>
              <p:cNvSpPr/>
              <p:nvPr/>
            </p:nvSpPr>
            <p:spPr>
              <a:xfrm>
                <a:off x="3931778" y="2963829"/>
                <a:ext cx="900000" cy="288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EB5C460C-DC4B-456F-015E-86CC5D3805FA}"/>
                  </a:ext>
                </a:extLst>
              </p:cNvPr>
              <p:cNvSpPr/>
              <p:nvPr/>
            </p:nvSpPr>
            <p:spPr>
              <a:xfrm>
                <a:off x="483177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9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84" name="直線コネクタ 83">
                <a:extLst>
                  <a:ext uri="{FF2B5EF4-FFF2-40B4-BE49-F238E27FC236}">
                    <ns2:creationId id="{3DCD50B1-844D-2983-1E7E-B1DA9E59E9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3177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59097662"/>
      </p:ext>
    </p:extLst>
  </p:cSld>
  <p:clrMapOvr>
    <a:masterClrMapping/>
  </p:clrMapOvr>
</p:sld>
</file>

<file path=ppt/slides/slide2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FD3971CD-153E-07E8-CA6B-D3C24B840D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ns2:creationId id="{91967894-B0FD-39B5-6D1E-BC5F1E8B76A1}"/>
              </a:ext>
            </a:extLst>
          </p:cNvPr>
          <p:cNvGrpSpPr/>
          <p:nvPr/>
        </p:nvGrpSpPr>
        <p:grpSpPr>
          <a:xfrm>
            <a:off x="347898" y="973471"/>
            <a:ext cx="11515625" cy="5328000"/>
            <a:chOff x="347898" y="973471"/>
            <a:chExt cx="11515625" cy="5328000"/>
          </a:xfrm>
        </p:grpSpPr>
        <p:sp>
          <p:nvSpPr>
            <p:cNvPr id="8" name="正方形/長方形 7">
              <a:extLst>
                <a:ext uri="{FF2B5EF4-FFF2-40B4-BE49-F238E27FC236}">
                  <ns2:creationId id="{656EC412-3E1C-6174-304F-CF631CCAD54A}"/>
                </a:ext>
              </a:extLst>
            </p:cNvPr>
            <p:cNvSpPr/>
            <p:nvPr/>
          </p:nvSpPr>
          <p:spPr>
            <a:xfrm>
              <a:off x="347899" y="1171431"/>
              <a:ext cx="684987" cy="972000"/>
            </a:xfrm>
            <a:custGeom>
              <a:avLst/>
              <a:gdLst>
                <a:gd name="csX0" fmla="*/ 0 w 684000"/>
                <a:gd name="csY0" fmla="*/ 0 h 972000"/>
                <a:gd name="csX1" fmla="*/ 684000 w 684000"/>
                <a:gd name="csY1" fmla="*/ 0 h 972000"/>
                <a:gd name="csX2" fmla="*/ 684000 w 684000"/>
                <a:gd name="csY2" fmla="*/ 972000 h 972000"/>
                <a:gd name="csX3" fmla="*/ 0 w 684000"/>
                <a:gd name="csY3" fmla="*/ 972000 h 972000"/>
                <a:gd name="csX4" fmla="*/ 0 w 684000"/>
                <a:gd name="csY4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000 w 684987"/>
                <a:gd name="csY3" fmla="*/ 972000 h 972000"/>
                <a:gd name="csX4" fmla="*/ 0 w 684987"/>
                <a:gd name="csY4" fmla="*/ 972000 h 972000"/>
                <a:gd name="csX5" fmla="*/ 0 w 684987"/>
                <a:gd name="csY5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987 w 684987"/>
                <a:gd name="csY3" fmla="*/ 574944 h 972000"/>
                <a:gd name="csX4" fmla="*/ 684000 w 684987"/>
                <a:gd name="csY4" fmla="*/ 972000 h 972000"/>
                <a:gd name="csX5" fmla="*/ 0 w 684987"/>
                <a:gd name="csY5" fmla="*/ 972000 h 972000"/>
                <a:gd name="csX6" fmla="*/ 0 w 684987"/>
                <a:gd name="csY6" fmla="*/ 0 h 97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4987" h="972000">
                  <a:moveTo>
                    <a:pt x="0" y="0"/>
                  </a:moveTo>
                  <a:lnTo>
                    <a:pt x="684000" y="0"/>
                  </a:lnTo>
                  <a:lnTo>
                    <a:pt x="684987" y="394640"/>
                  </a:lnTo>
                  <a:lnTo>
                    <a:pt x="684987" y="574944"/>
                  </a:lnTo>
                  <a:lnTo>
                    <a:pt x="684000" y="972000"/>
                  </a:lnTo>
                  <a:lnTo>
                    <a:pt x="0" y="97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0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5DE9700-1549-550D-4E4D-614500A7CFAA}"/>
                </a:ext>
              </a:extLst>
            </p:cNvPr>
            <p:cNvSpPr/>
            <p:nvPr/>
          </p:nvSpPr>
          <p:spPr>
            <a:xfrm>
              <a:off x="1279605" y="5977471"/>
              <a:ext cx="205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1C5B8A6-1504-9AD3-3D66-A0F1939FD3F9}"/>
                </a:ext>
              </a:extLst>
            </p:cNvPr>
            <p:cNvSpPr/>
            <p:nvPr/>
          </p:nvSpPr>
          <p:spPr>
            <a:xfrm>
              <a:off x="1342844" y="1171431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3E555B-3E73-1B12-FFC8-EEBE147B8699}"/>
                </a:ext>
              </a:extLst>
            </p:cNvPr>
            <p:cNvSpPr/>
            <p:nvPr/>
          </p:nvSpPr>
          <p:spPr>
            <a:xfrm>
              <a:off x="1342844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4CF5E48F-7581-C2E5-4B6E-278E2BAAF9D6}"/>
                </a:ext>
              </a:extLst>
            </p:cNvPr>
            <p:cNvSpPr/>
            <p:nvPr/>
          </p:nvSpPr>
          <p:spPr>
            <a:xfrm>
              <a:off x="11204578" y="973471"/>
              <a:ext cx="324000" cy="180000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EF35C053-D987-50BE-B4AC-3F9DE6B91DCF}"/>
                </a:ext>
              </a:extLst>
            </p:cNvPr>
            <p:cNvSpPr/>
            <p:nvPr/>
          </p:nvSpPr>
          <p:spPr>
            <a:xfrm>
              <a:off x="11539523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A715D60-AA7C-3482-6E93-244633A2D3CA}"/>
                </a:ext>
              </a:extLst>
            </p:cNvPr>
            <p:cNvSpPr/>
            <p:nvPr/>
          </p:nvSpPr>
          <p:spPr>
            <a:xfrm>
              <a:off x="10869632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F024633-A4E4-D676-18BB-FA3F7CBB2B0D}"/>
                </a:ext>
              </a:extLst>
            </p:cNvPr>
            <p:cNvSpPr/>
            <p:nvPr/>
          </p:nvSpPr>
          <p:spPr>
            <a:xfrm>
              <a:off x="10534686" y="973471"/>
              <a:ext cx="324000" cy="18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円/楕円 34">
              <a:extLst>
                <a:ext uri="{FF2B5EF4-FFF2-40B4-BE49-F238E27FC236}">
                  <ns2:creationId id="{EB226449-F9DD-7EC8-0803-B94FDBF3FD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1434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" name="円/楕円 34">
              <a:extLst>
                <a:ext uri="{FF2B5EF4-FFF2-40B4-BE49-F238E27FC236}">
                  <ns2:creationId id="{708C533C-60C5-F7E1-99A2-6A66B2242E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809450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/楕円 34">
              <a:extLst>
                <a:ext uri="{FF2B5EF4-FFF2-40B4-BE49-F238E27FC236}">
                  <ns2:creationId id="{BDDB99C8-2C7D-601B-1AE1-C057031670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35465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円/楕円 34">
              <a:extLst>
                <a:ext uri="{FF2B5EF4-FFF2-40B4-BE49-F238E27FC236}">
                  <ns2:creationId id="{E8CCC902-FAD3-2A15-951B-BC070B6356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79466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" name="円/楕円 34">
              <a:extLst>
                <a:ext uri="{FF2B5EF4-FFF2-40B4-BE49-F238E27FC236}">
                  <ns2:creationId id="{CCB28FB0-8B61-6834-E09E-6D6AC6EB94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20230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9" name="円/楕円 34">
              <a:extLst>
                <a:ext uri="{FF2B5EF4-FFF2-40B4-BE49-F238E27FC236}">
                  <ns2:creationId id="{D9D57279-B372-5624-00E2-7A59ACCC3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60994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FE2C980-6FD7-C986-C489-55A7E6F7CF9C}"/>
                </a:ext>
              </a:extLst>
            </p:cNvPr>
            <p:cNvSpPr/>
            <p:nvPr/>
          </p:nvSpPr>
          <p:spPr>
            <a:xfrm>
              <a:off x="1320065" y="4769225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10A01B90-BDA0-65A1-3ED1-B108813EEB49}"/>
                </a:ext>
              </a:extLst>
            </p:cNvPr>
            <p:cNvSpPr/>
            <p:nvPr/>
          </p:nvSpPr>
          <p:spPr>
            <a:xfrm>
              <a:off x="1320065" y="5176429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C48B4CD7-E901-B1A2-B05B-913722AA8C78}"/>
                </a:ext>
              </a:extLst>
            </p:cNvPr>
            <p:cNvSpPr/>
            <p:nvPr/>
          </p:nvSpPr>
          <p:spPr>
            <a:xfrm>
              <a:off x="1320065" y="5583634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9C45C529-AB39-E320-2687-4D08E1311426}"/>
                </a:ext>
              </a:extLst>
            </p:cNvPr>
            <p:cNvSpPr/>
            <p:nvPr/>
          </p:nvSpPr>
          <p:spPr>
            <a:xfrm>
              <a:off x="417768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A8F8CB6E-3378-6FB2-8C4C-7CE4E12E488B}"/>
                </a:ext>
              </a:extLst>
            </p:cNvPr>
            <p:cNvSpPr/>
            <p:nvPr/>
          </p:nvSpPr>
          <p:spPr>
            <a:xfrm>
              <a:off x="5172490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42376C5C-3433-5ABB-B91F-5AF20472347A}"/>
                </a:ext>
              </a:extLst>
            </p:cNvPr>
            <p:cNvSpPr/>
            <p:nvPr/>
          </p:nvSpPr>
          <p:spPr>
            <a:xfrm>
              <a:off x="5172490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C7BB0AB1-C5E9-CD5D-555B-CCC8BA5774B7}"/>
                </a:ext>
              </a:extLst>
            </p:cNvPr>
            <p:cNvSpPr/>
            <p:nvPr/>
          </p:nvSpPr>
          <p:spPr>
            <a:xfrm>
              <a:off x="802651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76CA331-4B1B-233B-C9BF-7FED0EEE8B02}"/>
                </a:ext>
              </a:extLst>
            </p:cNvPr>
            <p:cNvSpPr/>
            <p:nvPr/>
          </p:nvSpPr>
          <p:spPr>
            <a:xfrm>
              <a:off x="9023701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006B45CB-E5FE-9110-77F6-EA4F20C858A0}"/>
                </a:ext>
              </a:extLst>
            </p:cNvPr>
            <p:cNvSpPr/>
            <p:nvPr/>
          </p:nvSpPr>
          <p:spPr>
            <a:xfrm>
              <a:off x="9023701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D4042F8A-1CC9-09EE-479E-36A99863C917}"/>
                </a:ext>
              </a:extLst>
            </p:cNvPr>
            <p:cNvSpPr/>
            <p:nvPr/>
          </p:nvSpPr>
          <p:spPr>
            <a:xfrm>
              <a:off x="6775551" y="5977471"/>
              <a:ext cx="169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0838710-E4AB-7250-34EA-E65B64DF6A49}"/>
                </a:ext>
              </a:extLst>
            </p:cNvPr>
            <p:cNvSpPr/>
            <p:nvPr/>
          </p:nvSpPr>
          <p:spPr>
            <a:xfrm>
              <a:off x="3379578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B940C906-9B66-E4D9-CDBB-0D2468C69265}"/>
                </a:ext>
              </a:extLst>
            </p:cNvPr>
            <p:cNvSpPr/>
            <p:nvPr/>
          </p:nvSpPr>
          <p:spPr>
            <a:xfrm>
              <a:off x="8515523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225" name="グループ化 224">
              <a:extLst>
                <a:ext uri="{FF2B5EF4-FFF2-40B4-BE49-F238E27FC236}">
                  <ns2:creationId id="{81DEE260-10E7-6159-B994-8E2B04503109}"/>
                </a:ext>
              </a:extLst>
            </p:cNvPr>
            <p:cNvGrpSpPr/>
            <p:nvPr/>
          </p:nvGrpSpPr>
          <p:grpSpPr>
            <a:xfrm>
              <a:off x="4919136" y="3014224"/>
              <a:ext cx="3036821" cy="324000"/>
              <a:chOff x="4919136" y="3014224"/>
              <a:chExt cx="3036821" cy="324000"/>
            </a:xfrm>
          </p:grpSpPr>
          <p:sp>
            <p:nvSpPr>
              <p:cNvPr id="112" name="円/楕円 34">
                <a:extLst>
                  <a:ext uri="{FF2B5EF4-FFF2-40B4-BE49-F238E27FC236}">
                    <ns2:creationId id="{AAC4EF9E-3740-2747-6FB6-323DE41C12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07045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9F3FF09-5DF3-F083-8BA5-BE6C4982A7F9}"/>
                  </a:ext>
                </a:extLst>
              </p:cNvPr>
              <p:cNvSpPr/>
              <p:nvPr/>
            </p:nvSpPr>
            <p:spPr>
              <a:xfrm>
                <a:off x="5147957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4" name="グループ化 223">
              <a:extLst>
                <a:ext uri="{FF2B5EF4-FFF2-40B4-BE49-F238E27FC236}">
                  <ns2:creationId id="{BCA033D4-8F27-0FEA-784A-941E7932C536}"/>
                </a:ext>
              </a:extLst>
            </p:cNvPr>
            <p:cNvGrpSpPr/>
            <p:nvPr/>
          </p:nvGrpSpPr>
          <p:grpSpPr>
            <a:xfrm>
              <a:off x="4919136" y="3542564"/>
              <a:ext cx="3036821" cy="324000"/>
              <a:chOff x="4919136" y="3677639"/>
              <a:chExt cx="3036821" cy="324000"/>
            </a:xfrm>
          </p:grpSpPr>
          <p:sp>
            <p:nvSpPr>
              <p:cNvPr id="114" name="円/楕円 34">
                <a:extLst>
                  <a:ext uri="{FF2B5EF4-FFF2-40B4-BE49-F238E27FC236}">
                    <ns2:creationId id="{962CE83F-7A69-47CC-BAC8-A91E4C5C7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718621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E97BDE1-6727-48A8-C12E-E9132C582616}"/>
                  </a:ext>
                </a:extLst>
              </p:cNvPr>
              <p:cNvSpPr/>
              <p:nvPr/>
            </p:nvSpPr>
            <p:spPr>
              <a:xfrm>
                <a:off x="5147957" y="367763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2" name="グループ化 221">
              <a:extLst>
                <a:ext uri="{FF2B5EF4-FFF2-40B4-BE49-F238E27FC236}">
                  <ns2:creationId id="{D6935AEE-2ED9-8E48-8321-8FC14701E4D1}"/>
                </a:ext>
              </a:extLst>
            </p:cNvPr>
            <p:cNvGrpSpPr/>
            <p:nvPr/>
          </p:nvGrpSpPr>
          <p:grpSpPr>
            <a:xfrm>
              <a:off x="4919136" y="4741076"/>
              <a:ext cx="3036821" cy="324000"/>
              <a:chOff x="4919136" y="4769225"/>
              <a:chExt cx="3036821" cy="324000"/>
            </a:xfrm>
          </p:grpSpPr>
          <p:sp>
            <p:nvSpPr>
              <p:cNvPr id="118" name="円/楕円 34">
                <a:extLst>
                  <a:ext uri="{FF2B5EF4-FFF2-40B4-BE49-F238E27FC236}">
                    <ns2:creationId id="{5B7520E4-393E-33AC-62CE-008F869789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829762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569A35C7-6F70-3344-B652-AA85F6BFEBF8}"/>
                  </a:ext>
                </a:extLst>
              </p:cNvPr>
              <p:cNvSpPr/>
              <p:nvPr/>
            </p:nvSpPr>
            <p:spPr>
              <a:xfrm>
                <a:off x="5147957" y="476922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1" name="グループ化 220">
              <a:extLst>
                <a:ext uri="{FF2B5EF4-FFF2-40B4-BE49-F238E27FC236}">
                  <ns2:creationId id="{890C50F2-2A66-C00F-D855-C35D4BD4ECA9}"/>
                </a:ext>
              </a:extLst>
            </p:cNvPr>
            <p:cNvGrpSpPr/>
            <p:nvPr/>
          </p:nvGrpSpPr>
          <p:grpSpPr>
            <a:xfrm>
              <a:off x="4919136" y="5269417"/>
              <a:ext cx="3036821" cy="324000"/>
              <a:chOff x="4919136" y="5176429"/>
              <a:chExt cx="3036821" cy="324000"/>
            </a:xfrm>
          </p:grpSpPr>
          <p:sp>
            <p:nvSpPr>
              <p:cNvPr id="120" name="円/楕円 34">
                <a:extLst>
                  <a:ext uri="{FF2B5EF4-FFF2-40B4-BE49-F238E27FC236}">
                    <ns2:creationId id="{9B6BD73D-0EDC-42CA-5CC8-4C72B65234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5225053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65919386-AC6D-2DFA-0D6A-1BEF217E4CF1}"/>
                  </a:ext>
                </a:extLst>
              </p:cNvPr>
              <p:cNvSpPr/>
              <p:nvPr/>
            </p:nvSpPr>
            <p:spPr>
              <a:xfrm>
                <a:off x="5147957" y="517642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C4A0E11E-596E-C718-5CD0-C1DB9435F7A3}"/>
                </a:ext>
              </a:extLst>
            </p:cNvPr>
            <p:cNvSpPr/>
            <p:nvPr/>
          </p:nvSpPr>
          <p:spPr>
            <a:xfrm>
              <a:off x="1658359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973E430E-FE91-919F-604C-41F275F4B496}"/>
                </a:ext>
              </a:extLst>
            </p:cNvPr>
            <p:cNvSpPr/>
            <p:nvPr/>
          </p:nvSpPr>
          <p:spPr>
            <a:xfrm>
              <a:off x="5491507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71CEA58-2B82-CE25-72F6-90AE8C1B1F01}"/>
                </a:ext>
              </a:extLst>
            </p:cNvPr>
            <p:cNvSpPr/>
            <p:nvPr/>
          </p:nvSpPr>
          <p:spPr>
            <a:xfrm>
              <a:off x="9330880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62" name="グループ化 161">
              <a:extLst>
                <a:ext uri="{FF2B5EF4-FFF2-40B4-BE49-F238E27FC236}">
                  <ns2:creationId id="{2BFA800F-CF13-5948-4543-0C657B14909F}"/>
                </a:ext>
              </a:extLst>
            </p:cNvPr>
            <p:cNvGrpSpPr/>
            <p:nvPr/>
          </p:nvGrpSpPr>
          <p:grpSpPr>
            <a:xfrm>
              <a:off x="1320065" y="3014224"/>
              <a:ext cx="2808000" cy="580211"/>
              <a:chOff x="1279605" y="3014224"/>
              <a:chExt cx="2808000" cy="580211"/>
            </a:xfrm>
          </p:grpSpPr>
          <p:sp>
            <p:nvSpPr>
              <p:cNvPr id="61" name="正方形/長方形 60">
                <a:extLst>
                  <a:ext uri="{FF2B5EF4-FFF2-40B4-BE49-F238E27FC236}">
                    <ns2:creationId id="{1B856861-A840-1FA9-263D-9DC3537F66EE}"/>
                  </a:ext>
                </a:extLst>
              </p:cNvPr>
              <p:cNvSpPr/>
              <p:nvPr/>
            </p:nvSpPr>
            <p:spPr>
              <a:xfrm>
                <a:off x="1279605" y="3014224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805B5CB8-B85B-B745-A491-870646AAF811}"/>
                  </a:ext>
                </a:extLst>
              </p:cNvPr>
              <p:cNvSpPr/>
              <p:nvPr/>
            </p:nvSpPr>
            <p:spPr>
              <a:xfrm>
                <a:off x="1279605" y="345043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3" name="グループ化 162">
              <a:extLst>
                <a:ext uri="{FF2B5EF4-FFF2-40B4-BE49-F238E27FC236}">
                  <ns2:creationId id="{FB8D6FB2-32A6-6913-92D7-3564EC4FA688}"/>
                </a:ext>
              </a:extLst>
            </p:cNvPr>
            <p:cNvGrpSpPr/>
            <p:nvPr/>
          </p:nvGrpSpPr>
          <p:grpSpPr>
            <a:xfrm>
              <a:off x="1320065" y="3677639"/>
              <a:ext cx="2808000" cy="464520"/>
              <a:chOff x="1279605" y="3578845"/>
              <a:chExt cx="2808000" cy="464520"/>
            </a:xfrm>
          </p:grpSpPr>
          <p:sp>
            <p:nvSpPr>
              <p:cNvPr id="63" name="正方形/長方形 62">
                <a:extLst>
                  <a:ext uri="{FF2B5EF4-FFF2-40B4-BE49-F238E27FC236}">
                    <ns2:creationId id="{539E6FC5-65F3-62B2-6910-1E01307EB92F}"/>
                  </a:ext>
                </a:extLst>
              </p:cNvPr>
              <p:cNvSpPr/>
              <p:nvPr/>
            </p:nvSpPr>
            <p:spPr>
              <a:xfrm>
                <a:off x="1279605" y="357884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054A53F-4FDB-B445-06A2-0289C5FF3BC1}"/>
                  </a:ext>
                </a:extLst>
              </p:cNvPr>
              <p:cNvSpPr/>
              <p:nvPr/>
            </p:nvSpPr>
            <p:spPr>
              <a:xfrm>
                <a:off x="1279605" y="389936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51DD27-9A5B-29E4-E38F-5A9FB69438CC}"/>
                </a:ext>
              </a:extLst>
            </p:cNvPr>
            <p:cNvGrpSpPr/>
            <p:nvPr/>
          </p:nvGrpSpPr>
          <p:grpSpPr>
            <a:xfrm>
              <a:off x="1320065" y="4225363"/>
              <a:ext cx="2808000" cy="460658"/>
              <a:chOff x="1279605" y="4248021"/>
              <a:chExt cx="2808000" cy="460658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464E294C-21A9-E00C-6637-4EA61A84F8CF}"/>
                  </a:ext>
                </a:extLst>
              </p:cNvPr>
              <p:cNvSpPr/>
              <p:nvPr/>
            </p:nvSpPr>
            <p:spPr>
              <a:xfrm>
                <a:off x="1279605" y="4248021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ACAF1926-B85C-0621-6F68-E2345F6ECB3C}"/>
                  </a:ext>
                </a:extLst>
              </p:cNvPr>
              <p:cNvSpPr/>
              <p:nvPr/>
            </p:nvSpPr>
            <p:spPr>
              <a:xfrm>
                <a:off x="1279605" y="4564679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3" name="グループ化 222">
              <a:extLst>
                <a:ext uri="{FF2B5EF4-FFF2-40B4-BE49-F238E27FC236}">
                  <ns2:creationId id="{4249321B-E92C-246B-B9E5-E2E7B0C1D05E}"/>
                </a:ext>
              </a:extLst>
            </p:cNvPr>
            <p:cNvGrpSpPr/>
            <p:nvPr/>
          </p:nvGrpSpPr>
          <p:grpSpPr>
            <a:xfrm>
              <a:off x="4919136" y="4070904"/>
              <a:ext cx="3036821" cy="465832"/>
              <a:chOff x="4919136" y="4225363"/>
              <a:chExt cx="3036821" cy="465832"/>
            </a:xfrm>
          </p:grpSpPr>
          <p:sp>
            <p:nvSpPr>
              <p:cNvPr id="116" name="円/楕円 34">
                <a:extLst>
                  <a:ext uri="{FF2B5EF4-FFF2-40B4-BE49-F238E27FC236}">
                    <ns2:creationId id="{55268549-36C7-6BCD-C904-1EC53DCE8C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351205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0AD018C8-10CD-E2C7-ABEB-B58A0B4F5DF3}"/>
                  </a:ext>
                </a:extLst>
              </p:cNvPr>
              <p:cNvSpPr/>
              <p:nvPr/>
            </p:nvSpPr>
            <p:spPr>
              <a:xfrm>
                <a:off x="5147957" y="4225363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C27AD5C3-D647-72AA-AF3D-C7661CD0E624}"/>
                  </a:ext>
                </a:extLst>
              </p:cNvPr>
              <p:cNvSpPr/>
              <p:nvPr/>
            </p:nvSpPr>
            <p:spPr>
              <a:xfrm>
                <a:off x="5147957" y="454719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83" name="正方形/長方形 182">
              <a:extLst>
                <a:ext uri="{FF2B5EF4-FFF2-40B4-BE49-F238E27FC236}">
                  <ns2:creationId id="{59803603-7D2A-61D5-55B5-B2F92B0CADF5}"/>
                </a:ext>
              </a:extLst>
            </p:cNvPr>
            <p:cNvSpPr/>
            <p:nvPr/>
          </p:nvSpPr>
          <p:spPr>
            <a:xfrm>
              <a:off x="9005875" y="3335718"/>
              <a:ext cx="2808000" cy="14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F7A0296-B3BF-3EC3-2F9E-A12A92FCFD48}"/>
                </a:ext>
              </a:extLst>
            </p:cNvPr>
            <p:cNvSpPr/>
            <p:nvPr/>
          </p:nvSpPr>
          <p:spPr>
            <a:xfrm>
              <a:off x="525602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6" name="フリーフォーム: 図形 145">
              <a:extLst>
                <a:ext uri="{FF2B5EF4-FFF2-40B4-BE49-F238E27FC236}">
                  <ns2:creationId id="{8193795C-B50A-B7B8-0A2E-D3CB1EFECB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0133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6" name="グラフィックス 195" descr="履歴 単色塗りつぶし">
              <a:extLst>
                <a:ext uri="{FF2B5EF4-FFF2-40B4-BE49-F238E27FC236}">
                  <ns2:creationId id="{A959C110-E907-7C17-62C4-5BECB33C6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106" y="2364786"/>
              <a:ext cx="648000" cy="648000"/>
            </a:xfrm>
            <a:prstGeom prst="rect">
              <a:avLst/>
            </a:prstGeom>
          </p:spPr>
        </p:pic>
        <p:sp>
          <p:nvSpPr>
            <p:cNvPr id="203" name="正方形/長方形 202">
              <a:extLst>
                <a:ext uri="{FF2B5EF4-FFF2-40B4-BE49-F238E27FC236}">
                  <ns2:creationId id="{8676547E-D7CF-4FB3-63A1-EE3FC051FF93}"/>
                </a:ext>
              </a:extLst>
            </p:cNvPr>
            <p:cNvSpPr/>
            <p:nvPr/>
          </p:nvSpPr>
          <p:spPr>
            <a:xfrm>
              <a:off x="4358734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4" name="フリーフォーム: 図形 203">
              <a:extLst>
                <a:ext uri="{FF2B5EF4-FFF2-40B4-BE49-F238E27FC236}">
                  <ns2:creationId id="{CCFE577F-2BBE-7246-C96D-BD744D0B98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13265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5" name="グラフィックス 204" descr="会議 単色塗りつぶし">
              <a:extLst>
                <a:ext uri="{FF2B5EF4-FFF2-40B4-BE49-F238E27FC236}">
                  <ns2:creationId id="{363FC03B-B2A8-317A-D8A0-A57F0878AB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271238" y="2364786"/>
              <a:ext cx="648000" cy="648000"/>
            </a:xfrm>
            <a:prstGeom prst="rect">
              <a:avLst/>
            </a:prstGeom>
          </p:spPr>
        </p:pic>
        <p:sp>
          <p:nvSpPr>
            <p:cNvPr id="207" name="正方形/長方形 206">
              <a:extLst>
                <a:ext uri="{FF2B5EF4-FFF2-40B4-BE49-F238E27FC236}">
                  <ns2:creationId id="{1BB4124E-E9AA-41FF-6BD4-56F94D0AC250}"/>
                </a:ext>
              </a:extLst>
            </p:cNvPr>
            <p:cNvSpPr/>
            <p:nvPr/>
          </p:nvSpPr>
          <p:spPr>
            <a:xfrm>
              <a:off x="8214501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8" name="フリーフォーム: 図形 207">
              <a:extLst>
                <a:ext uri="{FF2B5EF4-FFF2-40B4-BE49-F238E27FC236}">
                  <ns2:creationId id="{E319F92E-0EA3-75AB-CF33-994AB2C2B5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69032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9" name="グラフィックス 208" descr="将来 単色塗りつぶし">
              <a:extLst>
                <a:ext uri="{FF2B5EF4-FFF2-40B4-BE49-F238E27FC236}">
                  <ns2:creationId id="{88BCA381-8CE8-2060-D8B5-27A8D428CA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127005" y="2364786"/>
              <a:ext cx="648000" cy="648000"/>
            </a:xfrm>
            <a:prstGeom prst="rect">
              <a:avLst/>
            </a:prstGeom>
          </p:spPr>
        </p:pic>
        <p:grpSp>
          <p:nvGrpSpPr>
            <p:cNvPr id="228" name="グループ化 227">
              <a:extLst>
                <a:ext uri="{FF2B5EF4-FFF2-40B4-BE49-F238E27FC236}">
                  <ns2:creationId id="{31C695D7-4BB3-AAF6-7DD9-9E889DEE95E1}"/>
                </a:ext>
              </a:extLst>
            </p:cNvPr>
            <p:cNvGrpSpPr/>
            <p:nvPr/>
          </p:nvGrpSpPr>
          <p:grpSpPr>
            <a:xfrm>
              <a:off x="8744602" y="3014224"/>
              <a:ext cx="3069273" cy="332270"/>
              <a:chOff x="8744602" y="3014224"/>
              <a:chExt cx="3069273" cy="332270"/>
            </a:xfrm>
          </p:grpSpPr>
          <p:sp>
            <p:nvSpPr>
              <p:cNvPr id="140" name="正方形/長方形 139">
                <a:extLst>
                  <a:ext uri="{FF2B5EF4-FFF2-40B4-BE49-F238E27FC236}">
                    <ns2:creationId id="{A6799184-6E4D-B8DD-6415-A1A9D7A0111E}"/>
                  </a:ext>
                </a:extLst>
              </p:cNvPr>
              <p:cNvSpPr/>
              <p:nvPr/>
            </p:nvSpPr>
            <p:spPr>
              <a:xfrm>
                <a:off x="9005875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1" name="円/楕円 34">
                <a:extLst>
                  <a:ext uri="{FF2B5EF4-FFF2-40B4-BE49-F238E27FC236}">
                    <ns2:creationId id="{4D2D5CB6-AE4E-C4C9-40D3-9C7AA07A89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13049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7" name="グループ化 226">
              <a:extLst>
                <a:ext uri="{FF2B5EF4-FFF2-40B4-BE49-F238E27FC236}">
                  <ns2:creationId id="{EB255460-A62F-CCB2-BE41-6C68ED922C3F}"/>
                </a:ext>
              </a:extLst>
            </p:cNvPr>
            <p:cNvGrpSpPr/>
            <p:nvPr/>
          </p:nvGrpSpPr>
          <p:grpSpPr>
            <a:xfrm>
              <a:off x="8744602" y="3662918"/>
              <a:ext cx="3069273" cy="432000"/>
              <a:chOff x="8744602" y="3677639"/>
              <a:chExt cx="3069273" cy="432000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E8EC3E29-5F46-956C-0D93-CC801BC32593}"/>
                  </a:ext>
                </a:extLst>
              </p:cNvPr>
              <p:cNvSpPr/>
              <p:nvPr/>
            </p:nvSpPr>
            <p:spPr>
              <a:xfrm>
                <a:off x="9005875" y="3677639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3" name="円/楕円 34">
                <a:extLst>
                  <a:ext uri="{FF2B5EF4-FFF2-40B4-BE49-F238E27FC236}">
                    <ns2:creationId id="{159BC7C9-D271-70B6-8705-E0517E0B0A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822607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6" name="グループ化 225">
              <a:extLst>
                <a:ext uri="{FF2B5EF4-FFF2-40B4-BE49-F238E27FC236}">
                  <ns2:creationId id="{13179362-EBB0-088F-049E-18984F40A219}"/>
                </a:ext>
              </a:extLst>
            </p:cNvPr>
            <p:cNvGrpSpPr/>
            <p:nvPr/>
          </p:nvGrpSpPr>
          <p:grpSpPr>
            <a:xfrm>
              <a:off x="8744602" y="4411342"/>
              <a:ext cx="3069273" cy="432000"/>
              <a:chOff x="8744602" y="4225363"/>
              <a:chExt cx="3069273" cy="432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7B61C8F7-0048-5424-A23F-687B13A2074A}"/>
                  </a:ext>
                </a:extLst>
              </p:cNvPr>
              <p:cNvSpPr/>
              <p:nvPr/>
            </p:nvSpPr>
            <p:spPr>
              <a:xfrm>
                <a:off x="9005875" y="4225363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5" name="円/楕円 34">
                <a:extLst>
                  <a:ext uri="{FF2B5EF4-FFF2-40B4-BE49-F238E27FC236}">
                    <ns2:creationId id="{987A437F-03A6-E274-FF81-6729604A34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434032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217" name="円/楕円 34">
              <a:extLst>
                <a:ext uri="{FF2B5EF4-FFF2-40B4-BE49-F238E27FC236}">
                  <ns2:creationId id="{DA941CCB-0D67-D09E-8235-7504B3CB32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4025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19" name="円/楕円 34">
              <a:extLst>
                <a:ext uri="{FF2B5EF4-FFF2-40B4-BE49-F238E27FC236}">
                  <ns2:creationId id="{AA34BE9C-4078-C60F-D567-91CE32843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80528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FE2067-D30F-3345-80B1-0F85B82919D2}"/>
                </a:ext>
              </a:extLst>
            </p:cNvPr>
            <p:cNvSpPr/>
            <p:nvPr/>
          </p:nvSpPr>
          <p:spPr>
            <a:xfrm>
              <a:off x="1342844" y="5977471"/>
              <a:ext cx="10512000" cy="3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9" name="楕円 228">
              <a:extLst>
                <a:ext uri="{FF2B5EF4-FFF2-40B4-BE49-F238E27FC236}">
                  <ns2:creationId id="{B4008B3B-22DB-FD04-7BAB-D30EF8462A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19595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1" name="楕円 230">
              <a:extLst>
                <a:ext uri="{FF2B5EF4-FFF2-40B4-BE49-F238E27FC236}">
                  <ns2:creationId id="{FAA98E32-63AE-2805-CE56-BB84B4F7B0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86345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3" name="楕円 232">
              <a:extLst>
                <a:ext uri="{FF2B5EF4-FFF2-40B4-BE49-F238E27FC236}">
                  <ns2:creationId id="{330FA68C-E444-A7EB-3AB7-903D1A4231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408656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楕円 234">
              <a:extLst>
                <a:ext uri="{FF2B5EF4-FFF2-40B4-BE49-F238E27FC236}">
                  <ns2:creationId id="{944ECEC8-0344-4219-5765-13EF24F3B62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7" name="楕円 236">
              <a:extLst>
                <a:ext uri="{FF2B5EF4-FFF2-40B4-BE49-F238E27FC236}">
                  <ns2:creationId id="{F63D56DE-D00C-A7D3-3B16-0F6CF8665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25396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9" name="楕円 238">
              <a:extLst>
                <a:ext uri="{FF2B5EF4-FFF2-40B4-BE49-F238E27FC236}">
                  <ns2:creationId id="{2194681D-0875-101D-1F37-550C3F04B1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66394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1" name="楕円 240">
              <a:extLst>
                <a:ext uri="{FF2B5EF4-FFF2-40B4-BE49-F238E27FC236}">
                  <ns2:creationId id="{F9CEBE4B-7026-75CA-3D1B-6066861DAF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1" y="31151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3" name="楕円 242">
              <a:extLst>
                <a:ext uri="{FF2B5EF4-FFF2-40B4-BE49-F238E27FC236}">
                  <ns2:creationId id="{C0452236-0C6E-7626-A4D6-74357E9460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3330" y="3647125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5" name="楕円 244">
              <a:extLst>
                <a:ext uri="{FF2B5EF4-FFF2-40B4-BE49-F238E27FC236}">
                  <ns2:creationId id="{A170B180-53D1-9DAA-E455-7AA00275B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424741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7158883A-8324-BDCC-0171-1FAE7473F7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3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582A4569-C24C-1347-9C43-8E55D2AF13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537910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1" name="楕円 250">
              <a:extLst>
                <a:ext uri="{FF2B5EF4-FFF2-40B4-BE49-F238E27FC236}">
                  <ns2:creationId id="{27EF141A-E6BF-026F-26B8-3C3FCEFED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8635" y="318948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3" name="楕円 252">
              <a:extLst>
                <a:ext uri="{FF2B5EF4-FFF2-40B4-BE49-F238E27FC236}">
                  <ns2:creationId id="{851377E1-37AD-BD16-1BEF-B03BC33840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9848" y="385853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5" name="楕円 254">
              <a:extLst>
                <a:ext uri="{FF2B5EF4-FFF2-40B4-BE49-F238E27FC236}">
                  <ns2:creationId id="{AEA88AA2-7C7C-300E-0072-DF3AFF9591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3940" y="4583477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7" name="直線コネクタ 256">
              <a:extLst>
                <a:ext uri="{FF2B5EF4-FFF2-40B4-BE49-F238E27FC236}">
                  <ns2:creationId id="{F61EA670-F68E-7932-DE0A-1DDE04FE8321}"/>
                </a:ext>
              </a:extLst>
            </p:cNvPr>
            <p:cNvCxnSpPr>
              <a:cxnSpLocks/>
              <a:endCxn id="47" idx="2"/>
            </p:cNvCxnSpPr>
            <p:nvPr/>
          </p:nvCxnSpPr>
          <p:spPr>
            <a:xfrm>
              <a:off x="782904" y="3249958"/>
              <a:ext cx="304347" cy="1493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ns2:creationId id="{E3157D82-3BFB-1E2E-3CE3-545E531DA4CC}"/>
                </a:ext>
              </a:extLst>
            </p:cNvPr>
            <p:cNvCxnSpPr>
              <a:cxnSpLocks/>
              <a:endCxn id="49" idx="2"/>
            </p:cNvCxnSpPr>
            <p:nvPr/>
          </p:nvCxnSpPr>
          <p:spPr>
            <a:xfrm>
              <a:off x="789012" y="3917450"/>
              <a:ext cx="29823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30EE8123-CA40-8239-85BD-A98AAE28E35F}"/>
                </a:ext>
              </a:extLst>
            </p:cNvPr>
            <p:cNvCxnSpPr>
              <a:cxnSpLocks/>
              <a:stCxn id="233" idx="6"/>
              <a:endCxn id="51" idx="2"/>
            </p:cNvCxnSpPr>
            <p:nvPr/>
          </p:nvCxnSpPr>
          <p:spPr>
            <a:xfrm>
              <a:off x="799589" y="4462656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E81ED888-B47D-8CA2-5ECD-B9D9C2EAF1EC}"/>
                </a:ext>
              </a:extLst>
            </p:cNvPr>
            <p:cNvCxnSpPr>
              <a:cxnSpLocks/>
              <a:stCxn id="235" idx="6"/>
              <a:endCxn id="53" idx="2"/>
            </p:cNvCxnSpPr>
            <p:nvPr/>
          </p:nvCxnSpPr>
          <p:spPr>
            <a:xfrm>
              <a:off x="799589" y="4899862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0BD4F6F-98B2-A54B-205E-99587347BE8E}"/>
                </a:ext>
              </a:extLst>
            </p:cNvPr>
            <p:cNvCxnSpPr>
              <a:cxnSpLocks/>
              <a:stCxn id="237" idx="6"/>
              <a:endCxn id="55" idx="2"/>
            </p:cNvCxnSpPr>
            <p:nvPr/>
          </p:nvCxnSpPr>
          <p:spPr>
            <a:xfrm>
              <a:off x="799589" y="5307960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3B61BD31-4901-719C-14D8-0064FB958A9C}"/>
                </a:ext>
              </a:extLst>
            </p:cNvPr>
            <p:cNvCxnSpPr>
              <a:cxnSpLocks/>
              <a:stCxn id="239" idx="6"/>
              <a:endCxn id="59" idx="2"/>
            </p:cNvCxnSpPr>
            <p:nvPr/>
          </p:nvCxnSpPr>
          <p:spPr>
            <a:xfrm>
              <a:off x="799589" y="5717948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3FFBFFE-24F9-96D0-8700-00DE842A7959}"/>
                </a:ext>
              </a:extLst>
            </p:cNvPr>
            <p:cNvCxnSpPr>
              <a:cxnSpLocks/>
              <a:endCxn id="112" idx="2"/>
            </p:cNvCxnSpPr>
            <p:nvPr/>
          </p:nvCxnSpPr>
          <p:spPr>
            <a:xfrm>
              <a:off x="4648418" y="3167040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1AE20249-2C1B-BEA4-4271-90B482DB078B}"/>
                </a:ext>
              </a:extLst>
            </p:cNvPr>
            <p:cNvCxnSpPr>
              <a:cxnSpLocks/>
              <a:stCxn id="243" idx="6"/>
              <a:endCxn id="114" idx="2"/>
            </p:cNvCxnSpPr>
            <p:nvPr/>
          </p:nvCxnSpPr>
          <p:spPr>
            <a:xfrm flipV="1">
              <a:off x="4651330" y="3691546"/>
              <a:ext cx="267806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75FE7745-D4FF-DC1F-33BA-3E1F3F355CC4}"/>
                </a:ext>
              </a:extLst>
            </p:cNvPr>
            <p:cNvCxnSpPr>
              <a:cxnSpLocks/>
              <a:stCxn id="245" idx="6"/>
              <a:endCxn id="116" idx="2"/>
            </p:cNvCxnSpPr>
            <p:nvPr/>
          </p:nvCxnSpPr>
          <p:spPr>
            <a:xfrm>
              <a:off x="4648418" y="4301418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4E12C119-A88E-B759-8BE4-FD20A3BCDEF8}"/>
                </a:ext>
              </a:extLst>
            </p:cNvPr>
            <p:cNvCxnSpPr>
              <a:cxnSpLocks/>
              <a:stCxn id="247" idx="6"/>
              <a:endCxn id="118" idx="2"/>
            </p:cNvCxnSpPr>
            <p:nvPr/>
          </p:nvCxnSpPr>
          <p:spPr>
            <a:xfrm>
              <a:off x="4650453" y="4899862"/>
              <a:ext cx="26868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002C2602-DA6B-9CB0-C70B-AE15D02C83B7}"/>
                </a:ext>
              </a:extLst>
            </p:cNvPr>
            <p:cNvCxnSpPr>
              <a:cxnSpLocks/>
              <a:stCxn id="249" idx="6"/>
              <a:endCxn id="120" idx="2"/>
            </p:cNvCxnSpPr>
            <p:nvPr/>
          </p:nvCxnSpPr>
          <p:spPr>
            <a:xfrm flipV="1">
              <a:off x="4648418" y="5426041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ns2:creationId id="{C29BC543-11E2-7A27-BEE1-49C469299FD4}"/>
                </a:ext>
              </a:extLst>
            </p:cNvPr>
            <p:cNvCxnSpPr>
              <a:cxnSpLocks/>
              <a:stCxn id="251" idx="6"/>
              <a:endCxn id="211" idx="2"/>
            </p:cNvCxnSpPr>
            <p:nvPr/>
          </p:nvCxnSpPr>
          <p:spPr>
            <a:xfrm flipV="1">
              <a:off x="8496635" y="3238494"/>
              <a:ext cx="24796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ns2:creationId id="{76411CB0-B53A-8AAA-484B-D3237E85ACA8}"/>
                </a:ext>
              </a:extLst>
            </p:cNvPr>
            <p:cNvCxnSpPr>
              <a:cxnSpLocks/>
              <a:stCxn id="253" idx="6"/>
              <a:endCxn id="213" idx="2"/>
            </p:cNvCxnSpPr>
            <p:nvPr/>
          </p:nvCxnSpPr>
          <p:spPr>
            <a:xfrm>
              <a:off x="8497848" y="3912533"/>
              <a:ext cx="246754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ns2:creationId id="{CAC254C5-803B-5104-C416-2124293335A4}"/>
                </a:ext>
              </a:extLst>
            </p:cNvPr>
            <p:cNvCxnSpPr>
              <a:cxnSpLocks/>
              <a:stCxn id="255" idx="6"/>
              <a:endCxn id="215" idx="2"/>
            </p:cNvCxnSpPr>
            <p:nvPr/>
          </p:nvCxnSpPr>
          <p:spPr>
            <a:xfrm flipV="1">
              <a:off x="8501940" y="4634305"/>
              <a:ext cx="242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5" name="グループ化 344">
              <a:extLst>
                <a:ext uri="{FF2B5EF4-FFF2-40B4-BE49-F238E27FC236}">
                  <ns2:creationId id="{DFFFC1A5-DFBF-43F1-3772-CE3D2C5E4268}"/>
                </a:ext>
              </a:extLst>
            </p:cNvPr>
            <p:cNvGrpSpPr/>
            <p:nvPr/>
          </p:nvGrpSpPr>
          <p:grpSpPr>
            <a:xfrm>
              <a:off x="1046334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32" name="直線コネクタ 331">
                <a:extLst>
                  <a:ext uri="{FF2B5EF4-FFF2-40B4-BE49-F238E27FC236}">
                    <ns2:creationId id="{2FA36C75-2C59-478D-8E00-DF7764BCFB1B}"/>
                  </a:ext>
                </a:extLst>
              </p:cNvPr>
              <p:cNvCxnSpPr>
                <a:stCxn id="8" idx="2"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F332A41C-8FDD-9CA6-E5A3-5E9EE535018D}"/>
                  </a:ext>
                </a:extLst>
              </p:cNvPr>
              <p:cNvCxnSpPr>
                <a:cxnSpLocks/>
                <a:stCxn id="8" idx="3"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9E4A6435-5A24-85E7-4538-33270AAF4893}"/>
                  </a:ext>
                </a:extLst>
              </p:cNvPr>
              <p:cNvCxnSpPr>
                <a:cxnSpLocks/>
                <a:stCxn id="24" idx="1"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3BC3BD46-4CC7-B44D-D25C-4B11C45B1CF7}"/>
                  </a:ext>
                </a:extLst>
              </p:cNvPr>
              <p:cNvCxnSpPr>
                <a:cxnSpLocks/>
                <a:stCxn id="22" idx="1"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2C80C840-D257-B47B-FA38-FDAB21B6F937}"/>
                </a:ext>
              </a:extLst>
            </p:cNvPr>
            <p:cNvGrpSpPr/>
            <p:nvPr/>
          </p:nvGrpSpPr>
          <p:grpSpPr>
            <a:xfrm>
              <a:off x="4855705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47" name="直線コネクタ 346">
                <a:extLst>
                  <a:ext uri="{FF2B5EF4-FFF2-40B4-BE49-F238E27FC236}">
                    <ns2:creationId id="{DBCD685A-E72E-2101-9002-C1F6192F916D}"/>
                  </a:ext>
                </a:extLst>
              </p:cNvPr>
              <p:cNvCxnSpPr/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7D367511-1AD4-41FF-EDAB-7A017F56B0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ns2:creationId id="{252DAD12-F73C-02F4-0F9B-767D6468FF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ns2:creationId id="{8028F1D4-4C17-138A-668B-F5FECD8884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>
              <a:extLst>
                <a:ext uri="{FF2B5EF4-FFF2-40B4-BE49-F238E27FC236}">
                  <ns2:creationId id="{B429C68C-8940-B52C-14BC-02CB48A7E831}"/>
                </a:ext>
              </a:extLst>
            </p:cNvPr>
            <p:cNvGrpSpPr/>
            <p:nvPr/>
          </p:nvGrpSpPr>
          <p:grpSpPr>
            <a:xfrm>
              <a:off x="8703778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52" name="直線コネクタ 351">
                <a:extLst>
                  <a:ext uri="{FF2B5EF4-FFF2-40B4-BE49-F238E27FC236}">
                    <ns2:creationId id="{B7F47A3F-3013-BA6B-61A5-6F7FD303C3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ns2:creationId id="{AD10CDFA-DB0F-4E7C-E1BD-E9F63B27E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ns2:creationId id="{67AD6228-CB4C-2D1F-16EB-B26FC05A1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ns2:creationId id="{A4CD4419-92D3-F0C6-845A-84766744EE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矢印: 五方向 98">
              <a:extLst>
                <a:ext uri="{FF2B5EF4-FFF2-40B4-BE49-F238E27FC236}">
                  <ns2:creationId id="{ADC3B0C5-B378-94A2-D410-A873B0349B1D}"/>
                </a:ext>
              </a:extLst>
            </p:cNvPr>
            <p:cNvSpPr/>
            <p:nvPr/>
          </p:nvSpPr>
          <p:spPr>
            <a:xfrm>
              <a:off x="347898" y="5977471"/>
              <a:ext cx="1260000" cy="324000"/>
            </a:xfrm>
            <a:prstGeom prst="homePlate">
              <a:avLst>
                <a:gd name="adj" fmla="val 37287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328732531"/>
      </p:ext>
    </p:extLst>
  </p:cSld>
  <p:clrMapOvr>
    <a:masterClrMapping/>
  </p:clrMapOvr>
</p:sld>
</file>

<file path=ppt/slides/slide2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5BC688-A4A9-1BE7-D3A9-8A7C23EA1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ns2:creationId id="{1F59FF0D-18D8-2AA9-6442-3E9586505C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= 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3" name="グループ化 2">
            <a:extLst>
              <a:ext uri="{FF2B5EF4-FFF2-40B4-BE49-F238E27FC236}">
                <ns2:creationId id="{92C75884-268F-C5A4-0961-26B92B9AE545}"/>
              </a:ext>
            </a:extLst>
          </p:cNvPr>
          <p:cNvGrpSpPr/>
          <p:nvPr/>
        </p:nvGrpSpPr>
        <p:grpSpPr>
          <a:xfrm>
            <a:off x="479376" y="980903"/>
            <a:ext cx="11380339" cy="5353274"/>
            <a:chOff x="479376" y="980903"/>
            <a:chExt cx="11380339" cy="5353274"/>
          </a:xfrm>
        </p:grpSpPr>
        <p:cxnSp>
          <p:nvCxnSpPr>
            <p:cNvPr id="6" name="直線コネクタ 5">
              <a:extLst>
                <a:ext uri="{FF2B5EF4-FFF2-40B4-BE49-F238E27FC236}">
                  <ns2:creationId id="{A0AC0A1D-9A6C-4BB1-4E36-B82C35BABFFE}"/>
                </a:ext>
              </a:extLst>
            </p:cNvPr>
            <p:cNvCxnSpPr/>
            <p:nvPr/>
          </p:nvCxnSpPr>
          <p:spPr>
            <a:xfrm>
              <a:off x="479376" y="3645024"/>
              <a:ext cx="4680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>
              <a:extLst>
                <a:ext uri="{FF2B5EF4-FFF2-40B4-BE49-F238E27FC236}">
                  <ns2:creationId id="{7EAA0F12-F7C1-3389-ED67-64DC165B786A}"/>
                </a:ext>
              </a:extLst>
            </p:cNvPr>
            <p:cNvSpPr/>
            <p:nvPr/>
          </p:nvSpPr>
          <p:spPr>
            <a:xfrm>
              <a:off x="51785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A1A4A65-63E0-CEB0-87E1-5EC122EFF2E0}"/>
                </a:ext>
              </a:extLst>
            </p:cNvPr>
            <p:cNvSpPr/>
            <p:nvPr/>
          </p:nvSpPr>
          <p:spPr>
            <a:xfrm>
              <a:off x="293608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AC6CA44-B75E-07FB-950F-274F8A71F28B}"/>
                </a:ext>
              </a:extLst>
            </p:cNvPr>
            <p:cNvSpPr/>
            <p:nvPr/>
          </p:nvSpPr>
          <p:spPr>
            <a:xfrm>
              <a:off x="51785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300E4AC3-2D97-4733-C03F-2F6241B2C075}"/>
                </a:ext>
              </a:extLst>
            </p:cNvPr>
            <p:cNvSpPr/>
            <p:nvPr/>
          </p:nvSpPr>
          <p:spPr>
            <a:xfrm>
              <a:off x="293608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EBEEAC68-4EA0-2AF3-E1BE-D78D9B46E390}"/>
                </a:ext>
              </a:extLst>
            </p:cNvPr>
            <p:cNvSpPr/>
            <p:nvPr/>
          </p:nvSpPr>
          <p:spPr>
            <a:xfrm>
              <a:off x="693113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CD586B94-25AB-9C64-73C3-FE13A487900C}"/>
                </a:ext>
              </a:extLst>
            </p:cNvPr>
            <p:cNvSpPr/>
            <p:nvPr/>
          </p:nvSpPr>
          <p:spPr>
            <a:xfrm>
              <a:off x="3112365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C61DEEE7-97F4-0F8C-8FFC-C3D7E9DB8F3B}"/>
                </a:ext>
              </a:extLst>
            </p:cNvPr>
            <p:cNvSpPr/>
            <p:nvPr/>
          </p:nvSpPr>
          <p:spPr>
            <a:xfrm>
              <a:off x="696528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6026CDF-A3E7-EA6E-6DD4-20AE2AAEE8ED}"/>
                </a:ext>
              </a:extLst>
            </p:cNvPr>
            <p:cNvSpPr/>
            <p:nvPr/>
          </p:nvSpPr>
          <p:spPr>
            <a:xfrm>
              <a:off x="3106255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速度計: 中央 単色塗りつぶし">
              <a:extLst>
                <a:ext uri="{FF2B5EF4-FFF2-40B4-BE49-F238E27FC236}">
                  <ns2:creationId id="{6AC44713-FD0F-0327-0942-54A1FBA819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902405" y="2766204"/>
              <a:ext cx="648000" cy="648000"/>
            </a:xfrm>
            <a:prstGeom prst="rect">
              <a:avLst/>
            </a:prstGeom>
          </p:spPr>
        </p:pic>
        <p:pic>
          <p:nvPicPr>
            <p:cNvPr id="67" name="グラフィックス 66" descr="開いた本 単色塗りつぶし">
              <a:extLst>
                <a:ext uri="{FF2B5EF4-FFF2-40B4-BE49-F238E27FC236}">
                  <ns2:creationId id="{429A4280-0FA4-E5FC-3AEA-5E66D1150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91924" y="1807508"/>
              <a:ext cx="360000" cy="360000"/>
            </a:xfrm>
            <a:prstGeom prst="rect">
              <a:avLst/>
            </a:prstGeom>
          </p:spPr>
        </p:pic>
        <p:pic>
          <p:nvPicPr>
            <p:cNvPr id="71" name="グラフィックス 70" descr="ビデオ カメラ 単色塗りつぶし">
              <a:extLst>
                <a:ext uri="{FF2B5EF4-FFF2-40B4-BE49-F238E27FC236}">
                  <ns2:creationId id="{4AE5DEBB-D45F-4C14-C4AC-0E13C2A048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127775" y="2813926"/>
              <a:ext cx="504000" cy="504000"/>
            </a:xfrm>
            <a:prstGeom prst="rect">
              <a:avLst/>
            </a:prstGeom>
          </p:spPr>
        </p:pic>
        <p:pic>
          <p:nvPicPr>
            <p:cNvPr id="78" name="グラフィックス 77" descr="クリップボード 単色塗りつぶし">
              <a:extLst>
                <a:ext uri="{FF2B5EF4-FFF2-40B4-BE49-F238E27FC236}">
                  <ns2:creationId id="{BF671F76-7EAD-8ED0-4063-D3A0F4C540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49722" y="2741926"/>
              <a:ext cx="576000" cy="576000"/>
            </a:xfrm>
            <a:prstGeom prst="rect">
              <a:avLst/>
            </a:prstGeom>
          </p:spPr>
        </p:pic>
        <p:pic>
          <p:nvPicPr>
            <p:cNvPr id="80" name="グラフィックス 79" descr="男性の集団 単色塗りつぶし">
              <a:extLst>
                <a:ext uri="{FF2B5EF4-FFF2-40B4-BE49-F238E27FC236}">
                  <ns2:creationId id="{FAB441D9-83CA-27A1-5309-561FBECCF7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249504" y="2593495"/>
              <a:ext cx="504000" cy="504000"/>
            </a:xfrm>
            <a:prstGeom prst="rect">
              <a:avLst/>
            </a:prstGeom>
          </p:spPr>
        </p:pic>
        <p:pic>
          <p:nvPicPr>
            <p:cNvPr id="82" name="グラフィックス 81" descr="日毎カレンダー 単色塗りつぶし">
              <a:extLst>
                <a:ext uri="{FF2B5EF4-FFF2-40B4-BE49-F238E27FC236}">
                  <ns2:creationId id="{99869BB3-CE38-683A-0FF6-1A60CF100BA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75515" y="4568378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終了 単色塗りつぶし">
              <a:extLst>
                <a:ext uri="{FF2B5EF4-FFF2-40B4-BE49-F238E27FC236}">
                  <ns2:creationId id="{6CE0EE64-F2EB-8BD1-2D37-2C6F364342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31254" y="4777445"/>
              <a:ext cx="792000" cy="792000"/>
            </a:xfrm>
            <a:prstGeom prst="rect">
              <a:avLst/>
            </a:prstGeom>
          </p:spPr>
        </p:pic>
        <p:pic>
          <p:nvPicPr>
            <p:cNvPr id="86" name="グラフィックス 85" descr="ベン図 単色塗りつぶし">
              <a:extLst>
                <a:ext uri="{FF2B5EF4-FFF2-40B4-BE49-F238E27FC236}">
                  <ns2:creationId id="{63B8F5B7-C600-F5A7-7603-8171998E4D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037177" y="1744117"/>
              <a:ext cx="648000" cy="648000"/>
            </a:xfrm>
            <a:prstGeom prst="rect">
              <a:avLst/>
            </a:prstGeom>
          </p:spPr>
        </p:pic>
        <p:pic>
          <p:nvPicPr>
            <p:cNvPr id="88" name="グラフィックス 87" descr="トグル 単色塗りつぶし">
              <a:extLst>
                <a:ext uri="{FF2B5EF4-FFF2-40B4-BE49-F238E27FC236}">
                  <ns2:creationId id="{8DC9631D-6E01-1BC2-C8BD-E85DA66ED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33069" y="2247009"/>
              <a:ext cx="612000" cy="612000"/>
            </a:xfrm>
            <a:prstGeom prst="rect">
              <a:avLst/>
            </a:prstGeom>
          </p:spPr>
        </p:pic>
        <p:pic>
          <p:nvPicPr>
            <p:cNvPr id="90" name="グラフィックス 89" descr="停止 単色塗りつぶし">
              <a:extLst>
                <a:ext uri="{FF2B5EF4-FFF2-40B4-BE49-F238E27FC236}">
                  <ns2:creationId id="{31104633-19A8-40CB-E69A-D4ED93A21B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785604" y="2340839"/>
              <a:ext cx="684000" cy="684000"/>
            </a:xfrm>
            <a:prstGeom prst="rect">
              <a:avLst/>
            </a:prstGeom>
          </p:spPr>
        </p:pic>
        <p:pic>
          <p:nvPicPr>
            <p:cNvPr id="92" name="グラフィックス 91" descr="ターゲット 単色塗りつぶし">
              <a:extLst>
                <a:ext uri="{FF2B5EF4-FFF2-40B4-BE49-F238E27FC236}">
                  <ns2:creationId id="{C9D90A30-A1FB-D849-6F95-9C380FFA20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89307" y="1768476"/>
              <a:ext cx="684000" cy="684000"/>
            </a:xfrm>
            <a:prstGeom prst="rect">
              <a:avLst/>
            </a:prstGeom>
          </p:spPr>
        </p:pic>
        <p:pic>
          <p:nvPicPr>
            <p:cNvPr id="94" name="グラフィックス 93" descr="基本図形 単色塗りつぶし">
              <a:extLst>
                <a:ext uri="{FF2B5EF4-FFF2-40B4-BE49-F238E27FC236}">
                  <ns2:creationId id="{DF0BD790-64B0-AEB8-14E4-DDC53EF7F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582013" y="1761719"/>
              <a:ext cx="684000" cy="684000"/>
            </a:xfrm>
            <a:prstGeom prst="rect">
              <a:avLst/>
            </a:prstGeom>
          </p:spPr>
        </p:pic>
        <p:pic>
          <p:nvPicPr>
            <p:cNvPr id="98" name="グラフィックス 97" descr="イラストレーター 単色塗りつぶし">
              <a:extLst>
                <a:ext uri="{FF2B5EF4-FFF2-40B4-BE49-F238E27FC236}">
                  <ns2:creationId id="{9AC6DB09-5396-267F-1EA9-0AEC9A0703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4182247" y="4817395"/>
              <a:ext cx="720000" cy="720000"/>
            </a:xfrm>
            <a:prstGeom prst="rect">
              <a:avLst/>
            </a:prstGeom>
          </p:spPr>
        </p:pic>
        <p:pic>
          <p:nvPicPr>
            <p:cNvPr id="100" name="グラフィックス 99" descr="階層 単色塗りつぶし">
              <a:extLst>
                <a:ext uri="{FF2B5EF4-FFF2-40B4-BE49-F238E27FC236}">
                  <ns2:creationId id="{D06ABCCB-84A1-9109-ED76-0B98820F7A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752857" y="4427979"/>
              <a:ext cx="648000" cy="648000"/>
            </a:xfrm>
            <a:prstGeom prst="rect">
              <a:avLst/>
            </a:prstGeom>
          </p:spPr>
        </p:pic>
        <p:pic>
          <p:nvPicPr>
            <p:cNvPr id="102" name="グラフィックス 101" descr="目覚まし時計 単色塗りつぶし">
              <a:extLst>
                <a:ext uri="{FF2B5EF4-FFF2-40B4-BE49-F238E27FC236}">
                  <ns2:creationId id="{B6A7B7FA-738B-9984-7C23-BB51E17401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478002" y="2753016"/>
              <a:ext cx="612000" cy="612000"/>
            </a:xfrm>
            <a:prstGeom prst="rect">
              <a:avLst/>
            </a:prstGeom>
          </p:spPr>
        </p:pic>
        <p:pic>
          <p:nvPicPr>
            <p:cNvPr id="110" name="グラフィックス 109" descr="ダウンロード 単色塗りつぶし">
              <a:extLst>
                <a:ext uri="{FF2B5EF4-FFF2-40B4-BE49-F238E27FC236}">
                  <ns2:creationId id="{8F2A0758-5337-C85E-FBC2-151CAF4947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3462247" y="3968776"/>
              <a:ext cx="720000" cy="72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01E90E9E-3BAD-D750-7B2E-E9E11D139A2D}"/>
                </a:ext>
              </a:extLst>
            </p:cNvPr>
            <p:cNvSpPr/>
            <p:nvPr/>
          </p:nvSpPr>
          <p:spPr>
            <a:xfrm>
              <a:off x="7298880" y="980903"/>
              <a:ext cx="2304000" cy="704442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ns2:creationId id="{CDB16EED-61FC-3C1F-37ED-1974A0FC28B4}"/>
                </a:ext>
              </a:extLst>
            </p:cNvPr>
            <p:cNvGrpSpPr/>
            <p:nvPr/>
          </p:nvGrpSpPr>
          <p:grpSpPr>
            <a:xfrm>
              <a:off x="5663952" y="1825633"/>
              <a:ext cx="2916000" cy="1775028"/>
              <a:chOff x="5663952" y="1825633"/>
              <a:chExt cx="2916000" cy="1775028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1F84C1C3-B4BC-653F-AB97-2037AA9561DA}"/>
                  </a:ext>
                </a:extLst>
              </p:cNvPr>
              <p:cNvSpPr/>
              <p:nvPr/>
            </p:nvSpPr>
            <p:spPr>
              <a:xfrm>
                <a:off x="5663952" y="1825633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000"/>
                  </a:lnSpc>
                </a:pP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000"/>
                  </a:lnSpc>
                </a:pPr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A8670C16-167C-E75C-AD55-7A2E497ABFE3}"/>
                  </a:ext>
                </a:extLst>
              </p:cNvPr>
              <p:cNvSpPr/>
              <p:nvPr/>
            </p:nvSpPr>
            <p:spPr>
              <a:xfrm>
                <a:off x="5663952" y="2197390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08F82303-DEBD-69E3-9B92-9E8E57D48D45}"/>
                  </a:ext>
                </a:extLst>
              </p:cNvPr>
              <p:cNvSpPr/>
              <p:nvPr/>
            </p:nvSpPr>
            <p:spPr>
              <a:xfrm>
                <a:off x="5663952" y="256914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8B61C631-D29F-C7FB-99FE-F2BCFBAA3432}"/>
                  </a:ext>
                </a:extLst>
              </p:cNvPr>
              <p:cNvSpPr/>
              <p:nvPr/>
            </p:nvSpPr>
            <p:spPr>
              <a:xfrm>
                <a:off x="5663952" y="2940904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4FE3CD04-DE9F-FC0E-BEAF-094491618E8E}"/>
                  </a:ext>
                </a:extLst>
              </p:cNvPr>
              <p:cNvSpPr/>
              <p:nvPr/>
            </p:nvSpPr>
            <p:spPr>
              <a:xfrm>
                <a:off x="5663952" y="3312661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5" name="正方形/長方形 64">
              <a:extLst>
                <a:ext uri="{FF2B5EF4-FFF2-40B4-BE49-F238E27FC236}">
                  <ns2:creationId id="{931C11A8-52DE-E6B5-4CEC-BFDA67E775C2}"/>
                </a:ext>
              </a:extLst>
            </p:cNvPr>
            <p:cNvSpPr/>
            <p:nvPr/>
          </p:nvSpPr>
          <p:spPr>
            <a:xfrm>
              <a:off x="8943715" y="182247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B224F7D3-9486-F6F6-5C34-D61B8EE41F6E}"/>
                </a:ext>
              </a:extLst>
            </p:cNvPr>
            <p:cNvSpPr/>
            <p:nvPr/>
          </p:nvSpPr>
          <p:spPr>
            <a:xfrm>
              <a:off x="8943715" y="2194233"/>
              <a:ext cx="29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A6C90682-146A-0D89-D9E0-25E466702DC8}"/>
                </a:ext>
              </a:extLst>
            </p:cNvPr>
            <p:cNvSpPr/>
            <p:nvPr/>
          </p:nvSpPr>
          <p:spPr>
            <a:xfrm>
              <a:off x="8943715" y="2565990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F838D65-75A8-CE0E-EFA0-52212840C86E}"/>
                </a:ext>
              </a:extLst>
            </p:cNvPr>
            <p:cNvSpPr/>
            <p:nvPr/>
          </p:nvSpPr>
          <p:spPr>
            <a:xfrm>
              <a:off x="8943715" y="293774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659042CA-B843-372E-1BB7-2CB1384ED796}"/>
                </a:ext>
              </a:extLst>
            </p:cNvPr>
            <p:cNvSpPr/>
            <p:nvPr/>
          </p:nvSpPr>
          <p:spPr>
            <a:xfrm>
              <a:off x="5433089" y="1866324"/>
              <a:ext cx="252000" cy="180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FE7EB164-C469-0C28-221F-441B8D55ACA8}"/>
                </a:ext>
              </a:extLst>
            </p:cNvPr>
            <p:cNvSpPr/>
            <p:nvPr/>
          </p:nvSpPr>
          <p:spPr>
            <a:xfrm>
              <a:off x="8652142" y="1855725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⑨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9545B5D4-5DC3-025A-0F22-619CE282E8D8}"/>
                </a:ext>
              </a:extLst>
            </p:cNvPr>
            <p:cNvSpPr/>
            <p:nvPr/>
          </p:nvSpPr>
          <p:spPr>
            <a:xfrm>
              <a:off x="5433089" y="4750177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F43D96-90C6-E23A-3DB1-10F15E4632AE}"/>
                </a:ext>
              </a:extLst>
            </p:cNvPr>
            <p:cNvSpPr/>
            <p:nvPr/>
          </p:nvSpPr>
          <p:spPr>
            <a:xfrm>
              <a:off x="8652142" y="4721225"/>
              <a:ext cx="303746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50BABEA9-A211-B7EB-99D9-97FD88E718E8}"/>
                </a:ext>
              </a:extLst>
            </p:cNvPr>
            <p:cNvSpPr/>
            <p:nvPr/>
          </p:nvSpPr>
          <p:spPr>
            <a:xfrm>
              <a:off x="7346723" y="3822505"/>
              <a:ext cx="2304000" cy="704442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C708E32C-09A4-D608-E70D-11E107940621}"/>
                </a:ext>
              </a:extLst>
            </p:cNvPr>
            <p:cNvSpPr/>
            <p:nvPr/>
          </p:nvSpPr>
          <p:spPr>
            <a:xfrm>
              <a:off x="8921024" y="483516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6AA287B-3D77-691C-A5C3-A48330CFDD2A}"/>
                </a:ext>
              </a:extLst>
            </p:cNvPr>
            <p:cNvSpPr/>
            <p:nvPr/>
          </p:nvSpPr>
          <p:spPr>
            <a:xfrm>
              <a:off x="8943715" y="5208908"/>
              <a:ext cx="2916000" cy="288000"/>
            </a:xfrm>
            <a:prstGeom prst="rect">
              <a:avLst/>
            </a:prstGeom>
            <a:noFill/>
            <a:ln w="9525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BEACCFA2-62A9-B5CB-F65D-647010038072}"/>
                </a:ext>
              </a:extLst>
            </p:cNvPr>
            <p:cNvSpPr/>
            <p:nvPr/>
          </p:nvSpPr>
          <p:spPr>
            <a:xfrm>
              <a:off x="8921024" y="558265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2B35840-8703-7C43-F562-C67BCF5155CC}"/>
                </a:ext>
              </a:extLst>
            </p:cNvPr>
            <p:cNvSpPr/>
            <p:nvPr/>
          </p:nvSpPr>
          <p:spPr>
            <a:xfrm>
              <a:off x="8921024" y="5956395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76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95DF03F3-808C-CC69-032D-5159F7568B21}"/>
                </a:ext>
              </a:extLst>
            </p:cNvPr>
            <p:cNvGrpSpPr/>
            <p:nvPr/>
          </p:nvGrpSpPr>
          <p:grpSpPr>
            <a:xfrm>
              <a:off x="5663952" y="4835163"/>
              <a:ext cx="2916000" cy="1409235"/>
              <a:chOff x="5675764" y="3930437"/>
              <a:chExt cx="2916000" cy="1409235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44D172B7-3A36-D56C-2DC1-54B0403B155F}"/>
                  </a:ext>
                </a:extLst>
              </p:cNvPr>
              <p:cNvSpPr/>
              <p:nvPr/>
            </p:nvSpPr>
            <p:spPr>
              <a:xfrm>
                <a:off x="5675764" y="393043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81DD978E-E39C-306D-5739-EA8C1011934F}"/>
                  </a:ext>
                </a:extLst>
              </p:cNvPr>
              <p:cNvSpPr/>
              <p:nvPr/>
            </p:nvSpPr>
            <p:spPr>
              <a:xfrm>
                <a:off x="5675764" y="430418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3FF655F8-F629-927C-31EC-FDF459F2237C}"/>
                  </a:ext>
                </a:extLst>
              </p:cNvPr>
              <p:cNvSpPr/>
              <p:nvPr/>
            </p:nvSpPr>
            <p:spPr>
              <a:xfrm>
                <a:off x="5675764" y="467792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F9582AF1-5E2F-13F0-F9E6-8746D514AF3F}"/>
                  </a:ext>
                </a:extLst>
              </p:cNvPr>
              <p:cNvSpPr/>
              <p:nvPr/>
            </p:nvSpPr>
            <p:spPr>
              <a:xfrm>
                <a:off x="5675764" y="505167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13" name="グラフィックス 112" descr="ホールド ジェスチャ 単色塗りつぶし">
              <a:extLst>
                <a:ext uri="{FF2B5EF4-FFF2-40B4-BE49-F238E27FC236}">
                  <ns2:creationId id="{9244457C-73AD-5E93-13E6-7B538A9133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2053497" y="1729164"/>
              <a:ext cx="612000" cy="612000"/>
            </a:xfrm>
            <a:prstGeom prst="rect">
              <a:avLst/>
            </a:prstGeom>
          </p:spPr>
        </p:pic>
        <p:cxnSp>
          <p:nvCxnSpPr>
            <p:cNvPr id="123" name="直線コネクタ 122">
              <a:extLst>
                <a:ext uri="{FF2B5EF4-FFF2-40B4-BE49-F238E27FC236}">
                  <ns2:creationId id="{DB92276A-40EE-FC32-663F-076CDBBF70E4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1866324"/>
              <a:ext cx="0" cy="180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6B02689C-C4B4-6C43-8821-DFEA135BE1A1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4778509"/>
              <a:ext cx="0" cy="1512000"/>
            </a:xfrm>
            <a:prstGeom prst="line">
              <a:avLst/>
            </a:prstGeom>
            <a:ln w="38100">
              <a:solidFill>
                <a:srgbClr val="000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EA926045-64C1-803E-E6BF-D109420D3CE5}"/>
                </a:ext>
              </a:extLst>
            </p:cNvPr>
            <p:cNvCxnSpPr>
              <a:cxnSpLocks/>
            </p:cNvCxnSpPr>
            <p:nvPr/>
          </p:nvCxnSpPr>
          <p:spPr>
            <a:xfrm>
              <a:off x="2802682" y="1095955"/>
              <a:ext cx="0" cy="507600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033038250"/>
      </p:ext>
    </p:extLst>
  </p:cSld>
  <p:clrMapOvr>
    <a:masterClrMapping/>
  </p:clrMapOvr>
</p:sld>
</file>

<file path=ppt/slides/slide2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CEE5089-583B-DC0F-029C-1A6287990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solidFill>
                  <a:prstClr val="black"/>
                </a:solidFill>
              </a:rPr>
              <a:t>XX</a:t>
            </a:r>
            <a:r>
              <a:rPr lang="ja-JP" altLang="en-US" dirty="0">
                <a:solidFill>
                  <a:prstClr val="black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2137738-7795-93CF-4150-C795F4DAC8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390973"/>
          </a:xfrm>
        </p:spPr>
        <p:txBody>
          <a:bodyPr/>
          <a:lstStyle/>
          <a:p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</a:p>
        </p:txBody>
      </p:sp>
      <p:grpSp>
        <p:nvGrpSpPr>
          <p:cNvPr id="212" name="グループ化 211">
            <a:extLst>
              <a:ext uri="{FF2B5EF4-FFF2-40B4-BE49-F238E27FC236}">
                <ns2:creationId id="{A0D1984C-9547-094E-640E-2BA9B7AE3F80}"/>
              </a:ext>
            </a:extLst>
          </p:cNvPr>
          <p:cNvGrpSpPr/>
          <p:nvPr/>
        </p:nvGrpSpPr>
        <p:grpSpPr>
          <a:xfrm>
            <a:off x="334962" y="1636934"/>
            <a:ext cx="11522075" cy="4671791"/>
            <a:chOff x="334962" y="1636934"/>
            <a:chExt cx="11522075" cy="4671791"/>
          </a:xfrm>
        </p:grpSpPr>
        <p:sp>
          <p:nvSpPr>
            <p:cNvPr id="95" name="ホームベース 51">
              <a:extLst>
                <a:ext uri="{FF2B5EF4-FFF2-40B4-BE49-F238E27FC236}">
                  <ns2:creationId id="{28F090DE-1993-932B-4BCB-A63BCEEFA989}"/>
                </a:ext>
              </a:extLst>
            </p:cNvPr>
            <p:cNvSpPr/>
            <p:nvPr/>
          </p:nvSpPr>
          <p:spPr>
            <a:xfrm>
              <a:off x="1428033" y="1636934"/>
              <a:ext cx="2088000" cy="390973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" name="山形 52">
              <a:extLst>
                <a:ext uri="{FF2B5EF4-FFF2-40B4-BE49-F238E27FC236}">
                  <ns2:creationId id="{152D47F3-2124-FAEF-FF03-221ABB4EED38}"/>
                </a:ext>
              </a:extLst>
            </p:cNvPr>
            <p:cNvSpPr/>
            <p:nvPr/>
          </p:nvSpPr>
          <p:spPr>
            <a:xfrm>
              <a:off x="3511299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山形 53">
              <a:extLst>
                <a:ext uri="{FF2B5EF4-FFF2-40B4-BE49-F238E27FC236}">
                  <ns2:creationId id="{BA2F60FE-8C98-5135-C7C2-5D31F9AAE59C}"/>
                </a:ext>
              </a:extLst>
            </p:cNvPr>
            <p:cNvSpPr/>
            <p:nvPr/>
          </p:nvSpPr>
          <p:spPr>
            <a:xfrm>
              <a:off x="559456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8" name="山形 52">
              <a:extLst>
                <a:ext uri="{FF2B5EF4-FFF2-40B4-BE49-F238E27FC236}">
                  <ns2:creationId id="{81A73FE2-2991-5707-C7E9-36E098BC3039}"/>
                </a:ext>
              </a:extLst>
            </p:cNvPr>
            <p:cNvSpPr/>
            <p:nvPr/>
          </p:nvSpPr>
          <p:spPr>
            <a:xfrm>
              <a:off x="7677831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山形 53">
              <a:extLst>
                <a:ext uri="{FF2B5EF4-FFF2-40B4-BE49-F238E27FC236}">
                  <ns2:creationId id="{D4589CB8-A825-3D12-9DBC-90C0F39BE7C2}"/>
                </a:ext>
              </a:extLst>
            </p:cNvPr>
            <p:cNvSpPr/>
            <p:nvPr/>
          </p:nvSpPr>
          <p:spPr>
            <a:xfrm>
              <a:off x="976109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1" name="四角形: 角を丸くする 100">
              <a:extLst>
                <a:ext uri="{FF2B5EF4-FFF2-40B4-BE49-F238E27FC236}">
                  <ns2:creationId id="{D808896E-9637-1FB3-890E-7256631D8D1E}"/>
                </a:ext>
              </a:extLst>
            </p:cNvPr>
            <p:cNvSpPr/>
            <p:nvPr/>
          </p:nvSpPr>
          <p:spPr>
            <a:xfrm>
              <a:off x="334963" y="2205591"/>
              <a:ext cx="989340" cy="70577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四角形: 角を丸くする 101">
              <a:extLst>
                <a:ext uri="{FF2B5EF4-FFF2-40B4-BE49-F238E27FC236}">
                  <ns2:creationId id="{35338E74-C58A-8E2E-801D-FC571E04A768}"/>
                </a:ext>
              </a:extLst>
            </p:cNvPr>
            <p:cNvSpPr/>
            <p:nvPr/>
          </p:nvSpPr>
          <p:spPr>
            <a:xfrm>
              <a:off x="334963" y="2952310"/>
              <a:ext cx="505865" cy="140948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0085DF2C-A406-C796-C850-DB98097E0BF2}"/>
                </a:ext>
              </a:extLst>
            </p:cNvPr>
            <p:cNvSpPr/>
            <p:nvPr/>
          </p:nvSpPr>
          <p:spPr>
            <a:xfrm>
              <a:off x="893378" y="2952311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A40C7636-79D4-5866-3DFE-E2E2544D3813}"/>
                </a:ext>
              </a:extLst>
            </p:cNvPr>
            <p:cNvSpPr/>
            <p:nvPr/>
          </p:nvSpPr>
          <p:spPr>
            <a:xfrm>
              <a:off x="893378" y="3677038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52F49444-C374-2CB3-DBAB-90A642722ED7}"/>
                </a:ext>
              </a:extLst>
            </p:cNvPr>
            <p:cNvSpPr/>
            <p:nvPr/>
          </p:nvSpPr>
          <p:spPr>
            <a:xfrm>
              <a:off x="334963" y="4401765"/>
              <a:ext cx="989340" cy="107412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1313EC47-CA4B-3D0D-39E2-1C3A66F1B454}"/>
                </a:ext>
              </a:extLst>
            </p:cNvPr>
            <p:cNvSpPr/>
            <p:nvPr/>
          </p:nvSpPr>
          <p:spPr>
            <a:xfrm>
              <a:off x="334962" y="5528443"/>
              <a:ext cx="11522075" cy="780282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82BA317C-21A8-4BBF-4B1A-93CDE1544616}"/>
                </a:ext>
              </a:extLst>
            </p:cNvPr>
            <p:cNvSpPr/>
            <p:nvPr/>
          </p:nvSpPr>
          <p:spPr>
            <a:xfrm>
              <a:off x="546538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C9A1EA1D-DAA2-0249-F368-8CEF073E3216}"/>
                </a:ext>
              </a:extLst>
            </p:cNvPr>
            <p:cNvSpPr/>
            <p:nvPr/>
          </p:nvSpPr>
          <p:spPr>
            <a:xfrm>
              <a:off x="4391507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B22619F9-684A-4A2F-AA49-4007C0441883}"/>
                </a:ext>
              </a:extLst>
            </p:cNvPr>
            <p:cNvSpPr/>
            <p:nvPr/>
          </p:nvSpPr>
          <p:spPr>
            <a:xfrm>
              <a:off x="8236475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二等辺三角形 111">
              <a:extLst>
                <a:ext uri="{FF2B5EF4-FFF2-40B4-BE49-F238E27FC236}">
                  <ns2:creationId id="{5968E21E-79CB-1E73-2021-A9BF51AE2338}"/>
                </a:ext>
              </a:extLst>
            </p:cNvPr>
            <p:cNvSpPr/>
            <p:nvPr/>
          </p:nvSpPr>
          <p:spPr>
            <a:xfrm rot="5400000">
              <a:off x="3984208" y="5828584"/>
              <a:ext cx="396000" cy="180000"/>
            </a:xfrm>
            <a:prstGeom prst="triangl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二等辺三角形 112">
              <a:extLst>
                <a:ext uri="{FF2B5EF4-FFF2-40B4-BE49-F238E27FC236}">
                  <ns2:creationId id="{6B300A1D-5F43-734F-64ED-1BFADC213B9C}"/>
                </a:ext>
              </a:extLst>
            </p:cNvPr>
            <p:cNvSpPr/>
            <p:nvPr/>
          </p:nvSpPr>
          <p:spPr>
            <a:xfrm rot="5400000">
              <a:off x="7829177" y="5828584"/>
              <a:ext cx="396000" cy="180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F502C0C5-F842-1D1B-8BA2-BE6ADC8351CD}"/>
                </a:ext>
              </a:extLst>
            </p:cNvPr>
            <p:cNvSpPr txBox="1"/>
            <p:nvPr/>
          </p:nvSpPr>
          <p:spPr>
            <a:xfrm>
              <a:off x="2166033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8020519-A387-94B2-67A7-CB9241ED00A3}"/>
                </a:ext>
              </a:extLst>
            </p:cNvPr>
            <p:cNvSpPr txBox="1"/>
            <p:nvPr/>
          </p:nvSpPr>
          <p:spPr>
            <a:xfrm>
              <a:off x="4249299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B33F5978-3A7A-CD55-0593-E7D918673899}"/>
                </a:ext>
              </a:extLst>
            </p:cNvPr>
            <p:cNvSpPr txBox="1"/>
            <p:nvPr/>
          </p:nvSpPr>
          <p:spPr>
            <a:xfrm>
              <a:off x="6332565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18AAE627-382D-6E06-430C-9EAA4CB4B4B9}"/>
                </a:ext>
              </a:extLst>
            </p:cNvPr>
            <p:cNvSpPr txBox="1"/>
            <p:nvPr/>
          </p:nvSpPr>
          <p:spPr>
            <a:xfrm>
              <a:off x="8415831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18DADF0E-01FA-68D3-4F4D-F2334CC5725A}"/>
                </a:ext>
              </a:extLst>
            </p:cNvPr>
            <p:cNvSpPr txBox="1"/>
            <p:nvPr/>
          </p:nvSpPr>
          <p:spPr>
            <a:xfrm>
              <a:off x="10499097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楕円 119">
              <a:extLst>
                <a:ext uri="{FF2B5EF4-FFF2-40B4-BE49-F238E27FC236}">
                  <ns2:creationId id="{567AD6D9-6C66-323E-C48D-640F16172D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033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楕円 120">
              <a:extLst>
                <a:ext uri="{FF2B5EF4-FFF2-40B4-BE49-F238E27FC236}">
                  <ns2:creationId id="{F73BC443-B2DF-DC78-3801-5167BDFD5FD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19299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楕円 121">
              <a:extLst>
                <a:ext uri="{FF2B5EF4-FFF2-40B4-BE49-F238E27FC236}">
                  <ns2:creationId id="{6EC2EE9D-64D8-44EB-7A57-7E5E7C3E50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02565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B64245FF-AB9D-609A-D20F-8E8880A62D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85831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楕円 123">
              <a:extLst>
                <a:ext uri="{FF2B5EF4-FFF2-40B4-BE49-F238E27FC236}">
                  <ns2:creationId id="{5C35269D-2BFC-6254-EFCB-5557725119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69097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6" name="直線矢印コネクタ 125">
              <a:extLst>
                <a:ext uri="{FF2B5EF4-FFF2-40B4-BE49-F238E27FC236}">
                  <ns2:creationId id="{496E28AC-18B7-5DCF-227B-33B63DE3CFCC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2757343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楕円 128">
              <a:extLst>
                <a:ext uri="{FF2B5EF4-FFF2-40B4-BE49-F238E27FC236}">
                  <ns2:creationId id="{601CF92C-8A75-C6CC-288E-62E072BD4B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09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C7897F3-8D23-CF34-48DB-6F1951A115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4441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78D5895C-95F4-817F-C145-0A5DF9451C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05654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C2D4DE4-303C-7AB7-9FD7-A859F20C8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042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6FF4AE61-CD25-472C-AC98-A97CD266562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55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楕円 133">
              <a:extLst>
                <a:ext uri="{FF2B5EF4-FFF2-40B4-BE49-F238E27FC236}">
                  <ns2:creationId id="{750543AD-3325-7AD1-6384-6405A44557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72068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5A2F9D46-DCE2-5D4C-CA4A-571173BC41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59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4133687C-F1D4-F47C-8371-C3D4D0B63CC0}"/>
                </a:ext>
              </a:extLst>
            </p:cNvPr>
            <p:cNvSpPr txBox="1"/>
            <p:nvPr/>
          </p:nvSpPr>
          <p:spPr>
            <a:xfrm>
              <a:off x="2291256" y="2417377"/>
              <a:ext cx="115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0C069F04-E73A-573C-E511-3261C8F8BBA0}"/>
                </a:ext>
              </a:extLst>
            </p:cNvPr>
            <p:cNvSpPr txBox="1"/>
            <p:nvPr/>
          </p:nvSpPr>
          <p:spPr>
            <a:xfrm>
              <a:off x="3548121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D3112771-B944-FC19-AC8A-7EBB76078B32}"/>
                </a:ext>
              </a:extLst>
            </p:cNvPr>
            <p:cNvSpPr txBox="1"/>
            <p:nvPr/>
          </p:nvSpPr>
          <p:spPr>
            <a:xfrm>
              <a:off x="4816204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C9F0B56D-9A8D-CDE7-A208-A5B7846D3DF7}"/>
                </a:ext>
              </a:extLst>
            </p:cNvPr>
            <p:cNvSpPr txBox="1"/>
            <p:nvPr/>
          </p:nvSpPr>
          <p:spPr>
            <a:xfrm>
              <a:off x="5553974" y="2417377"/>
              <a:ext cx="1080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4A74A933-A391-465F-BE51-2730A65D9FC6}"/>
                </a:ext>
              </a:extLst>
            </p:cNvPr>
            <p:cNvSpPr txBox="1"/>
            <p:nvPr/>
          </p:nvSpPr>
          <p:spPr>
            <a:xfrm>
              <a:off x="6867159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1F657365-F644-F3F7-2B74-09B78C907EC2}"/>
                </a:ext>
              </a:extLst>
            </p:cNvPr>
            <p:cNvSpPr txBox="1"/>
            <p:nvPr/>
          </p:nvSpPr>
          <p:spPr>
            <a:xfrm>
              <a:off x="7572731" y="2417377"/>
              <a:ext cx="97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5A52359E-9DDB-31CB-46BC-2C1A6929548E}"/>
                </a:ext>
              </a:extLst>
            </p:cNvPr>
            <p:cNvSpPr txBox="1"/>
            <p:nvPr/>
          </p:nvSpPr>
          <p:spPr>
            <a:xfrm>
              <a:off x="9584068" y="2417377"/>
              <a:ext cx="684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CC74C30A-8CEA-3004-732B-F84599D5FF64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3440252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矢印コネクタ 143">
              <a:extLst>
                <a:ext uri="{FF2B5EF4-FFF2-40B4-BE49-F238E27FC236}">
                  <ns2:creationId id="{8C9563EA-9229-1089-5DEF-8343A77DDD96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4175975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FAC940BB-DE21-5902-FE9B-FF1436E7062C}"/>
                </a:ext>
              </a:extLst>
            </p:cNvPr>
            <p:cNvSpPr/>
            <p:nvPr/>
          </p:nvSpPr>
          <p:spPr>
            <a:xfrm>
              <a:off x="397633" y="5157249"/>
              <a:ext cx="864000" cy="25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ホームベース 51">
              <a:extLst>
                <a:ext uri="{FF2B5EF4-FFF2-40B4-BE49-F238E27FC236}">
                  <ns2:creationId id="{FA7772D8-3BD2-9ACB-96CD-82B8FFC14E01}"/>
                </a:ext>
              </a:extLst>
            </p:cNvPr>
            <p:cNvSpPr/>
            <p:nvPr/>
          </p:nvSpPr>
          <p:spPr>
            <a:xfrm>
              <a:off x="2468547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ホームベース 51">
              <a:extLst>
                <a:ext uri="{FF2B5EF4-FFF2-40B4-BE49-F238E27FC236}">
                  <ns2:creationId id="{180A14F7-88EC-FE44-2667-482A0AD7CC4E}"/>
                </a:ext>
              </a:extLst>
            </p:cNvPr>
            <p:cNvSpPr/>
            <p:nvPr/>
          </p:nvSpPr>
          <p:spPr>
            <a:xfrm>
              <a:off x="3522378" y="4602554"/>
              <a:ext cx="5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ホームベース 51">
              <a:extLst>
                <a:ext uri="{FF2B5EF4-FFF2-40B4-BE49-F238E27FC236}">
                  <ns2:creationId id="{82D2A8DD-1BCB-4478-AF89-85598105DAD9}"/>
                </a:ext>
              </a:extLst>
            </p:cNvPr>
            <p:cNvSpPr/>
            <p:nvPr/>
          </p:nvSpPr>
          <p:spPr>
            <a:xfrm>
              <a:off x="4108738" y="4442919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ホームベース 51">
              <a:extLst>
                <a:ext uri="{FF2B5EF4-FFF2-40B4-BE49-F238E27FC236}">
                  <ns2:creationId id="{632DA8FD-9E5A-7D55-CD98-66F249DF7308}"/>
                </a:ext>
              </a:extLst>
            </p:cNvPr>
            <p:cNvSpPr/>
            <p:nvPr/>
          </p:nvSpPr>
          <p:spPr>
            <a:xfrm>
              <a:off x="2468547" y="5167533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ホームベース 51">
              <a:extLst>
                <a:ext uri="{FF2B5EF4-FFF2-40B4-BE49-F238E27FC236}">
                  <ns2:creationId id="{FAF6AEC6-DC41-274B-93F3-E21563CB79CC}"/>
                </a:ext>
              </a:extLst>
            </p:cNvPr>
            <p:cNvSpPr/>
            <p:nvPr/>
          </p:nvSpPr>
          <p:spPr>
            <a:xfrm>
              <a:off x="3639219" y="5167533"/>
              <a:ext cx="756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ホームベース 51">
              <a:extLst>
                <a:ext uri="{FF2B5EF4-FFF2-40B4-BE49-F238E27FC236}">
                  <ns2:creationId id="{C8DD9ECD-9105-E9D7-01DB-453FD9DD7571}"/>
                </a:ext>
              </a:extLst>
            </p:cNvPr>
            <p:cNvSpPr/>
            <p:nvPr/>
          </p:nvSpPr>
          <p:spPr>
            <a:xfrm>
              <a:off x="5594565" y="4602554"/>
              <a:ext cx="1080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ホームベース 51">
              <a:extLst>
                <a:ext uri="{FF2B5EF4-FFF2-40B4-BE49-F238E27FC236}">
                  <ns2:creationId id="{A9BEB35F-E623-173D-AAD0-FC7782442FA0}"/>
                </a:ext>
              </a:extLst>
            </p:cNvPr>
            <p:cNvSpPr/>
            <p:nvPr/>
          </p:nvSpPr>
          <p:spPr>
            <a:xfrm>
              <a:off x="4108738" y="4779943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ホームベース 51">
              <a:extLst>
                <a:ext uri="{FF2B5EF4-FFF2-40B4-BE49-F238E27FC236}">
                  <ns2:creationId id="{115E15E7-3B91-798B-94BF-8D06008A124D}"/>
                </a:ext>
              </a:extLst>
            </p:cNvPr>
            <p:cNvSpPr/>
            <p:nvPr/>
          </p:nvSpPr>
          <p:spPr>
            <a:xfrm>
              <a:off x="6685075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ホームベース 51">
              <a:extLst>
                <a:ext uri="{FF2B5EF4-FFF2-40B4-BE49-F238E27FC236}">
                  <ns2:creationId id="{3C51DA65-EF07-B9DC-9798-8C75A3738BD7}"/>
                </a:ext>
              </a:extLst>
            </p:cNvPr>
            <p:cNvSpPr/>
            <p:nvPr/>
          </p:nvSpPr>
          <p:spPr>
            <a:xfrm>
              <a:off x="7674242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ホームベース 51">
              <a:extLst>
                <a:ext uri="{FF2B5EF4-FFF2-40B4-BE49-F238E27FC236}">
                  <ns2:creationId id="{154F162B-5762-6DE1-5AD3-394E4CA9E3E6}"/>
                </a:ext>
              </a:extLst>
            </p:cNvPr>
            <p:cNvSpPr/>
            <p:nvPr/>
          </p:nvSpPr>
          <p:spPr>
            <a:xfrm>
              <a:off x="872491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E6031502-56F8-E832-2B48-DD8A4F1B169B}"/>
                </a:ext>
              </a:extLst>
            </p:cNvPr>
            <p:cNvSpPr/>
            <p:nvPr/>
          </p:nvSpPr>
          <p:spPr>
            <a:xfrm>
              <a:off x="9714102" y="4602554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ホームベース 51">
              <a:extLst>
                <a:ext uri="{FF2B5EF4-FFF2-40B4-BE49-F238E27FC236}">
                  <ns2:creationId id="{4236FD9E-4B31-3669-F005-8F796BBCF2FC}"/>
                </a:ext>
              </a:extLst>
            </p:cNvPr>
            <p:cNvSpPr/>
            <p:nvPr/>
          </p:nvSpPr>
          <p:spPr>
            <a:xfrm>
              <a:off x="1088328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ホームベース 51">
              <a:extLst>
                <a:ext uri="{FF2B5EF4-FFF2-40B4-BE49-F238E27FC236}">
                  <ns2:creationId id="{1459A28F-E541-9536-D6BC-01D346DABB74}"/>
                </a:ext>
              </a:extLst>
            </p:cNvPr>
            <p:cNvSpPr/>
            <p:nvPr/>
          </p:nvSpPr>
          <p:spPr>
            <a:xfrm>
              <a:off x="4413891" y="5167533"/>
              <a:ext cx="129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ホームベース 51">
              <a:extLst>
                <a:ext uri="{FF2B5EF4-FFF2-40B4-BE49-F238E27FC236}">
                  <ns2:creationId id="{42D48810-B0F4-6879-1837-563BC81D4852}"/>
                </a:ext>
              </a:extLst>
            </p:cNvPr>
            <p:cNvSpPr/>
            <p:nvPr/>
          </p:nvSpPr>
          <p:spPr>
            <a:xfrm>
              <a:off x="5728563" y="5167533"/>
              <a:ext cx="5934284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楕円 159">
              <a:extLst>
                <a:ext uri="{FF2B5EF4-FFF2-40B4-BE49-F238E27FC236}">
                  <ns2:creationId id="{0A4462E5-3E8F-8DD1-E41E-83734F7723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76256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楕円 160">
              <a:extLst>
                <a:ext uri="{FF2B5EF4-FFF2-40B4-BE49-F238E27FC236}">
                  <ns2:creationId id="{175D8DA4-4D3F-4FC1-2A41-88988351AA4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916470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楕円 161">
              <a:extLst>
                <a:ext uri="{FF2B5EF4-FFF2-40B4-BE49-F238E27FC236}">
                  <ns2:creationId id="{2B6D61D8-4B36-C1E6-1AD5-9AECF325F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46388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楕円 162">
              <a:extLst>
                <a:ext uri="{FF2B5EF4-FFF2-40B4-BE49-F238E27FC236}">
                  <ns2:creationId id="{B4632863-D78A-DDE5-173E-AB6A141FCF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3527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楕円 163">
              <a:extLst>
                <a:ext uri="{FF2B5EF4-FFF2-40B4-BE49-F238E27FC236}">
                  <ns2:creationId id="{7990A2A1-E63A-4413-86F4-757CDDE8CA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3389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DBAAB96C-2B65-84DA-17CB-9E29F0BFF0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5535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楕円 165">
              <a:extLst>
                <a:ext uri="{FF2B5EF4-FFF2-40B4-BE49-F238E27FC236}">
                  <ns2:creationId id="{EB4BEF81-5B35-B0B1-DBDB-540B0E50A0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902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C07F60A2-F7E7-E80F-7C37-05ACF5B2EC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6056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DEAB2B2-ACFF-1309-8EDB-8BE8F80C7E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071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楕円 168">
              <a:extLst>
                <a:ext uri="{FF2B5EF4-FFF2-40B4-BE49-F238E27FC236}">
                  <ns2:creationId id="{F903D1E6-BE9B-1647-3E21-3D1D78773B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7889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テキスト ボックス 169">
              <a:extLst>
                <a:ext uri="{FF2B5EF4-FFF2-40B4-BE49-F238E27FC236}">
                  <ns2:creationId id="{80A3C86C-CC18-8867-308D-82A49C09909A}"/>
                </a:ext>
              </a:extLst>
            </p:cNvPr>
            <p:cNvSpPr txBox="1"/>
            <p:nvPr/>
          </p:nvSpPr>
          <p:spPr>
            <a:xfrm>
              <a:off x="3410856" y="3099989"/>
              <a:ext cx="648000" cy="252000"/>
            </a:xfrm>
            <a:prstGeom prst="rect">
              <a:avLst/>
            </a:prstGeom>
            <a:noFill/>
            <a:ln w="15875">
              <a:solidFill>
                <a:schemeClr val="accent2"/>
              </a:solidFill>
            </a:ln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592218A8-B3CF-AF85-A121-925D815A98AE}"/>
                </a:ext>
              </a:extLst>
            </p:cNvPr>
            <p:cNvSpPr txBox="1"/>
            <p:nvPr/>
          </p:nvSpPr>
          <p:spPr>
            <a:xfrm>
              <a:off x="4646470" y="3099989"/>
              <a:ext cx="64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00CA2A33-1FE5-B330-4DDA-7357BFF5C3FA}"/>
                </a:ext>
              </a:extLst>
            </p:cNvPr>
            <p:cNvSpPr txBox="1"/>
            <p:nvPr/>
          </p:nvSpPr>
          <p:spPr>
            <a:xfrm>
              <a:off x="1992613" y="3825796"/>
              <a:ext cx="82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1DDADB53-4652-0CDF-9C38-CE36F23F85AD}"/>
                </a:ext>
              </a:extLst>
            </p:cNvPr>
            <p:cNvSpPr txBox="1"/>
            <p:nvPr/>
          </p:nvSpPr>
          <p:spPr>
            <a:xfrm>
              <a:off x="2868880" y="3594271"/>
              <a:ext cx="828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73A510F-4C7F-08A2-2255-7725B55DD58E}"/>
                </a:ext>
              </a:extLst>
            </p:cNvPr>
            <p:cNvSpPr txBox="1"/>
            <p:nvPr/>
          </p:nvSpPr>
          <p:spPr>
            <a:xfrm>
              <a:off x="3785345" y="3594271"/>
              <a:ext cx="828000" cy="483525"/>
            </a:xfrm>
            <a:prstGeom prst="rect">
              <a:avLst/>
            </a:prstGeom>
            <a:noFill/>
          </p:spPr>
          <p:txBody>
            <a:bodyPr wrap="none" lIns="180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右中かっこ 174">
              <a:extLst>
                <a:ext uri="{FF2B5EF4-FFF2-40B4-BE49-F238E27FC236}">
                  <ns2:creationId id="{EDD5A18C-6CA9-17CC-1AE7-018C83466981}"/>
                </a:ext>
              </a:extLst>
            </p:cNvPr>
            <p:cNvSpPr/>
            <p:nvPr/>
          </p:nvSpPr>
          <p:spPr>
            <a:xfrm rot="16200000">
              <a:off x="4153922" y="3750530"/>
              <a:ext cx="108000" cy="648000"/>
            </a:xfrm>
            <a:prstGeom prst="rightBrac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9B6A5221-9B9D-F5C7-3EF5-4FBF4A567815}"/>
                </a:ext>
              </a:extLst>
            </p:cNvPr>
            <p:cNvSpPr txBox="1"/>
            <p:nvPr/>
          </p:nvSpPr>
          <p:spPr>
            <a:xfrm>
              <a:off x="5639027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242BB160-538D-D666-C38E-6C7405B49E9A}"/>
                </a:ext>
              </a:extLst>
            </p:cNvPr>
            <p:cNvSpPr txBox="1"/>
            <p:nvPr/>
          </p:nvSpPr>
          <p:spPr>
            <a:xfrm>
              <a:off x="6702139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6784EBD3-7BDD-D082-42C2-40E28D6D69F8}"/>
                </a:ext>
              </a:extLst>
            </p:cNvPr>
            <p:cNvSpPr txBox="1"/>
            <p:nvPr/>
          </p:nvSpPr>
          <p:spPr>
            <a:xfrm>
              <a:off x="7556301" y="3594271"/>
              <a:ext cx="972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ホームベース 51">
              <a:extLst>
                <a:ext uri="{FF2B5EF4-FFF2-40B4-BE49-F238E27FC236}">
                  <ns2:creationId id="{68E1ADF8-34F1-E81E-160A-6E450E6775D6}"/>
                </a:ext>
              </a:extLst>
            </p:cNvPr>
            <p:cNvSpPr/>
            <p:nvPr/>
          </p:nvSpPr>
          <p:spPr>
            <a:xfrm>
              <a:off x="8066518" y="4224200"/>
              <a:ext cx="169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ホームベース 51">
              <a:extLst>
                <a:ext uri="{FF2B5EF4-FFF2-40B4-BE49-F238E27FC236}">
                  <ns2:creationId id="{2C4214BA-84C8-0A90-4AE8-C00D93F11FAF}"/>
                </a:ext>
              </a:extLst>
            </p:cNvPr>
            <p:cNvSpPr/>
            <p:nvPr/>
          </p:nvSpPr>
          <p:spPr>
            <a:xfrm>
              <a:off x="9771605" y="4224200"/>
              <a:ext cx="187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2" name="直線矢印コネクタ 181">
              <a:extLst>
                <a:ext uri="{FF2B5EF4-FFF2-40B4-BE49-F238E27FC236}">
                  <ns2:creationId id="{41550782-34E2-2042-10F7-077426A46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9299" y="4530827"/>
              <a:ext cx="6195068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テキスト ボックス 184">
              <a:extLst>
                <a:ext uri="{FF2B5EF4-FFF2-40B4-BE49-F238E27FC236}">
                  <ns2:creationId id="{6E2B8773-D0C9-543F-DD00-5275E2111A0E}"/>
                </a:ext>
              </a:extLst>
            </p:cNvPr>
            <p:cNvSpPr txBox="1"/>
            <p:nvPr/>
          </p:nvSpPr>
          <p:spPr>
            <a:xfrm>
              <a:off x="8084833" y="4445370"/>
              <a:ext cx="1224000" cy="144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187" name="コネクタ: カギ線 186">
              <a:extLst>
                <a:ext uri="{FF2B5EF4-FFF2-40B4-BE49-F238E27FC236}">
                  <ns2:creationId id="{0B20CAA8-496F-7D02-61D5-424B00892635}"/>
                </a:ext>
              </a:extLst>
            </p:cNvPr>
            <p:cNvCxnSpPr>
              <a:cxnSpLocks/>
              <a:stCxn id="170" idx="1"/>
            </p:cNvCxnSpPr>
            <p:nvPr/>
          </p:nvCxnSpPr>
          <p:spPr>
            <a:xfrm rot="10800000" flipV="1">
              <a:off x="1874898" y="3225989"/>
              <a:ext cx="1535958" cy="2302454"/>
            </a:xfrm>
            <a:prstGeom prst="bentConnector2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コネクタ: カギ線 191">
              <a:extLst>
                <a:ext uri="{FF2B5EF4-FFF2-40B4-BE49-F238E27FC236}">
                  <ns2:creationId id="{EA541653-F715-F827-5863-D81039CA839A}"/>
                </a:ext>
              </a:extLst>
            </p:cNvPr>
            <p:cNvCxnSpPr>
              <a:cxnSpLocks/>
              <a:stCxn id="146" idx="1"/>
            </p:cNvCxnSpPr>
            <p:nvPr/>
          </p:nvCxnSpPr>
          <p:spPr>
            <a:xfrm flipH="1">
              <a:off x="1881352" y="4746554"/>
              <a:ext cx="587195" cy="0"/>
            </a:xfrm>
            <a:prstGeom prst="straightConnector1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プレゼンテーション (チェックリスト) 単色塗りつぶし">
              <a:extLst>
                <a:ext uri="{FF2B5EF4-FFF2-40B4-BE49-F238E27FC236}">
                  <ns2:creationId id="{2205CCE9-0112-5628-60B9-D9DAC20D88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9633" y="2216101"/>
              <a:ext cx="360000" cy="360000"/>
            </a:xfrm>
            <a:prstGeom prst="rect">
              <a:avLst/>
            </a:prstGeom>
          </p:spPr>
        </p:pic>
        <p:pic>
          <p:nvPicPr>
            <p:cNvPr id="205" name="グラフィックス 204" descr="メガホン 1 単色塗りつぶし">
              <a:extLst>
                <a:ext uri="{FF2B5EF4-FFF2-40B4-BE49-F238E27FC236}">
                  <ns2:creationId id="{3701A440-E6E1-ED48-C409-302CE53902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7895" y="3110231"/>
              <a:ext cx="360000" cy="360000"/>
            </a:xfrm>
            <a:prstGeom prst="rect">
              <a:avLst/>
            </a:prstGeom>
          </p:spPr>
        </p:pic>
        <p:pic>
          <p:nvPicPr>
            <p:cNvPr id="209" name="グラフィックス 208" descr="イラストレーター 単色塗りつぶし">
              <a:extLst>
                <a:ext uri="{FF2B5EF4-FFF2-40B4-BE49-F238E27FC236}">
                  <ns2:creationId id="{B9CF4D69-2021-C18A-7AFB-5C0983BBDD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9633" y="448964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2253"/>
      </p:ext>
    </p:extLst>
  </p:cSld>
  <p:clrMapOvr>
    <a:masterClrMapping/>
  </p:clrMapOvr>
</p:sld>
</file>

<file path=ppt/slides/slide28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57BD83A-5AD4-E38A-2E07-CA43AA868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55B0E-5032-D0E8-4B32-4F5AA6A23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217038-88D7-F0D3-223A-9CBC72FA6A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6" name="正方形/長方形 15">
            <a:extLst>
              <a:ext uri="{FF2B5EF4-FFF2-40B4-BE49-F238E27FC236}">
                <ns2:creationId id="{D638851C-A6DA-BB10-63BE-45BCD1CA5734}"/>
              </a:ext>
            </a:extLst>
          </p:cNvPr>
          <p:cNvSpPr/>
          <p:nvPr/>
        </p:nvSpPr>
        <p:spPr>
          <a:xfrm>
            <a:off x="334963" y="1623795"/>
            <a:ext cx="11520000" cy="4684927"/>
          </a:xfrm>
          <a:prstGeom prst="rect">
            <a:avLst/>
          </a:prstGeom>
          <a:noFill/>
          <a:ln w="9525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60" name="グループ化 659">
            <a:extLst>
              <a:ext uri="{FF2B5EF4-FFF2-40B4-BE49-F238E27FC236}">
                <ns2:creationId id="{FA0CC845-01CA-4F8E-57C1-EDC877201950}"/>
              </a:ext>
            </a:extLst>
          </p:cNvPr>
          <p:cNvGrpSpPr/>
          <p:nvPr/>
        </p:nvGrpSpPr>
        <p:grpSpPr>
          <a:xfrm>
            <a:off x="334963" y="1628775"/>
            <a:ext cx="11503379" cy="444897"/>
            <a:chOff x="334963" y="1628775"/>
            <a:chExt cx="11503379" cy="444897"/>
          </a:xfrm>
        </p:grpSpPr>
        <p:sp>
          <p:nvSpPr>
            <p:cNvPr id="26" name="正方形/長方形 25">
              <a:extLst>
                <a:ext uri="{FF2B5EF4-FFF2-40B4-BE49-F238E27FC236}">
                  <ns2:creationId id="{971AD6D9-61EC-496D-89D8-8CCA3D5E58EA}"/>
                </a:ext>
              </a:extLst>
            </p:cNvPr>
            <p:cNvSpPr/>
            <p:nvPr/>
          </p:nvSpPr>
          <p:spPr>
            <a:xfrm>
              <a:off x="33496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94EB7CA-4D73-20B0-DAAA-923EAE27BCB9}"/>
                </a:ext>
              </a:extLst>
            </p:cNvPr>
            <p:cNvSpPr/>
            <p:nvPr/>
          </p:nvSpPr>
          <p:spPr>
            <a:xfrm>
              <a:off x="383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1D21D97-A027-4D41-7583-B06C8BA5A4FC}"/>
                </a:ext>
              </a:extLst>
            </p:cNvPr>
            <p:cNvSpPr/>
            <p:nvPr/>
          </p:nvSpPr>
          <p:spPr>
            <a:xfrm>
              <a:off x="175584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lnSpc>
                  <a:spcPts val="1200"/>
                </a:lnSpc>
                <a:spcBef>
                  <a:spcPts val="200"/>
                </a:spcBef>
              </a:pPr>
              <a:r>
                <a:rPr kumimoji="1" lang="ja-JP" alt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" name="直線コネクタ 47">
              <a:extLst>
                <a:ext uri="{FF2B5EF4-FFF2-40B4-BE49-F238E27FC236}">
                  <ns2:creationId id="{5BF3E11F-0C3E-A867-D33F-022E379AB6A7}"/>
                </a:ext>
              </a:extLst>
            </p:cNvPr>
            <p:cNvCxnSpPr>
              <a:cxnSpLocks/>
              <a:stCxn id="26" idx="0"/>
              <a:endCxn id="26" idx="2"/>
            </p:cNvCxnSpPr>
            <p:nvPr/>
          </p:nvCxnSpPr>
          <p:spPr>
            <a:xfrm>
              <a:off x="1720963" y="1628775"/>
              <a:ext cx="0" cy="414000"/>
            </a:xfrm>
            <a:prstGeom prst="line">
              <a:avLst/>
            </a:prstGeom>
            <a:ln w="38100">
              <a:noFill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C6947F0D-5264-59C7-5384-B89F2D86F161}"/>
                </a:ext>
              </a:extLst>
            </p:cNvPr>
            <p:cNvSpPr/>
            <p:nvPr/>
          </p:nvSpPr>
          <p:spPr>
            <a:xfrm>
              <a:off x="324542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91CEAFE-A779-BD20-5C74-629BEC3ECB58}"/>
                </a:ext>
              </a:extLst>
            </p:cNvPr>
            <p:cNvSpPr/>
            <p:nvPr/>
          </p:nvSpPr>
          <p:spPr>
            <a:xfrm>
              <a:off x="3293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AC79F9FD-ABA6-0DC3-F73A-992890E5250F}"/>
                </a:ext>
              </a:extLst>
            </p:cNvPr>
            <p:cNvSpPr/>
            <p:nvPr/>
          </p:nvSpPr>
          <p:spPr>
            <a:xfrm>
              <a:off x="4666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7" name="直線コネクタ 56">
              <a:extLst>
                <a:ext uri="{FF2B5EF4-FFF2-40B4-BE49-F238E27FC236}">
                  <ns2:creationId id="{AC86AE6E-025B-F339-12CA-D5A8395EF69E}"/>
                </a:ext>
              </a:extLst>
            </p:cNvPr>
            <p:cNvCxnSpPr>
              <a:cxnSpLocks/>
              <a:stCxn id="53" idx="0"/>
              <a:endCxn id="53" idx="2"/>
            </p:cNvCxnSpPr>
            <p:nvPr/>
          </p:nvCxnSpPr>
          <p:spPr>
            <a:xfrm>
              <a:off x="463142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3782681B-8BBB-4997-1AB9-C2F2896527A7}"/>
                </a:ext>
              </a:extLst>
            </p:cNvPr>
            <p:cNvSpPr/>
            <p:nvPr/>
          </p:nvSpPr>
          <p:spPr>
            <a:xfrm>
              <a:off x="615588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455DFAF-9DB2-0DCB-2B0D-63CECC01B982}"/>
                </a:ext>
              </a:extLst>
            </p:cNvPr>
            <p:cNvSpPr/>
            <p:nvPr/>
          </p:nvSpPr>
          <p:spPr>
            <a:xfrm>
              <a:off x="620422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C01412B1-2821-4D15-3206-E4FAD7097C3E}"/>
                </a:ext>
              </a:extLst>
            </p:cNvPr>
            <p:cNvSpPr/>
            <p:nvPr/>
          </p:nvSpPr>
          <p:spPr>
            <a:xfrm>
              <a:off x="7576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1675FD02-D927-8282-0857-B1911B2E5656}"/>
                </a:ext>
              </a:extLst>
            </p:cNvPr>
            <p:cNvCxnSpPr>
              <a:cxnSpLocks/>
              <a:stCxn id="59" idx="0"/>
              <a:endCxn id="59" idx="2"/>
            </p:cNvCxnSpPr>
            <p:nvPr/>
          </p:nvCxnSpPr>
          <p:spPr>
            <a:xfrm>
              <a:off x="754188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E448CAEA-030B-81E6-908F-51FAFAFC6FE0}"/>
                </a:ext>
              </a:extLst>
            </p:cNvPr>
            <p:cNvSpPr/>
            <p:nvPr/>
          </p:nvSpPr>
          <p:spPr>
            <a:xfrm>
              <a:off x="9066342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F461E99B-4714-B2BB-F00D-46798738366A}"/>
                </a:ext>
              </a:extLst>
            </p:cNvPr>
            <p:cNvSpPr/>
            <p:nvPr/>
          </p:nvSpPr>
          <p:spPr>
            <a:xfrm>
              <a:off x="911468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1D76053-DEBF-9A2A-EFFC-E2405258A101}"/>
                </a:ext>
              </a:extLst>
            </p:cNvPr>
            <p:cNvSpPr/>
            <p:nvPr/>
          </p:nvSpPr>
          <p:spPr>
            <a:xfrm>
              <a:off x="1048722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" name="直線コネクタ 68">
              <a:extLst>
                <a:ext uri="{FF2B5EF4-FFF2-40B4-BE49-F238E27FC236}">
                  <ns2:creationId id="{5BFF7A62-7151-8F5E-F094-78742D98E8D0}"/>
                </a:ext>
              </a:extLst>
            </p:cNvPr>
            <p:cNvCxnSpPr>
              <a:cxnSpLocks/>
              <a:stCxn id="65" idx="0"/>
              <a:endCxn id="65" idx="2"/>
            </p:cNvCxnSpPr>
            <p:nvPr/>
          </p:nvCxnSpPr>
          <p:spPr>
            <a:xfrm>
              <a:off x="10452342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0" name="グラフィックス 499" descr="的中 単色塗りつぶし">
              <a:extLst>
                <a:ext uri="{FF2B5EF4-FFF2-40B4-BE49-F238E27FC236}">
                  <ns2:creationId id="{A4965B93-F68C-3AD8-AF8E-337E07E0C3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444112" y="1841461"/>
              <a:ext cx="216000" cy="216000"/>
            </a:xfrm>
            <a:prstGeom prst="rect">
              <a:avLst/>
            </a:prstGeom>
          </p:spPr>
        </p:pic>
        <p:pic>
          <p:nvPicPr>
            <p:cNvPr id="502" name="グラフィックス 501" descr="翼の付いたお金 単色塗りつぶし">
              <a:extLst>
                <a:ext uri="{FF2B5EF4-FFF2-40B4-BE49-F238E27FC236}">
                  <ns2:creationId id="{E01C2437-A57C-DA18-DEB5-96836B5095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357501" y="1841461"/>
              <a:ext cx="216000" cy="216000"/>
            </a:xfrm>
            <a:prstGeom prst="rect">
              <a:avLst/>
            </a:prstGeom>
          </p:spPr>
        </p:pic>
        <p:pic>
          <p:nvPicPr>
            <p:cNvPr id="504" name="グラフィックス 503" descr="砂時計: 終了 単色塗りつぶし">
              <a:extLst>
                <a:ext uri="{FF2B5EF4-FFF2-40B4-BE49-F238E27FC236}">
                  <ns2:creationId id="{EF41288F-B674-E746-DC27-58F50C2594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270890" y="1841461"/>
              <a:ext cx="216000" cy="216000"/>
            </a:xfrm>
            <a:prstGeom prst="rect">
              <a:avLst/>
            </a:prstGeom>
          </p:spPr>
        </p:pic>
        <p:pic>
          <p:nvPicPr>
            <p:cNvPr id="506" name="グラフィックス 505" descr="事業の成長 単色塗りつぶし">
              <a:extLst>
                <a:ext uri="{FF2B5EF4-FFF2-40B4-BE49-F238E27FC236}">
                  <ns2:creationId id="{4E048A3C-7416-C4F5-0ED8-4EFF17B1B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184279" y="1841461"/>
              <a:ext cx="216000" cy="216000"/>
            </a:xfrm>
            <a:prstGeom prst="rect">
              <a:avLst/>
            </a:prstGeom>
          </p:spPr>
        </p:pic>
      </p:grpSp>
      <p:sp>
        <p:nvSpPr>
          <p:cNvPr id="70" name="正方形/長方形 69">
            <a:extLst>
              <a:ext uri="{FF2B5EF4-FFF2-40B4-BE49-F238E27FC236}">
                <ns2:creationId id="{91C28B78-D9F1-C12D-1853-BF2783C640F5}"/>
              </a:ext>
            </a:extLst>
          </p:cNvPr>
          <p:cNvSpPr/>
          <p:nvPr/>
        </p:nvSpPr>
        <p:spPr>
          <a:xfrm>
            <a:off x="334962" y="2083070"/>
            <a:ext cx="11520000" cy="252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7514F99E-9EB9-30CA-81B8-BDEF4AE675E0}"/>
              </a:ext>
            </a:extLst>
          </p:cNvPr>
          <p:cNvSpPr/>
          <p:nvPr/>
        </p:nvSpPr>
        <p:spPr>
          <a:xfrm>
            <a:off x="346393" y="2362859"/>
            <a:ext cx="1238037" cy="396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2" name="正方形/長方形 121">
            <a:extLst>
              <a:ext uri="{FF2B5EF4-FFF2-40B4-BE49-F238E27FC236}">
                <ns2:creationId id="{4E81D9FE-E02C-742A-7807-BF2304BDA1E1}"/>
              </a:ext>
            </a:extLst>
          </p:cNvPr>
          <p:cNvSpPr/>
          <p:nvPr/>
        </p:nvSpPr>
        <p:spPr>
          <a:xfrm>
            <a:off x="16331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042B0059-E399-10DA-15EC-03D6793E11CA}"/>
              </a:ext>
            </a:extLst>
          </p:cNvPr>
          <p:cNvSpPr/>
          <p:nvPr/>
        </p:nvSpPr>
        <p:spPr>
          <a:xfrm>
            <a:off x="284895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ns2:creationId id="{EFEAACEE-C999-25AD-D054-8B5C87EDA7D7}"/>
              </a:ext>
            </a:extLst>
          </p:cNvPr>
          <p:cNvSpPr/>
          <p:nvPr/>
        </p:nvSpPr>
        <p:spPr>
          <a:xfrm>
            <a:off x="40682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0" name="正方形/長方形 139">
            <a:extLst>
              <a:ext uri="{FF2B5EF4-FFF2-40B4-BE49-F238E27FC236}">
                <ns2:creationId id="{FE7383E0-1E54-F6EF-9A56-16C257B57CB7}"/>
              </a:ext>
            </a:extLst>
          </p:cNvPr>
          <p:cNvSpPr/>
          <p:nvPr/>
        </p:nvSpPr>
        <p:spPr>
          <a:xfrm>
            <a:off x="5283401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6" name="正方形/長方形 145">
            <a:extLst>
              <a:ext uri="{FF2B5EF4-FFF2-40B4-BE49-F238E27FC236}">
                <ns2:creationId id="{63850701-35BD-4082-E698-947EC9FCA49F}"/>
              </a:ext>
            </a:extLst>
          </p:cNvPr>
          <p:cNvSpPr/>
          <p:nvPr/>
        </p:nvSpPr>
        <p:spPr>
          <a:xfrm>
            <a:off x="6502744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151">
            <a:extLst>
              <a:ext uri="{FF2B5EF4-FFF2-40B4-BE49-F238E27FC236}">
                <ns2:creationId id="{A855E771-30C9-76CB-B7E2-DAA2537140F9}"/>
              </a:ext>
            </a:extLst>
          </p:cNvPr>
          <p:cNvSpPr/>
          <p:nvPr/>
        </p:nvSpPr>
        <p:spPr>
          <a:xfrm>
            <a:off x="772203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F23A3704-F221-9470-947F-65AEE91D10AB}"/>
              </a:ext>
            </a:extLst>
          </p:cNvPr>
          <p:cNvSpPr/>
          <p:nvPr/>
        </p:nvSpPr>
        <p:spPr>
          <a:xfrm>
            <a:off x="894132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172">
            <a:extLst>
              <a:ext uri="{FF2B5EF4-FFF2-40B4-BE49-F238E27FC236}">
                <ns2:creationId id="{44D4E363-8744-D843-9D8A-77F7846F088F}"/>
              </a:ext>
            </a:extLst>
          </p:cNvPr>
          <p:cNvSpPr/>
          <p:nvPr/>
        </p:nvSpPr>
        <p:spPr>
          <a:xfrm>
            <a:off x="346394" y="2784010"/>
            <a:ext cx="468000" cy="104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5" name="正方形/長方形 174">
            <a:extLst>
              <a:ext uri="{FF2B5EF4-FFF2-40B4-BE49-F238E27FC236}">
                <ns2:creationId id="{28C9E614-9D7A-EBB8-5D56-B4F0446CD69A}"/>
              </a:ext>
            </a:extLst>
          </p:cNvPr>
          <p:cNvSpPr/>
          <p:nvPr/>
        </p:nvSpPr>
        <p:spPr>
          <a:xfrm>
            <a:off x="838962" y="2794464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7" name="正方形/長方形 176">
            <a:extLst>
              <a:ext uri="{FF2B5EF4-FFF2-40B4-BE49-F238E27FC236}">
                <ns2:creationId id="{CD9EEF7B-EE92-9EB3-BD3F-B1201E8B264B}"/>
              </a:ext>
            </a:extLst>
          </p:cNvPr>
          <p:cNvSpPr/>
          <p:nvPr/>
        </p:nvSpPr>
        <p:spPr>
          <a:xfrm>
            <a:off x="838962" y="3004725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F2AB5D9B-ED19-2EE0-A535-424B6C44D0EA}"/>
              </a:ext>
            </a:extLst>
          </p:cNvPr>
          <p:cNvSpPr/>
          <p:nvPr/>
        </p:nvSpPr>
        <p:spPr>
          <a:xfrm>
            <a:off x="838962" y="3220588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1" name="正方形/長方形 180">
            <a:extLst>
              <a:ext uri="{FF2B5EF4-FFF2-40B4-BE49-F238E27FC236}">
                <ns2:creationId id="{3A7D6A46-3D7A-C938-1461-F4DBF971BD5F}"/>
              </a:ext>
            </a:extLst>
          </p:cNvPr>
          <p:cNvSpPr/>
          <p:nvPr/>
        </p:nvSpPr>
        <p:spPr>
          <a:xfrm>
            <a:off x="838962" y="3434796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182">
            <a:extLst>
              <a:ext uri="{FF2B5EF4-FFF2-40B4-BE49-F238E27FC236}">
                <ns2:creationId id="{30F2A894-ABC9-4771-FBD1-01CE22CC6B1A}"/>
              </a:ext>
            </a:extLst>
          </p:cNvPr>
          <p:cNvSpPr/>
          <p:nvPr/>
        </p:nvSpPr>
        <p:spPr>
          <a:xfrm>
            <a:off x="838962" y="3654903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ns2:creationId id="{0A1F9C16-1729-DF79-585F-9DB21F640376}"/>
              </a:ext>
            </a:extLst>
          </p:cNvPr>
          <p:cNvSpPr/>
          <p:nvPr/>
        </p:nvSpPr>
        <p:spPr>
          <a:xfrm>
            <a:off x="334962" y="3865164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8EE1DD92-FCBA-30B6-ABD6-6F951E595768}"/>
              </a:ext>
            </a:extLst>
          </p:cNvPr>
          <p:cNvSpPr/>
          <p:nvPr/>
        </p:nvSpPr>
        <p:spPr>
          <a:xfrm>
            <a:off x="838962" y="4082509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5" name="正方形/長方形 204">
            <a:extLst>
              <a:ext uri="{FF2B5EF4-FFF2-40B4-BE49-F238E27FC236}">
                <ns2:creationId id="{169441A4-41EB-2433-99B0-F7DBEE56ECAA}"/>
              </a:ext>
            </a:extLst>
          </p:cNvPr>
          <p:cNvSpPr/>
          <p:nvPr/>
        </p:nvSpPr>
        <p:spPr>
          <a:xfrm>
            <a:off x="838962" y="4294498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7" name="正方形/長方形 206">
            <a:extLst>
              <a:ext uri="{FF2B5EF4-FFF2-40B4-BE49-F238E27FC236}">
                <ns2:creationId id="{99794F71-B76F-040F-F556-5D4C9DAB4887}"/>
              </a:ext>
            </a:extLst>
          </p:cNvPr>
          <p:cNvSpPr/>
          <p:nvPr/>
        </p:nvSpPr>
        <p:spPr>
          <a:xfrm>
            <a:off x="838962" y="4511423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正方形/長方形 208">
            <a:extLst>
              <a:ext uri="{FF2B5EF4-FFF2-40B4-BE49-F238E27FC236}">
                <ns2:creationId id="{AABEBBDA-9BF7-921C-BA3A-1406E6E18B41}"/>
              </a:ext>
            </a:extLst>
          </p:cNvPr>
          <p:cNvSpPr/>
          <p:nvPr/>
        </p:nvSpPr>
        <p:spPr>
          <a:xfrm>
            <a:off x="334962" y="4733521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1" name="正方形/長方形 210">
            <a:extLst>
              <a:ext uri="{FF2B5EF4-FFF2-40B4-BE49-F238E27FC236}">
                <ns2:creationId id="{E86575B9-0156-545B-3393-566BFFB061C5}"/>
              </a:ext>
            </a:extLst>
          </p:cNvPr>
          <p:cNvSpPr/>
          <p:nvPr/>
        </p:nvSpPr>
        <p:spPr>
          <a:xfrm>
            <a:off x="334962" y="4947312"/>
            <a:ext cx="1260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81192476-6BA4-CAC9-46CF-B7733A3D53BE}"/>
              </a:ext>
            </a:extLst>
          </p:cNvPr>
          <p:cNvSpPr/>
          <p:nvPr/>
        </p:nvSpPr>
        <p:spPr>
          <a:xfrm>
            <a:off x="1633140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正方形/長方形 125">
            <a:extLst>
              <a:ext uri="{FF2B5EF4-FFF2-40B4-BE49-F238E27FC236}">
                <ns2:creationId id="{E8F55497-2BD8-1CF1-16C9-4A6DE8014C32}"/>
              </a:ext>
            </a:extLst>
          </p:cNvPr>
          <p:cNvSpPr/>
          <p:nvPr/>
        </p:nvSpPr>
        <p:spPr>
          <a:xfrm>
            <a:off x="2246348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2D2881B-3964-96A4-4232-00784E301E5A}"/>
              </a:ext>
            </a:extLst>
          </p:cNvPr>
          <p:cNvSpPr/>
          <p:nvPr/>
        </p:nvSpPr>
        <p:spPr>
          <a:xfrm>
            <a:off x="285177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2" name="正方形/長方形 131">
            <a:extLst>
              <a:ext uri="{FF2B5EF4-FFF2-40B4-BE49-F238E27FC236}">
                <ns2:creationId id="{42B66740-C8F1-D77D-FEBA-48883B88A2E9}"/>
              </a:ext>
            </a:extLst>
          </p:cNvPr>
          <p:cNvSpPr/>
          <p:nvPr/>
        </p:nvSpPr>
        <p:spPr>
          <a:xfrm>
            <a:off x="346498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6" name="正方形/長方形 135">
            <a:extLst>
              <a:ext uri="{FF2B5EF4-FFF2-40B4-BE49-F238E27FC236}">
                <ns2:creationId id="{AF6DA5AD-DF92-BD9B-1A4E-55B57E883274}"/>
              </a:ext>
            </a:extLst>
          </p:cNvPr>
          <p:cNvSpPr/>
          <p:nvPr/>
        </p:nvSpPr>
        <p:spPr>
          <a:xfrm>
            <a:off x="406758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D226947A-0005-64A2-3C1E-4058A7B05B27}"/>
              </a:ext>
            </a:extLst>
          </p:cNvPr>
          <p:cNvSpPr/>
          <p:nvPr/>
        </p:nvSpPr>
        <p:spPr>
          <a:xfrm>
            <a:off x="468079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正方形/長方形 141">
            <a:extLst>
              <a:ext uri="{FF2B5EF4-FFF2-40B4-BE49-F238E27FC236}">
                <ns2:creationId id="{FB4EC39F-7D0A-DBC1-1ACA-C5DF3176EB80}"/>
              </a:ext>
            </a:extLst>
          </p:cNvPr>
          <p:cNvSpPr/>
          <p:nvPr/>
        </p:nvSpPr>
        <p:spPr>
          <a:xfrm>
            <a:off x="5286932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4" name="正方形/長方形 143">
            <a:extLst>
              <a:ext uri="{FF2B5EF4-FFF2-40B4-BE49-F238E27FC236}">
                <ns2:creationId id="{49382DCC-7983-40CA-59DD-FA5C6FE87DFE}"/>
              </a:ext>
            </a:extLst>
          </p:cNvPr>
          <p:cNvSpPr/>
          <p:nvPr/>
        </p:nvSpPr>
        <p:spPr>
          <a:xfrm>
            <a:off x="5900140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8" name="正方形/長方形 147">
            <a:extLst>
              <a:ext uri="{FF2B5EF4-FFF2-40B4-BE49-F238E27FC236}">
                <ns2:creationId id="{7076F16B-D44D-79BB-006A-A0DF0EE55D54}"/>
              </a:ext>
            </a:extLst>
          </p:cNvPr>
          <p:cNvSpPr/>
          <p:nvPr/>
        </p:nvSpPr>
        <p:spPr>
          <a:xfrm>
            <a:off x="6505515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149">
            <a:extLst>
              <a:ext uri="{FF2B5EF4-FFF2-40B4-BE49-F238E27FC236}">
                <ns2:creationId id="{58077728-32BC-1A37-A364-01F849E24489}"/>
              </a:ext>
            </a:extLst>
          </p:cNvPr>
          <p:cNvSpPr/>
          <p:nvPr/>
        </p:nvSpPr>
        <p:spPr>
          <a:xfrm>
            <a:off x="7118723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4" name="正方形/長方形 153">
            <a:extLst>
              <a:ext uri="{FF2B5EF4-FFF2-40B4-BE49-F238E27FC236}">
                <ns2:creationId id="{048A20F3-2835-B87E-2B98-21B9D375C591}"/>
              </a:ext>
            </a:extLst>
          </p:cNvPr>
          <p:cNvSpPr/>
          <p:nvPr/>
        </p:nvSpPr>
        <p:spPr>
          <a:xfrm>
            <a:off x="772132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155">
            <a:extLst>
              <a:ext uri="{FF2B5EF4-FFF2-40B4-BE49-F238E27FC236}">
                <ns2:creationId id="{C68FB171-99B9-6D53-36A1-24DD5E831C65}"/>
              </a:ext>
            </a:extLst>
          </p:cNvPr>
          <p:cNvSpPr/>
          <p:nvPr/>
        </p:nvSpPr>
        <p:spPr>
          <a:xfrm>
            <a:off x="833453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76FDC1A2-197B-3952-452A-F9F4C4ECA3A3}"/>
              </a:ext>
            </a:extLst>
          </p:cNvPr>
          <p:cNvSpPr/>
          <p:nvPr/>
        </p:nvSpPr>
        <p:spPr>
          <a:xfrm>
            <a:off x="893713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161">
            <a:extLst>
              <a:ext uri="{FF2B5EF4-FFF2-40B4-BE49-F238E27FC236}">
                <ns2:creationId id="{F9418E1E-F24F-B281-D892-1B6C3C9D5E70}"/>
              </a:ext>
            </a:extLst>
          </p:cNvPr>
          <p:cNvSpPr/>
          <p:nvPr/>
        </p:nvSpPr>
        <p:spPr>
          <a:xfrm>
            <a:off x="955034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4" name="正方形/長方形 213">
            <a:extLst>
              <a:ext uri="{FF2B5EF4-FFF2-40B4-BE49-F238E27FC236}">
                <ns2:creationId id="{5883F7FC-73A8-D132-4ADF-935789D81364}"/>
              </a:ext>
            </a:extLst>
          </p:cNvPr>
          <p:cNvSpPr/>
          <p:nvPr/>
        </p:nvSpPr>
        <p:spPr>
          <a:xfrm>
            <a:off x="1633140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5" name="正方形/長方形 214">
            <a:extLst>
              <a:ext uri="{FF2B5EF4-FFF2-40B4-BE49-F238E27FC236}">
                <ns2:creationId id="{510EEB95-17AF-A7E8-95DA-10C2E64B801D}"/>
              </a:ext>
            </a:extLst>
          </p:cNvPr>
          <p:cNvSpPr/>
          <p:nvPr/>
        </p:nvSpPr>
        <p:spPr>
          <a:xfrm>
            <a:off x="2246348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6" name="正方形/長方形 215">
            <a:extLst>
              <a:ext uri="{FF2B5EF4-FFF2-40B4-BE49-F238E27FC236}">
                <ns2:creationId id="{C7E014F9-4224-1216-01A8-8907BA9F94C3}"/>
              </a:ext>
            </a:extLst>
          </p:cNvPr>
          <p:cNvSpPr/>
          <p:nvPr/>
        </p:nvSpPr>
        <p:spPr>
          <a:xfrm>
            <a:off x="285177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7" name="正方形/長方形 216">
            <a:extLst>
              <a:ext uri="{FF2B5EF4-FFF2-40B4-BE49-F238E27FC236}">
                <ns2:creationId id="{A7EA112A-C9B5-458C-2779-D8D8B820AEFE}"/>
              </a:ext>
            </a:extLst>
          </p:cNvPr>
          <p:cNvSpPr/>
          <p:nvPr/>
        </p:nvSpPr>
        <p:spPr>
          <a:xfrm>
            <a:off x="346498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8" name="正方形/長方形 217">
            <a:extLst>
              <a:ext uri="{FF2B5EF4-FFF2-40B4-BE49-F238E27FC236}">
                <ns2:creationId id="{B5C029F8-BF7B-904B-2F0B-63813464B057}"/>
              </a:ext>
            </a:extLst>
          </p:cNvPr>
          <p:cNvSpPr/>
          <p:nvPr/>
        </p:nvSpPr>
        <p:spPr>
          <a:xfrm>
            <a:off x="406758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9" name="正方形/長方形 218">
            <a:extLst>
              <a:ext uri="{FF2B5EF4-FFF2-40B4-BE49-F238E27FC236}">
                <ns2:creationId id="{490F3A4D-63DE-BC53-6BB8-2C55D27FC7DB}"/>
              </a:ext>
            </a:extLst>
          </p:cNvPr>
          <p:cNvSpPr/>
          <p:nvPr/>
        </p:nvSpPr>
        <p:spPr>
          <a:xfrm>
            <a:off x="468079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A3916BFC-187B-CCD5-5E51-E730EB259375}"/>
              </a:ext>
            </a:extLst>
          </p:cNvPr>
          <p:cNvSpPr/>
          <p:nvPr/>
        </p:nvSpPr>
        <p:spPr>
          <a:xfrm>
            <a:off x="5286932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1" name="正方形/長方形 220">
            <a:extLst>
              <a:ext uri="{FF2B5EF4-FFF2-40B4-BE49-F238E27FC236}">
                <ns2:creationId id="{34152B43-9873-68A6-B58C-B2960542016C}"/>
              </a:ext>
            </a:extLst>
          </p:cNvPr>
          <p:cNvSpPr/>
          <p:nvPr/>
        </p:nvSpPr>
        <p:spPr>
          <a:xfrm>
            <a:off x="5900140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FF653DD9-0CF2-83DB-1520-6476D1999790}"/>
              </a:ext>
            </a:extLst>
          </p:cNvPr>
          <p:cNvSpPr/>
          <p:nvPr/>
        </p:nvSpPr>
        <p:spPr>
          <a:xfrm>
            <a:off x="6505515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3" name="正方形/長方形 222">
            <a:extLst>
              <a:ext uri="{FF2B5EF4-FFF2-40B4-BE49-F238E27FC236}">
                <ns2:creationId id="{AFFFFCBB-D19D-DE56-AA75-D725C81F790A}"/>
              </a:ext>
            </a:extLst>
          </p:cNvPr>
          <p:cNvSpPr/>
          <p:nvPr/>
        </p:nvSpPr>
        <p:spPr>
          <a:xfrm>
            <a:off x="7118723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4" name="正方形/長方形 223">
            <a:extLst>
              <a:ext uri="{FF2B5EF4-FFF2-40B4-BE49-F238E27FC236}">
                <ns2:creationId id="{87FE3264-AEAB-4225-DC6A-7B2C2DBA3170}"/>
              </a:ext>
            </a:extLst>
          </p:cNvPr>
          <p:cNvSpPr/>
          <p:nvPr/>
        </p:nvSpPr>
        <p:spPr>
          <a:xfrm>
            <a:off x="772132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5" name="正方形/長方形 224">
            <a:extLst>
              <a:ext uri="{FF2B5EF4-FFF2-40B4-BE49-F238E27FC236}">
                <ns2:creationId id="{B142E559-2BDC-CF95-97BF-7BF99BF14BC0}"/>
              </a:ext>
            </a:extLst>
          </p:cNvPr>
          <p:cNvSpPr/>
          <p:nvPr/>
        </p:nvSpPr>
        <p:spPr>
          <a:xfrm>
            <a:off x="833453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6" name="正方形/長方形 225">
            <a:extLst>
              <a:ext uri="{FF2B5EF4-FFF2-40B4-BE49-F238E27FC236}">
                <ns2:creationId id="{DD385CBE-2B02-345C-C433-F16089A14DE0}"/>
              </a:ext>
            </a:extLst>
          </p:cNvPr>
          <p:cNvSpPr/>
          <p:nvPr/>
        </p:nvSpPr>
        <p:spPr>
          <a:xfrm>
            <a:off x="893713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7" name="正方形/長方形 226">
            <a:extLst>
              <a:ext uri="{FF2B5EF4-FFF2-40B4-BE49-F238E27FC236}">
                <ns2:creationId id="{F4B2929F-788C-2861-5EFF-5FE944C30CAC}"/>
              </a:ext>
            </a:extLst>
          </p:cNvPr>
          <p:cNvSpPr/>
          <p:nvPr/>
        </p:nvSpPr>
        <p:spPr>
          <a:xfrm>
            <a:off x="955034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5A516DC9-DF6E-61FD-97ED-D2D5BED28AC9}"/>
              </a:ext>
            </a:extLst>
          </p:cNvPr>
          <p:cNvSpPr/>
          <p:nvPr/>
        </p:nvSpPr>
        <p:spPr>
          <a:xfrm>
            <a:off x="1633140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1CBE8B7C-132F-C424-DE1A-060927017DE0}"/>
              </a:ext>
            </a:extLst>
          </p:cNvPr>
          <p:cNvSpPr/>
          <p:nvPr/>
        </p:nvSpPr>
        <p:spPr>
          <a:xfrm>
            <a:off x="2246348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1623AAB5-700D-38DA-4D24-1E89AE78F8A8}"/>
              </a:ext>
            </a:extLst>
          </p:cNvPr>
          <p:cNvSpPr/>
          <p:nvPr/>
        </p:nvSpPr>
        <p:spPr>
          <a:xfrm>
            <a:off x="285177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A22ABD1B-CE6D-FFDD-CD85-2E062CB6FA5E}"/>
              </a:ext>
            </a:extLst>
          </p:cNvPr>
          <p:cNvSpPr/>
          <p:nvPr/>
        </p:nvSpPr>
        <p:spPr>
          <a:xfrm>
            <a:off x="346498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6C52A56-AFEA-4824-3C55-05D7A0AF37FF}"/>
              </a:ext>
            </a:extLst>
          </p:cNvPr>
          <p:cNvSpPr/>
          <p:nvPr/>
        </p:nvSpPr>
        <p:spPr>
          <a:xfrm>
            <a:off x="406758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7" name="正方形/長方形 236">
            <a:extLst>
              <a:ext uri="{FF2B5EF4-FFF2-40B4-BE49-F238E27FC236}">
                <ns2:creationId id="{77F2C40D-03AA-ADB1-A604-E6AACC418460}"/>
              </a:ext>
            </a:extLst>
          </p:cNvPr>
          <p:cNvSpPr/>
          <p:nvPr/>
        </p:nvSpPr>
        <p:spPr>
          <a:xfrm>
            <a:off x="468079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8" name="正方形/長方形 237">
            <a:extLst>
              <a:ext uri="{FF2B5EF4-FFF2-40B4-BE49-F238E27FC236}">
                <ns2:creationId id="{1D895727-2F0A-B591-CBA3-73BF922969DA}"/>
              </a:ext>
            </a:extLst>
          </p:cNvPr>
          <p:cNvSpPr/>
          <p:nvPr/>
        </p:nvSpPr>
        <p:spPr>
          <a:xfrm>
            <a:off x="5286932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正方形/長方形 238">
            <a:extLst>
              <a:ext uri="{FF2B5EF4-FFF2-40B4-BE49-F238E27FC236}">
                <ns2:creationId id="{6CCFCC81-7EDD-ED0F-4002-CC9838B3E8F4}"/>
              </a:ext>
            </a:extLst>
          </p:cNvPr>
          <p:cNvSpPr/>
          <p:nvPr/>
        </p:nvSpPr>
        <p:spPr>
          <a:xfrm>
            <a:off x="5900140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0" name="正方形/長方形 239">
            <a:extLst>
              <a:ext uri="{FF2B5EF4-FFF2-40B4-BE49-F238E27FC236}">
                <ns2:creationId id="{3342DECA-C3CA-8171-E895-5C593076D07E}"/>
              </a:ext>
            </a:extLst>
          </p:cNvPr>
          <p:cNvSpPr/>
          <p:nvPr/>
        </p:nvSpPr>
        <p:spPr>
          <a:xfrm>
            <a:off x="6505515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正方形/長方形 240">
            <a:extLst>
              <a:ext uri="{FF2B5EF4-FFF2-40B4-BE49-F238E27FC236}">
                <ns2:creationId id="{D8759BAA-74E6-D888-0D6F-578910EF5D52}"/>
              </a:ext>
            </a:extLst>
          </p:cNvPr>
          <p:cNvSpPr/>
          <p:nvPr/>
        </p:nvSpPr>
        <p:spPr>
          <a:xfrm>
            <a:off x="7118723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正方形/長方形 241">
            <a:extLst>
              <a:ext uri="{FF2B5EF4-FFF2-40B4-BE49-F238E27FC236}">
                <ns2:creationId id="{D6929B8E-BCFD-0A48-0EB1-086165586902}"/>
              </a:ext>
            </a:extLst>
          </p:cNvPr>
          <p:cNvSpPr/>
          <p:nvPr/>
        </p:nvSpPr>
        <p:spPr>
          <a:xfrm>
            <a:off x="772132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正方形/長方形 242">
            <a:extLst>
              <a:ext uri="{FF2B5EF4-FFF2-40B4-BE49-F238E27FC236}">
                <ns2:creationId id="{728AAD94-30DE-CEBA-14EF-1F2354A61CD9}"/>
              </a:ext>
            </a:extLst>
          </p:cNvPr>
          <p:cNvSpPr/>
          <p:nvPr/>
        </p:nvSpPr>
        <p:spPr>
          <a:xfrm>
            <a:off x="833453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4" name="正方形/長方形 243">
            <a:extLst>
              <a:ext uri="{FF2B5EF4-FFF2-40B4-BE49-F238E27FC236}">
                <ns2:creationId id="{3764D97C-ED73-CB72-EEAD-48C56FE327B5}"/>
              </a:ext>
            </a:extLst>
          </p:cNvPr>
          <p:cNvSpPr/>
          <p:nvPr/>
        </p:nvSpPr>
        <p:spPr>
          <a:xfrm>
            <a:off x="893713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5" name="正方形/長方形 244">
            <a:extLst>
              <a:ext uri="{FF2B5EF4-FFF2-40B4-BE49-F238E27FC236}">
                <ns2:creationId id="{10F8282A-C287-C179-A129-402FCF46DC65}"/>
              </a:ext>
            </a:extLst>
          </p:cNvPr>
          <p:cNvSpPr/>
          <p:nvPr/>
        </p:nvSpPr>
        <p:spPr>
          <a:xfrm>
            <a:off x="955034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7A07CDF3-E2F9-1C13-56B7-F76757D9B1E0}"/>
              </a:ext>
            </a:extLst>
          </p:cNvPr>
          <p:cNvSpPr/>
          <p:nvPr/>
        </p:nvSpPr>
        <p:spPr>
          <a:xfrm>
            <a:off x="1633140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1" name="正方形/長方形 270">
            <a:extLst>
              <a:ext uri="{FF2B5EF4-FFF2-40B4-BE49-F238E27FC236}">
                <ns2:creationId id="{003FBAA8-81E8-22C0-225D-93C03C485BB9}"/>
              </a:ext>
            </a:extLst>
          </p:cNvPr>
          <p:cNvSpPr/>
          <p:nvPr/>
        </p:nvSpPr>
        <p:spPr>
          <a:xfrm>
            <a:off x="2246348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正方形/長方形 271">
            <a:extLst>
              <a:ext uri="{FF2B5EF4-FFF2-40B4-BE49-F238E27FC236}">
                <ns2:creationId id="{677C8F54-2197-BB20-A228-87B739E38E2A}"/>
              </a:ext>
            </a:extLst>
          </p:cNvPr>
          <p:cNvSpPr/>
          <p:nvPr/>
        </p:nvSpPr>
        <p:spPr>
          <a:xfrm>
            <a:off x="285177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正方形/長方形 272">
            <a:extLst>
              <a:ext uri="{FF2B5EF4-FFF2-40B4-BE49-F238E27FC236}">
                <ns2:creationId id="{65D2CF11-FF63-195D-D1B5-AADBC63D9F6C}"/>
              </a:ext>
            </a:extLst>
          </p:cNvPr>
          <p:cNvSpPr/>
          <p:nvPr/>
        </p:nvSpPr>
        <p:spPr>
          <a:xfrm>
            <a:off x="346498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93652D92-98C5-4241-5DD8-BD7DCE163293}"/>
              </a:ext>
            </a:extLst>
          </p:cNvPr>
          <p:cNvSpPr/>
          <p:nvPr/>
        </p:nvSpPr>
        <p:spPr>
          <a:xfrm>
            <a:off x="406758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9B9BE6BD-9668-175D-ED3D-FE500801A76F}"/>
              </a:ext>
            </a:extLst>
          </p:cNvPr>
          <p:cNvSpPr/>
          <p:nvPr/>
        </p:nvSpPr>
        <p:spPr>
          <a:xfrm>
            <a:off x="468079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411B6807-2145-87BF-5383-F162E221D880}"/>
              </a:ext>
            </a:extLst>
          </p:cNvPr>
          <p:cNvSpPr/>
          <p:nvPr/>
        </p:nvSpPr>
        <p:spPr>
          <a:xfrm>
            <a:off x="5286932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16D06211-F946-78D0-C277-100BA8C76141}"/>
              </a:ext>
            </a:extLst>
          </p:cNvPr>
          <p:cNvSpPr/>
          <p:nvPr/>
        </p:nvSpPr>
        <p:spPr>
          <a:xfrm>
            <a:off x="5900140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A3982F87-63D9-EA7F-CBDF-8FC4FA03BF5F}"/>
              </a:ext>
            </a:extLst>
          </p:cNvPr>
          <p:cNvSpPr/>
          <p:nvPr/>
        </p:nvSpPr>
        <p:spPr>
          <a:xfrm>
            <a:off x="6505515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476956C8-C7AC-7780-46E4-DDAD3FC69066}"/>
              </a:ext>
            </a:extLst>
          </p:cNvPr>
          <p:cNvSpPr/>
          <p:nvPr/>
        </p:nvSpPr>
        <p:spPr>
          <a:xfrm>
            <a:off x="7118723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正方形/長方形 279">
            <a:extLst>
              <a:ext uri="{FF2B5EF4-FFF2-40B4-BE49-F238E27FC236}">
                <ns2:creationId id="{DEAD5A21-A9B1-66E5-CEDE-85F3E882A85B}"/>
              </a:ext>
            </a:extLst>
          </p:cNvPr>
          <p:cNvSpPr/>
          <p:nvPr/>
        </p:nvSpPr>
        <p:spPr>
          <a:xfrm>
            <a:off x="772132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526DCA59-2822-C076-A1F3-10CBB116884F}"/>
              </a:ext>
            </a:extLst>
          </p:cNvPr>
          <p:cNvSpPr/>
          <p:nvPr/>
        </p:nvSpPr>
        <p:spPr>
          <a:xfrm>
            <a:off x="833453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正方形/長方形 281">
            <a:extLst>
              <a:ext uri="{FF2B5EF4-FFF2-40B4-BE49-F238E27FC236}">
                <ns2:creationId id="{E8315B8F-A6D7-7795-0878-65DB347F055A}"/>
              </a:ext>
            </a:extLst>
          </p:cNvPr>
          <p:cNvSpPr/>
          <p:nvPr/>
        </p:nvSpPr>
        <p:spPr>
          <a:xfrm>
            <a:off x="893713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BF40E85C-B231-0EC8-BB5A-A4E9F8D0261A}"/>
              </a:ext>
            </a:extLst>
          </p:cNvPr>
          <p:cNvSpPr/>
          <p:nvPr/>
        </p:nvSpPr>
        <p:spPr>
          <a:xfrm>
            <a:off x="955034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正方形/長方形 252">
            <a:extLst>
              <a:ext uri="{FF2B5EF4-FFF2-40B4-BE49-F238E27FC236}">
                <ns2:creationId id="{ADCBDD95-C467-03EE-3FBA-F6111B523B67}"/>
              </a:ext>
            </a:extLst>
          </p:cNvPr>
          <p:cNvSpPr/>
          <p:nvPr/>
        </p:nvSpPr>
        <p:spPr>
          <a:xfrm>
            <a:off x="1633140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正方形/長方形 253">
            <a:extLst>
              <a:ext uri="{FF2B5EF4-FFF2-40B4-BE49-F238E27FC236}">
                <ns2:creationId id="{20C81BE5-0FF1-028E-6260-60B3ACCD2A61}"/>
              </a:ext>
            </a:extLst>
          </p:cNvPr>
          <p:cNvSpPr/>
          <p:nvPr/>
        </p:nvSpPr>
        <p:spPr>
          <a:xfrm>
            <a:off x="2246348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5" name="正方形/長方形 254">
            <a:extLst>
              <a:ext uri="{FF2B5EF4-FFF2-40B4-BE49-F238E27FC236}">
                <ns2:creationId id="{B076998C-EDBC-351A-A141-4D1F35D5B61B}"/>
              </a:ext>
            </a:extLst>
          </p:cNvPr>
          <p:cNvSpPr/>
          <p:nvPr/>
        </p:nvSpPr>
        <p:spPr>
          <a:xfrm>
            <a:off x="285177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6" name="正方形/長方形 255">
            <a:extLst>
              <a:ext uri="{FF2B5EF4-FFF2-40B4-BE49-F238E27FC236}">
                <ns2:creationId id="{78542C06-181B-07FA-C135-3492F2366085}"/>
              </a:ext>
            </a:extLst>
          </p:cNvPr>
          <p:cNvSpPr/>
          <p:nvPr/>
        </p:nvSpPr>
        <p:spPr>
          <a:xfrm>
            <a:off x="346498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7" name="正方形/長方形 256">
            <a:extLst>
              <a:ext uri="{FF2B5EF4-FFF2-40B4-BE49-F238E27FC236}">
                <ns2:creationId id="{3C072059-E633-F4A3-2061-4846246DA27A}"/>
              </a:ext>
            </a:extLst>
          </p:cNvPr>
          <p:cNvSpPr/>
          <p:nvPr/>
        </p:nvSpPr>
        <p:spPr>
          <a:xfrm>
            <a:off x="406758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8" name="正方形/長方形 257">
            <a:extLst>
              <a:ext uri="{FF2B5EF4-FFF2-40B4-BE49-F238E27FC236}">
                <ns2:creationId id="{2917CADA-840F-50C6-CC19-1BE1741470DB}"/>
              </a:ext>
            </a:extLst>
          </p:cNvPr>
          <p:cNvSpPr/>
          <p:nvPr/>
        </p:nvSpPr>
        <p:spPr>
          <a:xfrm>
            <a:off x="468079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258">
            <a:extLst>
              <a:ext uri="{FF2B5EF4-FFF2-40B4-BE49-F238E27FC236}">
                <ns2:creationId id="{8DE027C4-C4DE-8626-A92B-A1A7EEEF1792}"/>
              </a:ext>
            </a:extLst>
          </p:cNvPr>
          <p:cNvSpPr/>
          <p:nvPr/>
        </p:nvSpPr>
        <p:spPr>
          <a:xfrm>
            <a:off x="5286932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0" name="正方形/長方形 259">
            <a:extLst>
              <a:ext uri="{FF2B5EF4-FFF2-40B4-BE49-F238E27FC236}">
                <ns2:creationId id="{F0FC68BF-1AA1-E5ED-9F37-B8BC56F1963E}"/>
              </a:ext>
            </a:extLst>
          </p:cNvPr>
          <p:cNvSpPr/>
          <p:nvPr/>
        </p:nvSpPr>
        <p:spPr>
          <a:xfrm>
            <a:off x="5900140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1" name="正方形/長方形 260">
            <a:extLst>
              <a:ext uri="{FF2B5EF4-FFF2-40B4-BE49-F238E27FC236}">
                <ns2:creationId id="{62ADB96A-C3EC-D7DD-AF3E-F32B6A66D27C}"/>
              </a:ext>
            </a:extLst>
          </p:cNvPr>
          <p:cNvSpPr/>
          <p:nvPr/>
        </p:nvSpPr>
        <p:spPr>
          <a:xfrm>
            <a:off x="6505515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2" name="正方形/長方形 261">
            <a:extLst>
              <a:ext uri="{FF2B5EF4-FFF2-40B4-BE49-F238E27FC236}">
                <ns2:creationId id="{E1EB7A7C-453B-30CB-E83B-ED5E9F1BFF9F}"/>
              </a:ext>
            </a:extLst>
          </p:cNvPr>
          <p:cNvSpPr/>
          <p:nvPr/>
        </p:nvSpPr>
        <p:spPr>
          <a:xfrm>
            <a:off x="7118723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正方形/長方形 262">
            <a:extLst>
              <a:ext uri="{FF2B5EF4-FFF2-40B4-BE49-F238E27FC236}">
                <ns2:creationId id="{FC601F57-E90D-7225-5F20-A5713385B871}"/>
              </a:ext>
            </a:extLst>
          </p:cNvPr>
          <p:cNvSpPr/>
          <p:nvPr/>
        </p:nvSpPr>
        <p:spPr>
          <a:xfrm>
            <a:off x="772132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正方形/長方形 263">
            <a:extLst>
              <a:ext uri="{FF2B5EF4-FFF2-40B4-BE49-F238E27FC236}">
                <ns2:creationId id="{D44C9CEA-539B-0780-83BA-18423FFA7B9E}"/>
              </a:ext>
            </a:extLst>
          </p:cNvPr>
          <p:cNvSpPr/>
          <p:nvPr/>
        </p:nvSpPr>
        <p:spPr>
          <a:xfrm>
            <a:off x="833453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正方形/長方形 264">
            <a:extLst>
              <a:ext uri="{FF2B5EF4-FFF2-40B4-BE49-F238E27FC236}">
                <ns2:creationId id="{9BC0A171-7AF5-A4AC-6B86-F23FB665F6FD}"/>
              </a:ext>
            </a:extLst>
          </p:cNvPr>
          <p:cNvSpPr/>
          <p:nvPr/>
        </p:nvSpPr>
        <p:spPr>
          <a:xfrm>
            <a:off x="893713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6" name="正方形/長方形 265">
            <a:extLst>
              <a:ext uri="{FF2B5EF4-FFF2-40B4-BE49-F238E27FC236}">
                <ns2:creationId id="{ECD0BA82-08D7-0DD9-08FA-158323A3F664}"/>
              </a:ext>
            </a:extLst>
          </p:cNvPr>
          <p:cNvSpPr/>
          <p:nvPr/>
        </p:nvSpPr>
        <p:spPr>
          <a:xfrm>
            <a:off x="955034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正方形/長方形 287">
            <a:extLst>
              <a:ext uri="{FF2B5EF4-FFF2-40B4-BE49-F238E27FC236}">
                <ns2:creationId id="{13C122C7-1E73-7699-A4D6-F13E8BE469A6}"/>
              </a:ext>
            </a:extLst>
          </p:cNvPr>
          <p:cNvSpPr/>
          <p:nvPr/>
        </p:nvSpPr>
        <p:spPr>
          <a:xfrm>
            <a:off x="1633140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正方形/長方形 288">
            <a:extLst>
              <a:ext uri="{FF2B5EF4-FFF2-40B4-BE49-F238E27FC236}">
                <ns2:creationId id="{C4AD4E43-B6BD-6DA1-ABFA-8CB27538D9C3}"/>
              </a:ext>
            </a:extLst>
          </p:cNvPr>
          <p:cNvSpPr/>
          <p:nvPr/>
        </p:nvSpPr>
        <p:spPr>
          <a:xfrm>
            <a:off x="2246348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正方形/長方形 289">
            <a:extLst>
              <a:ext uri="{FF2B5EF4-FFF2-40B4-BE49-F238E27FC236}">
                <ns2:creationId id="{AAD80FCC-9723-98A8-23A0-B6CD9648A371}"/>
              </a:ext>
            </a:extLst>
          </p:cNvPr>
          <p:cNvSpPr/>
          <p:nvPr/>
        </p:nvSpPr>
        <p:spPr>
          <a:xfrm>
            <a:off x="285177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正方形/長方形 290">
            <a:extLst>
              <a:ext uri="{FF2B5EF4-FFF2-40B4-BE49-F238E27FC236}">
                <ns2:creationId id="{6A66650C-D198-CA32-17FE-D4ED6E53A491}"/>
              </a:ext>
            </a:extLst>
          </p:cNvPr>
          <p:cNvSpPr/>
          <p:nvPr/>
        </p:nvSpPr>
        <p:spPr>
          <a:xfrm>
            <a:off x="346498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正方形/長方形 291">
            <a:extLst>
              <a:ext uri="{FF2B5EF4-FFF2-40B4-BE49-F238E27FC236}">
                <ns2:creationId id="{29EB5C48-A719-AA24-D525-4F3942149505}"/>
              </a:ext>
            </a:extLst>
          </p:cNvPr>
          <p:cNvSpPr/>
          <p:nvPr/>
        </p:nvSpPr>
        <p:spPr>
          <a:xfrm>
            <a:off x="406758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正方形/長方形 292">
            <a:extLst>
              <a:ext uri="{FF2B5EF4-FFF2-40B4-BE49-F238E27FC236}">
                <ns2:creationId id="{B9B3CF27-9027-0AEA-AFD9-BABDE09E46A5}"/>
              </a:ext>
            </a:extLst>
          </p:cNvPr>
          <p:cNvSpPr/>
          <p:nvPr/>
        </p:nvSpPr>
        <p:spPr>
          <a:xfrm>
            <a:off x="468079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4" name="正方形/長方形 293">
            <a:extLst>
              <a:ext uri="{FF2B5EF4-FFF2-40B4-BE49-F238E27FC236}">
                <ns2:creationId id="{0AB64CAD-8051-0A3F-309F-EDE3073EC0D4}"/>
              </a:ext>
            </a:extLst>
          </p:cNvPr>
          <p:cNvSpPr/>
          <p:nvPr/>
        </p:nvSpPr>
        <p:spPr>
          <a:xfrm>
            <a:off x="5286932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正方形/長方形 294">
            <a:extLst>
              <a:ext uri="{FF2B5EF4-FFF2-40B4-BE49-F238E27FC236}">
                <ns2:creationId id="{6808537B-525A-A012-4520-A1B9463C3DF6}"/>
              </a:ext>
            </a:extLst>
          </p:cNvPr>
          <p:cNvSpPr/>
          <p:nvPr/>
        </p:nvSpPr>
        <p:spPr>
          <a:xfrm>
            <a:off x="5900140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正方形/長方形 295">
            <a:extLst>
              <a:ext uri="{FF2B5EF4-FFF2-40B4-BE49-F238E27FC236}">
                <ns2:creationId id="{09B73F6F-B4AB-5127-5746-4E5C65D844E8}"/>
              </a:ext>
            </a:extLst>
          </p:cNvPr>
          <p:cNvSpPr/>
          <p:nvPr/>
        </p:nvSpPr>
        <p:spPr>
          <a:xfrm>
            <a:off x="6505515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正方形/長方形 296">
            <a:extLst>
              <a:ext uri="{FF2B5EF4-FFF2-40B4-BE49-F238E27FC236}">
                <ns2:creationId id="{BD079FE9-C3FC-0F5B-2635-92475FAB7924}"/>
              </a:ext>
            </a:extLst>
          </p:cNvPr>
          <p:cNvSpPr/>
          <p:nvPr/>
        </p:nvSpPr>
        <p:spPr>
          <a:xfrm>
            <a:off x="7118723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正方形/長方形 297">
            <a:extLst>
              <a:ext uri="{FF2B5EF4-FFF2-40B4-BE49-F238E27FC236}">
                <ns2:creationId id="{02A64B3A-1796-BACA-6438-0889322CDA40}"/>
              </a:ext>
            </a:extLst>
          </p:cNvPr>
          <p:cNvSpPr/>
          <p:nvPr/>
        </p:nvSpPr>
        <p:spPr>
          <a:xfrm>
            <a:off x="772132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C908937D-02BE-678C-F8F8-CAB26D243C25}"/>
              </a:ext>
            </a:extLst>
          </p:cNvPr>
          <p:cNvSpPr/>
          <p:nvPr/>
        </p:nvSpPr>
        <p:spPr>
          <a:xfrm>
            <a:off x="833453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F11B99B8-2D05-9979-76EC-3C69D9DAA942}"/>
              </a:ext>
            </a:extLst>
          </p:cNvPr>
          <p:cNvSpPr/>
          <p:nvPr/>
        </p:nvSpPr>
        <p:spPr>
          <a:xfrm>
            <a:off x="893713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正方形/長方形 300">
            <a:extLst>
              <a:ext uri="{FF2B5EF4-FFF2-40B4-BE49-F238E27FC236}">
                <ns2:creationId id="{5A9ACF7D-45D6-6741-6530-61F884F40970}"/>
              </a:ext>
            </a:extLst>
          </p:cNvPr>
          <p:cNvSpPr/>
          <p:nvPr/>
        </p:nvSpPr>
        <p:spPr>
          <a:xfrm>
            <a:off x="955034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正方形/長方形 305">
            <a:extLst>
              <a:ext uri="{FF2B5EF4-FFF2-40B4-BE49-F238E27FC236}">
                <ns2:creationId id="{00E99AE2-D07F-A79E-B69C-90004C6151BD}"/>
              </a:ext>
            </a:extLst>
          </p:cNvPr>
          <p:cNvSpPr/>
          <p:nvPr/>
        </p:nvSpPr>
        <p:spPr>
          <a:xfrm>
            <a:off x="1633140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正方形/長方形 306">
            <a:extLst>
              <a:ext uri="{FF2B5EF4-FFF2-40B4-BE49-F238E27FC236}">
                <ns2:creationId id="{DE7270FB-DB91-5D2F-5884-2C279BDBBB66}"/>
              </a:ext>
            </a:extLst>
          </p:cNvPr>
          <p:cNvSpPr/>
          <p:nvPr/>
        </p:nvSpPr>
        <p:spPr>
          <a:xfrm>
            <a:off x="2246348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正方形/長方形 307">
            <a:extLst>
              <a:ext uri="{FF2B5EF4-FFF2-40B4-BE49-F238E27FC236}">
                <ns2:creationId id="{0EE62C81-23AF-3158-EDA9-24C039F88812}"/>
              </a:ext>
            </a:extLst>
          </p:cNvPr>
          <p:cNvSpPr/>
          <p:nvPr/>
        </p:nvSpPr>
        <p:spPr>
          <a:xfrm>
            <a:off x="285177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正方形/長方形 308">
            <a:extLst>
              <a:ext uri="{FF2B5EF4-FFF2-40B4-BE49-F238E27FC236}">
                <ns2:creationId id="{C46D85E5-396D-9706-9E0B-9ECCE167A098}"/>
              </a:ext>
            </a:extLst>
          </p:cNvPr>
          <p:cNvSpPr/>
          <p:nvPr/>
        </p:nvSpPr>
        <p:spPr>
          <a:xfrm>
            <a:off x="346498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正方形/長方形 309">
            <a:extLst>
              <a:ext uri="{FF2B5EF4-FFF2-40B4-BE49-F238E27FC236}">
                <ns2:creationId id="{88BBFB81-18E9-1D75-E145-488008612D7A}"/>
              </a:ext>
            </a:extLst>
          </p:cNvPr>
          <p:cNvSpPr/>
          <p:nvPr/>
        </p:nvSpPr>
        <p:spPr>
          <a:xfrm>
            <a:off x="406758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正方形/長方形 310">
            <a:extLst>
              <a:ext uri="{FF2B5EF4-FFF2-40B4-BE49-F238E27FC236}">
                <ns2:creationId id="{FF10E736-09C9-6EE3-1761-272C825F3BDF}"/>
              </a:ext>
            </a:extLst>
          </p:cNvPr>
          <p:cNvSpPr/>
          <p:nvPr/>
        </p:nvSpPr>
        <p:spPr>
          <a:xfrm>
            <a:off x="468079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正方形/長方形 311">
            <a:extLst>
              <a:ext uri="{FF2B5EF4-FFF2-40B4-BE49-F238E27FC236}">
                <ns2:creationId id="{3BE29AA7-5E56-0D87-1226-E0F13F65AF76}"/>
              </a:ext>
            </a:extLst>
          </p:cNvPr>
          <p:cNvSpPr/>
          <p:nvPr/>
        </p:nvSpPr>
        <p:spPr>
          <a:xfrm>
            <a:off x="5286932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正方形/長方形 312">
            <a:extLst>
              <a:ext uri="{FF2B5EF4-FFF2-40B4-BE49-F238E27FC236}">
                <ns2:creationId id="{E90BA06C-1FD0-1AB1-EAFA-CC051826ED0B}"/>
              </a:ext>
            </a:extLst>
          </p:cNvPr>
          <p:cNvSpPr/>
          <p:nvPr/>
        </p:nvSpPr>
        <p:spPr>
          <a:xfrm>
            <a:off x="5900140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4" name="正方形/長方形 313">
            <a:extLst>
              <a:ext uri="{FF2B5EF4-FFF2-40B4-BE49-F238E27FC236}">
                <ns2:creationId id="{563AF3B7-D8DE-B452-111A-C65AF2AA8525}"/>
              </a:ext>
            </a:extLst>
          </p:cNvPr>
          <p:cNvSpPr/>
          <p:nvPr/>
        </p:nvSpPr>
        <p:spPr>
          <a:xfrm>
            <a:off x="6505515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正方形/長方形 314">
            <a:extLst>
              <a:ext uri="{FF2B5EF4-FFF2-40B4-BE49-F238E27FC236}">
                <ns2:creationId id="{14531280-E486-50B7-E98B-8C1A81369E07}"/>
              </a:ext>
            </a:extLst>
          </p:cNvPr>
          <p:cNvSpPr/>
          <p:nvPr/>
        </p:nvSpPr>
        <p:spPr>
          <a:xfrm>
            <a:off x="7118723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正方形/長方形 315">
            <a:extLst>
              <a:ext uri="{FF2B5EF4-FFF2-40B4-BE49-F238E27FC236}">
                <ns2:creationId id="{FE8F746A-FC7C-68E8-76A7-B01061841F11}"/>
              </a:ext>
            </a:extLst>
          </p:cNvPr>
          <p:cNvSpPr/>
          <p:nvPr/>
        </p:nvSpPr>
        <p:spPr>
          <a:xfrm>
            <a:off x="772132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正方形/長方形 316">
            <a:extLst>
              <a:ext uri="{FF2B5EF4-FFF2-40B4-BE49-F238E27FC236}">
                <ns2:creationId id="{4CF3005E-A945-0F1B-C5A0-80B99F26B52D}"/>
              </a:ext>
            </a:extLst>
          </p:cNvPr>
          <p:cNvSpPr/>
          <p:nvPr/>
        </p:nvSpPr>
        <p:spPr>
          <a:xfrm>
            <a:off x="833453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正方形/長方形 317">
            <a:extLst>
              <a:ext uri="{FF2B5EF4-FFF2-40B4-BE49-F238E27FC236}">
                <ns2:creationId id="{2A543CA0-4B8A-9C2D-AA4A-F8C1DE20EE2F}"/>
              </a:ext>
            </a:extLst>
          </p:cNvPr>
          <p:cNvSpPr/>
          <p:nvPr/>
        </p:nvSpPr>
        <p:spPr>
          <a:xfrm>
            <a:off x="893713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正方形/長方形 318">
            <a:extLst>
              <a:ext uri="{FF2B5EF4-FFF2-40B4-BE49-F238E27FC236}">
                <ns2:creationId id="{5550A685-A626-6097-67EF-F17981CF4730}"/>
              </a:ext>
            </a:extLst>
          </p:cNvPr>
          <p:cNvSpPr/>
          <p:nvPr/>
        </p:nvSpPr>
        <p:spPr>
          <a:xfrm>
            <a:off x="955034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AA9D8854-302F-BEA4-634D-FDB012914510}"/>
              </a:ext>
            </a:extLst>
          </p:cNvPr>
          <p:cNvSpPr/>
          <p:nvPr/>
        </p:nvSpPr>
        <p:spPr>
          <a:xfrm>
            <a:off x="1631906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正方形/長方形 324">
            <a:extLst>
              <a:ext uri="{FF2B5EF4-FFF2-40B4-BE49-F238E27FC236}">
                <ns2:creationId id="{405ACD0B-61E7-9B94-9967-EA40B42F9F05}"/>
              </a:ext>
            </a:extLst>
          </p:cNvPr>
          <p:cNvSpPr/>
          <p:nvPr/>
        </p:nvSpPr>
        <p:spPr>
          <a:xfrm>
            <a:off x="2245114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正方形/長方形 325">
            <a:extLst>
              <a:ext uri="{FF2B5EF4-FFF2-40B4-BE49-F238E27FC236}">
                <ns2:creationId id="{E35384F1-77D4-F369-A279-DD381FBAD2B3}"/>
              </a:ext>
            </a:extLst>
          </p:cNvPr>
          <p:cNvSpPr/>
          <p:nvPr/>
        </p:nvSpPr>
        <p:spPr>
          <a:xfrm>
            <a:off x="285054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7" name="正方形/長方形 326">
            <a:extLst>
              <a:ext uri="{FF2B5EF4-FFF2-40B4-BE49-F238E27FC236}">
                <ns2:creationId id="{09C7E84E-6FFC-6ECA-19EB-0C4B2698C3B8}"/>
              </a:ext>
            </a:extLst>
          </p:cNvPr>
          <p:cNvSpPr/>
          <p:nvPr/>
        </p:nvSpPr>
        <p:spPr>
          <a:xfrm>
            <a:off x="346375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8" name="正方形/長方形 327">
            <a:extLst>
              <a:ext uri="{FF2B5EF4-FFF2-40B4-BE49-F238E27FC236}">
                <ns2:creationId id="{F2EE16DF-FA1F-E6D9-F894-A7BD135F0375}"/>
              </a:ext>
            </a:extLst>
          </p:cNvPr>
          <p:cNvSpPr/>
          <p:nvPr/>
        </p:nvSpPr>
        <p:spPr>
          <a:xfrm>
            <a:off x="406635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9" name="正方形/長方形 328">
            <a:extLst>
              <a:ext uri="{FF2B5EF4-FFF2-40B4-BE49-F238E27FC236}">
                <ns2:creationId id="{A5FA877E-1D93-08D6-3EA5-D8244C1B8987}"/>
              </a:ext>
            </a:extLst>
          </p:cNvPr>
          <p:cNvSpPr/>
          <p:nvPr/>
        </p:nvSpPr>
        <p:spPr>
          <a:xfrm>
            <a:off x="467956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0" name="正方形/長方形 329">
            <a:extLst>
              <a:ext uri="{FF2B5EF4-FFF2-40B4-BE49-F238E27FC236}">
                <ns2:creationId id="{F3CD79B6-AF3F-0C9D-FCBA-4AD9FD0BB0B6}"/>
              </a:ext>
            </a:extLst>
          </p:cNvPr>
          <p:cNvSpPr/>
          <p:nvPr/>
        </p:nvSpPr>
        <p:spPr>
          <a:xfrm>
            <a:off x="5285698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1" name="正方形/長方形 330">
            <a:extLst>
              <a:ext uri="{FF2B5EF4-FFF2-40B4-BE49-F238E27FC236}">
                <ns2:creationId id="{40315C30-946A-1BF6-B422-1AFE8275AA46}"/>
              </a:ext>
            </a:extLst>
          </p:cNvPr>
          <p:cNvSpPr/>
          <p:nvPr/>
        </p:nvSpPr>
        <p:spPr>
          <a:xfrm>
            <a:off x="5898906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2" name="正方形/長方形 331">
            <a:extLst>
              <a:ext uri="{FF2B5EF4-FFF2-40B4-BE49-F238E27FC236}">
                <ns2:creationId id="{12B618BF-26C0-E258-6FCD-DD860903BCF6}"/>
              </a:ext>
            </a:extLst>
          </p:cNvPr>
          <p:cNvSpPr/>
          <p:nvPr/>
        </p:nvSpPr>
        <p:spPr>
          <a:xfrm>
            <a:off x="6504281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3" name="正方形/長方形 332">
            <a:extLst>
              <a:ext uri="{FF2B5EF4-FFF2-40B4-BE49-F238E27FC236}">
                <ns2:creationId id="{82946355-09B2-A829-D79A-C90AF29E0785}"/>
              </a:ext>
            </a:extLst>
          </p:cNvPr>
          <p:cNvSpPr/>
          <p:nvPr/>
        </p:nvSpPr>
        <p:spPr>
          <a:xfrm>
            <a:off x="7117489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4" name="正方形/長方形 333">
            <a:extLst>
              <a:ext uri="{FF2B5EF4-FFF2-40B4-BE49-F238E27FC236}">
                <ns2:creationId id="{136613A4-F9D7-8928-5D7F-A103DDAEBFB0}"/>
              </a:ext>
            </a:extLst>
          </p:cNvPr>
          <p:cNvSpPr/>
          <p:nvPr/>
        </p:nvSpPr>
        <p:spPr>
          <a:xfrm>
            <a:off x="772009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5" name="正方形/長方形 334">
            <a:extLst>
              <a:ext uri="{FF2B5EF4-FFF2-40B4-BE49-F238E27FC236}">
                <ns2:creationId id="{3D33086A-089E-6EDF-2B97-FAB4ADE118CA}"/>
              </a:ext>
            </a:extLst>
          </p:cNvPr>
          <p:cNvSpPr/>
          <p:nvPr/>
        </p:nvSpPr>
        <p:spPr>
          <a:xfrm>
            <a:off x="833330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6" name="正方形/長方形 335">
            <a:extLst>
              <a:ext uri="{FF2B5EF4-FFF2-40B4-BE49-F238E27FC236}">
                <ns2:creationId id="{F5B8ADA2-2F17-9A9E-5FEA-3CFC3B2DA665}"/>
              </a:ext>
            </a:extLst>
          </p:cNvPr>
          <p:cNvSpPr/>
          <p:nvPr/>
        </p:nvSpPr>
        <p:spPr>
          <a:xfrm>
            <a:off x="893590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7" name="正方形/長方形 336">
            <a:extLst>
              <a:ext uri="{FF2B5EF4-FFF2-40B4-BE49-F238E27FC236}">
                <ns2:creationId id="{6390C7B7-14ED-2223-0B09-89975FAA93ED}"/>
              </a:ext>
            </a:extLst>
          </p:cNvPr>
          <p:cNvSpPr/>
          <p:nvPr/>
        </p:nvSpPr>
        <p:spPr>
          <a:xfrm>
            <a:off x="954911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2" name="正方形/長方形 341">
            <a:extLst>
              <a:ext uri="{FF2B5EF4-FFF2-40B4-BE49-F238E27FC236}">
                <ns2:creationId id="{E0C89DC4-FE34-323F-3A8A-32BD6ABC3F4F}"/>
              </a:ext>
            </a:extLst>
          </p:cNvPr>
          <p:cNvSpPr/>
          <p:nvPr/>
        </p:nvSpPr>
        <p:spPr>
          <a:xfrm>
            <a:off x="1630923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3" name="正方形/長方形 342">
            <a:extLst>
              <a:ext uri="{FF2B5EF4-FFF2-40B4-BE49-F238E27FC236}">
                <ns2:creationId id="{54689280-5CD7-3DC8-0254-8EAE41B1F69E}"/>
              </a:ext>
            </a:extLst>
          </p:cNvPr>
          <p:cNvSpPr/>
          <p:nvPr/>
        </p:nvSpPr>
        <p:spPr>
          <a:xfrm>
            <a:off x="2244131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4" name="正方形/長方形 343">
            <a:extLst>
              <a:ext uri="{FF2B5EF4-FFF2-40B4-BE49-F238E27FC236}">
                <ns2:creationId id="{FFBE66C3-008C-FA5F-D306-308D7DE23FBC}"/>
              </a:ext>
            </a:extLst>
          </p:cNvPr>
          <p:cNvSpPr/>
          <p:nvPr/>
        </p:nvSpPr>
        <p:spPr>
          <a:xfrm>
            <a:off x="284956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5" name="正方形/長方形 344">
            <a:extLst>
              <a:ext uri="{FF2B5EF4-FFF2-40B4-BE49-F238E27FC236}">
                <ns2:creationId id="{C18FFD78-0207-7066-DC28-004BD84ACD2D}"/>
              </a:ext>
            </a:extLst>
          </p:cNvPr>
          <p:cNvSpPr/>
          <p:nvPr/>
        </p:nvSpPr>
        <p:spPr>
          <a:xfrm>
            <a:off x="346276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6" name="正方形/長方形 345">
            <a:extLst>
              <a:ext uri="{FF2B5EF4-FFF2-40B4-BE49-F238E27FC236}">
                <ns2:creationId id="{329C299A-E421-9F23-E43C-1646C50B725F}"/>
              </a:ext>
            </a:extLst>
          </p:cNvPr>
          <p:cNvSpPr/>
          <p:nvPr/>
        </p:nvSpPr>
        <p:spPr>
          <a:xfrm>
            <a:off x="406537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7" name="正方形/長方形 346">
            <a:extLst>
              <a:ext uri="{FF2B5EF4-FFF2-40B4-BE49-F238E27FC236}">
                <ns2:creationId id="{889251E3-B641-7C31-5C2D-DCEBD2819E1A}"/>
              </a:ext>
            </a:extLst>
          </p:cNvPr>
          <p:cNvSpPr/>
          <p:nvPr/>
        </p:nvSpPr>
        <p:spPr>
          <a:xfrm>
            <a:off x="467858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8" name="正方形/長方形 347">
            <a:extLst>
              <a:ext uri="{FF2B5EF4-FFF2-40B4-BE49-F238E27FC236}">
                <ns2:creationId id="{EE4DFA2E-1A7C-EAD2-D1F7-83D28CD0ADED}"/>
              </a:ext>
            </a:extLst>
          </p:cNvPr>
          <p:cNvSpPr/>
          <p:nvPr/>
        </p:nvSpPr>
        <p:spPr>
          <a:xfrm>
            <a:off x="5284715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9" name="正方形/長方形 348">
            <a:extLst>
              <a:ext uri="{FF2B5EF4-FFF2-40B4-BE49-F238E27FC236}">
                <ns2:creationId id="{3BC3909E-402B-A939-EFE6-0D85D18BD393}"/>
              </a:ext>
            </a:extLst>
          </p:cNvPr>
          <p:cNvSpPr/>
          <p:nvPr/>
        </p:nvSpPr>
        <p:spPr>
          <a:xfrm>
            <a:off x="5897923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0" name="正方形/長方形 349">
            <a:extLst>
              <a:ext uri="{FF2B5EF4-FFF2-40B4-BE49-F238E27FC236}">
                <ns2:creationId id="{ACC7C22F-BF7D-C16E-B3D5-0CBD0CF5C8EE}"/>
              </a:ext>
            </a:extLst>
          </p:cNvPr>
          <p:cNvSpPr/>
          <p:nvPr/>
        </p:nvSpPr>
        <p:spPr>
          <a:xfrm>
            <a:off x="6503298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1" name="正方形/長方形 350">
            <a:extLst>
              <a:ext uri="{FF2B5EF4-FFF2-40B4-BE49-F238E27FC236}">
                <ns2:creationId id="{C983A153-E179-EF82-383D-076F15CC0F77}"/>
              </a:ext>
            </a:extLst>
          </p:cNvPr>
          <p:cNvSpPr/>
          <p:nvPr/>
        </p:nvSpPr>
        <p:spPr>
          <a:xfrm>
            <a:off x="7116506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2" name="正方形/長方形 351">
            <a:extLst>
              <a:ext uri="{FF2B5EF4-FFF2-40B4-BE49-F238E27FC236}">
                <ns2:creationId id="{C60992DF-9234-E18F-08F6-4946CD42DFD4}"/>
              </a:ext>
            </a:extLst>
          </p:cNvPr>
          <p:cNvSpPr/>
          <p:nvPr/>
        </p:nvSpPr>
        <p:spPr>
          <a:xfrm>
            <a:off x="771911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3" name="正方形/長方形 352">
            <a:extLst>
              <a:ext uri="{FF2B5EF4-FFF2-40B4-BE49-F238E27FC236}">
                <ns2:creationId id="{FB6AE647-DC4D-2D06-6253-DDC374FB937B}"/>
              </a:ext>
            </a:extLst>
          </p:cNvPr>
          <p:cNvSpPr/>
          <p:nvPr/>
        </p:nvSpPr>
        <p:spPr>
          <a:xfrm>
            <a:off x="833231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4" name="正方形/長方形 353">
            <a:extLst>
              <a:ext uri="{FF2B5EF4-FFF2-40B4-BE49-F238E27FC236}">
                <ns2:creationId id="{ABBA774B-15E4-9B61-C53A-8B2A8D9490A3}"/>
              </a:ext>
            </a:extLst>
          </p:cNvPr>
          <p:cNvSpPr/>
          <p:nvPr/>
        </p:nvSpPr>
        <p:spPr>
          <a:xfrm>
            <a:off x="893492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5" name="正方形/長方形 354">
            <a:extLst>
              <a:ext uri="{FF2B5EF4-FFF2-40B4-BE49-F238E27FC236}">
                <ns2:creationId id="{901740A8-39E6-64C1-07F9-B1E32CDD553A}"/>
              </a:ext>
            </a:extLst>
          </p:cNvPr>
          <p:cNvSpPr/>
          <p:nvPr/>
        </p:nvSpPr>
        <p:spPr>
          <a:xfrm>
            <a:off x="954813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0" name="正方形/長方形 359">
            <a:extLst>
              <a:ext uri="{FF2B5EF4-FFF2-40B4-BE49-F238E27FC236}">
                <ns2:creationId id="{12ED9293-D3FF-567D-CABB-0632BAF7B916}"/>
              </a:ext>
            </a:extLst>
          </p:cNvPr>
          <p:cNvSpPr/>
          <p:nvPr/>
        </p:nvSpPr>
        <p:spPr>
          <a:xfrm>
            <a:off x="1631971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1" name="正方形/長方形 360">
            <a:extLst>
              <a:ext uri="{FF2B5EF4-FFF2-40B4-BE49-F238E27FC236}">
                <ns2:creationId id="{74FA9C25-06CA-0BC7-910D-D4A7DDF8FC52}"/>
              </a:ext>
            </a:extLst>
          </p:cNvPr>
          <p:cNvSpPr/>
          <p:nvPr/>
        </p:nvSpPr>
        <p:spPr>
          <a:xfrm>
            <a:off x="2245179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2" name="正方形/長方形 361">
            <a:extLst>
              <a:ext uri="{FF2B5EF4-FFF2-40B4-BE49-F238E27FC236}">
                <ns2:creationId id="{57D90B7F-3842-3535-7F5C-10BC78E659F5}"/>
              </a:ext>
            </a:extLst>
          </p:cNvPr>
          <p:cNvSpPr/>
          <p:nvPr/>
        </p:nvSpPr>
        <p:spPr>
          <a:xfrm>
            <a:off x="285060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3" name="正方形/長方形 362">
            <a:extLst>
              <a:ext uri="{FF2B5EF4-FFF2-40B4-BE49-F238E27FC236}">
                <ns2:creationId id="{7A854ECB-B36F-07A4-6E83-60534EC0B6ED}"/>
              </a:ext>
            </a:extLst>
          </p:cNvPr>
          <p:cNvSpPr/>
          <p:nvPr/>
        </p:nvSpPr>
        <p:spPr>
          <a:xfrm>
            <a:off x="346381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4" name="正方形/長方形 363">
            <a:extLst>
              <a:ext uri="{FF2B5EF4-FFF2-40B4-BE49-F238E27FC236}">
                <ns2:creationId id="{6BCE7003-8368-8BA0-2B34-9EE9FE569CA0}"/>
              </a:ext>
            </a:extLst>
          </p:cNvPr>
          <p:cNvSpPr/>
          <p:nvPr/>
        </p:nvSpPr>
        <p:spPr>
          <a:xfrm>
            <a:off x="406642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5" name="正方形/長方形 364">
            <a:extLst>
              <a:ext uri="{FF2B5EF4-FFF2-40B4-BE49-F238E27FC236}">
                <ns2:creationId id="{05174AF0-163B-152E-842F-B686BBFD7EBB}"/>
              </a:ext>
            </a:extLst>
          </p:cNvPr>
          <p:cNvSpPr/>
          <p:nvPr/>
        </p:nvSpPr>
        <p:spPr>
          <a:xfrm>
            <a:off x="467962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6" name="正方形/長方形 365">
            <a:extLst>
              <a:ext uri="{FF2B5EF4-FFF2-40B4-BE49-F238E27FC236}">
                <ns2:creationId id="{A5D11A9B-4159-3AB8-B472-F4C93A724419}"/>
              </a:ext>
            </a:extLst>
          </p:cNvPr>
          <p:cNvSpPr/>
          <p:nvPr/>
        </p:nvSpPr>
        <p:spPr>
          <a:xfrm>
            <a:off x="5285763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7" name="正方形/長方形 366">
            <a:extLst>
              <a:ext uri="{FF2B5EF4-FFF2-40B4-BE49-F238E27FC236}">
                <ns2:creationId id="{2A381B92-BE5B-AA17-C8B2-CFB038C4043E}"/>
              </a:ext>
            </a:extLst>
          </p:cNvPr>
          <p:cNvSpPr/>
          <p:nvPr/>
        </p:nvSpPr>
        <p:spPr>
          <a:xfrm>
            <a:off x="5898971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8" name="正方形/長方形 367">
            <a:extLst>
              <a:ext uri="{FF2B5EF4-FFF2-40B4-BE49-F238E27FC236}">
                <ns2:creationId id="{A5FD75A0-08C1-691D-B767-433291D6EF16}"/>
              </a:ext>
            </a:extLst>
          </p:cNvPr>
          <p:cNvSpPr/>
          <p:nvPr/>
        </p:nvSpPr>
        <p:spPr>
          <a:xfrm>
            <a:off x="6504346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9" name="正方形/長方形 368">
            <a:extLst>
              <a:ext uri="{FF2B5EF4-FFF2-40B4-BE49-F238E27FC236}">
                <ns2:creationId id="{3FBBDAD0-8971-683C-E968-4652256A165D}"/>
              </a:ext>
            </a:extLst>
          </p:cNvPr>
          <p:cNvSpPr/>
          <p:nvPr/>
        </p:nvSpPr>
        <p:spPr>
          <a:xfrm>
            <a:off x="7117554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0" name="正方形/長方形 369">
            <a:extLst>
              <a:ext uri="{FF2B5EF4-FFF2-40B4-BE49-F238E27FC236}">
                <ns2:creationId id="{A4C4831C-0411-0993-3EFE-A7395818CF25}"/>
              </a:ext>
            </a:extLst>
          </p:cNvPr>
          <p:cNvSpPr/>
          <p:nvPr/>
        </p:nvSpPr>
        <p:spPr>
          <a:xfrm>
            <a:off x="772015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1" name="正方形/長方形 370">
            <a:extLst>
              <a:ext uri="{FF2B5EF4-FFF2-40B4-BE49-F238E27FC236}">
                <ns2:creationId id="{3E8BBC99-23CC-4BCD-9BC1-ED35A96DE2AC}"/>
              </a:ext>
            </a:extLst>
          </p:cNvPr>
          <p:cNvSpPr/>
          <p:nvPr/>
        </p:nvSpPr>
        <p:spPr>
          <a:xfrm>
            <a:off x="833336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2" name="正方形/長方形 371">
            <a:extLst>
              <a:ext uri="{FF2B5EF4-FFF2-40B4-BE49-F238E27FC236}">
                <ns2:creationId id="{7A53247B-C30A-E88A-BE8F-93A3B497433B}"/>
              </a:ext>
            </a:extLst>
          </p:cNvPr>
          <p:cNvSpPr/>
          <p:nvPr/>
        </p:nvSpPr>
        <p:spPr>
          <a:xfrm>
            <a:off x="893597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3" name="正方形/長方形 372">
            <a:extLst>
              <a:ext uri="{FF2B5EF4-FFF2-40B4-BE49-F238E27FC236}">
                <ns2:creationId id="{B2EFA993-FE86-D0B3-D76B-69528437CBC2}"/>
              </a:ext>
            </a:extLst>
          </p:cNvPr>
          <p:cNvSpPr/>
          <p:nvPr/>
        </p:nvSpPr>
        <p:spPr>
          <a:xfrm>
            <a:off x="954917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8" name="正方形/長方形 377">
            <a:extLst>
              <a:ext uri="{FF2B5EF4-FFF2-40B4-BE49-F238E27FC236}">
                <ns2:creationId id="{49BD7D69-7439-BB37-F474-DBD924C01A46}"/>
              </a:ext>
            </a:extLst>
          </p:cNvPr>
          <p:cNvSpPr/>
          <p:nvPr/>
        </p:nvSpPr>
        <p:spPr>
          <a:xfrm>
            <a:off x="1633140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9" name="正方形/長方形 378">
            <a:extLst>
              <a:ext uri="{FF2B5EF4-FFF2-40B4-BE49-F238E27FC236}">
                <ns2:creationId id="{5DCF2E44-5966-4BCF-3FAD-2D5519782372}"/>
              </a:ext>
            </a:extLst>
          </p:cNvPr>
          <p:cNvSpPr/>
          <p:nvPr/>
        </p:nvSpPr>
        <p:spPr>
          <a:xfrm>
            <a:off x="2246348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0" name="正方形/長方形 379">
            <a:extLst>
              <a:ext uri="{FF2B5EF4-FFF2-40B4-BE49-F238E27FC236}">
                <ns2:creationId id="{70FA7937-7190-910A-8ABF-07977780B131}"/>
              </a:ext>
            </a:extLst>
          </p:cNvPr>
          <p:cNvSpPr/>
          <p:nvPr/>
        </p:nvSpPr>
        <p:spPr>
          <a:xfrm>
            <a:off x="285177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1" name="正方形/長方形 380">
            <a:extLst>
              <a:ext uri="{FF2B5EF4-FFF2-40B4-BE49-F238E27FC236}">
                <ns2:creationId id="{0E0E5E45-4827-A22F-A959-6A4A66A50A83}"/>
              </a:ext>
            </a:extLst>
          </p:cNvPr>
          <p:cNvSpPr/>
          <p:nvPr/>
        </p:nvSpPr>
        <p:spPr>
          <a:xfrm>
            <a:off x="346498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2" name="正方形/長方形 381">
            <a:extLst>
              <a:ext uri="{FF2B5EF4-FFF2-40B4-BE49-F238E27FC236}">
                <ns2:creationId id="{8AC28A3E-367F-9ACD-25DC-38775CC74ADD}"/>
              </a:ext>
            </a:extLst>
          </p:cNvPr>
          <p:cNvSpPr/>
          <p:nvPr/>
        </p:nvSpPr>
        <p:spPr>
          <a:xfrm>
            <a:off x="406758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3" name="正方形/長方形 382">
            <a:extLst>
              <a:ext uri="{FF2B5EF4-FFF2-40B4-BE49-F238E27FC236}">
                <ns2:creationId id="{4388B8E3-AA0B-B3CC-1E51-EE71CD8D6C0F}"/>
              </a:ext>
            </a:extLst>
          </p:cNvPr>
          <p:cNvSpPr/>
          <p:nvPr/>
        </p:nvSpPr>
        <p:spPr>
          <a:xfrm>
            <a:off x="468079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4" name="正方形/長方形 383">
            <a:extLst>
              <a:ext uri="{FF2B5EF4-FFF2-40B4-BE49-F238E27FC236}">
                <ns2:creationId id="{42411538-97F0-562B-D95A-F86EEF8DE593}"/>
              </a:ext>
            </a:extLst>
          </p:cNvPr>
          <p:cNvSpPr/>
          <p:nvPr/>
        </p:nvSpPr>
        <p:spPr>
          <a:xfrm>
            <a:off x="5286932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5" name="正方形/長方形 384">
            <a:extLst>
              <a:ext uri="{FF2B5EF4-FFF2-40B4-BE49-F238E27FC236}">
                <ns2:creationId id="{3E351FFE-93CB-2A61-AF7B-D167134A829D}"/>
              </a:ext>
            </a:extLst>
          </p:cNvPr>
          <p:cNvSpPr/>
          <p:nvPr/>
        </p:nvSpPr>
        <p:spPr>
          <a:xfrm>
            <a:off x="5900140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6" name="正方形/長方形 385">
            <a:extLst>
              <a:ext uri="{FF2B5EF4-FFF2-40B4-BE49-F238E27FC236}">
                <ns2:creationId id="{F1A7C4BE-55C7-7A27-5474-F91229FD8767}"/>
              </a:ext>
            </a:extLst>
          </p:cNvPr>
          <p:cNvSpPr/>
          <p:nvPr/>
        </p:nvSpPr>
        <p:spPr>
          <a:xfrm>
            <a:off x="6505515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7" name="正方形/長方形 386">
            <a:extLst>
              <a:ext uri="{FF2B5EF4-FFF2-40B4-BE49-F238E27FC236}">
                <ns2:creationId id="{C2763A9F-6F7C-6F41-8348-A39C2A0526FC}"/>
              </a:ext>
            </a:extLst>
          </p:cNvPr>
          <p:cNvSpPr/>
          <p:nvPr/>
        </p:nvSpPr>
        <p:spPr>
          <a:xfrm>
            <a:off x="7118723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8" name="正方形/長方形 387">
            <a:extLst>
              <a:ext uri="{FF2B5EF4-FFF2-40B4-BE49-F238E27FC236}">
                <ns2:creationId id="{158A79C6-834A-D31B-302A-7D11D0D0E390}"/>
              </a:ext>
            </a:extLst>
          </p:cNvPr>
          <p:cNvSpPr/>
          <p:nvPr/>
        </p:nvSpPr>
        <p:spPr>
          <a:xfrm>
            <a:off x="772132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9" name="正方形/長方形 388">
            <a:extLst>
              <a:ext uri="{FF2B5EF4-FFF2-40B4-BE49-F238E27FC236}">
                <ns2:creationId id="{CD3E862E-99B8-356F-4509-C2C8751B98C4}"/>
              </a:ext>
            </a:extLst>
          </p:cNvPr>
          <p:cNvSpPr/>
          <p:nvPr/>
        </p:nvSpPr>
        <p:spPr>
          <a:xfrm>
            <a:off x="833453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0" name="正方形/長方形 389">
            <a:extLst>
              <a:ext uri="{FF2B5EF4-FFF2-40B4-BE49-F238E27FC236}">
                <ns2:creationId id="{3A78B1D5-06E3-44E5-B0E6-263DD441139B}"/>
              </a:ext>
            </a:extLst>
          </p:cNvPr>
          <p:cNvSpPr/>
          <p:nvPr/>
        </p:nvSpPr>
        <p:spPr>
          <a:xfrm>
            <a:off x="893713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1" name="正方形/長方形 390">
            <a:extLst>
              <a:ext uri="{FF2B5EF4-FFF2-40B4-BE49-F238E27FC236}">
                <ns2:creationId id="{98C23571-4EA6-5018-8E90-0976D802162B}"/>
              </a:ext>
            </a:extLst>
          </p:cNvPr>
          <p:cNvSpPr/>
          <p:nvPr/>
        </p:nvSpPr>
        <p:spPr>
          <a:xfrm>
            <a:off x="955034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6" name="正方形/長方形 395">
            <a:extLst>
              <a:ext uri="{FF2B5EF4-FFF2-40B4-BE49-F238E27FC236}">
                <ns2:creationId id="{90F02B5E-2193-4F2D-2F0B-D16C448E71D4}"/>
              </a:ext>
            </a:extLst>
          </p:cNvPr>
          <p:cNvSpPr/>
          <p:nvPr/>
        </p:nvSpPr>
        <p:spPr>
          <a:xfrm>
            <a:off x="1634188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7" name="正方形/長方形 396">
            <a:extLst>
              <a:ext uri="{FF2B5EF4-FFF2-40B4-BE49-F238E27FC236}">
                <ns2:creationId id="{9BEA75CC-F54B-B2D5-2FA3-6D744B4B63F5}"/>
              </a:ext>
            </a:extLst>
          </p:cNvPr>
          <p:cNvSpPr/>
          <p:nvPr/>
        </p:nvSpPr>
        <p:spPr>
          <a:xfrm>
            <a:off x="2247396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8" name="正方形/長方形 397">
            <a:extLst>
              <a:ext uri="{FF2B5EF4-FFF2-40B4-BE49-F238E27FC236}">
                <ns2:creationId id="{B1026AC1-11D6-C275-9AC4-C9882B18E766}"/>
              </a:ext>
            </a:extLst>
          </p:cNvPr>
          <p:cNvSpPr/>
          <p:nvPr/>
        </p:nvSpPr>
        <p:spPr>
          <a:xfrm>
            <a:off x="285282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9" name="正方形/長方形 398">
            <a:extLst>
              <a:ext uri="{FF2B5EF4-FFF2-40B4-BE49-F238E27FC236}">
                <ns2:creationId id="{599F198D-0E53-B3EE-2EE3-CA920515B045}"/>
              </a:ext>
            </a:extLst>
          </p:cNvPr>
          <p:cNvSpPr/>
          <p:nvPr/>
        </p:nvSpPr>
        <p:spPr>
          <a:xfrm>
            <a:off x="346603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0" name="正方形/長方形 399">
            <a:extLst>
              <a:ext uri="{FF2B5EF4-FFF2-40B4-BE49-F238E27FC236}">
                <ns2:creationId id="{A2B89BD2-D980-5E31-D909-38D7FDAA4A80}"/>
              </a:ext>
            </a:extLst>
          </p:cNvPr>
          <p:cNvSpPr/>
          <p:nvPr/>
        </p:nvSpPr>
        <p:spPr>
          <a:xfrm>
            <a:off x="406863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1" name="正方形/長方形 400">
            <a:extLst>
              <a:ext uri="{FF2B5EF4-FFF2-40B4-BE49-F238E27FC236}">
                <ns2:creationId id="{302A3D4D-9EC2-3AD8-B8BC-9F922C9EB459}"/>
              </a:ext>
            </a:extLst>
          </p:cNvPr>
          <p:cNvSpPr/>
          <p:nvPr/>
        </p:nvSpPr>
        <p:spPr>
          <a:xfrm>
            <a:off x="468184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2" name="正方形/長方形 401">
            <a:extLst>
              <a:ext uri="{FF2B5EF4-FFF2-40B4-BE49-F238E27FC236}">
                <ns2:creationId id="{09B004D2-76ED-9BE8-9C74-41058C7C56D0}"/>
              </a:ext>
            </a:extLst>
          </p:cNvPr>
          <p:cNvSpPr/>
          <p:nvPr/>
        </p:nvSpPr>
        <p:spPr>
          <a:xfrm>
            <a:off x="5287980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3" name="正方形/長方形 402">
            <a:extLst>
              <a:ext uri="{FF2B5EF4-FFF2-40B4-BE49-F238E27FC236}">
                <ns2:creationId id="{97D2FECD-25C4-990E-D82B-F1E2D0E6B6B6}"/>
              </a:ext>
            </a:extLst>
          </p:cNvPr>
          <p:cNvSpPr/>
          <p:nvPr/>
        </p:nvSpPr>
        <p:spPr>
          <a:xfrm>
            <a:off x="5901188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4" name="正方形/長方形 403">
            <a:extLst>
              <a:ext uri="{FF2B5EF4-FFF2-40B4-BE49-F238E27FC236}">
                <ns2:creationId id="{86DBC313-4E7E-9D54-570E-EF8566292428}"/>
              </a:ext>
            </a:extLst>
          </p:cNvPr>
          <p:cNvSpPr/>
          <p:nvPr/>
        </p:nvSpPr>
        <p:spPr>
          <a:xfrm>
            <a:off x="6506563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5" name="正方形/長方形 404">
            <a:extLst>
              <a:ext uri="{FF2B5EF4-FFF2-40B4-BE49-F238E27FC236}">
                <ns2:creationId id="{5077761A-747C-03D7-A783-1C5F3F5B9B55}"/>
              </a:ext>
            </a:extLst>
          </p:cNvPr>
          <p:cNvSpPr/>
          <p:nvPr/>
        </p:nvSpPr>
        <p:spPr>
          <a:xfrm>
            <a:off x="7119771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6" name="正方形/長方形 405">
            <a:extLst>
              <a:ext uri="{FF2B5EF4-FFF2-40B4-BE49-F238E27FC236}">
                <ns2:creationId id="{0FE72682-9D0F-6EA1-E7EE-6536777C881C}"/>
              </a:ext>
            </a:extLst>
          </p:cNvPr>
          <p:cNvSpPr/>
          <p:nvPr/>
        </p:nvSpPr>
        <p:spPr>
          <a:xfrm>
            <a:off x="772237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7" name="正方形/長方形 406">
            <a:extLst>
              <a:ext uri="{FF2B5EF4-FFF2-40B4-BE49-F238E27FC236}">
                <ns2:creationId id="{AEA7758B-A48A-A0CC-B170-507126A10F6F}"/>
              </a:ext>
            </a:extLst>
          </p:cNvPr>
          <p:cNvSpPr/>
          <p:nvPr/>
        </p:nvSpPr>
        <p:spPr>
          <a:xfrm>
            <a:off x="833558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8" name="正方形/長方形 407">
            <a:extLst>
              <a:ext uri="{FF2B5EF4-FFF2-40B4-BE49-F238E27FC236}">
                <ns2:creationId id="{B169495D-A0F5-FD71-D2E1-7BF3AE1BC231}"/>
              </a:ext>
            </a:extLst>
          </p:cNvPr>
          <p:cNvSpPr/>
          <p:nvPr/>
        </p:nvSpPr>
        <p:spPr>
          <a:xfrm>
            <a:off x="893818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9" name="正方形/長方形 408">
            <a:extLst>
              <a:ext uri="{FF2B5EF4-FFF2-40B4-BE49-F238E27FC236}">
                <ns2:creationId id="{A35AD04A-FA65-3400-0BDB-B10E7C7DF0D0}"/>
              </a:ext>
            </a:extLst>
          </p:cNvPr>
          <p:cNvSpPr/>
          <p:nvPr/>
        </p:nvSpPr>
        <p:spPr>
          <a:xfrm>
            <a:off x="955139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59" name="グループ化 658">
            <a:extLst>
              <a:ext uri="{FF2B5EF4-FFF2-40B4-BE49-F238E27FC236}">
                <ns2:creationId id="{B7172F4B-4C07-333D-2130-5A9262D330ED}"/>
              </a:ext>
            </a:extLst>
          </p:cNvPr>
          <p:cNvGrpSpPr/>
          <p:nvPr/>
        </p:nvGrpSpPr>
        <p:grpSpPr>
          <a:xfrm>
            <a:off x="10152073" y="2362859"/>
            <a:ext cx="1706154" cy="2760926"/>
            <a:chOff x="10152073" y="2362859"/>
            <a:chExt cx="1706154" cy="2760926"/>
          </a:xfrm>
        </p:grpSpPr>
        <p:sp>
          <p:nvSpPr>
            <p:cNvPr id="164" name="正方形/長方形 163">
              <a:extLst>
                <a:ext uri="{FF2B5EF4-FFF2-40B4-BE49-F238E27FC236}">
                  <ns2:creationId id="{8EFAF33B-88B6-9D07-A2EA-34D54B8B3098}"/>
                </a:ext>
              </a:extLst>
            </p:cNvPr>
            <p:cNvSpPr/>
            <p:nvPr/>
          </p:nvSpPr>
          <p:spPr>
            <a:xfrm>
              <a:off x="10154290" y="2362859"/>
              <a:ext cx="1692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F7160CAC-DC29-3FFC-361D-D85A19B706D4}"/>
                </a:ext>
              </a:extLst>
            </p:cNvPr>
            <p:cNvSpPr/>
            <p:nvPr/>
          </p:nvSpPr>
          <p:spPr>
            <a:xfrm>
              <a:off x="10154290" y="2573945"/>
              <a:ext cx="576000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5E5493E-EC42-6A57-958F-022BF62D17BE}"/>
                </a:ext>
              </a:extLst>
            </p:cNvPr>
            <p:cNvSpPr/>
            <p:nvPr/>
          </p:nvSpPr>
          <p:spPr>
            <a:xfrm>
              <a:off x="10154290" y="2785700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EEBA2074-350E-7685-987E-33A98632CEEE}"/>
                </a:ext>
              </a:extLst>
            </p:cNvPr>
            <p:cNvSpPr/>
            <p:nvPr/>
          </p:nvSpPr>
          <p:spPr>
            <a:xfrm>
              <a:off x="10154290" y="301032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39FFEA86-302C-1F24-0B43-BA17D3AC2EB1}"/>
                </a:ext>
              </a:extLst>
            </p:cNvPr>
            <p:cNvSpPr/>
            <p:nvPr/>
          </p:nvSpPr>
          <p:spPr>
            <a:xfrm>
              <a:off x="10154290" y="322453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664BF7DB-6759-D5A4-95E3-85449F183E78}"/>
                </a:ext>
              </a:extLst>
            </p:cNvPr>
            <p:cNvSpPr/>
            <p:nvPr/>
          </p:nvSpPr>
          <p:spPr>
            <a:xfrm>
              <a:off x="10154290" y="344464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E916292A-4F82-FFE1-01FE-8BC22A9044F7}"/>
                </a:ext>
              </a:extLst>
            </p:cNvPr>
            <p:cNvSpPr/>
            <p:nvPr/>
          </p:nvSpPr>
          <p:spPr>
            <a:xfrm>
              <a:off x="10154290" y="365490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425A9CFF-F836-D7EB-9409-00521C361BA3}"/>
                </a:ext>
              </a:extLst>
            </p:cNvPr>
            <p:cNvSpPr/>
            <p:nvPr/>
          </p:nvSpPr>
          <p:spPr>
            <a:xfrm>
              <a:off x="10154290" y="3872248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BC35E781-E9F3-60BA-1A6A-9197506FFDD0}"/>
                </a:ext>
              </a:extLst>
            </p:cNvPr>
            <p:cNvSpPr/>
            <p:nvPr/>
          </p:nvSpPr>
          <p:spPr>
            <a:xfrm>
              <a:off x="10153056" y="408423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09968212-C40D-1E4B-725E-58765B21ACB0}"/>
                </a:ext>
              </a:extLst>
            </p:cNvPr>
            <p:cNvSpPr/>
            <p:nvPr/>
          </p:nvSpPr>
          <p:spPr>
            <a:xfrm>
              <a:off x="10152073" y="430116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4" name="正方形/長方形 373">
              <a:extLst>
                <a:ext uri="{FF2B5EF4-FFF2-40B4-BE49-F238E27FC236}">
                  <ns2:creationId id="{2A1E0756-7BB0-8185-0188-7111AAD20B23}"/>
                </a:ext>
              </a:extLst>
            </p:cNvPr>
            <p:cNvSpPr/>
            <p:nvPr/>
          </p:nvSpPr>
          <p:spPr>
            <a:xfrm>
              <a:off x="10153121" y="451142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2F08CD65-F5BF-B54C-74D8-ACC879918F72}"/>
                </a:ext>
              </a:extLst>
            </p:cNvPr>
            <p:cNvSpPr/>
            <p:nvPr/>
          </p:nvSpPr>
          <p:spPr>
            <a:xfrm>
              <a:off x="10154290" y="4721684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0" name="正方形/長方形 409">
              <a:extLst>
                <a:ext uri="{FF2B5EF4-FFF2-40B4-BE49-F238E27FC236}">
                  <ns2:creationId id="{3961E567-6C06-C26A-1443-F1F09C366286}"/>
                </a:ext>
              </a:extLst>
            </p:cNvPr>
            <p:cNvSpPr/>
            <p:nvPr/>
          </p:nvSpPr>
          <p:spPr>
            <a:xfrm>
              <a:off x="10155338" y="494378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48D7236-8918-23F4-F9BB-E96EEA73C5CA}"/>
                </a:ext>
              </a:extLst>
            </p:cNvPr>
            <p:cNvSpPr/>
            <p:nvPr/>
          </p:nvSpPr>
          <p:spPr>
            <a:xfrm>
              <a:off x="10770099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0A16894A-7CE3-76C5-1FAC-FF2A53460868}"/>
                </a:ext>
              </a:extLst>
            </p:cNvPr>
            <p:cNvSpPr/>
            <p:nvPr/>
          </p:nvSpPr>
          <p:spPr>
            <a:xfrm>
              <a:off x="10770099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E29F1346-FDEB-9A3E-1621-912AA56CF56B}"/>
                </a:ext>
              </a:extLst>
            </p:cNvPr>
            <p:cNvSpPr/>
            <p:nvPr/>
          </p:nvSpPr>
          <p:spPr>
            <a:xfrm>
              <a:off x="10770099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8BE76514-2361-4F6B-AC00-DB233BCEF367}"/>
                </a:ext>
              </a:extLst>
            </p:cNvPr>
            <p:cNvSpPr/>
            <p:nvPr/>
          </p:nvSpPr>
          <p:spPr>
            <a:xfrm>
              <a:off x="10770099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E9F0D55-9D26-944D-9E21-94A64AAB7F5E}"/>
                </a:ext>
              </a:extLst>
            </p:cNvPr>
            <p:cNvSpPr/>
            <p:nvPr/>
          </p:nvSpPr>
          <p:spPr>
            <a:xfrm>
              <a:off x="10770099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4B37B910-97C3-F1C1-F2E8-6D99D5009A5F}"/>
                </a:ext>
              </a:extLst>
            </p:cNvPr>
            <p:cNvSpPr/>
            <p:nvPr/>
          </p:nvSpPr>
          <p:spPr>
            <a:xfrm>
              <a:off x="10770099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78706294-AF94-F4BE-D946-AEFCA30F782E}"/>
                </a:ext>
              </a:extLst>
            </p:cNvPr>
            <p:cNvSpPr/>
            <p:nvPr/>
          </p:nvSpPr>
          <p:spPr>
            <a:xfrm>
              <a:off x="10770099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7A2E4359-C747-3DA1-C9A4-1E01DC6A6EB8}"/>
                </a:ext>
              </a:extLst>
            </p:cNvPr>
            <p:cNvSpPr/>
            <p:nvPr/>
          </p:nvSpPr>
          <p:spPr>
            <a:xfrm>
              <a:off x="10768865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E79A0B79-6623-D7AA-5C11-191B25E23D95}"/>
                </a:ext>
              </a:extLst>
            </p:cNvPr>
            <p:cNvSpPr/>
            <p:nvPr/>
          </p:nvSpPr>
          <p:spPr>
            <a:xfrm>
              <a:off x="10767882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5" name="正方形/長方形 374">
              <a:extLst>
                <a:ext uri="{FF2B5EF4-FFF2-40B4-BE49-F238E27FC236}">
                  <ns2:creationId id="{E0BB3CE9-7F30-DCC1-FE8D-BE7605C94ACA}"/>
                </a:ext>
              </a:extLst>
            </p:cNvPr>
            <p:cNvSpPr/>
            <p:nvPr/>
          </p:nvSpPr>
          <p:spPr>
            <a:xfrm>
              <a:off x="10768930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14F2D244-4742-57BC-55D6-92FC4B6387B8}"/>
                </a:ext>
              </a:extLst>
            </p:cNvPr>
            <p:cNvSpPr/>
            <p:nvPr/>
          </p:nvSpPr>
          <p:spPr>
            <a:xfrm>
              <a:off x="10770099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正方形/長方形 410">
              <a:extLst>
                <a:ext uri="{FF2B5EF4-FFF2-40B4-BE49-F238E27FC236}">
                  <ns2:creationId id="{A7619A76-A30D-B3F0-DE36-486A859DFC2B}"/>
                </a:ext>
              </a:extLst>
            </p:cNvPr>
            <p:cNvSpPr/>
            <p:nvPr/>
          </p:nvSpPr>
          <p:spPr>
            <a:xfrm>
              <a:off x="10771147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AADE3D7B-28B9-B691-8C1D-2D176C5FA192}"/>
                </a:ext>
              </a:extLst>
            </p:cNvPr>
            <p:cNvSpPr/>
            <p:nvPr/>
          </p:nvSpPr>
          <p:spPr>
            <a:xfrm>
              <a:off x="11333543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FE8A3B83-1191-F918-C3A2-28056AA5A851}"/>
                </a:ext>
              </a:extLst>
            </p:cNvPr>
            <p:cNvSpPr/>
            <p:nvPr/>
          </p:nvSpPr>
          <p:spPr>
            <a:xfrm>
              <a:off x="11333543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0DB172DE-E44A-0FAF-D8B6-94847CC45A0E}"/>
                </a:ext>
              </a:extLst>
            </p:cNvPr>
            <p:cNvSpPr/>
            <p:nvPr/>
          </p:nvSpPr>
          <p:spPr>
            <a:xfrm>
              <a:off x="11333543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8A07B31A-4FBB-7999-CAAF-724F826916F1}"/>
                </a:ext>
              </a:extLst>
            </p:cNvPr>
            <p:cNvSpPr/>
            <p:nvPr/>
          </p:nvSpPr>
          <p:spPr>
            <a:xfrm>
              <a:off x="11333543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BEE61A4-272C-9FFF-C0BC-27483897B28C}"/>
                </a:ext>
              </a:extLst>
            </p:cNvPr>
            <p:cNvSpPr/>
            <p:nvPr/>
          </p:nvSpPr>
          <p:spPr>
            <a:xfrm>
              <a:off x="11333543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078EF1E7-5D5F-E657-412A-BC439A5DAA2A}"/>
                </a:ext>
              </a:extLst>
            </p:cNvPr>
            <p:cNvSpPr/>
            <p:nvPr/>
          </p:nvSpPr>
          <p:spPr>
            <a:xfrm>
              <a:off x="11333543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7051C3D7-FE11-398E-8C19-D51AC7F891A3}"/>
                </a:ext>
              </a:extLst>
            </p:cNvPr>
            <p:cNvSpPr/>
            <p:nvPr/>
          </p:nvSpPr>
          <p:spPr>
            <a:xfrm>
              <a:off x="11333543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2FFC86C0-AF92-DC72-3F93-EB04D8C74D7E}"/>
                </a:ext>
              </a:extLst>
            </p:cNvPr>
            <p:cNvSpPr/>
            <p:nvPr/>
          </p:nvSpPr>
          <p:spPr>
            <a:xfrm>
              <a:off x="11332309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8B612FEF-985A-AAB2-27A5-C12FD44342F0}"/>
                </a:ext>
              </a:extLst>
            </p:cNvPr>
            <p:cNvSpPr/>
            <p:nvPr/>
          </p:nvSpPr>
          <p:spPr>
            <a:xfrm>
              <a:off x="11331326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6" name="正方形/長方形 375">
              <a:extLst>
                <a:ext uri="{FF2B5EF4-FFF2-40B4-BE49-F238E27FC236}">
                  <ns2:creationId id="{77B2AB6C-02A7-61D3-ADE4-CBA478762921}"/>
                </a:ext>
              </a:extLst>
            </p:cNvPr>
            <p:cNvSpPr/>
            <p:nvPr/>
          </p:nvSpPr>
          <p:spPr>
            <a:xfrm>
              <a:off x="11332374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9D1B0050-8923-099B-6359-A423CC6F129E}"/>
                </a:ext>
              </a:extLst>
            </p:cNvPr>
            <p:cNvSpPr/>
            <p:nvPr/>
          </p:nvSpPr>
          <p:spPr>
            <a:xfrm>
              <a:off x="11333543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正方形/長方形 411">
              <a:extLst>
                <a:ext uri="{FF2B5EF4-FFF2-40B4-BE49-F238E27FC236}">
                  <ns2:creationId id="{B5A2431A-F173-89E8-22FF-B70045C2B404}"/>
                </a:ext>
              </a:extLst>
            </p:cNvPr>
            <p:cNvSpPr/>
            <p:nvPr/>
          </p:nvSpPr>
          <p:spPr>
            <a:xfrm>
              <a:off x="11334591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6" name="正方形/長方形 35">
            <a:extLst>
              <a:ext uri="{FF2B5EF4-FFF2-40B4-BE49-F238E27FC236}">
                <ns2:creationId id="{2F214F58-C1C1-368F-0220-BA916CC7FF5B}"/>
              </a:ext>
            </a:extLst>
          </p:cNvPr>
          <p:cNvSpPr/>
          <p:nvPr/>
        </p:nvSpPr>
        <p:spPr>
          <a:xfrm>
            <a:off x="332746" y="4097199"/>
            <a:ext cx="468000" cy="59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98" name="グループ化 497">
            <a:extLst>
              <a:ext uri="{FF2B5EF4-FFF2-40B4-BE49-F238E27FC236}">
                <ns2:creationId id="{63E967F7-7A23-2FBD-3E6F-A09210E9DC58}"/>
              </a:ext>
            </a:extLst>
          </p:cNvPr>
          <p:cNvGrpSpPr/>
          <p:nvPr/>
        </p:nvGrpSpPr>
        <p:grpSpPr>
          <a:xfrm>
            <a:off x="1628830" y="2992711"/>
            <a:ext cx="8442180" cy="1504989"/>
            <a:chOff x="1628830" y="3060447"/>
            <a:chExt cx="8442180" cy="1504989"/>
          </a:xfrm>
        </p:grpSpPr>
        <p:grpSp>
          <p:nvGrpSpPr>
            <p:cNvPr id="58" name="グループ化 57">
              <a:extLst>
                <a:ext uri="{FF2B5EF4-FFF2-40B4-BE49-F238E27FC236}">
                  <ns2:creationId id="{2361AFCB-5A31-C0CC-4F29-242A0B17A21B}"/>
                </a:ext>
              </a:extLst>
            </p:cNvPr>
            <p:cNvGrpSpPr/>
            <p:nvPr/>
          </p:nvGrpSpPr>
          <p:grpSpPr>
            <a:xfrm>
              <a:off x="1628830" y="3060447"/>
              <a:ext cx="8442180" cy="0"/>
              <a:chOff x="1633140" y="3060447"/>
              <a:chExt cx="8442180" cy="0"/>
            </a:xfrm>
          </p:grpSpPr>
          <p:cxnSp>
            <p:nvCxnSpPr>
              <p:cNvPr id="45" name="直線コネクタ 44">
                <a:extLst>
                  <a:ext uri="{FF2B5EF4-FFF2-40B4-BE49-F238E27FC236}">
                    <ns2:creationId id="{523E3886-5592-3D36-5D8F-034F52B07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6F016A74-AD5F-7039-8734-54FA2D9C1A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79008AB0-EEF8-D3BF-6576-84BBF8F0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7886D23-E363-8230-3C88-28EF96CDF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24EF3625-A0CE-9B0D-1AE0-DCADBF4B8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6F395906-73AB-A765-40BE-1C6485A37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7AEA60FA-1FA9-5318-D808-F816ED244C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B07A63EE-5D53-671B-2BD0-AB7ADE1027FD}"/>
                </a:ext>
              </a:extLst>
            </p:cNvPr>
            <p:cNvGrpSpPr/>
            <p:nvPr/>
          </p:nvGrpSpPr>
          <p:grpSpPr>
            <a:xfrm>
              <a:off x="1628830" y="3280583"/>
              <a:ext cx="8442180" cy="0"/>
              <a:chOff x="1633140" y="3060447"/>
              <a:chExt cx="8442180" cy="0"/>
            </a:xfrm>
          </p:grpSpPr>
          <p:cxnSp>
            <p:nvCxnSpPr>
              <p:cNvPr id="448" name="直線コネクタ 447">
                <a:extLst>
                  <a:ext uri="{FF2B5EF4-FFF2-40B4-BE49-F238E27FC236}">
                    <ns2:creationId id="{36452139-198C-6DE7-1DA7-7B1168DB3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ns2:creationId id="{ABC80D01-9E97-910D-3EBA-35E3F1E0D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2C610E5B-E1A0-4E33-B7B3-0C83FD5BC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23564783-8E56-FE9D-FD11-C1AC156D53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ns2:creationId id="{AD0A2A51-6F3C-9194-9E4B-8DC119F9AF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ns2:creationId id="{3C9ABD02-D838-E563-51B9-E19D0DB894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ns2:creationId id="{F0B11203-A5A1-EC91-F42F-958A1BE43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5" name="グループ化 454">
              <a:extLst>
                <a:ext uri="{FF2B5EF4-FFF2-40B4-BE49-F238E27FC236}">
                  <ns2:creationId id="{B80981F2-3787-D697-0B1B-94D2E720777B}"/>
                </a:ext>
              </a:extLst>
            </p:cNvPr>
            <p:cNvGrpSpPr/>
            <p:nvPr/>
          </p:nvGrpSpPr>
          <p:grpSpPr>
            <a:xfrm>
              <a:off x="1628830" y="3500712"/>
              <a:ext cx="8442180" cy="0"/>
              <a:chOff x="1633140" y="3060447"/>
              <a:chExt cx="8442180" cy="0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239D232C-14B9-04FE-F4DF-D54F7F1C88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ns2:creationId id="{C97AD6CD-11DC-DA9D-4711-7FF8BBDCB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ns2:creationId id="{6828B4F0-730D-85CA-4CD2-2E6D67945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ns2:creationId id="{383B102B-7B5A-0371-E18E-6E76D87BEF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ns2:creationId id="{174D2F62-D53A-74D6-3124-06A969C20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ns2:creationId id="{AE62EA31-A196-126F-2768-7B8C9AF1A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ns2:creationId id="{16510621-DC2F-5A41-CDCE-A3BC96BAAF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グループ化 462">
              <a:extLst>
                <a:ext uri="{FF2B5EF4-FFF2-40B4-BE49-F238E27FC236}">
                  <ns2:creationId id="{884B9653-4EEA-DBBB-402A-F3BC17286599}"/>
                </a:ext>
              </a:extLst>
            </p:cNvPr>
            <p:cNvGrpSpPr/>
            <p:nvPr/>
          </p:nvGrpSpPr>
          <p:grpSpPr>
            <a:xfrm>
              <a:off x="1628830" y="3712381"/>
              <a:ext cx="8442180" cy="0"/>
              <a:chOff x="1633140" y="3060447"/>
              <a:chExt cx="8442180" cy="0"/>
            </a:xfrm>
          </p:grpSpPr>
          <p:cxnSp>
            <p:nvCxnSpPr>
              <p:cNvPr id="464" name="直線コネクタ 463">
                <a:extLst>
                  <a:ext uri="{FF2B5EF4-FFF2-40B4-BE49-F238E27FC236}">
                    <ns2:creationId id="{8597EF7B-7BE8-E1A2-1762-575B0D9158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ns2:creationId id="{A8D968EF-AF6D-6EB5-CC18-FE29293DC2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ns2:creationId id="{50728427-BA47-C8F6-9EDA-6C19774C40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ns2:creationId id="{1EAC9E2C-48A3-AC66-9394-79ADE26D15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ns2:creationId id="{799505CC-3344-E2CF-C627-31F5AC630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直線コネクタ 468">
                <a:extLst>
                  <a:ext uri="{FF2B5EF4-FFF2-40B4-BE49-F238E27FC236}">
                    <ns2:creationId id="{49E3D4B1-DAC9-9169-3BA4-C8F1755BE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直線コネクタ 469">
                <a:extLst>
                  <a:ext uri="{FF2B5EF4-FFF2-40B4-BE49-F238E27FC236}">
                    <ns2:creationId id="{B424F216-A16E-60E4-1284-0470C896AB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" name="グループ化 480">
              <a:extLst>
                <a:ext uri="{FF2B5EF4-FFF2-40B4-BE49-F238E27FC236}">
                  <ns2:creationId id="{4BDEFE7F-BC8D-CE8D-5C5E-042E00B2F896}"/>
                </a:ext>
              </a:extLst>
            </p:cNvPr>
            <p:cNvGrpSpPr/>
            <p:nvPr/>
          </p:nvGrpSpPr>
          <p:grpSpPr>
            <a:xfrm>
              <a:off x="1628830" y="4353767"/>
              <a:ext cx="8442180" cy="0"/>
              <a:chOff x="1633140" y="3060447"/>
              <a:chExt cx="8442180" cy="0"/>
            </a:xfrm>
          </p:grpSpPr>
          <p:cxnSp>
            <p:nvCxnSpPr>
              <p:cNvPr id="482" name="直線コネクタ 481">
                <a:extLst>
                  <a:ext uri="{FF2B5EF4-FFF2-40B4-BE49-F238E27FC236}">
                    <ns2:creationId id="{C4006D3C-1125-2026-F132-DBF64ECA3F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ns2:creationId id="{40CC528B-0C76-C7A7-A399-705369AFB4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ns2:creationId id="{6AB29573-75CA-C36A-95D8-0488A3416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ns2:creationId id="{5CDDA6E4-BA18-41B8-196D-6C0A4F9FA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ns2:creationId id="{DF9DCBDB-E3D0-771B-FE10-F4282C7D9F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9852F6AC-6644-70CF-A503-D5BD54C83D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ns2:creationId id="{2750459F-0EF3-8729-3B49-46B0076AA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0" name="グループ化 489">
              <a:extLst>
                <a:ext uri="{FF2B5EF4-FFF2-40B4-BE49-F238E27FC236}">
                  <ns2:creationId id="{EB22C973-7F09-4BF2-0A2E-5109E38B428A}"/>
                </a:ext>
              </a:extLst>
            </p:cNvPr>
            <p:cNvGrpSpPr/>
            <p:nvPr/>
          </p:nvGrpSpPr>
          <p:grpSpPr>
            <a:xfrm>
              <a:off x="1628830" y="4565436"/>
              <a:ext cx="8442180" cy="0"/>
              <a:chOff x="1633140" y="3060447"/>
              <a:chExt cx="8442180" cy="0"/>
            </a:xfrm>
          </p:grpSpPr>
          <p:cxnSp>
            <p:nvCxnSpPr>
              <p:cNvPr id="491" name="直線コネクタ 490">
                <a:extLst>
                  <a:ext uri="{FF2B5EF4-FFF2-40B4-BE49-F238E27FC236}">
                    <ns2:creationId id="{A22B96FE-0AD9-85EF-20D8-999B3DCC3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ns2:creationId id="{8AE6E228-C147-D753-E397-53855270EA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ns2:creationId id="{48160906-206F-C9BC-A57A-2346081D02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>
                <a:extLst>
                  <a:ext uri="{FF2B5EF4-FFF2-40B4-BE49-F238E27FC236}">
                    <ns2:creationId id="{D26B161D-702B-CAF7-D49B-CA86C26673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>
                <a:extLst>
                  <a:ext uri="{FF2B5EF4-FFF2-40B4-BE49-F238E27FC236}">
                    <ns2:creationId id="{DED63F03-28EE-F20C-F4C8-785ECB4BA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ns2:creationId id="{451DA976-D04B-D0BF-E841-7DBC71BCBF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ns2:creationId id="{1F80ACD4-38C5-F46A-AD67-85CBE13F1A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08" name="グラフィックス 507" descr="フローチャート 単色塗りつぶし">
            <a:extLst>
              <a:ext uri="{FF2B5EF4-FFF2-40B4-BE49-F238E27FC236}">
                <ns2:creationId id="{06EDEC4A-6F7B-A51E-50D6-FF701FC0FE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4558303" y="2094531"/>
            <a:ext cx="216000" cy="216000"/>
          </a:xfrm>
          <a:prstGeom prst="rect">
            <a:avLst/>
          </a:prstGeom>
        </p:spPr>
      </p:pic>
      <p:sp>
        <p:nvSpPr>
          <p:cNvPr id="4" name="テキスト ボックス 3">
            <a:extLst>
              <a:ext uri="{FF2B5EF4-FFF2-40B4-BE49-F238E27FC236}">
                <ns2:creationId id="{0128C502-290D-F9D4-4A2F-5D2677A8081E}"/>
              </a:ext>
            </a:extLst>
          </p:cNvPr>
          <p:cNvSpPr txBox="1"/>
          <p:nvPr/>
        </p:nvSpPr>
        <p:spPr>
          <a:xfrm>
            <a:off x="334963" y="6335785"/>
            <a:ext cx="2712027" cy="180000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noAutofit/>
          </a:bodyPr>
          <a:lstStyle/>
          <a:p>
            <a:r>
              <a:rPr kumimoji="1"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44" name="グループ化 643">
            <a:extLst>
              <a:ext uri="{FF2B5EF4-FFF2-40B4-BE49-F238E27FC236}">
                <ns2:creationId id="{813E6E4E-1E48-DFBD-C87F-50C5AA97E5B9}"/>
              </a:ext>
            </a:extLst>
          </p:cNvPr>
          <p:cNvGrpSpPr/>
          <p:nvPr/>
        </p:nvGrpSpPr>
        <p:grpSpPr>
          <a:xfrm>
            <a:off x="9985038" y="5187573"/>
            <a:ext cx="1872000" cy="1126597"/>
            <a:chOff x="9985038" y="5187573"/>
            <a:chExt cx="1872000" cy="1126597"/>
          </a:xfrm>
        </p:grpSpPr>
        <p:sp>
          <p:nvSpPr>
            <p:cNvPr id="5" name="正方形/長方形 4">
              <a:extLst>
                <a:ext uri="{FF2B5EF4-FFF2-40B4-BE49-F238E27FC236}">
                  <ns2:creationId id="{797A38E1-6001-BB5D-D0C1-A2F80823ED43}"/>
                </a:ext>
              </a:extLst>
            </p:cNvPr>
            <p:cNvSpPr/>
            <p:nvPr/>
          </p:nvSpPr>
          <p:spPr>
            <a:xfrm>
              <a:off x="9985038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73DB6E-3DD9-D322-8E64-80DB9886BE0E}"/>
                </a:ext>
              </a:extLst>
            </p:cNvPr>
            <p:cNvSpPr/>
            <p:nvPr/>
          </p:nvSpPr>
          <p:spPr>
            <a:xfrm>
              <a:off x="9985038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6E5D6B96-99D8-E557-BDB2-B57F7D28F88F}"/>
                </a:ext>
              </a:extLst>
            </p:cNvPr>
            <p:cNvCxnSpPr>
              <a:cxnSpLocks/>
            </p:cNvCxnSpPr>
            <p:nvPr/>
          </p:nvCxnSpPr>
          <p:spPr>
            <a:xfrm>
              <a:off x="10063095" y="5869425"/>
              <a:ext cx="1692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DE7F8830-A4AD-021E-7E30-162AB052BD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9861" y="5481321"/>
              <a:ext cx="0" cy="79200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正方形/長方形 8">
              <a:extLst>
                <a:ext uri="{FF2B5EF4-FFF2-40B4-BE49-F238E27FC236}">
                  <ns2:creationId id="{6F1F2AAC-55B9-8F63-DAA1-C273FF6C1977}"/>
                </a:ext>
              </a:extLst>
            </p:cNvPr>
            <p:cNvSpPr/>
            <p:nvPr/>
          </p:nvSpPr>
          <p:spPr>
            <a:xfrm>
              <a:off x="1136088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CDD4AE79-5F24-AFB8-DE8C-5AEC7A426B5A}"/>
                </a:ext>
              </a:extLst>
            </p:cNvPr>
            <p:cNvSpPr/>
            <p:nvPr/>
          </p:nvSpPr>
          <p:spPr>
            <a:xfrm>
              <a:off x="1000435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B2300CD-3D11-CE9B-AA44-927452995E34}"/>
                </a:ext>
              </a:extLst>
            </p:cNvPr>
            <p:cNvSpPr/>
            <p:nvPr/>
          </p:nvSpPr>
          <p:spPr>
            <a:xfrm>
              <a:off x="10941031" y="5454439"/>
              <a:ext cx="64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3D06DB9-D67C-1836-5177-BA939D1064E8}"/>
                </a:ext>
              </a:extLst>
            </p:cNvPr>
            <p:cNvSpPr/>
            <p:nvPr/>
          </p:nvSpPr>
          <p:spPr>
            <a:xfrm>
              <a:off x="10941031" y="6183579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楕円 12">
              <a:extLst>
                <a:ext uri="{FF2B5EF4-FFF2-40B4-BE49-F238E27FC236}">
                  <ns2:creationId id="{60C560B4-4E22-4084-77E1-35A043D40F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9031" y="5578309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B3C483C9-1D69-1120-D364-D6DD19FE47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05158" y="5952198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650F622A-A90E-BC0E-F529-AB667A783427}"/>
                </a:ext>
              </a:extLst>
            </p:cNvPr>
            <p:cNvSpPr/>
            <p:nvPr/>
          </p:nvSpPr>
          <p:spPr>
            <a:xfrm>
              <a:off x="10385108" y="6187869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3" name="グループ化 642">
            <a:extLst>
              <a:ext uri="{FF2B5EF4-FFF2-40B4-BE49-F238E27FC236}">
                <ns2:creationId id="{CA3629DD-FD56-24E4-1DBB-66CF2DE6F850}"/>
              </a:ext>
            </a:extLst>
          </p:cNvPr>
          <p:cNvGrpSpPr/>
          <p:nvPr/>
        </p:nvGrpSpPr>
        <p:grpSpPr>
          <a:xfrm>
            <a:off x="8032137" y="5187573"/>
            <a:ext cx="1872000" cy="1126597"/>
            <a:chOff x="8032137" y="5187573"/>
            <a:chExt cx="1872000" cy="1126597"/>
          </a:xfrm>
        </p:grpSpPr>
        <p:sp>
          <p:nvSpPr>
            <p:cNvPr id="17" name="正方形/長方形 16">
              <a:extLst>
                <a:ext uri="{FF2B5EF4-FFF2-40B4-BE49-F238E27FC236}">
                  <ns2:creationId id="{61DABAD2-502B-4C15-0417-76CF940ADAED}"/>
                </a:ext>
              </a:extLst>
            </p:cNvPr>
            <p:cNvSpPr/>
            <p:nvPr/>
          </p:nvSpPr>
          <p:spPr>
            <a:xfrm>
              <a:off x="803213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6A54ED2-8EFD-3823-B598-C91AD97C32AA}"/>
                </a:ext>
              </a:extLst>
            </p:cNvPr>
            <p:cNvSpPr/>
            <p:nvPr/>
          </p:nvSpPr>
          <p:spPr>
            <a:xfrm>
              <a:off x="803213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F2ED0516-AC8D-C886-C426-E680F26127A8}"/>
                </a:ext>
              </a:extLst>
            </p:cNvPr>
            <p:cNvSpPr/>
            <p:nvPr/>
          </p:nvSpPr>
          <p:spPr>
            <a:xfrm>
              <a:off x="8046680" y="5814401"/>
              <a:ext cx="144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B90439B-408A-7F78-3EEB-E78CCF65EE0A}"/>
                </a:ext>
              </a:extLst>
            </p:cNvPr>
            <p:cNvSpPr/>
            <p:nvPr/>
          </p:nvSpPr>
          <p:spPr>
            <a:xfrm>
              <a:off x="8568084" y="6208262"/>
              <a:ext cx="79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DE6FEF8-2666-59E4-24AF-9756B7E74994}"/>
                </a:ext>
              </a:extLst>
            </p:cNvPr>
            <p:cNvSpPr/>
            <p:nvPr/>
          </p:nvSpPr>
          <p:spPr>
            <a:xfrm>
              <a:off x="8350942" y="5621101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66946A6-ABFA-93C7-88B8-41D00EF5173B}"/>
                </a:ext>
              </a:extLst>
            </p:cNvPr>
            <p:cNvSpPr/>
            <p:nvPr/>
          </p:nvSpPr>
          <p:spPr>
            <a:xfrm>
              <a:off x="9317972" y="5564295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楕円 22">
              <a:extLst>
                <a:ext uri="{FF2B5EF4-FFF2-40B4-BE49-F238E27FC236}">
                  <ns2:creationId id="{8109BA6D-44AE-5EEB-CF66-DF1A0FAFBD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129071" y="5639145"/>
              <a:ext cx="252000" cy="252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3658B616-0612-E7B1-A907-9F64561BFC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69431" y="5773750"/>
              <a:ext cx="288000" cy="288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3FFC58A5-264C-FFF7-07A7-60B8F8AFAA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8654" y="5735078"/>
              <a:ext cx="216000" cy="216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楕円 26">
              <a:extLst>
                <a:ext uri="{FF2B5EF4-FFF2-40B4-BE49-F238E27FC236}">
                  <ns2:creationId id="{C5A423E3-4E6C-D47C-7305-D600A401B6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65301" y="5945673"/>
              <a:ext cx="252000" cy="252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8" name="直線矢印コネクタ 27">
              <a:extLst>
                <a:ext uri="{FF2B5EF4-FFF2-40B4-BE49-F238E27FC236}">
                  <ns2:creationId id="{3C2792C2-5CD8-29EB-A51E-3DC123A5BEA1}"/>
                </a:ext>
              </a:extLst>
            </p:cNvPr>
            <p:cNvCxnSpPr>
              <a:cxnSpLocks/>
            </p:cNvCxnSpPr>
            <p:nvPr/>
          </p:nvCxnSpPr>
          <p:spPr>
            <a:xfrm rot="1140000" flipH="1" flipV="1">
              <a:off x="9228382" y="5797379"/>
              <a:ext cx="199622" cy="72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矢印コネクタ 28">
              <a:extLst>
                <a:ext uri="{FF2B5EF4-FFF2-40B4-BE49-F238E27FC236}">
                  <ns2:creationId id="{EEC8F02E-B474-E11A-E333-C97CC2A4B3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18639" y="5855397"/>
              <a:ext cx="130322" cy="163546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2" name="グループ化 641">
            <a:extLst>
              <a:ext uri="{FF2B5EF4-FFF2-40B4-BE49-F238E27FC236}">
                <ns2:creationId id="{31E7EFF7-9E91-3AF2-B51A-713F84012030}"/>
              </a:ext>
            </a:extLst>
          </p:cNvPr>
          <p:cNvGrpSpPr/>
          <p:nvPr/>
        </p:nvGrpSpPr>
        <p:grpSpPr>
          <a:xfrm>
            <a:off x="6089646" y="5187573"/>
            <a:ext cx="1872766" cy="1126597"/>
            <a:chOff x="6089646" y="5187573"/>
            <a:chExt cx="1872766" cy="1126597"/>
          </a:xfrm>
        </p:grpSpPr>
        <p:sp>
          <p:nvSpPr>
            <p:cNvPr id="472" name="正方形/長方形 471">
              <a:extLst>
                <a:ext uri="{FF2B5EF4-FFF2-40B4-BE49-F238E27FC236}">
                  <ns2:creationId id="{535F19DE-3BB3-1438-FD1C-B3A28F3B68EF}"/>
                </a:ext>
              </a:extLst>
            </p:cNvPr>
            <p:cNvSpPr/>
            <p:nvPr/>
          </p:nvSpPr>
          <p:spPr>
            <a:xfrm>
              <a:off x="6090412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aphicFrame>
          <p:nvGraphicFramePr>
            <p:cNvPr id="473" name="グラフ 472">
              <a:extLst>
                <a:ext uri="{FF2B5EF4-FFF2-40B4-BE49-F238E27FC236}">
                  <ns2:creationId id="{B429D0E5-43A8-CE5D-C179-AD04D9FEAD24}"/>
                </a:ext>
              </a:extLst>
            </p:cNvPr>
            <p:cNvGraphicFramePr/>
            <p:nvPr/>
          </p:nvGraphicFramePr>
          <p:xfrm>
            <a:off x="6089646" y="5594341"/>
            <a:ext cx="1764955" cy="702001"/>
          </p:xfrm>
          <a:graphic>
            <a:graphicData uri="http://schemas.openxmlformats.org/drawingml/2006/chart">
              <ns5:chart r:id="rId8"/>
            </a:graphicData>
          </a:graphic>
        </p:graphicFrame>
        <p:cxnSp>
          <p:nvCxnSpPr>
            <p:cNvPr id="474" name="直線矢印コネクタ 473">
              <a:extLst>
                <a:ext uri="{FF2B5EF4-FFF2-40B4-BE49-F238E27FC236}">
                  <ns2:creationId id="{80F9173E-952F-16E4-4AE2-510CCA740F75}"/>
                </a:ext>
              </a:extLst>
            </p:cNvPr>
            <p:cNvCxnSpPr/>
            <p:nvPr/>
          </p:nvCxnSpPr>
          <p:spPr>
            <a:xfrm flipV="1">
              <a:off x="6154068" y="5516055"/>
              <a:ext cx="0" cy="684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矢印コネクタ 474">
              <a:extLst>
                <a:ext uri="{FF2B5EF4-FFF2-40B4-BE49-F238E27FC236}">
                  <ns2:creationId id="{D81A5DEF-C2FD-0B41-C7CB-6E5111BC5DC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964615" y="5377583"/>
              <a:ext cx="0" cy="163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6" name="正方形/長方形 475">
              <a:extLst>
                <a:ext uri="{FF2B5EF4-FFF2-40B4-BE49-F238E27FC236}">
                  <ns2:creationId id="{2F1B2B3D-EDCB-EC66-3132-38F5865F0D06}"/>
                </a:ext>
              </a:extLst>
            </p:cNvPr>
            <p:cNvSpPr/>
            <p:nvPr/>
          </p:nvSpPr>
          <p:spPr>
            <a:xfrm>
              <a:off x="6090412" y="5416502"/>
              <a:ext cx="25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E2C4F8E7-4ECB-0A60-7904-E53723280FA6}"/>
                </a:ext>
              </a:extLst>
            </p:cNvPr>
            <p:cNvSpPr/>
            <p:nvPr/>
          </p:nvSpPr>
          <p:spPr>
            <a:xfrm>
              <a:off x="7811345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66C7573-97F2-E647-EFA7-71B3D3BB7035}"/>
                </a:ext>
              </a:extLst>
            </p:cNvPr>
            <p:cNvSpPr/>
            <p:nvPr/>
          </p:nvSpPr>
          <p:spPr>
            <a:xfrm>
              <a:off x="6090412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0" name="グループ化 639">
            <a:extLst>
              <a:ext uri="{FF2B5EF4-FFF2-40B4-BE49-F238E27FC236}">
                <ns2:creationId id="{4AC1DBC7-CCB7-269D-E5A8-2D5355E03F63}"/>
              </a:ext>
            </a:extLst>
          </p:cNvPr>
          <p:cNvGrpSpPr/>
          <p:nvPr/>
        </p:nvGrpSpPr>
        <p:grpSpPr>
          <a:xfrm>
            <a:off x="332888" y="5187573"/>
            <a:ext cx="3746075" cy="1126597"/>
            <a:chOff x="332888" y="5187573"/>
            <a:chExt cx="3746075" cy="1126597"/>
          </a:xfrm>
        </p:grpSpPr>
        <p:sp>
          <p:nvSpPr>
            <p:cNvPr id="479" name="正方形/長方形 478">
              <a:extLst>
                <a:ext uri="{FF2B5EF4-FFF2-40B4-BE49-F238E27FC236}">
                  <ns2:creationId id="{64349644-2388-C25B-86B8-040B68080D88}"/>
                </a:ext>
              </a:extLst>
            </p:cNvPr>
            <p:cNvSpPr/>
            <p:nvPr/>
          </p:nvSpPr>
          <p:spPr>
            <a:xfrm>
              <a:off x="334963" y="5187573"/>
              <a:ext cx="3744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CE9A37D7-A960-F386-CED5-4B2A4B76C5EA}"/>
                </a:ext>
              </a:extLst>
            </p:cNvPr>
            <p:cNvSpPr/>
            <p:nvPr/>
          </p:nvSpPr>
          <p:spPr>
            <a:xfrm>
              <a:off x="891950" y="5985883"/>
              <a:ext cx="3168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8E4385B8-ED4C-294F-66BB-11B8A8F26E3D}"/>
                </a:ext>
              </a:extLst>
            </p:cNvPr>
            <p:cNvSpPr/>
            <p:nvPr/>
          </p:nvSpPr>
          <p:spPr>
            <a:xfrm>
              <a:off x="380899" y="5985883"/>
              <a:ext cx="504000" cy="28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783121BB-FAFB-FE40-1A87-356D3BACAAE2}"/>
                </a:ext>
              </a:extLst>
            </p:cNvPr>
            <p:cNvSpPr/>
            <p:nvPr/>
          </p:nvSpPr>
          <p:spPr>
            <a:xfrm>
              <a:off x="3208946" y="5465366"/>
              <a:ext cx="792000" cy="10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500"/>
                </a:lnSpc>
              </a:pPr>
              <a:r>
                <a:rPr kumimoji="1"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01" name="グラフ 500">
              <a:extLst>
                <a:ext uri="{FF2B5EF4-FFF2-40B4-BE49-F238E27FC236}">
                  <ns2:creationId id="{2858518B-7717-4020-42E2-735B1D5C54E3}"/>
                </a:ext>
              </a:extLst>
            </p:cNvPr>
            <p:cNvPicPr>
              <a:picLocks noGrp="1" noRot="1" noChangeAspect="1" noMove="1" noResize="1" noEditPoints="1" noAdjustHandles="1" noChangeArrowheads="1" noChangeShapeType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32888" y="5364997"/>
              <a:ext cx="2717943" cy="578603"/>
            </a:xfrm>
            <a:prstGeom prst="rect">
              <a:avLst/>
            </a:prstGeom>
          </p:spPr>
        </p:pic>
        <p:sp>
          <p:nvSpPr>
            <p:cNvPr id="503" name="正方形/長方形 502">
              <a:extLst>
                <a:ext uri="{FF2B5EF4-FFF2-40B4-BE49-F238E27FC236}">
                  <ns2:creationId id="{EBEA5792-D12D-2D9F-A17B-2D0096030100}"/>
                </a:ext>
              </a:extLst>
            </p:cNvPr>
            <p:cNvSpPr/>
            <p:nvPr/>
          </p:nvSpPr>
          <p:spPr>
            <a:xfrm>
              <a:off x="454209" y="5867043"/>
              <a:ext cx="511202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B0462776-7A9A-55BD-3B4B-DB3A9479AD65}"/>
                </a:ext>
              </a:extLst>
            </p:cNvPr>
            <p:cNvSpPr/>
            <p:nvPr/>
          </p:nvSpPr>
          <p:spPr>
            <a:xfrm>
              <a:off x="1036963" y="5416912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580CB0A5-5ED3-EDE9-F01B-0031106D0E5E}"/>
                </a:ext>
              </a:extLst>
            </p:cNvPr>
            <p:cNvSpPr/>
            <p:nvPr/>
          </p:nvSpPr>
          <p:spPr>
            <a:xfrm>
              <a:off x="1611843" y="5468271"/>
              <a:ext cx="792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2B383FF6-AA7F-48CE-F20E-1BC13B3C0D30}"/>
                </a:ext>
              </a:extLst>
            </p:cNvPr>
            <p:cNvSpPr/>
            <p:nvPr/>
          </p:nvSpPr>
          <p:spPr>
            <a:xfrm>
              <a:off x="2323524" y="5867043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AC16A580-C3B7-D80B-8E57-2AA61F26AB64}"/>
                </a:ext>
              </a:extLst>
            </p:cNvPr>
            <p:cNvSpPr/>
            <p:nvPr/>
          </p:nvSpPr>
          <p:spPr>
            <a:xfrm>
              <a:off x="3208946" y="5577331"/>
              <a:ext cx="792000" cy="37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1F6C497-9B30-95ED-68E0-71111C530103}"/>
                </a:ext>
              </a:extLst>
            </p:cNvPr>
            <p:cNvSpPr/>
            <p:nvPr/>
          </p:nvSpPr>
          <p:spPr>
            <a:xfrm>
              <a:off x="2787688" y="5463400"/>
              <a:ext cx="360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コネクタ: カギ線 126">
              <a:extLst>
                <a:ext uri="{FF2B5EF4-FFF2-40B4-BE49-F238E27FC236}">
                  <ns2:creationId id="{51DE2949-D738-8056-2890-CB47083206E1}"/>
                </a:ext>
              </a:extLst>
            </p:cNvPr>
            <p:cNvCxnSpPr>
              <a:cxnSpLocks/>
              <a:endCxn id="82" idx="1"/>
            </p:cNvCxnSpPr>
            <p:nvPr/>
          </p:nvCxnSpPr>
          <p:spPr>
            <a:xfrm rot="5400000" flipH="1" flipV="1">
              <a:off x="2636034" y="5516667"/>
              <a:ext cx="162000" cy="141307"/>
            </a:xfrm>
            <a:prstGeom prst="bentConnector2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4FD8BF0F-7328-0713-DD85-120CC9E731FC}"/>
                </a:ext>
              </a:extLst>
            </p:cNvPr>
            <p:cNvSpPr/>
            <p:nvPr/>
          </p:nvSpPr>
          <p:spPr>
            <a:xfrm>
              <a:off x="334963" y="5388970"/>
              <a:ext cx="3744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1" name="グループ化 640">
            <a:extLst>
              <a:ext uri="{FF2B5EF4-FFF2-40B4-BE49-F238E27FC236}">
                <ns2:creationId id="{567188B8-BCBF-D3F2-21A3-30AA2EDEB734}"/>
              </a:ext>
            </a:extLst>
          </p:cNvPr>
          <p:cNvGrpSpPr/>
          <p:nvPr/>
        </p:nvGrpSpPr>
        <p:grpSpPr>
          <a:xfrm>
            <a:off x="4148687" y="5187573"/>
            <a:ext cx="1887297" cy="1126597"/>
            <a:chOff x="4148687" y="5187573"/>
            <a:chExt cx="1887297" cy="1126597"/>
          </a:xfrm>
        </p:grpSpPr>
        <p:sp>
          <p:nvSpPr>
            <p:cNvPr id="30" name="正方形/長方形 29">
              <a:extLst>
                <a:ext uri="{FF2B5EF4-FFF2-40B4-BE49-F238E27FC236}">
                  <ns2:creationId id="{F65A838A-04FD-6693-D6F6-5648A2F899B7}"/>
                </a:ext>
              </a:extLst>
            </p:cNvPr>
            <p:cNvSpPr/>
            <p:nvPr/>
          </p:nvSpPr>
          <p:spPr>
            <a:xfrm>
              <a:off x="414868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12FDA7C-DF1C-85EE-E98B-089B630831EA}"/>
                </a:ext>
              </a:extLst>
            </p:cNvPr>
            <p:cNvSpPr/>
            <p:nvPr/>
          </p:nvSpPr>
          <p:spPr>
            <a:xfrm>
              <a:off x="5495984" y="5470658"/>
              <a:ext cx="540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600"/>
                </a:lnSpc>
              </a:pP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C30C3929-53DA-9D37-1C65-0B810E6258F8}"/>
                </a:ext>
              </a:extLst>
            </p:cNvPr>
            <p:cNvGrpSpPr/>
            <p:nvPr/>
          </p:nvGrpSpPr>
          <p:grpSpPr>
            <a:xfrm>
              <a:off x="4148689" y="5516055"/>
              <a:ext cx="1703981" cy="780287"/>
              <a:chOff x="4148689" y="5516055"/>
              <a:chExt cx="1703981" cy="780287"/>
            </a:xfrm>
          </p:grpSpPr>
          <p:graphicFrame>
            <p:nvGraphicFramePr>
              <p:cNvPr id="33" name="グラフ 32">
                <a:extLst>
                  <a:ext uri="{FF2B5EF4-FFF2-40B4-BE49-F238E27FC236}">
                    <ns2:creationId id="{9411FF20-6D78-8FC2-CDF8-D6F753551359}"/>
                  </a:ext>
                </a:extLst>
              </p:cNvPr>
              <p:cNvGraphicFramePr/>
              <p:nvPr/>
            </p:nvGraphicFramePr>
            <p:xfrm>
              <a:off x="4148689" y="5594341"/>
              <a:ext cx="1703981" cy="702001"/>
            </p:xfrm>
            <a:graphic>
              <a:graphicData uri="http://schemas.openxmlformats.org/drawingml/2006/chart">
                <ns5:chart r:id="rId10"/>
              </a:graphicData>
            </a:graphic>
          </p:graphicFrame>
          <p:cxnSp>
            <p:nvCxnSpPr>
              <p:cNvPr id="35" name="直線矢印コネクタ 34">
                <a:extLst>
                  <a:ext uri="{FF2B5EF4-FFF2-40B4-BE49-F238E27FC236}">
                    <ns2:creationId id="{79AA10DF-D3EE-C2EC-759F-9C783EF7329F}"/>
                  </a:ext>
                </a:extLst>
              </p:cNvPr>
              <p:cNvCxnSpPr/>
              <p:nvPr/>
            </p:nvCxnSpPr>
            <p:spPr>
              <a:xfrm flipV="1">
                <a:off x="4203636" y="5516055"/>
                <a:ext cx="0" cy="684000"/>
              </a:xfrm>
              <a:prstGeom prst="straightConnector1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3" name="直線矢印コネクタ 42">
              <a:extLst>
                <a:ext uri="{FF2B5EF4-FFF2-40B4-BE49-F238E27FC236}">
                  <ns2:creationId id="{79325671-91E4-B746-48C1-CC233B2AC97C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4978637" y="5422583"/>
              <a:ext cx="0" cy="154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正方形/長方形 45">
              <a:extLst>
                <a:ext uri="{FF2B5EF4-FFF2-40B4-BE49-F238E27FC236}">
                  <ns2:creationId id="{D87BE7D8-0262-EE58-B070-4282F7DE8431}"/>
                </a:ext>
              </a:extLst>
            </p:cNvPr>
            <p:cNvSpPr/>
            <p:nvPr/>
          </p:nvSpPr>
          <p:spPr>
            <a:xfrm>
              <a:off x="4148687" y="5416502"/>
              <a:ext cx="216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C448B586-A037-F132-8BE7-FB45A4BFDBB9}"/>
                </a:ext>
              </a:extLst>
            </p:cNvPr>
            <p:cNvSpPr/>
            <p:nvPr/>
          </p:nvSpPr>
          <p:spPr>
            <a:xfrm>
              <a:off x="5849952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E918FC6-1E7A-A56D-A36E-7444ED678EF5}"/>
                </a:ext>
              </a:extLst>
            </p:cNvPr>
            <p:cNvSpPr/>
            <p:nvPr/>
          </p:nvSpPr>
          <p:spPr>
            <a:xfrm>
              <a:off x="414868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932819974"/>
      </p:ext>
    </p:extLst>
  </p:cSld>
  <p:clrMapOvr>
    <a:masterClrMapping/>
  </p:clrMapOvr>
</p:sld>
</file>

<file path=ppt/slides/slide2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849FED0-73CF-53ED-1EB6-425C3E56D2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6C7A173-74D4-40B5-03D4-6D11301F3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FB99DCC-94A4-432F-2BC4-FD712E885F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200"/>
              </a:spcBef>
            </a:pP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9" name="正方形/長方形 138">
            <a:extLst>
              <a:ext uri="{FF2B5EF4-FFF2-40B4-BE49-F238E27FC236}">
                <ns2:creationId id="{2167858A-AE77-906B-8D6E-CF52A2F6DF67}"/>
              </a:ext>
            </a:extLst>
          </p:cNvPr>
          <p:cNvSpPr/>
          <p:nvPr/>
        </p:nvSpPr>
        <p:spPr>
          <a:xfrm>
            <a:off x="334962" y="4495199"/>
            <a:ext cx="5976000" cy="17297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6B73D4C-CA8A-715E-0DD7-E0CC18E04BC2}"/>
              </a:ext>
            </a:extLst>
          </p:cNvPr>
          <p:cNvSpPr/>
          <p:nvPr/>
        </p:nvSpPr>
        <p:spPr>
          <a:xfrm>
            <a:off x="334962" y="4716922"/>
            <a:ext cx="9224086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9" name="正方形/長方形 228">
            <a:extLst>
              <a:ext uri="{FF2B5EF4-FFF2-40B4-BE49-F238E27FC236}">
                <ns2:creationId id="{95AB37E4-BAFB-2538-A4BD-2D12D2E688E1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AC676240-DC88-4276-3610-055A08DFEA09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正方形/長方形 232">
            <a:extLst>
              <a:ext uri="{FF2B5EF4-FFF2-40B4-BE49-F238E27FC236}">
                <ns2:creationId id="{649912CC-5E27-5D30-FBEB-A0D82E377738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ECA859A-BD63-EEB1-239F-E1BEB7C5D1CF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72" name="正方形/長方形 71">
              <a:extLst>
                <a:ext uri="{FF2B5EF4-FFF2-40B4-BE49-F238E27FC236}">
                  <ns2:creationId id="{59F98878-DB4A-12F0-F2DB-32C70B2E3DF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C2A9509-ECF3-B221-B2ED-865E913D4BFF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DA79B978-8671-6FD6-11D2-D6412F46AB9A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E5DDD31-0689-7C02-D980-9ACD05BC227C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D6391A-EA73-DB6E-3F9C-4E9EEBE246F5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E40719FB-A0B9-094B-88BE-758930C0807E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ED05303-BE1A-E3E8-BA05-9D16D4CDD6C2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078C3FD-DC1E-C6F4-A88F-DD68716A34C4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46" name="グラフィックス 145" descr="正規分布 単色塗りつぶし">
              <a:extLst>
                <a:ext uri="{FF2B5EF4-FFF2-40B4-BE49-F238E27FC236}">
                  <ns2:creationId id="{E966B450-77BD-90C7-63F4-6ABE1C752884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B6C66C11-CC1F-27F3-5072-6D0CB0EA9E7C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52A907D1-57A3-658B-1124-6959E24AA62A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DAE12843-A8ED-958C-9597-D21664E15FE6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5E529034-E4CF-2241-538E-A5AA112E396A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68244F14-81FB-251A-BCF5-DD54B96C13B4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94E2BF39-02AD-C53D-9CD6-5E3701ABB3A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473561D-C072-F23A-4062-C8B267B94959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26C31698-5F49-BB94-B969-F72C918EB2D8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A7C9D36C-A34A-6C91-83A3-11F3376D22A3}"/>
                </a:ext>
              </a:extLst>
            </p:cNvPr>
            <p:cNvSpPr/>
            <p:nvPr/>
          </p:nvSpPr>
          <p:spPr>
            <a:xfrm>
              <a:off x="3553644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EB3A7B42-4EE3-4D93-5866-86AC8D58F6F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800" baseline="-25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6DD4B082-0FD2-2FA7-096E-CB8152974738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6799425F-265C-0C7F-7E4E-A00022BC9B9C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 baseline="30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A895DDFB-6BAA-8152-D8AA-A249F98D97E5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6A5259A-E0EE-766D-675E-1C012743EF69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四角形: 角を丸くする 203">
              <a:extLst>
                <a:ext uri="{FF2B5EF4-FFF2-40B4-BE49-F238E27FC236}">
                  <ns2:creationId id="{05EE8D15-CDD6-E3D3-815A-A8CA2697883E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ED1BDA8-AFB0-6D21-1541-6D80D92948B9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765DE08F-C701-FC53-22E7-C6892372241C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BCA874-BDFF-10B5-BC17-D4F96A367EC9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2" name="四角形: 角を丸くする 211">
              <a:extLst>
                <a:ext uri="{FF2B5EF4-FFF2-40B4-BE49-F238E27FC236}">
                  <ns2:creationId id="{B1B2BE7E-B19C-EE26-2371-BFC99C9C153B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四角形: 角を丸くする 212">
              <a:extLst>
                <a:ext uri="{FF2B5EF4-FFF2-40B4-BE49-F238E27FC236}">
                  <ns2:creationId id="{3F0B3B4B-3B92-C87C-74E8-FC2C9CE03574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四角形: 角を丸くする 214">
              <a:extLst>
                <a:ext uri="{FF2B5EF4-FFF2-40B4-BE49-F238E27FC236}">
                  <ns2:creationId id="{31B7C982-A768-B2A9-C84A-DE1D5AA5C7FD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7" name="四角形: 角を丸くする 216">
              <a:extLst>
                <a:ext uri="{FF2B5EF4-FFF2-40B4-BE49-F238E27FC236}">
                  <ns2:creationId id="{3B15FFB6-14A3-3A25-C60B-8649F42C7B0E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39" name="グラフィックス 238" descr="人と循環 単色塗りつぶし">
              <a:extLst>
                <a:ext uri="{FF2B5EF4-FFF2-40B4-BE49-F238E27FC236}">
                  <ns2:creationId id="{458B7044-824E-0AC7-CFDB-71809BB860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241" name="グラフィックス 240" descr="手当て 単色塗りつぶし">
              <a:extLst>
                <a:ext uri="{FF2B5EF4-FFF2-40B4-BE49-F238E27FC236}">
                  <ns2:creationId id="{5AE82411-DD5D-8788-CACA-61996AFE13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243" name="グラフィックス 242" descr="ブリーフケース 単色塗りつぶし">
              <a:extLst>
                <a:ext uri="{FF2B5EF4-FFF2-40B4-BE49-F238E27FC236}">
                  <ns2:creationId id="{66C321AE-3FBD-94F0-72A9-003053418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245" name="グラフィックス 244" descr="お金 単色塗りつぶし">
              <a:extLst>
                <a:ext uri="{FF2B5EF4-FFF2-40B4-BE49-F238E27FC236}">
                  <ns2:creationId id="{0EDE2A3A-6A04-F5F3-EC5B-FE32BA814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247" name="グラフィックス 246" descr="種 単色塗りつぶし">
              <a:extLst>
                <a:ext uri="{FF2B5EF4-FFF2-40B4-BE49-F238E27FC236}">
                  <ns2:creationId id="{2B6E67A3-2E22-A366-F98E-B19615EB4A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249" name="グラフィックス 248" descr="評価 単色塗りつぶし">
              <a:extLst>
                <a:ext uri="{FF2B5EF4-FFF2-40B4-BE49-F238E27FC236}">
                  <ns2:creationId id="{38BCFDDA-619B-6246-9AEA-BDE284E809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251" name="グラフィックス 250" descr="シャッフル 単色塗りつぶし">
              <a:extLst>
                <a:ext uri="{FF2B5EF4-FFF2-40B4-BE49-F238E27FC236}">
                  <ns2:creationId id="{42EA3C8C-875E-6CB8-D2F1-E153EE78C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253" name="グラフィックス 252" descr="オンライン会議 単色塗りつぶし">
              <a:extLst>
                <a:ext uri="{FF2B5EF4-FFF2-40B4-BE49-F238E27FC236}">
                  <ns2:creationId id="{9DEAC7BE-644A-2253-F62C-1627670C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39E8DE0F-CE2B-C75C-89F4-61B4DAF228B8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74" name="正方形/長方形 73">
              <a:extLst>
                <a:ext uri="{FF2B5EF4-FFF2-40B4-BE49-F238E27FC236}">
                  <ns2:creationId id="{EB97EB44-597E-14EA-6BDC-949B1DA8E94D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8B8E961C-CC5F-C7BE-4E2F-A029BDAA9BD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EA8FB7-F32C-B5F1-BC11-35940F4F463E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E6FCB2CF-A6F6-D338-BC03-2B96D6040873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94B6BAAD-6FBA-CB2C-2FEE-F1548D0C70DD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加算記号 112">
              <a:extLst>
                <a:ext uri="{FF2B5EF4-FFF2-40B4-BE49-F238E27FC236}">
                  <ns2:creationId id="{CAD5EF9B-B41E-E3A8-4964-124D8BBDB3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A65A72AD-C515-C72F-1A07-D8F813206CBE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F00283FB-DEFB-89EB-5953-3FF8747EBCC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37" name="加算記号 236">
              <a:extLst>
                <a:ext uri="{FF2B5EF4-FFF2-40B4-BE49-F238E27FC236}">
                  <ns2:creationId id="{8E23D569-A70D-40BF-F694-5D17E28F44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四角形: 角を丸くする 257">
              <a:extLst>
                <a:ext uri="{FF2B5EF4-FFF2-40B4-BE49-F238E27FC236}">
                  <ns2:creationId id="{BC2B902D-A520-E2F2-2BCB-BF950B41C00F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D18F7C90-D7CD-50E6-6D4F-35924F4586A9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0" name="四角形: 角を丸くする 259">
              <a:extLst>
                <a:ext uri="{FF2B5EF4-FFF2-40B4-BE49-F238E27FC236}">
                  <ns2:creationId id="{26A55AF0-A0B3-F666-96EA-379D08777FBF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61" name="グラフィックス 260" descr="正規分布 単色塗りつぶし">
              <a:extLst>
                <a:ext uri="{FF2B5EF4-FFF2-40B4-BE49-F238E27FC236}">
                  <ns2:creationId id="{C601C05E-0CBB-C756-72BE-367C99F87C69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262" name="正方形/長方形 261">
              <a:extLst>
                <a:ext uri="{FF2B5EF4-FFF2-40B4-BE49-F238E27FC236}">
                  <ns2:creationId id="{5F1504F5-5BD3-28C6-7D73-4C453C0289F4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4" name="四角形: 角を丸くする 263">
              <a:extLst>
                <a:ext uri="{FF2B5EF4-FFF2-40B4-BE49-F238E27FC236}">
                  <ns2:creationId id="{2B84922A-6A35-08CB-75D6-959D97380CEA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FEFFBFB0-E835-97DB-5240-8C66EB7826EC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3F3CF39-408E-8870-4AE8-482A508842A4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D0D115D7-93F6-D875-0C95-B358A5A95629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D832A533-857C-B2CC-A666-08CC399F47A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5A284BF0-B083-3555-535D-CAD899D91966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EF0C1AE0-019F-D4C3-6CBE-3939B382118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0C976672-294A-7B02-98F5-259D39F91184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4" name="四角形: 角を丸くする 273">
              <a:extLst>
                <a:ext uri="{FF2B5EF4-FFF2-40B4-BE49-F238E27FC236}">
                  <ns2:creationId id="{A3556520-F36A-98CD-C34F-2E71B45FBE4A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 baseline="30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4C9C6D7-7FAA-6083-0AE3-26309D6A178B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四角形: 角を丸くする 276">
              <a:extLst>
                <a:ext uri="{FF2B5EF4-FFF2-40B4-BE49-F238E27FC236}">
                  <ns2:creationId id="{A18CDC3D-0C22-2516-EC17-D8A74436C0CA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6C3B28B-6748-E3AF-7316-AE80A5371F2A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5BC6539-4C98-FCA7-5619-F80C16B5B946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1" name="四角形: 角を丸くする 280">
              <a:extLst>
                <a:ext uri="{FF2B5EF4-FFF2-40B4-BE49-F238E27FC236}">
                  <ns2:creationId id="{CBDE57D5-26A1-2F02-65D4-8FD69970DA31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四角形: 角を丸くする 282">
              <a:extLst>
                <a:ext uri="{FF2B5EF4-FFF2-40B4-BE49-F238E27FC236}">
                  <ns2:creationId id="{4210716A-6348-08E0-AE99-7F8EED35C841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84" name="グラフィックス 283" descr="人と循環 単色塗りつぶし">
              <a:extLst>
                <a:ext uri="{FF2B5EF4-FFF2-40B4-BE49-F238E27FC236}">
                  <ns2:creationId id="{FB278E62-D4F8-43FA-F21A-181F47922C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285" name="グラフィックス 284" descr="手当て 単色塗りつぶし">
              <a:extLst>
                <a:ext uri="{FF2B5EF4-FFF2-40B4-BE49-F238E27FC236}">
                  <ns2:creationId id="{D944EC67-81C6-F686-DAEF-CB23A2CA4C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286" name="グラフィックス 285" descr="ブリーフケース 単色塗りつぶし">
              <a:extLst>
                <a:ext uri="{FF2B5EF4-FFF2-40B4-BE49-F238E27FC236}">
                  <ns2:creationId id="{1CEE4B5A-9590-69AF-B760-7074BB68D4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287" name="グラフィックス 286" descr="お金 単色塗りつぶし">
              <a:extLst>
                <a:ext uri="{FF2B5EF4-FFF2-40B4-BE49-F238E27FC236}">
                  <ns2:creationId id="{D3152B5A-FF7A-6A17-452C-961CC6FE0F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288" name="グラフィックス 287" descr="種 単色塗りつぶし">
              <a:extLst>
                <a:ext uri="{FF2B5EF4-FFF2-40B4-BE49-F238E27FC236}">
                  <ns2:creationId id="{8EF38DE8-CD63-1096-BC9A-8A2A3E677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289" name="グラフィックス 288" descr="評価 単色塗りつぶし">
              <a:extLst>
                <a:ext uri="{FF2B5EF4-FFF2-40B4-BE49-F238E27FC236}">
                  <ns2:creationId id="{2AC8B5CF-A552-9E3C-A07A-42497C3ED6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290" name="グラフィックス 289" descr="シャッフル 単色塗りつぶし">
              <a:extLst>
                <a:ext uri="{FF2B5EF4-FFF2-40B4-BE49-F238E27FC236}">
                  <ns2:creationId id="{FE492C03-0700-E9CE-0E3E-4A81112E5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291" name="グラフィックス 290" descr="オンライン会議 単色塗りつぶし">
              <a:extLst>
                <a:ext uri="{FF2B5EF4-FFF2-40B4-BE49-F238E27FC236}">
                  <ns2:creationId id="{2F55C1AD-AB76-6432-397D-3FFA265761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297" name="四角形: 角を丸くする 296">
              <a:extLst>
                <a:ext uri="{FF2B5EF4-FFF2-40B4-BE49-F238E27FC236}">
                  <ns2:creationId id="{C4FAC68A-E7D0-EDA3-E505-996994447B89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9" name="四角形: 角を丸くする 298">
              <a:extLst>
                <a:ext uri="{FF2B5EF4-FFF2-40B4-BE49-F238E27FC236}">
                  <ns2:creationId id="{EF6E086E-13E4-24CB-8D94-FF03D005FEC1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四角形: 角を丸くする 300">
              <a:extLst>
                <a:ext uri="{FF2B5EF4-FFF2-40B4-BE49-F238E27FC236}">
                  <ns2:creationId id="{5CD172AA-287E-E45C-6A1C-430FB0A7CC5F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27" name="グループ化 26">
            <a:extLst>
              <a:ext uri="{FF2B5EF4-FFF2-40B4-BE49-F238E27FC236}">
                <ns2:creationId id="{C3DDC12A-2039-3160-E632-EDD307DF7833}"/>
              </a:ext>
            </a:extLst>
          </p:cNvPr>
          <p:cNvGrpSpPr/>
          <p:nvPr/>
        </p:nvGrpSpPr>
        <p:grpSpPr>
          <a:xfrm>
            <a:off x="334962" y="4947240"/>
            <a:ext cx="11532027" cy="1360635"/>
            <a:chOff x="334962" y="4947240"/>
            <a:chExt cx="11532027" cy="1360635"/>
          </a:xfrm>
        </p:grpSpPr>
        <p:sp>
          <p:nvSpPr>
            <p:cNvPr id="115" name="正方形/長方形 114">
              <a:extLst>
                <a:ext uri="{FF2B5EF4-FFF2-40B4-BE49-F238E27FC236}">
                  <ns2:creationId id="{9F15C97A-A163-A4DE-D359-178D4A6321AD}"/>
                </a:ext>
              </a:extLst>
            </p:cNvPr>
            <p:cNvSpPr/>
            <p:nvPr/>
          </p:nvSpPr>
          <p:spPr>
            <a:xfrm>
              <a:off x="1490818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9608A20E-34DB-9C44-EE81-1BF967836E33}"/>
                </a:ext>
              </a:extLst>
            </p:cNvPr>
            <p:cNvSpPr/>
            <p:nvPr/>
          </p:nvSpPr>
          <p:spPr>
            <a:xfrm>
              <a:off x="1492108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982855A5-3320-1BC8-F8F2-EA3C8E492C91}"/>
                </a:ext>
              </a:extLst>
            </p:cNvPr>
            <p:cNvSpPr/>
            <p:nvPr/>
          </p:nvSpPr>
          <p:spPr>
            <a:xfrm>
              <a:off x="334962" y="5767875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D93069B1-0889-5533-1D40-807DB2F20922}"/>
                </a:ext>
              </a:extLst>
            </p:cNvPr>
            <p:cNvSpPr/>
            <p:nvPr/>
          </p:nvSpPr>
          <p:spPr>
            <a:xfrm>
              <a:off x="334962" y="4947240"/>
              <a:ext cx="1057132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CBFB07B-AABB-C206-5A5B-F2CEA3563383}"/>
                </a:ext>
              </a:extLst>
            </p:cNvPr>
            <p:cNvSpPr/>
            <p:nvPr/>
          </p:nvSpPr>
          <p:spPr>
            <a:xfrm>
              <a:off x="334962" y="5177558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E499D0C8-3BD6-02FB-991D-5CB29D3512E7}"/>
                </a:ext>
              </a:extLst>
            </p:cNvPr>
            <p:cNvSpPr/>
            <p:nvPr/>
          </p:nvSpPr>
          <p:spPr>
            <a:xfrm>
              <a:off x="4109542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039DC1BB-49F8-5582-0C63-AE433CC23D6F}"/>
                </a:ext>
              </a:extLst>
            </p:cNvPr>
            <p:cNvSpPr/>
            <p:nvPr/>
          </p:nvSpPr>
          <p:spPr>
            <a:xfrm>
              <a:off x="4112121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EA95C502-BF95-9C5B-AEE4-6C1E3EA0737C}"/>
                </a:ext>
              </a:extLst>
            </p:cNvPr>
            <p:cNvSpPr/>
            <p:nvPr/>
          </p:nvSpPr>
          <p:spPr>
            <a:xfrm>
              <a:off x="6728266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0223B2CB-CC7E-F6A3-E702-07E51AB371A3}"/>
                </a:ext>
              </a:extLst>
            </p:cNvPr>
            <p:cNvSpPr/>
            <p:nvPr/>
          </p:nvSpPr>
          <p:spPr>
            <a:xfrm>
              <a:off x="9346989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375BCC6-BD9B-DDB4-A151-DD53BB24C73B}"/>
                </a:ext>
              </a:extLst>
            </p:cNvPr>
            <p:cNvSpPr/>
            <p:nvPr/>
          </p:nvSpPr>
          <p:spPr>
            <a:xfrm>
              <a:off x="6732134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463F21F-1330-5018-3F93-BE408B86EC0A}"/>
                </a:ext>
              </a:extLst>
            </p:cNvPr>
            <p:cNvSpPr/>
            <p:nvPr/>
          </p:nvSpPr>
          <p:spPr>
            <a:xfrm>
              <a:off x="9346989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C2FBF9-F90C-CBA8-5D52-25BE2D1E274D}"/>
                </a:ext>
              </a:extLst>
            </p:cNvPr>
            <p:cNvSpPr/>
            <p:nvPr/>
          </p:nvSpPr>
          <p:spPr>
            <a:xfrm>
              <a:off x="1492108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DD6DB04-3781-A52D-1D5E-529787311D27}"/>
                </a:ext>
              </a:extLst>
            </p:cNvPr>
            <p:cNvSpPr/>
            <p:nvPr/>
          </p:nvSpPr>
          <p:spPr>
            <a:xfrm>
              <a:off x="4112121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82C98EB-98AB-8158-597B-A9AC15EA0741}"/>
                </a:ext>
              </a:extLst>
            </p:cNvPr>
            <p:cNvSpPr/>
            <p:nvPr/>
          </p:nvSpPr>
          <p:spPr>
            <a:xfrm>
              <a:off x="6732134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CCA8F58-E26D-23E5-8BA8-7FE158C59239}"/>
                </a:ext>
              </a:extLst>
            </p:cNvPr>
            <p:cNvSpPr/>
            <p:nvPr/>
          </p:nvSpPr>
          <p:spPr>
            <a:xfrm>
              <a:off x="9346989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" name="グラフィックス 25" descr="植物の水やり 単色塗りつぶし">
              <a:extLst>
                <a:ext uri="{FF2B5EF4-FFF2-40B4-BE49-F238E27FC236}">
                  <ns2:creationId id="{87A2008B-1676-2D0A-BC7F-7D83025119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601916" y="4968322"/>
              <a:ext cx="144000" cy="144000"/>
            </a:xfrm>
            <a:prstGeom prst="rect">
              <a:avLst/>
            </a:prstGeom>
          </p:spPr>
        </p:pic>
        <p:pic>
          <p:nvPicPr>
            <p:cNvPr id="28" name="グラフィックス 27" descr="人と循環 単色塗りつぶし">
              <a:extLst>
                <a:ext uri="{FF2B5EF4-FFF2-40B4-BE49-F238E27FC236}">
                  <ns2:creationId id="{23B2ED57-7121-4CCB-5637-26E6A2A4F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20640" y="4968322"/>
              <a:ext cx="144000" cy="144000"/>
            </a:xfrm>
            <a:prstGeom prst="rect">
              <a:avLst/>
            </a:prstGeom>
          </p:spPr>
        </p:pic>
        <p:pic>
          <p:nvPicPr>
            <p:cNvPr id="30" name="グラフィックス 29" descr="評価 単色塗りつぶし">
              <a:extLst>
                <a:ext uri="{FF2B5EF4-FFF2-40B4-BE49-F238E27FC236}">
                  <ns2:creationId id="{A409B466-B094-BA5E-AFA7-0BA1BEDE4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9364" y="4968322"/>
              <a:ext cx="144000" cy="144000"/>
            </a:xfrm>
            <a:prstGeom prst="rect">
              <a:avLst/>
            </a:prstGeom>
          </p:spPr>
        </p:pic>
        <p:pic>
          <p:nvPicPr>
            <p:cNvPr id="32" name="グラフィックス 31" descr="繰り返し 単色塗りつぶし">
              <a:extLst>
                <a:ext uri="{FF2B5EF4-FFF2-40B4-BE49-F238E27FC236}">
                  <ns2:creationId id="{0FCDC150-EC35-CA3E-1E5B-E0F86B292F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9559048" y="4968322"/>
              <a:ext cx="144000" cy="144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5DBB097A-D83D-36A0-C115-36825C85BAB2}"/>
                </a:ext>
              </a:extLst>
            </p:cNvPr>
            <p:cNvGrpSpPr/>
            <p:nvPr/>
          </p:nvGrpSpPr>
          <p:grpSpPr>
            <a:xfrm>
              <a:off x="1492108" y="5742271"/>
              <a:ext cx="10374881" cy="0"/>
              <a:chOff x="1492108" y="6355219"/>
              <a:chExt cx="10374881" cy="0"/>
            </a:xfrm>
          </p:grpSpPr>
          <p:cxnSp>
            <p:nvCxnSpPr>
              <p:cNvPr id="34" name="直線コネクタ 33">
                <a:extLst>
                  <a:ext uri="{FF2B5EF4-FFF2-40B4-BE49-F238E27FC236}">
                    <ns2:creationId id="{C03FBD6E-E1A6-A397-CA50-04A5A4A5F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2108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F70C8EC-8403-2CA4-4BC7-7B313DBCB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6989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4E0E1D01-D5D9-5E93-0DD5-06D61E0459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10402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457BD527-6184-0AF0-3AB0-7FFAC6E00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28696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加算記号 39">
            <a:extLst>
              <a:ext uri="{FF2B5EF4-FFF2-40B4-BE49-F238E27FC236}">
                <ns2:creationId id="{1C384674-E362-5F5D-F865-0F75EF69631B}"/>
              </a:ext>
            </a:extLst>
          </p:cNvPr>
          <p:cNvSpPr>
            <a:spLocks noChangeAspect="1"/>
          </p:cNvSpPr>
          <p:nvPr/>
        </p:nvSpPr>
        <p:spPr>
          <a:xfrm>
            <a:off x="5970000" y="4177378"/>
            <a:ext cx="252000" cy="252207"/>
          </a:xfrm>
          <a:prstGeom prst="mathPlus">
            <a:avLst>
              <a:gd name="adj1" fmla="val 11265"/>
            </a:avLst>
          </a:prstGeom>
          <a:solidFill>
            <a:srgbClr val="008000"/>
          </a:solidFill>
          <a:ln w="31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A36E53FF-F2E7-73C2-8046-D2BA17500C77}"/>
              </a:ext>
            </a:extLst>
          </p:cNvPr>
          <p:cNvSpPr/>
          <p:nvPr/>
        </p:nvSpPr>
        <p:spPr>
          <a:xfrm>
            <a:off x="347160" y="6347914"/>
            <a:ext cx="8853132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800"/>
              </a:lnSpc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: 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ts val="800"/>
              </a:lnSpc>
              <a:spcBef>
                <a:spcPts val="300"/>
              </a:spcBef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3070362"/>
      </p:ext>
    </p:extLst>
  </p:cSld>
  <p:clrMapOvr>
    <a:masterClrMapping/>
  </p:clrMapOvr>
</p:sld>
</file>

<file path=ppt/slides/slide2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EAF33EC-E7CF-6B4A-F262-F53A7ED61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タイトル 1">
            <a:extLst>
              <a:ext uri="{FF2B5EF4-FFF2-40B4-BE49-F238E27FC236}">
                <ns2:creationId id="{147816D5-2C9D-0547-508D-A79FC76182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プレースホルダー 2">
            <a:extLst>
              <a:ext uri="{FF2B5EF4-FFF2-40B4-BE49-F238E27FC236}">
                <ns2:creationId id="{E096DCB7-2BA1-97BC-31BA-8FF3013C2AB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>
              <a:spcBef>
                <a:spcPts val="200"/>
              </a:spcBef>
            </a:pPr>
            <a:r>
              <a:rPr lang="ja-JP" altLang="en-US" dirty="0"/>
              <a:t>「</a:t>
            </a:r>
            <a:r>
              <a:rPr lang="en-US" altLang="ja-JP" dirty="0" err="1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1" name="正方形/長方形 130">
            <a:extLst>
              <a:ext uri="{FF2B5EF4-FFF2-40B4-BE49-F238E27FC236}">
                <ns2:creationId id="{2E14F259-AC24-1C17-8AA1-F4CEB3A9A617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497A838E-5B71-63C2-D21D-8F347DAF68CF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3" name="正方形/長方形 132">
            <a:extLst>
              <a:ext uri="{FF2B5EF4-FFF2-40B4-BE49-F238E27FC236}">
                <ns2:creationId id="{59FADE30-FC60-A636-A5F0-2FA357AAE8E5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6011458-37E9-7147-2E89-6D3880D1C5AD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18" name="正方形/長方形 117">
              <a:extLst>
                <a:ext uri="{FF2B5EF4-FFF2-40B4-BE49-F238E27FC236}">
                  <ns2:creationId id="{BB7C9CE9-F8D9-83D1-AF03-C912CF2C7CA1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2ECDCA17-B669-F6A7-AFE3-E55D64793684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1CCD7D2C-4E08-D50B-D69F-313E2757B65B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C0376E8F-F72D-3523-3438-885CD36E6668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367EA37B-A046-E151-94B7-FA84D4B1BFC8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5" name="四角形: 角を丸くする 134">
              <a:extLst>
                <a:ext uri="{FF2B5EF4-FFF2-40B4-BE49-F238E27FC236}">
                  <ns2:creationId id="{66E7FD5E-DE20-B9DA-4B49-736614171609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C6364233-CDF5-706C-3A92-4519627CA900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四角形: 角を丸くする 136">
              <a:extLst>
                <a:ext uri="{FF2B5EF4-FFF2-40B4-BE49-F238E27FC236}">
                  <ns2:creationId id="{E169E0B5-CED9-044C-F7C0-5F018A1C6D5C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8" name="グラフィックス 137" descr="正規分布 単色塗りつぶし">
              <a:extLst>
                <a:ext uri="{FF2B5EF4-FFF2-40B4-BE49-F238E27FC236}">
                  <ns2:creationId id="{2B41EC65-8162-143C-1AC3-C4DAE440A822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139" name="正方形/長方形 138">
              <a:extLst>
                <a:ext uri="{FF2B5EF4-FFF2-40B4-BE49-F238E27FC236}">
                  <ns2:creationId id="{4DB3813B-6232-CF37-4CB3-4A912BCF4F4E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0" name="四角形: 角を丸くする 139">
              <a:extLst>
                <a:ext uri="{FF2B5EF4-FFF2-40B4-BE49-F238E27FC236}">
                  <ns2:creationId id="{5E6E718F-8680-6DB5-EC15-332D7E1277D9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15611F1D-9992-5CF9-8FD7-2CC91F62F22F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7D6831CB-28E1-59D0-E1A0-45EDB01282C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四角形: 角を丸くする 142">
              <a:extLst>
                <a:ext uri="{FF2B5EF4-FFF2-40B4-BE49-F238E27FC236}">
                  <ns2:creationId id="{2B2757E4-2203-0FA9-9A22-E48BD3BDF3C2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4F4AEE0D-6F09-A7CF-AD1E-07855F937EE3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2FE2E53A-FDA3-DF36-B257-C5E38A29987D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3311B7F-F76F-5889-3EC3-2243A3857162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7" name="四角形: 角を丸くする 146">
              <a:extLst>
                <a:ext uri="{FF2B5EF4-FFF2-40B4-BE49-F238E27FC236}">
                  <ns2:creationId id="{5392CA63-2E41-688C-F421-7E24F9E954B2}"/>
                </a:ext>
              </a:extLst>
            </p:cNvPr>
            <p:cNvSpPr/>
            <p:nvPr/>
          </p:nvSpPr>
          <p:spPr>
            <a:xfrm>
              <a:off x="3553644" y="317563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E4AC61ED-3FDC-23BD-1567-AD213386E8D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9" name="四角形: 角を丸くする 148">
              <a:extLst>
                <a:ext uri="{FF2B5EF4-FFF2-40B4-BE49-F238E27FC236}">
                  <ns2:creationId id="{9301FA0B-5E66-B599-1E3B-B77D26B9C6B6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12D32DAD-5E6D-C272-9255-7753408ECE29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435721EF-9A35-22E0-5E1A-38CCB78B470E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A4342DC-FE3F-15CD-2E79-91F519F89428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52FA4005-BDC9-9BDB-218E-82DACBFE79A1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67CC393E-569C-5F12-2B14-7E126D157151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B50E5F5E-F47B-6F1D-C132-BF11A17C860E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67032891-0D28-731D-A1AF-32FD93593F2C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BE35ECDD-864C-1A0C-8A13-D7452F48AB2F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DED7495-9236-3D1B-C48E-D42941655AAC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9" name="四角形: 角を丸くする 158">
              <a:extLst>
                <a:ext uri="{FF2B5EF4-FFF2-40B4-BE49-F238E27FC236}">
                  <ns2:creationId id="{4B02A573-A8E4-DF2C-FE5A-F9B4F9D30517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0" name="四角形: 角を丸くする 159">
              <a:extLst>
                <a:ext uri="{FF2B5EF4-FFF2-40B4-BE49-F238E27FC236}">
                  <ns2:creationId id="{4DA383A2-6D86-B077-00FF-5349D784ABF3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1" name="グラフィックス 160" descr="人と循環 単色塗りつぶし">
              <a:extLst>
                <a:ext uri="{FF2B5EF4-FFF2-40B4-BE49-F238E27FC236}">
                  <ns2:creationId id="{784E2D2A-472A-0950-FA5A-34F268814B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62" name="グラフィックス 161" descr="手当て 単色塗りつぶし">
              <a:extLst>
                <a:ext uri="{FF2B5EF4-FFF2-40B4-BE49-F238E27FC236}">
                  <ns2:creationId id="{BA87E024-E6C4-548D-F386-BDA7D7F279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63" name="グラフィックス 162" descr="ブリーフケース 単色塗りつぶし">
              <a:extLst>
                <a:ext uri="{FF2B5EF4-FFF2-40B4-BE49-F238E27FC236}">
                  <ns2:creationId id="{49A26868-AA0C-C1BE-4479-36A0F553A4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お金 単色塗りつぶし">
              <a:extLst>
                <a:ext uri="{FF2B5EF4-FFF2-40B4-BE49-F238E27FC236}">
                  <ns2:creationId id="{15031940-3CDA-A23E-3EB1-604192440A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65" name="グラフィックス 164" descr="種 単色塗りつぶし">
              <a:extLst>
                <a:ext uri="{FF2B5EF4-FFF2-40B4-BE49-F238E27FC236}">
                  <ns2:creationId id="{B915DD55-73EE-77CC-5A70-7C72902484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評価 単色塗りつぶし">
              <a:extLst>
                <a:ext uri="{FF2B5EF4-FFF2-40B4-BE49-F238E27FC236}">
                  <ns2:creationId id="{C380E905-EA46-2883-C7F0-CAA2C09FF5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67" name="グラフィックス 166" descr="シャッフル 単色塗りつぶし">
              <a:extLst>
                <a:ext uri="{FF2B5EF4-FFF2-40B4-BE49-F238E27FC236}">
                  <ns2:creationId id="{5792E925-C9AC-7292-2CA0-37D52ABD6B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5EF37F50-6EA3-20EA-7BE2-A93DA8644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17" name="グループ化 16">
            <a:extLst>
              <a:ext uri="{FF2B5EF4-FFF2-40B4-BE49-F238E27FC236}">
                <ns2:creationId id="{AF798078-0213-0E75-9522-D161DA7F630E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19" name="正方形/長方形 118">
              <a:extLst>
                <a:ext uri="{FF2B5EF4-FFF2-40B4-BE49-F238E27FC236}">
                  <ns2:creationId id="{1931573B-3FC3-6980-7DED-485F16C5F77E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0C5F64F7-34FE-7410-996E-60EB0DB1E45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4153DF7-48C9-D667-C515-6FDC6F9A32C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1587E5B-625F-7565-FB3F-259A9F5312ED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EBDC819-C673-0832-6827-F0F846E71B9B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加算記号 127">
              <a:extLst>
                <a:ext uri="{FF2B5EF4-FFF2-40B4-BE49-F238E27FC236}">
                  <ns2:creationId id="{EF01E554-101F-7208-7C8F-C74DADB548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4490DA01-AB4E-401F-65BE-791B759FF67B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6346CBA8-98DE-C7B7-1101-502CB156346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加算記号 133">
              <a:extLst>
                <a:ext uri="{FF2B5EF4-FFF2-40B4-BE49-F238E27FC236}">
                  <ns2:creationId id="{0BEE8B7E-E344-CD26-0F14-C6A2F7CDA5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BD8DD651-2BFA-28E3-0C00-915970C6C3B8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9038C3C-F83E-EDA1-E711-3B47301CA7EB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E0B40B58-2104-A2A4-5AB3-9DA6E08CEA0B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2" name="グラフィックス 171" descr="正規分布 単色塗りつぶし">
              <a:extLst>
                <a:ext uri="{FF2B5EF4-FFF2-40B4-BE49-F238E27FC236}">
                  <ns2:creationId id="{D86EE1E9-AAB9-EBCC-0E3E-9F6DC30F41A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73" name="正方形/長方形 172">
              <a:extLst>
                <a:ext uri="{FF2B5EF4-FFF2-40B4-BE49-F238E27FC236}">
                  <ns2:creationId id="{D312A3C3-FB92-62B9-AC0B-2F5CF6A0DC6B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42C22D77-BA3C-3594-6A48-544D0C2F5E0B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0E0C84B8-1E6F-4DD4-9717-EFCC57CBB309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AC11F244-EEA8-3967-C42A-8A4EBDE6DE46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BB89AABB-C44F-DD54-6005-0F0996EF4636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68B0333-746D-DA60-981A-DD09D431228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C5E5C66-E1AC-E999-A002-64942FBC702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95FF2AD9-D9FB-795F-92AD-B47E324DBB10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DFFC332-D0BA-9961-3DC5-046C906C1441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52AB27CB-E14C-AC9F-0665-027F18025966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8BD65C6B-E830-7112-7A38-7A84AA2E82CA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55A0A759-8FEF-F72D-CE2B-0FDC7FD2D848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232A5FCA-9CDF-4770-046E-6196FD9CE5E7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829E183A-5C40-D3A4-051E-404B7D626CA7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8EBA903A-D555-6755-8C62-222492E05D27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9503901E-62F1-3132-DEC3-17487E3DC63C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89" name="グラフィックス 188" descr="人と循環 単色塗りつぶし">
              <a:extLst>
                <a:ext uri="{FF2B5EF4-FFF2-40B4-BE49-F238E27FC236}">
                  <ns2:creationId id="{56997F96-633F-6A18-94E8-8F9780116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90" name="グラフィックス 189" descr="手当て 単色塗りつぶし">
              <a:extLst>
                <a:ext uri="{FF2B5EF4-FFF2-40B4-BE49-F238E27FC236}">
                  <ns2:creationId id="{4D5766A2-0EBC-A8D9-464B-0C4C539AF2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91" name="グラフィックス 190" descr="ブリーフケース 単色塗りつぶし">
              <a:extLst>
                <a:ext uri="{FF2B5EF4-FFF2-40B4-BE49-F238E27FC236}">
                  <ns2:creationId id="{4DC27152-A785-61AD-099D-956E00B23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92" name="グラフィックス 191" descr="お金 単色塗りつぶし">
              <a:extLst>
                <a:ext uri="{FF2B5EF4-FFF2-40B4-BE49-F238E27FC236}">
                  <ns2:creationId id="{55F5642D-1031-02A2-3340-7D6D139CE6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93" name="グラフィックス 192" descr="種 単色塗りつぶし">
              <a:extLst>
                <a:ext uri="{FF2B5EF4-FFF2-40B4-BE49-F238E27FC236}">
                  <ns2:creationId id="{5928866F-2704-47A0-B4FD-4A4296AB34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94" name="グラフィックス 193" descr="評価 単色塗りつぶし">
              <a:extLst>
                <a:ext uri="{FF2B5EF4-FFF2-40B4-BE49-F238E27FC236}">
                  <ns2:creationId id="{9F342BB4-AA42-4779-A9A8-D90CEE9929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95" name="グラフィックス 194" descr="シャッフル 単色塗りつぶし">
              <a:extLst>
                <a:ext uri="{FF2B5EF4-FFF2-40B4-BE49-F238E27FC236}">
                  <ns2:creationId id="{CBAEB305-0EDE-44FB-BD92-C7BCB37E42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96" name="グラフィックス 195" descr="オンライン会議 単色塗りつぶし">
              <a:extLst>
                <a:ext uri="{FF2B5EF4-FFF2-40B4-BE49-F238E27FC236}">
                  <ns2:creationId id="{9A0FC2F9-5A0B-B59B-3036-AFB5C1564F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97" name="四角形: 角を丸くする 196">
              <a:extLst>
                <a:ext uri="{FF2B5EF4-FFF2-40B4-BE49-F238E27FC236}">
                  <ns2:creationId id="{A29B50D7-CC20-4FA4-E1D5-2539B9B3745D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98" name="四角形: 角を丸くする 197">
              <a:extLst>
                <a:ext uri="{FF2B5EF4-FFF2-40B4-BE49-F238E27FC236}">
                  <ns2:creationId id="{A6743191-9C95-F510-CE46-6121FF3134CF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四角形: 角を丸くする 198">
              <a:extLst>
                <a:ext uri="{FF2B5EF4-FFF2-40B4-BE49-F238E27FC236}">
                  <ns2:creationId id="{22B67E1C-D8B4-03AB-1298-6FE5BE1CC93C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2" name="二等辺三角形 11">
            <a:extLst>
              <a:ext uri="{FF2B5EF4-FFF2-40B4-BE49-F238E27FC236}">
                <ns2:creationId id="{205C48DC-E398-2B99-20AA-02567568D86F}"/>
              </a:ext>
            </a:extLst>
          </p:cNvPr>
          <p:cNvSpPr/>
          <p:nvPr/>
        </p:nvSpPr>
        <p:spPr>
          <a:xfrm rot="10800000">
            <a:off x="5690546" y="4248511"/>
            <a:ext cx="828000" cy="216000"/>
          </a:xfrm>
          <a:prstGeom prst="triangle">
            <a:avLst>
              <a:gd name="adj" fmla="val 51342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27087540-EFBE-FA33-CDA8-A81B2CAE6906}"/>
              </a:ext>
            </a:extLst>
          </p:cNvPr>
          <p:cNvGrpSpPr/>
          <p:nvPr/>
        </p:nvGrpSpPr>
        <p:grpSpPr>
          <a:xfrm>
            <a:off x="347160" y="4499609"/>
            <a:ext cx="11510012" cy="2100305"/>
            <a:chOff x="347160" y="4499609"/>
            <a:chExt cx="11510012" cy="2100305"/>
          </a:xfrm>
        </p:grpSpPr>
        <p:sp>
          <p:nvSpPr>
            <p:cNvPr id="73" name="正方形/長方形 72">
              <a:extLst>
                <a:ext uri="{FF2B5EF4-FFF2-40B4-BE49-F238E27FC236}">
                  <ns2:creationId id="{CC14C9F5-DCCA-B2EC-F509-B22A1B168B1B}"/>
                </a:ext>
              </a:extLst>
            </p:cNvPr>
            <p:cNvSpPr/>
            <p:nvPr/>
          </p:nvSpPr>
          <p:spPr>
            <a:xfrm>
              <a:off x="349908" y="4499609"/>
              <a:ext cx="210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810E3646-A86A-A614-0D01-F41631B44F73}"/>
                </a:ext>
              </a:extLst>
            </p:cNvPr>
            <p:cNvSpPr/>
            <p:nvPr/>
          </p:nvSpPr>
          <p:spPr>
            <a:xfrm>
              <a:off x="2520767" y="4499609"/>
              <a:ext cx="201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4FF00083-DDB8-8992-96A2-73646C28CAB3}"/>
                </a:ext>
              </a:extLst>
            </p:cNvPr>
            <p:cNvSpPr/>
            <p:nvPr/>
          </p:nvSpPr>
          <p:spPr>
            <a:xfrm>
              <a:off x="4612902" y="4499609"/>
              <a:ext cx="126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BDF4A441-8473-AEA4-A30F-25FEB56F5FAF}"/>
                </a:ext>
              </a:extLst>
            </p:cNvPr>
            <p:cNvSpPr/>
            <p:nvPr/>
          </p:nvSpPr>
          <p:spPr>
            <a:xfrm>
              <a:off x="5949037" y="4499609"/>
              <a:ext cx="1512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6DC29F55-EC22-01AF-5068-BE2DC733F513}"/>
                </a:ext>
              </a:extLst>
            </p:cNvPr>
            <p:cNvSpPr/>
            <p:nvPr/>
          </p:nvSpPr>
          <p:spPr>
            <a:xfrm>
              <a:off x="7530488" y="4499609"/>
              <a:ext cx="432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FFDD820-6C00-5949-AEB4-9A8A1F522691}"/>
                </a:ext>
              </a:extLst>
            </p:cNvPr>
            <p:cNvSpPr/>
            <p:nvPr/>
          </p:nvSpPr>
          <p:spPr>
            <a:xfrm>
              <a:off x="351013" y="4783742"/>
              <a:ext cx="648000" cy="100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5B2FAAA-D73A-6E6B-22E9-C55769A3DD1A}"/>
                </a:ext>
              </a:extLst>
            </p:cNvPr>
            <p:cNvSpPr/>
            <p:nvPr/>
          </p:nvSpPr>
          <p:spPr>
            <a:xfrm>
              <a:off x="356734" y="5839875"/>
              <a:ext cx="648000" cy="46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F116EC55-AE9B-7F2A-65CA-64EF0CF9C039}"/>
                </a:ext>
              </a:extLst>
            </p:cNvPr>
            <p:cNvSpPr/>
            <p:nvPr/>
          </p:nvSpPr>
          <p:spPr>
            <a:xfrm>
              <a:off x="1040632" y="4783741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697B5C-A6CC-AA1C-3175-8BB6AC414A25}"/>
                </a:ext>
              </a:extLst>
            </p:cNvPr>
            <p:cNvSpPr/>
            <p:nvPr/>
          </p:nvSpPr>
          <p:spPr>
            <a:xfrm>
              <a:off x="1040632" y="5293808"/>
              <a:ext cx="1404000" cy="50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9DC139C-FEF6-DBE6-7678-69763E3FDCF6}"/>
                </a:ext>
              </a:extLst>
            </p:cNvPr>
            <p:cNvSpPr/>
            <p:nvPr/>
          </p:nvSpPr>
          <p:spPr>
            <a:xfrm>
              <a:off x="1040632" y="5839875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05D5271C-3FF0-97DC-4F0E-6E70650B5640}"/>
                </a:ext>
              </a:extLst>
            </p:cNvPr>
            <p:cNvSpPr/>
            <p:nvPr/>
          </p:nvSpPr>
          <p:spPr>
            <a:xfrm>
              <a:off x="2520767" y="4783741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B08E1EF-0535-CF05-9EF5-03BFA8306070}"/>
                </a:ext>
              </a:extLst>
            </p:cNvPr>
            <p:cNvSpPr/>
            <p:nvPr/>
          </p:nvSpPr>
          <p:spPr>
            <a:xfrm>
              <a:off x="2520767" y="5293808"/>
              <a:ext cx="2016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09A15D33-8A99-7D3A-2EA3-72AD446941FF}"/>
                </a:ext>
              </a:extLst>
            </p:cNvPr>
            <p:cNvSpPr/>
            <p:nvPr/>
          </p:nvSpPr>
          <p:spPr>
            <a:xfrm>
              <a:off x="2520767" y="5839875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63AEF94-845B-2837-ED0C-0B7150F2D7B6}"/>
                </a:ext>
              </a:extLst>
            </p:cNvPr>
            <p:cNvSpPr/>
            <p:nvPr/>
          </p:nvSpPr>
          <p:spPr>
            <a:xfrm>
              <a:off x="4612902" y="4783741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9D728223-697F-E300-72BC-CEB3F7DC85C1}"/>
                </a:ext>
              </a:extLst>
            </p:cNvPr>
            <p:cNvSpPr/>
            <p:nvPr/>
          </p:nvSpPr>
          <p:spPr>
            <a:xfrm>
              <a:off x="4612902" y="5293808"/>
              <a:ext cx="126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AB26CFB-69AB-0C42-FC76-F90A49918956}"/>
                </a:ext>
              </a:extLst>
            </p:cNvPr>
            <p:cNvSpPr/>
            <p:nvPr/>
          </p:nvSpPr>
          <p:spPr>
            <a:xfrm>
              <a:off x="4612902" y="5839875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EF02C5F-DB3C-9CEB-79A7-805AA5BED621}"/>
                </a:ext>
              </a:extLst>
            </p:cNvPr>
            <p:cNvSpPr/>
            <p:nvPr/>
          </p:nvSpPr>
          <p:spPr>
            <a:xfrm>
              <a:off x="5949037" y="4783741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9B4ECC5E-62D4-5E19-A97D-203640B27FE4}"/>
                </a:ext>
              </a:extLst>
            </p:cNvPr>
            <p:cNvSpPr/>
            <p:nvPr/>
          </p:nvSpPr>
          <p:spPr>
            <a:xfrm>
              <a:off x="5949037" y="5293808"/>
              <a:ext cx="1512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※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2928B2-68E0-2ECF-A087-B6B5F28D7D70}"/>
                </a:ext>
              </a:extLst>
            </p:cNvPr>
            <p:cNvSpPr/>
            <p:nvPr/>
          </p:nvSpPr>
          <p:spPr>
            <a:xfrm>
              <a:off x="5949037" y="5839875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6D3451AA-AF35-A346-16A3-2ADA4A2875D6}"/>
                </a:ext>
              </a:extLst>
            </p:cNvPr>
            <p:cNvSpPr/>
            <p:nvPr/>
          </p:nvSpPr>
          <p:spPr>
            <a:xfrm>
              <a:off x="7530488" y="4783741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97F11F68-6D8E-13B7-376E-05F83636B716}"/>
                </a:ext>
              </a:extLst>
            </p:cNvPr>
            <p:cNvSpPr/>
            <p:nvPr/>
          </p:nvSpPr>
          <p:spPr>
            <a:xfrm>
              <a:off x="7537172" y="5293808"/>
              <a:ext cx="432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B1DF425E-5967-7DCF-66E0-0DC1EAA12339}"/>
                </a:ext>
              </a:extLst>
            </p:cNvPr>
            <p:cNvSpPr/>
            <p:nvPr/>
          </p:nvSpPr>
          <p:spPr>
            <a:xfrm>
              <a:off x="7537172" y="5839875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0" name="グループ化 209">
              <a:extLst>
                <a:ext uri="{FF2B5EF4-FFF2-40B4-BE49-F238E27FC236}">
                  <ns2:creationId id="{18210A6D-41A2-3635-8654-CD83F0F8982D}"/>
                </a:ext>
              </a:extLst>
            </p:cNvPr>
            <p:cNvGrpSpPr/>
            <p:nvPr/>
          </p:nvGrpSpPr>
          <p:grpSpPr>
            <a:xfrm>
              <a:off x="2526888" y="5280316"/>
              <a:ext cx="9330150" cy="0"/>
              <a:chOff x="2536057" y="5280316"/>
              <a:chExt cx="9330150" cy="0"/>
            </a:xfrm>
          </p:grpSpPr>
          <p:cxnSp>
            <p:nvCxnSpPr>
              <p:cNvPr id="201" name="直線コネクタ 200">
                <a:extLst>
                  <a:ext uri="{FF2B5EF4-FFF2-40B4-BE49-F238E27FC236}">
                    <ns2:creationId id="{E522FA3E-D7F8-45CA-C2B9-AF019D470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6EB70B41-F196-7EF1-D99E-52EEAC549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線コネクタ 203">
                <a:extLst>
                  <a:ext uri="{FF2B5EF4-FFF2-40B4-BE49-F238E27FC236}">
                    <ns2:creationId id="{F1A28FB3-4A02-3C37-2080-9FBC6D8B37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87B80828-F9BA-4396-CC5A-0C58151A02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1" name="グループ化 210">
              <a:extLst>
                <a:ext uri="{FF2B5EF4-FFF2-40B4-BE49-F238E27FC236}">
                  <ns2:creationId id="{C25CDC5A-BACB-58BD-607C-7798DDC7D24A}"/>
                </a:ext>
              </a:extLst>
            </p:cNvPr>
            <p:cNvGrpSpPr/>
            <p:nvPr/>
          </p:nvGrpSpPr>
          <p:grpSpPr>
            <a:xfrm>
              <a:off x="2526888" y="5820825"/>
              <a:ext cx="9330150" cy="0"/>
              <a:chOff x="2536057" y="5280316"/>
              <a:chExt cx="9330150" cy="0"/>
            </a:xfrm>
          </p:grpSpPr>
          <p:cxnSp>
            <p:nvCxnSpPr>
              <p:cNvPr id="212" name="直線コネクタ 211">
                <a:extLst>
                  <a:ext uri="{FF2B5EF4-FFF2-40B4-BE49-F238E27FC236}">
                    <ns2:creationId id="{ACE04E4A-6614-A8B8-1CD2-5FE1B31AB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CD4AC04D-C88D-F66E-2D8F-5E3D411D8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直線コネクタ 213">
                <a:extLst>
                  <a:ext uri="{FF2B5EF4-FFF2-40B4-BE49-F238E27FC236}">
                    <ns2:creationId id="{9A0AA1D6-0898-E09A-34B4-0014514A52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214">
                <a:extLst>
                  <a:ext uri="{FF2B5EF4-FFF2-40B4-BE49-F238E27FC236}">
                    <ns2:creationId id="{3DFD098C-2617-58E7-3884-8F852A9D56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正方形/長方形 15">
              <a:extLst>
                <a:ext uri="{FF2B5EF4-FFF2-40B4-BE49-F238E27FC236}">
                  <ns2:creationId id="{76BE3B78-EC7C-E745-79C5-988A1181F530}"/>
                </a:ext>
              </a:extLst>
            </p:cNvPr>
            <p:cNvSpPr/>
            <p:nvPr/>
          </p:nvSpPr>
          <p:spPr>
            <a:xfrm>
              <a:off x="347160" y="6347914"/>
              <a:ext cx="8853132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97243955"/>
      </p:ext>
    </p:extLst>
  </p:cSld>
  <p:clrMapOvr>
    <a:masterClrMapping/>
  </p:clrMapOvr>
</p:sld>
</file>

<file path=ppt/slides/slide2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2241242-8C06-D0E1-FEBF-F118120B2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>
            <a:extLst>
              <a:ext uri="{FF2B5EF4-FFF2-40B4-BE49-F238E27FC236}">
                <ns2:creationId id="{A21EDECF-17EF-76B3-D89E-1BC7FB9F7C9F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6" name="正方形/長方形 15">
              <a:extLst>
                <a:ext uri="{FF2B5EF4-FFF2-40B4-BE49-F238E27FC236}">
                  <ns2:creationId id="{5F7F5C8E-7F3B-3362-9AA8-AF622E7D5CA7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73DC6493-2AC4-DA44-7351-C335BC923310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0F14B6ED-BA5B-6C81-9AA7-FC4ADD0F153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0E6B0ECF-7F01-4F29-EB39-6E2EF3AF537A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67F3F3F-04F8-94EA-8030-6F472F74ABCF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加算記号 35">
              <a:extLst>
                <a:ext uri="{FF2B5EF4-FFF2-40B4-BE49-F238E27FC236}">
                  <ns2:creationId id="{9C7B0F3A-6289-0576-B34D-44D11A09B5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F43FB52-6938-F480-71D1-EAC10500E739}"/>
                </a:ext>
              </a:extLst>
            </p:cNvPr>
            <p:cNvSpPr/>
            <p:nvPr/>
          </p:nvSpPr>
          <p:spPr>
            <a:xfrm>
              <a:off x="848283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0" name="加算記号 49">
              <a:extLst>
                <a:ext uri="{FF2B5EF4-FFF2-40B4-BE49-F238E27FC236}">
                  <ns2:creationId id="{46EDA143-BAA4-03BA-2DA5-D166B242DC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F1FA997D-CA8E-6D76-7F89-2CAF4CBADECB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FFE05F-63C3-0D91-BA2C-6CADD539DFE6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1" name="四角形: 角を丸くする 130">
              <a:extLst>
                <a:ext uri="{FF2B5EF4-FFF2-40B4-BE49-F238E27FC236}">
                  <ns2:creationId id="{4D93C1D3-2EC1-10BA-9E75-05F768B69D2D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2" name="グラフィックス 131" descr="正規分布 単色塗りつぶし">
              <a:extLst>
                <a:ext uri="{FF2B5EF4-FFF2-40B4-BE49-F238E27FC236}">
                  <ns2:creationId id="{9331A7E0-6B4F-EC51-E176-DBB2F4D7E45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33" name="正方形/長方形 132">
              <a:extLst>
                <a:ext uri="{FF2B5EF4-FFF2-40B4-BE49-F238E27FC236}">
                  <ns2:creationId id="{7BA909C6-19FF-3C43-708D-DE7D4C5F9271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C09293B9-A7F7-AED9-7364-C9AED6CA4392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B53BB89C-D800-0514-30DF-A914003303A7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5A0ADB2-44C1-EAB4-B9E3-A16586A435B0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C9B3FA1D-A42B-6FB8-F51E-502215CE894A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962E0B0-1686-BE62-55FD-28E706D645E0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3EFA0EF2-4FB6-68F0-BD81-ADDD7C5C059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23CF6007-ECB3-A9A4-7DEC-1595B723180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4EEC5E6-43E5-475D-0D10-5C7F3242C43B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92FEBB7-D404-C84B-556B-FF53A111139B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AD23673-A45A-365C-ABE1-16F689FA2F90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2FA33704-6FF4-1EC8-25E4-F2E8C1C3E6BB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A0CDEA26-A7C9-780C-DEF9-D2CF4F99ACC4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D336647-0D2E-286E-C06C-8B223F8F47BD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四角形: 角を丸くする 155">
              <a:extLst>
                <a:ext uri="{FF2B5EF4-FFF2-40B4-BE49-F238E27FC236}">
                  <ns2:creationId id="{54BB0DDC-33DE-ACC3-B824-94BE6FC43FA4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5A48CA8C-CA8A-A1FF-F483-5BDB0A9EEBA7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pic>
          <p:nvPicPr>
            <p:cNvPr id="158" name="グラフィックス 157" descr="人と循環 単色塗りつぶし">
              <a:extLst>
                <a:ext uri="{FF2B5EF4-FFF2-40B4-BE49-F238E27FC236}">
                  <ns2:creationId id="{96EB62CB-22A8-24ED-0C31-28DB50F6D4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59" name="グラフィックス 158" descr="手当て 単色塗りつぶし">
              <a:extLst>
                <a:ext uri="{FF2B5EF4-FFF2-40B4-BE49-F238E27FC236}">
                  <ns2:creationId id="{564C947D-A050-1B0F-612C-810434E0E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60" name="グラフィックス 159" descr="ブリーフケース 単色塗りつぶし">
              <a:extLst>
                <a:ext uri="{FF2B5EF4-FFF2-40B4-BE49-F238E27FC236}">
                  <ns2:creationId id="{5CE68C2F-53A3-F152-7EF2-12A22AD3E9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61" name="グラフィックス 160" descr="お金 単色塗りつぶし">
              <a:extLst>
                <a:ext uri="{FF2B5EF4-FFF2-40B4-BE49-F238E27FC236}">
                  <ns2:creationId id="{B3B9C439-7123-A4DB-C998-BACCA8C02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62" name="グラフィックス 161" descr="種 単色塗りつぶし">
              <a:extLst>
                <a:ext uri="{FF2B5EF4-FFF2-40B4-BE49-F238E27FC236}">
                  <ns2:creationId id="{D7197B18-D33E-4852-55DB-475874C55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評価 単色塗りつぶし">
              <a:extLst>
                <a:ext uri="{FF2B5EF4-FFF2-40B4-BE49-F238E27FC236}">
                  <ns2:creationId id="{AC5EA2A8-F394-107B-F405-F69CECC78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シャッフル 単色塗りつぶし">
              <a:extLst>
                <a:ext uri="{FF2B5EF4-FFF2-40B4-BE49-F238E27FC236}">
                  <ns2:creationId id="{0F6BD4BC-12BB-CDDD-4D5F-A4C871C04C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DE26E828-BAED-70C4-0B9E-C452BD81A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69" name="四角形: 角を丸くする 168">
              <a:extLst>
                <a:ext uri="{FF2B5EF4-FFF2-40B4-BE49-F238E27FC236}">
                  <ns2:creationId id="{41DD7A81-398F-4786-B52F-708449D4CA84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8997BEB2-C637-21B4-C51C-E2206FAA5238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A652F1F7-CCF3-1962-8189-D8DFAD345B66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83" name="タイトル 1">
            <a:extLst>
              <a:ext uri="{FF2B5EF4-FFF2-40B4-BE49-F238E27FC236}">
                <ns2:creationId id="{1F5C2869-2A0A-D100-A212-1CEB057FE4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5" name="テキスト プレースホルダー 2">
            <a:extLst>
              <a:ext uri="{FF2B5EF4-FFF2-40B4-BE49-F238E27FC236}">
                <ns2:creationId id="{4C639BA5-F9AA-DE65-24C5-7838A05654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2" name="グループ化 1">
            <a:extLst>
              <a:ext uri="{FF2B5EF4-FFF2-40B4-BE49-F238E27FC236}">
                <ns2:creationId id="{DE5ED51C-AD75-0BE5-3169-CB80308823C8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4" name="正方形/長方形 13">
              <a:extLst>
                <a:ext uri="{FF2B5EF4-FFF2-40B4-BE49-F238E27FC236}">
                  <ns2:creationId id="{8DC13006-F914-6104-BD5A-BA71B68D7C6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5084E7D3-9C3A-4EC1-90CC-5D03B0D643F1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6A057AA4-1667-0B28-343D-C1792CC46692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EC2B1EB9-6F5C-3347-090C-0BDB3998B27F}"/>
                </a:ext>
              </a:extLst>
            </p:cNvPr>
            <p:cNvSpPr/>
            <p:nvPr/>
          </p:nvSpPr>
          <p:spPr>
            <a:xfrm>
              <a:off x="2633705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2" name="四角形: 角を丸くする 51">
              <a:extLst>
                <a:ext uri="{FF2B5EF4-FFF2-40B4-BE49-F238E27FC236}">
                  <ns2:creationId id="{48F6B11C-F897-D837-C3CB-6DBB54552724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1D91F9-E371-A774-805A-0507394D641F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62" name="四角形: 角を丸くする 61">
              <a:extLst>
                <a:ext uri="{FF2B5EF4-FFF2-40B4-BE49-F238E27FC236}">
                  <ns2:creationId id="{DCD6E8F8-4818-4303-39ED-9D5787F69DB2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64" name="グラフィックス 63" descr="正規分布 単色塗りつぶし">
              <a:extLst>
                <a:ext uri="{FF2B5EF4-FFF2-40B4-BE49-F238E27FC236}">
                  <ns2:creationId id="{6E79BE34-6FA3-8DEA-B0B2-62828BEECA71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65" name="正方形/長方形 64">
              <a:extLst>
                <a:ext uri="{FF2B5EF4-FFF2-40B4-BE49-F238E27FC236}">
                  <ns2:creationId id="{5DEF1391-B817-1567-24FF-792CDBF63CB7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236EDF79-D0D7-AB3C-3A48-20961747661F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600F2239-8558-4530-1260-39584D6523EC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9702329-FAB0-CDAC-842C-96839E6AF27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7E8D17A-2051-818B-AB89-FDEF8EB67A1C}"/>
                </a:ext>
              </a:extLst>
            </p:cNvPr>
            <p:cNvSpPr/>
            <p:nvPr/>
          </p:nvSpPr>
          <p:spPr>
            <a:xfrm>
              <a:off x="5234550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D3B52077-FEB0-AF7B-0F73-299679E46C6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1777C434-09DE-D8CC-FED3-642640557991}"/>
                </a:ext>
              </a:extLst>
            </p:cNvPr>
            <p:cNvSpPr/>
            <p:nvPr/>
          </p:nvSpPr>
          <p:spPr>
            <a:xfrm>
              <a:off x="4387312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D19B3475-5A93-FB29-718C-F5C34D30A74A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AD78F790-6CF9-D39F-A494-522D18884702}"/>
                </a:ext>
              </a:extLst>
            </p:cNvPr>
            <p:cNvSpPr/>
            <p:nvPr/>
          </p:nvSpPr>
          <p:spPr>
            <a:xfrm>
              <a:off x="355364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F285BF2-2C51-7A93-CD0B-264F0FD8D889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8E4F6F5D-987D-3766-1571-78A68FD06E0B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845D08AE-3F29-2180-8F1E-DA4ADCBD85E8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4" name="四角形: 角を丸くする 93">
              <a:extLst>
                <a:ext uri="{FF2B5EF4-FFF2-40B4-BE49-F238E27FC236}">
                  <ns2:creationId id="{1B23D7AD-0D66-BF43-1CC7-5EEDD7EE30B6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F0D7CB0-8128-EE11-9395-27DAEC260035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8" name="四角形: 角を丸くする 97">
              <a:extLst>
                <a:ext uri="{FF2B5EF4-FFF2-40B4-BE49-F238E27FC236}">
                  <ns2:creationId id="{794E0955-8B80-4A3F-E581-8136EBC6B9C7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9" name="四角形: 角を丸くする 98">
              <a:extLst>
                <a:ext uri="{FF2B5EF4-FFF2-40B4-BE49-F238E27FC236}">
                  <ns2:creationId id="{873D7495-98F7-7633-6171-387175014194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E59431D-7AD9-1DE4-A7DE-6C13AFA574B5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7868D81-471C-4078-65E9-861CED17243A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60946B7E-12D3-10A3-422D-433B959254B8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8A335F16-17E0-5E53-A328-FA0A34C106B2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E64344B-2BAA-1A78-AAE0-2E5F07197A59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E745BB15-ED2E-55D5-C344-58D18BD6EA8B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人と循環 単色塗りつぶし">
              <a:extLst>
                <a:ext uri="{FF2B5EF4-FFF2-40B4-BE49-F238E27FC236}">
                  <ns2:creationId id="{04AB6053-762F-8C1E-4DE1-DD58DD23FB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14" name="グラフィックス 113" descr="手当て 単色塗りつぶし">
              <a:extLst>
                <a:ext uri="{FF2B5EF4-FFF2-40B4-BE49-F238E27FC236}">
                  <ns2:creationId id="{E1E47CCC-C3F5-0C6E-C642-62A2B0C934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3ED7872A-A6FC-1594-7262-71D237C83D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18" name="グラフィックス 117" descr="お金 単色塗りつぶし">
              <a:extLst>
                <a:ext uri="{FF2B5EF4-FFF2-40B4-BE49-F238E27FC236}">
                  <ns2:creationId id="{92074168-79F7-515D-37A4-07BFA5421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20" name="グラフィックス 119" descr="種 単色塗りつぶし">
              <a:extLst>
                <a:ext uri="{FF2B5EF4-FFF2-40B4-BE49-F238E27FC236}">
                  <ns2:creationId id="{0425FD04-80E0-B9C8-84C7-86A290E7D5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22" name="グラフィックス 121" descr="評価 単色塗りつぶし">
              <a:extLst>
                <a:ext uri="{FF2B5EF4-FFF2-40B4-BE49-F238E27FC236}">
                  <ns2:creationId id="{B6ECC393-C605-7AF3-EBC0-82A9DB4424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24" name="グラフィックス 123" descr="シャッフル 単色塗りつぶし">
              <a:extLst>
                <a:ext uri="{FF2B5EF4-FFF2-40B4-BE49-F238E27FC236}">
                  <ns2:creationId id="{FFD27763-048D-3DDE-69A5-CEBE14C3CF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26" name="グラフィックス 125" descr="オンライン会議 単色塗りつぶし">
              <a:extLst>
                <a:ext uri="{FF2B5EF4-FFF2-40B4-BE49-F238E27FC236}">
                  <ns2:creationId id="{221AD21F-AEC8-EDBC-5904-B5DB69FE5B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  <p:sp>
          <p:nvSpPr>
            <p:cNvPr id="190" name="四角形: 角を丸くする 189">
              <a:extLst>
                <a:ext uri="{FF2B5EF4-FFF2-40B4-BE49-F238E27FC236}">
                  <ns2:creationId id="{917BFD8C-BC34-A0E7-FC11-C61A350B3128}"/>
                </a:ext>
              </a:extLst>
            </p:cNvPr>
            <p:cNvSpPr/>
            <p:nvPr/>
          </p:nvSpPr>
          <p:spPr>
            <a:xfrm>
              <a:off x="355364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93" name="四角形: 角を丸くする 192">
              <a:extLst>
                <a:ext uri="{FF2B5EF4-FFF2-40B4-BE49-F238E27FC236}">
                  <ns2:creationId id="{E3F0EFE4-0012-9617-8736-6D5341BD149A}"/>
                </a:ext>
              </a:extLst>
            </p:cNvPr>
            <p:cNvSpPr/>
            <p:nvPr/>
          </p:nvSpPr>
          <p:spPr>
            <a:xfrm>
              <a:off x="5234550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7F5344D6-DBD9-1557-6AE4-EC255C45FD6A}"/>
              </a:ext>
            </a:extLst>
          </p:cNvPr>
          <p:cNvGrpSpPr/>
          <p:nvPr/>
        </p:nvGrpSpPr>
        <p:grpSpPr>
          <a:xfrm>
            <a:off x="334962" y="4254392"/>
            <a:ext cx="11532027" cy="2053483"/>
            <a:chOff x="334962" y="4254392"/>
            <a:chExt cx="11532027" cy="2053483"/>
          </a:xfrm>
        </p:grpSpPr>
        <p:sp>
          <p:nvSpPr>
            <p:cNvPr id="196" name="正方形/長方形 195">
              <a:extLst>
                <a:ext uri="{FF2B5EF4-FFF2-40B4-BE49-F238E27FC236}">
                  <ns2:creationId id="{0526092E-B887-A1AB-5B74-A1120BFC860D}"/>
                </a:ext>
              </a:extLst>
            </p:cNvPr>
            <p:cNvSpPr/>
            <p:nvPr/>
          </p:nvSpPr>
          <p:spPr>
            <a:xfrm>
              <a:off x="334962" y="4562285"/>
              <a:ext cx="1800000" cy="1152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3F2A9CF5-6BE9-C214-C3BE-7914AD04D3EE}"/>
                </a:ext>
              </a:extLst>
            </p:cNvPr>
            <p:cNvSpPr/>
            <p:nvPr/>
          </p:nvSpPr>
          <p:spPr>
            <a:xfrm>
              <a:off x="334962" y="5767875"/>
              <a:ext cx="1800000" cy="54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A188446-AA0C-5512-8BB0-D97166667A6D}"/>
                </a:ext>
              </a:extLst>
            </p:cNvPr>
            <p:cNvSpPr/>
            <p:nvPr/>
          </p:nvSpPr>
          <p:spPr>
            <a:xfrm>
              <a:off x="2186589" y="4254392"/>
              <a:ext cx="9680400" cy="288000"/>
            </a:xfrm>
            <a:prstGeom prst="rect">
              <a:avLst/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21A64BEA-29A4-5649-F57C-83B17EF9F0B4}"/>
                </a:ext>
              </a:extLst>
            </p:cNvPr>
            <p:cNvSpPr/>
            <p:nvPr/>
          </p:nvSpPr>
          <p:spPr>
            <a:xfrm>
              <a:off x="2186238" y="4567659"/>
              <a:ext cx="9680751" cy="11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					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B4AF9D08-4EA8-66BA-F314-67033BBC6542}"/>
                </a:ext>
              </a:extLst>
            </p:cNvPr>
            <p:cNvSpPr/>
            <p:nvPr/>
          </p:nvSpPr>
          <p:spPr>
            <a:xfrm>
              <a:off x="2186589" y="5767875"/>
              <a:ext cx="96804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F6C05B23-3CEE-6917-52B5-A18BCFBB2E85}"/>
                </a:ext>
              </a:extLst>
            </p:cNvPr>
            <p:cNvSpPr/>
            <p:nvPr/>
          </p:nvSpPr>
          <p:spPr>
            <a:xfrm>
              <a:off x="2388344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733D4B4-2797-520B-72FF-2EB03FF39E09}"/>
                </a:ext>
              </a:extLst>
            </p:cNvPr>
            <p:cNvSpPr/>
            <p:nvPr/>
          </p:nvSpPr>
          <p:spPr>
            <a:xfrm>
              <a:off x="3734380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F7288F04-E0E8-D304-1812-18A0175C02A6}"/>
                </a:ext>
              </a:extLst>
            </p:cNvPr>
            <p:cNvSpPr/>
            <p:nvPr/>
          </p:nvSpPr>
          <p:spPr>
            <a:xfrm>
              <a:off x="5080416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0E55859-99F8-2116-1DF6-FFC9E347566F}"/>
                </a:ext>
              </a:extLst>
            </p:cNvPr>
            <p:cNvSpPr/>
            <p:nvPr/>
          </p:nvSpPr>
          <p:spPr>
            <a:xfrm>
              <a:off x="6426453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5" name="直線コネクタ 234">
              <a:extLst>
                <a:ext uri="{FF2B5EF4-FFF2-40B4-BE49-F238E27FC236}">
                  <ns2:creationId id="{6AB966C0-AAAE-3F45-D8DE-6AC5FEE4DAE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5740557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7BD45B55-E1A4-380A-E97D-13186B530E1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4559880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63115785"/>
      </p:ext>
    </p:extLst>
  </p:cSld>
  <p:clrMapOvr>
    <a:masterClrMapping/>
  </p:clrMapOvr>
</p:sld>
</file>

<file path=ppt/slides/slide2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DD933DF-0C0B-9B68-A9B6-4BEE9A0F6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矢印: 左右 308">
            <a:extLst>
              <a:ext uri="{FF2B5EF4-FFF2-40B4-BE49-F238E27FC236}">
                <ns2:creationId id="{A9B4C7D2-A7DC-B6E5-A877-C6A5F0FB19A4}"/>
              </a:ext>
            </a:extLst>
          </p:cNvPr>
          <p:cNvSpPr/>
          <p:nvPr/>
        </p:nvSpPr>
        <p:spPr>
          <a:xfrm>
            <a:off x="5896652" y="2932936"/>
            <a:ext cx="216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1" name="矢印: 左右 360">
            <a:extLst>
              <a:ext uri="{FF2B5EF4-FFF2-40B4-BE49-F238E27FC236}">
                <ns2:creationId id="{0D56A0EA-1DCD-FD30-042D-EBF7BE34790B}"/>
              </a:ext>
            </a:extLst>
          </p:cNvPr>
          <p:cNvSpPr/>
          <p:nvPr/>
        </p:nvSpPr>
        <p:spPr>
          <a:xfrm>
            <a:off x="6327263" y="3973635"/>
            <a:ext cx="144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1" name="グループ化 50">
            <a:extLst>
              <a:ext uri="{FF2B5EF4-FFF2-40B4-BE49-F238E27FC236}">
                <ns2:creationId id="{EAB3028D-B960-9659-4D53-761C1C919297}"/>
              </a:ext>
            </a:extLst>
          </p:cNvPr>
          <p:cNvGrpSpPr/>
          <p:nvPr/>
        </p:nvGrpSpPr>
        <p:grpSpPr>
          <a:xfrm>
            <a:off x="6561463" y="1550809"/>
            <a:ext cx="5302925" cy="4493881"/>
            <a:chOff x="6561463" y="1550809"/>
            <a:chExt cx="5302925" cy="4493881"/>
          </a:xfrm>
        </p:grpSpPr>
        <p:sp>
          <p:nvSpPr>
            <p:cNvPr id="20" name="台形 19">
              <a:extLst>
                <a:ext uri="{FF2B5EF4-FFF2-40B4-BE49-F238E27FC236}">
                  <ns2:creationId id="{B750DB4F-1C78-0B02-7556-B28AAA9A447D}"/>
                </a:ext>
              </a:extLst>
            </p:cNvPr>
            <p:cNvSpPr/>
            <p:nvPr/>
          </p:nvSpPr>
          <p:spPr>
            <a:xfrm>
              <a:off x="7148388" y="4964072"/>
              <a:ext cx="4716000" cy="1080000"/>
            </a:xfrm>
            <a:prstGeom prst="trapezoid">
              <a:avLst>
                <a:gd name="adj" fmla="val 41997"/>
              </a:avLst>
            </a:prstGeom>
            <a:solidFill>
              <a:srgbClr val="FFC000">
                <a:alpha val="2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台形 24">
              <a:extLst>
                <a:ext uri="{FF2B5EF4-FFF2-40B4-BE49-F238E27FC236}">
                  <ns2:creationId id="{95A654C7-9112-8F2C-7242-1A1649301F7E}"/>
                </a:ext>
              </a:extLst>
            </p:cNvPr>
            <p:cNvSpPr/>
            <p:nvPr/>
          </p:nvSpPr>
          <p:spPr>
            <a:xfrm>
              <a:off x="8472098" y="1945407"/>
              <a:ext cx="2088000" cy="533400"/>
            </a:xfrm>
            <a:prstGeom prst="trapezoid">
              <a:avLst>
                <a:gd name="adj" fmla="val 30357"/>
              </a:avLst>
            </a:prstGeom>
            <a:solidFill>
              <a:srgbClr val="FFC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台形 27">
              <a:extLst>
                <a:ext uri="{FF2B5EF4-FFF2-40B4-BE49-F238E27FC236}">
                  <ns2:creationId id="{6663CAD9-EE53-038A-68FA-BA5ADAE768F3}"/>
                </a:ext>
              </a:extLst>
            </p:cNvPr>
            <p:cNvSpPr/>
            <p:nvPr/>
          </p:nvSpPr>
          <p:spPr>
            <a:xfrm>
              <a:off x="8108666" y="2787330"/>
              <a:ext cx="2772000" cy="612000"/>
            </a:xfrm>
            <a:prstGeom prst="trapezoid">
              <a:avLst>
                <a:gd name="adj" fmla="val 38417"/>
              </a:avLst>
            </a:prstGeom>
            <a:solidFill>
              <a:srgbClr val="FFC000">
                <a:alpha val="7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台形 31">
              <a:extLst>
                <a:ext uri="{FF2B5EF4-FFF2-40B4-BE49-F238E27FC236}">
                  <ns2:creationId id="{478AA485-F8C3-F4E6-5044-AFBFC9E3EFAA}"/>
                </a:ext>
              </a:extLst>
            </p:cNvPr>
            <p:cNvSpPr/>
            <p:nvPr/>
          </p:nvSpPr>
          <p:spPr>
            <a:xfrm>
              <a:off x="7698276" y="3683965"/>
              <a:ext cx="3636000" cy="972000"/>
            </a:xfrm>
            <a:prstGeom prst="trapezoid">
              <a:avLst>
                <a:gd name="adj" fmla="val 28714"/>
              </a:avLst>
            </a:prstGeom>
            <a:solidFill>
              <a:srgbClr val="FFC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3" name="テキスト ボックス 232">
              <a:extLst>
                <a:ext uri="{FF2B5EF4-FFF2-40B4-BE49-F238E27FC236}">
                  <ns2:creationId id="{E2FB5543-65ED-E18D-FB3B-FD1A6A42B68F}"/>
                </a:ext>
              </a:extLst>
            </p:cNvPr>
            <p:cNvSpPr txBox="1"/>
            <p:nvPr/>
          </p:nvSpPr>
          <p:spPr>
            <a:xfrm>
              <a:off x="6561463" y="1550809"/>
              <a:ext cx="208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1600" dirty="0"/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6D544833-53F1-6FAB-4959-76EAE081BEF4}"/>
                </a:ext>
              </a:extLst>
            </p:cNvPr>
            <p:cNvSpPr/>
            <p:nvPr/>
          </p:nvSpPr>
          <p:spPr>
            <a:xfrm>
              <a:off x="9808438" y="5338738"/>
              <a:ext cx="1308526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A3CB42ED-EB79-8F4B-1653-7DA233A0BB24}"/>
                </a:ext>
              </a:extLst>
            </p:cNvPr>
            <p:cNvSpPr/>
            <p:nvPr/>
          </p:nvSpPr>
          <p:spPr>
            <a:xfrm>
              <a:off x="7377849" y="2017015"/>
              <a:ext cx="1260000" cy="32990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b="1" kern="0">
                <a:solidFill>
                  <a:srgbClr val="FFC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75CAFF9D-1058-697C-20C4-41FE6C45D3A4}"/>
                </a:ext>
              </a:extLst>
            </p:cNvPr>
            <p:cNvSpPr/>
            <p:nvPr/>
          </p:nvSpPr>
          <p:spPr>
            <a:xfrm>
              <a:off x="9062885" y="2232737"/>
              <a:ext cx="90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FEE85AF6-438E-BF69-0EA2-F4BA4612F6BE}"/>
                </a:ext>
              </a:extLst>
            </p:cNvPr>
            <p:cNvSpPr/>
            <p:nvPr/>
          </p:nvSpPr>
          <p:spPr>
            <a:xfrm>
              <a:off x="9372054" y="1967958"/>
              <a:ext cx="972000" cy="23724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5" name="グラフィックス 304" descr="建物 単色塗りつぶし">
              <a:extLst>
                <a:ext uri="{FF2B5EF4-FFF2-40B4-BE49-F238E27FC236}">
                  <ns2:creationId id="{3319E1BB-7D4B-8E43-EFBC-4FEF480FA0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22887" y="1944670"/>
              <a:ext cx="288000" cy="288000"/>
            </a:xfrm>
            <a:prstGeom prst="rect">
              <a:avLst/>
            </a:prstGeom>
          </p:spPr>
        </p:pic>
        <p:sp>
          <p:nvSpPr>
            <p:cNvPr id="294" name="正方形/長方形 293">
              <a:extLst>
                <a:ext uri="{FF2B5EF4-FFF2-40B4-BE49-F238E27FC236}">
                  <ns2:creationId id="{1C3F025D-E303-D7ED-2518-92E602D10EFA}"/>
                </a:ext>
              </a:extLst>
            </p:cNvPr>
            <p:cNvSpPr/>
            <p:nvPr/>
          </p:nvSpPr>
          <p:spPr>
            <a:xfrm>
              <a:off x="8444788" y="2849214"/>
              <a:ext cx="2168525" cy="14601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0CF3BB45-C7A1-182A-070C-F9F9CB49A876}"/>
                </a:ext>
              </a:extLst>
            </p:cNvPr>
            <p:cNvSpPr/>
            <p:nvPr/>
          </p:nvSpPr>
          <p:spPr>
            <a:xfrm>
              <a:off x="8444788" y="2997636"/>
              <a:ext cx="2168525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7" name="グラフィックス 306" descr="建物 単色塗りつぶし">
              <a:extLst>
                <a:ext uri="{FF2B5EF4-FFF2-40B4-BE49-F238E27FC236}">
                  <ns2:creationId id="{407FA9A8-D3AC-99E8-9ACB-CF40A65D3D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727990" y="3024546"/>
              <a:ext cx="288000" cy="288000"/>
            </a:xfrm>
            <a:prstGeom prst="rect">
              <a:avLst/>
            </a:prstGeom>
          </p:spPr>
        </p:pic>
        <p:sp>
          <p:nvSpPr>
            <p:cNvPr id="315" name="正方形/長方形 314">
              <a:extLst>
                <a:ext uri="{FF2B5EF4-FFF2-40B4-BE49-F238E27FC236}">
                  <ns2:creationId id="{C954150C-8471-9E06-AE1B-512A088277CA}"/>
                </a:ext>
              </a:extLst>
            </p:cNvPr>
            <p:cNvSpPr/>
            <p:nvPr/>
          </p:nvSpPr>
          <p:spPr>
            <a:xfrm>
              <a:off x="8046628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933F2B33-9743-4466-4036-FD966AC50B34}"/>
                </a:ext>
              </a:extLst>
            </p:cNvPr>
            <p:cNvSpPr/>
            <p:nvPr/>
          </p:nvSpPr>
          <p:spPr>
            <a:xfrm>
              <a:off x="8995651" y="3901635"/>
              <a:ext cx="1044000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0627BA40-6CE6-A2ED-F89D-1152CD829135}"/>
                </a:ext>
              </a:extLst>
            </p:cNvPr>
            <p:cNvSpPr/>
            <p:nvPr/>
          </p:nvSpPr>
          <p:spPr>
            <a:xfrm>
              <a:off x="10191193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45" name="グラフィックス 344" descr="建物 単色塗りつぶし">
              <a:extLst>
                <a:ext uri="{FF2B5EF4-FFF2-40B4-BE49-F238E27FC236}">
                  <ns2:creationId id="{D966F829-42E4-4D9F-AE9D-A4EA39ABC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9582" y="4158650"/>
              <a:ext cx="284258" cy="284258"/>
            </a:xfrm>
            <a:prstGeom prst="rect">
              <a:avLst/>
            </a:prstGeom>
          </p:spPr>
        </p:pic>
        <p:sp>
          <p:nvSpPr>
            <p:cNvPr id="349" name="正方形/長方形 348">
              <a:extLst>
                <a:ext uri="{FF2B5EF4-FFF2-40B4-BE49-F238E27FC236}">
                  <ns2:creationId id="{4BD17F3F-A088-3F4E-8B41-2370D31B63DE}"/>
                </a:ext>
              </a:extLst>
            </p:cNvPr>
            <p:cNvSpPr/>
            <p:nvPr/>
          </p:nvSpPr>
          <p:spPr>
            <a:xfrm>
              <a:off x="8129088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1" name="グラフィックス 350" descr="建物 単色塗りつぶし">
              <a:extLst>
                <a:ext uri="{FF2B5EF4-FFF2-40B4-BE49-F238E27FC236}">
                  <ns2:creationId id="{26C5C5CD-69DD-AFB0-D0C1-D36925D34B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40367" y="4169360"/>
              <a:ext cx="284258" cy="284258"/>
            </a:xfrm>
            <a:prstGeom prst="rect">
              <a:avLst/>
            </a:prstGeom>
          </p:spPr>
        </p:pic>
        <p:sp>
          <p:nvSpPr>
            <p:cNvPr id="353" name="正方形/長方形 352">
              <a:extLst>
                <a:ext uri="{FF2B5EF4-FFF2-40B4-BE49-F238E27FC236}">
                  <ns2:creationId id="{0ACA2ECE-D92B-A3AF-4EB3-B871C7C2EEC5}"/>
                </a:ext>
              </a:extLst>
            </p:cNvPr>
            <p:cNvSpPr/>
            <p:nvPr/>
          </p:nvSpPr>
          <p:spPr>
            <a:xfrm>
              <a:off x="9215837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E163DC-80A3-B205-85FA-484F9FBD85BE}"/>
                </a:ext>
              </a:extLst>
            </p:cNvPr>
            <p:cNvSpPr/>
            <p:nvPr/>
          </p:nvSpPr>
          <p:spPr>
            <a:xfrm>
              <a:off x="10275324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9" name="グラフィックス 358" descr="サイロ 単色塗りつぶし">
              <a:extLst>
                <a:ext uri="{FF2B5EF4-FFF2-40B4-BE49-F238E27FC236}">
                  <ns2:creationId id="{2AD240A8-4928-DCBC-C82A-7D1F32930F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999533" y="4147778"/>
              <a:ext cx="284258" cy="284258"/>
            </a:xfrm>
            <a:prstGeom prst="rect">
              <a:avLst/>
            </a:prstGeom>
          </p:spPr>
        </p:pic>
        <p:sp>
          <p:nvSpPr>
            <p:cNvPr id="362" name="正方形/長方形 361">
              <a:extLst>
                <a:ext uri="{FF2B5EF4-FFF2-40B4-BE49-F238E27FC236}">
                  <ns2:creationId id="{99F595DC-B31B-FFB0-405C-E91F61FDE7ED}"/>
                </a:ext>
              </a:extLst>
            </p:cNvPr>
            <p:cNvSpPr/>
            <p:nvPr/>
          </p:nvSpPr>
          <p:spPr>
            <a:xfrm>
              <a:off x="7907908" y="4992013"/>
              <a:ext cx="1440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0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D26902F9-C338-5053-8905-69C4EE186EB1}"/>
                </a:ext>
              </a:extLst>
            </p:cNvPr>
            <p:cNvSpPr/>
            <p:nvPr/>
          </p:nvSpPr>
          <p:spPr>
            <a:xfrm>
              <a:off x="9853963" y="5069035"/>
              <a:ext cx="864000" cy="1933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2" name="テキスト ボックス 391">
              <a:extLst>
                <a:ext uri="{FF2B5EF4-FFF2-40B4-BE49-F238E27FC236}">
                  <ns2:creationId id="{AB0F29D6-245A-C0F6-9601-F429583B147C}"/>
                </a:ext>
              </a:extLst>
            </p:cNvPr>
            <p:cNvSpPr txBox="1"/>
            <p:nvPr/>
          </p:nvSpPr>
          <p:spPr>
            <a:xfrm>
              <a:off x="10276624" y="4697710"/>
              <a:ext cx="94166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lang="ja-JP" altLang="en-US" sz="600"/>
                <a:t>XX</a:t>
              </a:r>
              <a:endParaRPr kumimoji="1" lang="ja-JP" altLang="en-US" sz="600"/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750365B-2B99-FEC0-DA3B-44AEE28CA815}"/>
                </a:ext>
              </a:extLst>
            </p:cNvPr>
            <p:cNvSpPr/>
            <p:nvPr/>
          </p:nvSpPr>
          <p:spPr>
            <a:xfrm>
              <a:off x="7860493" y="5348263"/>
              <a:ext cx="1188000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70F29DBD-C3FA-CCB1-A23B-433D20BDE690}"/>
                </a:ext>
              </a:extLst>
            </p:cNvPr>
            <p:cNvSpPr/>
            <p:nvPr/>
          </p:nvSpPr>
          <p:spPr>
            <a:xfrm>
              <a:off x="8016418" y="5557571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3" name="グラフィックス 412" descr="ユーザー 単色塗りつぶし">
              <a:extLst>
                <a:ext uri="{FF2B5EF4-FFF2-40B4-BE49-F238E27FC236}">
                  <ns2:creationId id="{AE779966-8645-58F1-C01A-B8C4BC7F4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652838" y="5531562"/>
              <a:ext cx="288000" cy="288000"/>
            </a:xfrm>
            <a:prstGeom prst="rect">
              <a:avLst/>
            </a:prstGeom>
          </p:spPr>
        </p:pic>
        <p:pic>
          <p:nvPicPr>
            <p:cNvPr id="414" name="グラフィックス 413" descr="ユーザー 単色塗りつぶし">
              <a:extLst>
                <a:ext uri="{FF2B5EF4-FFF2-40B4-BE49-F238E27FC236}">
                  <ns2:creationId id="{40372CBB-FB1C-6147-B805-0CE49440DA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652838" y="5756690"/>
              <a:ext cx="288000" cy="288000"/>
            </a:xfrm>
            <a:prstGeom prst="rect">
              <a:avLst/>
            </a:prstGeom>
          </p:spPr>
        </p:pic>
        <p:sp>
          <p:nvSpPr>
            <p:cNvPr id="418" name="正方形/長方形 417">
              <a:extLst>
                <a:ext uri="{FF2B5EF4-FFF2-40B4-BE49-F238E27FC236}">
                  <ns2:creationId id="{BF14F89B-427B-A11C-918D-318A14E9EDE8}"/>
                </a:ext>
              </a:extLst>
            </p:cNvPr>
            <p:cNvSpPr/>
            <p:nvPr/>
          </p:nvSpPr>
          <p:spPr>
            <a:xfrm>
              <a:off x="9987810" y="5548046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0" name="グラフィックス 419" descr="ユーザー 単色塗りつぶし">
              <a:extLst>
                <a:ext uri="{FF2B5EF4-FFF2-40B4-BE49-F238E27FC236}">
                  <ns2:creationId id="{F290DD94-180D-2BFF-E301-EFDD0F9179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624230" y="5522037"/>
              <a:ext cx="288000" cy="288000"/>
            </a:xfrm>
            <a:prstGeom prst="rect">
              <a:avLst/>
            </a:prstGeom>
          </p:spPr>
        </p:pic>
        <p:pic>
          <p:nvPicPr>
            <p:cNvPr id="422" name="グラフィックス 421" descr="ユーザー 単色塗りつぶし">
              <a:extLst>
                <a:ext uri="{FF2B5EF4-FFF2-40B4-BE49-F238E27FC236}">
                  <ns2:creationId id="{864EA386-3451-0885-30CF-A7DE31860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624230" y="5747165"/>
              <a:ext cx="288000" cy="288000"/>
            </a:xfrm>
            <a:prstGeom prst="rect">
              <a:avLst/>
            </a:prstGeom>
          </p:spPr>
        </p:pic>
      </p:grpSp>
      <p:sp>
        <p:nvSpPr>
          <p:cNvPr id="424" name="矢印: 右 423">
            <a:extLst>
              <a:ext uri="{FF2B5EF4-FFF2-40B4-BE49-F238E27FC236}">
                <ns2:creationId id="{7284C97B-B089-D0E2-8586-8923D724304E}"/>
              </a:ext>
            </a:extLst>
          </p:cNvPr>
          <p:cNvSpPr/>
          <p:nvPr/>
        </p:nvSpPr>
        <p:spPr>
          <a:xfrm>
            <a:off x="6019795" y="5621518"/>
            <a:ext cx="1944000" cy="386671"/>
          </a:xfrm>
          <a:prstGeom prst="rightArrow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9" name="コネクタ: カギ線 438">
            <a:extLst>
              <a:ext uri="{FF2B5EF4-FFF2-40B4-BE49-F238E27FC236}">
                <ns2:creationId id="{A7ADF213-36DF-1FC4-3684-55A0C1B1DE1F}"/>
              </a:ext>
            </a:extLst>
          </p:cNvPr>
          <p:cNvCxnSpPr>
            <a:cxnSpLocks/>
            <a:stCxn id="188" idx="2"/>
            <a:endCxn id="387" idx="0"/>
          </p:cNvCxnSpPr>
          <p:nvPr/>
        </p:nvCxnSpPr>
        <p:spPr>
          <a:xfrm rot="16200000" flipH="1">
            <a:off x="7759368" y="2542440"/>
            <a:ext cx="720826" cy="4332363"/>
          </a:xfrm>
          <a:prstGeom prst="bentConnector3">
            <a:avLst>
              <a:gd name="adj1" fmla="val 69632"/>
            </a:avLst>
          </a:prstGeom>
          <a:ln w="9525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グループ化 48">
            <a:extLst>
              <a:ext uri="{FF2B5EF4-FFF2-40B4-BE49-F238E27FC236}">
                <ns2:creationId id="{CBC26136-C1B8-CB21-7049-2139E0D87DF7}"/>
              </a:ext>
            </a:extLst>
          </p:cNvPr>
          <p:cNvGrpSpPr/>
          <p:nvPr/>
        </p:nvGrpSpPr>
        <p:grpSpPr>
          <a:xfrm>
            <a:off x="355682" y="1550809"/>
            <a:ext cx="6768000" cy="4758937"/>
            <a:chOff x="355682" y="1550809"/>
            <a:chExt cx="6768000" cy="4758937"/>
          </a:xfrm>
        </p:grpSpPr>
        <p:sp>
          <p:nvSpPr>
            <p:cNvPr id="18" name="台形 17">
              <a:extLst>
                <a:ext uri="{FF2B5EF4-FFF2-40B4-BE49-F238E27FC236}">
                  <ns2:creationId id="{EAF6AEA2-C5C7-D1D9-2178-CD8F12F13D11}"/>
                </a:ext>
              </a:extLst>
            </p:cNvPr>
            <p:cNvSpPr/>
            <p:nvPr/>
          </p:nvSpPr>
          <p:spPr>
            <a:xfrm>
              <a:off x="355682" y="4971290"/>
              <a:ext cx="6768000" cy="1080000"/>
            </a:xfrm>
            <a:prstGeom prst="trapezoid">
              <a:avLst>
                <a:gd name="adj" fmla="val 41997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台形 11">
              <a:extLst>
                <a:ext uri="{FF2B5EF4-FFF2-40B4-BE49-F238E27FC236}">
                  <ns2:creationId id="{7DA843B6-23BC-D042-429B-269B7021355D}"/>
                </a:ext>
              </a:extLst>
            </p:cNvPr>
            <p:cNvSpPr/>
            <p:nvPr/>
          </p:nvSpPr>
          <p:spPr>
            <a:xfrm>
              <a:off x="1904998" y="1952625"/>
              <a:ext cx="3636000" cy="5334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94C4CC4-84F9-257B-36C9-28CF11854A8C}"/>
                </a:ext>
              </a:extLst>
            </p:cNvPr>
            <p:cNvSpPr/>
            <p:nvPr/>
          </p:nvSpPr>
          <p:spPr>
            <a:xfrm>
              <a:off x="1922121" y="1770487"/>
              <a:ext cx="1368000" cy="14948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A6F4EDE5-86AD-610B-A2B3-A2EDD80C7D92}"/>
                </a:ext>
              </a:extLst>
            </p:cNvPr>
            <p:cNvSpPr/>
            <p:nvPr/>
          </p:nvSpPr>
          <p:spPr>
            <a:xfrm>
              <a:off x="2039676" y="2251327"/>
              <a:ext cx="936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1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矢印: 左右 35">
              <a:extLst>
                <a:ext uri="{FF2B5EF4-FFF2-40B4-BE49-F238E27FC236}">
                  <ns2:creationId id="{D30791B7-C4A6-6212-9BC0-207B49E21FCF}"/>
                </a:ext>
              </a:extLst>
            </p:cNvPr>
            <p:cNvSpPr/>
            <p:nvPr/>
          </p:nvSpPr>
          <p:spPr>
            <a:xfrm>
              <a:off x="2835216" y="1937224"/>
              <a:ext cx="720000" cy="310619"/>
            </a:xfrm>
            <a:prstGeom prst="leftRightArrow">
              <a:avLst>
                <a:gd name="adj1" fmla="val 58593"/>
                <a:gd name="adj2" fmla="val 50000"/>
              </a:avLst>
            </a:prstGeom>
            <a:solidFill>
              <a:schemeClr val="bg1"/>
            </a:solidFill>
            <a:ln w="3175">
              <a:solidFill>
                <a:srgbClr val="EDEDE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6" name="グラフィックス 45" descr="ユーザー 単色塗りつぶし">
              <a:extLst>
                <a:ext uri="{FF2B5EF4-FFF2-40B4-BE49-F238E27FC236}">
                  <ns2:creationId id="{72B837EA-C8A9-8441-D05C-1D78C137F6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57922" y="1942739"/>
              <a:ext cx="360000" cy="360000"/>
            </a:xfrm>
            <a:prstGeom prst="rect">
              <a:avLst/>
            </a:prstGeom>
          </p:spPr>
        </p:pic>
        <p:sp>
          <p:nvSpPr>
            <p:cNvPr id="34" name="正方形/長方形 33">
              <a:extLst>
                <a:ext uri="{FF2B5EF4-FFF2-40B4-BE49-F238E27FC236}">
                  <ns2:creationId id="{AC4C2666-B059-9503-2055-3BCEA2AD5D2E}"/>
                </a:ext>
              </a:extLst>
            </p:cNvPr>
            <p:cNvSpPr/>
            <p:nvPr/>
          </p:nvSpPr>
          <p:spPr>
            <a:xfrm>
              <a:off x="4201918" y="2239232"/>
              <a:ext cx="900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ユーザー 単色塗りつぶし">
              <a:extLst>
                <a:ext uri="{FF2B5EF4-FFF2-40B4-BE49-F238E27FC236}">
                  <ns2:creationId id="{5A0011EC-6F35-8DC6-8210-7DA60B6DA5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11534" y="1942739"/>
              <a:ext cx="324000" cy="324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4FA4EB14-6645-9C6F-EA03-9A7963118847}"/>
                </a:ext>
              </a:extLst>
            </p:cNvPr>
            <p:cNvSpPr/>
            <p:nvPr/>
          </p:nvSpPr>
          <p:spPr>
            <a:xfrm>
              <a:off x="3359925" y="2239232"/>
              <a:ext cx="792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ユーザー 単色塗りつぶし">
              <a:extLst>
                <a:ext uri="{FF2B5EF4-FFF2-40B4-BE49-F238E27FC236}">
                  <ns2:creationId id="{6AF41EDF-096E-E9DA-4B89-DB3D0A0E75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591202" y="1942739"/>
              <a:ext cx="324000" cy="324000"/>
            </a:xfrm>
            <a:prstGeom prst="rect">
              <a:avLst/>
            </a:prstGeom>
          </p:spPr>
        </p:pic>
        <p:sp>
          <p:nvSpPr>
            <p:cNvPr id="99" name="正方形/長方形 98">
              <a:extLst>
                <a:ext uri="{FF2B5EF4-FFF2-40B4-BE49-F238E27FC236}">
                  <ns2:creationId id="{84FA5CDE-2C27-F0C9-877E-A9171758699E}"/>
                </a:ext>
              </a:extLst>
            </p:cNvPr>
            <p:cNvSpPr/>
            <p:nvPr/>
          </p:nvSpPr>
          <p:spPr>
            <a:xfrm>
              <a:off x="669801" y="6143133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 dirty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 dirty="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C1110CE-965D-ECC2-1FD7-AAFF8EA84C68}"/>
                </a:ext>
              </a:extLst>
            </p:cNvPr>
            <p:cNvSpPr/>
            <p:nvPr/>
          </p:nvSpPr>
          <p:spPr>
            <a:xfrm rot="10800000" flipV="1">
              <a:off x="1280091" y="3396095"/>
              <a:ext cx="54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台形 13">
              <a:extLst>
                <a:ext uri="{FF2B5EF4-FFF2-40B4-BE49-F238E27FC236}">
                  <ns2:creationId id="{F7FCAA5F-8407-8E1C-6C64-60594CDEE7F3}"/>
                </a:ext>
              </a:extLst>
            </p:cNvPr>
            <p:cNvSpPr/>
            <p:nvPr/>
          </p:nvSpPr>
          <p:spPr>
            <a:xfrm>
              <a:off x="1513486" y="2794548"/>
              <a:ext cx="4428000" cy="612000"/>
            </a:xfrm>
            <a:prstGeom prst="trapezoid">
              <a:avLst>
                <a:gd name="adj" fmla="val 38417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A625766-1FD9-98AC-BD66-95732D789AE8}"/>
                </a:ext>
              </a:extLst>
            </p:cNvPr>
            <p:cNvSpPr/>
            <p:nvPr/>
          </p:nvSpPr>
          <p:spPr>
            <a:xfrm>
              <a:off x="2128388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" name="グラフィックス 43" descr="ユーザー 単色塗りつぶし">
              <a:extLst>
                <a:ext uri="{FF2B5EF4-FFF2-40B4-BE49-F238E27FC236}">
                  <ns2:creationId id="{D17C8A31-0F72-2279-31EF-B83757B598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220749" y="2943894"/>
              <a:ext cx="288000" cy="288000"/>
            </a:xfrm>
            <a:prstGeom prst="rect">
              <a:avLst/>
            </a:prstGeom>
          </p:spPr>
        </p:pic>
        <p:pic>
          <p:nvPicPr>
            <p:cNvPr id="61" name="グラフィックス 60" descr="ユーザー 単色塗りつぶし">
              <a:extLst>
                <a:ext uri="{FF2B5EF4-FFF2-40B4-BE49-F238E27FC236}">
                  <ns2:creationId id="{14430FF7-1846-6F81-1B37-6937864FDE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900832" y="2938328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ユーザー 単色塗りつぶし">
              <a:extLst>
                <a:ext uri="{FF2B5EF4-FFF2-40B4-BE49-F238E27FC236}">
                  <ns2:creationId id="{5F6D73C5-2FAD-C91B-290F-6E3AFFAFA8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887242" y="2910509"/>
              <a:ext cx="288000" cy="288000"/>
            </a:xfrm>
            <a:prstGeom prst="rect">
              <a:avLst/>
            </a:prstGeom>
          </p:spPr>
        </p:pic>
        <p:sp>
          <p:nvSpPr>
            <p:cNvPr id="70" name="正方形/長方形 69">
              <a:extLst>
                <a:ext uri="{FF2B5EF4-FFF2-40B4-BE49-F238E27FC236}">
                  <ns2:creationId id="{C1B3ABF1-9175-0591-7E6D-AAAB7B7B27EC}"/>
                </a:ext>
              </a:extLst>
            </p:cNvPr>
            <p:cNvSpPr/>
            <p:nvPr/>
          </p:nvSpPr>
          <p:spPr>
            <a:xfrm>
              <a:off x="4310489" y="2923866"/>
              <a:ext cx="360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F53424C-555B-38C3-0565-3A906360F6E9}"/>
                </a:ext>
              </a:extLst>
            </p:cNvPr>
            <p:cNvSpPr/>
            <p:nvPr/>
          </p:nvSpPr>
          <p:spPr>
            <a:xfrm>
              <a:off x="4494701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ラフィックス 74" descr="ユーザー 単色塗りつぶし">
              <a:extLst>
                <a:ext uri="{FF2B5EF4-FFF2-40B4-BE49-F238E27FC236}">
                  <ns2:creationId id="{C10A448C-0DED-7073-AE57-AE8307055F5B}"/>
                </a:ext>
              </a:extLst>
            </p:cNvPr>
            <p:cNvGrpSpPr/>
            <p:nvPr/>
          </p:nvGrpSpPr>
          <p:grpSpPr>
            <a:xfrm>
              <a:off x="4629433" y="2950617"/>
              <a:ext cx="192000" cy="204000"/>
              <a:chOff x="4018282" y="2988445"/>
              <a:chExt cx="192000" cy="204000"/>
            </a:xfrm>
            <a:solidFill>
              <a:srgbClr val="000000"/>
            </a:solidFill>
          </p:grpSpPr>
          <p:sp>
            <p:nvSpPr>
              <p:cNvPr id="82" name="楕円 81">
                <a:extLst>
                  <a:ext uri="{FF2B5EF4-FFF2-40B4-BE49-F238E27FC236}">
                    <ns2:creationId id="{C5B42987-FF5F-F2B8-5499-CD6B062215E8}"/>
                  </a:ext>
                </a:extLst>
              </p:cNvPr>
              <p:cNvSpPr/>
              <p:nvPr/>
            </p:nvSpPr>
            <p:spPr>
              <a:xfrm>
                <a:off x="4066282" y="2988445"/>
                <a:ext cx="96000" cy="96000"/>
              </a:xfrm>
              <a:prstGeom prst="ellipse">
                <a:avLst/>
              </a:pr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  <p:sp>
            <p:nvSpPr>
              <p:cNvPr id="83" name="フリーフォーム: 図形 82">
                <a:extLst>
                  <a:ext uri="{FF2B5EF4-FFF2-40B4-BE49-F238E27FC236}">
                    <ns2:creationId id="{F933186D-805D-A63F-3AE2-FFE6D82337CE}"/>
                  </a:ext>
                </a:extLst>
              </p:cNvPr>
              <p:cNvSpPr/>
              <p:nvPr/>
            </p:nvSpPr>
            <p:spPr>
              <a:xfrm>
                <a:off x="4018282" y="3096445"/>
                <a:ext cx="192000" cy="96000"/>
              </a:xfrm>
              <a:custGeom>
                <a:avLst/>
                <a:gdLst>
                  <a:gd name="csX0" fmla="*/ 192000 w 192000"/>
                  <a:gd name="csY0" fmla="*/ 96000 h 96000"/>
                  <a:gd name="csX1" fmla="*/ 192000 w 192000"/>
                  <a:gd name="csY1" fmla="*/ 48000 h 96000"/>
                  <a:gd name="csX2" fmla="*/ 182400 w 192000"/>
                  <a:gd name="csY2" fmla="*/ 28800 h 96000"/>
                  <a:gd name="csX3" fmla="*/ 135600 w 192000"/>
                  <a:gd name="csY3" fmla="*/ 6000 h 96000"/>
                  <a:gd name="csX4" fmla="*/ 96000 w 192000"/>
                  <a:gd name="csY4" fmla="*/ 0 h 96000"/>
                  <a:gd name="csX5" fmla="*/ 56400 w 192000"/>
                  <a:gd name="csY5" fmla="*/ 6000 h 96000"/>
                  <a:gd name="csX6" fmla="*/ 9600 w 192000"/>
                  <a:gd name="csY6" fmla="*/ 28800 h 96000"/>
                  <a:gd name="csX7" fmla="*/ 0 w 192000"/>
                  <a:gd name="csY7" fmla="*/ 48000 h 96000"/>
                  <a:gd name="csX8" fmla="*/ 0 w 192000"/>
                  <a:gd name="csY8" fmla="*/ 96000 h 96000"/>
                  <a:gd name="csX9" fmla="*/ 192000 w 192000"/>
                  <a:gd name="csY9" fmla="*/ 96000 h 96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92000" h="96000">
                    <a:moveTo>
                      <a:pt x="192000" y="96000"/>
                    </a:moveTo>
                    <a:lnTo>
                      <a:pt x="192000" y="48000"/>
                    </a:lnTo>
                    <a:cubicBezTo>
                      <a:pt x="192000" y="40800"/>
                      <a:pt x="188400" y="33600"/>
                      <a:pt x="182400" y="28800"/>
                    </a:cubicBezTo>
                    <a:cubicBezTo>
                      <a:pt x="169200" y="18000"/>
                      <a:pt x="152400" y="10800"/>
                      <a:pt x="135600" y="6000"/>
                    </a:cubicBezTo>
                    <a:cubicBezTo>
                      <a:pt x="123600" y="2400"/>
                      <a:pt x="110400" y="0"/>
                      <a:pt x="96000" y="0"/>
                    </a:cubicBezTo>
                    <a:cubicBezTo>
                      <a:pt x="82800" y="0"/>
                      <a:pt x="69600" y="2400"/>
                      <a:pt x="56400" y="6000"/>
                    </a:cubicBezTo>
                    <a:cubicBezTo>
                      <a:pt x="39600" y="10800"/>
                      <a:pt x="22800" y="19200"/>
                      <a:pt x="9600" y="28800"/>
                    </a:cubicBezTo>
                    <a:cubicBezTo>
                      <a:pt x="3600" y="33600"/>
                      <a:pt x="0" y="40800"/>
                      <a:pt x="0" y="48000"/>
                    </a:cubicBezTo>
                    <a:lnTo>
                      <a:pt x="0" y="96000"/>
                    </a:lnTo>
                    <a:lnTo>
                      <a:pt x="192000" y="96000"/>
                    </a:lnTo>
                    <a:close/>
                  </a:path>
                </a:pathLst>
              </a:cu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</p:grpSp>
        <p:sp>
          <p:nvSpPr>
            <p:cNvPr id="77" name="正方形/長方形 76">
              <a:extLst>
                <a:ext uri="{FF2B5EF4-FFF2-40B4-BE49-F238E27FC236}">
                  <ns2:creationId id="{42869057-290A-9969-7B9F-99F21EDED3C5}"/>
                </a:ext>
              </a:extLst>
            </p:cNvPr>
            <p:cNvSpPr/>
            <p:nvPr/>
          </p:nvSpPr>
          <p:spPr>
            <a:xfrm>
              <a:off x="5032696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ユーザー 単色塗りつぶし">
              <a:extLst>
                <a:ext uri="{FF2B5EF4-FFF2-40B4-BE49-F238E27FC236}">
                  <ns2:creationId id="{0A1545DB-4126-7531-7476-1AE7075511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122696" y="2899316"/>
              <a:ext cx="288000" cy="288000"/>
            </a:xfrm>
            <a:prstGeom prst="rect">
              <a:avLst/>
            </a:prstGeom>
          </p:spPr>
        </p:pic>
        <p:sp>
          <p:nvSpPr>
            <p:cNvPr id="86" name="正方形/長方形 85">
              <a:extLst>
                <a:ext uri="{FF2B5EF4-FFF2-40B4-BE49-F238E27FC236}">
                  <ns2:creationId id="{EFDCF178-3ECC-0B51-6771-803B6365B3FD}"/>
                </a:ext>
              </a:extLst>
            </p:cNvPr>
            <p:cNvSpPr/>
            <p:nvPr/>
          </p:nvSpPr>
          <p:spPr>
            <a:xfrm>
              <a:off x="1936036" y="2630289"/>
              <a:ext cx="792000" cy="16034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0B6F286-FBFA-D862-1468-EB86C4B717C3}"/>
                </a:ext>
              </a:extLst>
            </p:cNvPr>
            <p:cNvSpPr/>
            <p:nvPr/>
          </p:nvSpPr>
          <p:spPr>
            <a:xfrm>
              <a:off x="3345748" y="2837995"/>
              <a:ext cx="505753" cy="324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0DBD3F6-6B24-B3AB-62C1-156D0E14A4E4}"/>
                </a:ext>
              </a:extLst>
            </p:cNvPr>
            <p:cNvSpPr/>
            <p:nvPr/>
          </p:nvSpPr>
          <p:spPr>
            <a:xfrm>
              <a:off x="2556683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kern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8514E737-85AC-7D2B-4767-075C7CC0558B}"/>
                </a:ext>
              </a:extLst>
            </p:cNvPr>
            <p:cNvSpPr/>
            <p:nvPr/>
          </p:nvSpPr>
          <p:spPr>
            <a:xfrm>
              <a:off x="1843321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52D0D868-1B8A-C235-1F06-7349A11202BB}"/>
                </a:ext>
              </a:extLst>
            </p:cNvPr>
            <p:cNvSpPr/>
            <p:nvPr/>
          </p:nvSpPr>
          <p:spPr>
            <a:xfrm>
              <a:off x="4793314" y="2923866"/>
              <a:ext cx="432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PMO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198DB82-6B12-EEC4-DC6A-FCE0F301E669}"/>
                </a:ext>
              </a:extLst>
            </p:cNvPr>
            <p:cNvSpPr/>
            <p:nvPr/>
          </p:nvSpPr>
          <p:spPr>
            <a:xfrm>
              <a:off x="2770381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B01473A-FF32-C634-0237-EC0ACC956D14}"/>
                </a:ext>
              </a:extLst>
            </p:cNvPr>
            <p:cNvSpPr/>
            <p:nvPr/>
          </p:nvSpPr>
          <p:spPr>
            <a:xfrm>
              <a:off x="3720585" y="3209369"/>
              <a:ext cx="722697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6" name="台形 15">
              <a:extLst>
                <a:ext uri="{FF2B5EF4-FFF2-40B4-BE49-F238E27FC236}">
                  <ns2:creationId id="{5579BFE1-BD0B-4DB2-5F61-4373669503F8}"/>
                </a:ext>
              </a:extLst>
            </p:cNvPr>
            <p:cNvSpPr/>
            <p:nvPr/>
          </p:nvSpPr>
          <p:spPr>
            <a:xfrm>
              <a:off x="928998" y="3691183"/>
              <a:ext cx="5580000" cy="9720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61D47A23-52CF-2E09-25DC-D886B558FBCA}"/>
                </a:ext>
              </a:extLst>
            </p:cNvPr>
            <p:cNvSpPr/>
            <p:nvPr/>
          </p:nvSpPr>
          <p:spPr>
            <a:xfrm>
              <a:off x="1481444" y="3597795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3C1767-D410-A167-41F4-9852131643CD}"/>
                </a:ext>
              </a:extLst>
            </p:cNvPr>
            <p:cNvSpPr/>
            <p:nvPr/>
          </p:nvSpPr>
          <p:spPr>
            <a:xfrm>
              <a:off x="1281898" y="3888391"/>
              <a:ext cx="683998" cy="144000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9EB2DDE1-9588-865C-8857-EBE53F6CA394}"/>
                </a:ext>
              </a:extLst>
            </p:cNvPr>
            <p:cNvSpPr/>
            <p:nvPr/>
          </p:nvSpPr>
          <p:spPr>
            <a:xfrm>
              <a:off x="3362990" y="3700917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2E20386D-F511-8260-5B48-28A466A3A1DD}"/>
                </a:ext>
              </a:extLst>
            </p:cNvPr>
            <p:cNvSpPr/>
            <p:nvPr/>
          </p:nvSpPr>
          <p:spPr>
            <a:xfrm>
              <a:off x="1430937" y="4380488"/>
              <a:ext cx="612000" cy="193683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B4A5736-9C9C-6899-1285-9E70ACCA0136}"/>
                </a:ext>
              </a:extLst>
            </p:cNvPr>
            <p:cNvSpPr/>
            <p:nvPr/>
          </p:nvSpPr>
          <p:spPr>
            <a:xfrm>
              <a:off x="1430937" y="4116208"/>
              <a:ext cx="612000" cy="18435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7FFC7AD2-17E8-8125-2779-D55B9D7702E0}"/>
                </a:ext>
              </a:extLst>
            </p:cNvPr>
            <p:cNvSpPr txBox="1"/>
            <p:nvPr/>
          </p:nvSpPr>
          <p:spPr>
            <a:xfrm>
              <a:off x="5720500" y="3998507"/>
              <a:ext cx="466200" cy="349702"/>
            </a:xfrm>
            <a:prstGeom prst="rect">
              <a:avLst/>
            </a:prstGeom>
            <a:noFill/>
          </p:spPr>
          <p:txBody>
            <a:bodyPr wrap="square" lIns="0" tIns="36000" rIns="0" bIns="36000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kumimoji="1" lang="ja-JP" altLang="en-US" sz="600"/>
                <a:t>XX</a:t>
              </a:r>
            </a:p>
          </p:txBody>
        </p:sp>
        <p:pic>
          <p:nvPicPr>
            <p:cNvPr id="200" name="グラフィックス 199" descr="ユーザー 単色塗りつぶし">
              <a:extLst>
                <a:ext uri="{FF2B5EF4-FFF2-40B4-BE49-F238E27FC236}">
                  <ns2:creationId id="{B759828B-02F7-0826-8998-5EF9A76BB4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73679" y="4066052"/>
              <a:ext cx="288000" cy="288000"/>
            </a:xfrm>
            <a:prstGeom prst="rect">
              <a:avLst/>
            </a:prstGeom>
          </p:spPr>
        </p:pic>
        <p:pic>
          <p:nvPicPr>
            <p:cNvPr id="202" name="グラフィックス 201" descr="ユーザー 単色塗りつぶし">
              <a:extLst>
                <a:ext uri="{FF2B5EF4-FFF2-40B4-BE49-F238E27FC236}">
                  <ns2:creationId id="{2A076171-2F2D-DF8A-F179-94C6023D7C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73679" y="4329280"/>
              <a:ext cx="288000" cy="288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19AB5EC9-2EF4-3EEB-BA74-F3CDD0678073}"/>
                </a:ext>
              </a:extLst>
            </p:cNvPr>
            <p:cNvSpPr/>
            <p:nvPr/>
          </p:nvSpPr>
          <p:spPr>
            <a:xfrm>
              <a:off x="217465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0" name="グループ化 239">
              <a:extLst>
                <a:ext uri="{FF2B5EF4-FFF2-40B4-BE49-F238E27FC236}">
                  <ns2:creationId id="{26F619BB-AD5F-4B16-6BE6-5E631C89F195}"/>
                </a:ext>
              </a:extLst>
            </p:cNvPr>
            <p:cNvGrpSpPr/>
            <p:nvPr/>
          </p:nvGrpSpPr>
          <p:grpSpPr>
            <a:xfrm>
              <a:off x="2127092" y="4066490"/>
              <a:ext cx="857844" cy="551228"/>
              <a:chOff x="1984859" y="4104590"/>
              <a:chExt cx="857844" cy="55122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830F09EE-986E-D5A9-D4BD-239505E14A38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2F2A78B7-6053-267F-0807-B0E682A3348F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9" name="グループ化 238">
                <a:extLst>
                  <a:ext uri="{FF2B5EF4-FFF2-40B4-BE49-F238E27FC236}">
                    <ns2:creationId id="{F9D9684B-6A2C-58CD-AC1C-AA43A72036DE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08" name="グラフィックス 207" descr="ユーザー 単色塗りつぶし">
                  <a:extLst>
                    <a:ext uri="{FF2B5EF4-FFF2-40B4-BE49-F238E27FC236}">
                      <ns2:creationId id="{965CB979-92C7-A8C7-F93E-A55894F8BE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0" name="グラフィックス 209" descr="ユーザー 単色塗りつぶし">
                  <a:extLst>
                    <a:ext uri="{FF2B5EF4-FFF2-40B4-BE49-F238E27FC236}">
                      <ns2:creationId id="{355F5240-4509-6E4E-7AB8-936532C427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14" name="正方形/長方形 213">
              <a:extLst>
                <a:ext uri="{FF2B5EF4-FFF2-40B4-BE49-F238E27FC236}">
                  <ns2:creationId id="{0CE55763-AA52-621D-8932-85EEEC9F01A0}"/>
                </a:ext>
              </a:extLst>
            </p:cNvPr>
            <p:cNvSpPr/>
            <p:nvPr/>
          </p:nvSpPr>
          <p:spPr>
            <a:xfrm>
              <a:off x="3058059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1" name="グループ化 240">
              <a:extLst>
                <a:ext uri="{FF2B5EF4-FFF2-40B4-BE49-F238E27FC236}">
                  <ns2:creationId id="{F867AC3C-317E-5E17-4FBB-3B2045DBF3DF}"/>
                </a:ext>
              </a:extLst>
            </p:cNvPr>
            <p:cNvGrpSpPr/>
            <p:nvPr/>
          </p:nvGrpSpPr>
          <p:grpSpPr>
            <a:xfrm>
              <a:off x="2997758" y="4066490"/>
              <a:ext cx="884512" cy="551228"/>
              <a:chOff x="2868266" y="4104590"/>
              <a:chExt cx="884512" cy="551228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793DB868-2D81-53AF-2AC2-7095495F3660}"/>
                  </a:ext>
                </a:extLst>
              </p:cNvPr>
              <p:cNvSpPr/>
              <p:nvPr/>
            </p:nvSpPr>
            <p:spPr>
              <a:xfrm>
                <a:off x="3104778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04F3AC67-05DA-7DCB-FABD-A172A77E01B6}"/>
                  </a:ext>
                </a:extLst>
              </p:cNvPr>
              <p:cNvSpPr/>
              <p:nvPr/>
            </p:nvSpPr>
            <p:spPr>
              <a:xfrm>
                <a:off x="3104778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8" name="グループ化 237">
                <a:extLst>
                  <a:ext uri="{FF2B5EF4-FFF2-40B4-BE49-F238E27FC236}">
                    <ns2:creationId id="{3E18E0DD-72FF-109E-6FE8-A173C23C2D28}"/>
                  </a:ext>
                </a:extLst>
              </p:cNvPr>
              <p:cNvGrpSpPr/>
              <p:nvPr/>
            </p:nvGrpSpPr>
            <p:grpSpPr>
              <a:xfrm>
                <a:off x="2868266" y="4104590"/>
                <a:ext cx="288000" cy="551228"/>
                <a:chOff x="2868266" y="4104152"/>
                <a:chExt cx="288000" cy="551228"/>
              </a:xfrm>
            </p:grpSpPr>
            <p:pic>
              <p:nvPicPr>
                <p:cNvPr id="217" name="グラフィックス 216" descr="ユーザー 単色塗りつぶし">
                  <a:extLst>
                    <a:ext uri="{FF2B5EF4-FFF2-40B4-BE49-F238E27FC236}">
                      <ns2:creationId id="{12845DDD-7FF7-B345-D0C4-FE1E82EB0C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8" name="グラフィックス 217" descr="ユーザー 単色塗りつぶし">
                  <a:extLst>
                    <a:ext uri="{FF2B5EF4-FFF2-40B4-BE49-F238E27FC236}">
                      <ns2:creationId id="{53CD17AE-4C6B-8145-13A8-64075F4B05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0" name="正方形/長方形 219">
              <a:extLst>
                <a:ext uri="{FF2B5EF4-FFF2-40B4-BE49-F238E27FC236}">
                  <ns2:creationId id="{F7F14A4B-4486-E7AD-94BD-722622C71638}"/>
                </a:ext>
              </a:extLst>
            </p:cNvPr>
            <p:cNvSpPr/>
            <p:nvPr/>
          </p:nvSpPr>
          <p:spPr>
            <a:xfrm>
              <a:off x="3941466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2" name="グループ化 241">
              <a:extLst>
                <a:ext uri="{FF2B5EF4-FFF2-40B4-BE49-F238E27FC236}">
                  <ns2:creationId id="{B4829F5F-F0B0-1403-C2FB-D1C7BD771501}"/>
                </a:ext>
              </a:extLst>
            </p:cNvPr>
            <p:cNvGrpSpPr/>
            <p:nvPr/>
          </p:nvGrpSpPr>
          <p:grpSpPr>
            <a:xfrm>
              <a:off x="3895092" y="4066490"/>
              <a:ext cx="869399" cy="551228"/>
              <a:chOff x="3751673" y="4104590"/>
              <a:chExt cx="869399" cy="551228"/>
            </a:xfrm>
          </p:grpSpPr>
          <p:sp>
            <p:nvSpPr>
              <p:cNvPr id="221" name="正方形/長方形 220">
                <a:extLst>
                  <a:ext uri="{FF2B5EF4-FFF2-40B4-BE49-F238E27FC236}">
                    <ns2:creationId id="{EFA45213-85AC-838C-D4CB-25074B8D784B}"/>
                  </a:ext>
                </a:extLst>
              </p:cNvPr>
              <p:cNvSpPr/>
              <p:nvPr/>
            </p:nvSpPr>
            <p:spPr>
              <a:xfrm>
                <a:off x="3973072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B3DB835E-0397-BDED-6B3B-DE5C30BB3978}"/>
                  </a:ext>
                </a:extLst>
              </p:cNvPr>
              <p:cNvSpPr/>
              <p:nvPr/>
            </p:nvSpPr>
            <p:spPr>
              <a:xfrm>
                <a:off x="3973072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7" name="グループ化 236">
                <a:extLst>
                  <a:ext uri="{FF2B5EF4-FFF2-40B4-BE49-F238E27FC236}">
                    <ns2:creationId id="{9D4735CB-856E-69E1-DBAB-C50A68796FD8}"/>
                  </a:ext>
                </a:extLst>
              </p:cNvPr>
              <p:cNvGrpSpPr/>
              <p:nvPr/>
            </p:nvGrpSpPr>
            <p:grpSpPr>
              <a:xfrm>
                <a:off x="3751673" y="4104590"/>
                <a:ext cx="288000" cy="551228"/>
                <a:chOff x="3751673" y="4104152"/>
                <a:chExt cx="288000" cy="551228"/>
              </a:xfrm>
            </p:grpSpPr>
            <p:pic>
              <p:nvPicPr>
                <p:cNvPr id="223" name="グラフィックス 222" descr="ユーザー 単色塗りつぶし">
                  <a:extLst>
                    <a:ext uri="{FF2B5EF4-FFF2-40B4-BE49-F238E27FC236}">
                      <ns2:creationId id="{39FE2C10-2EFF-C003-56CE-B7F43B1B54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24" name="グラフィックス 223" descr="ユーザー 単色塗りつぶし">
                  <a:extLst>
                    <a:ext uri="{FF2B5EF4-FFF2-40B4-BE49-F238E27FC236}">
                      <ns2:creationId id="{125540DC-A3CD-63B1-1C54-CED61313D4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6" name="正方形/長方形 225">
              <a:extLst>
                <a:ext uri="{FF2B5EF4-FFF2-40B4-BE49-F238E27FC236}">
                  <ns2:creationId id="{10BE3495-3809-C98F-00D6-2E23C538FB22}"/>
                </a:ext>
              </a:extLst>
            </p:cNvPr>
            <p:cNvSpPr/>
            <p:nvPr/>
          </p:nvSpPr>
          <p:spPr>
            <a:xfrm>
              <a:off x="482487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3" name="グループ化 242">
              <a:extLst>
                <a:ext uri="{FF2B5EF4-FFF2-40B4-BE49-F238E27FC236}">
                  <ns2:creationId id="{02CA26FC-9635-39D2-DEBF-25366135C2FF}"/>
                </a:ext>
              </a:extLst>
            </p:cNvPr>
            <p:cNvGrpSpPr/>
            <p:nvPr/>
          </p:nvGrpSpPr>
          <p:grpSpPr>
            <a:xfrm>
              <a:off x="4777312" y="4066490"/>
              <a:ext cx="929844" cy="551228"/>
              <a:chOff x="4635079" y="4104590"/>
              <a:chExt cx="929844" cy="551228"/>
            </a:xfrm>
          </p:grpSpPr>
          <p:sp>
            <p:nvSpPr>
              <p:cNvPr id="227" name="正方形/長方形 226">
                <a:extLst>
                  <a:ext uri="{FF2B5EF4-FFF2-40B4-BE49-F238E27FC236}">
                    <ns2:creationId id="{A9DCEC07-F7B5-9096-C8C3-E8B359D759BE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DAFA81D5-0C38-308A-6050-221BB3B663BC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6" name="グループ化 235">
                <a:extLst>
                  <a:ext uri="{FF2B5EF4-FFF2-40B4-BE49-F238E27FC236}">
                    <ns2:creationId id="{9925CF73-11BF-E385-D723-96333631E5FF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29" name="グラフィックス 228" descr="ユーザー 単色塗りつぶし">
                  <a:extLst>
                    <a:ext uri="{FF2B5EF4-FFF2-40B4-BE49-F238E27FC236}">
                      <ns2:creationId id="{34A6E746-8542-24D6-1787-2602A7888B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30" name="グラフィックス 229" descr="ユーザー 単色塗りつぶし">
                  <a:extLst>
                    <a:ext uri="{FF2B5EF4-FFF2-40B4-BE49-F238E27FC236}">
                      <ns2:creationId id="{5573AE1E-A476-F3D5-6CAE-1B21D79653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5" name="正方形/長方形 244">
              <a:extLst>
                <a:ext uri="{FF2B5EF4-FFF2-40B4-BE49-F238E27FC236}">
                  <ns2:creationId id="{946D0F74-FBBC-5068-ECE5-59496BB53BD2}"/>
                </a:ext>
              </a:extLst>
            </p:cNvPr>
            <p:cNvSpPr/>
            <p:nvPr/>
          </p:nvSpPr>
          <p:spPr>
            <a:xfrm>
              <a:off x="1339211" y="4887681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939B2E9F-AFC0-2C24-40CA-4E3EC36BE3A9}"/>
                </a:ext>
              </a:extLst>
            </p:cNvPr>
            <p:cNvSpPr/>
            <p:nvPr/>
          </p:nvSpPr>
          <p:spPr>
            <a:xfrm>
              <a:off x="4127320" y="5026599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464219B-54D2-A3D0-2148-D727ED475324}"/>
                </a:ext>
              </a:extLst>
            </p:cNvPr>
            <p:cNvSpPr/>
            <p:nvPr/>
          </p:nvSpPr>
          <p:spPr>
            <a:xfrm>
              <a:off x="4788787" y="5239373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69" name="グループ化 268">
              <a:extLst>
                <a:ext uri="{FF2B5EF4-FFF2-40B4-BE49-F238E27FC236}">
                  <ns2:creationId id="{C2CD9264-8061-4520-156F-7A1B5E1B4B4D}"/>
                </a:ext>
              </a:extLst>
            </p:cNvPr>
            <p:cNvGrpSpPr/>
            <p:nvPr/>
          </p:nvGrpSpPr>
          <p:grpSpPr>
            <a:xfrm>
              <a:off x="4741227" y="5404542"/>
              <a:ext cx="929844" cy="551228"/>
              <a:chOff x="4635079" y="4104590"/>
              <a:chExt cx="929844" cy="551228"/>
            </a:xfrm>
          </p:grpSpPr>
          <p:sp>
            <p:nvSpPr>
              <p:cNvPr id="270" name="正方形/長方形 269">
                <a:extLst>
                  <a:ext uri="{FF2B5EF4-FFF2-40B4-BE49-F238E27FC236}">
                    <ns2:creationId id="{93C66FE4-BD97-C383-5943-877B4A84DCE5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6716D580-4046-05A6-CCBE-5D27EDDBE224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37FC715E-D831-26B5-5DC4-DD64CB8C5D9B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73" name="グラフィックス 272" descr="ユーザー 単色塗りつぶし">
                  <a:extLst>
                    <a:ext uri="{FF2B5EF4-FFF2-40B4-BE49-F238E27FC236}">
                      <ns2:creationId id="{328EC41F-8F3C-ECA4-5E58-53A9B00A51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74" name="グラフィックス 273" descr="ユーザー 単色塗りつぶし">
                  <a:extLst>
                    <a:ext uri="{FF2B5EF4-FFF2-40B4-BE49-F238E27FC236}">
                      <ns2:creationId id="{209ED7DB-9F49-B052-0F34-188B2F0326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7" name="正方形/長方形 246">
              <a:extLst>
                <a:ext uri="{FF2B5EF4-FFF2-40B4-BE49-F238E27FC236}">
                  <ns2:creationId id="{19B0D957-7735-1C52-771B-5710E2A2DDC9}"/>
                </a:ext>
              </a:extLst>
            </p:cNvPr>
            <p:cNvSpPr/>
            <p:nvPr/>
          </p:nvSpPr>
          <p:spPr>
            <a:xfrm>
              <a:off x="3353674" y="5233920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8" name="グループ化 247">
              <a:extLst>
                <a:ext uri="{FF2B5EF4-FFF2-40B4-BE49-F238E27FC236}">
                  <ns2:creationId id="{04BEBF8B-B9D6-A1E2-4337-EEC5DDA11F61}"/>
                </a:ext>
              </a:extLst>
            </p:cNvPr>
            <p:cNvGrpSpPr/>
            <p:nvPr/>
          </p:nvGrpSpPr>
          <p:grpSpPr>
            <a:xfrm>
              <a:off x="3306114" y="5399089"/>
              <a:ext cx="857844" cy="551228"/>
              <a:chOff x="1984859" y="4104590"/>
              <a:chExt cx="857844" cy="551228"/>
            </a:xfrm>
          </p:grpSpPr>
          <p:sp>
            <p:nvSpPr>
              <p:cNvPr id="249" name="正方形/長方形 248">
                <a:extLst>
                  <a:ext uri="{FF2B5EF4-FFF2-40B4-BE49-F238E27FC236}">
                    <ns2:creationId id="{7397684B-6C59-3D06-1CE1-1A936010440A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95AF8AC0-A7CC-1E30-6968-1E12C377A317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6CAE3B91-B6C3-D909-C8A0-F9EB247AB968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52" name="グラフィックス 251" descr="ユーザー 単色塗りつぶし">
                  <a:extLst>
                    <a:ext uri="{FF2B5EF4-FFF2-40B4-BE49-F238E27FC236}">
                      <ns2:creationId id="{7F92DF0F-D921-CFD6-EB09-6D1C304B58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53" name="グラフィックス 252" descr="ユーザー 単色塗りつぶし">
                  <a:extLst>
                    <a:ext uri="{FF2B5EF4-FFF2-40B4-BE49-F238E27FC236}">
                      <ns2:creationId id="{DDB08E94-0ADD-97A4-A535-8D5DD78FD8D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77" name="正方形/長方形 276">
              <a:extLst>
                <a:ext uri="{FF2B5EF4-FFF2-40B4-BE49-F238E27FC236}">
                  <ns2:creationId id="{7E056C79-08C4-D13E-4316-5E1568977916}"/>
                </a:ext>
              </a:extLst>
            </p:cNvPr>
            <p:cNvSpPr/>
            <p:nvPr/>
          </p:nvSpPr>
          <p:spPr>
            <a:xfrm>
              <a:off x="1827013" y="6123482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9" name="グラフィックス 278" descr="ユーザー 単色塗りつぶし">
              <a:extLst>
                <a:ext uri="{FF2B5EF4-FFF2-40B4-BE49-F238E27FC236}">
                  <ns2:creationId id="{5A82DE5F-C73D-6043-535A-63805F2352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620014" y="6078523"/>
              <a:ext cx="216000" cy="216000"/>
            </a:xfrm>
            <a:prstGeom prst="rect">
              <a:avLst/>
            </a:prstGeom>
          </p:spPr>
        </p:pic>
        <p:pic>
          <p:nvPicPr>
            <p:cNvPr id="281" name="グラフィックス 280" descr="ユーザー 単色塗りつぶし">
              <a:extLst>
                <a:ext uri="{FF2B5EF4-FFF2-40B4-BE49-F238E27FC236}">
                  <ns2:creationId id="{2270E2D1-27D1-B490-F756-6AE969F1D9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30209" y="6093746"/>
              <a:ext cx="216000" cy="216000"/>
            </a:xfrm>
            <a:prstGeom prst="rect">
              <a:avLst/>
            </a:prstGeom>
          </p:spPr>
        </p:pic>
        <p:grpSp>
          <p:nvGrpSpPr>
            <p:cNvPr id="313" name="グループ化 312">
              <a:extLst>
                <a:ext uri="{FF2B5EF4-FFF2-40B4-BE49-F238E27FC236}">
                  <ns2:creationId id="{9579639F-8E0F-EE21-C2A8-8EB93EB4C39B}"/>
                </a:ext>
              </a:extLst>
            </p:cNvPr>
            <p:cNvGrpSpPr/>
            <p:nvPr/>
          </p:nvGrpSpPr>
          <p:grpSpPr>
            <a:xfrm>
              <a:off x="1603295" y="5234918"/>
              <a:ext cx="869258" cy="728889"/>
              <a:chOff x="1183846" y="4078891"/>
              <a:chExt cx="869258" cy="728889"/>
            </a:xfrm>
          </p:grpSpPr>
          <p:sp>
            <p:nvSpPr>
              <p:cNvPr id="283" name="正方形/長方形 282">
                <a:extLst>
                  <a:ext uri="{FF2B5EF4-FFF2-40B4-BE49-F238E27FC236}">
                    <ns2:creationId id="{7665FE59-01AC-9EA5-A681-03D7B7330C95}"/>
                  </a:ext>
                </a:extLst>
              </p:cNvPr>
              <p:cNvSpPr/>
              <p:nvPr/>
            </p:nvSpPr>
            <p:spPr>
              <a:xfrm>
                <a:off x="1292065" y="4078891"/>
                <a:ext cx="683998" cy="144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0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BD07DCB1-4561-95A3-4D2B-7025626F2453}"/>
                  </a:ext>
                </a:extLst>
              </p:cNvPr>
              <p:cNvSpPr/>
              <p:nvPr/>
            </p:nvSpPr>
            <p:spPr>
              <a:xfrm>
                <a:off x="1441104" y="457098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7C2B9073-0882-E65F-C226-DC63B15A1242}"/>
                  </a:ext>
                </a:extLst>
              </p:cNvPr>
              <p:cNvSpPr/>
              <p:nvPr/>
            </p:nvSpPr>
            <p:spPr>
              <a:xfrm>
                <a:off x="1441104" y="4306708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89" name="グラフィックス 288" descr="ユーザー 単色塗りつぶし">
                <a:extLst>
                  <a:ext uri="{FF2B5EF4-FFF2-40B4-BE49-F238E27FC236}">
                    <ns2:creationId id="{DBEAAA87-7A77-EF52-22AD-5E40A4BE9D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83846" y="42565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291" name="グラフィックス 290" descr="ユーザー 単色塗りつぶし">
                <a:extLst>
                  <a:ext uri="{FF2B5EF4-FFF2-40B4-BE49-F238E27FC236}">
                    <ns2:creationId id="{101ED342-F6B8-7055-F7E0-BEA448D483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83846" y="4519780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41" name="正方形/長方形 40">
              <a:extLst>
                <a:ext uri="{FF2B5EF4-FFF2-40B4-BE49-F238E27FC236}">
                  <ns2:creationId id="{EBCA202A-BE8F-362C-3453-9F2D0D32FD03}"/>
                </a:ext>
              </a:extLst>
            </p:cNvPr>
            <p:cNvSpPr/>
            <p:nvPr/>
          </p:nvSpPr>
          <p:spPr>
            <a:xfrm>
              <a:off x="3544905" y="1753938"/>
              <a:ext cx="1728000" cy="166031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9028585A-6FA8-A705-B6C4-04BE74425FE8}"/>
                </a:ext>
              </a:extLst>
            </p:cNvPr>
            <p:cNvSpPr txBox="1"/>
            <p:nvPr/>
          </p:nvSpPr>
          <p:spPr>
            <a:xfrm>
              <a:off x="376256" y="1550809"/>
              <a:ext cx="190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  <p:grpSp>
          <p:nvGrpSpPr>
            <p:cNvPr id="437" name="グループ化 436">
              <a:extLst>
                <a:ext uri="{FF2B5EF4-FFF2-40B4-BE49-F238E27FC236}">
                  <ns2:creationId id="{E5CECD60-E25A-F59C-F6B0-6713F2D72BD9}"/>
                </a:ext>
              </a:extLst>
            </p:cNvPr>
            <p:cNvGrpSpPr/>
            <p:nvPr/>
          </p:nvGrpSpPr>
          <p:grpSpPr>
            <a:xfrm>
              <a:off x="5648717" y="4418458"/>
              <a:ext cx="864000" cy="686445"/>
              <a:chOff x="5569989" y="951540"/>
              <a:chExt cx="864000" cy="686445"/>
            </a:xfrm>
          </p:grpSpPr>
          <p:sp>
            <p:nvSpPr>
              <p:cNvPr id="436" name="正方形/長方形 435">
                <a:extLst>
                  <a:ext uri="{FF2B5EF4-FFF2-40B4-BE49-F238E27FC236}">
                    <ns2:creationId id="{6445FDE3-BA0F-167F-7135-7A5C265B746B}"/>
                  </a:ext>
                </a:extLst>
              </p:cNvPr>
              <p:cNvSpPr/>
              <p:nvPr/>
            </p:nvSpPr>
            <p:spPr>
              <a:xfrm>
                <a:off x="5569989" y="951540"/>
                <a:ext cx="864000" cy="684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endParaRPr kumimoji="0" lang="ja-JP" altLang="en-US" sz="600" b="1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7C9E5079-92CE-16A4-33B7-B0BC4F2EB198}"/>
                  </a:ext>
                </a:extLst>
              </p:cNvPr>
              <p:cNvSpPr/>
              <p:nvPr/>
            </p:nvSpPr>
            <p:spPr>
              <a:xfrm>
                <a:off x="5573140" y="978007"/>
                <a:ext cx="792000" cy="216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987B7902-BA68-78EF-A2D6-7C23027D1BA7}"/>
                  </a:ext>
                </a:extLst>
              </p:cNvPr>
              <p:cNvSpPr/>
              <p:nvPr/>
            </p:nvSpPr>
            <p:spPr>
              <a:xfrm>
                <a:off x="5781683" y="139825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B7429928-5682-5DB1-8781-B1935C2D5DC1}"/>
                  </a:ext>
                </a:extLst>
              </p:cNvPr>
              <p:cNvSpPr/>
              <p:nvPr/>
            </p:nvSpPr>
            <p:spPr>
              <a:xfrm>
                <a:off x="5781683" y="1205849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29" name="グループ化 428">
                <a:extLst>
                  <a:ext uri="{FF2B5EF4-FFF2-40B4-BE49-F238E27FC236}">
                    <ns2:creationId id="{F02668F1-C289-E0D3-D734-4A1DBD79186F}"/>
                  </a:ext>
                </a:extLst>
              </p:cNvPr>
              <p:cNvGrpSpPr/>
              <p:nvPr/>
            </p:nvGrpSpPr>
            <p:grpSpPr>
              <a:xfrm>
                <a:off x="5571839" y="1169985"/>
                <a:ext cx="288000" cy="468000"/>
                <a:chOff x="4635079" y="4104152"/>
                <a:chExt cx="288000" cy="551228"/>
              </a:xfrm>
            </p:grpSpPr>
            <p:pic>
              <p:nvPicPr>
                <p:cNvPr id="430" name="グラフィックス 429" descr="ユーザー 単色塗りつぶし">
                  <a:extLst>
                    <a:ext uri="{FF2B5EF4-FFF2-40B4-BE49-F238E27FC236}">
                      <ns2:creationId id="{3C26168B-043A-D1AF-0BC0-B79081E2CF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431" name="グラフィックス 430" descr="ユーザー 単色塗りつぶし">
                  <a:extLst>
                    <a:ext uri="{FF2B5EF4-FFF2-40B4-BE49-F238E27FC236}">
                      <ns2:creationId id="{D1A032C9-B3D7-68B0-CC9A-5AA000920C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7" name="タイトル 1">
            <a:extLst>
              <a:ext uri="{FF2B5EF4-FFF2-40B4-BE49-F238E27FC236}">
                <ns2:creationId id="{832DA62B-C397-2FE7-96C9-64DD8030D1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9" name="テキスト プレースホルダー 6">
            <a:extLst>
              <a:ext uri="{FF2B5EF4-FFF2-40B4-BE49-F238E27FC236}">
                <ns2:creationId id="{FAC074A5-0314-E198-D7E2-EBAA28BB1D6E}"/>
              </a:ext>
            </a:extLst>
          </p:cNvPr>
          <p:cNvSpPr txBox="1">
            <a:spLocks/>
          </p:cNvSpPr>
          <p:nvPr/>
        </p:nvSpPr>
        <p:spPr>
          <a:xfrm>
            <a:off x="223200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grpSp>
        <p:nvGrpSpPr>
          <p:cNvPr id="33" name="グループ化 32">
            <a:extLst>
              <a:ext uri="{FF2B5EF4-FFF2-40B4-BE49-F238E27FC236}">
                <ns2:creationId id="{007D8276-9A1E-97B4-18F6-DB4620AACB8D}"/>
              </a:ext>
            </a:extLst>
          </p:cNvPr>
          <p:cNvGrpSpPr/>
          <p:nvPr/>
        </p:nvGrpSpPr>
        <p:grpSpPr>
          <a:xfrm>
            <a:off x="9092737" y="1235737"/>
            <a:ext cx="2774252" cy="180000"/>
            <a:chOff x="9092737" y="1235737"/>
            <a:chExt cx="2774252" cy="180000"/>
          </a:xfrm>
        </p:grpSpPr>
        <p:sp>
          <p:nvSpPr>
            <p:cNvPr id="35" name="テキスト ボックス 34">
              <a:extLst>
                <a:ext uri="{FF2B5EF4-FFF2-40B4-BE49-F238E27FC236}">
                  <ns2:creationId id="{B6A604E2-8406-CB52-AAFB-D7D100F9A1B5}"/>
                </a:ext>
              </a:extLst>
            </p:cNvPr>
            <p:cNvSpPr txBox="1"/>
            <p:nvPr/>
          </p:nvSpPr>
          <p:spPr>
            <a:xfrm>
              <a:off x="935892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kumimoji="1" lang="en-US" altLang="ja-JP" sz="1000" dirty="0"/>
                <a:t>XX</a:t>
              </a:r>
              <a:r>
                <a:rPr kumimoji="1" lang="ja-JP" altLang="en-US" sz="1000" dirty="0"/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46884A4E-1CDD-E9A3-45EA-567CC19BFA58}"/>
                </a:ext>
              </a:extLst>
            </p:cNvPr>
            <p:cNvSpPr txBox="1"/>
            <p:nvPr/>
          </p:nvSpPr>
          <p:spPr>
            <a:xfrm>
              <a:off x="1075098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5D6F2A42-FD94-8205-9333-64339C7CF8ED}"/>
                </a:ext>
              </a:extLst>
            </p:cNvPr>
            <p:cNvSpPr/>
            <p:nvPr/>
          </p:nvSpPr>
          <p:spPr>
            <a:xfrm>
              <a:off x="9092737" y="1235737"/>
              <a:ext cx="323561" cy="180000"/>
            </a:xfrm>
            <a:prstGeom prst="rect">
              <a:avLst/>
            </a:prstGeom>
            <a:solidFill>
              <a:srgbClr val="4CA64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8B2FF4A-F049-CDB5-DC50-5FA5AD2C5257}"/>
                </a:ext>
              </a:extLst>
            </p:cNvPr>
            <p:cNvSpPr/>
            <p:nvPr/>
          </p:nvSpPr>
          <p:spPr>
            <a:xfrm>
              <a:off x="10459332" y="1235737"/>
              <a:ext cx="323561" cy="180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428303097"/>
      </p:ext>
    </p:extLst>
  </p:cSld>
  <p:clrMapOvr>
    <a:masterClrMapping/>
  </p:clrMapOvr>
</p:sld>
</file>

<file path=ppt/slides/slide2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5D9BCB-E330-7658-C3B5-96681C93C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5D1C7D-C89E-8BC7-2633-94F16403A5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13A707D-8279-497A-EC3C-864032842A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7" name="グループ化 166">
            <a:extLst>
              <a:ext uri="{FF2B5EF4-FFF2-40B4-BE49-F238E27FC236}">
                <ns2:creationId id="{F1039CF5-8E7B-313F-3105-F98F368BE747}"/>
              </a:ext>
            </a:extLst>
          </p:cNvPr>
          <p:cNvGrpSpPr/>
          <p:nvPr/>
        </p:nvGrpSpPr>
        <p:grpSpPr>
          <a:xfrm>
            <a:off x="334961" y="1628775"/>
            <a:ext cx="5359709" cy="4683929"/>
            <a:chOff x="334961" y="1628775"/>
            <a:chExt cx="5359709" cy="4683929"/>
          </a:xfrm>
        </p:grpSpPr>
        <p:grpSp>
          <p:nvGrpSpPr>
            <p:cNvPr id="59" name="グループ化 58">
              <a:extLst>
                <a:ext uri="{FF2B5EF4-FFF2-40B4-BE49-F238E27FC236}">
                  <ns2:creationId id="{7FA90CB0-FA50-6C16-942D-CB4B9528D36E}"/>
                </a:ext>
              </a:extLst>
            </p:cNvPr>
            <p:cNvGrpSpPr/>
            <p:nvPr/>
          </p:nvGrpSpPr>
          <p:grpSpPr>
            <a:xfrm>
              <a:off x="334961" y="1628775"/>
              <a:ext cx="5359709" cy="359051"/>
              <a:chOff x="334963" y="1628775"/>
              <a:chExt cx="2895254" cy="359051"/>
            </a:xfrm>
          </p:grpSpPr>
          <p:cxnSp>
            <p:nvCxnSpPr>
              <p:cNvPr id="60" name="直線コネクタ 59">
                <a:extLst>
                  <a:ext uri="{FF2B5EF4-FFF2-40B4-BE49-F238E27FC236}">
                    <ns2:creationId id="{D9FAEA66-1EA1-7157-DBE4-66ED8C289EC2}"/>
                  </a:ext>
                </a:extLst>
              </p:cNvPr>
              <p:cNvCxnSpPr/>
              <p:nvPr/>
            </p:nvCxnSpPr>
            <p:spPr>
              <a:xfrm>
                <a:off x="334963" y="1987826"/>
                <a:ext cx="2885315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テキスト ボックス 60">
                <a:extLst>
                  <a:ext uri="{FF2B5EF4-FFF2-40B4-BE49-F238E27FC236}">
                    <ns2:creationId id="{5A0B89AD-3C8E-9A2D-7F32-A7ECD8BDA6CA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28952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4" name="フローチャート: データ 153">
              <a:extLst>
                <a:ext uri="{FF2B5EF4-FFF2-40B4-BE49-F238E27FC236}">
                  <ns2:creationId id="{3FEFF551-017F-38F5-74F0-91E160B0E80E}"/>
                </a:ext>
              </a:extLst>
            </p:cNvPr>
            <p:cNvSpPr/>
            <p:nvPr/>
          </p:nvSpPr>
          <p:spPr>
            <a:xfrm>
              <a:off x="334963" y="5363104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5" name="直線矢印コネクタ 24">
              <a:extLst>
                <a:ext uri="{FF2B5EF4-FFF2-40B4-BE49-F238E27FC236}">
                  <ns2:creationId id="{91A9B771-C11A-6CE3-1C76-CDF4BF3DF616}"/>
                </a:ext>
              </a:extLst>
            </p:cNvPr>
            <p:cNvCxnSpPr>
              <a:cxnSpLocks/>
            </p:cNvCxnSpPr>
            <p:nvPr/>
          </p:nvCxnSpPr>
          <p:spPr>
            <a:xfrm>
              <a:off x="1550154" y="2326783"/>
              <a:ext cx="196974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矢印コネクタ 25">
              <a:extLst>
                <a:ext uri="{FF2B5EF4-FFF2-40B4-BE49-F238E27FC236}">
                  <ns2:creationId id="{4DD06052-6F6B-5DC4-7343-83632866C168}"/>
                </a:ext>
              </a:extLst>
            </p:cNvPr>
            <p:cNvCxnSpPr>
              <a:cxnSpLocks/>
              <a:stCxn id="33" idx="5"/>
            </p:cNvCxnSpPr>
            <p:nvPr/>
          </p:nvCxnSpPr>
          <p:spPr>
            <a:xfrm>
              <a:off x="1428635" y="3249206"/>
              <a:ext cx="310103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フローチャート: データ 26">
              <a:extLst>
                <a:ext uri="{FF2B5EF4-FFF2-40B4-BE49-F238E27FC236}">
                  <ns2:creationId id="{C9EBADAA-2741-7A07-97D2-8E8E830CE4B1}"/>
                </a:ext>
              </a:extLst>
            </p:cNvPr>
            <p:cNvSpPr/>
            <p:nvPr/>
          </p:nvSpPr>
          <p:spPr>
            <a:xfrm>
              <a:off x="334963" y="4796267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フローチャート: データ 28">
              <a:extLst>
                <a:ext uri="{FF2B5EF4-FFF2-40B4-BE49-F238E27FC236}">
                  <ns2:creationId id="{1F1EF35E-4921-193B-F6A2-6F7B5A4F9D43}"/>
                </a:ext>
              </a:extLst>
            </p:cNvPr>
            <p:cNvSpPr/>
            <p:nvPr/>
          </p:nvSpPr>
          <p:spPr>
            <a:xfrm>
              <a:off x="334963" y="4147023"/>
              <a:ext cx="1215192" cy="801334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フローチャート: データ 29">
              <a:extLst>
                <a:ext uri="{FF2B5EF4-FFF2-40B4-BE49-F238E27FC236}">
                  <ns2:creationId id="{5E7ECF5A-0C22-0BDC-83C4-0D3D9C947A03}"/>
                </a:ext>
              </a:extLst>
            </p:cNvPr>
            <p:cNvSpPr/>
            <p:nvPr/>
          </p:nvSpPr>
          <p:spPr>
            <a:xfrm>
              <a:off x="334963" y="3497780"/>
              <a:ext cx="1215192" cy="801334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フローチャート: データ 32">
              <a:extLst>
                <a:ext uri="{FF2B5EF4-FFF2-40B4-BE49-F238E27FC236}">
                  <ns2:creationId id="{D96E9A47-E8AE-5232-4852-2262DE502EBD}"/>
                </a:ext>
              </a:extLst>
            </p:cNvPr>
            <p:cNvSpPr/>
            <p:nvPr/>
          </p:nvSpPr>
          <p:spPr>
            <a:xfrm>
              <a:off x="334963" y="2848538"/>
              <a:ext cx="1215192" cy="801334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フローチャート: データ 35">
              <a:extLst>
                <a:ext uri="{FF2B5EF4-FFF2-40B4-BE49-F238E27FC236}">
                  <ns2:creationId id="{4CFA926E-D3C2-8A8C-85E1-0BDE09F8FECA}"/>
                </a:ext>
              </a:extLst>
            </p:cNvPr>
            <p:cNvSpPr/>
            <p:nvPr/>
          </p:nvSpPr>
          <p:spPr>
            <a:xfrm>
              <a:off x="334963" y="2199295"/>
              <a:ext cx="1215192" cy="801334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EF7965B3-90B0-3DA2-3A4D-937EF5554366}"/>
                </a:ext>
              </a:extLst>
            </p:cNvPr>
            <p:cNvGrpSpPr/>
            <p:nvPr/>
          </p:nvGrpSpPr>
          <p:grpSpPr>
            <a:xfrm>
              <a:off x="1746883" y="2112140"/>
              <a:ext cx="3564456" cy="429286"/>
              <a:chOff x="4664506" y="1301184"/>
              <a:chExt cx="7122302" cy="540000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AAAE21BD-B5C4-68D1-42B1-C3D00E9B48AC}"/>
                  </a:ext>
                </a:extLst>
              </p:cNvPr>
              <p:cNvSpPr txBox="1"/>
              <p:nvPr/>
            </p:nvSpPr>
            <p:spPr>
              <a:xfrm>
                <a:off x="4668594" y="1301184"/>
                <a:ext cx="7118214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　　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 　　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" name="直線コネクタ 12">
                <a:extLst>
                  <a:ext uri="{FF2B5EF4-FFF2-40B4-BE49-F238E27FC236}">
                    <ns2:creationId id="{1A13DA15-744C-2BC6-CD4D-A91A6E6ED1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" name="直線コネクタ 13">
              <a:extLst>
                <a:ext uri="{FF2B5EF4-FFF2-40B4-BE49-F238E27FC236}">
                  <ns2:creationId id="{C941C055-5820-D4EB-EF5D-A2719C235AB1}"/>
                </a:ext>
              </a:extLst>
            </p:cNvPr>
            <p:cNvCxnSpPr>
              <a:cxnSpLocks/>
            </p:cNvCxnSpPr>
            <p:nvPr/>
          </p:nvCxnSpPr>
          <p:spPr>
            <a:xfrm>
              <a:off x="1746883" y="2677376"/>
              <a:ext cx="0" cy="1438695"/>
            </a:xfrm>
            <a:prstGeom prst="line">
              <a:avLst/>
            </a:prstGeom>
            <a:ln w="38100">
              <a:solidFill>
                <a:srgbClr val="A8D4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3A691042-1E6D-FE2A-7008-6B63EF1D757C}"/>
                </a:ext>
              </a:extLst>
            </p:cNvPr>
            <p:cNvGrpSpPr/>
            <p:nvPr/>
          </p:nvGrpSpPr>
          <p:grpSpPr>
            <a:xfrm>
              <a:off x="1746883" y="4260204"/>
              <a:ext cx="3567966" cy="429286"/>
              <a:chOff x="4664506" y="4159445"/>
              <a:chExt cx="4925729" cy="540000"/>
            </a:xfrm>
          </p:grpSpPr>
          <p:sp>
            <p:nvSpPr>
              <p:cNvPr id="16" name="テキスト ボックス 15">
                <a:extLst>
                  <a:ext uri="{FF2B5EF4-FFF2-40B4-BE49-F238E27FC236}">
                    <ns2:creationId id="{48CD8FEF-0AA9-55F5-1661-F71449A3DD80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en-US" altLang="ja-JP" sz="1000" b="0" i="0" u="none" strike="noStrike" kern="120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1F788620-E12F-3E8C-FBCA-5C0382BF21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EDC4EE88-A61B-D703-B6DD-01AABE1E4DEC}"/>
                </a:ext>
              </a:extLst>
            </p:cNvPr>
            <p:cNvGrpSpPr/>
            <p:nvPr/>
          </p:nvGrpSpPr>
          <p:grpSpPr>
            <a:xfrm>
              <a:off x="1743377" y="4829369"/>
              <a:ext cx="3567966" cy="429286"/>
              <a:chOff x="4664506" y="4843392"/>
              <a:chExt cx="4925729" cy="540000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54E9241D-2E3A-8E63-2BAC-448194C0045E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4B35685A-F8AB-D95D-143E-55821742D7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" name="テキスト ボックス 22">
              <a:extLst>
                <a:ext uri="{FF2B5EF4-FFF2-40B4-BE49-F238E27FC236}">
                  <ns2:creationId id="{D0F61336-4E21-5631-E965-2C4F4A75EF97}"/>
                </a:ext>
              </a:extLst>
            </p:cNvPr>
            <p:cNvSpPr txBox="1"/>
            <p:nvPr/>
          </p:nvSpPr>
          <p:spPr>
            <a:xfrm>
              <a:off x="1749848" y="5325840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4D51A2BE-B88E-67D6-4B34-7685412C21E7}"/>
                </a:ext>
              </a:extLst>
            </p:cNvPr>
            <p:cNvGrpSpPr/>
            <p:nvPr/>
          </p:nvGrpSpPr>
          <p:grpSpPr>
            <a:xfrm>
              <a:off x="1780511" y="2685559"/>
              <a:ext cx="3547702" cy="1498660"/>
              <a:chOff x="4731702" y="2958141"/>
              <a:chExt cx="7088825" cy="1501402"/>
            </a:xfrm>
          </p:grpSpPr>
          <p:grpSp>
            <p:nvGrpSpPr>
              <p:cNvPr id="48" name="グループ化 47">
                <a:extLst>
                  <a:ext uri="{FF2B5EF4-FFF2-40B4-BE49-F238E27FC236}">
                    <ns2:creationId id="{78F5DE37-7662-6E6F-C691-F28426691B75}"/>
                  </a:ext>
                </a:extLst>
              </p:cNvPr>
              <p:cNvGrpSpPr/>
              <p:nvPr/>
            </p:nvGrpSpPr>
            <p:grpSpPr>
              <a:xfrm>
                <a:off x="5660998" y="2958141"/>
                <a:ext cx="6159529" cy="1497881"/>
                <a:chOff x="5709992" y="2282929"/>
                <a:chExt cx="6219251" cy="1600647"/>
              </a:xfrm>
            </p:grpSpPr>
            <p:sp>
              <p:nvSpPr>
                <p:cNvPr id="49" name="テキスト ボックス 48">
                  <a:extLst>
                    <a:ext uri="{FF2B5EF4-FFF2-40B4-BE49-F238E27FC236}">
                      <ns2:creationId id="{09CCD4CA-4780-4BDF-16B0-CCBE3FE4832F}"/>
                    </a:ext>
                  </a:extLst>
                </p:cNvPr>
                <p:cNvSpPr txBox="1"/>
                <p:nvPr/>
              </p:nvSpPr>
              <p:spPr>
                <a:xfrm>
                  <a:off x="5709994" y="2282929"/>
                  <a:ext cx="6219247" cy="477919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0" name="テキスト ボックス 49">
                  <a:extLst>
                    <a:ext uri="{FF2B5EF4-FFF2-40B4-BE49-F238E27FC236}">
                      <ns2:creationId id="{83D7962F-5BB7-6CEE-8A7E-52D04CFF5594}"/>
                    </a:ext>
                  </a:extLst>
                </p:cNvPr>
                <p:cNvSpPr txBox="1"/>
                <p:nvPr/>
              </p:nvSpPr>
              <p:spPr>
                <a:xfrm>
                  <a:off x="5709993" y="2832773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non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テキスト ボックス 50">
                  <a:extLst>
                    <a:ext uri="{FF2B5EF4-FFF2-40B4-BE49-F238E27FC236}">
                      <ns2:creationId id="{37A465B4-A703-87E0-D73D-83026C1FCC4E}"/>
                    </a:ext>
                  </a:extLst>
                </p:cNvPr>
                <p:cNvSpPr txBox="1"/>
                <p:nvPr/>
              </p:nvSpPr>
              <p:spPr>
                <a:xfrm>
                  <a:off x="5709992" y="3336501"/>
                  <a:ext cx="6219251" cy="547075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API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1" name="グループ化 40">
                <a:extLst>
                  <a:ext uri="{FF2B5EF4-FFF2-40B4-BE49-F238E27FC236}">
                    <ns2:creationId id="{BC9825AE-6271-7B02-8A05-C8DFEFBBCC49}"/>
                  </a:ext>
                </a:extLst>
              </p:cNvPr>
              <p:cNvGrpSpPr/>
              <p:nvPr/>
            </p:nvGrpSpPr>
            <p:grpSpPr>
              <a:xfrm>
                <a:off x="4731702" y="2958141"/>
                <a:ext cx="900001" cy="1501402"/>
                <a:chOff x="4811604" y="2282929"/>
                <a:chExt cx="900001" cy="1604409"/>
              </a:xfrm>
            </p:grpSpPr>
            <p:sp>
              <p:nvSpPr>
                <p:cNvPr id="43" name="ホームベース 13">
                  <a:extLst>
                    <a:ext uri="{FF2B5EF4-FFF2-40B4-BE49-F238E27FC236}">
                      <ns2:creationId id="{3CB0A3DE-B044-3A3F-3EDE-46884352EEDF}"/>
                    </a:ext>
                  </a:extLst>
                </p:cNvPr>
                <p:cNvSpPr/>
                <p:nvPr/>
              </p:nvSpPr>
              <p:spPr>
                <a:xfrm rot="5400000">
                  <a:off x="4973605" y="2120929"/>
                  <a:ext cx="576000" cy="900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5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4" name="山形 14">
                  <a:extLst>
                    <a:ext uri="{FF2B5EF4-FFF2-40B4-BE49-F238E27FC236}">
                      <ns2:creationId id="{A99D5293-9F08-5455-B4DF-39947667A865}"/>
                    </a:ext>
                  </a:extLst>
                </p:cNvPr>
                <p:cNvSpPr/>
                <p:nvPr/>
              </p:nvSpPr>
              <p:spPr>
                <a:xfrm rot="5400000">
                  <a:off x="4973605" y="2635133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45" name="山形 14">
                  <a:extLst>
                    <a:ext uri="{FF2B5EF4-FFF2-40B4-BE49-F238E27FC236}">
                      <ns2:creationId id="{609F2C1B-D486-230F-08FE-49F76F9C8ED2}"/>
                    </a:ext>
                  </a:extLst>
                </p:cNvPr>
                <p:cNvSpPr/>
                <p:nvPr/>
              </p:nvSpPr>
              <p:spPr>
                <a:xfrm rot="5400000">
                  <a:off x="4973604" y="3149338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cxnSp>
          <p:nvCxnSpPr>
            <p:cNvPr id="52" name="コネクタ: カギ線 51">
              <a:extLst>
                <a:ext uri="{FF2B5EF4-FFF2-40B4-BE49-F238E27FC236}">
                  <ns2:creationId id="{78247263-53DB-B731-C81A-8C4B94DF5C98}"/>
                </a:ext>
              </a:extLst>
            </p:cNvPr>
            <p:cNvCxnSpPr>
              <a:cxnSpLocks/>
              <a:stCxn id="30" idx="5"/>
              <a:endCxn id="16" idx="1"/>
            </p:cNvCxnSpPr>
            <p:nvPr/>
          </p:nvCxnSpPr>
          <p:spPr>
            <a:xfrm>
              <a:off x="1428636" y="3898447"/>
              <a:ext cx="321210" cy="576400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コネクタ: カギ線 52">
              <a:extLst>
                <a:ext uri="{FF2B5EF4-FFF2-40B4-BE49-F238E27FC236}">
                  <ns2:creationId id="{340B7BA1-A483-22BA-7708-DC27516CA325}"/>
                </a:ext>
              </a:extLst>
            </p:cNvPr>
            <p:cNvCxnSpPr>
              <a:cxnSpLocks/>
              <a:stCxn id="29" idx="5"/>
              <a:endCxn id="19" idx="1"/>
            </p:cNvCxnSpPr>
            <p:nvPr/>
          </p:nvCxnSpPr>
          <p:spPr>
            <a:xfrm>
              <a:off x="1428636" y="4547690"/>
              <a:ext cx="317703" cy="496322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" name="グループ化 154">
              <a:extLst>
                <a:ext uri="{FF2B5EF4-FFF2-40B4-BE49-F238E27FC236}">
                  <ns2:creationId id="{BC5F815D-E1BC-0205-B868-290423727C2C}"/>
                </a:ext>
              </a:extLst>
            </p:cNvPr>
            <p:cNvGrpSpPr/>
            <p:nvPr/>
          </p:nvGrpSpPr>
          <p:grpSpPr>
            <a:xfrm>
              <a:off x="1428636" y="5196934"/>
              <a:ext cx="321212" cy="558192"/>
              <a:chOff x="1467545" y="5423972"/>
              <a:chExt cx="332640" cy="598532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680291EF-F357-DDC3-6C34-3B44E1C3F1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コネクタ: カギ線 53">
                <a:extLst>
                  <a:ext uri="{FF2B5EF4-FFF2-40B4-BE49-F238E27FC236}">
                    <ns2:creationId id="{493E0C37-0082-5561-230D-7A03B07E97D7}"/>
                  </a:ext>
                </a:extLst>
              </p:cNvPr>
              <p:cNvCxnSpPr>
                <a:cxnSpLocks/>
                <a:stCxn id="27" idx="5"/>
                <a:endCxn id="23" idx="1"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4166833-3C81-C6FD-F055-97D02BF96690}"/>
                </a:ext>
              </a:extLst>
            </p:cNvPr>
            <p:cNvGrpSpPr/>
            <p:nvPr/>
          </p:nvGrpSpPr>
          <p:grpSpPr>
            <a:xfrm>
              <a:off x="1428636" y="5750533"/>
              <a:ext cx="321212" cy="558192"/>
              <a:chOff x="1467545" y="5423972"/>
              <a:chExt cx="332640" cy="598532"/>
            </a:xfrm>
          </p:grpSpPr>
          <p:cxnSp>
            <p:nvCxnSpPr>
              <p:cNvPr id="157" name="直線コネクタ 156">
                <a:extLst>
                  <a:ext uri="{FF2B5EF4-FFF2-40B4-BE49-F238E27FC236}">
                    <ns2:creationId id="{EFE58364-D2D8-B2D0-9855-F694FB5615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コネクタ: カギ線 157">
                <a:extLst>
                  <a:ext uri="{FF2B5EF4-FFF2-40B4-BE49-F238E27FC236}">
                    <ns2:creationId id="{85CE674D-EC65-B0F6-BA52-C58BE440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テキスト ボックス 160">
              <a:extLst>
                <a:ext uri="{FF2B5EF4-FFF2-40B4-BE49-F238E27FC236}">
                  <ns2:creationId id="{CBD9ADFE-B5CA-5F7C-B4D1-F1ABD5920C30}"/>
                </a:ext>
              </a:extLst>
            </p:cNvPr>
            <p:cNvSpPr txBox="1"/>
            <p:nvPr/>
          </p:nvSpPr>
          <p:spPr>
            <a:xfrm>
              <a:off x="1749848" y="5879439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AED48399-079E-D44B-9E42-AD31206A7BE0}"/>
                </a:ext>
              </a:extLst>
            </p:cNvPr>
            <p:cNvGrpSpPr/>
            <p:nvPr/>
          </p:nvGrpSpPr>
          <p:grpSpPr>
            <a:xfrm>
              <a:off x="5306956" y="2065119"/>
              <a:ext cx="360000" cy="4247585"/>
              <a:chOff x="5306956" y="2065119"/>
              <a:chExt cx="360000" cy="4247585"/>
            </a:xfrm>
          </p:grpSpPr>
          <p:cxnSp>
            <p:nvCxnSpPr>
              <p:cNvPr id="177" name="直線矢印コネクタ 176">
                <a:extLst>
                  <a:ext uri="{FF2B5EF4-FFF2-40B4-BE49-F238E27FC236}">
                    <ns2:creationId id="{FCB6C282-7445-D04C-EDC5-D0D1E78856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2065119"/>
                <a:ext cx="0" cy="201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CD4878C5-85BD-D2B5-6479-48966D9DC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4104919"/>
                <a:ext cx="0" cy="1224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3C45F5C8-840C-AAB7-788B-B4775E5650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373759"/>
                <a:ext cx="0" cy="57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テキスト ボックス 185">
                <a:extLst>
                  <a:ext uri="{FF2B5EF4-FFF2-40B4-BE49-F238E27FC236}">
                    <ns2:creationId id="{7A6C7B10-C0E1-AD17-26F8-AFFB46D3DA77}"/>
                  </a:ext>
                </a:extLst>
              </p:cNvPr>
              <p:cNvSpPr txBox="1"/>
              <p:nvPr/>
            </p:nvSpPr>
            <p:spPr>
              <a:xfrm>
                <a:off x="5306956" y="560775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テキスト ボックス 186">
                <a:extLst>
                  <a:ext uri="{FF2B5EF4-FFF2-40B4-BE49-F238E27FC236}">
                    <ns2:creationId id="{C3C4C9B5-84A1-B8DA-5F26-0F0737D2840B}"/>
                  </a:ext>
                </a:extLst>
              </p:cNvPr>
              <p:cNvSpPr txBox="1"/>
              <p:nvPr/>
            </p:nvSpPr>
            <p:spPr>
              <a:xfrm>
                <a:off x="5306956" y="46629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テキスト ボックス 187">
                <a:extLst>
                  <a:ext uri="{FF2B5EF4-FFF2-40B4-BE49-F238E27FC236}">
                    <ns2:creationId id="{1B6573E2-32B7-4189-C67E-B795521448E5}"/>
                  </a:ext>
                </a:extLst>
              </p:cNvPr>
              <p:cNvSpPr txBox="1"/>
              <p:nvPr/>
            </p:nvSpPr>
            <p:spPr>
              <a:xfrm>
                <a:off x="5306956" y="30191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1A1EA884-FCBE-80A9-CDB2-2E63753EC7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952704"/>
                <a:ext cx="0" cy="360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テキスト ボックス 92">
                <a:extLst>
                  <a:ext uri="{FF2B5EF4-FFF2-40B4-BE49-F238E27FC236}">
                    <ns2:creationId id="{8F357A07-EB3E-A267-7BD6-99731BDF21C0}"/>
                  </a:ext>
                </a:extLst>
              </p:cNvPr>
              <p:cNvSpPr txBox="1"/>
              <p:nvPr/>
            </p:nvSpPr>
            <p:spPr>
              <a:xfrm>
                <a:off x="5306956" y="6078704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166" name="グループ化 165">
            <a:extLst>
              <a:ext uri="{FF2B5EF4-FFF2-40B4-BE49-F238E27FC236}">
                <ns2:creationId id="{008E0403-F03F-0B30-2C2A-B1A98F3275D3}"/>
              </a:ext>
            </a:extLst>
          </p:cNvPr>
          <p:cNvGrpSpPr/>
          <p:nvPr/>
        </p:nvGrpSpPr>
        <p:grpSpPr>
          <a:xfrm>
            <a:off x="5744674" y="1627437"/>
            <a:ext cx="3981696" cy="4673637"/>
            <a:chOff x="5744674" y="1627437"/>
            <a:chExt cx="3981696" cy="4673637"/>
          </a:xfrm>
        </p:grpSpPr>
        <p:sp>
          <p:nvSpPr>
            <p:cNvPr id="84" name="テキスト ボックス 83">
              <a:extLst>
                <a:ext uri="{FF2B5EF4-FFF2-40B4-BE49-F238E27FC236}">
                  <ns2:creationId id="{25698EE5-15ED-FFEB-36D9-EC156FB8D485}"/>
                </a:ext>
              </a:extLst>
            </p:cNvPr>
            <p:cNvSpPr txBox="1"/>
            <p:nvPr/>
          </p:nvSpPr>
          <p:spPr>
            <a:xfrm>
              <a:off x="5744674" y="1627437"/>
              <a:ext cx="3949271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AB5F0319-2E4E-EB49-D891-CCC516F28048}"/>
                </a:ext>
              </a:extLst>
            </p:cNvPr>
            <p:cNvSpPr/>
            <p:nvPr/>
          </p:nvSpPr>
          <p:spPr>
            <a:xfrm>
              <a:off x="6933934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652B587F-A230-312B-179C-5A0031A60546}"/>
                </a:ext>
              </a:extLst>
            </p:cNvPr>
            <p:cNvSpPr/>
            <p:nvPr/>
          </p:nvSpPr>
          <p:spPr>
            <a:xfrm>
              <a:off x="7634228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2B2369C8-2532-45EA-C20C-960A74D88A3E}"/>
                </a:ext>
              </a:extLst>
            </p:cNvPr>
            <p:cNvSpPr/>
            <p:nvPr/>
          </p:nvSpPr>
          <p:spPr>
            <a:xfrm>
              <a:off x="8334522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2802E5E1-2D94-D639-1601-0B7DB1E6E3EA}"/>
                </a:ext>
              </a:extLst>
            </p:cNvPr>
            <p:cNvSpPr/>
            <p:nvPr/>
          </p:nvSpPr>
          <p:spPr>
            <a:xfrm>
              <a:off x="9034817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25ABEDAD-A96F-8005-1F83-93634D8D2AD7}"/>
                </a:ext>
              </a:extLst>
            </p:cNvPr>
            <p:cNvSpPr/>
            <p:nvPr/>
          </p:nvSpPr>
          <p:spPr>
            <a:xfrm>
              <a:off x="5744674" y="220891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FE7640AD-A5BE-A34A-3BCD-5E3E8F80C79E}"/>
                </a:ext>
              </a:extLst>
            </p:cNvPr>
            <p:cNvSpPr/>
            <p:nvPr/>
          </p:nvSpPr>
          <p:spPr>
            <a:xfrm>
              <a:off x="5744674" y="284012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8B528BAD-6FE4-9F7F-4FF8-6DCFA7988F96}"/>
                </a:ext>
              </a:extLst>
            </p:cNvPr>
            <p:cNvSpPr/>
            <p:nvPr/>
          </p:nvSpPr>
          <p:spPr>
            <a:xfrm>
              <a:off x="5744674" y="347132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02B88A89-A1F0-5608-3A25-E45B973113EB}"/>
                </a:ext>
              </a:extLst>
            </p:cNvPr>
            <p:cNvSpPr/>
            <p:nvPr/>
          </p:nvSpPr>
          <p:spPr>
            <a:xfrm>
              <a:off x="5744674" y="410253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D322900A-5537-1948-22AE-E11543E7FDF5}"/>
                </a:ext>
              </a:extLst>
            </p:cNvPr>
            <p:cNvSpPr/>
            <p:nvPr/>
          </p:nvSpPr>
          <p:spPr>
            <a:xfrm>
              <a:off x="5744674" y="473373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B586A560-B144-1684-075F-19D078DD8F6E}"/>
                </a:ext>
              </a:extLst>
            </p:cNvPr>
            <p:cNvSpPr/>
            <p:nvPr/>
          </p:nvSpPr>
          <p:spPr>
            <a:xfrm>
              <a:off x="5744674" y="536494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794017E8-D3F2-D65D-265D-EE6BA0612BE0}"/>
                </a:ext>
              </a:extLst>
            </p:cNvPr>
            <p:cNvSpPr/>
            <p:nvPr/>
          </p:nvSpPr>
          <p:spPr>
            <a:xfrm>
              <a:off x="6933934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A484360F-7BDC-4270-70D9-6C230139447B}"/>
                </a:ext>
              </a:extLst>
            </p:cNvPr>
            <p:cNvSpPr/>
            <p:nvPr/>
          </p:nvSpPr>
          <p:spPr>
            <a:xfrm>
              <a:off x="7634228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9D985E61-289C-8C5E-0937-7D60EAB40DF3}"/>
                </a:ext>
              </a:extLst>
            </p:cNvPr>
            <p:cNvSpPr/>
            <p:nvPr/>
          </p:nvSpPr>
          <p:spPr>
            <a:xfrm>
              <a:off x="8334522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856C07CB-9531-6101-8A6D-C36A534C1245}"/>
                </a:ext>
              </a:extLst>
            </p:cNvPr>
            <p:cNvSpPr/>
            <p:nvPr/>
          </p:nvSpPr>
          <p:spPr>
            <a:xfrm>
              <a:off x="9034817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9E866C6B-4782-590C-F55C-19A0A6E69AF5}"/>
                </a:ext>
              </a:extLst>
            </p:cNvPr>
            <p:cNvSpPr/>
            <p:nvPr/>
          </p:nvSpPr>
          <p:spPr>
            <a:xfrm>
              <a:off x="6933934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16828EA1-3698-4CA4-126A-7367D301E535}"/>
                </a:ext>
              </a:extLst>
            </p:cNvPr>
            <p:cNvSpPr/>
            <p:nvPr/>
          </p:nvSpPr>
          <p:spPr>
            <a:xfrm>
              <a:off x="7634228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DCB08F08-4E0F-07FC-B56A-022B8C590A82}"/>
                </a:ext>
              </a:extLst>
            </p:cNvPr>
            <p:cNvSpPr/>
            <p:nvPr/>
          </p:nvSpPr>
          <p:spPr>
            <a:xfrm>
              <a:off x="8334522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四角形: 角を丸くする 55">
              <a:extLst>
                <a:ext uri="{FF2B5EF4-FFF2-40B4-BE49-F238E27FC236}">
                  <ns2:creationId id="{02816E38-E8E0-5D00-D31D-F773DDF182F0}"/>
                </a:ext>
              </a:extLst>
            </p:cNvPr>
            <p:cNvSpPr/>
            <p:nvPr/>
          </p:nvSpPr>
          <p:spPr>
            <a:xfrm>
              <a:off x="9034817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1DAC60B-6F3A-8FD4-B33E-5624812A20C3}"/>
                </a:ext>
              </a:extLst>
            </p:cNvPr>
            <p:cNvSpPr/>
            <p:nvPr/>
          </p:nvSpPr>
          <p:spPr>
            <a:xfrm>
              <a:off x="6933934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AF0E58E4-8A04-97D6-F304-3796753A6BBF}"/>
                </a:ext>
              </a:extLst>
            </p:cNvPr>
            <p:cNvSpPr/>
            <p:nvPr/>
          </p:nvSpPr>
          <p:spPr>
            <a:xfrm>
              <a:off x="7634228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8418B8E-DE88-7872-1C8B-466FCAA5523C}"/>
                </a:ext>
              </a:extLst>
            </p:cNvPr>
            <p:cNvSpPr/>
            <p:nvPr/>
          </p:nvSpPr>
          <p:spPr>
            <a:xfrm>
              <a:off x="8334522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21B6697D-856F-0A1C-0B7F-9A6D82645123}"/>
                </a:ext>
              </a:extLst>
            </p:cNvPr>
            <p:cNvSpPr/>
            <p:nvPr/>
          </p:nvSpPr>
          <p:spPr>
            <a:xfrm>
              <a:off x="9034817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87669AEC-27BC-340A-547B-BFED7E580E84}"/>
                </a:ext>
              </a:extLst>
            </p:cNvPr>
            <p:cNvSpPr/>
            <p:nvPr/>
          </p:nvSpPr>
          <p:spPr>
            <a:xfrm>
              <a:off x="6933934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C71DFB91-D3E6-D080-FBDF-8DD24EA3946F}"/>
                </a:ext>
              </a:extLst>
            </p:cNvPr>
            <p:cNvSpPr/>
            <p:nvPr/>
          </p:nvSpPr>
          <p:spPr>
            <a:xfrm>
              <a:off x="7634228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16C88133-0136-1CF4-7AFD-41DA2DA03B38}"/>
                </a:ext>
              </a:extLst>
            </p:cNvPr>
            <p:cNvSpPr/>
            <p:nvPr/>
          </p:nvSpPr>
          <p:spPr>
            <a:xfrm>
              <a:off x="8334522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四角形: 角を丸くする 69">
              <a:extLst>
                <a:ext uri="{FF2B5EF4-FFF2-40B4-BE49-F238E27FC236}">
                  <ns2:creationId id="{9D7563BC-E278-703E-1A7C-54CA59BCE221}"/>
                </a:ext>
              </a:extLst>
            </p:cNvPr>
            <p:cNvSpPr/>
            <p:nvPr/>
          </p:nvSpPr>
          <p:spPr>
            <a:xfrm>
              <a:off x="9034817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defTabSz="179388"/>
              <a:r>
                <a:rPr lang="en-US" altLang="ja-JP" sz="6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tabLst>
                  <a:tab pos="87313" algn="l"/>
                </a:tabLst>
              </a:pP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B9390D5-C25C-FD11-31FB-F4E387FDAFF4}"/>
                </a:ext>
              </a:extLst>
            </p:cNvPr>
            <p:cNvSpPr/>
            <p:nvPr/>
          </p:nvSpPr>
          <p:spPr>
            <a:xfrm>
              <a:off x="6933934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BFFFC65B-403D-E508-45DA-9B2209F649BD}"/>
                </a:ext>
              </a:extLst>
            </p:cNvPr>
            <p:cNvSpPr/>
            <p:nvPr/>
          </p:nvSpPr>
          <p:spPr>
            <a:xfrm>
              <a:off x="7634228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A8ACE25B-3F37-25A1-D6A0-1719D340DC14}"/>
                </a:ext>
              </a:extLst>
            </p:cNvPr>
            <p:cNvSpPr/>
            <p:nvPr/>
          </p:nvSpPr>
          <p:spPr>
            <a:xfrm>
              <a:off x="8334522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ja-JP" sz="9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A8F10871-D421-B686-8D13-10128DED95D4}"/>
                </a:ext>
              </a:extLst>
            </p:cNvPr>
            <p:cNvSpPr/>
            <p:nvPr/>
          </p:nvSpPr>
          <p:spPr>
            <a:xfrm>
              <a:off x="9034817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73703DBA-A607-708F-2B41-FDD798F08939}"/>
                </a:ext>
              </a:extLst>
            </p:cNvPr>
            <p:cNvSpPr/>
            <p:nvPr/>
          </p:nvSpPr>
          <p:spPr>
            <a:xfrm>
              <a:off x="6933934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C8E0C27D-904B-4438-7E34-A36C246AB501}"/>
                </a:ext>
              </a:extLst>
            </p:cNvPr>
            <p:cNvSpPr/>
            <p:nvPr/>
          </p:nvSpPr>
          <p:spPr>
            <a:xfrm>
              <a:off x="7634228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四角形: 角を丸くする 76">
              <a:extLst>
                <a:ext uri="{FF2B5EF4-FFF2-40B4-BE49-F238E27FC236}">
                  <ns2:creationId id="{994636A3-CE13-AFCF-587F-5F179468B76E}"/>
                </a:ext>
              </a:extLst>
            </p:cNvPr>
            <p:cNvSpPr/>
            <p:nvPr/>
          </p:nvSpPr>
          <p:spPr>
            <a:xfrm>
              <a:off x="8334522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80F3E299-1D4E-E7E1-9A09-10AD37EB55F3}"/>
                </a:ext>
              </a:extLst>
            </p:cNvPr>
            <p:cNvSpPr/>
            <p:nvPr/>
          </p:nvSpPr>
          <p:spPr>
            <a:xfrm>
              <a:off x="9034817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FEABD868-1A2A-1074-4F04-627F31150E80}"/>
                </a:ext>
              </a:extLst>
            </p:cNvPr>
            <p:cNvCxnSpPr>
              <a:cxnSpLocks/>
            </p:cNvCxnSpPr>
            <p:nvPr/>
          </p:nvCxnSpPr>
          <p:spPr>
            <a:xfrm>
              <a:off x="9726370" y="2197074"/>
              <a:ext cx="0" cy="410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6B01FC48-E16D-6455-3DEC-BCCD721AD479}"/>
                </a:ext>
              </a:extLst>
            </p:cNvPr>
            <p:cNvGrpSpPr/>
            <p:nvPr/>
          </p:nvGrpSpPr>
          <p:grpSpPr>
            <a:xfrm>
              <a:off x="6933934" y="2829612"/>
              <a:ext cx="2759095" cy="3164737"/>
              <a:chOff x="6740829" y="2829612"/>
              <a:chExt cx="2867194" cy="3164737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0AAACF21-EA44-0EA0-869F-CD4528887E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2829612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66D3E774-1B8E-05FC-65EF-950F341D05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346255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78886CA3-DA4F-3C80-3D9B-40E5763919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095506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646BAC3B-C542-EA9B-1DB8-6ED17A7846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728453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E84DCB87-D76A-2760-8E6C-E5494C8DAB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361400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15D9D21-922F-2144-4FC8-EDD8429DC5E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99434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グループ化 135">
              <a:extLst>
                <a:ext uri="{FF2B5EF4-FFF2-40B4-BE49-F238E27FC236}">
                  <ns2:creationId id="{EA6C3528-45B4-3446-B1E1-0DE26B3D8B8D}"/>
                </a:ext>
              </a:extLst>
            </p:cNvPr>
            <p:cNvGrpSpPr/>
            <p:nvPr/>
          </p:nvGrpSpPr>
          <p:grpSpPr>
            <a:xfrm>
              <a:off x="6932641" y="2186389"/>
              <a:ext cx="2760388" cy="0"/>
              <a:chOff x="6739485" y="2186389"/>
              <a:chExt cx="2868538" cy="0"/>
            </a:xfrm>
          </p:grpSpPr>
          <p:cxnSp>
            <p:nvCxnSpPr>
              <p:cNvPr id="125" name="直線コネクタ 124">
                <a:extLst>
                  <a:ext uri="{FF2B5EF4-FFF2-40B4-BE49-F238E27FC236}">
                    <ns2:creationId id="{A83F1D7B-8FCB-FA85-77A5-69490EF89F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9485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線コネクタ 126">
                <a:extLst>
                  <a:ext uri="{FF2B5EF4-FFF2-40B4-BE49-F238E27FC236}">
                    <ns2:creationId id="{C011EF14-272C-60E8-C952-B32A1A1224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67664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ADC49028-7607-9DBA-50B3-4730FCE440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9584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4D7843E8-C69B-B77B-33B0-D3835031A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2402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5" name="グループ化 164">
            <a:extLst>
              <a:ext uri="{FF2B5EF4-FFF2-40B4-BE49-F238E27FC236}">
                <ns2:creationId id="{7101826C-9E71-B9E5-2215-A28C541DF670}"/>
              </a:ext>
            </a:extLst>
          </p:cNvPr>
          <p:cNvGrpSpPr/>
          <p:nvPr/>
        </p:nvGrpSpPr>
        <p:grpSpPr>
          <a:xfrm>
            <a:off x="9741067" y="1628775"/>
            <a:ext cx="2119529" cy="4665360"/>
            <a:chOff x="9741067" y="1628775"/>
            <a:chExt cx="2119529" cy="4665360"/>
          </a:xfrm>
        </p:grpSpPr>
        <p:cxnSp>
          <p:nvCxnSpPr>
            <p:cNvPr id="109" name="直線コネクタ 108">
              <a:extLst>
                <a:ext uri="{FF2B5EF4-FFF2-40B4-BE49-F238E27FC236}">
                  <ns2:creationId id="{F667D280-34A9-36C6-66F2-100AF8B0B1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361400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ns2:creationId id="{A4B21556-FB35-00D0-796D-6BAA0F05EF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994349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0B069EE-BCD9-BDEB-5225-087B2FD85EF4}"/>
                </a:ext>
              </a:extLst>
            </p:cNvPr>
            <p:cNvSpPr txBox="1"/>
            <p:nvPr/>
          </p:nvSpPr>
          <p:spPr>
            <a:xfrm>
              <a:off x="9768869" y="1628775"/>
              <a:ext cx="2082756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50F3D0C2-8E82-9577-F75B-A7184E67DD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1387" y="4095506"/>
              <a:ext cx="208387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四角形: 角を丸くする 89">
              <a:extLst>
                <a:ext uri="{FF2B5EF4-FFF2-40B4-BE49-F238E27FC236}">
                  <ns2:creationId id="{0E2572A9-9869-CBF4-E8C6-0E416696A3DF}"/>
                </a:ext>
              </a:extLst>
            </p:cNvPr>
            <p:cNvSpPr/>
            <p:nvPr/>
          </p:nvSpPr>
          <p:spPr>
            <a:xfrm>
              <a:off x="9992863" y="3475187"/>
              <a:ext cx="228023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100">
                  <a:solidFill>
                    <a:schemeClr val="accent3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accent3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975C4FAE-A4FD-A001-E3B0-0606E95D8869}"/>
                </a:ext>
              </a:extLst>
            </p:cNvPr>
            <p:cNvSpPr/>
            <p:nvPr/>
          </p:nvSpPr>
          <p:spPr>
            <a:xfrm>
              <a:off x="10283112" y="5679071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05AEF348-C5FD-E342-8187-23E7A10F3618}"/>
                </a:ext>
              </a:extLst>
            </p:cNvPr>
            <p:cNvSpPr/>
            <p:nvPr/>
          </p:nvSpPr>
          <p:spPr>
            <a:xfrm>
              <a:off x="10323912" y="2528144"/>
              <a:ext cx="874387" cy="2520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8962A0F6-41C6-56B6-6E84-C6D166FDDE5D}"/>
                </a:ext>
              </a:extLst>
            </p:cNvPr>
            <p:cNvSpPr/>
            <p:nvPr/>
          </p:nvSpPr>
          <p:spPr>
            <a:xfrm>
              <a:off x="10092940" y="4324605"/>
              <a:ext cx="1767656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0FF3AB6F-74F5-F2F1-255B-4B294F9EDC23}"/>
                </a:ext>
              </a:extLst>
            </p:cNvPr>
            <p:cNvSpPr/>
            <p:nvPr/>
          </p:nvSpPr>
          <p:spPr>
            <a:xfrm>
              <a:off x="10283112" y="4926325"/>
              <a:ext cx="834592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56834044-629A-F700-15D4-DDAF387383F6}"/>
                </a:ext>
              </a:extLst>
            </p:cNvPr>
            <p:cNvSpPr/>
            <p:nvPr/>
          </p:nvSpPr>
          <p:spPr>
            <a:xfrm>
              <a:off x="10008104" y="5402388"/>
              <a:ext cx="559640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8B543994-CEA2-E280-E1C5-96E51ADC9D3B}"/>
                </a:ext>
              </a:extLst>
            </p:cNvPr>
            <p:cNvSpPr/>
            <p:nvPr/>
          </p:nvSpPr>
          <p:spPr>
            <a:xfrm>
              <a:off x="10283112" y="6028105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A5AC6322-1510-DC9F-51F8-BFAF51BD472E}"/>
                </a:ext>
              </a:extLst>
            </p:cNvPr>
            <p:cNvSpPr/>
            <p:nvPr/>
          </p:nvSpPr>
          <p:spPr>
            <a:xfrm>
              <a:off x="9795067" y="2199296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16527C9F-8AEB-A612-819A-349534331CA9}"/>
                </a:ext>
              </a:extLst>
            </p:cNvPr>
            <p:cNvSpPr/>
            <p:nvPr/>
          </p:nvSpPr>
          <p:spPr>
            <a:xfrm>
              <a:off x="9795067" y="3146339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四角形: 角を丸くする 125">
              <a:extLst>
                <a:ext uri="{FF2B5EF4-FFF2-40B4-BE49-F238E27FC236}">
                  <ns2:creationId id="{F6F9A7EE-7E81-E681-3BC0-E0ABF6E5F212}"/>
                </a:ext>
              </a:extLst>
            </p:cNvPr>
            <p:cNvSpPr/>
            <p:nvPr/>
          </p:nvSpPr>
          <p:spPr>
            <a:xfrm>
              <a:off x="9795067" y="4151123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四角形: 角を丸くする 127">
              <a:extLst>
                <a:ext uri="{FF2B5EF4-FFF2-40B4-BE49-F238E27FC236}">
                  <ns2:creationId id="{EBD5C17A-B919-F70D-5E37-5986A11B9809}"/>
                </a:ext>
              </a:extLst>
            </p:cNvPr>
            <p:cNvSpPr/>
            <p:nvPr/>
          </p:nvSpPr>
          <p:spPr>
            <a:xfrm>
              <a:off x="9795067" y="4744362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484276CE-FE1A-ECED-A613-C9DA1257EC8C}"/>
                </a:ext>
              </a:extLst>
            </p:cNvPr>
            <p:cNvSpPr/>
            <p:nvPr/>
          </p:nvSpPr>
          <p:spPr>
            <a:xfrm>
              <a:off x="9795067" y="5397890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6BEB381F-741C-158E-EC8B-37A4FE2C50B5}"/>
                </a:ext>
              </a:extLst>
            </p:cNvPr>
            <p:cNvSpPr/>
            <p:nvPr/>
          </p:nvSpPr>
          <p:spPr>
            <a:xfrm>
              <a:off x="9795067" y="5681986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br>
                <a:rPr kumimoji="1" lang="en-US" altLang="ja-JP" sz="5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C909370-D874-5CDE-CF39-44C34FB193C7}"/>
                </a:ext>
              </a:extLst>
            </p:cNvPr>
            <p:cNvSpPr/>
            <p:nvPr/>
          </p:nvSpPr>
          <p:spPr>
            <a:xfrm>
              <a:off x="9795067" y="6021241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9FAEDB9-5CDF-2772-102B-0311263E30B8}"/>
                </a:ext>
              </a:extLst>
            </p:cNvPr>
            <p:cNvSpPr/>
            <p:nvPr/>
          </p:nvSpPr>
          <p:spPr>
            <a:xfrm>
              <a:off x="10224633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D4404395-C24D-0963-0F0B-BAD54B7A0A66}"/>
                </a:ext>
              </a:extLst>
            </p:cNvPr>
            <p:cNvSpPr/>
            <p:nvPr/>
          </p:nvSpPr>
          <p:spPr>
            <a:xfrm>
              <a:off x="11043462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D211EAD-C53D-E150-52EE-6216787E9B60}"/>
                </a:ext>
              </a:extLst>
            </p:cNvPr>
            <p:cNvSpPr/>
            <p:nvPr/>
          </p:nvSpPr>
          <p:spPr>
            <a:xfrm>
              <a:off x="9768053" y="1973907"/>
              <a:ext cx="414379" cy="176168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税額 単色塗りつぶし">
              <a:extLst>
                <a:ext uri="{FF2B5EF4-FFF2-40B4-BE49-F238E27FC236}">
                  <ns2:creationId id="{78D6D4B9-485A-ECD1-C389-9310B770DB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59390" y="1989654"/>
              <a:ext cx="144000" cy="144000"/>
            </a:xfrm>
            <a:prstGeom prst="rect">
              <a:avLst/>
            </a:prstGeom>
          </p:spPr>
        </p:pic>
        <p:pic>
          <p:nvPicPr>
            <p:cNvPr id="150" name="グラフィックス 149" descr="硬貨 単色塗りつぶし">
              <a:extLst>
                <a:ext uri="{FF2B5EF4-FFF2-40B4-BE49-F238E27FC236}">
                  <ns2:creationId id="{E1EC1995-8EB5-59C7-D424-858E33673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159117" y="1983054"/>
              <a:ext cx="144000" cy="144000"/>
            </a:xfrm>
            <a:prstGeom prst="rect">
              <a:avLst/>
            </a:prstGeom>
          </p:spPr>
        </p:pic>
        <p:pic>
          <p:nvPicPr>
            <p:cNvPr id="151" name="グラフィックス 150" descr="税額 単色塗りつぶし">
              <a:extLst>
                <a:ext uri="{FF2B5EF4-FFF2-40B4-BE49-F238E27FC236}">
                  <ns2:creationId id="{E264BAFD-C1E6-1C8A-B305-9578197AC1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2582144"/>
              <a:ext cx="144000" cy="144000"/>
            </a:xfrm>
            <a:prstGeom prst="rect">
              <a:avLst/>
            </a:prstGeom>
          </p:spPr>
        </p:pic>
        <p:pic>
          <p:nvPicPr>
            <p:cNvPr id="152" name="グラフィックス 151" descr="税額 単色塗りつぶし">
              <a:extLst>
                <a:ext uri="{FF2B5EF4-FFF2-40B4-BE49-F238E27FC236}">
                  <ns2:creationId id="{54724254-B3C9-88FA-E0FF-1EB09D8310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4362826"/>
              <a:ext cx="144000" cy="144000"/>
            </a:xfrm>
            <a:prstGeom prst="rect">
              <a:avLst/>
            </a:prstGeom>
          </p:spPr>
        </p:pic>
        <p:pic>
          <p:nvPicPr>
            <p:cNvPr id="153" name="グラフィックス 152" descr="税額 単色塗りつぶし">
              <a:extLst>
                <a:ext uri="{FF2B5EF4-FFF2-40B4-BE49-F238E27FC236}">
                  <ns2:creationId id="{6978092F-2359-6D49-9711-1752D6FC8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5460528"/>
              <a:ext cx="144000" cy="144000"/>
            </a:xfrm>
            <a:prstGeom prst="rect">
              <a:avLst/>
            </a:prstGeom>
          </p:spPr>
        </p:pic>
        <p:pic>
          <p:nvPicPr>
            <p:cNvPr id="159" name="グラフィックス 158" descr="硬貨 単色塗りつぶし">
              <a:extLst>
                <a:ext uri="{FF2B5EF4-FFF2-40B4-BE49-F238E27FC236}">
                  <ns2:creationId id="{3705BAB9-2A77-D716-A4C8-08A9654D94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3529187"/>
              <a:ext cx="144000" cy="144000"/>
            </a:xfrm>
            <a:prstGeom prst="rect">
              <a:avLst/>
            </a:prstGeom>
          </p:spPr>
        </p:pic>
        <p:pic>
          <p:nvPicPr>
            <p:cNvPr id="160" name="グラフィックス 159" descr="硬貨 単色塗りつぶし">
              <a:extLst>
                <a:ext uri="{FF2B5EF4-FFF2-40B4-BE49-F238E27FC236}">
                  <ns2:creationId id="{8C8F3183-84D1-ECDB-0B64-DF99E5AE63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4953525"/>
              <a:ext cx="144000" cy="144000"/>
            </a:xfrm>
            <a:prstGeom prst="rect">
              <a:avLst/>
            </a:prstGeom>
          </p:spPr>
        </p:pic>
        <p:pic>
          <p:nvPicPr>
            <p:cNvPr id="162" name="グラフィックス 161" descr="硬貨 単色塗りつぶし">
              <a:extLst>
                <a:ext uri="{FF2B5EF4-FFF2-40B4-BE49-F238E27FC236}">
                  <ns2:creationId id="{52F8CBF0-9A9D-A800-703E-2BA25B6E21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5746433"/>
              <a:ext cx="144000" cy="144000"/>
            </a:xfrm>
            <a:prstGeom prst="rect">
              <a:avLst/>
            </a:prstGeom>
          </p:spPr>
        </p:pic>
        <p:pic>
          <p:nvPicPr>
            <p:cNvPr id="164" name="グラフィックス 163" descr="硬貨 単色塗りつぶし">
              <a:extLst>
                <a:ext uri="{FF2B5EF4-FFF2-40B4-BE49-F238E27FC236}">
                  <ns2:creationId id="{1C921C23-753F-4A05-E5CF-0FF7F63E4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6085688"/>
              <a:ext cx="144000" cy="14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48412579"/>
      </p:ext>
    </p:extLst>
  </p:cSld>
  <p:clrMapOvr>
    <a:masterClrMapping/>
  </p:clrMapOvr>
</p:sld>
</file>

<file path=ppt/slides/slide2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9D81E8-1A1F-FD25-BB7A-46D92E0C8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B49CC10-6376-D03E-5929-7EDC9A2F54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2276DAA8-33B7-AA7A-F47F-C040688A8772}"/>
              </a:ext>
            </a:extLst>
          </p:cNvPr>
          <p:cNvGrpSpPr/>
          <p:nvPr/>
        </p:nvGrpSpPr>
        <p:grpSpPr>
          <a:xfrm>
            <a:off x="345440" y="5109667"/>
            <a:ext cx="11501120" cy="272198"/>
            <a:chOff x="345440" y="5109667"/>
            <a:chExt cx="11501120" cy="272198"/>
          </a:xfrm>
        </p:grpSpPr>
        <p:cxnSp>
          <p:nvCxnSpPr>
            <p:cNvPr id="10" name="直線コネクタ 31">
              <a:extLst>
                <a:ext uri="{FF2B5EF4-FFF2-40B4-BE49-F238E27FC236}">
                  <ns2:creationId id="{4FFFD29A-5C5D-D65E-56C9-B000A1D89E55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524576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円/楕円 32">
              <a:extLst>
                <a:ext uri="{FF2B5EF4-FFF2-40B4-BE49-F238E27FC236}">
                  <ns2:creationId id="{86C5011D-1D84-484D-B9FE-91B6EDF813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510966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1" descr="キャレットを下へ 枠線">
              <a:extLst>
                <a:ext uri="{FF2B5EF4-FFF2-40B4-BE49-F238E27FC236}">
                  <ns2:creationId id="{3FA9FB9C-CFD0-AD8A-C4D2-DF851A0D1C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5109667"/>
              <a:ext cx="272198" cy="272198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71D59A0A-F300-AD29-9E3D-CAFFF8C67C79}"/>
              </a:ext>
            </a:extLst>
          </p:cNvPr>
          <p:cNvGrpSpPr/>
          <p:nvPr/>
        </p:nvGrpSpPr>
        <p:grpSpPr>
          <a:xfrm>
            <a:off x="345440" y="3247057"/>
            <a:ext cx="11501120" cy="272198"/>
            <a:chOff x="345440" y="3247057"/>
            <a:chExt cx="11501120" cy="272198"/>
          </a:xfrm>
        </p:grpSpPr>
        <p:cxnSp>
          <p:nvCxnSpPr>
            <p:cNvPr id="43" name="直線コネクタ 31">
              <a:extLst>
                <a:ext uri="{FF2B5EF4-FFF2-40B4-BE49-F238E27FC236}">
                  <ns2:creationId id="{030DC566-23DA-D1D1-F4ED-ECEDBE2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338315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円/楕円 32">
              <a:extLst>
                <a:ext uri="{FF2B5EF4-FFF2-40B4-BE49-F238E27FC236}">
                  <ns2:creationId id="{64DE17CA-F822-4C7F-714E-10CA56D3E5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324705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5" name="グラフィックス 111" descr="キャレットを下へ 枠線">
              <a:extLst>
                <a:ext uri="{FF2B5EF4-FFF2-40B4-BE49-F238E27FC236}">
                  <ns2:creationId id="{7333BB7F-C7E8-1610-2820-3A957ACD65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3247057"/>
              <a:ext cx="272198" cy="272198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ns2:creationId id="{D292F858-5D8B-BF7C-E727-74E2E25ABA65}"/>
              </a:ext>
            </a:extLst>
          </p:cNvPr>
          <p:cNvGrpSpPr/>
          <p:nvPr/>
        </p:nvGrpSpPr>
        <p:grpSpPr>
          <a:xfrm>
            <a:off x="334963" y="1628776"/>
            <a:ext cx="7442517" cy="1509001"/>
            <a:chOff x="3187212" y="6176634"/>
            <a:chExt cx="2772001" cy="2413745"/>
          </a:xfrm>
        </p:grpSpPr>
        <p:sp>
          <p:nvSpPr>
            <p:cNvPr id="7" name="Rectangle: Rounded Corners 30">
              <a:extLst>
                <a:ext uri="{FF2B5EF4-FFF2-40B4-BE49-F238E27FC236}">
                  <ns2:creationId id="{88AB2A1F-6BF3-B23B-5329-433A0CF99F82}"/>
                </a:ext>
              </a:extLst>
            </p:cNvPr>
            <p:cNvSpPr/>
            <p:nvPr/>
          </p:nvSpPr>
          <p:spPr>
            <a:xfrm>
              <a:off x="3187213" y="6176634"/>
              <a:ext cx="2772000" cy="36000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Rectangle: Rounded Corners 30">
              <a:extLst>
                <a:ext uri="{FF2B5EF4-FFF2-40B4-BE49-F238E27FC236}">
                  <ns2:creationId id="{831E2794-6FBA-2D93-7F81-EAC84CE49E69}"/>
                </a:ext>
              </a:extLst>
            </p:cNvPr>
            <p:cNvSpPr/>
            <p:nvPr/>
          </p:nvSpPr>
          <p:spPr>
            <a:xfrm>
              <a:off x="3187212" y="6536632"/>
              <a:ext cx="2772001" cy="2053747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90" name="ホームベース 51">
            <a:extLst>
              <a:ext uri="{FF2B5EF4-FFF2-40B4-BE49-F238E27FC236}">
                <ns2:creationId id="{C212F374-D44F-E14B-1ABA-032E29380C61}"/>
              </a:ext>
            </a:extLst>
          </p:cNvPr>
          <p:cNvSpPr/>
          <p:nvPr/>
        </p:nvSpPr>
        <p:spPr>
          <a:xfrm>
            <a:off x="452120" y="2187431"/>
            <a:ext cx="2299782" cy="205372"/>
          </a:xfrm>
          <a:prstGeom prst="homePlate">
            <a:avLst>
              <a:gd name="adj" fmla="val 18206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1" name="山形 52">
            <a:extLst>
              <a:ext uri="{FF2B5EF4-FFF2-40B4-BE49-F238E27FC236}">
                <ns2:creationId id="{51D7FE3D-12D9-2D44-2338-F7B3FC876ABF}"/>
              </a:ext>
            </a:extLst>
          </p:cNvPr>
          <p:cNvSpPr/>
          <p:nvPr/>
        </p:nvSpPr>
        <p:spPr>
          <a:xfrm>
            <a:off x="2775778" y="2187431"/>
            <a:ext cx="2507540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山形 53">
            <a:extLst>
              <a:ext uri="{FF2B5EF4-FFF2-40B4-BE49-F238E27FC236}">
                <ns2:creationId id="{D8E63CD3-B726-54BF-B28C-C8F83DAADB94}"/>
              </a:ext>
            </a:extLst>
          </p:cNvPr>
          <p:cNvSpPr/>
          <p:nvPr/>
        </p:nvSpPr>
        <p:spPr>
          <a:xfrm>
            <a:off x="5307194" y="2187431"/>
            <a:ext cx="2299782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ホームベース 51">
            <a:extLst>
              <a:ext uri="{FF2B5EF4-FFF2-40B4-BE49-F238E27FC236}">
                <ns2:creationId id="{D85699B0-7A96-58ED-4575-9702DA0F96F7}"/>
              </a:ext>
            </a:extLst>
          </p:cNvPr>
          <p:cNvSpPr/>
          <p:nvPr/>
        </p:nvSpPr>
        <p:spPr>
          <a:xfrm>
            <a:off x="452123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4" name="山形 52">
            <a:extLst>
              <a:ext uri="{FF2B5EF4-FFF2-40B4-BE49-F238E27FC236}">
                <ns2:creationId id="{F8442B46-0857-AB52-969D-B1ED6DECFDE0}"/>
              </a:ext>
            </a:extLst>
          </p:cNvPr>
          <p:cNvSpPr/>
          <p:nvPr/>
        </p:nvSpPr>
        <p:spPr>
          <a:xfrm>
            <a:off x="2777068" y="2408289"/>
            <a:ext cx="2476498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95" name="山形 53">
            <a:extLst>
              <a:ext uri="{FF2B5EF4-FFF2-40B4-BE49-F238E27FC236}">
                <ns2:creationId id="{67715E3B-050E-D16A-F20B-102873344877}"/>
              </a:ext>
            </a:extLst>
          </p:cNvPr>
          <p:cNvSpPr/>
          <p:nvPr/>
        </p:nvSpPr>
        <p:spPr>
          <a:xfrm>
            <a:off x="5307194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/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15" name="Group 114">
            <a:extLst>
              <a:ext uri="{FF2B5EF4-FFF2-40B4-BE49-F238E27FC236}">
                <ns2:creationId id="{7E705E12-97BC-963D-91E8-29FB2091EC21}"/>
              </a:ext>
            </a:extLst>
          </p:cNvPr>
          <p:cNvGrpSpPr/>
          <p:nvPr/>
        </p:nvGrpSpPr>
        <p:grpSpPr>
          <a:xfrm>
            <a:off x="334963" y="5491146"/>
            <a:ext cx="11562398" cy="817583"/>
            <a:chOff x="334963" y="5491146"/>
            <a:chExt cx="11562398" cy="817583"/>
          </a:xfrm>
        </p:grpSpPr>
        <p:grpSp>
          <p:nvGrpSpPr>
            <p:cNvPr id="13" name="Group 12">
              <a:extLst>
                <a:ext uri="{FF2B5EF4-FFF2-40B4-BE49-F238E27FC236}">
                  <ns2:creationId id="{246977EB-8F90-7CE7-1485-2D4303A56658}"/>
                </a:ext>
              </a:extLst>
            </p:cNvPr>
            <p:cNvGrpSpPr/>
            <p:nvPr/>
          </p:nvGrpSpPr>
          <p:grpSpPr>
            <a:xfrm>
              <a:off x="334963" y="5491146"/>
              <a:ext cx="11522076" cy="817583"/>
              <a:chOff x="8101667" y="4970358"/>
              <a:chExt cx="9372126" cy="540001"/>
            </a:xfrm>
          </p:grpSpPr>
          <p:sp>
            <p:nvSpPr>
              <p:cNvPr id="14" name="Rectangle: Rounded Corners 30">
                <a:extLst>
                  <a:ext uri="{FF2B5EF4-FFF2-40B4-BE49-F238E27FC236}">
                    <ns2:creationId id="{2DFA868D-F0B0-4A52-1892-DD2A91A8D4A8}"/>
                  </a:ext>
                </a:extLst>
              </p:cNvPr>
              <p:cNvSpPr/>
              <p:nvPr/>
            </p:nvSpPr>
            <p:spPr>
              <a:xfrm rot="16200000">
                <a:off x="8271866" y="4800160"/>
                <a:ext cx="540000" cy="88039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24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5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Rectangle: Rounded Corners 30">
                <a:extLst>
                  <a:ext uri="{FF2B5EF4-FFF2-40B4-BE49-F238E27FC236}">
                    <ns2:creationId id="{4BBE1BB5-E900-0E4C-8CED-B4B93B8C7CDF}"/>
                  </a:ext>
                </a:extLst>
              </p:cNvPr>
              <p:cNvSpPr/>
              <p:nvPr/>
            </p:nvSpPr>
            <p:spPr>
              <a:xfrm rot="16200000">
                <a:off x="12957929" y="994493"/>
                <a:ext cx="540000" cy="849172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72000" tIns="144000" rIns="72000" bIns="0" rtlCol="0" anchor="t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9" name="TextBox 18">
              <a:extLst>
                <a:ext uri="{FF2B5EF4-FFF2-40B4-BE49-F238E27FC236}">
                  <ns2:creationId id="{4134F499-0FC9-4548-6D9A-FCCFA9A9DD4E}"/>
                </a:ext>
              </a:extLst>
            </p:cNvPr>
            <p:cNvSpPr txBox="1"/>
            <p:nvPr/>
          </p:nvSpPr>
          <p:spPr>
            <a:xfrm>
              <a:off x="1470660" y="5804421"/>
              <a:ext cx="3273745" cy="430887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ns2:creationId id="{7E2F1D8D-D3C3-3E6A-6D6E-FB420A4EF25B}"/>
                </a:ext>
              </a:extLst>
            </p:cNvPr>
            <p:cNvSpPr txBox="1"/>
            <p:nvPr/>
          </p:nvSpPr>
          <p:spPr>
            <a:xfrm>
              <a:off x="5425441" y="5543324"/>
              <a:ext cx="6471920" cy="713220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Rectangle: Rounded Corners 30">
              <a:extLst>
                <a:ext uri="{FF2B5EF4-FFF2-40B4-BE49-F238E27FC236}">
                  <ns2:creationId id="{EC652DE6-F4E3-FF5F-4B40-5A03271DACA6}"/>
                </a:ext>
              </a:extLst>
            </p:cNvPr>
            <p:cNvSpPr/>
            <p:nvPr/>
          </p:nvSpPr>
          <p:spPr>
            <a:xfrm rot="5400000">
              <a:off x="4916801" y="5826121"/>
              <a:ext cx="412444" cy="147634"/>
            </a:xfrm>
            <a:prstGeom prst="triangle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03" name="Graphic 102" descr="Compass with solid fill">
              <a:extLst>
                <a:ext uri="{FF2B5EF4-FFF2-40B4-BE49-F238E27FC236}">
                  <ns2:creationId id="{AC7ED6CA-5C31-1C51-8733-F2126789E6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5356" y="5553460"/>
              <a:ext cx="341572" cy="341572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3FD39D1C-AB17-6155-D9FE-5ACC734BE40C}"/>
              </a:ext>
            </a:extLst>
          </p:cNvPr>
          <p:cNvGrpSpPr/>
          <p:nvPr/>
        </p:nvGrpSpPr>
        <p:grpSpPr>
          <a:xfrm>
            <a:off x="334964" y="3628535"/>
            <a:ext cx="3338512" cy="1371849"/>
            <a:chOff x="334964" y="3628535"/>
            <a:chExt cx="3338512" cy="1371849"/>
          </a:xfrm>
        </p:grpSpPr>
        <p:grpSp>
          <p:nvGrpSpPr>
            <p:cNvPr id="46" name="Group 45">
              <a:extLst>
                <a:ext uri="{FF2B5EF4-FFF2-40B4-BE49-F238E27FC236}">
                  <ns2:creationId id="{2ACA752F-9DF2-30EC-A373-D4F0554F105D}"/>
                </a:ext>
              </a:extLst>
            </p:cNvPr>
            <p:cNvGrpSpPr/>
            <p:nvPr/>
          </p:nvGrpSpPr>
          <p:grpSpPr>
            <a:xfrm>
              <a:off x="334964" y="3628535"/>
              <a:ext cx="3338512" cy="1371849"/>
              <a:chOff x="3187212" y="6176634"/>
              <a:chExt cx="2772001" cy="2194363"/>
            </a:xfrm>
          </p:grpSpPr>
          <p:sp>
            <p:nvSpPr>
              <p:cNvPr id="47" name="Rectangle: Rounded Corners 30">
                <a:extLst>
                  <a:ext uri="{FF2B5EF4-FFF2-40B4-BE49-F238E27FC236}">
                    <ns2:creationId id="{344F7520-7A11-BAD2-9166-C6701760AB42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30">
                <a:extLst>
                  <a:ext uri="{FF2B5EF4-FFF2-40B4-BE49-F238E27FC236}">
                    <ns2:creationId id="{24EA8EE8-7F47-33EE-9547-CBF73887BB36}"/>
                  </a:ext>
                </a:extLst>
              </p:cNvPr>
              <p:cNvSpPr/>
              <p:nvPr/>
            </p:nvSpPr>
            <p:spPr>
              <a:xfrm>
                <a:off x="3187212" y="6536634"/>
                <a:ext cx="2772001" cy="183436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144000" bIns="36000" rtlCol="0" anchor="ctr">
                <a:noAutofit/>
              </a:bodyPr>
              <a:lstStyle/>
              <a:p>
                <a:pPr marL="171450" indent="-82550">
                  <a:lnSpc>
                    <a:spcPct val="12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pic>
          <p:nvPicPr>
            <p:cNvPr id="109" name="Graphic 108" descr="Lightbulb and pencil with solid fill">
              <a:extLst>
                <a:ext uri="{FF2B5EF4-FFF2-40B4-BE49-F238E27FC236}">
                  <ns2:creationId id="{79ED8F63-F7C2-3AE2-4C90-17CAA7EDC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5880" y="3641430"/>
              <a:ext cx="199270" cy="199270"/>
            </a:xfrm>
            <a:prstGeom prst="rect">
              <a:avLst/>
            </a:prstGeom>
          </p:spPr>
        </p:pic>
      </p:grpSp>
      <p:pic>
        <p:nvPicPr>
          <p:cNvPr id="113" name="Graphic 112" descr="Bullseye with solid fill">
            <a:extLst>
              <a:ext uri="{FF2B5EF4-FFF2-40B4-BE49-F238E27FC236}">
                <ns2:creationId id="{3940A91F-3225-2ECA-BED0-19DE80ED63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371027" y="1641672"/>
            <a:ext cx="199270" cy="19927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48296ECB-B8E1-886D-5D14-5E592C84F54A}"/>
              </a:ext>
            </a:extLst>
          </p:cNvPr>
          <p:cNvGrpSpPr/>
          <p:nvPr/>
        </p:nvGrpSpPr>
        <p:grpSpPr>
          <a:xfrm>
            <a:off x="7919720" y="1628775"/>
            <a:ext cx="3937319" cy="1508997"/>
            <a:chOff x="7919720" y="1628775"/>
            <a:chExt cx="3937319" cy="1508997"/>
          </a:xfrm>
        </p:grpSpPr>
        <p:grpSp>
          <p:nvGrpSpPr>
            <p:cNvPr id="26" name="Group 25">
              <a:extLst>
                <a:ext uri="{FF2B5EF4-FFF2-40B4-BE49-F238E27FC236}">
                  <ns2:creationId id="{94D88218-445B-4316-0510-C3CFEEF552B7}"/>
                </a:ext>
              </a:extLst>
            </p:cNvPr>
            <p:cNvGrpSpPr/>
            <p:nvPr/>
          </p:nvGrpSpPr>
          <p:grpSpPr>
            <a:xfrm>
              <a:off x="7919720" y="1628775"/>
              <a:ext cx="3937319" cy="1508997"/>
              <a:chOff x="3187212" y="6176634"/>
              <a:chExt cx="2772001" cy="2413739"/>
            </a:xfrm>
          </p:grpSpPr>
          <p:sp>
            <p:nvSpPr>
              <p:cNvPr id="27" name="Rectangle: Rounded Corners 30">
                <a:extLst>
                  <a:ext uri="{FF2B5EF4-FFF2-40B4-BE49-F238E27FC236}">
                    <ns2:creationId id="{2E10C092-DF77-7DB9-EB92-5976CA888E40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KGI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8" name="Rectangle: Rounded Corners 30">
                <a:extLst>
                  <a:ext uri="{FF2B5EF4-FFF2-40B4-BE49-F238E27FC236}">
                    <ns2:creationId id="{452FC2C4-9695-B6CD-F9D3-170CD6EA4AC8}"/>
                  </a:ext>
                </a:extLst>
              </p:cNvPr>
              <p:cNvSpPr/>
              <p:nvPr/>
            </p:nvSpPr>
            <p:spPr>
              <a:xfrm>
                <a:off x="3187212" y="6536632"/>
                <a:ext cx="2772001" cy="2053741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30" name="正方形/長方形 21">
              <a:extLst>
                <a:ext uri="{FF2B5EF4-FFF2-40B4-BE49-F238E27FC236}">
                  <ns2:creationId id="{949034E9-D1CA-22CF-0593-189EADCDAD83}"/>
                </a:ext>
              </a:extLst>
            </p:cNvPr>
            <p:cNvSpPr/>
            <p:nvPr/>
          </p:nvSpPr>
          <p:spPr>
            <a:xfrm>
              <a:off x="8068483" y="1931297"/>
              <a:ext cx="429167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KGI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正方形/長方形 21">
              <a:extLst>
                <a:ext uri="{FF2B5EF4-FFF2-40B4-BE49-F238E27FC236}">
                  <ns2:creationId id="{F220C427-D943-A1BA-A382-12B71553EE87}"/>
                </a:ext>
              </a:extLst>
            </p:cNvPr>
            <p:cNvSpPr/>
            <p:nvPr/>
          </p:nvSpPr>
          <p:spPr>
            <a:xfrm>
              <a:off x="8575040" y="1931297"/>
              <a:ext cx="323088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21">
              <a:extLst>
                <a:ext uri="{FF2B5EF4-FFF2-40B4-BE49-F238E27FC236}">
                  <ns2:creationId id="{319FA7A4-DE0B-09FA-0DEA-B8EB7436CC47}"/>
                </a:ext>
              </a:extLst>
            </p:cNvPr>
            <p:cNvSpPr/>
            <p:nvPr/>
          </p:nvSpPr>
          <p:spPr>
            <a:xfrm>
              <a:off x="8068483" y="2408817"/>
              <a:ext cx="429167" cy="5782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正方形/長方形 21">
              <a:extLst>
                <a:ext uri="{FF2B5EF4-FFF2-40B4-BE49-F238E27FC236}">
                  <ns2:creationId id="{3176DA6A-A8D2-572D-C753-505250C4F3C6}"/>
                </a:ext>
              </a:extLst>
            </p:cNvPr>
            <p:cNvSpPr/>
            <p:nvPr/>
          </p:nvSpPr>
          <p:spPr>
            <a:xfrm>
              <a:off x="8575040" y="2408817"/>
              <a:ext cx="3230880" cy="5782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11" name="Graphic 110" descr="Signal with solid fill">
              <a:extLst>
                <a:ext uri="{FF2B5EF4-FFF2-40B4-BE49-F238E27FC236}">
                  <ns2:creationId id="{8E9E6C30-D3D7-AE83-9324-F18EC19D9C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947181" y="1641671"/>
              <a:ext cx="199270" cy="199270"/>
            </a:xfrm>
            <a:prstGeom prst="rect">
              <a:avLst/>
            </a:prstGeom>
          </p:spPr>
        </p:pic>
        <p:cxnSp>
          <p:nvCxnSpPr>
            <p:cNvPr id="18" name="直線コネクタ 17">
              <a:extLst>
                <a:ext uri="{FF2B5EF4-FFF2-40B4-BE49-F238E27FC236}">
                  <ns2:creationId id="{D9DF62AD-B32C-2DCE-FD87-323593B0CB36}"/>
                </a:ext>
              </a:extLst>
            </p:cNvPr>
            <p:cNvCxnSpPr>
              <a:cxnSpLocks/>
            </p:cNvCxnSpPr>
            <p:nvPr/>
          </p:nvCxnSpPr>
          <p:spPr>
            <a:xfrm>
              <a:off x="8573120" y="2382969"/>
              <a:ext cx="32328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Rectangle: Rounded Corners 30">
            <a:extLst>
              <a:ext uri="{FF2B5EF4-FFF2-40B4-BE49-F238E27FC236}">
                <ns2:creationId id="{82C8EE45-472A-19FF-B5F8-AB1B04FFFC31}"/>
              </a:ext>
            </a:extLst>
          </p:cNvPr>
          <p:cNvSpPr/>
          <p:nvPr/>
        </p:nvSpPr>
        <p:spPr>
          <a:xfrm>
            <a:off x="7606978" y="3628534"/>
            <a:ext cx="4250060" cy="225061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0" tIns="36000" rIns="36000" bIns="36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7" name="Rectangle: Rounded Corners 30">
            <a:extLst>
              <a:ext uri="{FF2B5EF4-FFF2-40B4-BE49-F238E27FC236}">
                <ns2:creationId id="{443A868C-9CB1-CFCF-5EF6-664262426128}"/>
              </a:ext>
            </a:extLst>
          </p:cNvPr>
          <p:cNvSpPr/>
          <p:nvPr/>
        </p:nvSpPr>
        <p:spPr>
          <a:xfrm>
            <a:off x="7606976" y="3853595"/>
            <a:ext cx="4250062" cy="114678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72000" rIns="36000" bIns="36000" rtlCol="0" anchor="ctr">
            <a:noAutofit/>
          </a:bodyPr>
          <a:lstStyle/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endParaRPr lang="ja-JP" alt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3" name="正方形/長方形 21">
            <a:extLst>
              <a:ext uri="{FF2B5EF4-FFF2-40B4-BE49-F238E27FC236}">
                <ns2:creationId id="{3C39252F-D081-1658-279C-E2C0792DAF5D}"/>
              </a:ext>
            </a:extLst>
          </p:cNvPr>
          <p:cNvSpPr/>
          <p:nvPr/>
        </p:nvSpPr>
        <p:spPr>
          <a:xfrm>
            <a:off x="8166100" y="4388260"/>
            <a:ext cx="746125" cy="29818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1" name="正方形/長方形 21">
            <a:extLst>
              <a:ext uri="{FF2B5EF4-FFF2-40B4-BE49-F238E27FC236}">
                <ns2:creationId id="{F2AD6578-66FA-3615-66B3-6F80ADD20587}"/>
              </a:ext>
            </a:extLst>
          </p:cNvPr>
          <p:cNvSpPr/>
          <p:nvPr/>
        </p:nvSpPr>
        <p:spPr>
          <a:xfrm>
            <a:off x="8969923" y="4388260"/>
            <a:ext cx="2777577" cy="29818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9" name="正方形/長方形 21">
            <a:extLst>
              <a:ext uri="{FF2B5EF4-FFF2-40B4-BE49-F238E27FC236}">
                <ns2:creationId id="{0C6280D8-94B1-9FB5-B846-DA6FB188A444}"/>
              </a:ext>
            </a:extLst>
          </p:cNvPr>
          <p:cNvSpPr/>
          <p:nvPr/>
        </p:nvSpPr>
        <p:spPr>
          <a:xfrm>
            <a:off x="7698191" y="4715285"/>
            <a:ext cx="429167" cy="193412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8" name="正方形/長方形 21">
            <a:extLst>
              <a:ext uri="{FF2B5EF4-FFF2-40B4-BE49-F238E27FC236}">
                <ns2:creationId id="{1E849C98-F13D-07C3-E075-AC44FC681C66}"/>
              </a:ext>
            </a:extLst>
          </p:cNvPr>
          <p:cNvSpPr/>
          <p:nvPr/>
        </p:nvSpPr>
        <p:spPr>
          <a:xfrm>
            <a:off x="8166101" y="4715285"/>
            <a:ext cx="3581400" cy="193412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21">
            <a:extLst>
              <a:ext uri="{FF2B5EF4-FFF2-40B4-BE49-F238E27FC236}">
                <ns2:creationId id="{88270F9E-F404-83F3-D5A9-E2E008DBC79A}"/>
              </a:ext>
            </a:extLst>
          </p:cNvPr>
          <p:cNvSpPr/>
          <p:nvPr/>
        </p:nvSpPr>
        <p:spPr>
          <a:xfrm>
            <a:off x="7698191" y="3925979"/>
            <a:ext cx="429167" cy="737124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3" name="正方形/長方形 21">
            <a:extLst>
              <a:ext uri="{FF2B5EF4-FFF2-40B4-BE49-F238E27FC236}">
                <ns2:creationId id="{89C349F7-ADFF-B568-221C-14D38BAF1F86}"/>
              </a:ext>
            </a:extLst>
          </p:cNvPr>
          <p:cNvSpPr/>
          <p:nvPr/>
        </p:nvSpPr>
        <p:spPr>
          <a:xfrm>
            <a:off x="8166100" y="3925979"/>
            <a:ext cx="746125" cy="42582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21">
            <a:extLst>
              <a:ext uri="{FF2B5EF4-FFF2-40B4-BE49-F238E27FC236}">
                <ns2:creationId id="{A6112D53-4904-503A-1741-8B526B3A4CDB}"/>
              </a:ext>
            </a:extLst>
          </p:cNvPr>
          <p:cNvSpPr/>
          <p:nvPr/>
        </p:nvSpPr>
        <p:spPr>
          <a:xfrm>
            <a:off x="8969923" y="3925979"/>
            <a:ext cx="2777577" cy="425823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18" name="Graphic 117" descr="Checkbox Ticked with solid fill">
            <a:extLst>
              <a:ext uri="{FF2B5EF4-FFF2-40B4-BE49-F238E27FC236}">
                <ns2:creationId id="{7F15C570-0105-F07A-2534-3E2817A5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7648321" y="3641430"/>
            <a:ext cx="199270" cy="199270"/>
          </a:xfrm>
          <a:prstGeom prst="rect">
            <a:avLst/>
          </a:prstGeom>
        </p:spPr>
      </p:pic>
      <p:cxnSp>
        <p:nvCxnSpPr>
          <p:cNvPr id="21" name="直線コネクタ 20">
            <a:extLst>
              <a:ext uri="{FF2B5EF4-FFF2-40B4-BE49-F238E27FC236}">
                <ns2:creationId id="{12501094-65C5-74BC-016E-FE423200902E}"/>
              </a:ext>
            </a:extLst>
          </p:cNvPr>
          <p:cNvCxnSpPr>
            <a:cxnSpLocks/>
          </p:cNvCxnSpPr>
          <p:nvPr/>
        </p:nvCxnSpPr>
        <p:spPr>
          <a:xfrm>
            <a:off x="8968300" y="4370031"/>
            <a:ext cx="27792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41F8AB8-EA6B-C3D1-066F-293FB0BBDFEB}"/>
              </a:ext>
            </a:extLst>
          </p:cNvPr>
          <p:cNvGrpSpPr/>
          <p:nvPr/>
        </p:nvGrpSpPr>
        <p:grpSpPr>
          <a:xfrm>
            <a:off x="3827922" y="3628537"/>
            <a:ext cx="3624608" cy="1371849"/>
            <a:chOff x="3827922" y="3628537"/>
            <a:chExt cx="3624608" cy="1371849"/>
          </a:xfrm>
        </p:grpSpPr>
        <p:sp>
          <p:nvSpPr>
            <p:cNvPr id="50" name="Rectangle: Rounded Corners 30">
              <a:extLst>
                <a:ext uri="{FF2B5EF4-FFF2-40B4-BE49-F238E27FC236}">
                  <ns2:creationId id="{0C4CAAA9-7CD8-E7A2-40CD-ECB48A68AB69}"/>
                </a:ext>
              </a:extLst>
            </p:cNvPr>
            <p:cNvSpPr/>
            <p:nvPr/>
          </p:nvSpPr>
          <p:spPr>
            <a:xfrm>
              <a:off x="3827923" y="3628537"/>
              <a:ext cx="3624607" cy="225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Rectangle: Rounded Corners 30">
              <a:extLst>
                <a:ext uri="{FF2B5EF4-FFF2-40B4-BE49-F238E27FC236}">
                  <ns2:creationId id="{0B8BEE80-3F04-02BF-0B00-7630715B63FD}"/>
                </a:ext>
              </a:extLst>
            </p:cNvPr>
            <p:cNvSpPr/>
            <p:nvPr/>
          </p:nvSpPr>
          <p:spPr>
            <a:xfrm>
              <a:off x="3827922" y="3853597"/>
              <a:ext cx="3624608" cy="1146789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ctr">
              <a:noAutofit/>
            </a:bodyPr>
            <a:lstStyle/>
            <a:p>
              <a:pPr marL="171450" indent="-171450">
                <a:buClr>
                  <a:schemeClr val="accent1"/>
                </a:buClr>
                <a:buFont typeface="Arial" panose="020B0604020202020204" pitchFamily="34" charset="0"/>
                <a:buChar char="•"/>
              </a:pP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4A3F9FD9-B4D0-5F3D-82AE-3D5D3E22A9B2}"/>
                </a:ext>
              </a:extLst>
            </p:cNvPr>
            <p:cNvSpPr/>
            <p:nvPr/>
          </p:nvSpPr>
          <p:spPr>
            <a:xfrm>
              <a:off x="3911600" y="396153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C3F9CE76-D655-07F7-A7EE-8666E9F6829E}"/>
                </a:ext>
              </a:extLst>
            </p:cNvPr>
            <p:cNvSpPr/>
            <p:nvPr/>
          </p:nvSpPr>
          <p:spPr>
            <a:xfrm>
              <a:off x="4338320" y="396153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87" name="正方形/長方形 21">
              <a:extLst>
                <a:ext uri="{FF2B5EF4-FFF2-40B4-BE49-F238E27FC236}">
                  <ns2:creationId id="{B3ECDAF5-24E0-7BC5-A2C1-07A0FE44943F}"/>
                </a:ext>
              </a:extLst>
            </p:cNvPr>
            <p:cNvSpPr/>
            <p:nvPr/>
          </p:nvSpPr>
          <p:spPr>
            <a:xfrm>
              <a:off x="3911600" y="443397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21">
              <a:extLst>
                <a:ext uri="{FF2B5EF4-FFF2-40B4-BE49-F238E27FC236}">
                  <ns2:creationId id="{25DC1E1C-1F3D-5369-08C0-EB967414F806}"/>
                </a:ext>
              </a:extLst>
            </p:cNvPr>
            <p:cNvSpPr/>
            <p:nvPr/>
          </p:nvSpPr>
          <p:spPr>
            <a:xfrm>
              <a:off x="4338320" y="443397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07" name="Graphic 106" descr="Business Growth with solid fill">
              <a:extLst>
                <a:ext uri="{FF2B5EF4-FFF2-40B4-BE49-F238E27FC236}">
                  <ns2:creationId id="{50C61DE1-A1E3-CCF6-8DB5-CBFDB4E1EB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872187" y="3641430"/>
              <a:ext cx="199270" cy="199270"/>
            </a:xfrm>
            <a:prstGeom prst="rect">
              <a:avLst/>
            </a:prstGeom>
          </p:spPr>
        </p:pic>
        <p:cxnSp>
          <p:nvCxnSpPr>
            <p:cNvPr id="23" name="直線コネクタ 22">
              <a:extLst>
                <a:ext uri="{FF2B5EF4-FFF2-40B4-BE49-F238E27FC236}">
                  <ns2:creationId id="{7406CF48-3E3F-E9F1-FC91-18FAF9FA0F6A}"/>
                </a:ext>
              </a:extLst>
            </p:cNvPr>
            <p:cNvCxnSpPr>
              <a:cxnSpLocks/>
            </p:cNvCxnSpPr>
            <p:nvPr/>
          </p:nvCxnSpPr>
          <p:spPr>
            <a:xfrm>
              <a:off x="4338320" y="4410670"/>
              <a:ext cx="298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55433594"/>
      </p:ext>
    </p:extLst>
  </p:cSld>
  <p:clrMapOvr>
    <a:masterClrMapping/>
  </p:clrMapOvr>
</p:sld>
</file>

<file path=ppt/slides/slide2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34B965-96AE-6683-8F40-02A65ED6E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1D662C-7EFA-5D4C-0EB3-C6404AADE6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82E47A6-2F1F-593C-7BF4-F5E54B2A55D8}"/>
              </a:ext>
            </a:extLst>
          </p:cNvPr>
          <p:cNvGrpSpPr/>
          <p:nvPr/>
        </p:nvGrpSpPr>
        <p:grpSpPr>
          <a:xfrm>
            <a:off x="334963" y="1047405"/>
            <a:ext cx="11522075" cy="5261320"/>
            <a:chOff x="334963" y="1047405"/>
            <a:chExt cx="11522075" cy="5261320"/>
          </a:xfrm>
        </p:grpSpPr>
        <p:sp>
          <p:nvSpPr>
            <p:cNvPr id="4" name="正方形/長方形 3">
              <a:extLst>
                <a:ext uri="{FF2B5EF4-FFF2-40B4-BE49-F238E27FC236}">
                  <ns2:creationId id="{47B5A929-44CE-8091-1CAA-54A1163C2BB1}"/>
                </a:ext>
              </a:extLst>
            </p:cNvPr>
            <p:cNvSpPr/>
            <p:nvPr/>
          </p:nvSpPr>
          <p:spPr>
            <a:xfrm>
              <a:off x="334963" y="1047405"/>
              <a:ext cx="8032009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20877488-5E93-BB80-A3CD-E1032411DB50}"/>
                </a:ext>
              </a:extLst>
            </p:cNvPr>
            <p:cNvSpPr/>
            <p:nvPr/>
          </p:nvSpPr>
          <p:spPr>
            <a:xfrm>
              <a:off x="8458117" y="1047405"/>
              <a:ext cx="3398920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" name="グラフィックス 239" descr="オフィス ワーカー (男性) 単色塗りつぶし">
              <a:extLst>
                <a:ext uri="{FF2B5EF4-FFF2-40B4-BE49-F238E27FC236}">
                  <ns2:creationId id="{B0748735-A44A-6A77-155E-D21B4C2EE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049016" y="1047405"/>
              <a:ext cx="324195" cy="324195"/>
            </a:xfrm>
            <a:prstGeom prst="rect">
              <a:avLst/>
            </a:prstGeom>
          </p:spPr>
        </p:pic>
        <p:pic>
          <p:nvPicPr>
            <p:cNvPr id="20" name="グラフィックス 239" descr="クリップボード 単色塗りつぶし">
              <a:extLst>
                <a:ext uri="{FF2B5EF4-FFF2-40B4-BE49-F238E27FC236}">
                  <ns2:creationId id="{7C51BEDB-BA61-18DB-7541-A6DF0DD667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232101" y="1047405"/>
              <a:ext cx="324195" cy="324195"/>
            </a:xfrm>
            <a:prstGeom prst="rect">
              <a:avLst/>
            </a:prstGeom>
          </p:spPr>
        </p:pic>
        <p:grpSp>
          <p:nvGrpSpPr>
            <p:cNvPr id="76" name="グループ化 75">
              <a:extLst>
                <a:ext uri="{FF2B5EF4-FFF2-40B4-BE49-F238E27FC236}">
                  <ns2:creationId id="{C8DF10E4-BE55-84DF-32F7-DDEEA1A77C58}"/>
                </a:ext>
              </a:extLst>
            </p:cNvPr>
            <p:cNvGrpSpPr/>
            <p:nvPr/>
          </p:nvGrpSpPr>
          <p:grpSpPr>
            <a:xfrm>
              <a:off x="334963" y="1411333"/>
              <a:ext cx="1087438" cy="892726"/>
              <a:chOff x="334963" y="1411333"/>
              <a:chExt cx="1087438" cy="892726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8DA27C3A-CC00-B50E-C6FB-427943AD5461}"/>
                  </a:ext>
                </a:extLst>
              </p:cNvPr>
              <p:cNvSpPr/>
              <p:nvPr/>
            </p:nvSpPr>
            <p:spPr>
              <a:xfrm>
                <a:off x="334963" y="1411333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8" name="グラフィックス 239" descr="棒グラフ (上昇) 単色塗りつぶし">
                <a:extLst>
                  <a:ext uri="{FF2B5EF4-FFF2-40B4-BE49-F238E27FC236}">
                    <ns2:creationId id="{C9940ABA-0FF8-5888-3A84-257F769BD2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84127" y="1865087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528A00AF-2A0A-5570-2D81-0393BCD30340}"/>
                </a:ext>
              </a:extLst>
            </p:cNvPr>
            <p:cNvGrpSpPr/>
            <p:nvPr/>
          </p:nvGrpSpPr>
          <p:grpSpPr>
            <a:xfrm>
              <a:off x="334963" y="2343792"/>
              <a:ext cx="1087438" cy="892726"/>
              <a:chOff x="334963" y="2343792"/>
              <a:chExt cx="1087438" cy="892726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A652B95D-FA0A-DD86-461A-D49DE502D287}"/>
                  </a:ext>
                </a:extLst>
              </p:cNvPr>
              <p:cNvSpPr/>
              <p:nvPr/>
            </p:nvSpPr>
            <p:spPr>
              <a:xfrm>
                <a:off x="334963" y="2343792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9" name="グラフィックス 239" descr="慈善 単色塗りつぶし">
                <a:extLst>
                  <a:ext uri="{FF2B5EF4-FFF2-40B4-BE49-F238E27FC236}">
                    <ns2:creationId id="{4E053619-80A0-E145-4693-1A3B2620DE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84127" y="2796846"/>
                <a:ext cx="438274" cy="438274"/>
              </a:xfrm>
              <a:prstGeom prst="rect">
                <a:avLst/>
              </a:prstGeom>
            </p:spPr>
          </p:pic>
        </p:grpSp>
        <p:sp>
          <p:nvSpPr>
            <p:cNvPr id="26" name="正方形/長方形 25">
              <a:extLst>
                <a:ext uri="{FF2B5EF4-FFF2-40B4-BE49-F238E27FC236}">
                  <ns2:creationId id="{55B4BD27-30F3-E7EA-6B1D-FE17A47D303F}"/>
                </a:ext>
              </a:extLst>
            </p:cNvPr>
            <p:cNvSpPr/>
            <p:nvPr/>
          </p:nvSpPr>
          <p:spPr>
            <a:xfrm>
              <a:off x="334963" y="4850699"/>
              <a:ext cx="1087437" cy="525567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" name="グラフィックス 239" descr="山形の矢印 単色塗りつぶし">
              <a:extLst>
                <a:ext uri="{FF2B5EF4-FFF2-40B4-BE49-F238E27FC236}">
                  <ns2:creationId id="{B7214E03-D617-BFD3-4C8B-75A45FA642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84127" y="4938693"/>
              <a:ext cx="438274" cy="438274"/>
            </a:xfrm>
            <a:prstGeom prst="rect">
              <a:avLst/>
            </a:prstGeom>
          </p:spPr>
        </p:pic>
        <p:grpSp>
          <p:nvGrpSpPr>
            <p:cNvPr id="71" name="グループ化 70">
              <a:extLst>
                <a:ext uri="{FF2B5EF4-FFF2-40B4-BE49-F238E27FC236}">
                  <ns2:creationId id="{AB678937-1A8D-5A8A-B4BF-19ADD74142BB}"/>
                </a:ext>
              </a:extLst>
            </p:cNvPr>
            <p:cNvGrpSpPr/>
            <p:nvPr/>
          </p:nvGrpSpPr>
          <p:grpSpPr>
            <a:xfrm>
              <a:off x="334963" y="5415999"/>
              <a:ext cx="1087438" cy="892726"/>
              <a:chOff x="334963" y="5415999"/>
              <a:chExt cx="1087438" cy="89272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13F81C1A-B930-B012-B722-0120D4E86CBC}"/>
                  </a:ext>
                </a:extLst>
              </p:cNvPr>
              <p:cNvSpPr/>
              <p:nvPr/>
            </p:nvSpPr>
            <p:spPr>
              <a:xfrm>
                <a:off x="334963" y="5415999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239" descr="ユーザー 単色塗りつぶし">
                <a:extLst>
                  <a:ext uri="{FF2B5EF4-FFF2-40B4-BE49-F238E27FC236}">
                    <ns2:creationId id="{54FF844E-F120-E675-C802-2D3423E48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84127" y="5870451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6E87CDC2-7377-346C-D1A2-96BE70EBCCF9}"/>
                </a:ext>
              </a:extLst>
            </p:cNvPr>
            <p:cNvGrpSpPr/>
            <p:nvPr/>
          </p:nvGrpSpPr>
          <p:grpSpPr>
            <a:xfrm>
              <a:off x="4968052" y="1410634"/>
              <a:ext cx="3398921" cy="892726"/>
              <a:chOff x="4968052" y="1410634"/>
              <a:chExt cx="3398921" cy="892726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A71B5B36-E381-F3A2-E332-03D59C1F293F}"/>
                  </a:ext>
                </a:extLst>
              </p:cNvPr>
              <p:cNvSpPr/>
              <p:nvPr/>
            </p:nvSpPr>
            <p:spPr>
              <a:xfrm>
                <a:off x="4968052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229D8A48-6E44-4141-6D3E-24270D2A32B7}"/>
                  </a:ext>
                </a:extLst>
              </p:cNvPr>
              <p:cNvSpPr/>
              <p:nvPr/>
            </p:nvSpPr>
            <p:spPr>
              <a:xfrm>
                <a:off x="4968053" y="1687282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8" name="グループ化 77">
              <a:extLst>
                <a:ext uri="{FF2B5EF4-FFF2-40B4-BE49-F238E27FC236}">
                  <ns2:creationId id="{882683B2-516E-188D-AD09-C85244BBAE70}"/>
                </a:ext>
              </a:extLst>
            </p:cNvPr>
            <p:cNvGrpSpPr/>
            <p:nvPr/>
          </p:nvGrpSpPr>
          <p:grpSpPr>
            <a:xfrm>
              <a:off x="1477987" y="1410634"/>
              <a:ext cx="3398920" cy="892726"/>
              <a:chOff x="1477987" y="1410634"/>
              <a:chExt cx="3398920" cy="892726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64D9027C-B7FA-11C8-830B-BE3D02A36F12}"/>
                  </a:ext>
                </a:extLst>
              </p:cNvPr>
              <p:cNvSpPr/>
              <p:nvPr/>
            </p:nvSpPr>
            <p:spPr>
              <a:xfrm>
                <a:off x="1477987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77" name="グループ化 76">
                <a:extLst>
                  <a:ext uri="{FF2B5EF4-FFF2-40B4-BE49-F238E27FC236}">
                    <ns2:creationId id="{F130E173-7968-E8F5-F7AD-500604EF8200}"/>
                  </a:ext>
                </a:extLst>
              </p:cNvPr>
              <p:cNvGrpSpPr/>
              <p:nvPr/>
            </p:nvGrpSpPr>
            <p:grpSpPr>
              <a:xfrm>
                <a:off x="1567036" y="1719366"/>
                <a:ext cx="3244675" cy="537001"/>
                <a:chOff x="1567036" y="1719366"/>
                <a:chExt cx="3244675" cy="537001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F8408A76-6134-F514-1E62-5557538E9007}"/>
                    </a:ext>
                  </a:extLst>
                </p:cNvPr>
                <p:cNvSpPr/>
                <p:nvPr/>
              </p:nvSpPr>
              <p:spPr>
                <a:xfrm>
                  <a:off x="1567036" y="1719366"/>
                  <a:ext cx="1041228" cy="31263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3A7B95E4-6417-0380-6794-1EAD5DA87FB1}"/>
                    </a:ext>
                  </a:extLst>
                </p:cNvPr>
                <p:cNvSpPr/>
                <p:nvPr/>
              </p:nvSpPr>
              <p:spPr>
                <a:xfrm>
                  <a:off x="1567036" y="2066335"/>
                  <a:ext cx="1041228" cy="19003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FCD9DEF0-5879-BABC-502E-FD636984E568}"/>
                    </a:ext>
                  </a:extLst>
                </p:cNvPr>
                <p:cNvGrpSpPr/>
                <p:nvPr/>
              </p:nvGrpSpPr>
              <p:grpSpPr>
                <a:xfrm>
                  <a:off x="2632074" y="1719366"/>
                  <a:ext cx="2179637" cy="312634"/>
                  <a:chOff x="2632074" y="1719366"/>
                  <a:chExt cx="2179637" cy="291658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B3D6351A-BF44-0C58-7962-A473FAD9E12E}"/>
                      </a:ext>
                    </a:extLst>
                  </p:cNvPr>
                  <p:cNvSpPr/>
                  <p:nvPr/>
                </p:nvSpPr>
                <p:spPr>
                  <a:xfrm>
                    <a:off x="2632074" y="1719366"/>
                    <a:ext cx="2179637" cy="14572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46868B76-6C6A-55E7-4D0B-5C5258121BE3}"/>
                      </a:ext>
                    </a:extLst>
                  </p:cNvPr>
                  <p:cNvSpPr/>
                  <p:nvPr/>
                </p:nvSpPr>
                <p:spPr>
                  <a:xfrm>
                    <a:off x="2632074" y="1875683"/>
                    <a:ext cx="2179637" cy="13534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AI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80" name="グループ化 79">
              <a:extLst>
                <a:ext uri="{FF2B5EF4-FFF2-40B4-BE49-F238E27FC236}">
                  <ns2:creationId id="{B65F5CBC-611D-2BA4-2DA8-59304DE67331}"/>
                </a:ext>
              </a:extLst>
            </p:cNvPr>
            <p:cNvGrpSpPr/>
            <p:nvPr/>
          </p:nvGrpSpPr>
          <p:grpSpPr>
            <a:xfrm>
              <a:off x="6712224" y="2342394"/>
              <a:ext cx="1654746" cy="892726"/>
              <a:chOff x="6712224" y="2342394"/>
              <a:chExt cx="1654746" cy="892726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D52B1B59-36E0-2924-9112-E93FC5843558}"/>
                  </a:ext>
                </a:extLst>
              </p:cNvPr>
              <p:cNvSpPr/>
              <p:nvPr/>
            </p:nvSpPr>
            <p:spPr>
              <a:xfrm>
                <a:off x="6712224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BDD10295-7BBF-69B7-1E18-B0C9E4B10940}"/>
                  </a:ext>
                </a:extLst>
              </p:cNvPr>
              <p:cNvSpPr/>
              <p:nvPr/>
            </p:nvSpPr>
            <p:spPr>
              <a:xfrm>
                <a:off x="6712224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1" name="グループ化 80">
              <a:extLst>
                <a:ext uri="{FF2B5EF4-FFF2-40B4-BE49-F238E27FC236}">
                  <ns2:creationId id="{284BBC27-68D3-48A8-2F0F-506CC90A029C}"/>
                </a:ext>
              </a:extLst>
            </p:cNvPr>
            <p:cNvGrpSpPr/>
            <p:nvPr/>
          </p:nvGrpSpPr>
          <p:grpSpPr>
            <a:xfrm>
              <a:off x="4967479" y="2342394"/>
              <a:ext cx="1654746" cy="892726"/>
              <a:chOff x="4967479" y="2342394"/>
              <a:chExt cx="1654746" cy="892726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A2CF9FC4-02C0-EC4F-1942-FFCB12BBE255}"/>
                  </a:ext>
                </a:extLst>
              </p:cNvPr>
              <p:cNvSpPr/>
              <p:nvPr/>
            </p:nvSpPr>
            <p:spPr>
              <a:xfrm>
                <a:off x="4967479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93E9D740-3DEB-5D41-5B6B-06187AFDF242}"/>
                  </a:ext>
                </a:extLst>
              </p:cNvPr>
              <p:cNvSpPr/>
              <p:nvPr/>
            </p:nvSpPr>
            <p:spPr>
              <a:xfrm>
                <a:off x="4967479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DF1FE0E8-D3DF-67B0-DD38-352836CD2CB6}"/>
                </a:ext>
              </a:extLst>
            </p:cNvPr>
            <p:cNvGrpSpPr/>
            <p:nvPr/>
          </p:nvGrpSpPr>
          <p:grpSpPr>
            <a:xfrm>
              <a:off x="3222733" y="2342394"/>
              <a:ext cx="1654746" cy="892726"/>
              <a:chOff x="3222733" y="2342394"/>
              <a:chExt cx="1654746" cy="892726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7295FBD4-C8D6-2869-18F2-853039F7A316}"/>
                  </a:ext>
                </a:extLst>
              </p:cNvPr>
              <p:cNvSpPr/>
              <p:nvPr/>
            </p:nvSpPr>
            <p:spPr>
              <a:xfrm>
                <a:off x="3222733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49F946DC-0978-32A7-F027-382C422991EE}"/>
                  </a:ext>
                </a:extLst>
              </p:cNvPr>
              <p:cNvSpPr/>
              <p:nvPr/>
            </p:nvSpPr>
            <p:spPr>
              <a:xfrm>
                <a:off x="3222733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97B4FE8B-55F9-3817-403E-5DD0706F3251}"/>
                </a:ext>
              </a:extLst>
            </p:cNvPr>
            <p:cNvGrpSpPr/>
            <p:nvPr/>
          </p:nvGrpSpPr>
          <p:grpSpPr>
            <a:xfrm>
              <a:off x="1477986" y="2342394"/>
              <a:ext cx="1654746" cy="892726"/>
              <a:chOff x="1477986" y="2342394"/>
              <a:chExt cx="1654746" cy="892726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2E12AEE4-01C4-0CD7-4CE4-32F682992CE4}"/>
                  </a:ext>
                </a:extLst>
              </p:cNvPr>
              <p:cNvSpPr/>
              <p:nvPr/>
            </p:nvSpPr>
            <p:spPr>
              <a:xfrm>
                <a:off x="1477986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E2B1ABC3-C926-3782-DC37-B4B3AD9CBA54}"/>
                  </a:ext>
                </a:extLst>
              </p:cNvPr>
              <p:cNvSpPr/>
              <p:nvPr/>
            </p:nvSpPr>
            <p:spPr>
              <a:xfrm>
                <a:off x="1477986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4" name="正方形/長方形 23">
              <a:extLst>
                <a:ext uri="{FF2B5EF4-FFF2-40B4-BE49-F238E27FC236}">
                  <ns2:creationId id="{59C6A339-1B15-A7DE-D7E6-3D242677584D}"/>
                </a:ext>
              </a:extLst>
            </p:cNvPr>
            <p:cNvSpPr/>
            <p:nvPr/>
          </p:nvSpPr>
          <p:spPr>
            <a:xfrm>
              <a:off x="334963" y="3276251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F1A861BD-BAB5-B176-6860-D69C8ADE1D48}"/>
                </a:ext>
              </a:extLst>
            </p:cNvPr>
            <p:cNvSpPr/>
            <p:nvPr/>
          </p:nvSpPr>
          <p:spPr>
            <a:xfrm>
              <a:off x="334963" y="4063475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8A23B3EF-0B6E-495F-BB48-664DCA475ACE}"/>
                </a:ext>
              </a:extLst>
            </p:cNvPr>
            <p:cNvSpPr/>
            <p:nvPr/>
          </p:nvSpPr>
          <p:spPr>
            <a:xfrm>
              <a:off x="1477986" y="3274155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8907018-0678-809C-4825-F189FD86ABBE}"/>
                </a:ext>
              </a:extLst>
            </p:cNvPr>
            <p:cNvSpPr/>
            <p:nvPr/>
          </p:nvSpPr>
          <p:spPr>
            <a:xfrm>
              <a:off x="1477986" y="4064878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56D80DF3-6AE5-4DA4-46CF-DA76B7AA2C05}"/>
                </a:ext>
              </a:extLst>
            </p:cNvPr>
            <p:cNvSpPr/>
            <p:nvPr/>
          </p:nvSpPr>
          <p:spPr>
            <a:xfrm>
              <a:off x="1477986" y="4851400"/>
              <a:ext cx="6888984" cy="5255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047ECC9-1D7B-2F63-FA68-339767E538F6}"/>
                </a:ext>
              </a:extLst>
            </p:cNvPr>
            <p:cNvGrpSpPr/>
            <p:nvPr/>
          </p:nvGrpSpPr>
          <p:grpSpPr>
            <a:xfrm>
              <a:off x="4968053" y="5415998"/>
              <a:ext cx="3398920" cy="892726"/>
              <a:chOff x="4968053" y="5415998"/>
              <a:chExt cx="3398920" cy="892726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DBCAB834-9A75-A066-E08F-A465F842AE81}"/>
                  </a:ext>
                </a:extLst>
              </p:cNvPr>
              <p:cNvSpPr/>
              <p:nvPr/>
            </p:nvSpPr>
            <p:spPr>
              <a:xfrm>
                <a:off x="4968053" y="5415998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5EE8994-AB4D-57CB-C2D6-DCCBF47FE8F8}"/>
                  </a:ext>
                </a:extLst>
              </p:cNvPr>
              <p:cNvSpPr/>
              <p:nvPr/>
            </p:nvSpPr>
            <p:spPr>
              <a:xfrm>
                <a:off x="4968053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4" name="グループ化 83">
              <a:extLst>
                <a:ext uri="{FF2B5EF4-FFF2-40B4-BE49-F238E27FC236}">
                  <ns2:creationId id="{31C25073-18F4-2DB7-4CA6-016E6F51A4A9}"/>
                </a:ext>
              </a:extLst>
            </p:cNvPr>
            <p:cNvGrpSpPr/>
            <p:nvPr/>
          </p:nvGrpSpPr>
          <p:grpSpPr>
            <a:xfrm>
              <a:off x="1477985" y="5415999"/>
              <a:ext cx="3398920" cy="892726"/>
              <a:chOff x="1477985" y="5415999"/>
              <a:chExt cx="3398920" cy="892726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84942015-6152-C9C0-1D4A-489172D607AD}"/>
                  </a:ext>
                </a:extLst>
              </p:cNvPr>
              <p:cNvSpPr/>
              <p:nvPr/>
            </p:nvSpPr>
            <p:spPr>
              <a:xfrm>
                <a:off x="1477985" y="5415999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52B253FA-EE84-262C-6994-4B78B2E20917}"/>
                  </a:ext>
                </a:extLst>
              </p:cNvPr>
              <p:cNvSpPr/>
              <p:nvPr/>
            </p:nvSpPr>
            <p:spPr>
              <a:xfrm>
                <a:off x="1477985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87" name="正方形/長方形 86">
              <a:extLst>
                <a:ext uri="{FF2B5EF4-FFF2-40B4-BE49-F238E27FC236}">
                  <ns2:creationId id="{12015894-309E-9F49-B838-A05F95A24173}"/>
                </a:ext>
              </a:extLst>
            </p:cNvPr>
            <p:cNvSpPr/>
            <p:nvPr/>
          </p:nvSpPr>
          <p:spPr>
            <a:xfrm>
              <a:off x="8458117" y="1468611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898B370-A2A9-2D3F-8C49-62270F03E4F4}"/>
                </a:ext>
              </a:extLst>
            </p:cNvPr>
            <p:cNvSpPr/>
            <p:nvPr/>
          </p:nvSpPr>
          <p:spPr>
            <a:xfrm>
              <a:off x="8458118" y="1777343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6C3C66C9-C8BF-621E-3D88-2E258F345A97}"/>
                </a:ext>
              </a:extLst>
            </p:cNvPr>
            <p:cNvSpPr/>
            <p:nvPr/>
          </p:nvSpPr>
          <p:spPr>
            <a:xfrm>
              <a:off x="8458117" y="3114319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73881D47-51F1-C954-4228-619C627FFA79}"/>
                </a:ext>
              </a:extLst>
            </p:cNvPr>
            <p:cNvSpPr/>
            <p:nvPr/>
          </p:nvSpPr>
          <p:spPr>
            <a:xfrm>
              <a:off x="8458117" y="4760027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2C3EE6D-5F9A-1BA1-5AAD-D3DCE3D3A90B}"/>
                </a:ext>
              </a:extLst>
            </p:cNvPr>
            <p:cNvSpPr/>
            <p:nvPr/>
          </p:nvSpPr>
          <p:spPr>
            <a:xfrm>
              <a:off x="8458118" y="3423051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1EEF633-8262-43D7-A2D7-428C19516144}"/>
                </a:ext>
              </a:extLst>
            </p:cNvPr>
            <p:cNvSpPr/>
            <p:nvPr/>
          </p:nvSpPr>
          <p:spPr>
            <a:xfrm>
              <a:off x="8458118" y="5068759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23A6C622-6033-FB1C-59AC-BC94E9B7A252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043262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C07C63B-F6C7-1845-43EB-B5B99A5BDE8B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831885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グラフィックス 239" descr="硬貨 単色塗りつぶし">
              <a:extLst>
                <a:ext uri="{FF2B5EF4-FFF2-40B4-BE49-F238E27FC236}">
                  <ns2:creationId id="{F87B2CEF-E3F6-8D8E-77DA-6276F9D8DA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84127" y="3583371"/>
              <a:ext cx="438274" cy="438274"/>
            </a:xfrm>
            <a:prstGeom prst="rect">
              <a:avLst/>
            </a:prstGeom>
          </p:spPr>
        </p:pic>
        <p:pic>
          <p:nvPicPr>
            <p:cNvPr id="31" name="グラフィックス 239" descr="住宅ローン 単色塗りつぶし">
              <a:extLst>
                <a:ext uri="{FF2B5EF4-FFF2-40B4-BE49-F238E27FC236}">
                  <ns2:creationId id="{61628478-87B0-B2E8-C823-3DB88D0EDB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84127" y="4374094"/>
              <a:ext cx="438274" cy="43827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76740542"/>
      </p:ext>
    </p:extLst>
  </p:cSld>
  <p:clrMapOvr>
    <a:masterClrMapping/>
  </p:clrMapOvr>
</p:sld>
</file>

<file path=ppt/slides/slide2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6DD0D5-A836-63D0-7F33-DC088989FC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37D05B1-2D70-17B5-7012-84057E51AF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  <a:p>
            <a:pPr marL="0" indent="0">
              <a:buNone/>
            </a:pPr>
            <a:endParaRPr kumimoji="1" lang="ja-JP" altLang="en-US" dirty="0"/>
          </a:p>
        </p:txBody>
      </p:sp>
      <p:grpSp>
        <p:nvGrpSpPr>
          <p:cNvPr id="89" name="グループ化 88">
            <a:extLst>
              <a:ext uri="{FF2B5EF4-FFF2-40B4-BE49-F238E27FC236}">
                <ns2:creationId id="{298FA48F-3F67-FCC9-BA23-296DF82D915E}"/>
              </a:ext>
            </a:extLst>
          </p:cNvPr>
          <p:cNvGrpSpPr/>
          <p:nvPr/>
        </p:nvGrpSpPr>
        <p:grpSpPr>
          <a:xfrm>
            <a:off x="354396" y="2531070"/>
            <a:ext cx="3763084" cy="3780299"/>
            <a:chOff x="354396" y="2531070"/>
            <a:chExt cx="3763084" cy="3780299"/>
          </a:xfrm>
        </p:grpSpPr>
        <p:sp>
          <p:nvSpPr>
            <p:cNvPr id="27" name="正方形/長方形 26">
              <a:extLst>
                <a:ext uri="{FF2B5EF4-FFF2-40B4-BE49-F238E27FC236}">
                  <ns2:creationId id="{C2DDB379-7746-8697-8F8F-4A5D7A9E5882}"/>
                </a:ext>
              </a:extLst>
            </p:cNvPr>
            <p:cNvSpPr/>
            <p:nvPr/>
          </p:nvSpPr>
          <p:spPr>
            <a:xfrm>
              <a:off x="803707" y="25310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chemeClr val="tx1"/>
                </a:solidFill>
                <a:latin typeface="+mn-ea"/>
              </a:endParaRPr>
            </a:p>
            <a:p>
              <a:pPr marL="357188" indent="-177800">
                <a:spcAft>
                  <a:spcPts val="100"/>
                </a:spcAft>
                <a:buClr>
                  <a:srgbClr val="008000"/>
                </a:buClr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935AA371-6136-EADC-F4B8-AEABEECFEB4E}"/>
                </a:ext>
              </a:extLst>
            </p:cNvPr>
            <p:cNvGrpSpPr/>
            <p:nvPr/>
          </p:nvGrpSpPr>
          <p:grpSpPr>
            <a:xfrm>
              <a:off x="354396" y="2711070"/>
              <a:ext cx="540000" cy="540000"/>
              <a:chOff x="-91493" y="2733111"/>
              <a:chExt cx="540000" cy="540000"/>
            </a:xfrm>
          </p:grpSpPr>
          <p:sp>
            <p:nvSpPr>
              <p:cNvPr id="36" name="楕円 35">
                <a:extLst>
                  <a:ext uri="{FF2B5EF4-FFF2-40B4-BE49-F238E27FC236}">
                    <ns2:creationId id="{D510B024-9666-2061-268E-15A7BA370D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91493" y="2733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" name="グラフィックス 28" descr="環状の矢印 単色塗りつぶし">
                <a:extLst>
                  <a:ext uri="{FF2B5EF4-FFF2-40B4-BE49-F238E27FC236}">
                    <ns2:creationId id="{6DEAA20A-80B2-CAE6-C8B1-C40FDF2D66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-19493" y="2805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255A5D65-790D-FDF5-1286-FEF7D7AEEEC7}"/>
                </a:ext>
              </a:extLst>
            </p:cNvPr>
            <p:cNvSpPr/>
            <p:nvPr/>
          </p:nvSpPr>
          <p:spPr>
            <a:xfrm>
              <a:off x="803707" y="34911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2666754D-513C-C55B-EBB3-81EBFA12D0D2}"/>
                </a:ext>
              </a:extLst>
            </p:cNvPr>
            <p:cNvGrpSpPr/>
            <p:nvPr/>
          </p:nvGrpSpPr>
          <p:grpSpPr>
            <a:xfrm>
              <a:off x="354396" y="3671170"/>
              <a:ext cx="540000" cy="540000"/>
              <a:chOff x="25029" y="3747721"/>
              <a:chExt cx="540000" cy="540000"/>
            </a:xfrm>
          </p:grpSpPr>
          <p:sp>
            <p:nvSpPr>
              <p:cNvPr id="42" name="楕円 41">
                <a:extLst>
                  <a:ext uri="{FF2B5EF4-FFF2-40B4-BE49-F238E27FC236}">
                    <ns2:creationId id="{773CB969-9C56-D612-561A-C3BFEA689D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29" y="374772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ローチャート 単色塗りつぶし">
                <a:extLst>
                  <a:ext uri="{FF2B5EF4-FFF2-40B4-BE49-F238E27FC236}">
                    <ns2:creationId id="{6589C48A-47A9-20A3-6667-3CB6230AB6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7029" y="381972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2" name="正方形/長方形 51">
              <a:extLst>
                <a:ext uri="{FF2B5EF4-FFF2-40B4-BE49-F238E27FC236}">
                  <ns2:creationId id="{7987F750-6563-6D94-4AE3-A3AC9C84440D}"/>
                </a:ext>
              </a:extLst>
            </p:cNvPr>
            <p:cNvSpPr/>
            <p:nvPr/>
          </p:nvSpPr>
          <p:spPr>
            <a:xfrm>
              <a:off x="803707" y="44512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6973F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8" name="グループ化 27">
              <a:extLst>
                <a:ext uri="{FF2B5EF4-FFF2-40B4-BE49-F238E27FC236}">
                  <ns2:creationId id="{4953BE65-D92C-5335-E7EA-149DF741D793}"/>
                </a:ext>
              </a:extLst>
            </p:cNvPr>
            <p:cNvGrpSpPr/>
            <p:nvPr/>
          </p:nvGrpSpPr>
          <p:grpSpPr>
            <a:xfrm>
              <a:off x="354396" y="4631270"/>
              <a:ext cx="540000" cy="540000"/>
              <a:chOff x="-32969" y="4516099"/>
              <a:chExt cx="540000" cy="540000"/>
            </a:xfrm>
          </p:grpSpPr>
          <p:sp>
            <p:nvSpPr>
              <p:cNvPr id="54" name="楕円 53">
                <a:extLst>
                  <a:ext uri="{FF2B5EF4-FFF2-40B4-BE49-F238E27FC236}">
                    <ns2:creationId id="{1E37F71E-6824-55D3-E679-9739E85F89B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32969" y="4516099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1" name="グラフィックス 30" descr="線付きの円 単色塗りつぶし">
                <a:extLst>
                  <a:ext uri="{FF2B5EF4-FFF2-40B4-BE49-F238E27FC236}">
                    <ns2:creationId id="{AD08461D-C5D5-4020-3CF3-1A0DD202D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9031" y="4588099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7" name="正方形/長方形 56">
              <a:extLst>
                <a:ext uri="{FF2B5EF4-FFF2-40B4-BE49-F238E27FC236}">
                  <ns2:creationId id="{D0462F8D-059D-0DEB-2399-0AA9BD417273}"/>
                </a:ext>
              </a:extLst>
            </p:cNvPr>
            <p:cNvSpPr/>
            <p:nvPr/>
          </p:nvSpPr>
          <p:spPr>
            <a:xfrm>
              <a:off x="803707" y="5411369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7EFC156B-E90F-DBD9-8FBD-24B34FDA6E60}"/>
                </a:ext>
              </a:extLst>
            </p:cNvPr>
            <p:cNvGrpSpPr/>
            <p:nvPr/>
          </p:nvGrpSpPr>
          <p:grpSpPr>
            <a:xfrm>
              <a:off x="354396" y="5591369"/>
              <a:ext cx="540000" cy="540000"/>
              <a:chOff x="-54431" y="5458087"/>
              <a:chExt cx="540000" cy="540000"/>
            </a:xfrm>
          </p:grpSpPr>
          <p:sp>
            <p:nvSpPr>
              <p:cNvPr id="59" name="楕円 58">
                <a:extLst>
                  <a:ext uri="{FF2B5EF4-FFF2-40B4-BE49-F238E27FC236}">
                    <ns2:creationId id="{F67FCB1B-F145-53C2-7A9A-5363DC901E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54431" y="545808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5" name="グラフィックス 34" descr="プレゼンテーション (円グラフ) 単色塗りつぶし">
                <a:extLst>
                  <a:ext uri="{FF2B5EF4-FFF2-40B4-BE49-F238E27FC236}">
                    <ns2:creationId id="{3353AD1C-E615-5AC1-E168-FE6546450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569" y="5530087"/>
                <a:ext cx="396000" cy="396000"/>
              </a:xfrm>
              <a:prstGeom prst="rect">
                <a:avLst/>
              </a:prstGeom>
            </p:spPr>
          </p:pic>
        </p:grpSp>
      </p:grpSp>
      <p:sp>
        <p:nvSpPr>
          <p:cNvPr id="10" name="テキスト ボックス 9">
            <a:extLst>
              <a:ext uri="{FF2B5EF4-FFF2-40B4-BE49-F238E27FC236}">
                <ns2:creationId id="{34406D90-DFF4-01D7-9C6C-4A9D6D9F9E98}"/>
              </a:ext>
            </a:extLst>
          </p:cNvPr>
          <p:cNvSpPr txBox="1"/>
          <p:nvPr/>
        </p:nvSpPr>
        <p:spPr>
          <a:xfrm>
            <a:off x="4196166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6" name="山形 52">
            <a:extLst>
              <a:ext uri="{FF2B5EF4-FFF2-40B4-BE49-F238E27FC236}">
                <ns2:creationId id="{BB6E2C2D-B509-95E1-0582-DA079CF6F96F}"/>
              </a:ext>
            </a:extLst>
          </p:cNvPr>
          <p:cNvSpPr/>
          <p:nvPr/>
        </p:nvSpPr>
        <p:spPr>
          <a:xfrm>
            <a:off x="4196347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en-US" sz="1200" dirty="0">
                <a:latin typeface="+mn-ea"/>
              </a:rPr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3" name="グラフィックス 12" descr="ブロックチェーン 単色塗りつぶし">
            <a:extLst>
              <a:ext uri="{FF2B5EF4-FFF2-40B4-BE49-F238E27FC236}">
                <ns2:creationId id="{DC7813FD-122C-939E-0BB4-B58B7B41D4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4818397" y="1635540"/>
            <a:ext cx="324000" cy="324000"/>
          </a:xfrm>
          <a:prstGeom prst="rect">
            <a:avLst/>
          </a:prstGeom>
        </p:spPr>
      </p:pic>
      <p:sp>
        <p:nvSpPr>
          <p:cNvPr id="21" name="楕円 20">
            <a:extLst>
              <a:ext uri="{FF2B5EF4-FFF2-40B4-BE49-F238E27FC236}">
                <ns2:creationId id="{C5311481-06E7-0240-1270-1E8F16C0D839}"/>
              </a:ext>
            </a:extLst>
          </p:cNvPr>
          <p:cNvSpPr>
            <a:spLocks noChangeAspect="1"/>
          </p:cNvSpPr>
          <p:nvPr/>
        </p:nvSpPr>
        <p:spPr>
          <a:xfrm>
            <a:off x="4179267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FAFC1E66-86F3-A6D5-A355-5DAFF23291B2}"/>
              </a:ext>
            </a:extLst>
          </p:cNvPr>
          <p:cNvSpPr txBox="1">
            <a:spLocks/>
          </p:cNvSpPr>
          <p:nvPr/>
        </p:nvSpPr>
        <p:spPr>
          <a:xfrm>
            <a:off x="8038298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7" name="山形 53">
            <a:extLst>
              <a:ext uri="{FF2B5EF4-FFF2-40B4-BE49-F238E27FC236}">
                <ns2:creationId id="{1D80EAD8-007A-6E78-8115-E74DF8E24FB8}"/>
              </a:ext>
            </a:extLst>
          </p:cNvPr>
          <p:cNvSpPr/>
          <p:nvPr/>
        </p:nvSpPr>
        <p:spPr>
          <a:xfrm>
            <a:off x="8038298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1200" dirty="0">
                <a:latin typeface="+mn-ea"/>
              </a:rPr>
              <a:t>XX</a:t>
            </a:r>
            <a:endParaRPr kumimoji="1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5" name="グラフィックス 14" descr="サーバー 単色塗りつぶし">
            <a:extLst>
              <a:ext uri="{FF2B5EF4-FFF2-40B4-BE49-F238E27FC236}">
                <ns2:creationId id="{D41685EF-AA87-4677-48C8-D949309098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8898473" y="1635540"/>
            <a:ext cx="324000" cy="324000"/>
          </a:xfrm>
          <a:prstGeom prst="rect">
            <a:avLst/>
          </a:prstGeom>
        </p:spPr>
      </p:pic>
      <p:sp>
        <p:nvSpPr>
          <p:cNvPr id="22" name="楕円 21">
            <a:extLst>
              <a:ext uri="{FF2B5EF4-FFF2-40B4-BE49-F238E27FC236}">
                <ns2:creationId id="{02024892-4A74-1E48-DCF8-903C9982AAF2}"/>
              </a:ext>
            </a:extLst>
          </p:cNvPr>
          <p:cNvSpPr>
            <a:spLocks noChangeAspect="1"/>
          </p:cNvSpPr>
          <p:nvPr/>
        </p:nvSpPr>
        <p:spPr>
          <a:xfrm>
            <a:off x="8021218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FAE35CDF-5B3D-C483-46D4-C859A6320320}"/>
              </a:ext>
            </a:extLst>
          </p:cNvPr>
          <p:cNvSpPr txBox="1"/>
          <p:nvPr/>
        </p:nvSpPr>
        <p:spPr>
          <a:xfrm>
            <a:off x="354396" y="1959540"/>
            <a:ext cx="3757013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5" name="ホームベース 51">
            <a:extLst>
              <a:ext uri="{FF2B5EF4-FFF2-40B4-BE49-F238E27FC236}">
                <ns2:creationId id="{702A74FB-2D2C-B4CF-E5E5-A0CD8B2BA5ED}"/>
              </a:ext>
            </a:extLst>
          </p:cNvPr>
          <p:cNvSpPr/>
          <p:nvPr/>
        </p:nvSpPr>
        <p:spPr>
          <a:xfrm>
            <a:off x="354396" y="1635540"/>
            <a:ext cx="3816000" cy="324000"/>
          </a:xfrm>
          <a:prstGeom prst="homePlate">
            <a:avLst>
              <a:gd name="adj" fmla="val 18206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ja-JP" sz="1200" dirty="0"/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7" name="グラフィックス 16" descr="データベース 単色塗りつぶし">
            <a:extLst>
              <a:ext uri="{FF2B5EF4-FFF2-40B4-BE49-F238E27FC236}">
                <ns2:creationId id="{C39703DB-6342-4D79-8C00-9D9F7C6D3A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700221" y="1635540"/>
            <a:ext cx="324000" cy="324000"/>
          </a:xfrm>
          <a:prstGeom prst="rect">
            <a:avLst/>
          </a:prstGeom>
        </p:spPr>
      </p:pic>
      <p:sp>
        <p:nvSpPr>
          <p:cNvPr id="8" name="楕円 7">
            <a:extLst>
              <a:ext uri="{FF2B5EF4-FFF2-40B4-BE49-F238E27FC236}">
                <ns2:creationId id="{35C92EC5-4BA9-9C55-4374-B94F714E0F7E}"/>
              </a:ext>
            </a:extLst>
          </p:cNvPr>
          <p:cNvSpPr>
            <a:spLocks noChangeAspect="1"/>
          </p:cNvSpPr>
          <p:nvPr/>
        </p:nvSpPr>
        <p:spPr>
          <a:xfrm>
            <a:off x="337316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3B1779A5-31ED-7ECC-62CA-287920149C13}"/>
              </a:ext>
            </a:extLst>
          </p:cNvPr>
          <p:cNvGrpSpPr/>
          <p:nvPr/>
        </p:nvGrpSpPr>
        <p:grpSpPr>
          <a:xfrm>
            <a:off x="8038298" y="2531070"/>
            <a:ext cx="3757376" cy="3780299"/>
            <a:chOff x="8038298" y="2531070"/>
            <a:chExt cx="3757376" cy="3780299"/>
          </a:xfrm>
        </p:grpSpPr>
        <p:sp>
          <p:nvSpPr>
            <p:cNvPr id="134" name="テキスト ボックス 133">
              <a:extLst>
                <a:ext uri="{FF2B5EF4-FFF2-40B4-BE49-F238E27FC236}">
                  <ns2:creationId id="{CCE41FA6-D444-EFCB-5EFD-DFBD6E771A41}"/>
                </a:ext>
              </a:extLst>
            </p:cNvPr>
            <p:cNvSpPr txBox="1"/>
            <p:nvPr/>
          </p:nvSpPr>
          <p:spPr>
            <a:xfrm>
              <a:off x="8772545" y="25310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68BF23EB-AE5C-1EF7-D64C-5EF19FA0B5F0}"/>
                </a:ext>
              </a:extLst>
            </p:cNvPr>
            <p:cNvSpPr>
              <a:spLocks/>
            </p:cNvSpPr>
            <p:nvPr/>
          </p:nvSpPr>
          <p:spPr>
            <a:xfrm>
              <a:off x="8038298" y="25310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6" name="グラフィックス 145" descr="慈善 単色塗りつぶし">
              <a:extLst>
                <a:ext uri="{FF2B5EF4-FFF2-40B4-BE49-F238E27FC236}">
                  <ns2:creationId id="{9B79E1EC-4EAD-0214-0D3C-EBF5C5585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89422" y="2765070"/>
              <a:ext cx="432000" cy="432000"/>
            </a:xfrm>
            <a:prstGeom prst="rect">
              <a:avLst/>
            </a:prstGeom>
          </p:spPr>
        </p:pic>
        <p:sp>
          <p:nvSpPr>
            <p:cNvPr id="136" name="正方形/長方形 135">
              <a:extLst>
                <a:ext uri="{FF2B5EF4-FFF2-40B4-BE49-F238E27FC236}">
                  <ns2:creationId id="{01B92F6A-B79D-360A-2DB9-2D00160A0A4D}"/>
                </a:ext>
              </a:extLst>
            </p:cNvPr>
            <p:cNvSpPr>
              <a:spLocks/>
            </p:cNvSpPr>
            <p:nvPr/>
          </p:nvSpPr>
          <p:spPr>
            <a:xfrm>
              <a:off x="8038298" y="34911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4" name="グラフィックス 143" descr="箱 単色塗りつぶし">
              <a:extLst>
                <a:ext uri="{FF2B5EF4-FFF2-40B4-BE49-F238E27FC236}">
                  <ns2:creationId id="{E8AAD022-1785-6FC0-1FE6-414D6DE9CE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8189422" y="3725170"/>
              <a:ext cx="432000" cy="432000"/>
            </a:xfrm>
            <a:prstGeom prst="rect">
              <a:avLst/>
            </a:prstGeom>
          </p:spPr>
        </p:pic>
        <p:sp>
          <p:nvSpPr>
            <p:cNvPr id="138" name="正方形/長方形 137">
              <a:extLst>
                <a:ext uri="{FF2B5EF4-FFF2-40B4-BE49-F238E27FC236}">
                  <ns2:creationId id="{FB1C2365-C1D9-08A1-3110-5449E29DA7CD}"/>
                </a:ext>
              </a:extLst>
            </p:cNvPr>
            <p:cNvSpPr>
              <a:spLocks/>
            </p:cNvSpPr>
            <p:nvPr/>
          </p:nvSpPr>
          <p:spPr>
            <a:xfrm>
              <a:off x="8038298" y="5411369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ツール 単色塗りつぶし">
              <a:extLst>
                <a:ext uri="{FF2B5EF4-FFF2-40B4-BE49-F238E27FC236}">
                  <ns2:creationId id="{CF278EFC-6A52-35AB-577C-795A771F48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189420" y="5645369"/>
              <a:ext cx="432000" cy="432000"/>
            </a:xfrm>
            <a:prstGeom prst="rect">
              <a:avLst/>
            </a:prstGeom>
          </p:spPr>
        </p:pic>
        <p:sp>
          <p:nvSpPr>
            <p:cNvPr id="155" name="テキスト ボックス 154">
              <a:extLst>
                <a:ext uri="{FF2B5EF4-FFF2-40B4-BE49-F238E27FC236}">
                  <ns2:creationId id="{434BFA0B-3DFB-986D-DD0B-B7F3FCACE1C5}"/>
                </a:ext>
              </a:extLst>
            </p:cNvPr>
            <p:cNvSpPr txBox="1"/>
            <p:nvPr/>
          </p:nvSpPr>
          <p:spPr>
            <a:xfrm>
              <a:off x="8772546" y="5411369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8CD09E9-D1B2-869B-4B6B-4844DECAAA13}"/>
                </a:ext>
              </a:extLst>
            </p:cNvPr>
            <p:cNvSpPr>
              <a:spLocks/>
            </p:cNvSpPr>
            <p:nvPr/>
          </p:nvSpPr>
          <p:spPr>
            <a:xfrm>
              <a:off x="8038298" y="44512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2" name="グラフィックス 141" descr="ノート PC 単色塗りつぶし">
              <a:extLst>
                <a:ext uri="{FF2B5EF4-FFF2-40B4-BE49-F238E27FC236}">
                  <ns2:creationId id="{7D7D7C2C-C72D-7E7B-1E5E-23F05DEC14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189422" y="4685270"/>
              <a:ext cx="432000" cy="432000"/>
            </a:xfrm>
            <a:prstGeom prst="rect">
              <a:avLst/>
            </a:prstGeom>
          </p:spPr>
        </p:pic>
        <p:sp>
          <p:nvSpPr>
            <p:cNvPr id="153" name="テキスト ボックス 152">
              <a:extLst>
                <a:ext uri="{FF2B5EF4-FFF2-40B4-BE49-F238E27FC236}">
                  <ns2:creationId id="{0F8DA6FF-A90C-8A3D-71EE-A26C5C09FA78}"/>
                </a:ext>
              </a:extLst>
            </p:cNvPr>
            <p:cNvSpPr txBox="1"/>
            <p:nvPr/>
          </p:nvSpPr>
          <p:spPr>
            <a:xfrm>
              <a:off x="8772546" y="3491170"/>
              <a:ext cx="3023128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7E2BCBB4-D356-F5FE-97F4-E6F2668B016C}"/>
                </a:ext>
              </a:extLst>
            </p:cNvPr>
            <p:cNvSpPr txBox="1"/>
            <p:nvPr/>
          </p:nvSpPr>
          <p:spPr>
            <a:xfrm>
              <a:off x="8772546" y="44512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850" dirty="0">
                  <a:solidFill>
                    <a:srgbClr val="008000"/>
                  </a:solidFill>
                  <a:latin typeface="+mn-ea"/>
                </a:rPr>
                <a:t>「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ns2:creationId id="{DE693B07-E426-AE76-C3B4-B4D49D26FDCC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34611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5D1C0A8-ED8D-5F2B-CEF5-8BAD2CD44282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4" y="44212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F01760FE-6B91-F2BA-FE8A-AE03746DCE4E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53813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グループ化 85">
            <a:extLst>
              <a:ext uri="{FF2B5EF4-FFF2-40B4-BE49-F238E27FC236}">
                <ns2:creationId id="{BC2480CB-93EA-E16A-E8D8-C47DE39BF8A8}"/>
              </a:ext>
            </a:extLst>
          </p:cNvPr>
          <p:cNvGrpSpPr/>
          <p:nvPr/>
        </p:nvGrpSpPr>
        <p:grpSpPr>
          <a:xfrm>
            <a:off x="3512994" y="2531070"/>
            <a:ext cx="4440549" cy="3780299"/>
            <a:chOff x="3512994" y="2531070"/>
            <a:chExt cx="4440549" cy="3780299"/>
          </a:xfrm>
        </p:grpSpPr>
        <p:sp>
          <p:nvSpPr>
            <p:cNvPr id="78" name="テキスト ボックス 77">
              <a:extLst>
                <a:ext uri="{FF2B5EF4-FFF2-40B4-BE49-F238E27FC236}">
                  <ns2:creationId id="{7C51C477-B70D-EFF3-8E41-4FA397E1B146}"/>
                </a:ext>
              </a:extLst>
            </p:cNvPr>
            <p:cNvSpPr txBox="1"/>
            <p:nvPr/>
          </p:nvSpPr>
          <p:spPr>
            <a:xfrm>
              <a:off x="5461657" y="5411369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67C19C2-1D6E-8337-1781-28054679E98F}"/>
                </a:ext>
              </a:extLst>
            </p:cNvPr>
            <p:cNvGrpSpPr/>
            <p:nvPr/>
          </p:nvGrpSpPr>
          <p:grpSpPr>
            <a:xfrm>
              <a:off x="5098162" y="5663369"/>
              <a:ext cx="396000" cy="396000"/>
              <a:chOff x="4939913" y="5623550"/>
              <a:chExt cx="540000" cy="540000"/>
            </a:xfrm>
          </p:grpSpPr>
          <p:sp>
            <p:nvSpPr>
              <p:cNvPr id="76" name="楕円 75">
                <a:extLst>
                  <a:ext uri="{FF2B5EF4-FFF2-40B4-BE49-F238E27FC236}">
                    <ns2:creationId id="{5735AC10-AC8A-4817-4636-F112D24F42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5623550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4" name="グラフィックス 93" descr="ブラウザー ウィンドウ 単色塗りつぶし">
                <a:extLst>
                  <a:ext uri="{FF2B5EF4-FFF2-40B4-BE49-F238E27FC236}">
                    <ns2:creationId id="{CEB6313F-1538-3325-0387-815138F22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5011913" y="5695550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2" name="テキスト ボックス 81">
              <a:extLst>
                <a:ext uri="{FF2B5EF4-FFF2-40B4-BE49-F238E27FC236}">
                  <ns2:creationId id="{E49F63C9-89E1-D8B9-D7D4-AE48187D1D8F}"/>
                </a:ext>
              </a:extLst>
            </p:cNvPr>
            <p:cNvSpPr txBox="1"/>
            <p:nvPr/>
          </p:nvSpPr>
          <p:spPr>
            <a:xfrm>
              <a:off x="5461656" y="44512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597A5528-27E3-4707-7977-A0FCF9A7C639}"/>
                </a:ext>
              </a:extLst>
            </p:cNvPr>
            <p:cNvGrpSpPr/>
            <p:nvPr/>
          </p:nvGrpSpPr>
          <p:grpSpPr>
            <a:xfrm>
              <a:off x="5098160" y="4703270"/>
              <a:ext cx="396000" cy="396000"/>
              <a:chOff x="4939913" y="4812657"/>
              <a:chExt cx="540000" cy="540000"/>
            </a:xfrm>
          </p:grpSpPr>
          <p:sp>
            <p:nvSpPr>
              <p:cNvPr id="75" name="楕円 74">
                <a:extLst>
                  <a:ext uri="{FF2B5EF4-FFF2-40B4-BE49-F238E27FC236}">
                    <ns2:creationId id="{3DA4E9C2-2C89-A604-6B05-7A9642FDE9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481265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6" name="グラフィックス 95" descr="ダブルタップ ジェスチャ 単色塗りつぶし">
                <a:extLst>
                  <a:ext uri="{FF2B5EF4-FFF2-40B4-BE49-F238E27FC236}">
                    <ns2:creationId id="{A165159A-0920-2093-9542-043950FD4E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011913" y="4884657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8" name="テキスト ボックス 87">
              <a:extLst>
                <a:ext uri="{FF2B5EF4-FFF2-40B4-BE49-F238E27FC236}">
                  <ns2:creationId id="{07E60F56-B359-1647-3B7F-52C5DC378C32}"/>
                </a:ext>
              </a:extLst>
            </p:cNvPr>
            <p:cNvSpPr txBox="1"/>
            <p:nvPr/>
          </p:nvSpPr>
          <p:spPr>
            <a:xfrm>
              <a:off x="5461656" y="25310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endParaRPr lang="en-US" altLang="ja-JP" sz="850" dirty="0">
                <a:latin typeface="+mn-ea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6AA8BAA3-DBD6-AA2A-105F-22D23E1A9B71}"/>
                </a:ext>
              </a:extLst>
            </p:cNvPr>
            <p:cNvGrpSpPr/>
            <p:nvPr/>
          </p:nvGrpSpPr>
          <p:grpSpPr>
            <a:xfrm>
              <a:off x="5098160" y="2783070"/>
              <a:ext cx="396000" cy="396000"/>
              <a:chOff x="4939913" y="2931111"/>
              <a:chExt cx="540000" cy="540000"/>
            </a:xfrm>
          </p:grpSpPr>
          <p:sp>
            <p:nvSpPr>
              <p:cNvPr id="73" name="楕円 72">
                <a:extLst>
                  <a:ext uri="{FF2B5EF4-FFF2-40B4-BE49-F238E27FC236}">
                    <ns2:creationId id="{DF74A8C6-EB22-0E54-8384-005AB19B22B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2931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8" name="グラフィックス 97" descr="ツール 単色塗りつぶし">
                <a:extLst>
                  <a:ext uri="{FF2B5EF4-FFF2-40B4-BE49-F238E27FC236}">
                    <ns2:creationId id="{B47498EF-6D0F-3C25-A293-4ACA3CEBE2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5011913" y="3003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79" name="テキスト ボックス 78">
              <a:extLst>
                <a:ext uri="{FF2B5EF4-FFF2-40B4-BE49-F238E27FC236}">
                  <ns2:creationId id="{C3F68C28-1A06-25BC-75FF-686C49D63DA1}"/>
                </a:ext>
              </a:extLst>
            </p:cNvPr>
            <p:cNvSpPr txBox="1"/>
            <p:nvPr/>
          </p:nvSpPr>
          <p:spPr>
            <a:xfrm>
              <a:off x="5461656" y="34911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8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FC489C60-0983-7E45-F14A-5572F6BD7543}"/>
                </a:ext>
              </a:extLst>
            </p:cNvPr>
            <p:cNvGrpSpPr/>
            <p:nvPr/>
          </p:nvGrpSpPr>
          <p:grpSpPr>
            <a:xfrm>
              <a:off x="5098161" y="3743170"/>
              <a:ext cx="396000" cy="396000"/>
              <a:chOff x="4939913" y="3870908"/>
              <a:chExt cx="540000" cy="540000"/>
            </a:xfrm>
          </p:grpSpPr>
          <p:sp>
            <p:nvSpPr>
              <p:cNvPr id="74" name="楕円 73">
                <a:extLst>
                  <a:ext uri="{FF2B5EF4-FFF2-40B4-BE49-F238E27FC236}">
                    <ns2:creationId id="{6CE1A9DC-C5D8-8773-EABE-742A5F80D9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3870908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0" name="グラフィックス 99" descr="電球と歯車 単色塗りつぶし">
                <a:extLst>
                  <a:ext uri="{FF2B5EF4-FFF2-40B4-BE49-F238E27FC236}">
                    <ns2:creationId id="{86BC01BC-FEA4-5A39-1685-770802E53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5011913" y="3942908"/>
                <a:ext cx="396000" cy="396000"/>
              </a:xfrm>
              <a:prstGeom prst="rect">
                <a:avLst/>
              </a:prstGeom>
            </p:spPr>
          </p:pic>
        </p:grpSp>
        <p:cxnSp>
          <p:nvCxnSpPr>
            <p:cNvPr id="48" name="Straight Connector 35">
              <a:extLst>
                <a:ext uri="{FF2B5EF4-FFF2-40B4-BE49-F238E27FC236}">
                  <ns2:creationId id="{4C5141E6-A9AC-F594-CFFA-F4D7709AA1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00249" y="4421765"/>
              <a:ext cx="700197" cy="143960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30">
              <a:extLst>
                <a:ext uri="{FF2B5EF4-FFF2-40B4-BE49-F238E27FC236}">
                  <ns2:creationId id="{3D60438E-7D60-CED5-2E14-7B770C6EA0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00249" y="2980134"/>
              <a:ext cx="689931" cy="1442723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33">
              <a:extLst>
                <a:ext uri="{FF2B5EF4-FFF2-40B4-BE49-F238E27FC236}">
                  <ns2:creationId id="{639421BB-C55D-4CC2-F156-2C488656FD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1" y="49012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34">
              <a:extLst>
                <a:ext uri="{FF2B5EF4-FFF2-40B4-BE49-F238E27FC236}">
                  <ns2:creationId id="{85667EE1-94E2-EF82-5BF6-3D78E341DB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0" y="39411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31">
              <a:extLst>
                <a:ext uri="{FF2B5EF4-FFF2-40B4-BE49-F238E27FC236}">
                  <ns2:creationId id="{B357D637-1895-6162-0F35-23FE0B2137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7" y="2981070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32">
              <a:extLst>
                <a:ext uri="{FF2B5EF4-FFF2-40B4-BE49-F238E27FC236}">
                  <ns2:creationId id="{239F1210-1DC4-05A9-FA40-A85069719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8" y="5861369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楕円 2">
              <a:extLst>
                <a:ext uri="{FF2B5EF4-FFF2-40B4-BE49-F238E27FC236}">
                  <ns2:creationId id="{BF9577B9-988A-EDEF-EA73-BA4F9B9D24FE}"/>
                </a:ext>
              </a:extLst>
            </p:cNvPr>
            <p:cNvSpPr/>
            <p:nvPr/>
          </p:nvSpPr>
          <p:spPr>
            <a:xfrm>
              <a:off x="3512994" y="3731120"/>
              <a:ext cx="1380200" cy="1380200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B2D9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66" name="Freeform 44">
              <a:extLst>
                <a:ext uri="{FF2B5EF4-FFF2-40B4-BE49-F238E27FC236}">
                  <ns2:creationId id="{8C03471E-266F-37E4-D309-43FA1FF1086F}"/>
                </a:ext>
              </a:extLst>
            </p:cNvPr>
            <p:cNvSpPr/>
            <p:nvPr/>
          </p:nvSpPr>
          <p:spPr>
            <a:xfrm>
              <a:off x="4200249" y="3774332"/>
              <a:ext cx="646888" cy="1293776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0" name="楕円 3">
              <a:extLst>
                <a:ext uri="{FF2B5EF4-FFF2-40B4-BE49-F238E27FC236}">
                  <ns2:creationId id="{79287F20-AE40-8E78-9F02-F70C1B5F04B2}"/>
                </a:ext>
              </a:extLst>
            </p:cNvPr>
            <p:cNvSpPr/>
            <p:nvPr/>
          </p:nvSpPr>
          <p:spPr>
            <a:xfrm>
              <a:off x="3709412" y="3928290"/>
              <a:ext cx="985857" cy="985857"/>
            </a:xfrm>
            <a:prstGeom prst="pie">
              <a:avLst>
                <a:gd name="adj1" fmla="val 16205533"/>
                <a:gd name="adj2" fmla="val 5412291"/>
              </a:avLst>
            </a:prstGeom>
            <a:solidFill>
              <a:srgbClr val="00800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68000" tIns="1368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72" name="Graphic 18" descr="Open hand with plant with solid fill">
              <a:extLst>
                <a:ext uri="{FF2B5EF4-FFF2-40B4-BE49-F238E27FC236}">
                  <ns2:creationId id="{19CCD309-F40A-2C8A-A419-6BB72B8B0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256752" y="4256909"/>
              <a:ext cx="328619" cy="32861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516324527"/>
      </p:ext>
    </p:extLst>
  </p:cSld>
  <p:clrMapOvr>
    <a:masterClrMapping/>
  </p:clrMapOvr>
</p:sld>
</file>

<file path=ppt/slides/slide28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5F59EB-A4E9-366F-E8A9-92064E76B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4B621C9-8CC1-5510-BE31-C6FB08338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8A28FA-03CC-F6B2-778A-C5AFE99578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FA8C142F-C5CD-7022-0D69-58E86A202051}"/>
              </a:ext>
            </a:extLst>
          </p:cNvPr>
          <p:cNvGrpSpPr/>
          <p:nvPr/>
        </p:nvGrpSpPr>
        <p:grpSpPr>
          <a:xfrm>
            <a:off x="334962" y="1630936"/>
            <a:ext cx="2857599" cy="4676819"/>
            <a:chOff x="334962" y="1630936"/>
            <a:chExt cx="2857599" cy="4676819"/>
          </a:xfrm>
        </p:grpSpPr>
        <p:sp>
          <p:nvSpPr>
            <p:cNvPr id="13" name="四角形: 角を丸くする 12">
              <a:extLst>
                <a:ext uri="{FF2B5EF4-FFF2-40B4-BE49-F238E27FC236}">
                  <ns2:creationId id="{46BE3720-57AD-DF6B-7235-186E6DA619E6}"/>
                </a:ext>
              </a:extLst>
            </p:cNvPr>
            <p:cNvSpPr/>
            <p:nvPr/>
          </p:nvSpPr>
          <p:spPr>
            <a:xfrm>
              <a:off x="341698" y="2176043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C57BFB0D-2107-D1EF-2661-49EBA3334A02}"/>
                </a:ext>
              </a:extLst>
            </p:cNvPr>
            <p:cNvSpPr/>
            <p:nvPr/>
          </p:nvSpPr>
          <p:spPr>
            <a:xfrm>
              <a:off x="341699" y="3253675"/>
              <a:ext cx="2850862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0AD3C62E-6F5B-7D4A-22AD-1A3AF39CAD6A}"/>
                </a:ext>
              </a:extLst>
            </p:cNvPr>
            <p:cNvSpPr/>
            <p:nvPr/>
          </p:nvSpPr>
          <p:spPr>
            <a:xfrm>
              <a:off x="341698" y="2714859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3D77745-1201-CC0F-C97D-CDFF0432063E}"/>
                </a:ext>
              </a:extLst>
            </p:cNvPr>
            <p:cNvSpPr/>
            <p:nvPr/>
          </p:nvSpPr>
          <p:spPr>
            <a:xfrm>
              <a:off x="341698" y="3792491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99EB5F3A-1AD8-BE6D-886E-E30CE0538934}"/>
                </a:ext>
              </a:extLst>
            </p:cNvPr>
            <p:cNvSpPr/>
            <p:nvPr/>
          </p:nvSpPr>
          <p:spPr>
            <a:xfrm>
              <a:off x="341698" y="4331307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CB8A8747-BA1B-D3A1-B341-F777680E5D4C}"/>
                </a:ext>
              </a:extLst>
            </p:cNvPr>
            <p:cNvSpPr/>
            <p:nvPr/>
          </p:nvSpPr>
          <p:spPr>
            <a:xfrm>
              <a:off x="341698" y="4870123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3B3AB56C-F194-B00D-B31E-9FDE50FE99A8}"/>
                </a:ext>
              </a:extLst>
            </p:cNvPr>
            <p:cNvSpPr/>
            <p:nvPr/>
          </p:nvSpPr>
          <p:spPr>
            <a:xfrm>
              <a:off x="341698" y="5408939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EE48E0BE-3831-2ABA-38D6-968144982173}"/>
                </a:ext>
              </a:extLst>
            </p:cNvPr>
            <p:cNvSpPr/>
            <p:nvPr/>
          </p:nvSpPr>
          <p:spPr>
            <a:xfrm>
              <a:off x="341698" y="5947755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8488C870-A7A8-045F-96E9-1AB60382B28E}"/>
                </a:ext>
              </a:extLst>
            </p:cNvPr>
            <p:cNvGrpSpPr/>
            <p:nvPr/>
          </p:nvGrpSpPr>
          <p:grpSpPr>
            <a:xfrm>
              <a:off x="334962" y="1630936"/>
              <a:ext cx="2850863" cy="360000"/>
              <a:chOff x="334962" y="1630936"/>
              <a:chExt cx="2850863" cy="360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5E9662C2-A8DA-5918-17B7-E198CBF694C3}"/>
                  </a:ext>
                </a:extLst>
              </p:cNvPr>
              <p:cNvSpPr/>
              <p:nvPr/>
            </p:nvSpPr>
            <p:spPr>
              <a:xfrm>
                <a:off x="334962" y="1630936"/>
                <a:ext cx="2850863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5" name="グラフィックス 84" descr="プレゼンテーション (棒グラフ) 単色塗りつぶし">
                <a:extLst>
                  <a:ext uri="{FF2B5EF4-FFF2-40B4-BE49-F238E27FC236}">
                    <ns2:creationId id="{EC91C690-80A8-A4CC-8FEE-463E011CB7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08149" y="1666936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02" name="グループ化 101">
            <a:extLst>
              <a:ext uri="{FF2B5EF4-FFF2-40B4-BE49-F238E27FC236}">
                <ns2:creationId id="{A043ADF0-F92A-CC16-883E-488F2DB5B715}"/>
              </a:ext>
            </a:extLst>
          </p:cNvPr>
          <p:cNvGrpSpPr/>
          <p:nvPr/>
        </p:nvGrpSpPr>
        <p:grpSpPr>
          <a:xfrm>
            <a:off x="3399709" y="1630936"/>
            <a:ext cx="8455107" cy="4684692"/>
            <a:chOff x="3399709" y="1630936"/>
            <a:chExt cx="8455107" cy="4684692"/>
          </a:xfrm>
        </p:grpSpPr>
        <p:grpSp>
          <p:nvGrpSpPr>
            <p:cNvPr id="89" name="グループ化 88">
              <a:extLst>
                <a:ext uri="{FF2B5EF4-FFF2-40B4-BE49-F238E27FC236}">
                  <ns2:creationId id="{32E0F583-7D49-0CEB-622B-677541B80886}"/>
                </a:ext>
              </a:extLst>
            </p:cNvPr>
            <p:cNvGrpSpPr/>
            <p:nvPr/>
          </p:nvGrpSpPr>
          <p:grpSpPr>
            <a:xfrm>
              <a:off x="3399709" y="1630936"/>
              <a:ext cx="8454639" cy="360000"/>
              <a:chOff x="3399709" y="1630936"/>
              <a:chExt cx="8454639" cy="360000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0653594A-6073-10C9-17D4-B17B9C9649BD}"/>
                  </a:ext>
                </a:extLst>
              </p:cNvPr>
              <p:cNvSpPr/>
              <p:nvPr/>
            </p:nvSpPr>
            <p:spPr>
              <a:xfrm>
                <a:off x="3399709" y="1630936"/>
                <a:ext cx="8454639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3" name="グラフィックス 82" descr="計算機 単色塗りつぶし">
                <a:extLst>
                  <a:ext uri="{FF2B5EF4-FFF2-40B4-BE49-F238E27FC236}">
                    <ns2:creationId id="{6A13357B-CBF6-4B2D-EC83-E0B2162DA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624319" y="166693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00" name="グループ化 99">
              <a:extLst>
                <a:ext uri="{FF2B5EF4-FFF2-40B4-BE49-F238E27FC236}">
                  <ns2:creationId id="{DD8399AA-64EE-0C1D-34EE-B36CE32B9289}"/>
                </a:ext>
              </a:extLst>
            </p:cNvPr>
            <p:cNvGrpSpPr/>
            <p:nvPr/>
          </p:nvGrpSpPr>
          <p:grpSpPr>
            <a:xfrm>
              <a:off x="3405495" y="2022303"/>
              <a:ext cx="8449321" cy="4293325"/>
              <a:chOff x="3405495" y="2022303"/>
              <a:chExt cx="8449321" cy="4293325"/>
            </a:xfrm>
          </p:grpSpPr>
          <p:grpSp>
            <p:nvGrpSpPr>
              <p:cNvPr id="96" name="グループ化 95">
                <a:extLst>
                  <a:ext uri="{FF2B5EF4-FFF2-40B4-BE49-F238E27FC236}">
                    <ns2:creationId id="{246F041D-09D7-C884-39B1-3618A9EECACD}"/>
                  </a:ext>
                </a:extLst>
              </p:cNvPr>
              <p:cNvGrpSpPr/>
              <p:nvPr/>
            </p:nvGrpSpPr>
            <p:grpSpPr>
              <a:xfrm>
                <a:off x="4417821" y="2022303"/>
                <a:ext cx="2448000" cy="4293325"/>
                <a:chOff x="4417821" y="2022303"/>
                <a:chExt cx="2448000" cy="4293325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DBF4C406-C764-C229-3F31-C8F6EC4AF3F8}"/>
                    </a:ext>
                  </a:extLst>
                </p:cNvPr>
                <p:cNvSpPr/>
                <p:nvPr/>
              </p:nvSpPr>
              <p:spPr>
                <a:xfrm>
                  <a:off x="4417821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9" name="四角形: 角を丸くする 28">
                  <a:extLst>
                    <a:ext uri="{FF2B5EF4-FFF2-40B4-BE49-F238E27FC236}">
                      <ns2:creationId id="{ACA336D3-1B33-7FE0-E33A-856D187419C7}"/>
                    </a:ext>
                  </a:extLst>
                </p:cNvPr>
                <p:cNvSpPr/>
                <p:nvPr/>
              </p:nvSpPr>
              <p:spPr>
                <a:xfrm>
                  <a:off x="4417821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0" name="四角形: 角を丸くする 29">
                  <a:extLst>
                    <a:ext uri="{FF2B5EF4-FFF2-40B4-BE49-F238E27FC236}">
                      <ns2:creationId id="{A0286978-8606-A1ED-4269-BC2A485C6DC7}"/>
                    </a:ext>
                  </a:extLst>
                </p:cNvPr>
                <p:cNvSpPr/>
                <p:nvPr/>
              </p:nvSpPr>
              <p:spPr>
                <a:xfrm>
                  <a:off x="4417821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1" name="四角形: 角を丸くする 30">
                  <a:extLst>
                    <a:ext uri="{FF2B5EF4-FFF2-40B4-BE49-F238E27FC236}">
                      <ns2:creationId id="{6A570EBD-7C84-BD72-BF8B-7E418E5EACFC}"/>
                    </a:ext>
                  </a:extLst>
                </p:cNvPr>
                <p:cNvSpPr/>
                <p:nvPr/>
              </p:nvSpPr>
              <p:spPr>
                <a:xfrm>
                  <a:off x="4417821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7D979A0F-CCB1-1436-14F1-A3497AB89662}"/>
                    </a:ext>
                  </a:extLst>
                </p:cNvPr>
                <p:cNvGrpSpPr/>
                <p:nvPr/>
              </p:nvGrpSpPr>
              <p:grpSpPr>
                <a:xfrm>
                  <a:off x="4417821" y="2022303"/>
                  <a:ext cx="2448000" cy="360000"/>
                  <a:chOff x="4417821" y="2022303"/>
                  <a:chExt cx="2448000" cy="360000"/>
                </a:xfrm>
              </p:grpSpPr>
              <p:sp>
                <p:nvSpPr>
                  <p:cNvPr id="25" name="四角形: 角を丸くする 24">
                    <a:extLst>
                      <a:ext uri="{FF2B5EF4-FFF2-40B4-BE49-F238E27FC236}">
                        <ns2:creationId id="{57A4E3D7-DE28-E62C-ED16-5B03267873A9}"/>
                      </a:ext>
                    </a:extLst>
                  </p:cNvPr>
                  <p:cNvSpPr/>
                  <p:nvPr/>
                </p:nvSpPr>
                <p:spPr>
                  <a:xfrm>
                    <a:off x="4417821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ja-JP" altLang="en-US" sz="12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0" name="background">
                    <a:extLst>
                      <a:ext uri="{FF2B5EF4-FFF2-40B4-BE49-F238E27FC236}">
                        <ns2:creationId id="{B20BEC84-FA92-72BB-2A59-29C584FF8EBE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4464179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6" name="直線コネクタ 75">
                  <a:extLst>
                    <a:ext uri="{FF2B5EF4-FFF2-40B4-BE49-F238E27FC236}">
                      <ns2:creationId id="{7357ECEF-75BE-5671-49A6-FAED89152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線コネクタ 76">
                  <a:extLst>
                    <a:ext uri="{FF2B5EF4-FFF2-40B4-BE49-F238E27FC236}">
                      <ns2:creationId id="{61B2E4A1-02DD-CCB0-87F8-C5AB40A8BF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7" name="グループ化 96">
                <a:extLst>
                  <a:ext uri="{FF2B5EF4-FFF2-40B4-BE49-F238E27FC236}">
                    <ns2:creationId id="{14BA1FFE-7B8A-B16D-72F2-2EC7053C5EC8}"/>
                  </a:ext>
                </a:extLst>
              </p:cNvPr>
              <p:cNvGrpSpPr/>
              <p:nvPr/>
            </p:nvGrpSpPr>
            <p:grpSpPr>
              <a:xfrm>
                <a:off x="6912318" y="2022303"/>
                <a:ext cx="2448000" cy="4293325"/>
                <a:chOff x="6912319" y="2022303"/>
                <a:chExt cx="2448000" cy="4293325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59BE98EF-C1DD-70D7-D225-1B17CE7CA846}"/>
                    </a:ext>
                  </a:extLst>
                </p:cNvPr>
                <p:cNvSpPr/>
                <p:nvPr/>
              </p:nvSpPr>
              <p:spPr>
                <a:xfrm>
                  <a:off x="6912319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3" name="四角形: 角を丸くする 32">
                  <a:extLst>
                    <a:ext uri="{FF2B5EF4-FFF2-40B4-BE49-F238E27FC236}">
                      <ns2:creationId id="{E7210567-CB4E-1EE9-B01D-6DEF9264C3FF}"/>
                    </a:ext>
                  </a:extLst>
                </p:cNvPr>
                <p:cNvSpPr/>
                <p:nvPr/>
              </p:nvSpPr>
              <p:spPr>
                <a:xfrm>
                  <a:off x="6912319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0DEE7669-7807-CEA7-1485-5B9280BAE645}"/>
                    </a:ext>
                  </a:extLst>
                </p:cNvPr>
                <p:cNvSpPr/>
                <p:nvPr/>
              </p:nvSpPr>
              <p:spPr>
                <a:xfrm>
                  <a:off x="6912319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5" name="四角形: 角を丸くする 34">
                  <a:extLst>
                    <a:ext uri="{FF2B5EF4-FFF2-40B4-BE49-F238E27FC236}">
                      <ns2:creationId id="{5EE556E7-2B3B-61F9-C726-274E258FA1D8}"/>
                    </a:ext>
                  </a:extLst>
                </p:cNvPr>
                <p:cNvSpPr/>
                <p:nvPr/>
              </p:nvSpPr>
              <p:spPr>
                <a:xfrm>
                  <a:off x="6912319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5DAFA8A-069D-4838-39DA-79A3F3C7694D}"/>
                    </a:ext>
                  </a:extLst>
                </p:cNvPr>
                <p:cNvGrpSpPr/>
                <p:nvPr/>
              </p:nvGrpSpPr>
              <p:grpSpPr>
                <a:xfrm>
                  <a:off x="6912319" y="2022303"/>
                  <a:ext cx="2448000" cy="360000"/>
                  <a:chOff x="6912319" y="2022303"/>
                  <a:chExt cx="2448000" cy="360000"/>
                </a:xfrm>
              </p:grpSpPr>
              <p:sp>
                <p:nvSpPr>
                  <p:cNvPr id="26" name="四角形: 角を丸くする 25">
                    <a:extLst>
                      <a:ext uri="{FF2B5EF4-FFF2-40B4-BE49-F238E27FC236}">
                        <ns2:creationId id="{4750FDF6-9224-9B45-CF70-E4E9D9DD2572}"/>
                      </a:ext>
                    </a:extLst>
                  </p:cNvPr>
                  <p:cNvSpPr/>
                  <p:nvPr/>
                </p:nvSpPr>
                <p:spPr>
                  <a:xfrm>
                    <a:off x="6912319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kumimoji="1" lang="en-US" altLang="ja-JP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70" name="background">
                    <a:extLst>
                      <a:ext uri="{FF2B5EF4-FFF2-40B4-BE49-F238E27FC236}">
                        <ns2:creationId id="{841650C4-91B0-FF14-52A7-4511EE81AB86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6985517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8" name="直線コネクタ 77">
                  <a:extLst>
                    <a:ext uri="{FF2B5EF4-FFF2-40B4-BE49-F238E27FC236}">
                      <ns2:creationId id="{4067E0C2-E140-761D-B222-D7E2E86875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98C893BA-0DA1-AFBB-1B77-70F96CB5A6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" name="グループ化 97">
                <a:extLst>
                  <a:ext uri="{FF2B5EF4-FFF2-40B4-BE49-F238E27FC236}">
                    <ns2:creationId id="{722F8FE7-0B8B-E48C-0D37-40BEFD8A5930}"/>
                  </a:ext>
                </a:extLst>
              </p:cNvPr>
              <p:cNvGrpSpPr/>
              <p:nvPr/>
            </p:nvGrpSpPr>
            <p:grpSpPr>
              <a:xfrm>
                <a:off x="9406816" y="2022303"/>
                <a:ext cx="2448000" cy="4293325"/>
                <a:chOff x="9406816" y="2022303"/>
                <a:chExt cx="2448000" cy="4293325"/>
              </a:xfrm>
            </p:grpSpPr>
            <p:sp>
              <p:nvSpPr>
                <p:cNvPr id="36" name="四角形: 角を丸くする 35">
                  <a:extLst>
                    <a:ext uri="{FF2B5EF4-FFF2-40B4-BE49-F238E27FC236}">
                      <ns2:creationId id="{223C154B-3F03-804E-38CE-F902BC748378}"/>
                    </a:ext>
                  </a:extLst>
                </p:cNvPr>
                <p:cNvSpPr/>
                <p:nvPr/>
              </p:nvSpPr>
              <p:spPr>
                <a:xfrm>
                  <a:off x="9406816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7" name="四角形: 角を丸くする 36">
                  <a:extLst>
                    <a:ext uri="{FF2B5EF4-FFF2-40B4-BE49-F238E27FC236}">
                      <ns2:creationId id="{E7712A19-13DC-E9F3-A447-64A130EE33DA}"/>
                    </a:ext>
                  </a:extLst>
                </p:cNvPr>
                <p:cNvSpPr/>
                <p:nvPr/>
              </p:nvSpPr>
              <p:spPr>
                <a:xfrm>
                  <a:off x="9406816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+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四角形: 角を丸くする 37">
                  <a:extLst>
                    <a:ext uri="{FF2B5EF4-FFF2-40B4-BE49-F238E27FC236}">
                      <ns2:creationId id="{C8018689-37FD-A0A6-B11F-DA9F79352595}"/>
                    </a:ext>
                  </a:extLst>
                </p:cNvPr>
                <p:cNvSpPr/>
                <p:nvPr/>
              </p:nvSpPr>
              <p:spPr>
                <a:xfrm>
                  <a:off x="9406816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" name="四角形: 角を丸くする 38">
                  <a:extLst>
                    <a:ext uri="{FF2B5EF4-FFF2-40B4-BE49-F238E27FC236}">
                      <ns2:creationId id="{7F2BA5C0-7EF9-B58A-40C4-C5807E5FE357}"/>
                    </a:ext>
                  </a:extLst>
                </p:cNvPr>
                <p:cNvSpPr/>
                <p:nvPr/>
              </p:nvSpPr>
              <p:spPr>
                <a:xfrm>
                  <a:off x="9406816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4" name="グループ化 73">
                  <a:extLst>
                    <a:ext uri="{FF2B5EF4-FFF2-40B4-BE49-F238E27FC236}">
                      <ns2:creationId id="{0E89EF09-5830-AC3F-3B0D-1D93902CE6EB}"/>
                    </a:ext>
                  </a:extLst>
                </p:cNvPr>
                <p:cNvGrpSpPr/>
                <p:nvPr/>
              </p:nvGrpSpPr>
              <p:grpSpPr>
                <a:xfrm>
                  <a:off x="9406816" y="2022303"/>
                  <a:ext cx="2448000" cy="360000"/>
                  <a:chOff x="9406816" y="2022303"/>
                  <a:chExt cx="2448000" cy="360000"/>
                </a:xfrm>
              </p:grpSpPr>
              <p:sp>
                <p:nvSpPr>
                  <p:cNvPr id="27" name="四角形: 角を丸くする 26">
                    <a:extLst>
                      <a:ext uri="{FF2B5EF4-FFF2-40B4-BE49-F238E27FC236}">
                        <ns2:creationId id="{2C674346-BF6E-7362-B122-ABC9AF49ADCE}"/>
                      </a:ext>
                    </a:extLst>
                  </p:cNvPr>
                  <p:cNvSpPr/>
                  <p:nvPr/>
                </p:nvSpPr>
                <p:spPr>
                  <a:xfrm>
                    <a:off x="9406816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en-US" altLang="ja-JP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71" name="background">
                    <a:extLst>
                      <a:ext uri="{FF2B5EF4-FFF2-40B4-BE49-F238E27FC236}">
                        <ns2:creationId id="{F636C7C7-2226-6B2A-4958-A33ACCE3AD23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1"/>
                    </p:custDataLst>
                  </p:nvPr>
                </p:nvSpPr>
                <p:spPr>
                  <a:xfrm>
                    <a:off x="9491535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80" name="直線コネクタ 79">
                  <a:extLst>
                    <a:ext uri="{FF2B5EF4-FFF2-40B4-BE49-F238E27FC236}">
                      <ns2:creationId id="{29C2B839-8897-FAC7-A7D5-5AC41A676B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43219261-3EF5-6D0F-D267-6C209CA1F5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" name="グループ化 98">
                <a:extLst>
                  <a:ext uri="{FF2B5EF4-FFF2-40B4-BE49-F238E27FC236}">
                    <ns2:creationId id="{35A0F057-C121-678C-89F6-982393B92920}"/>
                  </a:ext>
                </a:extLst>
              </p:cNvPr>
              <p:cNvGrpSpPr/>
              <p:nvPr/>
            </p:nvGrpSpPr>
            <p:grpSpPr>
              <a:xfrm>
                <a:off x="3405495" y="3319927"/>
                <a:ext cx="930531" cy="2995701"/>
                <a:chOff x="3405495" y="3319927"/>
                <a:chExt cx="930531" cy="2995701"/>
              </a:xfrm>
            </p:grpSpPr>
            <p:sp>
              <p:nvSpPr>
                <p:cNvPr id="22" name="四角形: 角を丸くする 21">
                  <a:extLst>
                    <a:ext uri="{FF2B5EF4-FFF2-40B4-BE49-F238E27FC236}">
                      <ns2:creationId id="{FFF2572B-240E-B6ED-E059-E2BA5486B24F}"/>
                    </a:ext>
                  </a:extLst>
                </p:cNvPr>
                <p:cNvSpPr/>
                <p:nvPr/>
              </p:nvSpPr>
              <p:spPr>
                <a:xfrm>
                  <a:off x="3405496" y="3319927"/>
                  <a:ext cx="930530" cy="7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3" name="四角形: 角を丸くする 22">
                  <a:extLst>
                    <a:ext uri="{FF2B5EF4-FFF2-40B4-BE49-F238E27FC236}">
                      <ns2:creationId id="{0B516F7F-2D70-21B1-9949-8FCB0A7934F6}"/>
                    </a:ext>
                  </a:extLst>
                </p:cNvPr>
                <p:cNvSpPr/>
                <p:nvPr/>
              </p:nvSpPr>
              <p:spPr>
                <a:xfrm>
                  <a:off x="3405496" y="4092452"/>
                  <a:ext cx="930530" cy="16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504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四角形: 角を丸くする 23">
                  <a:extLst>
                    <a:ext uri="{FF2B5EF4-FFF2-40B4-BE49-F238E27FC236}">
                      <ns2:creationId id="{828CF240-F42D-3FEE-0112-803694FBCFCB}"/>
                    </a:ext>
                  </a:extLst>
                </p:cNvPr>
                <p:cNvSpPr/>
                <p:nvPr/>
              </p:nvSpPr>
              <p:spPr>
                <a:xfrm>
                  <a:off x="3405495" y="5775628"/>
                  <a:ext cx="930530" cy="54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91" name="グラフィックス 90" descr="山形の矢印 単色塗りつぶし">
                  <a:extLst>
                    <a:ext uri="{FF2B5EF4-FFF2-40B4-BE49-F238E27FC236}">
                      <ns2:creationId id="{93F8E55E-02E1-DEAE-AADF-3A34F7971F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0" y="5983755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3" name="グラフィックス 92" descr="計算機 単色塗りつぶし">
                  <a:extLst>
                    <a:ext uri="{FF2B5EF4-FFF2-40B4-BE49-F238E27FC236}">
                      <ns2:creationId id="{48018F06-8B81-6C51-3A6B-0F35920009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3609146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5" name="グラフィックス 94" descr="数学 単色塗りつぶし">
                  <a:extLst>
                    <a:ext uri="{FF2B5EF4-FFF2-40B4-BE49-F238E27FC236}">
                      <ns2:creationId id="{4B73979D-4CED-5D64-71D0-FD22D394B5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4902058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525507316"/>
      </p:ext>
    </p:extLst>
  </p:cSld>
  <p:clrMapOvr>
    <a:masterClrMapping/>
  </p:clrMapOvr>
</p:sld>
</file>

<file path=ppt/slides/slide29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772127-5543-1746-9D73-82340C38D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1F152CD-9EB3-B289-CB94-33D133577B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1E276A3-42CE-BA43-21A2-1CF50F147FF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1" name="グループ化 10">
            <a:extLst>
              <a:ext uri="{FF2B5EF4-FFF2-40B4-BE49-F238E27FC236}">
                <ns2:creationId id="{C27C979C-19A0-2509-3BF0-199F83BB0B62}"/>
              </a:ext>
            </a:extLst>
          </p:cNvPr>
          <p:cNvGrpSpPr/>
          <p:nvPr/>
        </p:nvGrpSpPr>
        <p:grpSpPr>
          <a:xfrm>
            <a:off x="8647609" y="1628775"/>
            <a:ext cx="356400" cy="4681729"/>
            <a:chOff x="8647609" y="1628775"/>
            <a:chExt cx="356400" cy="4681729"/>
          </a:xfrm>
        </p:grpSpPr>
        <p:cxnSp>
          <p:nvCxnSpPr>
            <p:cNvPr id="112" name="直線コネクタ 111">
              <a:extLst>
                <a:ext uri="{FF2B5EF4-FFF2-40B4-BE49-F238E27FC236}">
                  <ns2:creationId id="{88459BA8-BE34-39CC-664C-D2543E3513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25809" y="1628775"/>
              <a:ext cx="0" cy="468172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7C2551EE-53C5-D2F3-83EE-C11F9EDC42DC}"/>
                </a:ext>
              </a:extLst>
            </p:cNvPr>
            <p:cNvGrpSpPr/>
            <p:nvPr/>
          </p:nvGrpSpPr>
          <p:grpSpPr>
            <a:xfrm>
              <a:off x="8647609" y="3791440"/>
              <a:ext cx="356400" cy="356400"/>
              <a:chOff x="8647609" y="3794499"/>
              <a:chExt cx="356400" cy="356400"/>
            </a:xfrm>
          </p:grpSpPr>
          <p:sp>
            <p:nvSpPr>
              <p:cNvPr id="114" name="円/楕円 8">
                <a:extLst>
                  <a:ext uri="{FF2B5EF4-FFF2-40B4-BE49-F238E27FC236}">
                    <ns2:creationId id="{2339C75E-376B-2B9B-0DEC-FA379C0AEC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8681810" y="3828700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5" name="グラフィックス 114">
                <a:extLst>
                  <a:ext uri="{FF2B5EF4-FFF2-40B4-BE49-F238E27FC236}">
                    <ns2:creationId id="{EF3C7EA1-C492-0D7D-22B5-106B7885DA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8647609" y="3794499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47" name="グループ化 146">
            <a:extLst>
              <a:ext uri="{FF2B5EF4-FFF2-40B4-BE49-F238E27FC236}">
                <ns2:creationId id="{9C5B5B61-864D-E25F-E9DC-5F85F9123A2C}"/>
              </a:ext>
            </a:extLst>
          </p:cNvPr>
          <p:cNvGrpSpPr/>
          <p:nvPr/>
        </p:nvGrpSpPr>
        <p:grpSpPr>
          <a:xfrm>
            <a:off x="9025461" y="1634894"/>
            <a:ext cx="2832751" cy="4675610"/>
            <a:chOff x="9025461" y="1633115"/>
            <a:chExt cx="2832751" cy="4675610"/>
          </a:xfrm>
        </p:grpSpPr>
        <p:sp>
          <p:nvSpPr>
            <p:cNvPr id="118" name="正方形/長方形 117">
              <a:extLst>
                <a:ext uri="{FF2B5EF4-FFF2-40B4-BE49-F238E27FC236}">
                  <ns2:creationId id="{B9D5DEF2-1512-4391-A2E6-03255CEBCC30}"/>
                </a:ext>
              </a:extLst>
            </p:cNvPr>
            <p:cNvSpPr/>
            <p:nvPr/>
          </p:nvSpPr>
          <p:spPr>
            <a:xfrm>
              <a:off x="9026635" y="1633115"/>
              <a:ext cx="2831577" cy="36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2F1B3A5-B4F5-9EA1-DDAC-99FB74880F0A}"/>
                </a:ext>
              </a:extLst>
            </p:cNvPr>
            <p:cNvGrpSpPr/>
            <p:nvPr/>
          </p:nvGrpSpPr>
          <p:grpSpPr>
            <a:xfrm>
              <a:off x="9025461" y="2013684"/>
              <a:ext cx="2831577" cy="1870029"/>
              <a:chOff x="9025461" y="2013684"/>
              <a:chExt cx="2831577" cy="1870029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7F5286E-F2D5-7F01-1D10-B2B7A92F3E2E}"/>
                  </a:ext>
                </a:extLst>
              </p:cNvPr>
              <p:cNvSpPr/>
              <p:nvPr/>
            </p:nvSpPr>
            <p:spPr>
              <a:xfrm>
                <a:off x="9025461" y="2013684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D72BFAA9-6615-B51C-AEB7-D4DFC1043192}"/>
                  </a:ext>
                </a:extLst>
              </p:cNvPr>
              <p:cNvSpPr/>
              <p:nvPr/>
            </p:nvSpPr>
            <p:spPr>
              <a:xfrm>
                <a:off x="9025461" y="2959350"/>
                <a:ext cx="2831577" cy="55952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B0767BBA-ADD5-9D52-4F77-9EA78062AA21}"/>
                  </a:ext>
                </a:extLst>
              </p:cNvPr>
              <p:cNvSpPr/>
              <p:nvPr/>
            </p:nvSpPr>
            <p:spPr>
              <a:xfrm>
                <a:off x="9025461" y="2378517"/>
                <a:ext cx="2831577" cy="576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F6EC2BDE-D551-0E29-10D7-1C7469882A03}"/>
                  </a:ext>
                </a:extLst>
              </p:cNvPr>
              <p:cNvSpPr/>
              <p:nvPr/>
            </p:nvSpPr>
            <p:spPr>
              <a:xfrm>
                <a:off x="9025461" y="3523713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6" name="グループ化 135">
              <a:extLst>
                <a:ext uri="{FF2B5EF4-FFF2-40B4-BE49-F238E27FC236}">
                  <ns2:creationId id="{CF1B1AC2-FAFA-E0E5-1F1A-FDD82E566B8A}"/>
                </a:ext>
              </a:extLst>
            </p:cNvPr>
            <p:cNvGrpSpPr/>
            <p:nvPr/>
          </p:nvGrpSpPr>
          <p:grpSpPr>
            <a:xfrm>
              <a:off x="9025461" y="3947033"/>
              <a:ext cx="2831577" cy="2361692"/>
              <a:chOff x="9025461" y="3947033"/>
              <a:chExt cx="2831577" cy="2361692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DF793A0A-658E-D426-1A5D-284A731ADDDB}"/>
                  </a:ext>
                </a:extLst>
              </p:cNvPr>
              <p:cNvSpPr/>
              <p:nvPr/>
            </p:nvSpPr>
            <p:spPr>
              <a:xfrm>
                <a:off x="9025461" y="3947033"/>
                <a:ext cx="2831577" cy="2361692"/>
              </a:xfrm>
              <a:prstGeom prst="rect">
                <a:avLst/>
              </a:prstGeom>
              <a:solidFill>
                <a:schemeClr val="bg2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4" name="グループ化 133">
                <a:extLst>
                  <a:ext uri="{FF2B5EF4-FFF2-40B4-BE49-F238E27FC236}">
                    <ns2:creationId id="{16D38AE4-6FDC-CCD6-9F3C-A2F1A3B05E02}"/>
                  </a:ext>
                </a:extLst>
              </p:cNvPr>
              <p:cNvGrpSpPr/>
              <p:nvPr/>
            </p:nvGrpSpPr>
            <p:grpSpPr>
              <a:xfrm>
                <a:off x="9025461" y="3947033"/>
                <a:ext cx="2831577" cy="2325438"/>
                <a:chOff x="9025461" y="3912849"/>
                <a:chExt cx="2831577" cy="2325438"/>
              </a:xfrm>
            </p:grpSpPr>
            <p:sp>
              <p:nvSpPr>
                <p:cNvPr id="126" name="正方形/長方形 125">
                  <a:extLst>
                    <a:ext uri="{FF2B5EF4-FFF2-40B4-BE49-F238E27FC236}">
                      <ns2:creationId id="{7AF51C69-786C-E0DB-4733-C2BC9C5127A1}"/>
                    </a:ext>
                  </a:extLst>
                </p:cNvPr>
                <p:cNvSpPr/>
                <p:nvPr/>
              </p:nvSpPr>
              <p:spPr>
                <a:xfrm>
                  <a:off x="9025461" y="3912849"/>
                  <a:ext cx="2831577" cy="35640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4E5AFBE4-BF4E-F38A-A646-0E9E294E51E8}"/>
                    </a:ext>
                  </a:extLst>
                </p:cNvPr>
                <p:cNvSpPr/>
                <p:nvPr/>
              </p:nvSpPr>
              <p:spPr>
                <a:xfrm>
                  <a:off x="9025461" y="4274798"/>
                  <a:ext cx="2831577" cy="30972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8" name="正方形/長方形 127">
                  <a:extLst>
                    <a:ext uri="{FF2B5EF4-FFF2-40B4-BE49-F238E27FC236}">
                      <ns2:creationId id="{9E5038E4-B256-D36A-5A91-2ECB18FA31E6}"/>
                    </a:ext>
                  </a:extLst>
                </p:cNvPr>
                <p:cNvSpPr/>
                <p:nvPr/>
              </p:nvSpPr>
              <p:spPr>
                <a:xfrm>
                  <a:off x="9025461" y="4590071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9D9BCB72-FBCA-C832-7652-71CB788129AD}"/>
                    </a:ext>
                  </a:extLst>
                </p:cNvPr>
                <p:cNvSpPr/>
                <p:nvPr/>
              </p:nvSpPr>
              <p:spPr>
                <a:xfrm>
                  <a:off x="9025461" y="4775619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0" name="正方形/長方形 129">
                  <a:extLst>
                    <a:ext uri="{FF2B5EF4-FFF2-40B4-BE49-F238E27FC236}">
                      <ns2:creationId id="{6CF5BA82-8971-BFEC-BF83-762B29EB161A}"/>
                    </a:ext>
                  </a:extLst>
                </p:cNvPr>
                <p:cNvSpPr/>
                <p:nvPr/>
              </p:nvSpPr>
              <p:spPr>
                <a:xfrm>
                  <a:off x="9025461" y="5043616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815584A-0F21-13E9-E538-E32AFF597E57}"/>
                    </a:ext>
                  </a:extLst>
                </p:cNvPr>
                <p:cNvSpPr/>
                <p:nvPr/>
              </p:nvSpPr>
              <p:spPr>
                <a:xfrm>
                  <a:off x="9025461" y="5311613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2" name="正方形/長方形 131">
                  <a:extLst>
                    <a:ext uri="{FF2B5EF4-FFF2-40B4-BE49-F238E27FC236}">
                      <ns2:creationId id="{2CD441A6-307B-9D06-DA99-F51DE5A70E01}"/>
                    </a:ext>
                  </a:extLst>
                </p:cNvPr>
                <p:cNvSpPr/>
                <p:nvPr/>
              </p:nvSpPr>
              <p:spPr>
                <a:xfrm>
                  <a:off x="9025461" y="5497161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3" name="正方形/長方形 132">
                  <a:extLst>
                    <a:ext uri="{FF2B5EF4-FFF2-40B4-BE49-F238E27FC236}">
                      <ns2:creationId id="{E784A1E0-7BE3-903E-6AB6-3F585A7C81C8}"/>
                    </a:ext>
                  </a:extLst>
                </p:cNvPr>
                <p:cNvSpPr/>
                <p:nvPr/>
              </p:nvSpPr>
              <p:spPr>
                <a:xfrm>
                  <a:off x="9025461" y="5765157"/>
                  <a:ext cx="2831577" cy="47313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グループ化 157">
            <a:extLst>
              <a:ext uri="{FF2B5EF4-FFF2-40B4-BE49-F238E27FC236}">
                <ns2:creationId id="{6E2C5E25-5C16-C40D-B304-C42833F36E2D}"/>
              </a:ext>
            </a:extLst>
          </p:cNvPr>
          <p:cNvGrpSpPr/>
          <p:nvPr/>
        </p:nvGrpSpPr>
        <p:grpSpPr>
          <a:xfrm>
            <a:off x="327140" y="1632749"/>
            <a:ext cx="8291195" cy="2371146"/>
            <a:chOff x="334962" y="1632749"/>
            <a:chExt cx="8291195" cy="2371146"/>
          </a:xfrm>
        </p:grpSpPr>
        <p:grpSp>
          <p:nvGrpSpPr>
            <p:cNvPr id="148" name="グループ化 147">
              <a:extLst>
                <a:ext uri="{FF2B5EF4-FFF2-40B4-BE49-F238E27FC236}">
                  <ns2:creationId id="{803A27F2-FD80-50DA-2944-F4ECE60407E2}"/>
                </a:ext>
              </a:extLst>
            </p:cNvPr>
            <p:cNvGrpSpPr/>
            <p:nvPr/>
          </p:nvGrpSpPr>
          <p:grpSpPr>
            <a:xfrm>
              <a:off x="344795" y="1992149"/>
              <a:ext cx="8281362" cy="2011746"/>
              <a:chOff x="344795" y="1992149"/>
              <a:chExt cx="8281362" cy="2011746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98376183-F5F6-14EA-D720-82E2D1A8A9BF}"/>
                  </a:ext>
                </a:extLst>
              </p:cNvPr>
              <p:cNvSpPr/>
              <p:nvPr/>
            </p:nvSpPr>
            <p:spPr>
              <a:xfrm>
                <a:off x="344795" y="2395049"/>
                <a:ext cx="801420" cy="720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D68970A8-2698-E1CE-46FF-0053C37D3735}"/>
                  </a:ext>
                </a:extLst>
              </p:cNvPr>
              <p:cNvSpPr/>
              <p:nvPr/>
            </p:nvSpPr>
            <p:spPr>
              <a:xfrm>
                <a:off x="344795" y="3175895"/>
                <a:ext cx="801420" cy="828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1EB71EDA-0DBA-EE7B-D23F-8D6B7748E533}"/>
                  </a:ext>
                </a:extLst>
              </p:cNvPr>
              <p:cNvSpPr/>
              <p:nvPr/>
            </p:nvSpPr>
            <p:spPr>
              <a:xfrm>
                <a:off x="1189162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CE671ED8-8CC5-B174-976A-642B668FA4F6}"/>
                  </a:ext>
                </a:extLst>
              </p:cNvPr>
              <p:cNvSpPr/>
              <p:nvPr/>
            </p:nvSpPr>
            <p:spPr>
              <a:xfrm>
                <a:off x="3683660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9B965C71-5F10-C0CB-09BC-477FD6ECE911}"/>
                  </a:ext>
                </a:extLst>
              </p:cNvPr>
              <p:cNvSpPr/>
              <p:nvPr/>
            </p:nvSpPr>
            <p:spPr>
              <a:xfrm>
                <a:off x="3683660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0ED3CAE2-434A-7F06-9527-BBD522402176}"/>
                  </a:ext>
                </a:extLst>
              </p:cNvPr>
              <p:cNvSpPr/>
              <p:nvPr/>
            </p:nvSpPr>
            <p:spPr>
              <a:xfrm>
                <a:off x="6178157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F292A2C1-7D63-9517-3180-0A7244F0946C}"/>
                  </a:ext>
                </a:extLst>
              </p:cNvPr>
              <p:cNvSpPr/>
              <p:nvPr/>
            </p:nvSpPr>
            <p:spPr>
              <a:xfrm>
                <a:off x="6178157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tabLst>
                    <a:tab pos="360363" algn="l"/>
                  </a:tabLst>
                  <a:defRPr/>
                </a:pP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22" name="グループ化 121">
                <a:extLst>
                  <a:ext uri="{FF2B5EF4-FFF2-40B4-BE49-F238E27FC236}">
                    <ns2:creationId id="{ECD03AF6-7FC3-7C61-1368-127ADA989F17}"/>
                  </a:ext>
                </a:extLst>
              </p:cNvPr>
              <p:cNvGrpSpPr/>
              <p:nvPr/>
            </p:nvGrpSpPr>
            <p:grpSpPr>
              <a:xfrm>
                <a:off x="1189162" y="1992149"/>
                <a:ext cx="2448000" cy="360000"/>
                <a:chOff x="1189162" y="2020142"/>
                <a:chExt cx="2448000" cy="360000"/>
              </a:xfrm>
            </p:grpSpPr>
            <p:sp>
              <p:nvSpPr>
                <p:cNvPr id="25" name="四角形: 角を丸くする 24">
                  <a:extLst>
                    <a:ext uri="{FF2B5EF4-FFF2-40B4-BE49-F238E27FC236}">
                      <ns2:creationId id="{5E8609AB-CD49-2BC8-EB47-C0DB0C0C5D74}"/>
                    </a:ext>
                  </a:extLst>
                </p:cNvPr>
                <p:cNvSpPr/>
                <p:nvPr/>
              </p:nvSpPr>
              <p:spPr>
                <a:xfrm>
                  <a:off x="1189162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background">
                  <a:extLst>
                    <a:ext uri="{FF2B5EF4-FFF2-40B4-BE49-F238E27FC236}">
                      <ns2:creationId id="{88D678BC-8EB9-C19D-8D60-CD785F9BDFC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235520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3" name="グループ化 122">
                <a:extLst>
                  <a:ext uri="{FF2B5EF4-FFF2-40B4-BE49-F238E27FC236}">
                    <ns2:creationId id="{2441194B-14E5-8F62-5363-8D7AF0AD8E41}"/>
                  </a:ext>
                </a:extLst>
              </p:cNvPr>
              <p:cNvGrpSpPr/>
              <p:nvPr/>
            </p:nvGrpSpPr>
            <p:grpSpPr>
              <a:xfrm>
                <a:off x="3683660" y="1992149"/>
                <a:ext cx="2448000" cy="360000"/>
                <a:chOff x="3683660" y="2020142"/>
                <a:chExt cx="2448000" cy="360000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E694EA23-36A2-F793-7230-0F14AE9F5B0F}"/>
                    </a:ext>
                  </a:extLst>
                </p:cNvPr>
                <p:cNvSpPr/>
                <p:nvPr/>
              </p:nvSpPr>
              <p:spPr>
                <a:xfrm>
                  <a:off x="3683660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spc="-1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" name="background">
                  <a:extLst>
                    <a:ext uri="{FF2B5EF4-FFF2-40B4-BE49-F238E27FC236}">
                      <ns2:creationId id="{9C1FA69D-C0EA-AAF7-9C9C-79AAA832A86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756858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4" name="グループ化 123">
                <a:extLst>
                  <a:ext uri="{FF2B5EF4-FFF2-40B4-BE49-F238E27FC236}">
                    <ns2:creationId id="{EA5E5F3D-7172-5436-D986-5645E6192130}"/>
                  </a:ext>
                </a:extLst>
              </p:cNvPr>
              <p:cNvGrpSpPr/>
              <p:nvPr/>
            </p:nvGrpSpPr>
            <p:grpSpPr>
              <a:xfrm>
                <a:off x="6178157" y="1992149"/>
                <a:ext cx="2448000" cy="360000"/>
                <a:chOff x="6178157" y="2020142"/>
                <a:chExt cx="2448000" cy="360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54140B79-1C5A-E3A9-16B6-C6C840487FF1}"/>
                    </a:ext>
                  </a:extLst>
                </p:cNvPr>
                <p:cNvSpPr/>
                <p:nvPr/>
              </p:nvSpPr>
              <p:spPr>
                <a:xfrm>
                  <a:off x="6178157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background">
                  <a:extLst>
                    <a:ext uri="{FF2B5EF4-FFF2-40B4-BE49-F238E27FC236}">
                      <ns2:creationId id="{FF74DDF7-DD49-2717-CC94-A14A185E9BC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6262876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cxnSp>
            <p:nvCxnSpPr>
              <p:cNvPr id="33" name="直線コネクタ 32">
                <a:extLst>
                  <a:ext uri="{FF2B5EF4-FFF2-40B4-BE49-F238E27FC236}">
                    <ns2:creationId id="{A08D2F9D-60C9-9D6B-B5EC-7FB5CDA565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89162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876E4656-CD8F-A9B8-CBFA-7DCF732FCD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83660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8D38F88A-53EE-60EF-A7F7-C891D4C32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8157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四角形: 角を丸くする 74">
                <a:extLst>
                  <a:ext uri="{FF2B5EF4-FFF2-40B4-BE49-F238E27FC236}">
                    <ns2:creationId id="{2F951C0B-BA71-F0C6-C226-4984BB1A79CD}"/>
                  </a:ext>
                </a:extLst>
              </p:cNvPr>
              <p:cNvSpPr/>
              <p:nvPr/>
            </p:nvSpPr>
            <p:spPr>
              <a:xfrm>
                <a:off x="1189162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8" name="グラフィックス 137" descr="リサーチ 単色塗りつぶし">
                <a:extLst>
                  <a:ext uri="{FF2B5EF4-FFF2-40B4-BE49-F238E27FC236}">
                    <ns2:creationId id="{AC0A4C9D-3663-9E74-A618-13FE2124B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01505" y="268290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電球と歯車 単色塗りつぶし">
                <a:extLst>
                  <a:ext uri="{FF2B5EF4-FFF2-40B4-BE49-F238E27FC236}">
                    <ns2:creationId id="{B6A77139-1C59-D396-A680-BE8B27F0B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01505" y="351574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5" name="グループ化 144">
              <a:extLst>
                <a:ext uri="{FF2B5EF4-FFF2-40B4-BE49-F238E27FC236}">
                  <ns2:creationId id="{DA6C7326-0568-6D17-41D8-9E0B7C4A2238}"/>
                </a:ext>
              </a:extLst>
            </p:cNvPr>
            <p:cNvGrpSpPr/>
            <p:nvPr/>
          </p:nvGrpSpPr>
          <p:grpSpPr>
            <a:xfrm>
              <a:off x="334962" y="1632749"/>
              <a:ext cx="8291195" cy="296021"/>
              <a:chOff x="334962" y="1632749"/>
              <a:chExt cx="8291195" cy="296021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BB2D91F1-BB58-1C02-DC3C-AEB06F7F1E5C}"/>
                  </a:ext>
                </a:extLst>
              </p:cNvPr>
              <p:cNvSpPr/>
              <p:nvPr/>
            </p:nvSpPr>
            <p:spPr>
              <a:xfrm>
                <a:off x="334962" y="1632749"/>
                <a:ext cx="8291195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カスタマー レビュー 単色塗りつぶし">
                <a:extLst>
                  <a:ext uri="{FF2B5EF4-FFF2-40B4-BE49-F238E27FC236}">
                    <ns2:creationId id="{C0A5E36C-8EAC-B496-7A67-67ECC5BE18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798692" y="1640770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67F61783-3BA5-F774-F468-588C6045222C}"/>
              </a:ext>
            </a:extLst>
          </p:cNvPr>
          <p:cNvGrpSpPr/>
          <p:nvPr/>
        </p:nvGrpSpPr>
        <p:grpSpPr>
          <a:xfrm>
            <a:off x="335605" y="5513053"/>
            <a:ext cx="8291196" cy="801207"/>
            <a:chOff x="334962" y="4099468"/>
            <a:chExt cx="8291196" cy="801207"/>
          </a:xfrm>
        </p:grpSpPr>
        <p:grpSp>
          <p:nvGrpSpPr>
            <p:cNvPr id="149" name="グループ化 148">
              <a:extLst>
                <a:ext uri="{FF2B5EF4-FFF2-40B4-BE49-F238E27FC236}">
                  <ns2:creationId id="{36ABBE17-9CF0-5254-02D5-9CE3DE1A3E03}"/>
                </a:ext>
              </a:extLst>
            </p:cNvPr>
            <p:cNvGrpSpPr/>
            <p:nvPr/>
          </p:nvGrpSpPr>
          <p:grpSpPr>
            <a:xfrm>
              <a:off x="344795" y="4448998"/>
              <a:ext cx="8281363" cy="451677"/>
              <a:chOff x="344795" y="4448998"/>
              <a:chExt cx="8281363" cy="4516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E7C8B673-858D-2F22-1BD6-D8A248FEC584}"/>
                  </a:ext>
                </a:extLst>
              </p:cNvPr>
              <p:cNvSpPr/>
              <p:nvPr/>
            </p:nvSpPr>
            <p:spPr>
              <a:xfrm>
                <a:off x="1627896" y="4448998"/>
                <a:ext cx="6998262" cy="4516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R="0" lvl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C02FFA7-A833-04C4-E47E-2DAF7EE3B097}"/>
                  </a:ext>
                </a:extLst>
              </p:cNvPr>
              <p:cNvSpPr/>
              <p:nvPr/>
            </p:nvSpPr>
            <p:spPr>
              <a:xfrm>
                <a:off x="344795" y="4448998"/>
                <a:ext cx="1176434" cy="451677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46" name="グループ化 145">
              <a:extLst>
                <a:ext uri="{FF2B5EF4-FFF2-40B4-BE49-F238E27FC236}">
                  <ns2:creationId id="{ED7CD793-C4D1-48CE-CF0B-EAF58BD59A0B}"/>
                </a:ext>
              </a:extLst>
            </p:cNvPr>
            <p:cNvGrpSpPr/>
            <p:nvPr/>
          </p:nvGrpSpPr>
          <p:grpSpPr>
            <a:xfrm>
              <a:off x="334962" y="4099468"/>
              <a:ext cx="8291196" cy="288000"/>
              <a:chOff x="334962" y="4099468"/>
              <a:chExt cx="8291196" cy="288000"/>
            </a:xfrm>
          </p:grpSpPr>
          <p:sp>
            <p:nvSpPr>
              <p:cNvPr id="76" name="四角形: 角を丸くする 75">
                <a:extLst>
                  <a:ext uri="{FF2B5EF4-FFF2-40B4-BE49-F238E27FC236}">
                    <ns2:creationId id="{9E67E72A-43E6-9F07-7C34-BF2A800A5A0D}"/>
                  </a:ext>
                </a:extLst>
              </p:cNvPr>
              <p:cNvSpPr/>
              <p:nvPr/>
            </p:nvSpPr>
            <p:spPr>
              <a:xfrm>
                <a:off x="334962" y="4099468"/>
                <a:ext cx="8291196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4" name="グラフィックス 143" descr="グループでのブレーンストーミング 単色塗りつぶし">
                <a:extLst>
                  <a:ext uri="{FF2B5EF4-FFF2-40B4-BE49-F238E27FC236}">
                    <ns2:creationId id="{D3D14344-53E4-C923-1317-90EB8A6B2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745395" y="4099468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60" name="グループ化 159">
            <a:extLst>
              <a:ext uri="{FF2B5EF4-FFF2-40B4-BE49-F238E27FC236}">
                <ns2:creationId id="{847D8FE9-3EE8-210A-5952-48EFC51A3C21}"/>
              </a:ext>
            </a:extLst>
          </p:cNvPr>
          <p:cNvGrpSpPr/>
          <p:nvPr/>
        </p:nvGrpSpPr>
        <p:grpSpPr>
          <a:xfrm>
            <a:off x="708350" y="4127012"/>
            <a:ext cx="7545707" cy="1185183"/>
            <a:chOff x="789427" y="5127467"/>
            <a:chExt cx="7545707" cy="1185183"/>
          </a:xfrm>
        </p:grpSpPr>
        <p:grpSp>
          <p:nvGrpSpPr>
            <p:cNvPr id="99" name="グループ化 98">
              <a:extLst>
                <a:ext uri="{FF2B5EF4-FFF2-40B4-BE49-F238E27FC236}">
                  <ns2:creationId id="{F4D02707-8DDF-F4F9-C06A-F9C9C3F2B275}"/>
                </a:ext>
              </a:extLst>
            </p:cNvPr>
            <p:cNvGrpSpPr/>
            <p:nvPr/>
          </p:nvGrpSpPr>
          <p:grpSpPr>
            <a:xfrm>
              <a:off x="789427" y="5127467"/>
              <a:ext cx="7545707" cy="1185183"/>
              <a:chOff x="334961" y="5127467"/>
              <a:chExt cx="7545707" cy="1185183"/>
            </a:xfrm>
          </p:grpSpPr>
          <p:grpSp>
            <p:nvGrpSpPr>
              <p:cNvPr id="94" name="グループ化 93">
                <a:extLst>
                  <a:ext uri="{FF2B5EF4-FFF2-40B4-BE49-F238E27FC236}">
                    <ns2:creationId id="{6B485442-0124-2455-D0F7-E6FDA9856537}"/>
                  </a:ext>
                </a:extLst>
              </p:cNvPr>
              <p:cNvGrpSpPr/>
              <p:nvPr/>
            </p:nvGrpSpPr>
            <p:grpSpPr>
              <a:xfrm>
                <a:off x="334961" y="5127467"/>
                <a:ext cx="1449834" cy="1185183"/>
                <a:chOff x="334961" y="5121020"/>
                <a:chExt cx="1449834" cy="1185183"/>
              </a:xfrm>
            </p:grpSpPr>
            <p:sp>
              <p:nvSpPr>
                <p:cNvPr id="78" name="正方形/長方形 77">
                  <a:extLst>
                    <a:ext uri="{FF2B5EF4-FFF2-40B4-BE49-F238E27FC236}">
                      <ns2:creationId id="{6AEAEB91-6E58-16C7-4E1B-C2073FB5E183}"/>
                    </a:ext>
                  </a:extLst>
                </p:cNvPr>
                <p:cNvSpPr/>
                <p:nvPr/>
              </p:nvSpPr>
              <p:spPr>
                <a:xfrm>
                  <a:off x="334961" y="5121020"/>
                  <a:ext cx="1440000" cy="3600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1318B37A-336F-1125-B6E3-44496E3DF08B}"/>
                    </a:ext>
                  </a:extLst>
                </p:cNvPr>
                <p:cNvSpPr/>
                <p:nvPr/>
              </p:nvSpPr>
              <p:spPr>
                <a:xfrm>
                  <a:off x="334961" y="5533612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B9853337-6F48-5C75-2A1D-979FE231DC07}"/>
                    </a:ext>
                  </a:extLst>
                </p:cNvPr>
                <p:cNvSpPr/>
                <p:nvPr/>
              </p:nvSpPr>
              <p:spPr>
                <a:xfrm>
                  <a:off x="344795" y="5946203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5" name="グループ化 94">
                <a:extLst>
                  <a:ext uri="{FF2B5EF4-FFF2-40B4-BE49-F238E27FC236}">
                    <ns2:creationId id="{297D7648-B518-7382-5D75-1446685C975F}"/>
                  </a:ext>
                </a:extLst>
              </p:cNvPr>
              <p:cNvGrpSpPr/>
              <p:nvPr/>
            </p:nvGrpSpPr>
            <p:grpSpPr>
              <a:xfrm>
                <a:off x="1858929" y="5127467"/>
                <a:ext cx="1449834" cy="1185183"/>
                <a:chOff x="1875587" y="5127467"/>
                <a:chExt cx="1449834" cy="1185183"/>
              </a:xfrm>
            </p:grpSpPr>
            <p:sp>
              <p:nvSpPr>
                <p:cNvPr id="81" name="正方形/長方形 80">
                  <a:extLst>
                    <a:ext uri="{FF2B5EF4-FFF2-40B4-BE49-F238E27FC236}">
                      <ns2:creationId id="{CBEEBE61-B3BF-08BA-87EA-19EDED49F15E}"/>
                    </a:ext>
                  </a:extLst>
                </p:cNvPr>
                <p:cNvSpPr/>
                <p:nvPr/>
              </p:nvSpPr>
              <p:spPr>
                <a:xfrm>
                  <a:off x="1875587" y="512746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C599AA6-1D73-EB0B-8AAC-55619AAD2FAE}"/>
                    </a:ext>
                  </a:extLst>
                </p:cNvPr>
                <p:cNvSpPr/>
                <p:nvPr/>
              </p:nvSpPr>
              <p:spPr>
                <a:xfrm>
                  <a:off x="1875587" y="5540059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84FED802-424A-89ED-AC55-8C4BCA8A56BD}"/>
                    </a:ext>
                  </a:extLst>
                </p:cNvPr>
                <p:cNvSpPr/>
                <p:nvPr/>
              </p:nvSpPr>
              <p:spPr>
                <a:xfrm>
                  <a:off x="1885421" y="595265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6" name="グループ化 95">
                <a:extLst>
                  <a:ext uri="{FF2B5EF4-FFF2-40B4-BE49-F238E27FC236}">
                    <ns2:creationId id="{E296990A-A0E0-8AD6-D030-63C2303690F3}"/>
                  </a:ext>
                </a:extLst>
              </p:cNvPr>
              <p:cNvGrpSpPr/>
              <p:nvPr/>
            </p:nvGrpSpPr>
            <p:grpSpPr>
              <a:xfrm>
                <a:off x="3382897" y="5127467"/>
                <a:ext cx="1449834" cy="1185183"/>
                <a:chOff x="3365489" y="5112595"/>
                <a:chExt cx="1449834" cy="1185183"/>
              </a:xfrm>
            </p:grpSpPr>
            <p:sp>
              <p:nvSpPr>
                <p:cNvPr id="84" name="正方形/長方形 83">
                  <a:extLst>
                    <a:ext uri="{FF2B5EF4-FFF2-40B4-BE49-F238E27FC236}">
                      <ns2:creationId id="{C3CD2FDA-6982-05E0-199E-9054084BECDE}"/>
                    </a:ext>
                  </a:extLst>
                </p:cNvPr>
                <p:cNvSpPr/>
                <p:nvPr/>
              </p:nvSpPr>
              <p:spPr>
                <a:xfrm>
                  <a:off x="3365489" y="511259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7CDFC1B1-FEA5-7FAE-9C91-4BE3F758D4EF}"/>
                    </a:ext>
                  </a:extLst>
                </p:cNvPr>
                <p:cNvSpPr/>
                <p:nvPr/>
              </p:nvSpPr>
              <p:spPr>
                <a:xfrm>
                  <a:off x="3365489" y="552518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F9943B51-CF45-EEAB-278D-332B693340F9}"/>
                    </a:ext>
                  </a:extLst>
                </p:cNvPr>
                <p:cNvSpPr/>
                <p:nvPr/>
              </p:nvSpPr>
              <p:spPr>
                <a:xfrm>
                  <a:off x="3375323" y="5937778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9F4611BC-C77C-693A-6DBA-960FF665C939}"/>
                  </a:ext>
                </a:extLst>
              </p:cNvPr>
              <p:cNvGrpSpPr/>
              <p:nvPr/>
            </p:nvGrpSpPr>
            <p:grpSpPr>
              <a:xfrm>
                <a:off x="4906865" y="5127467"/>
                <a:ext cx="1449834" cy="1185183"/>
                <a:chOff x="4906115" y="5119042"/>
                <a:chExt cx="1449834" cy="1185183"/>
              </a:xfrm>
            </p:grpSpPr>
            <p:sp>
              <p:nvSpPr>
                <p:cNvPr id="87" name="正方形/長方形 86">
                  <a:extLst>
                    <a:ext uri="{FF2B5EF4-FFF2-40B4-BE49-F238E27FC236}">
                      <ns2:creationId id="{C0D4ACAA-D49A-E248-F97E-16BD569B4CE6}"/>
                    </a:ext>
                  </a:extLst>
                </p:cNvPr>
                <p:cNvSpPr/>
                <p:nvPr/>
              </p:nvSpPr>
              <p:spPr>
                <a:xfrm>
                  <a:off x="4906115" y="511904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A2E16867-E7F8-EFCC-D971-630081AA398C}"/>
                    </a:ext>
                  </a:extLst>
                </p:cNvPr>
                <p:cNvSpPr/>
                <p:nvPr/>
              </p:nvSpPr>
              <p:spPr>
                <a:xfrm>
                  <a:off x="4906115" y="5531634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604E1D09-3A79-9B63-A476-95F4A0BDB75C}"/>
                    </a:ext>
                  </a:extLst>
                </p:cNvPr>
                <p:cNvSpPr/>
                <p:nvPr/>
              </p:nvSpPr>
              <p:spPr>
                <a:xfrm>
                  <a:off x="4915949" y="594422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8" name="グループ化 97">
                <a:extLst>
                  <a:ext uri="{FF2B5EF4-FFF2-40B4-BE49-F238E27FC236}">
                    <ns2:creationId id="{EF24A6D6-6B7A-3C8A-0086-439F809E5DF7}"/>
                  </a:ext>
                </a:extLst>
              </p:cNvPr>
              <p:cNvGrpSpPr/>
              <p:nvPr/>
            </p:nvGrpSpPr>
            <p:grpSpPr>
              <a:xfrm>
                <a:off x="6430834" y="5127467"/>
                <a:ext cx="1449834" cy="1185183"/>
                <a:chOff x="6430834" y="5113220"/>
                <a:chExt cx="1449834" cy="1185183"/>
              </a:xfrm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A11E4030-239C-EB95-C295-BDB3E2A8A9B9}"/>
                    </a:ext>
                  </a:extLst>
                </p:cNvPr>
                <p:cNvSpPr/>
                <p:nvPr/>
              </p:nvSpPr>
              <p:spPr>
                <a:xfrm>
                  <a:off x="6430834" y="511322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th-TH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27CD92D-04BB-3912-EE86-E5B875E23B6C}"/>
                    </a:ext>
                  </a:extLst>
                </p:cNvPr>
                <p:cNvSpPr/>
                <p:nvPr/>
              </p:nvSpPr>
              <p:spPr>
                <a:xfrm>
                  <a:off x="6430834" y="552581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B041719A-925F-B383-71A5-8146CF7E8555}"/>
                    </a:ext>
                  </a:extLst>
                </p:cNvPr>
                <p:cNvSpPr/>
                <p:nvPr/>
              </p:nvSpPr>
              <p:spPr>
                <a:xfrm>
                  <a:off x="6440668" y="5938403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cxnSp>
          <p:nvCxnSpPr>
            <p:cNvPr id="102" name="直線コネクタ 101">
              <a:extLst>
                <a:ext uri="{FF2B5EF4-FFF2-40B4-BE49-F238E27FC236}">
                  <ns2:creationId id="{78C557F1-2262-600A-7EAF-5B324072AD2A}"/>
                </a:ext>
              </a:extLst>
            </p:cNvPr>
            <p:cNvCxnSpPr>
              <a:cxnSpLocks/>
            </p:cNvCxnSpPr>
            <p:nvPr/>
          </p:nvCxnSpPr>
          <p:spPr>
            <a:xfrm>
              <a:off x="2313397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C64086D2-8279-0F6C-81A1-CCB3B4BF0D2A}"/>
                </a:ext>
              </a:extLst>
            </p:cNvPr>
            <p:cNvCxnSpPr>
              <a:cxnSpLocks/>
            </p:cNvCxnSpPr>
            <p:nvPr/>
          </p:nvCxnSpPr>
          <p:spPr>
            <a:xfrm>
              <a:off x="3837365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78AFE0F-0C0B-713C-F317-608700A41015}"/>
                </a:ext>
              </a:extLst>
            </p:cNvPr>
            <p:cNvCxnSpPr>
              <a:cxnSpLocks/>
            </p:cNvCxnSpPr>
            <p:nvPr/>
          </p:nvCxnSpPr>
          <p:spPr>
            <a:xfrm>
              <a:off x="5361333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8A1F9C2-A0FC-E3CE-E21A-F2F00F1D6D1E}"/>
                </a:ext>
              </a:extLst>
            </p:cNvPr>
            <p:cNvCxnSpPr>
              <a:cxnSpLocks/>
            </p:cNvCxnSpPr>
            <p:nvPr/>
          </p:nvCxnSpPr>
          <p:spPr>
            <a:xfrm>
              <a:off x="6885300" y="5928070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599FC73-57F5-6CE3-35BB-1753A2DCF52D}"/>
                </a:ext>
              </a:extLst>
            </p:cNvPr>
            <p:cNvCxnSpPr>
              <a:cxnSpLocks/>
            </p:cNvCxnSpPr>
            <p:nvPr/>
          </p:nvCxnSpPr>
          <p:spPr>
            <a:xfrm>
              <a:off x="2323229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15ED0E6B-6381-250E-26BA-50B68C9DE667}"/>
                </a:ext>
              </a:extLst>
            </p:cNvPr>
            <p:cNvCxnSpPr>
              <a:cxnSpLocks/>
            </p:cNvCxnSpPr>
            <p:nvPr/>
          </p:nvCxnSpPr>
          <p:spPr>
            <a:xfrm>
              <a:off x="3847197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線コネクタ 154">
              <a:extLst>
                <a:ext uri="{FF2B5EF4-FFF2-40B4-BE49-F238E27FC236}">
                  <ns2:creationId id="{F9133BBC-A632-C71E-EBC6-30D0C9A0060C}"/>
                </a:ext>
              </a:extLst>
            </p:cNvPr>
            <p:cNvCxnSpPr>
              <a:cxnSpLocks/>
            </p:cNvCxnSpPr>
            <p:nvPr/>
          </p:nvCxnSpPr>
          <p:spPr>
            <a:xfrm>
              <a:off x="5371165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5C923511-4D41-6D8A-09C1-22C5B81D0177}"/>
                </a:ext>
              </a:extLst>
            </p:cNvPr>
            <p:cNvCxnSpPr>
              <a:cxnSpLocks/>
            </p:cNvCxnSpPr>
            <p:nvPr/>
          </p:nvCxnSpPr>
          <p:spPr>
            <a:xfrm>
              <a:off x="6895132" y="5487115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46544949"/>
      </p:ext>
    </p:extLst>
  </p:cSld>
  <p:clrMapOvr>
    <a:masterClrMapping/>
  </p:clrMapOvr>
</p:sld>
</file>

<file path=ppt/slides/slide29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0A704-415D-C9E7-3081-6BC725945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8F89F6-FBFC-4442-B27C-AC55A8281B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67EC04-D2B4-7DE9-BD4F-793AAAC143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</a:pPr>
            <a:r>
              <a:rPr kumimoji="1" lang="ja-JP" altLang="en-US">
                <a:solidFill>
                  <a:srgbClr val="008D2E"/>
                </a:solidFill>
              </a:rPr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4" name="Text Placeholder 7">
            <a:extLst>
              <a:ext uri="{FF2B5EF4-FFF2-40B4-BE49-F238E27FC236}">
                <ns2:creationId id="{3165E4B2-2ECD-3C18-D1C9-D0326FC47E60}"/>
              </a:ext>
            </a:extLst>
          </p:cNvPr>
          <p:cNvSpPr txBox="1">
            <a:spLocks/>
          </p:cNvSpPr>
          <p:nvPr>
            <p:custDataLst>
              <p:tags r:id="rId1"/>
            </p:custDataLst>
          </p:nvPr>
        </p:nvSpPr>
        <p:spPr>
          <a:xfrm>
            <a:off x="339333" y="1874087"/>
            <a:ext cx="2816617" cy="1934838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Rechteck 19">
            <a:extLst>
              <a:ext uri="{FF2B5EF4-FFF2-40B4-BE49-F238E27FC236}">
                <ns2:creationId id="{10D9EB67-302F-FFDF-2F84-13BD58CB8F87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339332" y="1628775"/>
            <a:ext cx="281661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6" name="Text Placeholder 7">
            <a:extLst>
              <a:ext uri="{FF2B5EF4-FFF2-40B4-BE49-F238E27FC236}">
                <ns2:creationId id="{CF5D6BB7-CB67-BC8D-B5EC-B1097674FD3B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377214" y="3271807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Text Placeholder 7">
            <a:extLst>
              <a:ext uri="{FF2B5EF4-FFF2-40B4-BE49-F238E27FC236}">
                <ns2:creationId id="{0DDBA5C4-F23B-7EE0-5BF2-82665D2B6467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377214" y="2249275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Text Placeholder 7">
            <a:extLst>
              <a:ext uri="{FF2B5EF4-FFF2-40B4-BE49-F238E27FC236}">
                <ns2:creationId id="{E6A516F4-6F5D-4A2F-21C4-650AB2240437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339332" y="4376305"/>
            <a:ext cx="2816617" cy="1934838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Rechteck 19">
            <a:extLst>
              <a:ext uri="{FF2B5EF4-FFF2-40B4-BE49-F238E27FC236}">
                <ns2:creationId id="{CB7C3FFE-54A3-1B6E-7848-CCCC34F1621C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39331" y="4130993"/>
            <a:ext cx="2816617" cy="245312"/>
          </a:xfrm>
          <a:prstGeom prst="rect">
            <a:avLst/>
          </a:prstGeom>
          <a:solidFill>
            <a:srgbClr val="7F7F7F"/>
          </a:solidFill>
          <a:ln w="9525" cmpd="sng">
            <a:solidFill>
              <a:srgbClr val="7F7F7F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474FB15C-850F-128B-0828-54D96D142D3C}"/>
              </a:ext>
            </a:extLst>
          </p:cNvPr>
          <p:cNvSpPr/>
          <p:nvPr/>
        </p:nvSpPr>
        <p:spPr>
          <a:xfrm>
            <a:off x="3751385" y="1628775"/>
            <a:ext cx="1728000" cy="288000"/>
          </a:xfrm>
          <a:prstGeom prst="homePlate">
            <a:avLst>
              <a:gd name="adj" fmla="val 18206"/>
            </a:avLst>
          </a:prstGeom>
          <a:solidFill>
            <a:srgbClr val="7F7F7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山形 52">
            <a:extLst>
              <a:ext uri="{FF2B5EF4-FFF2-40B4-BE49-F238E27FC236}">
                <ns2:creationId id="{062557BA-D0CC-BAE5-FC90-D4417F8D8021}"/>
              </a:ext>
            </a:extLst>
          </p:cNvPr>
          <p:cNvSpPr/>
          <p:nvPr/>
        </p:nvSpPr>
        <p:spPr>
          <a:xfrm>
            <a:off x="5491837" y="1628775"/>
            <a:ext cx="3168000" cy="288000"/>
          </a:xfrm>
          <a:prstGeom prst="chevron">
            <a:avLst>
              <a:gd name="adj" fmla="val 18094"/>
            </a:avLst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山形 53">
            <a:extLst>
              <a:ext uri="{FF2B5EF4-FFF2-40B4-BE49-F238E27FC236}">
                <ns2:creationId id="{29F90526-6111-BC0B-B0F1-DBC7DE883E6F}"/>
              </a:ext>
            </a:extLst>
          </p:cNvPr>
          <p:cNvSpPr/>
          <p:nvPr/>
        </p:nvSpPr>
        <p:spPr>
          <a:xfrm>
            <a:off x="8672290" y="1628775"/>
            <a:ext cx="3184748" cy="288000"/>
          </a:xfrm>
          <a:prstGeom prst="chevron">
            <a:avLst>
              <a:gd name="adj" fmla="val 18094"/>
            </a:avLst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5" name="Text Placeholder 7">
            <a:extLst>
              <a:ext uri="{FF2B5EF4-FFF2-40B4-BE49-F238E27FC236}">
                <ns2:creationId id="{DF15E0FE-2B99-C613-B3E5-F243D89FA427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>
          <a:xfrm>
            <a:off x="8672291" y="2236615"/>
            <a:ext cx="3132637" cy="1980000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6" name="Rechteck 19">
            <a:extLst>
              <a:ext uri="{FF2B5EF4-FFF2-40B4-BE49-F238E27FC236}">
                <ns2:creationId id="{A8F08CF2-E2E0-498C-1491-882ABAAF5602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672292" y="1991303"/>
            <a:ext cx="3132635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Text Placeholder 7">
            <a:extLst>
              <a:ext uri="{FF2B5EF4-FFF2-40B4-BE49-F238E27FC236}">
                <ns2:creationId id="{37A102A1-231E-D798-2963-616CF1E05C49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8672291" y="4564495"/>
            <a:ext cx="3132637" cy="1743811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Rechteck 19">
            <a:extLst>
              <a:ext uri="{FF2B5EF4-FFF2-40B4-BE49-F238E27FC236}">
                <ns2:creationId id="{1A01CA33-5739-D652-3D92-9EDF282D9CE7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8672291" y="4321220"/>
            <a:ext cx="313263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Text Placeholder 7">
            <a:extLst>
              <a:ext uri="{FF2B5EF4-FFF2-40B4-BE49-F238E27FC236}">
                <ns2:creationId id="{510D959F-8D95-8114-756D-F3A2F263E8C3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>
          <a:xfrm>
            <a:off x="5671071" y="2092217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42" name="Text Placeholder 7">
            <a:extLst>
              <a:ext uri="{FF2B5EF4-FFF2-40B4-BE49-F238E27FC236}">
                <ns2:creationId id="{834A2A05-C74C-8713-6601-6A0E143C2135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3751385" y="3412496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5A0E0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Text Placeholder 7">
            <a:extLst>
              <a:ext uri="{FF2B5EF4-FFF2-40B4-BE49-F238E27FC236}">
                <ns2:creationId id="{5D78FE2D-133F-C2CA-7B86-1EB204471E75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377214" y="2760541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5" name="Text Placeholder 7">
            <a:extLst>
              <a:ext uri="{FF2B5EF4-FFF2-40B4-BE49-F238E27FC236}">
                <ns2:creationId id="{CAB64328-01EB-407A-7D21-E475ED04CA52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967660" y="327180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Text Placeholder 7">
            <a:extLst>
              <a:ext uri="{FF2B5EF4-FFF2-40B4-BE49-F238E27FC236}">
                <ns2:creationId id="{3EA618FA-6CF4-E6AC-AF83-4837177F2482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967660" y="2249275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7" name="Text Placeholder 7">
            <a:extLst>
              <a:ext uri="{FF2B5EF4-FFF2-40B4-BE49-F238E27FC236}">
                <ns2:creationId id="{544839D1-B216-027F-A4D9-4B33323B7F2B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>
          <a:xfrm>
            <a:off x="967660" y="2760541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Text Placeholder 7">
            <a:extLst>
              <a:ext uri="{FF2B5EF4-FFF2-40B4-BE49-F238E27FC236}">
                <ns2:creationId id="{604AA4F9-CB7D-04EF-3392-E8E9FEA77DE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3751385" y="2195297"/>
            <a:ext cx="1692000" cy="929781"/>
          </a:xfrm>
          <a:prstGeom prst="rect">
            <a:avLst/>
          </a:prstGeom>
          <a:ln w="9525" cmpd="sng">
            <a:noFill/>
            <a:prstDash val="solid"/>
          </a:ln>
        </p:spPr>
        <p:txBody>
          <a:bodyPr vert="horz" lIns="0" tIns="36000" rIns="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『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』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Text Placeholder 7">
            <a:extLst>
              <a:ext uri="{FF2B5EF4-FFF2-40B4-BE49-F238E27FC236}">
                <ns2:creationId id="{DAD5F890-91DC-1940-2E34-B719481482DE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>
          <a:xfrm>
            <a:off x="3751385" y="4774572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1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円/楕円 34">
            <a:extLst>
              <a:ext uri="{FF2B5EF4-FFF2-40B4-BE49-F238E27FC236}">
                <ns2:creationId id="{8875438E-6E2F-8513-2325-F267AB52F2A4}"/>
              </a:ext>
            </a:extLst>
          </p:cNvPr>
          <p:cNvSpPr>
            <a:spLocks noChangeAspect="1"/>
          </p:cNvSpPr>
          <p:nvPr/>
        </p:nvSpPr>
        <p:spPr>
          <a:xfrm>
            <a:off x="5544051" y="1950244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Text Placeholder 7">
            <a:extLst>
              <a:ext uri="{FF2B5EF4-FFF2-40B4-BE49-F238E27FC236}">
                <ns2:creationId id="{687AEBC4-BA72-C1A0-C8AC-9F5930B754C7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5757691" y="2515708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Text Placeholder 7">
            <a:extLst>
              <a:ext uri="{FF2B5EF4-FFF2-40B4-BE49-F238E27FC236}">
                <ns2:creationId id="{489B9376-3A81-911B-D5BB-0DB14BD7E8D1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>
          <a:xfrm>
            <a:off x="5757691" y="3313419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5" name="Text Placeholder 7">
            <a:extLst>
              <a:ext uri="{FF2B5EF4-FFF2-40B4-BE49-F238E27FC236}">
                <ns2:creationId id="{FC67F796-AD86-CA93-999C-2579B8BAA8DD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6540183" y="2515708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6" name="Text Placeholder 7">
            <a:extLst>
              <a:ext uri="{FF2B5EF4-FFF2-40B4-BE49-F238E27FC236}">
                <ns2:creationId id="{FFEA5A8F-4118-EE12-6049-DDB7B71AFACA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6540183" y="3313419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2" name="Text Placeholder 7">
            <a:extLst>
              <a:ext uri="{FF2B5EF4-FFF2-40B4-BE49-F238E27FC236}">
                <ns2:creationId id="{69EC8128-FBA7-E267-2492-C5362F548A0C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5671071" y="4321219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63" name="Text Placeholder 7">
            <a:extLst>
              <a:ext uri="{FF2B5EF4-FFF2-40B4-BE49-F238E27FC236}">
                <ns2:creationId id="{A12EB56D-AA6D-5B91-76D6-10FAB530946B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5757691" y="4729003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wrap="square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4" name="Text Placeholder 7">
            <a:extLst>
              <a:ext uri="{FF2B5EF4-FFF2-40B4-BE49-F238E27FC236}">
                <ns2:creationId id="{018D147E-D8B5-9DE3-0AF8-1A7D1A9391DE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5757691" y="5526714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Text Placeholder 7">
            <a:extLst>
              <a:ext uri="{FF2B5EF4-FFF2-40B4-BE49-F238E27FC236}">
                <ns2:creationId id="{556E4342-AA00-BD4B-6591-9D53AC30A7E6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6535071" y="4729003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Text Placeholder 7">
            <a:extLst>
              <a:ext uri="{FF2B5EF4-FFF2-40B4-BE49-F238E27FC236}">
                <ns2:creationId id="{25B902E4-5AB8-7CF2-47E8-1909F83C7663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6535071" y="5526714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円/楕円 34">
            <a:extLst>
              <a:ext uri="{FF2B5EF4-FFF2-40B4-BE49-F238E27FC236}">
                <ns2:creationId id="{5DEC1482-BBB3-1004-154B-D95B9DF08BD2}"/>
              </a:ext>
            </a:extLst>
          </p:cNvPr>
          <p:cNvSpPr>
            <a:spLocks noChangeAspect="1"/>
          </p:cNvSpPr>
          <p:nvPr/>
        </p:nvSpPr>
        <p:spPr>
          <a:xfrm>
            <a:off x="8755350" y="2637576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円/楕円 34">
            <a:extLst>
              <a:ext uri="{FF2B5EF4-FFF2-40B4-BE49-F238E27FC236}">
                <ns2:creationId id="{58A5F486-897F-C663-A6C5-2EB08A8A41A6}"/>
              </a:ext>
            </a:extLst>
          </p:cNvPr>
          <p:cNvSpPr>
            <a:spLocks noChangeAspect="1"/>
          </p:cNvSpPr>
          <p:nvPr/>
        </p:nvSpPr>
        <p:spPr>
          <a:xfrm>
            <a:off x="8755350" y="3156663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9" name="円/楕円 34">
            <a:extLst>
              <a:ext uri="{FF2B5EF4-FFF2-40B4-BE49-F238E27FC236}">
                <ns2:creationId id="{D64D85B4-2771-986C-9E8D-6F0A039E8E30}"/>
              </a:ext>
            </a:extLst>
          </p:cNvPr>
          <p:cNvSpPr>
            <a:spLocks noChangeAspect="1"/>
          </p:cNvSpPr>
          <p:nvPr/>
        </p:nvSpPr>
        <p:spPr>
          <a:xfrm>
            <a:off x="8755350" y="3739611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1" name="Text Placeholder 7">
            <a:extLst>
              <a:ext uri="{FF2B5EF4-FFF2-40B4-BE49-F238E27FC236}">
                <ns2:creationId id="{1454627E-5746-D4E3-274E-72EAA1700C9E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>
          <a:xfrm>
            <a:off x="9116563" y="2516827"/>
            <a:ext cx="2698221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3" name="Text Placeholder 7">
            <a:extLst>
              <a:ext uri="{FF2B5EF4-FFF2-40B4-BE49-F238E27FC236}">
                <ns2:creationId id="{FD84B4B9-577A-9926-016D-541B2130226E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>
          <a:xfrm>
            <a:off x="9116563" y="3080697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4" name="Text Placeholder 7">
            <a:extLst>
              <a:ext uri="{FF2B5EF4-FFF2-40B4-BE49-F238E27FC236}">
                <ns2:creationId id="{9C4E34F7-F41B-1C7B-BA29-FBC74CF87FB3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>
          <a:xfrm>
            <a:off x="9116563" y="3649611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2" name="円/楕円 34">
            <a:extLst>
              <a:ext uri="{FF2B5EF4-FFF2-40B4-BE49-F238E27FC236}">
                <ns2:creationId id="{2E13E644-0B60-B0D4-02B7-D6F9DAFC7867}"/>
              </a:ext>
            </a:extLst>
          </p:cNvPr>
          <p:cNvSpPr>
            <a:spLocks noChangeAspect="1"/>
          </p:cNvSpPr>
          <p:nvPr/>
        </p:nvSpPr>
        <p:spPr>
          <a:xfrm>
            <a:off x="5551893" y="4188325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5" name="Text Placeholder 7">
            <a:extLst>
              <a:ext uri="{FF2B5EF4-FFF2-40B4-BE49-F238E27FC236}">
                <ns2:creationId id="{9E4B4A6D-016A-783E-85F0-4332A66610CA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377214" y="5813959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6" name="Text Placeholder 7">
            <a:extLst>
              <a:ext uri="{FF2B5EF4-FFF2-40B4-BE49-F238E27FC236}">
                <ns2:creationId id="{35D93114-3BD8-56B6-D1B2-2482E4342643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377214" y="4791427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Text Placeholder 7">
            <a:extLst>
              <a:ext uri="{FF2B5EF4-FFF2-40B4-BE49-F238E27FC236}">
                <ns2:creationId id="{C9611FB7-43FE-A624-F022-3422A5A2D59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>
          <a:xfrm>
            <a:off x="377214" y="5302693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Text Placeholder 7">
            <a:extLst>
              <a:ext uri="{FF2B5EF4-FFF2-40B4-BE49-F238E27FC236}">
                <ns2:creationId id="{90B762CD-278F-72E8-D326-1C7DBFED4B3F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967661" y="5813959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" name="Text Placeholder 7">
            <a:extLst>
              <a:ext uri="{FF2B5EF4-FFF2-40B4-BE49-F238E27FC236}">
                <ns2:creationId id="{ABDE2088-EC38-45D3-3174-23DB8FA5806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>
          <a:xfrm>
            <a:off x="967661" y="479142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Text Placeholder 7">
            <a:extLst>
              <a:ext uri="{FF2B5EF4-FFF2-40B4-BE49-F238E27FC236}">
                <ns2:creationId id="{CD17E29F-5077-6831-89D9-2260D38948FE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967661" y="5302693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矢印コネクタ 81">
            <a:extLst>
              <a:ext uri="{FF2B5EF4-FFF2-40B4-BE49-F238E27FC236}">
                <ns2:creationId id="{0B4A8993-AD9E-39BD-5C36-861E0489B4A6}"/>
              </a:ext>
            </a:extLst>
          </p:cNvPr>
          <p:cNvCxnSpPr>
            <a:stCxn id="14" idx="2"/>
            <a:endCxn id="29" idx="0"/>
          </p:cNvCxnSpPr>
          <p:nvPr/>
        </p:nvCxnSpPr>
        <p:spPr>
          <a:xfrm flipH="1">
            <a:off x="1747640" y="3808925"/>
            <a:ext cx="2" cy="322068"/>
          </a:xfrm>
          <a:prstGeom prst="straightConnector1">
            <a:avLst/>
          </a:prstGeom>
          <a:ln w="9525">
            <a:solidFill>
              <a:srgbClr val="00000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矢印コネクタ 83">
            <a:extLst>
              <a:ext uri="{FF2B5EF4-FFF2-40B4-BE49-F238E27FC236}">
                <ns2:creationId id="{518D278D-864D-D4CC-F735-92C39AF2EB94}"/>
              </a:ext>
            </a:extLst>
          </p:cNvPr>
          <p:cNvCxnSpPr>
            <a:cxnSpLocks/>
          </p:cNvCxnSpPr>
          <p:nvPr/>
        </p:nvCxnSpPr>
        <p:spPr>
          <a:xfrm>
            <a:off x="1747640" y="3966286"/>
            <a:ext cx="2003745" cy="0"/>
          </a:xfrm>
          <a:prstGeom prst="straightConnector1">
            <a:avLst/>
          </a:prstGeom>
          <a:ln w="9525">
            <a:solidFill>
              <a:srgbClr val="000000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ns2:creationId id="{CA28DADB-E2CE-A85D-7A7D-0685BA14429E}"/>
              </a:ext>
            </a:extLst>
          </p:cNvPr>
          <p:cNvSpPr/>
          <p:nvPr/>
        </p:nvSpPr>
        <p:spPr>
          <a:xfrm>
            <a:off x="3197988" y="3679554"/>
            <a:ext cx="504000" cy="216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8" name="Text Placeholder 7">
            <a:extLst>
              <a:ext uri="{FF2B5EF4-FFF2-40B4-BE49-F238E27FC236}">
                <ns2:creationId id="{CEAD30BF-A3B9-A834-7EC1-A3A970F35CD7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>
          <a:xfrm>
            <a:off x="8816979" y="4819440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72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9" name="Text Placeholder 7">
            <a:extLst>
              <a:ext uri="{FF2B5EF4-FFF2-40B4-BE49-F238E27FC236}">
                <ns2:creationId id="{CE2A3EED-96D6-6C18-D054-08EE8EACFD3B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>
          <a:xfrm>
            <a:off x="8816979" y="5550476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0" name="Text Placeholder 7">
            <a:extLst>
              <a:ext uri="{FF2B5EF4-FFF2-40B4-BE49-F238E27FC236}">
                <ns2:creationId id="{8467FDCF-E473-CE46-9529-DF592464BAEB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>
          <a:xfrm>
            <a:off x="9619151" y="4819440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1" name="Text Placeholder 7">
            <a:extLst>
              <a:ext uri="{FF2B5EF4-FFF2-40B4-BE49-F238E27FC236}">
                <ns2:creationId id="{0E385CAB-0F56-A285-FC65-3A8679099DA3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>
          <a:xfrm>
            <a:off x="9619151" y="5550476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4:creationId val="2451262478"/>
      </p:ext>
    </p:extLst>
  </p:cSld>
  <p:clrMapOvr>
    <a:masterClrMapping/>
  </p:clrMapOvr>
</p:sld>
</file>

<file path=ppt/slides/slide29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DBB46CE-806B-E2C9-F3B4-0B52727C8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正方形/長方形 55">
            <a:extLst>
              <a:ext uri="{FF2B5EF4-FFF2-40B4-BE49-F238E27FC236}">
                <ns2:creationId id="{ED3EED6D-5D0D-4CF8-3443-AD6511CBC22E}"/>
              </a:ext>
            </a:extLst>
          </p:cNvPr>
          <p:cNvSpPr/>
          <p:nvPr/>
        </p:nvSpPr>
        <p:spPr>
          <a:xfrm>
            <a:off x="349338" y="5191743"/>
            <a:ext cx="11507698" cy="1116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A7427FFE-F6DE-EC97-790D-C17439E6C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FC9331A1-6A71-D53F-47BE-5826FDC725F3}"/>
              </a:ext>
            </a:extLst>
          </p:cNvPr>
          <p:cNvSpPr/>
          <p:nvPr/>
        </p:nvSpPr>
        <p:spPr>
          <a:xfrm>
            <a:off x="334963" y="2035696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0A6F181F-17B2-6032-B318-F941639EC199}"/>
              </a:ext>
            </a:extLst>
          </p:cNvPr>
          <p:cNvSpPr/>
          <p:nvPr/>
        </p:nvSpPr>
        <p:spPr>
          <a:xfrm>
            <a:off x="334963" y="2638897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ns2:creationId id="{9C1489DF-4C39-ACDC-1BE0-1DD35E144284}"/>
              </a:ext>
            </a:extLst>
          </p:cNvPr>
          <p:cNvSpPr/>
          <p:nvPr/>
        </p:nvSpPr>
        <p:spPr>
          <a:xfrm>
            <a:off x="334963" y="3242100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A22072E7-71F5-F697-995E-D5FFA3A5D808}"/>
              </a:ext>
            </a:extLst>
          </p:cNvPr>
          <p:cNvSpPr/>
          <p:nvPr/>
        </p:nvSpPr>
        <p:spPr>
          <a:xfrm>
            <a:off x="334963" y="3845302"/>
            <a:ext cx="1296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F3E73AE-D407-88C0-72F9-36CD4A2090CA}"/>
              </a:ext>
            </a:extLst>
          </p:cNvPr>
          <p:cNvSpPr/>
          <p:nvPr/>
        </p:nvSpPr>
        <p:spPr>
          <a:xfrm>
            <a:off x="1789338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6986425F-0D60-E63E-1B96-49B0865E89C3}"/>
              </a:ext>
            </a:extLst>
          </p:cNvPr>
          <p:cNvSpPr/>
          <p:nvPr/>
        </p:nvSpPr>
        <p:spPr>
          <a:xfrm>
            <a:off x="4344430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2801014B-3897-7FCE-B849-E4DCBB821685}"/>
              </a:ext>
            </a:extLst>
          </p:cNvPr>
          <p:cNvSpPr/>
          <p:nvPr/>
        </p:nvSpPr>
        <p:spPr>
          <a:xfrm>
            <a:off x="6899522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181A8E7D-E66B-B666-CDC9-705A44C10616}"/>
              </a:ext>
            </a:extLst>
          </p:cNvPr>
          <p:cNvSpPr/>
          <p:nvPr/>
        </p:nvSpPr>
        <p:spPr>
          <a:xfrm>
            <a:off x="9454615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1A9091FD-27D1-2A40-91B0-F34B75C48495}"/>
              </a:ext>
            </a:extLst>
          </p:cNvPr>
          <p:cNvSpPr/>
          <p:nvPr/>
        </p:nvSpPr>
        <p:spPr>
          <a:xfrm>
            <a:off x="1789338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7BCC23F8-3467-29D1-70D3-6FF49B362C8E}"/>
              </a:ext>
            </a:extLst>
          </p:cNvPr>
          <p:cNvSpPr/>
          <p:nvPr/>
        </p:nvSpPr>
        <p:spPr>
          <a:xfrm>
            <a:off x="4344430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1F74FE0F-AD2A-B46C-198C-C8649A1524E8}"/>
              </a:ext>
            </a:extLst>
          </p:cNvPr>
          <p:cNvSpPr/>
          <p:nvPr/>
        </p:nvSpPr>
        <p:spPr>
          <a:xfrm>
            <a:off x="6899522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60CB0D5-4573-7B76-E24D-BD891A50741C}"/>
              </a:ext>
            </a:extLst>
          </p:cNvPr>
          <p:cNvSpPr/>
          <p:nvPr/>
        </p:nvSpPr>
        <p:spPr>
          <a:xfrm>
            <a:off x="9454615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B1D44234-EA92-F189-35F0-FDD6258DC1B8}"/>
              </a:ext>
            </a:extLst>
          </p:cNvPr>
          <p:cNvSpPr/>
          <p:nvPr/>
        </p:nvSpPr>
        <p:spPr>
          <a:xfrm>
            <a:off x="1789338" y="2636425"/>
            <a:ext cx="7524000" cy="540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5B6ED31E-1954-CC07-BC93-11C11306CD37}"/>
              </a:ext>
            </a:extLst>
          </p:cNvPr>
          <p:cNvSpPr/>
          <p:nvPr/>
        </p:nvSpPr>
        <p:spPr>
          <a:xfrm>
            <a:off x="9454615" y="2636424"/>
            <a:ext cx="2412000" cy="605675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1A521881-C77A-693E-31A8-F1A1C7DCF89B}"/>
              </a:ext>
            </a:extLst>
          </p:cNvPr>
          <p:cNvSpPr/>
          <p:nvPr/>
        </p:nvSpPr>
        <p:spPr>
          <a:xfrm>
            <a:off x="1789338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974DA4DC-7929-EDA5-83DD-D89A6B0CEE70}"/>
              </a:ext>
            </a:extLst>
          </p:cNvPr>
          <p:cNvSpPr/>
          <p:nvPr/>
        </p:nvSpPr>
        <p:spPr>
          <a:xfrm>
            <a:off x="1789338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2A9EB7BB-7B78-658D-2F7D-B3407854A668}"/>
              </a:ext>
            </a:extLst>
          </p:cNvPr>
          <p:cNvSpPr/>
          <p:nvPr/>
        </p:nvSpPr>
        <p:spPr>
          <a:xfrm>
            <a:off x="4344430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EF39B310-C0A4-193A-5265-40734521AE88}"/>
              </a:ext>
            </a:extLst>
          </p:cNvPr>
          <p:cNvSpPr/>
          <p:nvPr/>
        </p:nvSpPr>
        <p:spPr>
          <a:xfrm>
            <a:off x="6899522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65E8FDAB-61CB-16D1-C644-65802FEB8419}"/>
              </a:ext>
            </a:extLst>
          </p:cNvPr>
          <p:cNvSpPr/>
          <p:nvPr/>
        </p:nvSpPr>
        <p:spPr>
          <a:xfrm>
            <a:off x="9454615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4" name="正方形/長方形 43">
            <a:extLst>
              <a:ext uri="{FF2B5EF4-FFF2-40B4-BE49-F238E27FC236}">
                <ns2:creationId id="{1396C1E4-903F-50D4-C81A-1F60DCFEBDA4}"/>
              </a:ext>
            </a:extLst>
          </p:cNvPr>
          <p:cNvSpPr/>
          <p:nvPr/>
        </p:nvSpPr>
        <p:spPr>
          <a:xfrm>
            <a:off x="334963" y="1637104"/>
            <a:ext cx="1296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1EEC98BC-9A96-8062-2B14-7F0C9E5262C8}"/>
              </a:ext>
            </a:extLst>
          </p:cNvPr>
          <p:cNvSpPr/>
          <p:nvPr/>
        </p:nvSpPr>
        <p:spPr>
          <a:xfrm>
            <a:off x="4344430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CBAB03B6-9CC9-27DC-7EF2-DF283D6CD74C}"/>
              </a:ext>
            </a:extLst>
          </p:cNvPr>
          <p:cNvSpPr/>
          <p:nvPr/>
        </p:nvSpPr>
        <p:spPr>
          <a:xfrm>
            <a:off x="6899522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C5152B0B-59F2-4852-2DA6-B181D0516001}"/>
              </a:ext>
            </a:extLst>
          </p:cNvPr>
          <p:cNvSpPr/>
          <p:nvPr/>
        </p:nvSpPr>
        <p:spPr>
          <a:xfrm>
            <a:off x="9446088" y="3260267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6F444023-2C36-5B9F-5020-B006B836DD0C}"/>
              </a:ext>
            </a:extLst>
          </p:cNvPr>
          <p:cNvSpPr/>
          <p:nvPr/>
        </p:nvSpPr>
        <p:spPr>
          <a:xfrm>
            <a:off x="1412465" y="5287921"/>
            <a:ext cx="1980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【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)】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10542B1F-12C3-755B-FC0F-C78B092497FC}"/>
              </a:ext>
            </a:extLst>
          </p:cNvPr>
          <p:cNvSpPr/>
          <p:nvPr/>
        </p:nvSpPr>
        <p:spPr>
          <a:xfrm>
            <a:off x="3459342" y="5287921"/>
            <a:ext cx="230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E9587082-748A-7B4D-8A13-89130E259892}"/>
              </a:ext>
            </a:extLst>
          </p:cNvPr>
          <p:cNvSpPr/>
          <p:nvPr/>
        </p:nvSpPr>
        <p:spPr>
          <a:xfrm>
            <a:off x="334963" y="5287921"/>
            <a:ext cx="1008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171BB2A5-D4CF-1531-9AA9-3C44DC892283}"/>
              </a:ext>
            </a:extLst>
          </p:cNvPr>
          <p:cNvSpPr/>
          <p:nvPr/>
        </p:nvSpPr>
        <p:spPr>
          <a:xfrm>
            <a:off x="7782175" y="5291586"/>
            <a:ext cx="3984745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0A7B0E36-9850-DAFC-7779-620579F2A448}"/>
              </a:ext>
            </a:extLst>
          </p:cNvPr>
          <p:cNvSpPr/>
          <p:nvPr/>
        </p:nvSpPr>
        <p:spPr>
          <a:xfrm>
            <a:off x="7782176" y="5714501"/>
            <a:ext cx="3984744" cy="50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F8724E83-D4F3-6890-60FF-C24491B4B351}"/>
              </a:ext>
            </a:extLst>
          </p:cNvPr>
          <p:cNvSpPr/>
          <p:nvPr/>
        </p:nvSpPr>
        <p:spPr>
          <a:xfrm>
            <a:off x="6135018" y="5287921"/>
            <a:ext cx="5670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DBAD8800-0A74-E3EE-E394-EF77A8507A31}"/>
              </a:ext>
            </a:extLst>
          </p:cNvPr>
          <p:cNvSpPr/>
          <p:nvPr/>
        </p:nvSpPr>
        <p:spPr>
          <a:xfrm>
            <a:off x="5830218" y="5287921"/>
            <a:ext cx="158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45720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円/楕円 34">
            <a:extLst>
              <a:ext uri="{FF2B5EF4-FFF2-40B4-BE49-F238E27FC236}">
                <ns2:creationId id="{6E50643F-0ED6-88F2-3388-9A5DBBA27623}"/>
              </a:ext>
            </a:extLst>
          </p:cNvPr>
          <p:cNvSpPr>
            <a:spLocks noChangeAspect="1"/>
          </p:cNvSpPr>
          <p:nvPr/>
        </p:nvSpPr>
        <p:spPr>
          <a:xfrm>
            <a:off x="7527245" y="5381587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円/楕円 34">
            <a:extLst>
              <a:ext uri="{FF2B5EF4-FFF2-40B4-BE49-F238E27FC236}">
                <ns2:creationId id="{66442F5C-C478-F57F-C3DA-9274239573CF}"/>
              </a:ext>
            </a:extLst>
          </p:cNvPr>
          <p:cNvSpPr>
            <a:spLocks noChangeAspect="1"/>
          </p:cNvSpPr>
          <p:nvPr/>
        </p:nvSpPr>
        <p:spPr>
          <a:xfrm>
            <a:off x="7527245" y="5835600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D5AD6D46-D997-2FD1-6F75-9D79F905144D}"/>
              </a:ext>
            </a:extLst>
          </p:cNvPr>
          <p:cNvCxnSpPr>
            <a:cxnSpLocks/>
          </p:cNvCxnSpPr>
          <p:nvPr/>
        </p:nvCxnSpPr>
        <p:spPr>
          <a:xfrm>
            <a:off x="1337872" y="5191743"/>
            <a:ext cx="0" cy="1116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正方形/長方形 62">
            <a:extLst>
              <a:ext uri="{FF2B5EF4-FFF2-40B4-BE49-F238E27FC236}">
                <ns2:creationId id="{8A05D0FC-915D-D116-58CB-852A555F57D2}"/>
              </a:ext>
            </a:extLst>
          </p:cNvPr>
          <p:cNvSpPr/>
          <p:nvPr/>
        </p:nvSpPr>
        <p:spPr>
          <a:xfrm>
            <a:off x="356708" y="4883262"/>
            <a:ext cx="2772000" cy="252000"/>
          </a:xfrm>
          <a:prstGeom prst="rect">
            <a:avLst/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】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C109183E-955B-51CF-7432-80AA61C41BE6}"/>
              </a:ext>
            </a:extLst>
          </p:cNvPr>
          <p:cNvSpPr/>
          <p:nvPr/>
        </p:nvSpPr>
        <p:spPr>
          <a:xfrm>
            <a:off x="3162422" y="4883262"/>
            <a:ext cx="8676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])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65" name="直線コネクタ 64">
            <a:extLst>
              <a:ext uri="{FF2B5EF4-FFF2-40B4-BE49-F238E27FC236}">
                <ns2:creationId id="{B5BA3D9F-8050-822F-417B-DA1FFF74559E}"/>
              </a:ext>
            </a:extLst>
          </p:cNvPr>
          <p:cNvCxnSpPr>
            <a:cxnSpLocks/>
          </p:cNvCxnSpPr>
          <p:nvPr/>
        </p:nvCxnSpPr>
        <p:spPr>
          <a:xfrm>
            <a:off x="1654092" y="1656813"/>
            <a:ext cx="0" cy="36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1AAAF169-24CF-AF5E-5D0B-0213BA53DBFF}"/>
              </a:ext>
            </a:extLst>
          </p:cNvPr>
          <p:cNvCxnSpPr>
            <a:cxnSpLocks/>
          </p:cNvCxnSpPr>
          <p:nvPr/>
        </p:nvCxnSpPr>
        <p:spPr>
          <a:xfrm>
            <a:off x="1654092" y="204485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>
            <a:extLst>
              <a:ext uri="{FF2B5EF4-FFF2-40B4-BE49-F238E27FC236}">
                <ns2:creationId id="{18F22FFA-85A0-C1E3-F776-8E76298A355D}"/>
              </a:ext>
            </a:extLst>
          </p:cNvPr>
          <p:cNvCxnSpPr>
            <a:cxnSpLocks/>
          </p:cNvCxnSpPr>
          <p:nvPr/>
        </p:nvCxnSpPr>
        <p:spPr>
          <a:xfrm>
            <a:off x="1654092" y="2636425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コネクタ 67">
            <a:extLst>
              <a:ext uri="{FF2B5EF4-FFF2-40B4-BE49-F238E27FC236}">
                <ns2:creationId id="{1617C3A8-9D6D-41D5-EA88-2D9449ADBD73}"/>
              </a:ext>
            </a:extLst>
          </p:cNvPr>
          <p:cNvCxnSpPr>
            <a:cxnSpLocks/>
          </p:cNvCxnSpPr>
          <p:nvPr/>
        </p:nvCxnSpPr>
        <p:spPr>
          <a:xfrm>
            <a:off x="1654092" y="325290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>
            <a:extLst>
              <a:ext uri="{FF2B5EF4-FFF2-40B4-BE49-F238E27FC236}">
                <ns2:creationId id="{5ABB2FEA-E9E4-F39B-33AF-93488BE497B5}"/>
              </a:ext>
            </a:extLst>
          </p:cNvPr>
          <p:cNvCxnSpPr>
            <a:cxnSpLocks/>
          </p:cNvCxnSpPr>
          <p:nvPr/>
        </p:nvCxnSpPr>
        <p:spPr>
          <a:xfrm>
            <a:off x="1654092" y="3842755"/>
            <a:ext cx="0" cy="972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グループ化 5">
            <a:extLst>
              <a:ext uri="{FF2B5EF4-FFF2-40B4-BE49-F238E27FC236}">
                <ns2:creationId id="{D350CFDF-5349-4B1A-F018-7ADA79602AC6}"/>
              </a:ext>
            </a:extLst>
          </p:cNvPr>
          <p:cNvGrpSpPr/>
          <p:nvPr/>
        </p:nvGrpSpPr>
        <p:grpSpPr>
          <a:xfrm>
            <a:off x="1894268" y="1656813"/>
            <a:ext cx="8025277" cy="360000"/>
            <a:chOff x="1894268" y="1656813"/>
            <a:chExt cx="8025277" cy="360000"/>
          </a:xfrm>
        </p:grpSpPr>
        <p:pic>
          <p:nvPicPr>
            <p:cNvPr id="71" name="グラフィックス 70" descr="お金 単色塗りつぶし">
              <a:extLst>
                <a:ext uri="{FF2B5EF4-FFF2-40B4-BE49-F238E27FC236}">
                  <ns2:creationId id="{459624C9-E2B3-81B9-4136-7AF975FC2D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894268" y="1656813"/>
              <a:ext cx="360000" cy="360000"/>
            </a:xfrm>
            <a:prstGeom prst="rect">
              <a:avLst/>
            </a:prstGeom>
          </p:spPr>
        </p:pic>
        <p:pic>
          <p:nvPicPr>
            <p:cNvPr id="72" name="グラフィックス 71" descr="優良在庫 単色塗りつぶし">
              <a:extLst>
                <a:ext uri="{FF2B5EF4-FFF2-40B4-BE49-F238E27FC236}">
                  <ns2:creationId id="{1286F817-E1AF-AEB1-B5AD-7008E9D0F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449360" y="1656813"/>
              <a:ext cx="360000" cy="360000"/>
            </a:xfrm>
            <a:prstGeom prst="rect">
              <a:avLst/>
            </a:prstGeom>
          </p:spPr>
        </p:pic>
        <p:pic>
          <p:nvPicPr>
            <p:cNvPr id="73" name="グラフィックス 72" descr="人と循環 単色塗りつぶし">
              <a:extLst>
                <a:ext uri="{FF2B5EF4-FFF2-40B4-BE49-F238E27FC236}">
                  <ns2:creationId id="{8BB2AE00-B311-AF70-C798-D48DAAF150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04452" y="1656813"/>
              <a:ext cx="360000" cy="360000"/>
            </a:xfrm>
            <a:prstGeom prst="rect">
              <a:avLst/>
            </a:prstGeom>
          </p:spPr>
        </p:pic>
        <p:pic>
          <p:nvPicPr>
            <p:cNvPr id="74" name="グラフィックス 73" descr="数学 単色塗りつぶし">
              <a:extLst>
                <a:ext uri="{FF2B5EF4-FFF2-40B4-BE49-F238E27FC236}">
                  <ns2:creationId id="{A7AF34E5-AA49-21FF-8029-DED43D84FE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559545" y="1656813"/>
              <a:ext cx="360000" cy="360000"/>
            </a:xfrm>
            <a:prstGeom prst="rect">
              <a:avLst/>
            </a:prstGeom>
          </p:spPr>
        </p:pic>
      </p:grpSp>
      <p:grpSp>
        <p:nvGrpSpPr>
          <p:cNvPr id="80" name="グループ化 79">
            <a:extLst>
              <a:ext uri="{FF2B5EF4-FFF2-40B4-BE49-F238E27FC236}">
                <ns2:creationId id="{03331606-1FAE-E4E6-4EBF-40E974BAE48F}"/>
              </a:ext>
            </a:extLst>
          </p:cNvPr>
          <p:cNvGrpSpPr/>
          <p:nvPr/>
        </p:nvGrpSpPr>
        <p:grpSpPr>
          <a:xfrm>
            <a:off x="1789338" y="3823127"/>
            <a:ext cx="10058835" cy="0"/>
            <a:chOff x="1789338" y="3823127"/>
            <a:chExt cx="10058835" cy="0"/>
          </a:xfrm>
        </p:grpSpPr>
        <p:cxnSp>
          <p:nvCxnSpPr>
            <p:cNvPr id="70" name="直線コネクタ 69">
              <a:extLst>
                <a:ext uri="{FF2B5EF4-FFF2-40B4-BE49-F238E27FC236}">
                  <ns2:creationId id="{8AC35F50-3284-913A-2CE0-E3456496A6FF}"/>
                </a:ext>
              </a:extLst>
            </p:cNvPr>
            <p:cNvCxnSpPr>
              <a:cxnSpLocks/>
            </p:cNvCxnSpPr>
            <p:nvPr/>
          </p:nvCxnSpPr>
          <p:spPr>
            <a:xfrm>
              <a:off x="17893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ns2:creationId id="{EB02E42A-DE7D-2B9B-3B2B-87E84E5A02CB}"/>
                </a:ext>
              </a:extLst>
            </p:cNvPr>
            <p:cNvCxnSpPr>
              <a:cxnSpLocks/>
            </p:cNvCxnSpPr>
            <p:nvPr/>
          </p:nvCxnSpPr>
          <p:spPr>
            <a:xfrm>
              <a:off x="43420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グループ化 78">
              <a:extLst>
                <a:ext uri="{FF2B5EF4-FFF2-40B4-BE49-F238E27FC236}">
                  <ns2:creationId id="{6836C98F-9DD9-EF90-CA3F-5F6EA29D2998}"/>
                </a:ext>
              </a:extLst>
            </p:cNvPr>
            <p:cNvGrpSpPr/>
            <p:nvPr/>
          </p:nvGrpSpPr>
          <p:grpSpPr>
            <a:xfrm>
              <a:off x="6883473" y="3823127"/>
              <a:ext cx="4964700" cy="0"/>
              <a:chOff x="1941738" y="3975527"/>
              <a:chExt cx="4964700" cy="0"/>
            </a:xfrm>
          </p:grpSpPr>
          <p:cxnSp>
            <p:nvCxnSpPr>
              <p:cNvPr id="77" name="直線コネクタ 76">
                <a:extLst>
                  <a:ext uri="{FF2B5EF4-FFF2-40B4-BE49-F238E27FC236}">
                    <ns2:creationId id="{DE0DD89F-8B2F-7529-A98E-0457AEFDFA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17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04AB64FD-4A56-BB3B-656F-E0F7DEEE7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44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" name="正方形/長方形 10">
            <a:extLst>
              <a:ext uri="{FF2B5EF4-FFF2-40B4-BE49-F238E27FC236}">
                <ns2:creationId id="{B3034D5C-B09E-509A-F1AE-868468C9AB0A}"/>
              </a:ext>
            </a:extLst>
          </p:cNvPr>
          <p:cNvSpPr/>
          <p:nvPr/>
        </p:nvSpPr>
        <p:spPr>
          <a:xfrm>
            <a:off x="227430" y="946782"/>
            <a:ext cx="11746800" cy="68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46800" rIns="90000" bIns="468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6700" marR="0" lvl="0" indent="-26670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6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5:creationId val="1174490780"/>
      </p:ext>
    </p:extLst>
  </p:cSld>
  <p:clrMapOvr>
    <a:masterClrMapping/>
  </p:clrMapOvr>
</p:sld>
</file>

<file path=ppt/slides/slide2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ABE39E-50DE-BB23-AB82-C62B4765D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A259D63-BE8B-2B4D-7148-E33A02F72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BF43463-C55A-CD23-1F96-9C77910529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  <a:tabLst>
                <a:tab pos="7000875" algn="l"/>
              </a:tabLst>
            </a:pPr>
            <a:r>
              <a:rPr lang="ja-JP" altLang="en-US" sz="1800">
                <a:solidFill>
                  <a:srgbClr val="008D2E"/>
                </a:solidFill>
              </a:rPr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sp>
        <p:nvSpPr>
          <p:cNvPr id="11" name="正方形/長方形 10">
            <a:extLst>
              <a:ext uri="{FF2B5EF4-FFF2-40B4-BE49-F238E27FC236}">
                <ns2:creationId id="{8D57448D-C8BC-80CB-0493-29268466C997}"/>
              </a:ext>
            </a:extLst>
          </p:cNvPr>
          <p:cNvSpPr/>
          <p:nvPr/>
        </p:nvSpPr>
        <p:spPr>
          <a:xfrm>
            <a:off x="334962" y="1628776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C02E0F9-9544-3E52-8BDF-64EC02C8BE64}"/>
              </a:ext>
            </a:extLst>
          </p:cNvPr>
          <p:cNvSpPr/>
          <p:nvPr/>
        </p:nvSpPr>
        <p:spPr>
          <a:xfrm>
            <a:off x="6275736" y="1628774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9BD5516B-E35B-33A3-6879-21136903CEE2}"/>
              </a:ext>
            </a:extLst>
          </p:cNvPr>
          <p:cNvSpPr/>
          <p:nvPr/>
        </p:nvSpPr>
        <p:spPr>
          <a:xfrm>
            <a:off x="32242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79115ADC-035A-BFC8-9BD6-24ACDBF8A399}"/>
              </a:ext>
            </a:extLst>
          </p:cNvPr>
          <p:cNvSpPr/>
          <p:nvPr/>
        </p:nvSpPr>
        <p:spPr>
          <a:xfrm>
            <a:off x="627408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63A4B6C-6B68-8915-E420-01735ED41601}"/>
              </a:ext>
            </a:extLst>
          </p:cNvPr>
          <p:cNvSpPr/>
          <p:nvPr/>
        </p:nvSpPr>
        <p:spPr>
          <a:xfrm>
            <a:off x="2062409" y="2476599"/>
            <a:ext cx="3888000" cy="2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8CC33C38-CEEA-D199-E322-E160452184DB}"/>
              </a:ext>
            </a:extLst>
          </p:cNvPr>
          <p:cNvSpPr/>
          <p:nvPr/>
        </p:nvSpPr>
        <p:spPr>
          <a:xfrm>
            <a:off x="341474" y="2798023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98C0BF8-1F9A-E721-9A83-51D3ADDBE188}"/>
              </a:ext>
            </a:extLst>
          </p:cNvPr>
          <p:cNvSpPr/>
          <p:nvPr/>
        </p:nvSpPr>
        <p:spPr>
          <a:xfrm>
            <a:off x="341474" y="3695185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0251B5B1-BDEE-B98F-08B5-2C25091AA06F}"/>
              </a:ext>
            </a:extLst>
          </p:cNvPr>
          <p:cNvSpPr/>
          <p:nvPr/>
        </p:nvSpPr>
        <p:spPr>
          <a:xfrm>
            <a:off x="341474" y="4592347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455E6C98-85C5-6D9E-448D-2A3BEE86D003}"/>
              </a:ext>
            </a:extLst>
          </p:cNvPr>
          <p:cNvSpPr/>
          <p:nvPr/>
        </p:nvSpPr>
        <p:spPr>
          <a:xfrm>
            <a:off x="341474" y="5489510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B8FE845-40B6-CF98-A25D-14FD3BE409F1}"/>
              </a:ext>
            </a:extLst>
          </p:cNvPr>
          <p:cNvSpPr/>
          <p:nvPr/>
        </p:nvSpPr>
        <p:spPr>
          <a:xfrm>
            <a:off x="2062409" y="2798023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4DC3F61-59E5-4286-39D8-C45B446C792E}"/>
              </a:ext>
            </a:extLst>
          </p:cNvPr>
          <p:cNvSpPr/>
          <p:nvPr/>
        </p:nvSpPr>
        <p:spPr>
          <a:xfrm>
            <a:off x="2062409" y="3695185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EAAF3316-8A12-5400-7B57-A155946B17DC}"/>
              </a:ext>
            </a:extLst>
          </p:cNvPr>
          <p:cNvSpPr/>
          <p:nvPr/>
        </p:nvSpPr>
        <p:spPr>
          <a:xfrm>
            <a:off x="2062409" y="4592347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79C9E0CE-E9BD-19C0-DA17-A3D5D65238B0}"/>
              </a:ext>
            </a:extLst>
          </p:cNvPr>
          <p:cNvSpPr/>
          <p:nvPr/>
        </p:nvSpPr>
        <p:spPr>
          <a:xfrm>
            <a:off x="2062409" y="5489510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6" name="ホームベース 13">
            <a:extLst>
              <a:ext uri="{FF2B5EF4-FFF2-40B4-BE49-F238E27FC236}">
                <ns2:creationId id="{FC1C1989-BD7C-A3C8-6F3A-142AD0339B24}"/>
              </a:ext>
            </a:extLst>
          </p:cNvPr>
          <p:cNvSpPr/>
          <p:nvPr/>
        </p:nvSpPr>
        <p:spPr>
          <a:xfrm rot="5400000">
            <a:off x="6672145" y="2116599"/>
            <a:ext cx="360000" cy="1080000"/>
          </a:xfrm>
          <a:prstGeom prst="homePlate">
            <a:avLst>
              <a:gd name="adj" fmla="val 18206"/>
            </a:avLst>
          </a:prstGeom>
          <a:solidFill>
            <a:srgbClr val="008D2E">
              <a:alpha val="7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山形 14">
            <a:extLst>
              <a:ext uri="{FF2B5EF4-FFF2-40B4-BE49-F238E27FC236}">
                <ns2:creationId id="{932D6DC7-8EFF-C6DA-951F-D85FE9E69BA5}"/>
              </a:ext>
            </a:extLst>
          </p:cNvPr>
          <p:cNvSpPr/>
          <p:nvPr/>
        </p:nvSpPr>
        <p:spPr>
          <a:xfrm rot="5400000">
            <a:off x="6672145" y="2472319"/>
            <a:ext cx="360000" cy="1080000"/>
          </a:xfrm>
          <a:prstGeom prst="chevron">
            <a:avLst>
              <a:gd name="adj" fmla="val 18094"/>
            </a:avLst>
          </a:prstGeom>
          <a:solidFill>
            <a:srgbClr val="008D2E">
              <a:alpha val="85000"/>
            </a:srgbClr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36FDEBCE-7DFE-1925-D9D3-65F88EC531EF}"/>
              </a:ext>
            </a:extLst>
          </p:cNvPr>
          <p:cNvSpPr/>
          <p:nvPr/>
        </p:nvSpPr>
        <p:spPr>
          <a:xfrm>
            <a:off x="6274084" y="3250776"/>
            <a:ext cx="1152000" cy="864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95EF647C-AC12-F388-4574-0D8BB9D761BD}"/>
              </a:ext>
            </a:extLst>
          </p:cNvPr>
          <p:cNvSpPr/>
          <p:nvPr/>
        </p:nvSpPr>
        <p:spPr>
          <a:xfrm>
            <a:off x="6266540" y="4197736"/>
            <a:ext cx="1152000" cy="20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0AB4DCCD-DBA6-A50F-0843-B2518CAF4F43}"/>
              </a:ext>
            </a:extLst>
          </p:cNvPr>
          <p:cNvSpPr/>
          <p:nvPr/>
        </p:nvSpPr>
        <p:spPr>
          <a:xfrm>
            <a:off x="7458790" y="3250776"/>
            <a:ext cx="4392000" cy="86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95911DA3-6B81-16A6-AA6B-4154F4DB242B}"/>
              </a:ext>
            </a:extLst>
          </p:cNvPr>
          <p:cNvSpPr/>
          <p:nvPr/>
        </p:nvSpPr>
        <p:spPr>
          <a:xfrm>
            <a:off x="7458790" y="4182917"/>
            <a:ext cx="4392000" cy="20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174625" algn="l"/>
                <a:tab pos="631825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71463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>
                <a:tab pos="174625" algn="l"/>
              </a:tabLst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66700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14086997-158F-79B1-FEA0-50C2FCB84EA0}"/>
              </a:ext>
            </a:extLst>
          </p:cNvPr>
          <p:cNvSpPr/>
          <p:nvPr/>
        </p:nvSpPr>
        <p:spPr>
          <a:xfrm>
            <a:off x="6339962" y="3333208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FDB44EA4-BDEA-0C04-B6EE-F0F96237710E}"/>
              </a:ext>
            </a:extLst>
          </p:cNvPr>
          <p:cNvSpPr/>
          <p:nvPr/>
        </p:nvSpPr>
        <p:spPr>
          <a:xfrm>
            <a:off x="6339962" y="4334319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09C365D6-2410-200B-5BA9-568BD4405DCC}"/>
              </a:ext>
            </a:extLst>
          </p:cNvPr>
          <p:cNvSpPr/>
          <p:nvPr/>
        </p:nvSpPr>
        <p:spPr>
          <a:xfrm>
            <a:off x="7458790" y="247659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2B406E7A-342A-9947-102D-8CC262FEF459}"/>
              </a:ext>
            </a:extLst>
          </p:cNvPr>
          <p:cNvSpPr/>
          <p:nvPr/>
        </p:nvSpPr>
        <p:spPr>
          <a:xfrm>
            <a:off x="7458790" y="283231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65E27020-5369-8056-0484-EA5FF8A16D22}"/>
              </a:ext>
            </a:extLst>
          </p:cNvPr>
          <p:cNvSpPr/>
          <p:nvPr/>
        </p:nvSpPr>
        <p:spPr>
          <a:xfrm>
            <a:off x="1645102" y="2890610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3FD9C76E-F897-2BBF-0B1F-EEC1FE3DE066}"/>
              </a:ext>
            </a:extLst>
          </p:cNvPr>
          <p:cNvSpPr/>
          <p:nvPr/>
        </p:nvSpPr>
        <p:spPr>
          <a:xfrm>
            <a:off x="1645102" y="3815655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E29BDFA5-CC02-A649-A14F-4F191A15F089}"/>
              </a:ext>
            </a:extLst>
          </p:cNvPr>
          <p:cNvSpPr/>
          <p:nvPr/>
        </p:nvSpPr>
        <p:spPr>
          <a:xfrm>
            <a:off x="1645102" y="4663082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0AF230C2-C918-E8F0-94AE-19B756CB2E76}"/>
              </a:ext>
            </a:extLst>
          </p:cNvPr>
          <p:cNvSpPr/>
          <p:nvPr/>
        </p:nvSpPr>
        <p:spPr>
          <a:xfrm>
            <a:off x="1655482" y="5564047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85D69873-07C3-759E-47CE-FDB658148F5B}"/>
              </a:ext>
            </a:extLst>
          </p:cNvPr>
          <p:cNvSpPr/>
          <p:nvPr/>
        </p:nvSpPr>
        <p:spPr>
          <a:xfrm>
            <a:off x="7735732" y="4757288"/>
            <a:ext cx="1440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65" name="グループ化 64">
            <a:extLst>
              <a:ext uri="{FF2B5EF4-FFF2-40B4-BE49-F238E27FC236}">
                <ns2:creationId id="{FCF0A024-B4F4-AE58-309F-605D2FB2E569}"/>
              </a:ext>
            </a:extLst>
          </p:cNvPr>
          <p:cNvGrpSpPr/>
          <p:nvPr/>
        </p:nvGrpSpPr>
        <p:grpSpPr>
          <a:xfrm>
            <a:off x="1146252" y="1648736"/>
            <a:ext cx="6307410" cy="360000"/>
            <a:chOff x="1146252" y="1648736"/>
            <a:chExt cx="6307410" cy="360000"/>
          </a:xfrm>
        </p:grpSpPr>
        <p:pic>
          <p:nvPicPr>
            <p:cNvPr id="42" name="グラフィックス 41" descr="男性のプロフィール 単色塗りつぶし">
              <a:extLst>
                <a:ext uri="{FF2B5EF4-FFF2-40B4-BE49-F238E27FC236}">
                  <ns2:creationId id="{353B1BAB-BE10-7CE7-BB3E-DBEBDA848E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46252" y="1648736"/>
              <a:ext cx="360000" cy="360000"/>
            </a:xfrm>
            <a:prstGeom prst="rect">
              <a:avLst/>
            </a:prstGeom>
          </p:spPr>
        </p:pic>
        <p:pic>
          <p:nvPicPr>
            <p:cNvPr id="44" name="グラフィックス 43" descr="翼の付いたお金 単色塗りつぶし">
              <a:extLst>
                <a:ext uri="{FF2B5EF4-FFF2-40B4-BE49-F238E27FC236}">
                  <ns2:creationId id="{6BD91C35-BD11-7C90-47C0-A7F399C0C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93662" y="164873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51C4CE-EEC9-C2B3-667B-5CBEDB109BE5}"/>
              </a:ext>
            </a:extLst>
          </p:cNvPr>
          <p:cNvGrpSpPr/>
          <p:nvPr/>
        </p:nvGrpSpPr>
        <p:grpSpPr>
          <a:xfrm>
            <a:off x="322424" y="2022886"/>
            <a:ext cx="11515828" cy="4866"/>
            <a:chOff x="322424" y="2365786"/>
            <a:chExt cx="11515828" cy="4866"/>
          </a:xfrm>
        </p:grpSpPr>
        <p:cxnSp>
          <p:nvCxnSpPr>
            <p:cNvPr id="46" name="直線コネクタ 45">
              <a:extLst>
                <a:ext uri="{FF2B5EF4-FFF2-40B4-BE49-F238E27FC236}">
                  <ns2:creationId id="{5E7EC9D2-BE96-2E20-0A42-BBEF344F90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2424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725C961-A291-2EDD-E5AC-1DB3DC6B02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58252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直線コネクタ 50">
            <a:extLst>
              <a:ext uri="{FF2B5EF4-FFF2-40B4-BE49-F238E27FC236}">
                <ns2:creationId id="{1524DDB6-3A8D-0FDD-7915-C563F21A7346}"/>
              </a:ext>
            </a:extLst>
          </p:cNvPr>
          <p:cNvCxnSpPr>
            <a:cxnSpLocks/>
          </p:cNvCxnSpPr>
          <p:nvPr/>
        </p:nvCxnSpPr>
        <p:spPr>
          <a:xfrm>
            <a:off x="2105953" y="3644453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E36D376C-81D1-5038-8657-5D6C62942E33}"/>
              </a:ext>
            </a:extLst>
          </p:cNvPr>
          <p:cNvCxnSpPr>
            <a:cxnSpLocks/>
          </p:cNvCxnSpPr>
          <p:nvPr/>
        </p:nvCxnSpPr>
        <p:spPr>
          <a:xfrm>
            <a:off x="2105953" y="454052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8F323E48-E5AB-F63F-2885-9787475E82EF}"/>
              </a:ext>
            </a:extLst>
          </p:cNvPr>
          <p:cNvCxnSpPr>
            <a:cxnSpLocks/>
          </p:cNvCxnSpPr>
          <p:nvPr/>
        </p:nvCxnSpPr>
        <p:spPr>
          <a:xfrm>
            <a:off x="2105953" y="543308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>
            <a:extLst>
              <a:ext uri="{FF2B5EF4-FFF2-40B4-BE49-F238E27FC236}">
                <ns2:creationId id="{77B1FA5C-ADA0-A2CB-7A54-A809FC406589}"/>
              </a:ext>
            </a:extLst>
          </p:cNvPr>
          <p:cNvCxnSpPr>
            <a:cxnSpLocks/>
          </p:cNvCxnSpPr>
          <p:nvPr/>
        </p:nvCxnSpPr>
        <p:spPr>
          <a:xfrm>
            <a:off x="7458742" y="4154192"/>
            <a:ext cx="43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856502866"/>
      </p:ext>
    </p:extLst>
  </p:cSld>
  <p:clrMapOvr>
    <a:masterClrMapping/>
  </p:clrMapOvr>
</p:sld>
</file>

<file path=ppt/slides/slide29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373B128D-D97B-9CD2-9EE7-EC19FE107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72C846-3D17-CC86-CB83-921EBCDFE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5A22D0B-C3B0-C81D-C279-2C3A6CCC9E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 marL="0" indent="0">
              <a:buNone/>
            </a:pPr>
            <a:endParaRPr kumimoji="1" lang="ja-JP" altLang="en-US" dirty="0"/>
          </a:p>
        </p:txBody>
      </p:sp>
      <p:sp>
        <p:nvSpPr>
          <p:cNvPr id="290" name="table_TWformat_txt_2_1">
            <a:extLst>
              <a:ext uri="{FF2B5EF4-FFF2-40B4-BE49-F238E27FC236}">
                <ns2:creationId id="{776E2B20-44CF-E4E4-26F8-5B379A459B7A}"/>
              </a:ext>
            </a:extLst>
          </p:cNvPr>
          <p:cNvSpPr/>
          <p:nvPr/>
        </p:nvSpPr>
        <p:spPr>
          <a:xfrm>
            <a:off x="2114290" y="183786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table_TWformat_txt_3_1">
            <a:extLst>
              <a:ext uri="{FF2B5EF4-FFF2-40B4-BE49-F238E27FC236}">
                <ns2:creationId id="{64824C7F-16C8-D6B4-7652-9D2195E7CFE8}"/>
              </a:ext>
            </a:extLst>
          </p:cNvPr>
          <p:cNvSpPr/>
          <p:nvPr/>
        </p:nvSpPr>
        <p:spPr>
          <a:xfrm>
            <a:off x="2114290" y="20469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able_TWformat_txt_5_1">
            <a:extLst>
              <a:ext uri="{FF2B5EF4-FFF2-40B4-BE49-F238E27FC236}">
                <ns2:creationId id="{BE6C2598-5251-E57F-EBE9-B474B4D99825}"/>
              </a:ext>
            </a:extLst>
          </p:cNvPr>
          <p:cNvSpPr/>
          <p:nvPr/>
        </p:nvSpPr>
        <p:spPr>
          <a:xfrm>
            <a:off x="2114290" y="24651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able_TWformat_txt_6_1">
            <a:extLst>
              <a:ext uri="{FF2B5EF4-FFF2-40B4-BE49-F238E27FC236}">
                <ns2:creationId id="{10A30AAE-CB01-AFE3-3887-DDF745A9FE2F}"/>
              </a:ext>
            </a:extLst>
          </p:cNvPr>
          <p:cNvSpPr/>
          <p:nvPr/>
        </p:nvSpPr>
        <p:spPr>
          <a:xfrm>
            <a:off x="2114290" y="26742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table_TWformat_txt_8_1">
            <a:extLst>
              <a:ext uri="{FF2B5EF4-FFF2-40B4-BE49-F238E27FC236}">
                <ns2:creationId id="{D90E0B29-2112-1FFF-5636-B27B2EF00D95}"/>
              </a:ext>
            </a:extLst>
          </p:cNvPr>
          <p:cNvSpPr/>
          <p:nvPr/>
        </p:nvSpPr>
        <p:spPr>
          <a:xfrm>
            <a:off x="2114290" y="309239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6" name="table_TWformat_txt_9_1">
            <a:extLst>
              <a:ext uri="{FF2B5EF4-FFF2-40B4-BE49-F238E27FC236}">
                <ns2:creationId id="{7CB8BCC3-E066-8FEA-8833-6DA8D28398ED}"/>
              </a:ext>
            </a:extLst>
          </p:cNvPr>
          <p:cNvSpPr/>
          <p:nvPr/>
        </p:nvSpPr>
        <p:spPr>
          <a:xfrm>
            <a:off x="2114290" y="33014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able_TWformat_txt_11_1">
            <a:extLst>
              <a:ext uri="{FF2B5EF4-FFF2-40B4-BE49-F238E27FC236}">
                <ns2:creationId id="{08D6F1DD-AFBA-ECA9-6AD9-CC2D85F99E0A}"/>
              </a:ext>
            </a:extLst>
          </p:cNvPr>
          <p:cNvSpPr/>
          <p:nvPr/>
        </p:nvSpPr>
        <p:spPr>
          <a:xfrm>
            <a:off x="2114290" y="3719664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able_TWformat_txt_12_1">
            <a:extLst>
              <a:ext uri="{FF2B5EF4-FFF2-40B4-BE49-F238E27FC236}">
                <ns2:creationId id="{D216195A-953D-01D6-6E90-8ABB08903E1B}"/>
              </a:ext>
            </a:extLst>
          </p:cNvPr>
          <p:cNvSpPr/>
          <p:nvPr/>
        </p:nvSpPr>
        <p:spPr>
          <a:xfrm>
            <a:off x="2114290" y="39287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able_TWformat_txt_14_1">
            <a:extLst>
              <a:ext uri="{FF2B5EF4-FFF2-40B4-BE49-F238E27FC236}">
                <ns2:creationId id="{E036755F-5334-F5E4-5480-57E94CF99767}"/>
              </a:ext>
            </a:extLst>
          </p:cNvPr>
          <p:cNvSpPr/>
          <p:nvPr/>
        </p:nvSpPr>
        <p:spPr>
          <a:xfrm>
            <a:off x="2114290" y="43469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able_TWformat_txt_15_1">
            <a:extLst>
              <a:ext uri="{FF2B5EF4-FFF2-40B4-BE49-F238E27FC236}">
                <ns2:creationId id="{3930F53C-F09C-1154-8336-BC327562CC19}"/>
              </a:ext>
            </a:extLst>
          </p:cNvPr>
          <p:cNvSpPr/>
          <p:nvPr/>
        </p:nvSpPr>
        <p:spPr>
          <a:xfrm>
            <a:off x="2114290" y="45560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able_TWformat_txt_16_1">
            <a:extLst>
              <a:ext uri="{FF2B5EF4-FFF2-40B4-BE49-F238E27FC236}">
                <ns2:creationId id="{81207D19-FA1A-A991-6607-C78EEFDD5847}"/>
              </a:ext>
            </a:extLst>
          </p:cNvPr>
          <p:cNvSpPr/>
          <p:nvPr/>
        </p:nvSpPr>
        <p:spPr>
          <a:xfrm>
            <a:off x="2114290" y="4765109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table_TWformat_txt_18_1">
            <a:extLst>
              <a:ext uri="{FF2B5EF4-FFF2-40B4-BE49-F238E27FC236}">
                <ns2:creationId id="{955C584D-15D4-7D08-8574-B0AADBF7C18C}"/>
              </a:ext>
            </a:extLst>
          </p:cNvPr>
          <p:cNvSpPr/>
          <p:nvPr/>
        </p:nvSpPr>
        <p:spPr>
          <a:xfrm>
            <a:off x="2114290" y="51832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able_TWformat_txt_19_1">
            <a:extLst>
              <a:ext uri="{FF2B5EF4-FFF2-40B4-BE49-F238E27FC236}">
                <ns2:creationId id="{ACDF3D9E-9431-111F-C8FE-D84BF130DDA0}"/>
              </a:ext>
            </a:extLst>
          </p:cNvPr>
          <p:cNvSpPr/>
          <p:nvPr/>
        </p:nvSpPr>
        <p:spPr>
          <a:xfrm>
            <a:off x="2114290" y="539237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able_TWformat_txt_20_1">
            <a:extLst>
              <a:ext uri="{FF2B5EF4-FFF2-40B4-BE49-F238E27FC236}">
                <ns2:creationId id="{153A3E38-35E9-2E40-3388-E86B4D13D516}"/>
              </a:ext>
            </a:extLst>
          </p:cNvPr>
          <p:cNvSpPr/>
          <p:nvPr/>
        </p:nvSpPr>
        <p:spPr>
          <a:xfrm>
            <a:off x="2114290" y="560146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E3912875-CCBE-81A8-7781-B45DB2CC0D2F}"/>
              </a:ext>
            </a:extLst>
          </p:cNvPr>
          <p:cNvGrpSpPr/>
          <p:nvPr/>
        </p:nvGrpSpPr>
        <p:grpSpPr>
          <a:xfrm>
            <a:off x="2291691" y="1628775"/>
            <a:ext cx="9565346" cy="4149725"/>
            <a:chOff x="1650692" y="1628775"/>
            <a:chExt cx="10206346" cy="4149725"/>
          </a:xfrm>
        </p:grpSpPr>
        <p:sp>
          <p:nvSpPr>
            <p:cNvPr id="293" name="table_TWformat_txt_1_2">
              <a:extLst>
                <a:ext uri="{FF2B5EF4-FFF2-40B4-BE49-F238E27FC236}">
                  <ns2:creationId id="{4E509E03-404B-13E2-5577-8001B2E68CDF}"/>
                </a:ext>
              </a:extLst>
            </p:cNvPr>
            <p:cNvSpPr/>
            <p:nvPr/>
          </p:nvSpPr>
          <p:spPr>
            <a:xfrm>
              <a:off x="1650692" y="16287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table_TWformat_txt_2_2">
              <a:extLst>
                <a:ext uri="{FF2B5EF4-FFF2-40B4-BE49-F238E27FC236}">
                  <ns2:creationId id="{0438A645-65B0-E607-6AC0-482C07D37915}"/>
                </a:ext>
              </a:extLst>
            </p:cNvPr>
            <p:cNvSpPr/>
            <p:nvPr/>
          </p:nvSpPr>
          <p:spPr>
            <a:xfrm>
              <a:off x="1650692" y="183786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table_TWformat_txt_3_2">
              <a:extLst>
                <a:ext uri="{FF2B5EF4-FFF2-40B4-BE49-F238E27FC236}">
                  <ns2:creationId id="{FC730CCE-11B8-6F54-CAF0-DF0EB39577D0}"/>
                </a:ext>
              </a:extLst>
            </p:cNvPr>
            <p:cNvSpPr/>
            <p:nvPr/>
          </p:nvSpPr>
          <p:spPr>
            <a:xfrm>
              <a:off x="1650692" y="20469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table_TWformat_txt_4_2">
              <a:extLst>
                <a:ext uri="{FF2B5EF4-FFF2-40B4-BE49-F238E27FC236}">
                  <ns2:creationId id="{C866B810-78F8-124C-FBAB-DCFD025FB847}"/>
                </a:ext>
              </a:extLst>
            </p:cNvPr>
            <p:cNvSpPr/>
            <p:nvPr/>
          </p:nvSpPr>
          <p:spPr>
            <a:xfrm>
              <a:off x="1650692" y="225604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21" name="table_TWformat_line_4_2">
              <a:extLst>
                <a:ext uri="{FF2B5EF4-FFF2-40B4-BE49-F238E27FC236}">
                  <ns2:creationId id="{75CC6DF5-881F-BF7B-DED1-2F7601299DA7}"/>
                </a:ext>
              </a:extLst>
            </p:cNvPr>
            <p:cNvCxnSpPr/>
            <p:nvPr/>
          </p:nvCxnSpPr>
          <p:spPr>
            <a:xfrm>
              <a:off x="1650692" y="22400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able_TWformat_txt_5_2">
              <a:extLst>
                <a:ext uri="{FF2B5EF4-FFF2-40B4-BE49-F238E27FC236}">
                  <ns2:creationId id="{F9427848-5EB3-03EB-9BBA-47A668B88378}"/>
                </a:ext>
              </a:extLst>
            </p:cNvPr>
            <p:cNvSpPr/>
            <p:nvPr/>
          </p:nvSpPr>
          <p:spPr>
            <a:xfrm>
              <a:off x="1650692" y="24651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table_TWformat_txt_6_2">
              <a:extLst>
                <a:ext uri="{FF2B5EF4-FFF2-40B4-BE49-F238E27FC236}">
                  <ns2:creationId id="{EC8CF7D1-A864-B987-9ED1-CBCFBCA1E60E}"/>
                </a:ext>
              </a:extLst>
            </p:cNvPr>
            <p:cNvSpPr/>
            <p:nvPr/>
          </p:nvSpPr>
          <p:spPr>
            <a:xfrm>
              <a:off x="1650692" y="26742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table_TWformat_txt_7_2">
              <a:extLst>
                <a:ext uri="{FF2B5EF4-FFF2-40B4-BE49-F238E27FC236}">
                  <ns2:creationId id="{C48DBA5E-7683-B484-4DD2-183ADC74722F}"/>
                </a:ext>
              </a:extLst>
            </p:cNvPr>
            <p:cNvSpPr/>
            <p:nvPr/>
          </p:nvSpPr>
          <p:spPr>
            <a:xfrm>
              <a:off x="1650692" y="28833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table_TWformat_txt_8_2">
              <a:extLst>
                <a:ext uri="{FF2B5EF4-FFF2-40B4-BE49-F238E27FC236}">
                  <ns2:creationId id="{AF0F62CF-314A-2CC7-4B4B-A4405C558B12}"/>
                </a:ext>
              </a:extLst>
            </p:cNvPr>
            <p:cNvSpPr/>
            <p:nvPr/>
          </p:nvSpPr>
          <p:spPr>
            <a:xfrm>
              <a:off x="1650692" y="30923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table_TWformat_txt_9_2">
              <a:extLst>
                <a:ext uri="{FF2B5EF4-FFF2-40B4-BE49-F238E27FC236}">
                  <ns2:creationId id="{D2A675E5-F7C6-0176-A0FC-71CC23225BE7}"/>
                </a:ext>
              </a:extLst>
            </p:cNvPr>
            <p:cNvSpPr/>
            <p:nvPr/>
          </p:nvSpPr>
          <p:spPr>
            <a:xfrm>
              <a:off x="1650692" y="33014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table_TWformat_txt_10_2">
              <a:extLst>
                <a:ext uri="{FF2B5EF4-FFF2-40B4-BE49-F238E27FC236}">
                  <ns2:creationId id="{764EC9F1-F585-1820-71AA-556978BCCE6C}"/>
                </a:ext>
              </a:extLst>
            </p:cNvPr>
            <p:cNvSpPr/>
            <p:nvPr/>
          </p:nvSpPr>
          <p:spPr>
            <a:xfrm>
              <a:off x="1650692" y="35105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3" name="table_TWformat_line_10_2">
              <a:extLst>
                <a:ext uri="{FF2B5EF4-FFF2-40B4-BE49-F238E27FC236}">
                  <ns2:creationId id="{34A10FF2-C4B4-A3A3-0002-FC9A99B7DBFE}"/>
                </a:ext>
              </a:extLst>
            </p:cNvPr>
            <p:cNvCxnSpPr/>
            <p:nvPr/>
          </p:nvCxnSpPr>
          <p:spPr>
            <a:xfrm>
              <a:off x="1650692" y="3494549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able_TWformat_txt_11_2">
              <a:extLst>
                <a:ext uri="{FF2B5EF4-FFF2-40B4-BE49-F238E27FC236}">
                  <ns2:creationId id="{6F5425EB-3387-7220-DE34-73DEF8A9F51A}"/>
                </a:ext>
              </a:extLst>
            </p:cNvPr>
            <p:cNvSpPr/>
            <p:nvPr/>
          </p:nvSpPr>
          <p:spPr>
            <a:xfrm>
              <a:off x="1650692" y="3719664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table_TWformat_txt_12_2">
              <a:extLst>
                <a:ext uri="{FF2B5EF4-FFF2-40B4-BE49-F238E27FC236}">
                  <ns2:creationId id="{9A4B4A21-1D14-A258-EFBE-6BFE1FCF6105}"/>
                </a:ext>
              </a:extLst>
            </p:cNvPr>
            <p:cNvSpPr/>
            <p:nvPr/>
          </p:nvSpPr>
          <p:spPr>
            <a:xfrm>
              <a:off x="1650692" y="39287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table_TWformat_txt_13_2">
              <a:extLst>
                <a:ext uri="{FF2B5EF4-FFF2-40B4-BE49-F238E27FC236}">
                  <ns2:creationId id="{829247EC-3044-A648-3381-6B016FB6D9EC}"/>
                </a:ext>
              </a:extLst>
            </p:cNvPr>
            <p:cNvSpPr/>
            <p:nvPr/>
          </p:nvSpPr>
          <p:spPr>
            <a:xfrm>
              <a:off x="1650692" y="4137842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9" name="table_TWformat_line_13_2">
              <a:extLst>
                <a:ext uri="{FF2B5EF4-FFF2-40B4-BE49-F238E27FC236}">
                  <ns2:creationId id="{95760297-1E29-BA47-6D5B-1F0E29701F5F}"/>
                </a:ext>
              </a:extLst>
            </p:cNvPr>
            <p:cNvCxnSpPr/>
            <p:nvPr/>
          </p:nvCxnSpPr>
          <p:spPr>
            <a:xfrm>
              <a:off x="1650692" y="41218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able_TWformat_txt_14_2">
              <a:extLst>
                <a:ext uri="{FF2B5EF4-FFF2-40B4-BE49-F238E27FC236}">
                  <ns2:creationId id="{4294D6B5-E14C-A489-3977-ADD83DE9A342}"/>
                </a:ext>
              </a:extLst>
            </p:cNvPr>
            <p:cNvSpPr/>
            <p:nvPr/>
          </p:nvSpPr>
          <p:spPr>
            <a:xfrm>
              <a:off x="1650692" y="43469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table_TWformat_txt_15_2">
              <a:extLst>
                <a:ext uri="{FF2B5EF4-FFF2-40B4-BE49-F238E27FC236}">
                  <ns2:creationId id="{1F947BBF-75B2-E63C-2D3F-DD5964999DAB}"/>
                </a:ext>
              </a:extLst>
            </p:cNvPr>
            <p:cNvSpPr/>
            <p:nvPr/>
          </p:nvSpPr>
          <p:spPr>
            <a:xfrm>
              <a:off x="1650692" y="45560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table_TWformat_txt_16_2">
              <a:extLst>
                <a:ext uri="{FF2B5EF4-FFF2-40B4-BE49-F238E27FC236}">
                  <ns2:creationId id="{5EB0AF78-8F63-B4C4-C5D5-8E64A7609446}"/>
                </a:ext>
              </a:extLst>
            </p:cNvPr>
            <p:cNvSpPr/>
            <p:nvPr/>
          </p:nvSpPr>
          <p:spPr>
            <a:xfrm>
              <a:off x="1650692" y="47651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table_TWformat_txt_17_2">
              <a:extLst>
                <a:ext uri="{FF2B5EF4-FFF2-40B4-BE49-F238E27FC236}">
                  <ns2:creationId id="{060FD3E5-9F0E-A22D-27BC-D8C28F1259DE}"/>
                </a:ext>
              </a:extLst>
            </p:cNvPr>
            <p:cNvSpPr/>
            <p:nvPr/>
          </p:nvSpPr>
          <p:spPr>
            <a:xfrm>
              <a:off x="1650692" y="49741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47" name="table_TWformat_line_17_2">
              <a:extLst>
                <a:ext uri="{FF2B5EF4-FFF2-40B4-BE49-F238E27FC236}">
                  <ns2:creationId id="{10CC7161-A9AA-0129-FC75-D6B6033C46DD}"/>
                </a:ext>
              </a:extLst>
            </p:cNvPr>
            <p:cNvCxnSpPr/>
            <p:nvPr/>
          </p:nvCxnSpPr>
          <p:spPr>
            <a:xfrm>
              <a:off x="1650692" y="4958171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able_TWformat_txt_18_2">
              <a:extLst>
                <a:ext uri="{FF2B5EF4-FFF2-40B4-BE49-F238E27FC236}">
                  <ns2:creationId id="{D185F026-16AA-8B53-4B4C-B77E9CEB37A2}"/>
                </a:ext>
              </a:extLst>
            </p:cNvPr>
            <p:cNvSpPr/>
            <p:nvPr/>
          </p:nvSpPr>
          <p:spPr>
            <a:xfrm>
              <a:off x="1650692" y="51832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table_TWformat_txt_19_2">
              <a:extLst>
                <a:ext uri="{FF2B5EF4-FFF2-40B4-BE49-F238E27FC236}">
                  <ns2:creationId id="{1919A353-48EF-E0EE-A31B-722941C39755}"/>
                </a:ext>
              </a:extLst>
            </p:cNvPr>
            <p:cNvSpPr/>
            <p:nvPr/>
          </p:nvSpPr>
          <p:spPr>
            <a:xfrm>
              <a:off x="1650692" y="53923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table_TWformat_txt_20_2">
              <a:extLst>
                <a:ext uri="{FF2B5EF4-FFF2-40B4-BE49-F238E27FC236}">
                  <ns2:creationId id="{4EFFC9E7-DAAE-7C5C-01BD-5D918104B554}"/>
                </a:ext>
              </a:extLst>
            </p:cNvPr>
            <p:cNvSpPr/>
            <p:nvPr/>
          </p:nvSpPr>
          <p:spPr>
            <a:xfrm>
              <a:off x="1650692" y="560146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97" name="table_TWformat_line_8_2">
              <a:extLst>
                <a:ext uri="{FF2B5EF4-FFF2-40B4-BE49-F238E27FC236}">
                  <ns2:creationId id="{C9785345-8B61-BAB6-B00C-783DE43ACA5A}"/>
                </a:ext>
              </a:extLst>
            </p:cNvPr>
            <p:cNvCxnSpPr/>
            <p:nvPr/>
          </p:nvCxnSpPr>
          <p:spPr>
            <a:xfrm>
              <a:off x="1650692" y="2867282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B64C95EA-7DBD-CA7F-FCC9-757697FE610C}"/>
              </a:ext>
            </a:extLst>
          </p:cNvPr>
          <p:cNvGrpSpPr/>
          <p:nvPr/>
        </p:nvGrpSpPr>
        <p:grpSpPr>
          <a:xfrm>
            <a:off x="334961" y="1640017"/>
            <a:ext cx="1758243" cy="4138479"/>
            <a:chOff x="334962" y="1640017"/>
            <a:chExt cx="1067118" cy="4138479"/>
          </a:xfrm>
        </p:grpSpPr>
        <p:grpSp>
          <p:nvGrpSpPr>
            <p:cNvPr id="339" name="Group 338">
              <a:extLst>
                <a:ext uri="{FF2B5EF4-FFF2-40B4-BE49-F238E27FC236}">
                  <ns2:creationId id="{ED06507A-E4A0-4BAB-B3AA-D2F13BD79F8E}"/>
                </a:ext>
              </a:extLst>
            </p:cNvPr>
            <p:cNvGrpSpPr/>
            <p:nvPr/>
          </p:nvGrpSpPr>
          <p:grpSpPr>
            <a:xfrm>
              <a:off x="334962" y="1640017"/>
              <a:ext cx="1067118" cy="4138479"/>
              <a:chOff x="334962" y="1639596"/>
              <a:chExt cx="1303338" cy="3983434"/>
            </a:xfrm>
          </p:grpSpPr>
          <p:sp>
            <p:nvSpPr>
              <p:cNvPr id="327" name="Freeform: Shape 326">
                <a:extLst>
                  <a:ext uri="{FF2B5EF4-FFF2-40B4-BE49-F238E27FC236}">
                    <ns2:creationId id="{96B71803-E6D3-2895-077C-FE1862E23A61}"/>
                  </a:ext>
                </a:extLst>
              </p:cNvPr>
              <p:cNvSpPr/>
              <p:nvPr/>
            </p:nvSpPr>
            <p:spPr>
              <a:xfrm>
                <a:off x="334962" y="1639596"/>
                <a:ext cx="1303338" cy="554283"/>
              </a:xfrm>
              <a:custGeom>
                <a:avLst/>
                <a:gdLst>
                  <a:gd name="csX0" fmla="*/ 0 w 1303338"/>
                  <a:gd name="csY0" fmla="*/ 0 h 554283"/>
                  <a:gd name="csX1" fmla="*/ 1303338 w 1303338"/>
                  <a:gd name="csY1" fmla="*/ 0 h 554283"/>
                  <a:gd name="csX2" fmla="*/ 1121982 w 1303338"/>
                  <a:gd name="csY2" fmla="*/ 554283 h 554283"/>
                  <a:gd name="csX3" fmla="*/ 0 w 1303338"/>
                  <a:gd name="csY3" fmla="*/ 554283 h 554283"/>
                  <a:gd name="csX4" fmla="*/ 0 w 1303338"/>
                  <a:gd name="csY4" fmla="*/ 0 h 5542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03338" h="554283">
                    <a:moveTo>
                      <a:pt x="0" y="0"/>
                    </a:moveTo>
                    <a:lnTo>
                      <a:pt x="1303338" y="0"/>
                    </a:lnTo>
                    <a:lnTo>
                      <a:pt x="1121982" y="554283"/>
                    </a:lnTo>
                    <a:lnTo>
                      <a:pt x="0" y="5542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ns2:creationId id="{332DCB01-0417-A4C7-C5E0-89C92E0F1A32}"/>
                  </a:ext>
                </a:extLst>
              </p:cNvPr>
              <p:cNvSpPr/>
              <p:nvPr/>
            </p:nvSpPr>
            <p:spPr>
              <a:xfrm>
                <a:off x="334962" y="2240351"/>
                <a:ext cx="1106777" cy="557296"/>
              </a:xfrm>
              <a:custGeom>
                <a:avLst/>
                <a:gdLst>
                  <a:gd name="csX0" fmla="*/ 0 w 1106777"/>
                  <a:gd name="csY0" fmla="*/ 0 h 557296"/>
                  <a:gd name="csX1" fmla="*/ 1106777 w 1106777"/>
                  <a:gd name="csY1" fmla="*/ 0 h 557296"/>
                  <a:gd name="csX2" fmla="*/ 924436 w 1106777"/>
                  <a:gd name="csY2" fmla="*/ 557296 h 557296"/>
                  <a:gd name="csX3" fmla="*/ 0 w 1106777"/>
                  <a:gd name="csY3" fmla="*/ 557296 h 557296"/>
                  <a:gd name="csX4" fmla="*/ 0 w 1106777"/>
                  <a:gd name="csY4" fmla="*/ 0 h 5572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06777" h="557296">
                    <a:moveTo>
                      <a:pt x="0" y="0"/>
                    </a:moveTo>
                    <a:lnTo>
                      <a:pt x="1106777" y="0"/>
                    </a:lnTo>
                    <a:lnTo>
                      <a:pt x="924436" y="557296"/>
                    </a:lnTo>
                    <a:lnTo>
                      <a:pt x="0" y="5572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ns2:creationId id="{6B42A42D-855D-FBF3-CE25-67DE4C060AC4}"/>
                  </a:ext>
                </a:extLst>
              </p:cNvPr>
              <p:cNvSpPr/>
              <p:nvPr/>
            </p:nvSpPr>
            <p:spPr>
              <a:xfrm>
                <a:off x="334962" y="2844119"/>
                <a:ext cx="909231" cy="557294"/>
              </a:xfrm>
              <a:custGeom>
                <a:avLst/>
                <a:gdLst>
                  <a:gd name="csX0" fmla="*/ 0 w 909231"/>
                  <a:gd name="csY0" fmla="*/ 0 h 557294"/>
                  <a:gd name="csX1" fmla="*/ 909231 w 909231"/>
                  <a:gd name="csY1" fmla="*/ 0 h 557294"/>
                  <a:gd name="csX2" fmla="*/ 726890 w 909231"/>
                  <a:gd name="csY2" fmla="*/ 557294 h 557294"/>
                  <a:gd name="csX3" fmla="*/ 0 w 909231"/>
                  <a:gd name="csY3" fmla="*/ 557294 h 557294"/>
                  <a:gd name="csX4" fmla="*/ 0 w 909231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9231" h="557294">
                    <a:moveTo>
                      <a:pt x="0" y="0"/>
                    </a:moveTo>
                    <a:lnTo>
                      <a:pt x="909231" y="0"/>
                    </a:lnTo>
                    <a:lnTo>
                      <a:pt x="726890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ns2:creationId id="{242B8D13-0418-C52C-1A32-B893D6967A9C}"/>
                  </a:ext>
                </a:extLst>
              </p:cNvPr>
              <p:cNvSpPr/>
              <p:nvPr/>
            </p:nvSpPr>
            <p:spPr>
              <a:xfrm>
                <a:off x="334962" y="3447885"/>
                <a:ext cx="711685" cy="557294"/>
              </a:xfrm>
              <a:custGeom>
                <a:avLst/>
                <a:gdLst>
                  <a:gd name="csX0" fmla="*/ 0 w 711685"/>
                  <a:gd name="csY0" fmla="*/ 0 h 557294"/>
                  <a:gd name="csX1" fmla="*/ 711685 w 711685"/>
                  <a:gd name="csY1" fmla="*/ 0 h 557294"/>
                  <a:gd name="csX2" fmla="*/ 529344 w 711685"/>
                  <a:gd name="csY2" fmla="*/ 557294 h 557294"/>
                  <a:gd name="csX3" fmla="*/ 0 w 711685"/>
                  <a:gd name="csY3" fmla="*/ 557294 h 557294"/>
                  <a:gd name="csX4" fmla="*/ 0 w 711685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11685" h="557294">
                    <a:moveTo>
                      <a:pt x="0" y="0"/>
                    </a:moveTo>
                    <a:lnTo>
                      <a:pt x="711685" y="0"/>
                    </a:lnTo>
                    <a:lnTo>
                      <a:pt x="529344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ns2:creationId id="{1173ACB2-ABFF-482D-508A-850824657496}"/>
                  </a:ext>
                </a:extLst>
              </p:cNvPr>
              <p:cNvSpPr/>
              <p:nvPr/>
            </p:nvSpPr>
            <p:spPr>
              <a:xfrm>
                <a:off x="334962" y="4051651"/>
                <a:ext cx="514139" cy="758551"/>
              </a:xfrm>
              <a:custGeom>
                <a:avLst/>
                <a:gdLst>
                  <a:gd name="csX0" fmla="*/ 0 w 514139"/>
                  <a:gd name="csY0" fmla="*/ 0 h 758551"/>
                  <a:gd name="csX1" fmla="*/ 514139 w 514139"/>
                  <a:gd name="csY1" fmla="*/ 0 h 758551"/>
                  <a:gd name="csX2" fmla="*/ 265949 w 514139"/>
                  <a:gd name="csY2" fmla="*/ 758551 h 758551"/>
                  <a:gd name="csX3" fmla="*/ 0 w 514139"/>
                  <a:gd name="csY3" fmla="*/ 758551 h 758551"/>
                  <a:gd name="csX4" fmla="*/ 0 w 514139"/>
                  <a:gd name="csY4" fmla="*/ 0 h 75855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14139" h="758551">
                    <a:moveTo>
                      <a:pt x="0" y="0"/>
                    </a:moveTo>
                    <a:lnTo>
                      <a:pt x="514139" y="0"/>
                    </a:lnTo>
                    <a:lnTo>
                      <a:pt x="265949" y="758551"/>
                    </a:lnTo>
                    <a:lnTo>
                      <a:pt x="0" y="7585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ns2:creationId id="{B1060205-93E8-D7B1-8DDF-017607DC6FE3}"/>
                  </a:ext>
                </a:extLst>
              </p:cNvPr>
              <p:cNvSpPr/>
              <p:nvPr/>
            </p:nvSpPr>
            <p:spPr>
              <a:xfrm>
                <a:off x="334962" y="4856674"/>
                <a:ext cx="250744" cy="766356"/>
              </a:xfrm>
              <a:custGeom>
                <a:avLst/>
                <a:gdLst>
                  <a:gd name="csX0" fmla="*/ 0 w 250744"/>
                  <a:gd name="csY0" fmla="*/ 0 h 766356"/>
                  <a:gd name="csX1" fmla="*/ 250744 w 250744"/>
                  <a:gd name="csY1" fmla="*/ 0 h 766356"/>
                  <a:gd name="csX2" fmla="*/ 0 w 250744"/>
                  <a:gd name="csY2" fmla="*/ 766356 h 766356"/>
                  <a:gd name="csX3" fmla="*/ 0 w 250744"/>
                  <a:gd name="csY3" fmla="*/ 0 h 766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50744" h="766356">
                    <a:moveTo>
                      <a:pt x="0" y="0"/>
                    </a:moveTo>
                    <a:lnTo>
                      <a:pt x="250744" y="0"/>
                    </a:lnTo>
                    <a:lnTo>
                      <a:pt x="0" y="7663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33" name="table_TWformat_txt_1_2">
              <a:extLst>
                <a:ext uri="{FF2B5EF4-FFF2-40B4-BE49-F238E27FC236}">
                  <ns2:creationId id="{7F0B8367-0B13-68CE-6D1E-6CEFC13E9E1D}"/>
                </a:ext>
              </a:extLst>
            </p:cNvPr>
            <p:cNvSpPr/>
            <p:nvPr/>
          </p:nvSpPr>
          <p:spPr>
            <a:xfrm>
              <a:off x="334963" y="173488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4" name="table_TWformat_txt_1_2">
              <a:extLst>
                <a:ext uri="{FF2B5EF4-FFF2-40B4-BE49-F238E27FC236}">
                  <ns2:creationId id="{D3256BC8-D984-562E-2357-5BCB245C9AF0}"/>
                </a:ext>
              </a:extLst>
            </p:cNvPr>
            <p:cNvSpPr/>
            <p:nvPr/>
          </p:nvSpPr>
          <p:spPr>
            <a:xfrm>
              <a:off x="334963" y="2360587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5" name="table_TWformat_txt_1_2">
              <a:extLst>
                <a:ext uri="{FF2B5EF4-FFF2-40B4-BE49-F238E27FC236}">
                  <ns2:creationId id="{D98AC995-7E51-369C-D808-2E26D957167E}"/>
                </a:ext>
              </a:extLst>
            </p:cNvPr>
            <p:cNvSpPr/>
            <p:nvPr/>
          </p:nvSpPr>
          <p:spPr>
            <a:xfrm>
              <a:off x="334963" y="298785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6" name="table_TWformat_txt_1_2">
              <a:extLst>
                <a:ext uri="{FF2B5EF4-FFF2-40B4-BE49-F238E27FC236}">
                  <ns2:creationId id="{3C388239-99F4-1E1A-42AC-134A2C9C7F08}"/>
                </a:ext>
              </a:extLst>
            </p:cNvPr>
            <p:cNvSpPr/>
            <p:nvPr/>
          </p:nvSpPr>
          <p:spPr>
            <a:xfrm>
              <a:off x="334963" y="361512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7" name="table_TWformat_txt_1_2">
              <a:extLst>
                <a:ext uri="{FF2B5EF4-FFF2-40B4-BE49-F238E27FC236}">
                  <ns2:creationId id="{0956DAFF-4DA0-8E09-0311-64A3D000C4FE}"/>
                </a:ext>
              </a:extLst>
            </p:cNvPr>
            <p:cNvSpPr/>
            <p:nvPr/>
          </p:nvSpPr>
          <p:spPr>
            <a:xfrm>
              <a:off x="334963" y="434693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9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8" name="table_TWformat_txt_1_2">
              <a:extLst>
                <a:ext uri="{FF2B5EF4-FFF2-40B4-BE49-F238E27FC236}">
                  <ns2:creationId id="{56479BC3-D033-24A3-8D7F-029D623C76F2}"/>
                </a:ext>
              </a:extLst>
            </p:cNvPr>
            <p:cNvSpPr/>
            <p:nvPr/>
          </p:nvSpPr>
          <p:spPr>
            <a:xfrm>
              <a:off x="334963" y="5187342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</p:grpSp>
      <p:grpSp>
        <p:nvGrpSpPr>
          <p:cNvPr id="348" name="Group 347">
            <a:extLst>
              <a:ext uri="{FF2B5EF4-FFF2-40B4-BE49-F238E27FC236}">
                <ns2:creationId id="{2C3BDCD3-760C-BE69-40B3-1FD2B767D3DA}"/>
              </a:ext>
            </a:extLst>
          </p:cNvPr>
          <p:cNvGrpSpPr/>
          <p:nvPr/>
        </p:nvGrpSpPr>
        <p:grpSpPr>
          <a:xfrm>
            <a:off x="334961" y="5862950"/>
            <a:ext cx="11522077" cy="445777"/>
            <a:chOff x="8101667" y="4970358"/>
            <a:chExt cx="4034815" cy="540001"/>
          </a:xfrm>
        </p:grpSpPr>
        <p:sp>
          <p:nvSpPr>
            <p:cNvPr id="349" name="Rectangle: Rounded Corners 30">
              <a:extLst>
                <a:ext uri="{FF2B5EF4-FFF2-40B4-BE49-F238E27FC236}">
                  <ns2:creationId id="{B8E46340-3B3D-AF71-0A47-019C99F1C39A}"/>
                </a:ext>
              </a:extLst>
            </p:cNvPr>
            <p:cNvSpPr/>
            <p:nvPr/>
          </p:nvSpPr>
          <p:spPr>
            <a:xfrm rot="16200000">
              <a:off x="8284947" y="4787079"/>
              <a:ext cx="540000" cy="9065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sp>
          <p:nvSpPr>
            <p:cNvPr id="350" name="Rectangle: Rounded Corners 30">
              <a:extLst>
                <a:ext uri="{FF2B5EF4-FFF2-40B4-BE49-F238E27FC236}">
                  <ns2:creationId id="{8F26893A-5EA3-F43A-2B6F-88FC2843EC23}"/>
                </a:ext>
              </a:extLst>
            </p:cNvPr>
            <p:cNvSpPr/>
            <p:nvPr/>
          </p:nvSpPr>
          <p:spPr>
            <a:xfrm rot="16200000">
              <a:off x="10302355" y="3676231"/>
              <a:ext cx="540000" cy="312825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180000" rIns="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4:creationId val="3989591564"/>
      </p:ext>
    </p:extLst>
  </p:cSld>
  <p:clrMapOvr>
    <a:masterClrMapping/>
  </p:clrMapOvr>
</p:sld>
</file>

<file path=ppt/slides/slide2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95AF6B-44B7-DE5F-683A-F06957A6D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EEE678-C407-F7EE-569D-FECEF17239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3" name="正方形/長方形 12">
            <a:extLst>
              <a:ext uri="{FF2B5EF4-FFF2-40B4-BE49-F238E27FC236}">
                <ns2:creationId id="{86EC9BCC-CB8A-DA02-20F6-9DABE07DEA15}"/>
              </a:ext>
            </a:extLst>
          </p:cNvPr>
          <p:cNvSpPr/>
          <p:nvPr/>
        </p:nvSpPr>
        <p:spPr>
          <a:xfrm>
            <a:off x="4846320" y="1628775"/>
            <a:ext cx="7018079" cy="6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kumimoji="1"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E3F4286F-8075-37BD-4051-C3769D1BA76F}"/>
              </a:ext>
            </a:extLst>
          </p:cNvPr>
          <p:cNvSpPr/>
          <p:nvPr/>
        </p:nvSpPr>
        <p:spPr>
          <a:xfrm>
            <a:off x="4054363" y="2907796"/>
            <a:ext cx="7810036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5A210D6A-AC47-9E79-7CEE-DB2EE5A27DD0}"/>
              </a:ext>
            </a:extLst>
          </p:cNvPr>
          <p:cNvSpPr/>
          <p:nvPr/>
        </p:nvSpPr>
        <p:spPr>
          <a:xfrm>
            <a:off x="4846625" y="2398641"/>
            <a:ext cx="7010411" cy="396000"/>
          </a:xfrm>
          <a:prstGeom prst="rect">
            <a:avLst/>
          </a:prstGeom>
          <a:solidFill>
            <a:srgbClr val="008000">
              <a:alpha val="5000"/>
            </a:srgb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4B4D6BE6-9C54-4558-63EF-5C2419093CB9}"/>
              </a:ext>
            </a:extLst>
          </p:cNvPr>
          <p:cNvGrpSpPr/>
          <p:nvPr/>
        </p:nvGrpSpPr>
        <p:grpSpPr>
          <a:xfrm>
            <a:off x="334963" y="1628775"/>
            <a:ext cx="4421285" cy="1165866"/>
            <a:chOff x="334963" y="1628775"/>
            <a:chExt cx="4421285" cy="1165866"/>
          </a:xfrm>
        </p:grpSpPr>
        <p:sp>
          <p:nvSpPr>
            <p:cNvPr id="6" name="正方形/長方形 5">
              <a:extLst>
                <a:ext uri="{FF2B5EF4-FFF2-40B4-BE49-F238E27FC236}">
                  <ns2:creationId id="{C0C70F72-0A36-48D0-4872-7E436B92C784}"/>
                </a:ext>
              </a:extLst>
            </p:cNvPr>
            <p:cNvSpPr/>
            <p:nvPr/>
          </p:nvSpPr>
          <p:spPr>
            <a:xfrm>
              <a:off x="334963" y="1628775"/>
              <a:ext cx="810931" cy="116586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91069ECC-2CC7-F4CB-D354-471146B1BA19}"/>
                </a:ext>
              </a:extLst>
            </p:cNvPr>
            <p:cNvSpPr/>
            <p:nvPr/>
          </p:nvSpPr>
          <p:spPr>
            <a:xfrm>
              <a:off x="1145894" y="1628775"/>
              <a:ext cx="3610354" cy="11658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" name="グラフィックス 36" descr="チェックマークの付いた盾 単色塗りつぶし">
              <a:extLst>
                <a:ext uri="{FF2B5EF4-FFF2-40B4-BE49-F238E27FC236}">
                  <ns2:creationId id="{19DE5C49-4623-AFC9-B356-BA38DC29D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29606" y="1746415"/>
              <a:ext cx="432000" cy="432000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CC894EA4-293B-5D01-EA00-9AE8095589C6}"/>
              </a:ext>
            </a:extLst>
          </p:cNvPr>
          <p:cNvGrpSpPr/>
          <p:nvPr/>
        </p:nvGrpSpPr>
        <p:grpSpPr>
          <a:xfrm>
            <a:off x="346363" y="2907796"/>
            <a:ext cx="3708000" cy="360000"/>
            <a:chOff x="346363" y="2907796"/>
            <a:chExt cx="3708000" cy="360000"/>
          </a:xfrm>
        </p:grpSpPr>
        <p:sp>
          <p:nvSpPr>
            <p:cNvPr id="8" name="四角形: 角を丸くする 7">
              <a:extLst>
                <a:ext uri="{FF2B5EF4-FFF2-40B4-BE49-F238E27FC236}">
                  <ns2:creationId id="{9B6A2ED2-359A-80DF-1D89-A5AD98E630E3}"/>
                </a:ext>
              </a:extLst>
            </p:cNvPr>
            <p:cNvSpPr/>
            <p:nvPr/>
          </p:nvSpPr>
          <p:spPr>
            <a:xfrm>
              <a:off x="346363" y="2907796"/>
              <a:ext cx="3708000" cy="360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クリップボード 単色塗りつぶし">
              <a:extLst>
                <a:ext uri="{FF2B5EF4-FFF2-40B4-BE49-F238E27FC236}">
                  <ns2:creationId id="{D7D52D77-A51A-7C5C-3078-723103338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3898" y="2943796"/>
              <a:ext cx="288000" cy="288000"/>
            </a:xfrm>
            <a:prstGeom prst="rect">
              <a:avLst/>
            </a:prstGeom>
          </p:spPr>
        </p:pic>
      </p:grpSp>
      <p:grpSp>
        <p:nvGrpSpPr>
          <p:cNvPr id="28" name="グループ化 27">
            <a:extLst>
              <a:ext uri="{FF2B5EF4-FFF2-40B4-BE49-F238E27FC236}">
                <ns2:creationId id="{DD2A182D-D2E7-D12B-C49E-7DF15322C00F}"/>
              </a:ext>
            </a:extLst>
          </p:cNvPr>
          <p:cNvGrpSpPr/>
          <p:nvPr/>
        </p:nvGrpSpPr>
        <p:grpSpPr>
          <a:xfrm>
            <a:off x="6237000" y="3311451"/>
            <a:ext cx="5608639" cy="3002485"/>
            <a:chOff x="6237000" y="3311451"/>
            <a:chExt cx="5608639" cy="3002485"/>
          </a:xfrm>
        </p:grpSpPr>
        <p:sp>
          <p:nvSpPr>
            <p:cNvPr id="21" name="正方形/長方形 20">
              <a:extLst>
                <a:ext uri="{FF2B5EF4-FFF2-40B4-BE49-F238E27FC236}">
                  <ns2:creationId id="{225AFC6B-9A17-9FC5-68A8-0FCB03475818}"/>
                </a:ext>
              </a:extLst>
            </p:cNvPr>
            <p:cNvSpPr/>
            <p:nvPr/>
          </p:nvSpPr>
          <p:spPr>
            <a:xfrm>
              <a:off x="6237000" y="3311451"/>
              <a:ext cx="5608639" cy="28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529290D-3795-2C88-87E3-E638C165B4A8}"/>
                </a:ext>
              </a:extLst>
            </p:cNvPr>
            <p:cNvSpPr/>
            <p:nvPr/>
          </p:nvSpPr>
          <p:spPr>
            <a:xfrm>
              <a:off x="6237000" y="3599450"/>
              <a:ext cx="5608639" cy="271448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BBA6514-CEE0-2C9C-2863-D0ECB2E11BA9}"/>
                </a:ext>
              </a:extLst>
            </p:cNvPr>
            <p:cNvSpPr/>
            <p:nvPr/>
          </p:nvSpPr>
          <p:spPr>
            <a:xfrm>
              <a:off x="6301314" y="4207873"/>
              <a:ext cx="548001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E3AC3AFA-E3CF-08CE-7C37-34E61367D6CC}"/>
                </a:ext>
              </a:extLst>
            </p:cNvPr>
            <p:cNvSpPr/>
            <p:nvPr/>
          </p:nvSpPr>
          <p:spPr>
            <a:xfrm>
              <a:off x="6301315" y="4459873"/>
              <a:ext cx="5480010" cy="430325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F52593C-D76B-82CE-72AE-590B5AA7368B}"/>
                </a:ext>
              </a:extLst>
            </p:cNvPr>
            <p:cNvSpPr/>
            <p:nvPr/>
          </p:nvSpPr>
          <p:spPr>
            <a:xfrm>
              <a:off x="6460166" y="3759711"/>
              <a:ext cx="5162309" cy="25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82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2"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FE2285F-79C2-F456-2F4A-567BB34A1658}"/>
                </a:ext>
              </a:extLst>
            </p:cNvPr>
            <p:cNvSpPr/>
            <p:nvPr/>
          </p:nvSpPr>
          <p:spPr>
            <a:xfrm>
              <a:off x="630131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7AAE0A5-CE05-3FA1-2204-60D7AFD561B7}"/>
                </a:ext>
              </a:extLst>
            </p:cNvPr>
            <p:cNvSpPr/>
            <p:nvPr/>
          </p:nvSpPr>
          <p:spPr>
            <a:xfrm>
              <a:off x="908132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FACE012-6161-62CB-28DF-638062DAC9BD}"/>
                </a:ext>
              </a:extLst>
            </p:cNvPr>
            <p:cNvSpPr/>
            <p:nvPr/>
          </p:nvSpPr>
          <p:spPr>
            <a:xfrm>
              <a:off x="6312028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035E2B2B-A132-632B-D5DB-DC23C54111B4}"/>
                </a:ext>
              </a:extLst>
            </p:cNvPr>
            <p:cNvSpPr/>
            <p:nvPr/>
          </p:nvSpPr>
          <p:spPr>
            <a:xfrm>
              <a:off x="9084863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バッジ: チェックマーク 単色塗りつぶし">
              <a:extLst>
                <a:ext uri="{FF2B5EF4-FFF2-40B4-BE49-F238E27FC236}">
                  <ns2:creationId id="{EDBEE2DF-D936-5C8E-4EB1-6CC66D9D9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509923" y="3311451"/>
              <a:ext cx="288000" cy="288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BAB6AF36-D10E-911F-2A29-C571E267CEEE}"/>
              </a:ext>
            </a:extLst>
          </p:cNvPr>
          <p:cNvGrpSpPr/>
          <p:nvPr/>
        </p:nvGrpSpPr>
        <p:grpSpPr>
          <a:xfrm>
            <a:off x="344040" y="3311451"/>
            <a:ext cx="5599562" cy="289235"/>
            <a:chOff x="344040" y="3551481"/>
            <a:chExt cx="5599562" cy="289235"/>
          </a:xfrm>
        </p:grpSpPr>
        <p:sp>
          <p:nvSpPr>
            <p:cNvPr id="15" name="正方形/長方形 14">
              <a:extLst>
                <a:ext uri="{FF2B5EF4-FFF2-40B4-BE49-F238E27FC236}">
                  <ns2:creationId id="{A3ED29CB-99F6-DEF4-435A-168B44B22F48}"/>
                </a:ext>
              </a:extLst>
            </p:cNvPr>
            <p:cNvSpPr/>
            <p:nvPr/>
          </p:nvSpPr>
          <p:spPr>
            <a:xfrm>
              <a:off x="346361" y="3552716"/>
              <a:ext cx="559724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6462CD1E-0FBB-279C-0140-C40A30EE1D4B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0" y="3840330"/>
              <a:ext cx="556733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" name="Graphic 99" descr="マネジメント 単色塗りつぶし">
              <a:extLst>
                <a:ext uri="{FF2B5EF4-FFF2-40B4-BE49-F238E27FC236}">
                  <ns2:creationId id="{67A64C86-8436-BD53-3F13-5650602C39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30286" y="3551481"/>
              <a:ext cx="288000" cy="288000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84D32E94-DE19-9688-FA4D-238641661A08}"/>
              </a:ext>
            </a:extLst>
          </p:cNvPr>
          <p:cNvGrpSpPr/>
          <p:nvPr/>
        </p:nvGrpSpPr>
        <p:grpSpPr>
          <a:xfrm>
            <a:off x="346361" y="3703864"/>
            <a:ext cx="2736000" cy="1008000"/>
            <a:chOff x="346361" y="3921034"/>
            <a:chExt cx="2736000" cy="1008000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D4205ECD-F360-6706-C14D-5A7AB73EAF2B}"/>
                </a:ext>
              </a:extLst>
            </p:cNvPr>
            <p:cNvSpPr/>
            <p:nvPr/>
          </p:nvSpPr>
          <p:spPr>
            <a:xfrm>
              <a:off x="346361" y="39210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98C4005B-5AF6-FA65-BDE4-39B4585F055C}"/>
                </a:ext>
              </a:extLst>
            </p:cNvPr>
            <p:cNvSpPr/>
            <p:nvPr/>
          </p:nvSpPr>
          <p:spPr>
            <a:xfrm>
              <a:off x="742361" y="434973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2" name="グラフィックス 61" descr="ドキュメント 単色塗りつぶし">
              <a:extLst>
                <a:ext uri="{FF2B5EF4-FFF2-40B4-BE49-F238E27FC236}">
                  <ns2:creationId id="{198AAC44-1B4F-8727-E80F-7C69D18CE3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722361" y="4564022"/>
              <a:ext cx="360000" cy="360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52E7F6EB-02D8-ABD0-6375-135F08950E0A}"/>
              </a:ext>
            </a:extLst>
          </p:cNvPr>
          <p:cNvGrpSpPr/>
          <p:nvPr/>
        </p:nvGrpSpPr>
        <p:grpSpPr>
          <a:xfrm>
            <a:off x="3207602" y="3698852"/>
            <a:ext cx="2736001" cy="1008000"/>
            <a:chOff x="3207602" y="3664562"/>
            <a:chExt cx="2736001" cy="1008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81798072-8820-FB38-1B14-D494D75F5FF1}"/>
                </a:ext>
              </a:extLst>
            </p:cNvPr>
            <p:cNvSpPr/>
            <p:nvPr/>
          </p:nvSpPr>
          <p:spPr>
            <a:xfrm>
              <a:off x="3207602" y="366456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15961F3A-2C52-6FFD-4946-655277CF821F}"/>
                </a:ext>
              </a:extLst>
            </p:cNvPr>
            <p:cNvSpPr/>
            <p:nvPr/>
          </p:nvSpPr>
          <p:spPr>
            <a:xfrm>
              <a:off x="3603603" y="409827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人と循環 単色塗りつぶし">
              <a:extLst>
                <a:ext uri="{FF2B5EF4-FFF2-40B4-BE49-F238E27FC236}">
                  <ns2:creationId id="{995D5B58-BD86-4065-0577-68D42E595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583603" y="4312562"/>
              <a:ext cx="360000" cy="360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2BCB11BB-1905-DA97-D08F-E6CB57C52EB7}"/>
              </a:ext>
            </a:extLst>
          </p:cNvPr>
          <p:cNvGrpSpPr/>
          <p:nvPr/>
        </p:nvGrpSpPr>
        <p:grpSpPr>
          <a:xfrm>
            <a:off x="346361" y="4772394"/>
            <a:ext cx="2736000" cy="1008000"/>
            <a:chOff x="346361" y="4738234"/>
            <a:chExt cx="2736000" cy="1008000"/>
          </a:xfrm>
        </p:grpSpPr>
        <p:sp>
          <p:nvSpPr>
            <p:cNvPr id="29" name="四角形: 角を丸くする 28">
              <a:extLst>
                <a:ext uri="{FF2B5EF4-FFF2-40B4-BE49-F238E27FC236}">
                  <ns2:creationId id="{BADC8DA6-6495-E8B1-ABBD-10B14D1BF4BA}"/>
                </a:ext>
              </a:extLst>
            </p:cNvPr>
            <p:cNvSpPr/>
            <p:nvPr/>
          </p:nvSpPr>
          <p:spPr>
            <a:xfrm>
              <a:off x="346361" y="47382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DC402EA-13C7-B70B-19ED-B97B560153C5}"/>
                </a:ext>
              </a:extLst>
            </p:cNvPr>
            <p:cNvSpPr/>
            <p:nvPr/>
          </p:nvSpPr>
          <p:spPr>
            <a:xfrm>
              <a:off x="742361" y="5171943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4" name="グラフィックス 63" descr="計算機 単色塗りつぶし">
              <a:extLst>
                <a:ext uri="{FF2B5EF4-FFF2-40B4-BE49-F238E27FC236}">
                  <ns2:creationId id="{0A47B842-5F67-AD71-815D-700AF5C948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722361" y="5381222"/>
              <a:ext cx="360000" cy="360000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9D4E97DD-9094-F124-2D60-FB9D639BC488}"/>
              </a:ext>
            </a:extLst>
          </p:cNvPr>
          <p:cNvGrpSpPr/>
          <p:nvPr/>
        </p:nvGrpSpPr>
        <p:grpSpPr>
          <a:xfrm>
            <a:off x="3207602" y="4772394"/>
            <a:ext cx="2736001" cy="1008000"/>
            <a:chOff x="3207602" y="4858952"/>
            <a:chExt cx="2736001" cy="1008000"/>
          </a:xfrm>
        </p:grpSpPr>
        <p:sp>
          <p:nvSpPr>
            <p:cNvPr id="30" name="四角形: 角を丸くする 29">
              <a:extLst>
                <a:ext uri="{FF2B5EF4-FFF2-40B4-BE49-F238E27FC236}">
                  <ns2:creationId id="{269061E0-5D2E-70C0-3B8B-6BF98C84F445}"/>
                </a:ext>
              </a:extLst>
            </p:cNvPr>
            <p:cNvSpPr/>
            <p:nvPr/>
          </p:nvSpPr>
          <p:spPr>
            <a:xfrm>
              <a:off x="3207602" y="485895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300"/>
                </a:lnSpc>
              </a:pP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300"/>
                </a:lnSpc>
              </a:pP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BE6B3BB-2F3C-0E32-7F8B-F09273A74848}"/>
                </a:ext>
              </a:extLst>
            </p:cNvPr>
            <p:cNvSpPr/>
            <p:nvPr/>
          </p:nvSpPr>
          <p:spPr>
            <a:xfrm>
              <a:off x="3603602" y="5297674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18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64" descr="評価 単色塗りつぶし">
              <a:extLst>
                <a:ext uri="{FF2B5EF4-FFF2-40B4-BE49-F238E27FC236}">
                  <ns2:creationId id="{1D012AC3-E1A3-FEC3-5BE8-4BB58EE466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5583603" y="550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23" name="グループ化 22">
            <a:extLst>
              <a:ext uri="{FF2B5EF4-FFF2-40B4-BE49-F238E27FC236}">
                <ns2:creationId id="{9ED8A9F6-34C5-D74C-868F-145F88643E79}"/>
              </a:ext>
            </a:extLst>
          </p:cNvPr>
          <p:cNvGrpSpPr/>
          <p:nvPr/>
        </p:nvGrpSpPr>
        <p:grpSpPr>
          <a:xfrm>
            <a:off x="344040" y="5845936"/>
            <a:ext cx="5599563" cy="468000"/>
            <a:chOff x="344040" y="5845936"/>
            <a:chExt cx="5599563" cy="468000"/>
          </a:xfrm>
        </p:grpSpPr>
        <p:sp>
          <p:nvSpPr>
            <p:cNvPr id="31" name="四角形: 角を丸くする 30">
              <a:extLst>
                <a:ext uri="{FF2B5EF4-FFF2-40B4-BE49-F238E27FC236}">
                  <ns2:creationId id="{9DEAE6A6-1B1A-26E6-5A33-3B6EAD94EA82}"/>
                </a:ext>
              </a:extLst>
            </p:cNvPr>
            <p:cNvSpPr/>
            <p:nvPr/>
          </p:nvSpPr>
          <p:spPr>
            <a:xfrm>
              <a:off x="344040" y="5845936"/>
              <a:ext cx="5599563" cy="468000"/>
            </a:xfrm>
            <a:prstGeom prst="roundRect">
              <a:avLst>
                <a:gd name="adj" fmla="val 13846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9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7153B0F-2BFB-DAEB-20B8-10CF01464513}"/>
                </a:ext>
              </a:extLst>
            </p:cNvPr>
            <p:cNvSpPr/>
            <p:nvPr/>
          </p:nvSpPr>
          <p:spPr>
            <a:xfrm>
              <a:off x="1830286" y="5935937"/>
              <a:ext cx="3717317" cy="288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その他 単色塗りつぶし">
              <a:extLst>
                <a:ext uri="{FF2B5EF4-FFF2-40B4-BE49-F238E27FC236}">
                  <ns2:creationId id="{5B09485C-9F12-7CC7-6B0B-FC9A8C6BB7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583603" y="5953936"/>
              <a:ext cx="360000" cy="360000"/>
            </a:xfrm>
            <a:prstGeom prst="rect">
              <a:avLst/>
            </a:prstGeom>
          </p:spPr>
        </p:pic>
      </p:grpSp>
      <p:sp>
        <p:nvSpPr>
          <p:cNvPr id="5" name="テキスト プレースホルダー 2">
            <a:extLst>
              <a:ext uri="{FF2B5EF4-FFF2-40B4-BE49-F238E27FC236}">
                <ns2:creationId id="{6CE1FAF6-E0F2-7650-D0C9-FD953B1AA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ns5:creationId val="1740807955"/>
      </p:ext>
    </p:extLst>
  </p:cSld>
  <p:clrMapOvr>
    <a:masterClrMapping/>
  </p:clrMapOvr>
</p:sld>
</file>

<file path=ppt/slides/slide2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4F6DFD-B94D-1299-DD22-83B2C5D9B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063C1E-B296-EA9D-F958-F5A976A61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13" name="ホームベース 64">
            <a:extLst>
              <a:ext uri="{FF2B5EF4-FFF2-40B4-BE49-F238E27FC236}">
                <ns2:creationId id="{AE46A13D-42C6-8C8B-D227-DB4459828198}"/>
              </a:ext>
            </a:extLst>
          </p:cNvPr>
          <p:cNvSpPr/>
          <p:nvPr/>
        </p:nvSpPr>
        <p:spPr>
          <a:xfrm>
            <a:off x="334964" y="2087588"/>
            <a:ext cx="1965600" cy="1692000"/>
          </a:xfrm>
          <a:prstGeom prst="homePlate">
            <a:avLst>
              <a:gd name="adj" fmla="val 12681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144000" rIns="36000" bIns="36000" rtlCol="0" anchor="ctr" anchorCtr="0"/>
          <a:lstStyle/>
          <a:p>
            <a:pPr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AA74F55F-50EA-8C28-EE91-86BAF0506687}"/>
              </a:ext>
            </a:extLst>
          </p:cNvPr>
          <p:cNvSpPr/>
          <p:nvPr/>
        </p:nvSpPr>
        <p:spPr>
          <a:xfrm>
            <a:off x="4560571" y="2032724"/>
            <a:ext cx="7296468" cy="46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4AD03A57-5AE7-4FC6-4E69-FE246B0624ED}"/>
              </a:ext>
            </a:extLst>
          </p:cNvPr>
          <p:cNvSpPr/>
          <p:nvPr/>
        </p:nvSpPr>
        <p:spPr>
          <a:xfrm>
            <a:off x="2368182" y="2087588"/>
            <a:ext cx="1965603" cy="16920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EBC425C5-71CE-495C-9183-1BE51D705BFC}"/>
              </a:ext>
            </a:extLst>
          </p:cNvPr>
          <p:cNvSpPr/>
          <p:nvPr/>
        </p:nvSpPr>
        <p:spPr>
          <a:xfrm>
            <a:off x="334963" y="4104595"/>
            <a:ext cx="3998823" cy="147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3600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7BFE7FA3-83EF-B7D0-7AA7-05E7E7B76EC8}"/>
              </a:ext>
            </a:extLst>
          </p:cNvPr>
          <p:cNvSpPr/>
          <p:nvPr/>
        </p:nvSpPr>
        <p:spPr>
          <a:xfrm>
            <a:off x="9049037" y="4352310"/>
            <a:ext cx="2808000" cy="11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71B159F0-D6F6-2342-29BC-E802AF8AC246}"/>
              </a:ext>
            </a:extLst>
          </p:cNvPr>
          <p:cNvSpPr/>
          <p:nvPr/>
        </p:nvSpPr>
        <p:spPr>
          <a:xfrm>
            <a:off x="4560571" y="2905205"/>
            <a:ext cx="2340000" cy="15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75" name="グループ化 74">
            <a:extLst>
              <a:ext uri="{FF2B5EF4-FFF2-40B4-BE49-F238E27FC236}">
                <ns2:creationId id="{B1DB1DC4-D32A-798C-D816-0A5FB64FEC06}"/>
              </a:ext>
            </a:extLst>
          </p:cNvPr>
          <p:cNvGrpSpPr>
            <a:grpSpLocks noChangeAspect="1"/>
          </p:cNvGrpSpPr>
          <p:nvPr/>
        </p:nvGrpSpPr>
        <p:grpSpPr>
          <a:xfrm>
            <a:off x="6505257" y="3064404"/>
            <a:ext cx="2443737" cy="2231999"/>
            <a:chOff x="6973676" y="3064404"/>
            <a:chExt cx="2321841" cy="2120663"/>
          </a:xfrm>
        </p:grpSpPr>
        <p:sp>
          <p:nvSpPr>
            <p:cNvPr id="67" name="楕円 66">
              <a:extLst>
                <a:ext uri="{FF2B5EF4-FFF2-40B4-BE49-F238E27FC236}">
                  <ns2:creationId id="{10D9AA62-1F1E-FFF9-D505-D662BEF99E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48044" y="3436921"/>
              <a:ext cx="1620000" cy="1620000"/>
            </a:xfrm>
            <a:prstGeom prst="ellipse">
              <a:avLst/>
            </a:prstGeom>
            <a:noFill/>
            <a:ln w="76200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4" name="グループ化 53">
              <a:extLst>
                <a:ext uri="{FF2B5EF4-FFF2-40B4-BE49-F238E27FC236}">
                  <ns2:creationId id="{0F13730A-40B5-ADA0-32CA-291421FCB1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3676" y="3064404"/>
              <a:ext cx="2321841" cy="2120663"/>
              <a:chOff x="3973619" y="1955493"/>
              <a:chExt cx="4244770" cy="3876979"/>
            </a:xfrm>
          </p:grpSpPr>
          <p:sp>
            <p:nvSpPr>
              <p:cNvPr id="39" name="Oval 5">
                <a:extLst>
                  <a:ext uri="{FF2B5EF4-FFF2-40B4-BE49-F238E27FC236}">
                    <ns2:creationId id="{91504DD4-EE1C-6F47-BF00-57834CB0E30A}"/>
                  </a:ext>
                </a:extLst>
              </p:cNvPr>
              <p:cNvSpPr/>
              <p:nvPr/>
            </p:nvSpPr>
            <p:spPr>
              <a:xfrm>
                <a:off x="5268004" y="1955493"/>
                <a:ext cx="1656000" cy="1656000"/>
              </a:xfrm>
              <a:prstGeom prst="ellipse">
                <a:avLst/>
              </a:prstGeom>
              <a:solidFill>
                <a:srgbClr val="339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0" name="Oval 7">
                <a:extLst>
                  <a:ext uri="{FF2B5EF4-FFF2-40B4-BE49-F238E27FC236}">
                    <ns2:creationId id="{2E64B403-B223-7BDE-5F35-D448CA9775DB}"/>
                  </a:ext>
                </a:extLst>
              </p:cNvPr>
              <p:cNvSpPr/>
              <p:nvPr/>
            </p:nvSpPr>
            <p:spPr>
              <a:xfrm>
                <a:off x="3973619" y="4176472"/>
                <a:ext cx="1656000" cy="165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1" name="Oval 8">
                <a:extLst>
                  <a:ext uri="{FF2B5EF4-FFF2-40B4-BE49-F238E27FC236}">
                    <ns2:creationId id="{CA553010-D38F-119C-C3C1-A1DBCD956315}"/>
                  </a:ext>
                </a:extLst>
              </p:cNvPr>
              <p:cNvSpPr/>
              <p:nvPr/>
            </p:nvSpPr>
            <p:spPr>
              <a:xfrm>
                <a:off x="6562389" y="4176472"/>
                <a:ext cx="1656000" cy="1656000"/>
              </a:xfrm>
              <a:prstGeom prst="ellipse">
                <a:avLst/>
              </a:prstGeom>
              <a:solidFill>
                <a:srgbClr val="4CA6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pic>
            <p:nvPicPr>
              <p:cNvPr id="51" name="グラフィックス 33" descr="サーバー 単色塗りつぶし">
                <a:extLst>
                  <a:ext uri="{FF2B5EF4-FFF2-40B4-BE49-F238E27FC236}">
                    <ns2:creationId id="{B1B6D6A3-93C6-7603-DCC1-A6C43358D6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610628" y="2283028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2" name="グラフィックス 36" descr="ワークフロー 単色塗りつぶし">
                <a:extLst>
                  <a:ext uri="{FF2B5EF4-FFF2-40B4-BE49-F238E27FC236}">
                    <ns2:creationId id="{4FC04E78-E643-BB9A-0022-815D4B22F4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898047" y="4521629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3" name="グラフィックス 38" descr="手のひらと植物 単色塗りつぶし">
                <a:extLst>
                  <a:ext uri="{FF2B5EF4-FFF2-40B4-BE49-F238E27FC236}">
                    <ns2:creationId id="{E50D6721-4F44-2477-B7B3-5B4A7D257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309275" y="4514664"/>
                <a:ext cx="987224" cy="987223"/>
              </a:xfrm>
              <a:prstGeom prst="rect">
                <a:avLst/>
              </a:prstGeom>
            </p:spPr>
          </p:pic>
        </p:grpSp>
      </p:grpSp>
      <p:pic>
        <p:nvPicPr>
          <p:cNvPr id="58" name="グラフィックス 33" descr="教師 単色塗りつぶし">
            <a:extLst>
              <a:ext uri="{FF2B5EF4-FFF2-40B4-BE49-F238E27FC236}">
                <ns2:creationId id="{AD54C903-70ED-C7E5-B888-973CA638B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206983" y="2124933"/>
            <a:ext cx="288000" cy="288001"/>
          </a:xfrm>
          <a:prstGeom prst="rect">
            <a:avLst/>
          </a:prstGeom>
        </p:spPr>
      </p:pic>
      <p:grpSp>
        <p:nvGrpSpPr>
          <p:cNvPr id="8" name="グループ化 7">
            <a:extLst>
              <a:ext uri="{FF2B5EF4-FFF2-40B4-BE49-F238E27FC236}">
                <ns2:creationId id="{31D2B4CC-67FC-6E70-EAB6-15DEA9AE3D1C}"/>
              </a:ext>
            </a:extLst>
          </p:cNvPr>
          <p:cNvGrpSpPr/>
          <p:nvPr/>
        </p:nvGrpSpPr>
        <p:grpSpPr>
          <a:xfrm>
            <a:off x="2046375" y="3824883"/>
            <a:ext cx="576000" cy="576000"/>
            <a:chOff x="2042236" y="3824883"/>
            <a:chExt cx="576000" cy="576000"/>
          </a:xfrm>
        </p:grpSpPr>
        <p:sp>
          <p:nvSpPr>
            <p:cNvPr id="59" name="Oval 7">
              <a:extLst>
                <a:ext uri="{FF2B5EF4-FFF2-40B4-BE49-F238E27FC236}">
                  <ns2:creationId id="{720DC067-C7B7-38AA-DF1B-B798F6BAA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42236" y="3824883"/>
              <a:ext cx="576000" cy="576000"/>
            </a:xfrm>
            <a:prstGeom prst="ellipse">
              <a:avLst/>
            </a:prstGeom>
            <a:solidFill>
              <a:srgbClr val="008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137160" rtlCol="0" anchor="b"/>
            <a:lstStyle/>
            <a:p>
              <a:pPr algn="ctr">
                <a:defRPr/>
              </a:pPr>
              <a:endParaRPr kumimoji="0" lang="ja-JP" altLang="en-US" sz="1400">
                <a:solidFill>
                  <a:prstClr val="white"/>
                </a:solidFill>
                <a:latin typeface="Trebuchet MS" panose="020B0603020202020204" pitchFamily="34" charset="0"/>
                <a:ea typeface="+mj-ea"/>
              </a:endParaRPr>
            </a:p>
          </p:txBody>
        </p:sp>
        <p:pic>
          <p:nvPicPr>
            <p:cNvPr id="62" name="グラフィックス 38" descr="オンライン会議 単色塗りつぶし">
              <a:extLst>
                <a:ext uri="{FF2B5EF4-FFF2-40B4-BE49-F238E27FC236}">
                  <ns2:creationId id="{09D6DA08-BEF8-FE4B-B097-1E0CC8F5E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114236" y="3896883"/>
              <a:ext cx="432000" cy="432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83EE496A-B50D-E13C-C5D5-C73E4C64BB7D}"/>
              </a:ext>
            </a:extLst>
          </p:cNvPr>
          <p:cNvGrpSpPr/>
          <p:nvPr/>
        </p:nvGrpSpPr>
        <p:grpSpPr>
          <a:xfrm>
            <a:off x="334963" y="5771325"/>
            <a:ext cx="11522074" cy="543090"/>
            <a:chOff x="334963" y="5771325"/>
            <a:chExt cx="11522074" cy="543090"/>
          </a:xfrm>
        </p:grpSpPr>
        <p:sp>
          <p:nvSpPr>
            <p:cNvPr id="17" name="正方形/長方形 16">
              <a:extLst>
                <a:ext uri="{FF2B5EF4-FFF2-40B4-BE49-F238E27FC236}">
                  <ns2:creationId id="{505939B2-9D3D-50BF-33A8-C4D7CB5EDF95}"/>
                </a:ext>
              </a:extLst>
            </p:cNvPr>
            <p:cNvSpPr/>
            <p:nvPr/>
          </p:nvSpPr>
          <p:spPr>
            <a:xfrm>
              <a:off x="334963" y="5771325"/>
              <a:ext cx="11522074" cy="54309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285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600"/>
                </a:lnSpc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33" descr="握手 単色塗りつぶし">
              <a:extLst>
                <a:ext uri="{FF2B5EF4-FFF2-40B4-BE49-F238E27FC236}">
                  <ns2:creationId id="{D84EB4B5-9491-7348-54BB-CB5C55CBE6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480144" y="5772870"/>
              <a:ext cx="539999" cy="540000"/>
            </a:xfrm>
            <a:prstGeom prst="rect">
              <a:avLst/>
            </a:prstGeom>
          </p:spPr>
        </p:pic>
      </p:grpSp>
      <p:sp>
        <p:nvSpPr>
          <p:cNvPr id="56" name="正方形/長方形 55">
            <a:extLst>
              <a:ext uri="{FF2B5EF4-FFF2-40B4-BE49-F238E27FC236}">
                <ns2:creationId id="{1EE8C882-C03E-5DC6-2A4D-E50F142C0AB5}"/>
              </a:ext>
            </a:extLst>
          </p:cNvPr>
          <p:cNvSpPr/>
          <p:nvPr/>
        </p:nvSpPr>
        <p:spPr>
          <a:xfrm>
            <a:off x="9049037" y="2561114"/>
            <a:ext cx="2808000" cy="112576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65B01D23-50D5-897B-9895-928B20E44E77}"/>
              </a:ext>
            </a:extLst>
          </p:cNvPr>
          <p:cNvSpPr/>
          <p:nvPr/>
        </p:nvSpPr>
        <p:spPr>
          <a:xfrm>
            <a:off x="9049037" y="3645305"/>
            <a:ext cx="2808000" cy="432000"/>
          </a:xfrm>
          <a:prstGeom prst="rect">
            <a:avLst/>
          </a:prstGeom>
          <a:noFill/>
          <a:ln w="9525">
            <a:solidFill>
              <a:srgbClr val="008000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 algn="ctr">
              <a:lnSpc>
                <a:spcPts val="1400"/>
              </a:lnSpc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API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895429FE-A58D-2235-99BB-3D89D06865BA}"/>
              </a:ext>
            </a:extLst>
          </p:cNvPr>
          <p:cNvGrpSpPr/>
          <p:nvPr/>
        </p:nvGrpSpPr>
        <p:grpSpPr>
          <a:xfrm>
            <a:off x="4560570" y="1628775"/>
            <a:ext cx="7296467" cy="427038"/>
            <a:chOff x="4560570" y="1628775"/>
            <a:chExt cx="7296467" cy="427038"/>
          </a:xfrm>
        </p:grpSpPr>
        <p:sp>
          <p:nvSpPr>
            <p:cNvPr id="11" name="正方形/長方形 10">
              <a:extLst>
                <a:ext uri="{FF2B5EF4-FFF2-40B4-BE49-F238E27FC236}">
                  <ns2:creationId id="{F7415238-24E7-110E-34F4-8960DB0CA5CF}"/>
                </a:ext>
              </a:extLst>
            </p:cNvPr>
            <p:cNvSpPr/>
            <p:nvPr/>
          </p:nvSpPr>
          <p:spPr>
            <a:xfrm>
              <a:off x="4560570" y="1628775"/>
              <a:ext cx="7296467" cy="42703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33" descr="月毎カレンダー 単色塗りつぶし">
              <a:extLst>
                <a:ext uri="{FF2B5EF4-FFF2-40B4-BE49-F238E27FC236}">
                  <ns2:creationId id="{8DB79A37-C35B-99D5-673D-C81BFFF48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6493827" y="1662294"/>
              <a:ext cx="359999" cy="360000"/>
            </a:xfrm>
            <a:prstGeom prst="rect">
              <a:avLst/>
            </a:prstGeom>
          </p:spPr>
        </p:pic>
      </p:grpSp>
      <p:sp>
        <p:nvSpPr>
          <p:cNvPr id="3" name="テキスト プレースホルダー 2">
            <a:extLst>
              <a:ext uri="{FF2B5EF4-FFF2-40B4-BE49-F238E27FC236}">
                <ns2:creationId id="{8CC950C9-F8D2-55DB-4975-D2E2F028F07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EA5CCF36-B325-5105-9168-F24A4D73B643}"/>
              </a:ext>
            </a:extLst>
          </p:cNvPr>
          <p:cNvGrpSpPr/>
          <p:nvPr/>
        </p:nvGrpSpPr>
        <p:grpSpPr>
          <a:xfrm>
            <a:off x="344041" y="1628775"/>
            <a:ext cx="3989745" cy="289235"/>
            <a:chOff x="344041" y="1628775"/>
            <a:chExt cx="3989745" cy="289235"/>
          </a:xfrm>
        </p:grpSpPr>
        <p:pic>
          <p:nvPicPr>
            <p:cNvPr id="57" name="グラフィックス 33" descr="右向き指示マーク 単色塗りつぶし">
              <a:extLst>
                <a:ext uri="{FF2B5EF4-FFF2-40B4-BE49-F238E27FC236}">
                  <ns2:creationId id="{27C7DC37-5499-A2F2-69EF-66E25DC746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64928" y="1628775"/>
              <a:ext cx="287999" cy="288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BBA6CEC1-F3B1-52ED-9D86-92145D3E5583}"/>
                </a:ext>
              </a:extLst>
            </p:cNvPr>
            <p:cNvSpPr/>
            <p:nvPr/>
          </p:nvSpPr>
          <p:spPr>
            <a:xfrm>
              <a:off x="346361" y="1630010"/>
              <a:ext cx="3987424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32CAEB7-FB10-7002-2192-703ADCD6797A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1" y="1917624"/>
              <a:ext cx="398974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823415788"/>
      </p:ext>
    </p:extLst>
  </p:cSld>
  <p:clrMapOvr>
    <a:masterClrMapping/>
  </p:clrMapOvr>
</p:sld>
</file>

<file path=ppt/slides/slide2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F258B8-6A6F-FDD3-A809-28F165B5B7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46A5B3-3918-6510-2FDE-8C749B021C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5416" y="372382"/>
            <a:ext cx="11449050" cy="414335"/>
          </a:xfrm>
        </p:spPr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>
              <a:solidFill>
                <a:schemeClr val="tx1">
                  <a:lumMod val="75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BB5401C-FCC0-825C-A956-A00CD0B96F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9EE577F-E28D-66A3-3665-A895A09B61D6}"/>
              </a:ext>
            </a:extLst>
          </p:cNvPr>
          <p:cNvSpPr txBox="1">
            <a:spLocks/>
          </p:cNvSpPr>
          <p:nvPr/>
        </p:nvSpPr>
        <p:spPr>
          <a:xfrm>
            <a:off x="375415" y="795338"/>
            <a:ext cx="11449051" cy="360000"/>
          </a:xfrm>
          <a:prstGeom prst="rect">
            <a:avLst/>
          </a:prstGeom>
        </p:spPr>
        <p:txBody>
          <a:bodyPr vert="horz" lIns="72000" tIns="36000" rIns="72000" bIns="36000" rtlCol="0" anchor="ctr" anchorCtr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3050" marR="0" lvl="0" indent="-2730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A8657260-28DE-FC1D-7046-E97B2CE77155}"/>
              </a:ext>
            </a:extLst>
          </p:cNvPr>
          <p:cNvGrpSpPr/>
          <p:nvPr/>
        </p:nvGrpSpPr>
        <p:grpSpPr>
          <a:xfrm>
            <a:off x="381631" y="1126518"/>
            <a:ext cx="11442835" cy="5001030"/>
            <a:chOff x="381631" y="1126518"/>
            <a:chExt cx="11442835" cy="5001030"/>
          </a:xfrm>
        </p:grpSpPr>
        <p:sp>
          <p:nvSpPr>
            <p:cNvPr id="6" name="テキスト ボックス 5">
              <a:extLst>
                <a:ext uri="{FF2B5EF4-FFF2-40B4-BE49-F238E27FC236}">
                  <ns2:creationId id="{9DF60144-12C5-9A17-E746-B8AC68C58F63}"/>
                </a:ext>
              </a:extLst>
            </p:cNvPr>
            <p:cNvSpPr txBox="1"/>
            <p:nvPr/>
          </p:nvSpPr>
          <p:spPr>
            <a:xfrm>
              <a:off x="381631" y="1911330"/>
              <a:ext cx="2014376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66" name="グループ化 65">
              <a:extLst>
                <a:ext uri="{FF2B5EF4-FFF2-40B4-BE49-F238E27FC236}">
                  <ns2:creationId id="{5AA3176F-E55A-9248-BAE8-8E941007EC24}"/>
                </a:ext>
              </a:extLst>
            </p:cNvPr>
            <p:cNvGrpSpPr/>
            <p:nvPr/>
          </p:nvGrpSpPr>
          <p:grpSpPr>
            <a:xfrm>
              <a:off x="5660997" y="2547089"/>
              <a:ext cx="6159528" cy="1547564"/>
              <a:chOff x="5709992" y="2282929"/>
              <a:chExt cx="6219249" cy="1547564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5937BF5-B9AD-D00D-6126-63786DDB3050}"/>
                  </a:ext>
                </a:extLst>
              </p:cNvPr>
              <p:cNvSpPr txBox="1"/>
              <p:nvPr/>
            </p:nvSpPr>
            <p:spPr>
              <a:xfrm>
                <a:off x="5709993" y="3235322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8C90312E-40C3-EA2F-78E2-E7F5A97E8162}"/>
                  </a:ext>
                </a:extLst>
              </p:cNvPr>
              <p:cNvSpPr txBox="1"/>
              <p:nvPr/>
            </p:nvSpPr>
            <p:spPr>
              <a:xfrm>
                <a:off x="5709993" y="2576883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65" name="グループ化 64">
                <a:extLst>
                  <a:ext uri="{FF2B5EF4-FFF2-40B4-BE49-F238E27FC236}">
                    <ns2:creationId id="{876C5C27-49E1-F7EB-4B57-33042EA096DF}"/>
                  </a:ext>
                </a:extLst>
              </p:cNvPr>
              <p:cNvGrpSpPr/>
              <p:nvPr/>
            </p:nvGrpSpPr>
            <p:grpSpPr>
              <a:xfrm>
                <a:off x="5709992" y="2282929"/>
                <a:ext cx="6219249" cy="1547564"/>
                <a:chOff x="5709992" y="2282929"/>
                <a:chExt cx="6219249" cy="1547564"/>
              </a:xfrm>
            </p:grpSpPr>
            <p:sp>
              <p:nvSpPr>
                <p:cNvPr id="14" name="テキスト ボックス 13">
                  <a:extLst>
                    <a:ext uri="{FF2B5EF4-FFF2-40B4-BE49-F238E27FC236}">
                      <ns2:creationId id="{CF74ECD4-2563-B574-2099-3C434101526E}"/>
                    </a:ext>
                  </a:extLst>
                </p:cNvPr>
                <p:cNvSpPr txBox="1"/>
                <p:nvPr/>
              </p:nvSpPr>
              <p:spPr>
                <a:xfrm>
                  <a:off x="5709993" y="2282929"/>
                  <a:ext cx="6219248" cy="36000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14632B32-945F-A8A5-8A82-01F852CF67FD}"/>
                    </a:ext>
                  </a:extLst>
                </p:cNvPr>
                <p:cNvSpPr txBox="1"/>
                <p:nvPr/>
              </p:nvSpPr>
              <p:spPr>
                <a:xfrm>
                  <a:off x="5709993" y="2779691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テキスト ボックス 21">
                  <a:extLst>
                    <a:ext uri="{FF2B5EF4-FFF2-40B4-BE49-F238E27FC236}">
                      <ns2:creationId id="{43A83DD5-2431-08A7-E4E3-0ADFA507F704}"/>
                    </a:ext>
                  </a:extLst>
                </p:cNvPr>
                <p:cNvSpPr txBox="1"/>
                <p:nvPr/>
              </p:nvSpPr>
              <p:spPr>
                <a:xfrm>
                  <a:off x="5709992" y="3409905"/>
                  <a:ext cx="6219248" cy="420588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API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sp>
          <p:nvSpPr>
            <p:cNvPr id="26" name="テキスト ボックス 25">
              <a:extLst>
                <a:ext uri="{FF2B5EF4-FFF2-40B4-BE49-F238E27FC236}">
                  <ns2:creationId id="{011D2335-A640-C225-D07A-58CDD97388B0}"/>
                </a:ext>
              </a:extLst>
            </p:cNvPr>
            <p:cNvSpPr txBox="1"/>
            <p:nvPr/>
          </p:nvSpPr>
          <p:spPr>
            <a:xfrm>
              <a:off x="381631" y="4361382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1AD1AE88-3887-EEFE-9756-8DD969346B52}"/>
                </a:ext>
              </a:extLst>
            </p:cNvPr>
            <p:cNvSpPr txBox="1"/>
            <p:nvPr/>
          </p:nvSpPr>
          <p:spPr>
            <a:xfrm>
              <a:off x="381631" y="5178068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370B36A9-7757-22DC-F71A-9B1A73FE1736}"/>
                </a:ext>
              </a:extLst>
            </p:cNvPr>
            <p:cNvGrpSpPr/>
            <p:nvPr/>
          </p:nvGrpSpPr>
          <p:grpSpPr>
            <a:xfrm>
              <a:off x="4664506" y="1545024"/>
              <a:ext cx="5904256" cy="540000"/>
              <a:chOff x="4664506" y="1301184"/>
              <a:chExt cx="5904256" cy="540000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3C8E1C5A-70F4-BF47-F387-C2CA0368DF2C}"/>
                  </a:ext>
                </a:extLst>
              </p:cNvPr>
              <p:cNvSpPr txBox="1"/>
              <p:nvPr/>
            </p:nvSpPr>
            <p:spPr>
              <a:xfrm>
                <a:off x="4668596" y="1301184"/>
                <a:ext cx="5900166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3" name="直線コネクタ 52">
                <a:extLst>
                  <a:ext uri="{FF2B5EF4-FFF2-40B4-BE49-F238E27FC236}">
                    <ns2:creationId id="{EC11F3B7-EA41-EF55-D24D-A59D2AA2E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グループ化 59">
              <a:extLst>
                <a:ext uri="{FF2B5EF4-FFF2-40B4-BE49-F238E27FC236}">
                  <ns2:creationId id="{166F862E-591C-F9AA-E633-06D395291186}"/>
                </a:ext>
              </a:extLst>
            </p:cNvPr>
            <p:cNvGrpSpPr/>
            <p:nvPr/>
          </p:nvGrpSpPr>
          <p:grpSpPr>
            <a:xfrm>
              <a:off x="4664506" y="2256037"/>
              <a:ext cx="4925729" cy="1809739"/>
              <a:chOff x="4664506" y="1991877"/>
              <a:chExt cx="4925729" cy="1809739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F799076B-052D-57E0-CB95-1401AAE3B3B5}"/>
                  </a:ext>
                </a:extLst>
              </p:cNvPr>
              <p:cNvSpPr txBox="1"/>
              <p:nvPr/>
            </p:nvSpPr>
            <p:spPr>
              <a:xfrm>
                <a:off x="4668596" y="1991877"/>
                <a:ext cx="4921639" cy="288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※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4" name="直線コネクタ 53">
                <a:extLst>
                  <a:ext uri="{FF2B5EF4-FFF2-40B4-BE49-F238E27FC236}">
                    <ns2:creationId id="{29C4D9EE-C57A-53A8-2B4F-D5CFF6BB15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991877"/>
                <a:ext cx="0" cy="1809739"/>
              </a:xfrm>
              <a:prstGeom prst="line">
                <a:avLst/>
              </a:prstGeom>
              <a:ln w="38100">
                <a:solidFill>
                  <a:srgbClr val="A8D4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グループ化 60">
              <a:extLst>
                <a:ext uri="{FF2B5EF4-FFF2-40B4-BE49-F238E27FC236}">
                  <ns2:creationId id="{9A510D16-7931-C330-4633-6AA0DF0F670B}"/>
                </a:ext>
              </a:extLst>
            </p:cNvPr>
            <p:cNvGrpSpPr/>
            <p:nvPr/>
          </p:nvGrpSpPr>
          <p:grpSpPr>
            <a:xfrm>
              <a:off x="4664507" y="4247081"/>
              <a:ext cx="7129314" cy="540000"/>
              <a:chOff x="4664506" y="4159445"/>
              <a:chExt cx="4925729" cy="540000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1D32EC87-E2BA-A0B6-E0F9-9C8C918A907D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6" name="直線コネクタ 55">
                <a:extLst>
                  <a:ext uri="{FF2B5EF4-FFF2-40B4-BE49-F238E27FC236}">
                    <ns2:creationId id="{FEF85BB4-7A6A-E37E-5BB1-2C97C15D65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2328F8CA-9A84-4264-EA8B-4A5DE9C87BFD}"/>
                </a:ext>
              </a:extLst>
            </p:cNvPr>
            <p:cNvGrpSpPr/>
            <p:nvPr/>
          </p:nvGrpSpPr>
          <p:grpSpPr>
            <a:xfrm>
              <a:off x="4657503" y="4963035"/>
              <a:ext cx="7129313" cy="540000"/>
              <a:chOff x="4664506" y="4843392"/>
              <a:chExt cx="4925729" cy="540000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7F0571A1-38DE-8A5C-94D3-24C9845FC294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7" name="直線コネクタ 56">
                <a:extLst>
                  <a:ext uri="{FF2B5EF4-FFF2-40B4-BE49-F238E27FC236}">
                    <ns2:creationId id="{36FD82BB-5065-BBAA-2B02-A09C767AA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グループ化 62">
              <a:extLst>
                <a:ext uri="{FF2B5EF4-FFF2-40B4-BE49-F238E27FC236}">
                  <ns2:creationId id="{5073C73B-83C0-BB5F-A200-3E1EA8522E48}"/>
                </a:ext>
              </a:extLst>
            </p:cNvPr>
            <p:cNvGrpSpPr/>
            <p:nvPr/>
          </p:nvGrpSpPr>
          <p:grpSpPr>
            <a:xfrm>
              <a:off x="4664506" y="5587548"/>
              <a:ext cx="7135238" cy="540000"/>
              <a:chOff x="4664506" y="5587548"/>
              <a:chExt cx="4925729" cy="540000"/>
            </a:xfrm>
          </p:grpSpPr>
          <p:sp>
            <p:nvSpPr>
              <p:cNvPr id="30" name="テキスト ボックス 29">
                <a:extLst>
                  <a:ext uri="{FF2B5EF4-FFF2-40B4-BE49-F238E27FC236}">
                    <ns2:creationId id="{55269D24-399C-E753-1F5B-42C0EEF96674}"/>
                  </a:ext>
                </a:extLst>
              </p:cNvPr>
              <p:cNvSpPr txBox="1"/>
              <p:nvPr/>
            </p:nvSpPr>
            <p:spPr>
              <a:xfrm>
                <a:off x="4668596" y="5587548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02DB9476-BCB8-06C1-B49B-52DE8A64E0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5587548"/>
                <a:ext cx="0" cy="540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グループ化 63">
              <a:extLst>
                <a:ext uri="{FF2B5EF4-FFF2-40B4-BE49-F238E27FC236}">
                  <ns2:creationId id="{19A0537C-696E-214A-7F4D-83A8ECA60BDD}"/>
                </a:ext>
              </a:extLst>
            </p:cNvPr>
            <p:cNvGrpSpPr/>
            <p:nvPr/>
          </p:nvGrpSpPr>
          <p:grpSpPr>
            <a:xfrm>
              <a:off x="4731702" y="2547089"/>
              <a:ext cx="900001" cy="1604409"/>
              <a:chOff x="4811604" y="2282929"/>
              <a:chExt cx="900001" cy="1604409"/>
            </a:xfrm>
          </p:grpSpPr>
          <p:sp>
            <p:nvSpPr>
              <p:cNvPr id="16" name="ホームベース 13">
                <a:extLst>
                  <a:ext uri="{FF2B5EF4-FFF2-40B4-BE49-F238E27FC236}">
                    <ns2:creationId id="{FA1C71AD-B29D-8CA1-BD84-C3FD959B260C}"/>
                  </a:ext>
                </a:extLst>
              </p:cNvPr>
              <p:cNvSpPr/>
              <p:nvPr/>
            </p:nvSpPr>
            <p:spPr>
              <a:xfrm rot="5400000">
                <a:off x="4973605" y="2120929"/>
                <a:ext cx="576000" cy="90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98144A92-8E17-75DA-45C7-A7DA3AB777A1}"/>
                  </a:ext>
                </a:extLst>
              </p:cNvPr>
              <p:cNvSpPr/>
              <p:nvPr/>
            </p:nvSpPr>
            <p:spPr>
              <a:xfrm rot="5400000">
                <a:off x="4973605" y="2635133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山形 14">
                <a:extLst>
                  <a:ext uri="{FF2B5EF4-FFF2-40B4-BE49-F238E27FC236}">
                    <ns2:creationId id="{94B3EE07-A559-2381-D9EC-5615BB5419C1}"/>
                  </a:ext>
                </a:extLst>
              </p:cNvPr>
              <p:cNvSpPr/>
              <p:nvPr/>
            </p:nvSpPr>
            <p:spPr>
              <a:xfrm rot="5400000">
                <a:off x="4973604" y="3149338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cxnSp>
          <p:nvCxnSpPr>
            <p:cNvPr id="68" name="直線矢印コネクタ 67">
              <a:extLst>
                <a:ext uri="{FF2B5EF4-FFF2-40B4-BE49-F238E27FC236}">
                  <ns2:creationId id="{6BC12520-9F4D-634E-E88D-4C401256BA18}"/>
                </a:ext>
              </a:extLst>
            </p:cNvPr>
            <p:cNvCxnSpPr>
              <a:cxnSpLocks/>
            </p:cNvCxnSpPr>
            <p:nvPr/>
          </p:nvCxnSpPr>
          <p:spPr>
            <a:xfrm>
              <a:off x="4296878" y="1815024"/>
              <a:ext cx="367628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矢印コネクタ 68">
              <a:extLst>
                <a:ext uri="{FF2B5EF4-FFF2-40B4-BE49-F238E27FC236}">
                  <ns2:creationId id="{2666D230-9753-B610-8A1F-1008D5BCF1CA}"/>
                </a:ext>
              </a:extLst>
            </p:cNvPr>
            <p:cNvCxnSpPr>
              <a:cxnSpLocks/>
              <a:stCxn id="47" idx="5"/>
            </p:cNvCxnSpPr>
            <p:nvPr/>
          </p:nvCxnSpPr>
          <p:spPr>
            <a:xfrm>
              <a:off x="4070078" y="2975342"/>
              <a:ext cx="578768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フローチャート: データ 49">
              <a:extLst>
                <a:ext uri="{FF2B5EF4-FFF2-40B4-BE49-F238E27FC236}">
                  <ns2:creationId id="{1683E670-ECD4-4338-159D-0AF5C85EC281}"/>
                </a:ext>
              </a:extLst>
            </p:cNvPr>
            <p:cNvSpPr/>
            <p:nvPr/>
          </p:nvSpPr>
          <p:spPr>
            <a:xfrm>
              <a:off x="2028878" y="4921396"/>
              <a:ext cx="2268000" cy="1008000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" name="フローチャート: データ 48">
              <a:extLst>
                <a:ext uri="{FF2B5EF4-FFF2-40B4-BE49-F238E27FC236}">
                  <ns2:creationId id="{10F989E9-8805-37E5-9DCC-00C5C3288235}"/>
                </a:ext>
              </a:extLst>
            </p:cNvPr>
            <p:cNvSpPr/>
            <p:nvPr/>
          </p:nvSpPr>
          <p:spPr>
            <a:xfrm>
              <a:off x="2028878" y="4104710"/>
              <a:ext cx="2268000" cy="1008000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フローチャート: データ 47">
              <a:extLst>
                <a:ext uri="{FF2B5EF4-FFF2-40B4-BE49-F238E27FC236}">
                  <ns2:creationId id="{A19CD1C7-7B2E-F243-58B3-67E2DE533ACA}"/>
                </a:ext>
              </a:extLst>
            </p:cNvPr>
            <p:cNvSpPr/>
            <p:nvPr/>
          </p:nvSpPr>
          <p:spPr>
            <a:xfrm>
              <a:off x="2028878" y="3288026"/>
              <a:ext cx="2268000" cy="1008000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フローチャート: データ 46">
              <a:extLst>
                <a:ext uri="{FF2B5EF4-FFF2-40B4-BE49-F238E27FC236}">
                  <ns2:creationId id="{3FBDF657-BB58-FCD3-BA2B-72D638710D1D}"/>
                </a:ext>
              </a:extLst>
            </p:cNvPr>
            <p:cNvSpPr/>
            <p:nvPr/>
          </p:nvSpPr>
          <p:spPr>
            <a:xfrm>
              <a:off x="2028878" y="2471342"/>
              <a:ext cx="2268000" cy="1008000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フローチャート: データ 43">
              <a:extLst>
                <a:ext uri="{FF2B5EF4-FFF2-40B4-BE49-F238E27FC236}">
                  <ns2:creationId id="{68A82385-E93C-46BF-D726-1EA5A7996263}"/>
                </a:ext>
              </a:extLst>
            </p:cNvPr>
            <p:cNvSpPr/>
            <p:nvPr/>
          </p:nvSpPr>
          <p:spPr>
            <a:xfrm>
              <a:off x="2028878" y="1654658"/>
              <a:ext cx="2268000" cy="1008000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A021259D-3770-AD94-E24E-4849BDAD87D6}"/>
                </a:ext>
              </a:extLst>
            </p:cNvPr>
            <p:cNvGrpSpPr/>
            <p:nvPr/>
          </p:nvGrpSpPr>
          <p:grpSpPr>
            <a:xfrm>
              <a:off x="381631" y="1126518"/>
              <a:ext cx="11442835" cy="360000"/>
              <a:chOff x="381631" y="1126518"/>
              <a:chExt cx="11745912" cy="360000"/>
            </a:xfrm>
          </p:grpSpPr>
          <p:sp>
            <p:nvSpPr>
              <p:cNvPr id="81" name="テキスト プレースホルダー 2">
                <a:extLst>
                  <a:ext uri="{FF2B5EF4-FFF2-40B4-BE49-F238E27FC236}">
                    <ns2:creationId id="{E2A7A780-ADDD-9202-BB64-A8B72EC3F1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1631" y="1166802"/>
                <a:ext cx="11745912" cy="27943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54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90" name="グラフィックス 89" descr="山形の矢印 単色塗りつぶし">
                <a:extLst>
                  <a:ext uri="{FF2B5EF4-FFF2-40B4-BE49-F238E27FC236}">
                    <ns2:creationId id="{F117A985-B090-E847-680C-629B8D51A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18160" y="112651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0" name="テキスト ボックス 9">
              <a:extLst>
                <a:ext uri="{FF2B5EF4-FFF2-40B4-BE49-F238E27FC236}">
                  <ns2:creationId id="{A49DC4D3-3EA5-CED0-0F4B-A59CD75586BF}"/>
                </a:ext>
              </a:extLst>
            </p:cNvPr>
            <p:cNvSpPr txBox="1"/>
            <p:nvPr/>
          </p:nvSpPr>
          <p:spPr>
            <a:xfrm>
              <a:off x="381631" y="2728014"/>
              <a:ext cx="2230294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0DDD7E75-6674-FD4C-6AA6-7726F488BB9B}"/>
                </a:ext>
              </a:extLst>
            </p:cNvPr>
            <p:cNvSpPr txBox="1"/>
            <p:nvPr/>
          </p:nvSpPr>
          <p:spPr>
            <a:xfrm>
              <a:off x="381631" y="3544698"/>
              <a:ext cx="2268000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吹き出し: 角を丸めた四角形 4">
              <a:extLst>
                <a:ext uri="{FF2B5EF4-FFF2-40B4-BE49-F238E27FC236}">
                  <ns2:creationId id="{8DA5E584-1E27-7250-EAB4-0D56E6D210BB}"/>
                </a:ext>
              </a:extLst>
            </p:cNvPr>
            <p:cNvSpPr/>
            <p:nvPr/>
          </p:nvSpPr>
          <p:spPr>
            <a:xfrm>
              <a:off x="9174015" y="2907089"/>
              <a:ext cx="2196581" cy="380937"/>
            </a:xfrm>
            <a:prstGeom prst="wedgeRoundRectCallout">
              <a:avLst>
                <a:gd name="adj1" fmla="val -56869"/>
                <a:gd name="adj2" fmla="val 23091"/>
                <a:gd name="adj3" fmla="val 16667"/>
              </a:avLst>
            </a:pr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8FF9A37D-5570-DC37-7F7A-8592CDF27337}"/>
                </a:ext>
              </a:extLst>
            </p:cNvPr>
            <p:cNvCxnSpPr>
              <a:cxnSpLocks/>
              <a:stCxn id="48" idx="5"/>
              <a:endCxn id="24" idx="1"/>
            </p:cNvCxnSpPr>
            <p:nvPr/>
          </p:nvCxnSpPr>
          <p:spPr>
            <a:xfrm>
              <a:off x="4070078" y="3792026"/>
              <a:ext cx="600349" cy="725055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97350F9C-061F-7FBC-EC8A-CB529A458D5C}"/>
                </a:ext>
              </a:extLst>
            </p:cNvPr>
            <p:cNvCxnSpPr>
              <a:stCxn id="49" idx="5"/>
              <a:endCxn id="28" idx="1"/>
            </p:cNvCxnSpPr>
            <p:nvPr/>
          </p:nvCxnSpPr>
          <p:spPr>
            <a:xfrm>
              <a:off x="4070078" y="4608710"/>
              <a:ext cx="593345" cy="624325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CA6BDFDB-8A22-B47D-BD87-FD28B19242AA}"/>
                </a:ext>
              </a:extLst>
            </p:cNvPr>
            <p:cNvCxnSpPr>
              <a:stCxn id="50" idx="5"/>
              <a:endCxn id="30" idx="1"/>
            </p:cNvCxnSpPr>
            <p:nvPr/>
          </p:nvCxnSpPr>
          <p:spPr>
            <a:xfrm>
              <a:off x="4070078" y="5425396"/>
              <a:ext cx="600353" cy="432152"/>
            </a:xfrm>
            <a:prstGeom prst="bentConnector3">
              <a:avLst/>
            </a:prstGeom>
            <a:ln w="38100">
              <a:solidFill>
                <a:srgbClr val="47A24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59397612"/>
      </p:ext>
    </p:extLst>
  </p:cSld>
  <p:clrMapOvr>
    <a:masterClrMapping/>
  </p:clrMapOvr>
</p:sld>
</file>

<file path=ppt/slides/slide29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9C23C75-FA2A-F5E9-613B-5D2E69BC0E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7D55060-68CB-1B7B-8E57-07ABB8CC72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83DD3ACF-52DB-24D8-12DA-3D362FE27B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4AD2BAA-0427-FA79-F410-8D2A7A12EA3D}"/>
              </a:ext>
            </a:extLst>
          </p:cNvPr>
          <p:cNvSpPr txBox="1">
            <a:spLocks/>
          </p:cNvSpPr>
          <p:nvPr/>
        </p:nvSpPr>
        <p:spPr>
          <a:xfrm>
            <a:off x="381523" y="786716"/>
            <a:ext cx="11439002" cy="720000"/>
          </a:xfrm>
          <a:prstGeom prst="rect">
            <a:avLst/>
          </a:prstGeom>
        </p:spPr>
        <p:txBody>
          <a:bodyPr vert="horz" lIns="72000" tIns="36000" rIns="72000" bIns="3600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ns2:creationId id="{799F8ED3-9061-3467-3BA5-49E8D5AFAF11}"/>
              </a:ext>
            </a:extLst>
          </p:cNvPr>
          <p:cNvGrpSpPr/>
          <p:nvPr/>
        </p:nvGrpSpPr>
        <p:grpSpPr>
          <a:xfrm>
            <a:off x="-323798" y="1365746"/>
            <a:ext cx="12144324" cy="4766477"/>
            <a:chOff x="-323798" y="1365746"/>
            <a:chExt cx="12144324" cy="4766477"/>
          </a:xfrm>
        </p:grpSpPr>
        <p:grpSp>
          <p:nvGrpSpPr>
            <p:cNvPr id="13" name="グループ化 12">
              <a:extLst>
                <a:ext uri="{FF2B5EF4-FFF2-40B4-BE49-F238E27FC236}">
                  <ns2:creationId id="{6A8E2ED3-C41D-5479-6575-EB2C7B674453}"/>
                </a:ext>
              </a:extLst>
            </p:cNvPr>
            <p:cNvGrpSpPr/>
            <p:nvPr/>
          </p:nvGrpSpPr>
          <p:grpSpPr>
            <a:xfrm>
              <a:off x="-323798" y="1557746"/>
              <a:ext cx="5714477" cy="4496480"/>
              <a:chOff x="357139" y="1635570"/>
              <a:chExt cx="5714477" cy="4496480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1C3A65EB-286C-6B4E-0B16-1F595DA6CCD1}"/>
                  </a:ext>
                </a:extLst>
              </p:cNvPr>
              <p:cNvGraphicFramePr/>
              <p:nvPr/>
            </p:nvGraphicFramePr>
            <p:xfrm>
              <a:off x="357139" y="1635570"/>
              <a:ext cx="5714477" cy="4496480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10" name="テキスト ボックス 9">
                <a:extLst>
                  <a:ext uri="{FF2B5EF4-FFF2-40B4-BE49-F238E27FC236}">
                    <ns2:creationId id="{AB9A9E59-C64C-689F-5AE1-5E73027F57A7}"/>
                  </a:ext>
                </a:extLst>
              </p:cNvPr>
              <p:cNvSpPr txBox="1"/>
              <p:nvPr/>
            </p:nvSpPr>
            <p:spPr>
              <a:xfrm>
                <a:off x="2147483" y="2070102"/>
                <a:ext cx="2235382" cy="253916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6DF58032-4C72-2908-1963-B5308680C587}"/>
                  </a:ext>
                </a:extLst>
              </p:cNvPr>
              <p:cNvSpPr txBox="1"/>
              <p:nvPr/>
            </p:nvSpPr>
            <p:spPr>
              <a:xfrm>
                <a:off x="4015646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066343CB-D5F6-EF60-3127-08A5FD913383}"/>
                  </a:ext>
                </a:extLst>
              </p:cNvPr>
              <p:cNvSpPr txBox="1"/>
              <p:nvPr/>
            </p:nvSpPr>
            <p:spPr>
              <a:xfrm>
                <a:off x="1108769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テキスト ボックス 14">
              <a:extLst>
                <a:ext uri="{FF2B5EF4-FFF2-40B4-BE49-F238E27FC236}">
                  <ns2:creationId id="{ED5EC759-AA56-1EFC-65E9-DDC096787DCE}"/>
                </a:ext>
              </a:extLst>
            </p:cNvPr>
            <p:cNvSpPr txBox="1"/>
            <p:nvPr/>
          </p:nvSpPr>
          <p:spPr>
            <a:xfrm>
              <a:off x="1698211" y="2251841"/>
              <a:ext cx="2235382" cy="535578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sp>
          <p:nvSpPr>
            <p:cNvPr id="17" name="テキスト ボックス 16">
              <a:extLst>
                <a:ext uri="{FF2B5EF4-FFF2-40B4-BE49-F238E27FC236}">
                  <ns2:creationId id="{C50064B3-F1E9-5A3E-84FC-4FD6768BE0DF}"/>
                </a:ext>
              </a:extLst>
            </p:cNvPr>
            <p:cNvSpPr txBox="1"/>
            <p:nvPr/>
          </p:nvSpPr>
          <p:spPr>
            <a:xfrm>
              <a:off x="3321061" y="3805987"/>
              <a:ext cx="1198379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2CD8B2F-50B1-70F0-D79A-7102B0DDE6EB}"/>
                </a:ext>
              </a:extLst>
            </p:cNvPr>
            <p:cNvSpPr txBox="1"/>
            <p:nvPr/>
          </p:nvSpPr>
          <p:spPr>
            <a:xfrm>
              <a:off x="573036" y="3805987"/>
              <a:ext cx="1121195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2838B792-97B8-77C7-C2AE-AB2E6108761A}"/>
                </a:ext>
              </a:extLst>
            </p:cNvPr>
            <p:cNvGrpSpPr/>
            <p:nvPr/>
          </p:nvGrpSpPr>
          <p:grpSpPr>
            <a:xfrm>
              <a:off x="4808306" y="1365746"/>
              <a:ext cx="7012220" cy="1620000"/>
              <a:chOff x="4808306" y="1365746"/>
              <a:chExt cx="7012220" cy="1620000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8010A88-D69F-BC71-6382-A2F447BA6D4E}"/>
                  </a:ext>
                </a:extLst>
              </p:cNvPr>
              <p:cNvSpPr txBox="1"/>
              <p:nvPr/>
            </p:nvSpPr>
            <p:spPr>
              <a:xfrm>
                <a:off x="4893013" y="1365746"/>
                <a:ext cx="6927513" cy="162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>
                    <a:tab pos="174625" algn="l"/>
                  </a:tabLst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 dirty="0"/>
              </a:p>
            </p:txBody>
          </p:sp>
          <p:cxnSp>
            <p:nvCxnSpPr>
              <p:cNvPr id="27" name="直線コネクタ 26">
                <a:extLst>
                  <a:ext uri="{FF2B5EF4-FFF2-40B4-BE49-F238E27FC236}">
                    <ns2:creationId id="{4A1096D0-8614-31FB-F276-7F5919A2B9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1365746"/>
                <a:ext cx="0" cy="1620000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グループ化 30">
              <a:extLst>
                <a:ext uri="{FF2B5EF4-FFF2-40B4-BE49-F238E27FC236}">
                  <ns2:creationId id="{8C9098E6-E777-CEEF-8A46-2B94A9DFA7CC}"/>
                </a:ext>
              </a:extLst>
            </p:cNvPr>
            <p:cNvGrpSpPr/>
            <p:nvPr/>
          </p:nvGrpSpPr>
          <p:grpSpPr>
            <a:xfrm>
              <a:off x="4808306" y="3046984"/>
              <a:ext cx="7012219" cy="1224000"/>
              <a:chOff x="4808306" y="3059346"/>
              <a:chExt cx="7012219" cy="1224000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A06E0C0C-1FA3-CC87-8461-3EECC30AAA6F}"/>
                  </a:ext>
                </a:extLst>
              </p:cNvPr>
              <p:cNvSpPr txBox="1"/>
              <p:nvPr/>
            </p:nvSpPr>
            <p:spPr>
              <a:xfrm>
                <a:off x="4893013" y="3059346"/>
                <a:ext cx="6927512" cy="1224000"/>
              </a:xfrm>
              <a:prstGeom prst="rect">
                <a:avLst/>
              </a:prstGeom>
              <a:solidFill>
                <a:srgbClr val="47A247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18C39667-56B8-26F3-BD24-B59C04AB3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3059346"/>
                <a:ext cx="0" cy="1224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" name="グループ化 31">
              <a:extLst>
                <a:ext uri="{FF2B5EF4-FFF2-40B4-BE49-F238E27FC236}">
                  <ns2:creationId id="{0425FAF4-DD47-8B15-BA4E-CAF8A72A7B45}"/>
                </a:ext>
              </a:extLst>
            </p:cNvPr>
            <p:cNvGrpSpPr/>
            <p:nvPr/>
          </p:nvGrpSpPr>
          <p:grpSpPr>
            <a:xfrm>
              <a:off x="4814007" y="4332223"/>
              <a:ext cx="7006518" cy="1800000"/>
              <a:chOff x="4814007" y="4332223"/>
              <a:chExt cx="7006518" cy="1800000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A6585A1F-AE7C-9AC0-D017-684679B02AAA}"/>
                  </a:ext>
                </a:extLst>
              </p:cNvPr>
              <p:cNvSpPr txBox="1"/>
              <p:nvPr/>
            </p:nvSpPr>
            <p:spPr>
              <a:xfrm>
                <a:off x="4893013" y="4332223"/>
                <a:ext cx="6927512" cy="1800000"/>
              </a:xfrm>
              <a:prstGeom prst="rect">
                <a:avLst/>
              </a:prstGeom>
              <a:solidFill>
                <a:srgbClr val="82C082">
                  <a:alpha val="10000"/>
                </a:srgbClr>
              </a:solidFill>
            </p:spPr>
            <p:txBody>
              <a:bodyPr wrap="square">
                <a:sp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CSV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E9397498-6BE9-6A87-3C90-BB5AA0F153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14007" y="4332223"/>
                <a:ext cx="0" cy="180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直線矢印コネクタ 44">
              <a:extLst>
                <a:ext uri="{FF2B5EF4-FFF2-40B4-BE49-F238E27FC236}">
                  <ns2:creationId id="{7365A7AB-22DF-C892-D4C6-1A56EDA83D7D}"/>
                </a:ext>
              </a:extLst>
            </p:cNvPr>
            <p:cNvCxnSpPr>
              <a:cxnSpLocks/>
            </p:cNvCxnSpPr>
            <p:nvPr/>
          </p:nvCxnSpPr>
          <p:spPr>
            <a:xfrm>
              <a:off x="4585648" y="3249038"/>
              <a:ext cx="222658" cy="0"/>
            </a:xfrm>
            <a:prstGeom prst="straightConnector1">
              <a:avLst/>
            </a:prstGeom>
            <a:ln w="25400">
              <a:solidFill>
                <a:srgbClr val="47A247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49">
              <a:extLst>
                <a:ext uri="{FF2B5EF4-FFF2-40B4-BE49-F238E27FC236}">
                  <ns2:creationId id="{FD4405BA-5292-0FC9-F78A-938B14857F72}"/>
                </a:ext>
              </a:extLst>
            </p:cNvPr>
            <p:cNvCxnSpPr>
              <a:cxnSpLocks/>
            </p:cNvCxnSpPr>
            <p:nvPr/>
          </p:nvCxnSpPr>
          <p:spPr>
            <a:xfrm>
              <a:off x="849932" y="5091911"/>
              <a:ext cx="3958374" cy="936000"/>
            </a:xfrm>
            <a:prstGeom prst="bentConnector3">
              <a:avLst>
                <a:gd name="adj1" fmla="val 113"/>
              </a:avLst>
            </a:prstGeom>
            <a:ln w="25400">
              <a:solidFill>
                <a:srgbClr val="82C08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F2AD2B20-B42B-E568-0F70-C6155F7EE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62316" y="2119236"/>
              <a:ext cx="945990" cy="0"/>
            </a:xfrm>
            <a:prstGeom prst="straightConnector1">
              <a:avLst/>
            </a:prstGeom>
            <a:ln w="25400">
              <a:solidFill>
                <a:srgbClr val="008000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857198633"/>
      </p:ext>
    </p:extLst>
  </p:cSld>
  <p:clrMapOvr>
    <a:masterClrMapping/>
  </p:clrMapOvr>
</p:sld>
</file>

<file path=ppt/slides/slide2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92248C-A85F-2221-CE00-225168716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4F06CD-3B4E-2662-602E-B17F76BD7E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A2F14643-4CE1-089E-6EFE-78A285FB914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CF9B8E7D-8B8A-4122-EAAE-177794024852}"/>
              </a:ext>
            </a:extLst>
          </p:cNvPr>
          <p:cNvGrpSpPr/>
          <p:nvPr/>
        </p:nvGrpSpPr>
        <p:grpSpPr>
          <a:xfrm>
            <a:off x="371475" y="1160463"/>
            <a:ext cx="11654126" cy="4959147"/>
            <a:chOff x="371475" y="1160463"/>
            <a:chExt cx="11654126" cy="4959147"/>
          </a:xfrm>
        </p:grpSpPr>
        <p:sp>
          <p:nvSpPr>
            <p:cNvPr id="5" name="山形 65">
              <a:extLst>
                <a:ext uri="{FF2B5EF4-FFF2-40B4-BE49-F238E27FC236}">
                  <ns2:creationId id="{C8F1410F-8F6B-B7E2-1A4C-38089E418BD3}"/>
                </a:ext>
              </a:extLst>
            </p:cNvPr>
            <p:cNvSpPr/>
            <p:nvPr/>
          </p:nvSpPr>
          <p:spPr>
            <a:xfrm>
              <a:off x="2657259" y="1160463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6" name="グラフィックス 5" descr="ターゲット 単色塗りつぶし">
              <a:extLst>
                <a:ext uri="{FF2B5EF4-FFF2-40B4-BE49-F238E27FC236}">
                  <ns2:creationId id="{F220AD79-721E-B647-FD1F-43414BEC44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15893" y="1160463"/>
              <a:ext cx="288000" cy="288000"/>
            </a:xfrm>
            <a:prstGeom prst="rect">
              <a:avLst/>
            </a:prstGeom>
          </p:spPr>
        </p:pic>
        <p:sp>
          <p:nvSpPr>
            <p:cNvPr id="8" name="山形 66">
              <a:extLst>
                <a:ext uri="{FF2B5EF4-FFF2-40B4-BE49-F238E27FC236}">
                  <ns2:creationId id="{D671C3A9-7BAC-87A4-D0F7-FB29F66AB17D}"/>
                </a:ext>
              </a:extLst>
            </p:cNvPr>
            <p:cNvSpPr/>
            <p:nvPr/>
          </p:nvSpPr>
          <p:spPr>
            <a:xfrm>
              <a:off x="4943043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9" name="グラフィックス 8" descr="フローチャート 単色塗りつぶし">
              <a:extLst>
                <a:ext uri="{FF2B5EF4-FFF2-40B4-BE49-F238E27FC236}">
                  <ns2:creationId id="{BFCAC144-24DC-5C9E-FAD6-CDB27790C8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420516" y="1160463"/>
              <a:ext cx="288000" cy="288000"/>
            </a:xfrm>
            <a:prstGeom prst="rect">
              <a:avLst/>
            </a:prstGeom>
          </p:spPr>
        </p:pic>
        <p:sp>
          <p:nvSpPr>
            <p:cNvPr id="11" name="ホームベース 64">
              <a:extLst>
                <a:ext uri="{FF2B5EF4-FFF2-40B4-BE49-F238E27FC236}">
                  <ns2:creationId id="{2156242C-60E9-9FAE-072C-022A60199BFC}"/>
                </a:ext>
              </a:extLst>
            </p:cNvPr>
            <p:cNvSpPr/>
            <p:nvPr/>
          </p:nvSpPr>
          <p:spPr>
            <a:xfrm>
              <a:off x="371475" y="1160463"/>
              <a:ext cx="2304000" cy="288000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5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山形 66">
              <a:extLst>
                <a:ext uri="{FF2B5EF4-FFF2-40B4-BE49-F238E27FC236}">
                  <ns2:creationId id="{3396901E-3D2B-BCAC-699C-52EEFC4A19FD}"/>
                </a:ext>
              </a:extLst>
            </p:cNvPr>
            <p:cNvSpPr/>
            <p:nvPr/>
          </p:nvSpPr>
          <p:spPr>
            <a:xfrm>
              <a:off x="7228827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" name="山形 66">
              <a:extLst>
                <a:ext uri="{FF2B5EF4-FFF2-40B4-BE49-F238E27FC236}">
                  <ns2:creationId id="{EDDC302D-6DED-33E5-1AAF-A24460FAB0E2}"/>
                </a:ext>
              </a:extLst>
            </p:cNvPr>
            <p:cNvSpPr/>
            <p:nvPr/>
          </p:nvSpPr>
          <p:spPr>
            <a:xfrm>
              <a:off x="9514610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6" name="直線矢印コネクタ 15">
              <a:extLst>
                <a:ext uri="{FF2B5EF4-FFF2-40B4-BE49-F238E27FC236}">
                  <ns2:creationId id="{F8BBDB52-29E6-4F26-4A2E-D3013FF8F8A0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643973"/>
              <a:ext cx="11449050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background">
              <a:extLst>
                <a:ext uri="{FF2B5EF4-FFF2-40B4-BE49-F238E27FC236}">
                  <ns2:creationId id="{10DA0F2F-944A-102E-86A5-3D0D75789C0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71475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background">
              <a:extLst>
                <a:ext uri="{FF2B5EF4-FFF2-40B4-BE49-F238E27FC236}">
                  <ns2:creationId id="{66A33738-464C-7EF8-6C64-350E0805E70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2657259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8" name="background">
              <a:extLst>
                <a:ext uri="{FF2B5EF4-FFF2-40B4-BE49-F238E27FC236}">
                  <ns2:creationId id="{28C05464-5409-6533-1BA6-3E2CF73829A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943043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background">
              <a:extLst>
                <a:ext uri="{FF2B5EF4-FFF2-40B4-BE49-F238E27FC236}">
                  <ns2:creationId id="{4E34A03E-18F5-231A-8372-F32A91EBD2D1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7228827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background">
              <a:extLst>
                <a:ext uri="{FF2B5EF4-FFF2-40B4-BE49-F238E27FC236}">
                  <ns2:creationId id="{9B71BF8C-4DD9-9559-0DA9-979BC63C6982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9514610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A5848144-EF17-8A34-29F2-200EE928D99A}"/>
                </a:ext>
              </a:extLst>
            </p:cNvPr>
            <p:cNvCxnSpPr>
              <a:cxnSpLocks/>
            </p:cNvCxnSpPr>
            <p:nvPr/>
          </p:nvCxnSpPr>
          <p:spPr>
            <a:xfrm>
              <a:off x="552450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6002A89D-E5F8-F2A5-9F5F-821568570632}"/>
                </a:ext>
              </a:extLst>
            </p:cNvPr>
            <p:cNvCxnSpPr>
              <a:cxnSpLocks/>
            </p:cNvCxnSpPr>
            <p:nvPr/>
          </p:nvCxnSpPr>
          <p:spPr>
            <a:xfrm>
              <a:off x="2838234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8457DBA-1C29-E080-2D3D-4CE0576AEC3D}"/>
                </a:ext>
              </a:extLst>
            </p:cNvPr>
            <p:cNvCxnSpPr>
              <a:cxnSpLocks/>
            </p:cNvCxnSpPr>
            <p:nvPr/>
          </p:nvCxnSpPr>
          <p:spPr>
            <a:xfrm>
              <a:off x="5124018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E23D34E9-8659-E09B-2A51-70336EFACFCC}"/>
                </a:ext>
              </a:extLst>
            </p:cNvPr>
            <p:cNvCxnSpPr>
              <a:cxnSpLocks/>
            </p:cNvCxnSpPr>
            <p:nvPr/>
          </p:nvCxnSpPr>
          <p:spPr>
            <a:xfrm>
              <a:off x="7409802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03E118EC-6401-1A35-B713-C4D8BE6A8C1A}"/>
                </a:ext>
              </a:extLst>
            </p:cNvPr>
            <p:cNvCxnSpPr>
              <a:cxnSpLocks/>
            </p:cNvCxnSpPr>
            <p:nvPr/>
          </p:nvCxnSpPr>
          <p:spPr>
            <a:xfrm>
              <a:off x="9695585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テキスト ボックス 54">
              <a:extLst>
                <a:ext uri="{FF2B5EF4-FFF2-40B4-BE49-F238E27FC236}">
                  <ns2:creationId id="{D49D4A65-2479-7A48-F3A5-A2BF01475F3E}"/>
                </a:ext>
              </a:extLst>
            </p:cNvPr>
            <p:cNvSpPr txBox="1"/>
            <p:nvPr/>
          </p:nvSpPr>
          <p:spPr>
            <a:xfrm>
              <a:off x="733425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4428AC1C-3C65-E097-1D9E-0238D82A76F4}"/>
                </a:ext>
              </a:extLst>
            </p:cNvPr>
            <p:cNvSpPr txBox="1"/>
            <p:nvPr/>
          </p:nvSpPr>
          <p:spPr>
            <a:xfrm>
              <a:off x="1021425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cxnSp>
          <p:nvCxnSpPr>
            <p:cNvPr id="62" name="直線矢印コネクタ 61">
              <a:extLst>
                <a:ext uri="{FF2B5EF4-FFF2-40B4-BE49-F238E27FC236}">
                  <ns2:creationId id="{E52BF6F2-9ED9-D6D0-6A2B-15382827B706}"/>
                </a:ext>
              </a:extLst>
            </p:cNvPr>
            <p:cNvCxnSpPr>
              <a:endCxn id="55" idx="1"/>
            </p:cNvCxnSpPr>
            <p:nvPr/>
          </p:nvCxnSpPr>
          <p:spPr>
            <a:xfrm>
              <a:off x="552450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2CCA02C-211F-69F5-397E-43473D1AE96C}"/>
                </a:ext>
              </a:extLst>
            </p:cNvPr>
            <p:cNvSpPr txBox="1"/>
            <p:nvPr/>
          </p:nvSpPr>
          <p:spPr>
            <a:xfrm>
              <a:off x="733425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5" name="テキスト ボックス 64">
              <a:extLst>
                <a:ext uri="{FF2B5EF4-FFF2-40B4-BE49-F238E27FC236}">
                  <ns2:creationId id="{86A31382-0B30-0062-579E-8CD36711EBC3}"/>
                </a:ext>
              </a:extLst>
            </p:cNvPr>
            <p:cNvSpPr txBox="1"/>
            <p:nvPr/>
          </p:nvSpPr>
          <p:spPr>
            <a:xfrm>
              <a:off x="733425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B431EEFC-6167-C9DE-4017-912C5D668AC1}"/>
                </a:ext>
              </a:extLst>
            </p:cNvPr>
            <p:cNvSpPr txBox="1"/>
            <p:nvPr/>
          </p:nvSpPr>
          <p:spPr>
            <a:xfrm>
              <a:off x="1021425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67" name="直線矢印コネクタ 66">
              <a:extLst>
                <a:ext uri="{FF2B5EF4-FFF2-40B4-BE49-F238E27FC236}">
                  <ns2:creationId id="{42D8B534-1C77-1D4E-81A8-DA8ED147A4E7}"/>
                </a:ext>
              </a:extLst>
            </p:cNvPr>
            <p:cNvCxnSpPr>
              <a:endCxn id="65" idx="1"/>
            </p:cNvCxnSpPr>
            <p:nvPr/>
          </p:nvCxnSpPr>
          <p:spPr>
            <a:xfrm>
              <a:off x="552450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テキスト ボックス 67">
              <a:extLst>
                <a:ext uri="{FF2B5EF4-FFF2-40B4-BE49-F238E27FC236}">
                  <ns2:creationId id="{0552F09E-B671-723C-E08F-78D06C67BE27}"/>
                </a:ext>
              </a:extLst>
            </p:cNvPr>
            <p:cNvSpPr txBox="1"/>
            <p:nvPr/>
          </p:nvSpPr>
          <p:spPr>
            <a:xfrm>
              <a:off x="733425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D9F0083-E36E-F257-D8C2-2387217ADA20}"/>
                </a:ext>
              </a:extLst>
            </p:cNvPr>
            <p:cNvSpPr txBox="1"/>
            <p:nvPr/>
          </p:nvSpPr>
          <p:spPr>
            <a:xfrm>
              <a:off x="733425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4A5E04AA-F35E-F800-B1CA-7D9B50CB3EB9}"/>
                </a:ext>
              </a:extLst>
            </p:cNvPr>
            <p:cNvSpPr txBox="1"/>
            <p:nvPr/>
          </p:nvSpPr>
          <p:spPr>
            <a:xfrm>
              <a:off x="1021425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1" name="直線矢印コネクタ 70">
              <a:extLst>
                <a:ext uri="{FF2B5EF4-FFF2-40B4-BE49-F238E27FC236}">
                  <ns2:creationId id="{3A9D0318-E50E-DF4C-BC16-FFFFEEEC6698}"/>
                </a:ext>
              </a:extLst>
            </p:cNvPr>
            <p:cNvCxnSpPr>
              <a:endCxn id="69" idx="1"/>
            </p:cNvCxnSpPr>
            <p:nvPr/>
          </p:nvCxnSpPr>
          <p:spPr>
            <a:xfrm>
              <a:off x="552450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テキスト ボックス 71">
              <a:extLst>
                <a:ext uri="{FF2B5EF4-FFF2-40B4-BE49-F238E27FC236}">
                  <ns2:creationId id="{98434282-E4C3-C006-763A-74CE497A09B2}"/>
                </a:ext>
              </a:extLst>
            </p:cNvPr>
            <p:cNvSpPr txBox="1"/>
            <p:nvPr/>
          </p:nvSpPr>
          <p:spPr>
            <a:xfrm>
              <a:off x="733425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AB3CCE1B-370E-3A8E-2A72-0BB654D5549C}"/>
                </a:ext>
              </a:extLst>
            </p:cNvPr>
            <p:cNvSpPr txBox="1"/>
            <p:nvPr/>
          </p:nvSpPr>
          <p:spPr>
            <a:xfrm>
              <a:off x="301920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03E1FF9C-DF19-04AA-76B3-A4F67FAC5B7C}"/>
                </a:ext>
              </a:extLst>
            </p:cNvPr>
            <p:cNvSpPr txBox="1"/>
            <p:nvPr/>
          </p:nvSpPr>
          <p:spPr>
            <a:xfrm>
              <a:off x="330720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7A166526-27F5-7F50-9534-12BAF99494FE}"/>
                </a:ext>
              </a:extLst>
            </p:cNvPr>
            <p:cNvCxnSpPr>
              <a:endCxn id="77" idx="1"/>
            </p:cNvCxnSpPr>
            <p:nvPr/>
          </p:nvCxnSpPr>
          <p:spPr>
            <a:xfrm>
              <a:off x="283823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テキスト ボックス 79">
              <a:extLst>
                <a:ext uri="{FF2B5EF4-FFF2-40B4-BE49-F238E27FC236}">
                  <ns2:creationId id="{7F6E7CEA-CDD1-C91F-3D09-651D7AF7D22B}"/>
                </a:ext>
              </a:extLst>
            </p:cNvPr>
            <p:cNvSpPr txBox="1"/>
            <p:nvPr/>
          </p:nvSpPr>
          <p:spPr>
            <a:xfrm>
              <a:off x="301920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4F321BA0-E2BE-4EDB-13F3-720B211DD10A}"/>
                </a:ext>
              </a:extLst>
            </p:cNvPr>
            <p:cNvSpPr txBox="1"/>
            <p:nvPr/>
          </p:nvSpPr>
          <p:spPr>
            <a:xfrm>
              <a:off x="301920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72BD7B6A-6EB2-F071-1786-4441D3DD7F05}"/>
                </a:ext>
              </a:extLst>
            </p:cNvPr>
            <p:cNvSpPr txBox="1"/>
            <p:nvPr/>
          </p:nvSpPr>
          <p:spPr>
            <a:xfrm>
              <a:off x="330720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4" name="直線矢印コネクタ 83">
              <a:extLst>
                <a:ext uri="{FF2B5EF4-FFF2-40B4-BE49-F238E27FC236}">
                  <ns2:creationId id="{CDD87D67-A186-CB3B-952C-6DCBF96EBF3F}"/>
                </a:ext>
              </a:extLst>
            </p:cNvPr>
            <p:cNvCxnSpPr>
              <a:endCxn id="82" idx="1"/>
            </p:cNvCxnSpPr>
            <p:nvPr/>
          </p:nvCxnSpPr>
          <p:spPr>
            <a:xfrm>
              <a:off x="283823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テキスト ボックス 84">
              <a:extLst>
                <a:ext uri="{FF2B5EF4-FFF2-40B4-BE49-F238E27FC236}">
                  <ns2:creationId id="{61238DAF-6907-F86D-6174-993F5764AF8D}"/>
                </a:ext>
              </a:extLst>
            </p:cNvPr>
            <p:cNvSpPr txBox="1"/>
            <p:nvPr/>
          </p:nvSpPr>
          <p:spPr>
            <a:xfrm>
              <a:off x="3019207" y="3612773"/>
              <a:ext cx="2104805" cy="1244185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/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PDF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953A5046-0A6C-F83F-3F5F-6F67AA52C118}"/>
                </a:ext>
              </a:extLst>
            </p:cNvPr>
            <p:cNvSpPr txBox="1"/>
            <p:nvPr/>
          </p:nvSpPr>
          <p:spPr>
            <a:xfrm>
              <a:off x="3019207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CD78F3B6-F07E-F5D0-3D60-3D0EB94C6D02}"/>
                </a:ext>
              </a:extLst>
            </p:cNvPr>
            <p:cNvSpPr txBox="1"/>
            <p:nvPr/>
          </p:nvSpPr>
          <p:spPr>
            <a:xfrm>
              <a:off x="3307207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9" name="直線矢印コネクタ 88">
              <a:extLst>
                <a:ext uri="{FF2B5EF4-FFF2-40B4-BE49-F238E27FC236}">
                  <ns2:creationId id="{7514362F-D18E-0798-24DF-C4B59FE3D4A3}"/>
                </a:ext>
              </a:extLst>
            </p:cNvPr>
            <p:cNvCxnSpPr>
              <a:endCxn id="87" idx="1"/>
            </p:cNvCxnSpPr>
            <p:nvPr/>
          </p:nvCxnSpPr>
          <p:spPr>
            <a:xfrm>
              <a:off x="2838232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E3A0F56C-6281-9109-FD09-3C7F71319470}"/>
                </a:ext>
              </a:extLst>
            </p:cNvPr>
            <p:cNvSpPr txBox="1"/>
            <p:nvPr/>
          </p:nvSpPr>
          <p:spPr>
            <a:xfrm>
              <a:off x="3019207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ERP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AEE75BA6-335B-1746-B601-48A3DE4D4145}"/>
                </a:ext>
              </a:extLst>
            </p:cNvPr>
            <p:cNvSpPr txBox="1"/>
            <p:nvPr/>
          </p:nvSpPr>
          <p:spPr>
            <a:xfrm>
              <a:off x="530498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5FEBB2BF-F1EE-8259-71F9-4BFA0436DFAF}"/>
                </a:ext>
              </a:extLst>
            </p:cNvPr>
            <p:cNvSpPr txBox="1"/>
            <p:nvPr/>
          </p:nvSpPr>
          <p:spPr>
            <a:xfrm>
              <a:off x="559298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94" name="直線矢印コネクタ 93">
              <a:extLst>
                <a:ext uri="{FF2B5EF4-FFF2-40B4-BE49-F238E27FC236}">
                  <ns2:creationId id="{B88DDED4-407E-AB4C-9998-9CF141C09279}"/>
                </a:ext>
              </a:extLst>
            </p:cNvPr>
            <p:cNvCxnSpPr>
              <a:endCxn id="92" idx="1"/>
            </p:cNvCxnSpPr>
            <p:nvPr/>
          </p:nvCxnSpPr>
          <p:spPr>
            <a:xfrm>
              <a:off x="512401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テキスト ボックス 94">
              <a:extLst>
                <a:ext uri="{FF2B5EF4-FFF2-40B4-BE49-F238E27FC236}">
                  <ns2:creationId id="{A2A067CF-D77F-A474-C727-FE301AD60592}"/>
                </a:ext>
              </a:extLst>
            </p:cNvPr>
            <p:cNvSpPr txBox="1"/>
            <p:nvPr/>
          </p:nvSpPr>
          <p:spPr>
            <a:xfrm>
              <a:off x="530498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97" name="テキスト ボックス 96">
              <a:extLst>
                <a:ext uri="{FF2B5EF4-FFF2-40B4-BE49-F238E27FC236}">
                  <ns2:creationId id="{83088084-5D71-193E-D026-B0354919905A}"/>
                </a:ext>
              </a:extLst>
            </p:cNvPr>
            <p:cNvSpPr txBox="1"/>
            <p:nvPr/>
          </p:nvSpPr>
          <p:spPr>
            <a:xfrm>
              <a:off x="530498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19868A6D-44C6-AD75-6593-25E1089CD657}"/>
                </a:ext>
              </a:extLst>
            </p:cNvPr>
            <p:cNvSpPr txBox="1"/>
            <p:nvPr/>
          </p:nvSpPr>
          <p:spPr>
            <a:xfrm>
              <a:off x="559298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99" name="直線矢印コネクタ 98">
              <a:extLst>
                <a:ext uri="{FF2B5EF4-FFF2-40B4-BE49-F238E27FC236}">
                  <ns2:creationId id="{24C5A233-2B0B-EC0C-FA23-91C12D6CBC21}"/>
                </a:ext>
              </a:extLst>
            </p:cNvPr>
            <p:cNvCxnSpPr>
              <a:endCxn id="97" idx="1"/>
            </p:cNvCxnSpPr>
            <p:nvPr/>
          </p:nvCxnSpPr>
          <p:spPr>
            <a:xfrm>
              <a:off x="512401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0F199EB4-DDA6-1B2C-A738-D75D9E217E23}"/>
                </a:ext>
              </a:extLst>
            </p:cNvPr>
            <p:cNvSpPr txBox="1"/>
            <p:nvPr/>
          </p:nvSpPr>
          <p:spPr>
            <a:xfrm>
              <a:off x="5304987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en-US" altLang="ja-JP" sz="7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371E2B8B-541D-1370-7AE8-779A047EF72E}"/>
                </a:ext>
              </a:extLst>
            </p:cNvPr>
            <p:cNvSpPr txBox="1"/>
            <p:nvPr/>
          </p:nvSpPr>
          <p:spPr>
            <a:xfrm>
              <a:off x="7590767" y="1884281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90F0006-21DB-B78D-5C84-1334B1430F77}"/>
                </a:ext>
              </a:extLst>
            </p:cNvPr>
            <p:cNvSpPr txBox="1"/>
            <p:nvPr/>
          </p:nvSpPr>
          <p:spPr>
            <a:xfrm>
              <a:off x="7878767" y="1899882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04" name="直線矢印コネクタ 103">
              <a:extLst>
                <a:ext uri="{FF2B5EF4-FFF2-40B4-BE49-F238E27FC236}">
                  <ns2:creationId id="{9E37976D-B511-D460-D7D8-7BAF7E08CD1B}"/>
                </a:ext>
              </a:extLst>
            </p:cNvPr>
            <p:cNvCxnSpPr>
              <a:endCxn id="102" idx="1"/>
            </p:cNvCxnSpPr>
            <p:nvPr/>
          </p:nvCxnSpPr>
          <p:spPr>
            <a:xfrm>
              <a:off x="7409792" y="1988399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テキスト ボックス 104">
              <a:extLst>
                <a:ext uri="{FF2B5EF4-FFF2-40B4-BE49-F238E27FC236}">
                  <ns2:creationId id="{51FBDE85-3FED-2B40-823D-C5FD9A787AF4}"/>
                </a:ext>
              </a:extLst>
            </p:cNvPr>
            <p:cNvSpPr txBox="1"/>
            <p:nvPr/>
          </p:nvSpPr>
          <p:spPr>
            <a:xfrm>
              <a:off x="759076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107" name="テキスト ボックス 106">
              <a:extLst>
                <a:ext uri="{FF2B5EF4-FFF2-40B4-BE49-F238E27FC236}">
                  <ns2:creationId id="{3E8B62E5-0296-38E0-75DB-82770AFF25D9}"/>
                </a:ext>
              </a:extLst>
            </p:cNvPr>
            <p:cNvSpPr txBox="1"/>
            <p:nvPr/>
          </p:nvSpPr>
          <p:spPr>
            <a:xfrm>
              <a:off x="7590767" y="3343936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テキスト ボックス 107">
              <a:extLst>
                <a:ext uri="{FF2B5EF4-FFF2-40B4-BE49-F238E27FC236}">
                  <ns2:creationId id="{D1007DD0-1E5A-3488-BA0B-C1E6FEF0EE95}"/>
                </a:ext>
              </a:extLst>
            </p:cNvPr>
            <p:cNvSpPr txBox="1"/>
            <p:nvPr/>
          </p:nvSpPr>
          <p:spPr>
            <a:xfrm>
              <a:off x="7878767" y="3359537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109" name="直線矢印コネクタ 108">
              <a:extLst>
                <a:ext uri="{FF2B5EF4-FFF2-40B4-BE49-F238E27FC236}">
                  <ns2:creationId id="{CF460BA8-64F3-4CE6-A89C-4D736836A11E}"/>
                </a:ext>
              </a:extLst>
            </p:cNvPr>
            <p:cNvCxnSpPr>
              <a:endCxn id="107" idx="1"/>
            </p:cNvCxnSpPr>
            <p:nvPr/>
          </p:nvCxnSpPr>
          <p:spPr>
            <a:xfrm>
              <a:off x="7409792" y="3448054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テキスト ボックス 109">
              <a:extLst>
                <a:ext uri="{FF2B5EF4-FFF2-40B4-BE49-F238E27FC236}">
                  <ns2:creationId id="{A60E4A11-BCCA-B789-8101-A240CBFAB353}"/>
                </a:ext>
              </a:extLst>
            </p:cNvPr>
            <p:cNvSpPr txBox="1"/>
            <p:nvPr/>
          </p:nvSpPr>
          <p:spPr>
            <a:xfrm>
              <a:off x="7590767" y="3622762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D969E1D9-70C5-17D0-F6FE-3A3A590CA015}"/>
                </a:ext>
              </a:extLst>
            </p:cNvPr>
            <p:cNvSpPr txBox="1"/>
            <p:nvPr/>
          </p:nvSpPr>
          <p:spPr>
            <a:xfrm>
              <a:off x="9876547" y="186868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FFE5810-071C-A851-C4BC-A56601292239}"/>
                </a:ext>
              </a:extLst>
            </p:cNvPr>
            <p:cNvSpPr txBox="1"/>
            <p:nvPr/>
          </p:nvSpPr>
          <p:spPr>
            <a:xfrm>
              <a:off x="10164547" y="188428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4" name="直線矢印コネクタ 113">
              <a:extLst>
                <a:ext uri="{FF2B5EF4-FFF2-40B4-BE49-F238E27FC236}">
                  <ns2:creationId id="{7D84AFB9-ACA4-99D1-C4A0-2001C2E1BD84}"/>
                </a:ext>
              </a:extLst>
            </p:cNvPr>
            <p:cNvCxnSpPr>
              <a:endCxn id="112" idx="1"/>
            </p:cNvCxnSpPr>
            <p:nvPr/>
          </p:nvCxnSpPr>
          <p:spPr>
            <a:xfrm>
              <a:off x="9695572" y="197279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テキスト ボックス 114">
              <a:extLst>
                <a:ext uri="{FF2B5EF4-FFF2-40B4-BE49-F238E27FC236}">
                  <ns2:creationId id="{CF6AC9FE-AD72-7688-8C4E-267573725A81}"/>
                </a:ext>
              </a:extLst>
            </p:cNvPr>
            <p:cNvSpPr txBox="1"/>
            <p:nvPr/>
          </p:nvSpPr>
          <p:spPr>
            <a:xfrm>
              <a:off x="9876548" y="2147506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7781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89C069EA-A23B-B492-C339-8229A62B7460}"/>
                </a:ext>
              </a:extLst>
            </p:cNvPr>
            <p:cNvSpPr txBox="1"/>
            <p:nvPr/>
          </p:nvSpPr>
          <p:spPr>
            <a:xfrm>
              <a:off x="9876547" y="3328335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A1733A24-AD29-F095-9CF6-8C4A773777ED}"/>
                </a:ext>
              </a:extLst>
            </p:cNvPr>
            <p:cNvSpPr txBox="1"/>
            <p:nvPr/>
          </p:nvSpPr>
          <p:spPr>
            <a:xfrm>
              <a:off x="10164547" y="3343936"/>
              <a:ext cx="1655978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9" name="直線矢印コネクタ 118">
              <a:extLst>
                <a:ext uri="{FF2B5EF4-FFF2-40B4-BE49-F238E27FC236}">
                  <ns2:creationId id="{DD6E72BC-A5C5-A04A-F86B-337B234F442B}"/>
                </a:ext>
              </a:extLst>
            </p:cNvPr>
            <p:cNvCxnSpPr>
              <a:endCxn id="117" idx="1"/>
            </p:cNvCxnSpPr>
            <p:nvPr/>
          </p:nvCxnSpPr>
          <p:spPr>
            <a:xfrm>
              <a:off x="9695572" y="3432453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E3D5531F-7B0C-ECE1-E12F-272976C9ACD5}"/>
                </a:ext>
              </a:extLst>
            </p:cNvPr>
            <p:cNvSpPr txBox="1"/>
            <p:nvPr/>
          </p:nvSpPr>
          <p:spPr>
            <a:xfrm>
              <a:off x="9876548" y="3607161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</p:grpSp>
    </p:spTree>
    <p:extLst>
      <p:ext uri="{BB962C8B-B14F-4D97-AF65-F5344CB8AC3E}">
        <ns5:creationId val="3619706335"/>
      </p:ext>
    </p:extLst>
  </p:cSld>
  <p:clrMapOvr>
    <a:masterClrMapping/>
  </p:clrMapOvr>
</p:sld>
</file>

<file path=ppt/slides/slide3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EBCD31-8532-CCB2-8817-6BB395990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511EA-7387-33EC-7E5B-D535DDD695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2C981B36-55E3-893D-6321-6F7A498FAA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234" name="グループ化 233">
            <a:extLst>
              <a:ext uri="{FF2B5EF4-FFF2-40B4-BE49-F238E27FC236}">
                <ns2:creationId id="{A9AD6C06-C42D-9FC3-FB0C-21B56EE9F810}"/>
              </a:ext>
            </a:extLst>
          </p:cNvPr>
          <p:cNvGrpSpPr/>
          <p:nvPr/>
        </p:nvGrpSpPr>
        <p:grpSpPr>
          <a:xfrm>
            <a:off x="399370" y="979389"/>
            <a:ext cx="11421155" cy="360000"/>
            <a:chOff x="371475" y="1163133"/>
            <a:chExt cx="11421155" cy="360000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61C10838-248F-C3DF-7DBC-DEC036FD2A22}"/>
                </a:ext>
              </a:extLst>
            </p:cNvPr>
            <p:cNvSpPr txBox="1">
              <a:spLocks/>
            </p:cNvSpPr>
            <p:nvPr/>
          </p:nvSpPr>
          <p:spPr>
            <a:xfrm>
              <a:off x="371475" y="1163133"/>
              <a:ext cx="11421155" cy="36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vert="horz" lIns="1440000" tIns="36000" rIns="72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800" dirty="0">
                <a:solidFill>
                  <a:srgbClr val="10831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" name="テキスト プレースホルダー 2">
              <a:extLst>
                <a:ext uri="{FF2B5EF4-FFF2-40B4-BE49-F238E27FC236}">
                  <ns2:creationId id="{05CEA55C-BA1A-F218-4503-883F01ADC2F0}"/>
                </a:ext>
              </a:extLst>
            </p:cNvPr>
            <p:cNvSpPr txBox="1">
              <a:spLocks/>
            </p:cNvSpPr>
            <p:nvPr/>
          </p:nvSpPr>
          <p:spPr>
            <a:xfrm>
              <a:off x="418084" y="1199133"/>
              <a:ext cx="1260000" cy="28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lIns="36000" tIns="36000" rIns="36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216" name="Rectangle: Rounded Corners 66">
            <a:extLst>
              <a:ext uri="{FF2B5EF4-FFF2-40B4-BE49-F238E27FC236}">
                <ns2:creationId id="{0F7F6BB1-EF59-0238-D731-86665FDF1EF4}"/>
              </a:ext>
            </a:extLst>
          </p:cNvPr>
          <p:cNvSpPr/>
          <p:nvPr/>
        </p:nvSpPr>
        <p:spPr>
          <a:xfrm>
            <a:off x="11010523" y="1360122"/>
            <a:ext cx="1149488" cy="242011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0" lang="ja-JP" altLang="en-US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1000" kern="0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24" name="グループ化 223">
            <a:extLst>
              <a:ext uri="{FF2B5EF4-FFF2-40B4-BE49-F238E27FC236}">
                <ns2:creationId id="{0D123D4D-1CC3-9C6D-9982-39713390DC7B}"/>
              </a:ext>
            </a:extLst>
          </p:cNvPr>
          <p:cNvGrpSpPr/>
          <p:nvPr/>
        </p:nvGrpSpPr>
        <p:grpSpPr>
          <a:xfrm>
            <a:off x="371475" y="1435722"/>
            <a:ext cx="11493440" cy="4693616"/>
            <a:chOff x="371475" y="1435722"/>
            <a:chExt cx="11493440" cy="4693616"/>
          </a:xfrm>
        </p:grpSpPr>
        <p:grpSp>
          <p:nvGrpSpPr>
            <p:cNvPr id="187" name="グループ化 186">
              <a:extLst>
                <a:ext uri="{FF2B5EF4-FFF2-40B4-BE49-F238E27FC236}">
                  <ns2:creationId id="{292F816C-5161-1CF4-85B0-7C28256E3F27}"/>
                </a:ext>
              </a:extLst>
            </p:cNvPr>
            <p:cNvGrpSpPr/>
            <p:nvPr/>
          </p:nvGrpSpPr>
          <p:grpSpPr>
            <a:xfrm>
              <a:off x="7135903" y="3749823"/>
              <a:ext cx="4390708" cy="627463"/>
              <a:chOff x="6816725" y="2934730"/>
              <a:chExt cx="4390708" cy="627463"/>
            </a:xfrm>
          </p:grpSpPr>
          <p:sp>
            <p:nvSpPr>
              <p:cNvPr id="188" name="Rectangle: Rounded Corners 66">
                <a:extLst>
                  <a:ext uri="{FF2B5EF4-FFF2-40B4-BE49-F238E27FC236}">
                    <ns2:creationId id="{78325FFB-DA4B-EB2D-B1D0-4E2D2D4AD92D}"/>
                  </a:ext>
                </a:extLst>
              </p:cNvPr>
              <p:cNvSpPr/>
              <p:nvPr/>
            </p:nvSpPr>
            <p:spPr>
              <a:xfrm flipV="1">
                <a:off x="6816725" y="3102856"/>
                <a:ext cx="4390708" cy="45933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9" name="Rectangle: Rounded Corners 66">
                <a:extLst>
                  <a:ext uri="{FF2B5EF4-FFF2-40B4-BE49-F238E27FC236}">
                    <ns2:creationId id="{0245381B-3807-5861-E5E0-4E6CB8934BA8}"/>
                  </a:ext>
                </a:extLst>
              </p:cNvPr>
              <p:cNvSpPr/>
              <p:nvPr/>
            </p:nvSpPr>
            <p:spPr>
              <a:xfrm>
                <a:off x="6816725" y="2934730"/>
                <a:ext cx="4390708" cy="172009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79EC5C91-703D-5605-F9D6-2FEB66030A47}"/>
                </a:ext>
              </a:extLst>
            </p:cNvPr>
            <p:cNvGrpSpPr/>
            <p:nvPr/>
          </p:nvGrpSpPr>
          <p:grpSpPr>
            <a:xfrm>
              <a:off x="7135903" y="2918390"/>
              <a:ext cx="4390708" cy="652430"/>
              <a:chOff x="6816725" y="2909764"/>
              <a:chExt cx="4390708" cy="652430"/>
            </a:xfrm>
          </p:grpSpPr>
          <p:sp>
            <p:nvSpPr>
              <p:cNvPr id="184" name="Rectangle: Rounded Corners 66">
                <a:extLst>
                  <a:ext uri="{FF2B5EF4-FFF2-40B4-BE49-F238E27FC236}">
                    <ns2:creationId id="{18E030FE-A661-BB08-16A9-83BAD89AD64F}"/>
                  </a:ext>
                </a:extLst>
              </p:cNvPr>
              <p:cNvSpPr/>
              <p:nvPr/>
            </p:nvSpPr>
            <p:spPr>
              <a:xfrm flipV="1">
                <a:off x="6816725" y="3102874"/>
                <a:ext cx="4390708" cy="45932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5" name="Rectangle: Rounded Corners 66">
                <a:extLst>
                  <a:ext uri="{FF2B5EF4-FFF2-40B4-BE49-F238E27FC236}">
                    <ns2:creationId id="{6737C93C-2DF7-5981-511C-EF872AE6E150}"/>
                  </a:ext>
                </a:extLst>
              </p:cNvPr>
              <p:cNvSpPr/>
              <p:nvPr/>
            </p:nvSpPr>
            <p:spPr>
              <a:xfrm>
                <a:off x="6816725" y="2909764"/>
                <a:ext cx="4390708" cy="196975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0" name="正方形/長方形 9">
              <a:extLst>
                <a:ext uri="{FF2B5EF4-FFF2-40B4-BE49-F238E27FC236}">
                  <ns2:creationId id="{5C7C14A6-E30A-D7D3-18F3-47CF48414370}"/>
                </a:ext>
              </a:extLst>
            </p:cNvPr>
            <p:cNvSpPr/>
            <p:nvPr/>
          </p:nvSpPr>
          <p:spPr>
            <a:xfrm>
              <a:off x="371475" y="1996719"/>
              <a:ext cx="412296" cy="413261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Rectangle 5">
              <a:extLst>
                <a:ext uri="{FF2B5EF4-FFF2-40B4-BE49-F238E27FC236}">
                  <ns2:creationId id="{95CF981D-6423-0EE0-D515-9A128612582B}"/>
                </a:ext>
              </a:extLst>
            </p:cNvPr>
            <p:cNvSpPr/>
            <p:nvPr/>
          </p:nvSpPr>
          <p:spPr>
            <a:xfrm>
              <a:off x="1724976" y="1701892"/>
              <a:ext cx="5040000" cy="28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Rectangle 5">
              <a:extLst>
                <a:ext uri="{FF2B5EF4-FFF2-40B4-BE49-F238E27FC236}">
                  <ns2:creationId id="{CB45A345-2871-3F79-C157-E5583B22C431}"/>
                </a:ext>
              </a:extLst>
            </p:cNvPr>
            <p:cNvSpPr/>
            <p:nvPr/>
          </p:nvSpPr>
          <p:spPr>
            <a:xfrm>
              <a:off x="6782221" y="1701892"/>
              <a:ext cx="5040000" cy="28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10412FD4-5452-8842-1DCB-888CF6A4E69E}"/>
                </a:ext>
              </a:extLst>
            </p:cNvPr>
            <p:cNvSpPr/>
            <p:nvPr/>
          </p:nvSpPr>
          <p:spPr>
            <a:xfrm>
              <a:off x="871522" y="1989139"/>
              <a:ext cx="766360" cy="109161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D65A1809-4ABE-FA77-108B-CC3BF7E97B42}"/>
                </a:ext>
              </a:extLst>
            </p:cNvPr>
            <p:cNvSpPr/>
            <p:nvPr/>
          </p:nvSpPr>
          <p:spPr>
            <a:xfrm>
              <a:off x="871522" y="3167004"/>
              <a:ext cx="766360" cy="186807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A38F68CE-D61E-95C2-BD3D-56E846AD8E1C}"/>
                </a:ext>
              </a:extLst>
            </p:cNvPr>
            <p:cNvSpPr/>
            <p:nvPr/>
          </p:nvSpPr>
          <p:spPr>
            <a:xfrm>
              <a:off x="871522" y="5121338"/>
              <a:ext cx="766360" cy="1008000"/>
            </a:xfrm>
            <a:prstGeom prst="rect">
              <a:avLst/>
            </a:prstGeom>
            <a:solidFill>
              <a:srgbClr val="168A16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6" name="Straight Connector 171">
              <a:extLst>
                <a:ext uri="{FF2B5EF4-FFF2-40B4-BE49-F238E27FC236}">
                  <ns2:creationId id="{A8017C6A-3273-5194-BB05-465984B2CEA6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5068850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sp>
          <p:nvSpPr>
            <p:cNvPr id="28" name="Rectangle: Rounded Corners 66">
              <a:extLst>
                <a:ext uri="{FF2B5EF4-FFF2-40B4-BE49-F238E27FC236}">
                  <ns2:creationId id="{6CABA18A-F1F8-9599-47EA-E80D039984D0}"/>
                </a:ext>
              </a:extLst>
            </p:cNvPr>
            <p:cNvSpPr/>
            <p:nvPr/>
          </p:nvSpPr>
          <p:spPr>
            <a:xfrm>
              <a:off x="1724976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【</a:t>
              </a:r>
              <a:r>
                <a: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】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fr-FR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Rectangle: Rounded Corners 66">
              <a:extLst>
                <a:ext uri="{FF2B5EF4-FFF2-40B4-BE49-F238E27FC236}">
                  <ns2:creationId id="{70B1E1AD-AED4-11C8-C1D6-6647CE315CCB}"/>
                </a:ext>
              </a:extLst>
            </p:cNvPr>
            <p:cNvSpPr/>
            <p:nvPr/>
          </p:nvSpPr>
          <p:spPr>
            <a:xfrm>
              <a:off x="3078058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Rectangle: Rounded Corners 66">
              <a:extLst>
                <a:ext uri="{FF2B5EF4-FFF2-40B4-BE49-F238E27FC236}">
                  <ns2:creationId id="{6F8963A9-9DCB-1CAA-8EF9-28E6FCD0C08F}"/>
                </a:ext>
              </a:extLst>
            </p:cNvPr>
            <p:cNvSpPr/>
            <p:nvPr/>
          </p:nvSpPr>
          <p:spPr>
            <a:xfrm>
              <a:off x="3078058" y="3806153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" name="Rectangle: Rounded Corners 66">
              <a:extLst>
                <a:ext uri="{FF2B5EF4-FFF2-40B4-BE49-F238E27FC236}">
                  <ns2:creationId id="{5E8F6E5A-292C-A792-E2CC-BC054A5CD854}"/>
                </a:ext>
              </a:extLst>
            </p:cNvPr>
            <p:cNvSpPr/>
            <p:nvPr/>
          </p:nvSpPr>
          <p:spPr>
            <a:xfrm>
              <a:off x="3078058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7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6E9EF128-830A-1269-4359-687C70358E64}"/>
                </a:ext>
              </a:extLst>
            </p:cNvPr>
            <p:cNvGrpSpPr/>
            <p:nvPr/>
          </p:nvGrpSpPr>
          <p:grpSpPr>
            <a:xfrm>
              <a:off x="1724976" y="4215912"/>
              <a:ext cx="1008000" cy="828000"/>
              <a:chOff x="1799660" y="4130266"/>
              <a:chExt cx="1008000" cy="828000"/>
            </a:xfrm>
          </p:grpSpPr>
          <p:sp>
            <p:nvSpPr>
              <p:cNvPr id="47" name="Rectangle: Rounded Corners 66">
                <a:extLst>
                  <a:ext uri="{FF2B5EF4-FFF2-40B4-BE49-F238E27FC236}">
                    <ns2:creationId id="{DDB3831F-54A9-2899-EA51-F04DB739B64F}"/>
                  </a:ext>
                </a:extLst>
              </p:cNvPr>
              <p:cNvSpPr/>
              <p:nvPr/>
            </p:nvSpPr>
            <p:spPr>
              <a:xfrm>
                <a:off x="1799660" y="4130266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40" name="グラフィックス 39" descr="データベース 単色塗りつぶし">
                <a:extLst>
                  <a:ext uri="{FF2B5EF4-FFF2-40B4-BE49-F238E27FC236}">
                    <ns2:creationId id="{2F1B49D8-C1E9-EE82-F5FD-F7785F8AA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3660" y="4130266"/>
                <a:ext cx="540000" cy="540000"/>
              </a:xfrm>
              <a:prstGeom prst="rect">
                <a:avLst/>
              </a:prstGeom>
            </p:spPr>
          </p:pic>
        </p:grpSp>
        <p:sp>
          <p:nvSpPr>
            <p:cNvPr id="48" name="円柱 47">
              <a:extLst>
                <a:ext uri="{FF2B5EF4-FFF2-40B4-BE49-F238E27FC236}">
                  <ns2:creationId id="{DA1F5F09-6B93-118B-9A64-5D87B8B81355}"/>
                </a:ext>
              </a:extLst>
            </p:cNvPr>
            <p:cNvSpPr/>
            <p:nvPr/>
          </p:nvSpPr>
          <p:spPr>
            <a:xfrm>
              <a:off x="3078058" y="3157849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Rectangle: Rounded Corners 66">
              <a:extLst>
                <a:ext uri="{FF2B5EF4-FFF2-40B4-BE49-F238E27FC236}">
                  <ns2:creationId id="{BC7C3BBE-1D2E-D2C3-BF2A-436C4633A0A4}"/>
                </a:ext>
              </a:extLst>
            </p:cNvPr>
            <p:cNvSpPr/>
            <p:nvPr/>
          </p:nvSpPr>
          <p:spPr>
            <a:xfrm>
              <a:off x="4501944" y="3159000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柱 50">
              <a:extLst>
                <a:ext uri="{FF2B5EF4-FFF2-40B4-BE49-F238E27FC236}">
                  <ns2:creationId id="{9F90942A-D172-4632-EC6E-2D266AADAA4D}"/>
                </a:ext>
              </a:extLst>
            </p:cNvPr>
            <p:cNvSpPr/>
            <p:nvPr/>
          </p:nvSpPr>
          <p:spPr>
            <a:xfrm>
              <a:off x="4501944" y="2239182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2" name="Rectangle: Rounded Corners 66">
              <a:extLst>
                <a:ext uri="{FF2B5EF4-FFF2-40B4-BE49-F238E27FC236}">
                  <ns2:creationId id="{2DDE308C-51E4-AB85-DA10-6420D9274CF4}"/>
                </a:ext>
              </a:extLst>
            </p:cNvPr>
            <p:cNvSpPr/>
            <p:nvPr/>
          </p:nvSpPr>
          <p:spPr>
            <a:xfrm>
              <a:off x="4501944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8" name="Rectangle: Rounded Corners 66">
              <a:extLst>
                <a:ext uri="{FF2B5EF4-FFF2-40B4-BE49-F238E27FC236}">
                  <ns2:creationId id="{2A943C35-8CBC-25A6-6081-E26DE46C5516}"/>
                </a:ext>
              </a:extLst>
            </p:cNvPr>
            <p:cNvSpPr/>
            <p:nvPr/>
          </p:nvSpPr>
          <p:spPr>
            <a:xfrm>
              <a:off x="3006058" y="5355338"/>
              <a:ext cx="1152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0" name="Rectangle: Rounded Corners 66">
              <a:extLst>
                <a:ext uri="{FF2B5EF4-FFF2-40B4-BE49-F238E27FC236}">
                  <ns2:creationId id="{D08F1EAF-8D1D-98AA-7DE0-AEA1471DA4DE}"/>
                </a:ext>
              </a:extLst>
            </p:cNvPr>
            <p:cNvSpPr/>
            <p:nvPr/>
          </p:nvSpPr>
          <p:spPr>
            <a:xfrm>
              <a:off x="4501944" y="5355338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1" name="ひし形 60">
              <a:extLst>
                <a:ext uri="{FF2B5EF4-FFF2-40B4-BE49-F238E27FC236}">
                  <ns2:creationId id="{8FBC8A7D-840B-516D-63FF-A19448F76FE3}"/>
                </a:ext>
              </a:extLst>
            </p:cNvPr>
            <p:cNvSpPr/>
            <p:nvPr/>
          </p:nvSpPr>
          <p:spPr>
            <a:xfrm>
              <a:off x="4891880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4D0128E7-CB36-72F1-09FE-1DC0CED4AE21}"/>
                </a:ext>
              </a:extLst>
            </p:cNvPr>
            <p:cNvSpPr/>
            <p:nvPr/>
          </p:nvSpPr>
          <p:spPr>
            <a:xfrm>
              <a:off x="5808725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" name="Straight Connector 171">
              <a:extLst>
                <a:ext uri="{FF2B5EF4-FFF2-40B4-BE49-F238E27FC236}">
                  <ns2:creationId id="{8F369FD4-5717-302A-D268-1C3F38860B6E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3119377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cxnSp>
          <p:nvCxnSpPr>
            <p:cNvPr id="69" name="直線矢印コネクタ 68">
              <a:extLst>
                <a:ext uri="{FF2B5EF4-FFF2-40B4-BE49-F238E27FC236}">
                  <ns2:creationId id="{E47949BE-BDF5-A974-478D-97FCAF8F5E7C}"/>
                </a:ext>
              </a:extLst>
            </p:cNvPr>
            <p:cNvCxnSpPr>
              <a:stCxn id="28" idx="3"/>
              <a:endCxn id="29" idx="1"/>
            </p:cNvCxnSpPr>
            <p:nvPr/>
          </p:nvCxnSpPr>
          <p:spPr>
            <a:xfrm>
              <a:off x="2732976" y="2516272"/>
              <a:ext cx="345082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矢印コネクタ 70">
              <a:extLst>
                <a:ext uri="{FF2B5EF4-FFF2-40B4-BE49-F238E27FC236}">
                  <ns2:creationId id="{4F077EDB-F922-0BC3-2F9B-D6DEE8F15897}"/>
                </a:ext>
              </a:extLst>
            </p:cNvPr>
            <p:cNvCxnSpPr>
              <a:stCxn id="29" idx="3"/>
            </p:cNvCxnSpPr>
            <p:nvPr/>
          </p:nvCxnSpPr>
          <p:spPr>
            <a:xfrm>
              <a:off x="4086058" y="2516272"/>
              <a:ext cx="43200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矢印コネクタ 72">
              <a:extLst>
                <a:ext uri="{FF2B5EF4-FFF2-40B4-BE49-F238E27FC236}">
                  <ns2:creationId id="{E7405591-A8B1-9674-5ED7-0DA0CC6C822C}"/>
                </a:ext>
              </a:extLst>
            </p:cNvPr>
            <p:cNvCxnSpPr>
              <a:stCxn id="51" idx="3"/>
              <a:endCxn id="50" idx="0"/>
            </p:cNvCxnSpPr>
            <p:nvPr/>
          </p:nvCxnSpPr>
          <p:spPr>
            <a:xfrm>
              <a:off x="5005944" y="2728577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8F19A758-A28B-82DE-741B-7224CF69872F}"/>
                </a:ext>
              </a:extLst>
            </p:cNvPr>
            <p:cNvCxnSpPr/>
            <p:nvPr/>
          </p:nvCxnSpPr>
          <p:spPr>
            <a:xfrm>
              <a:off x="3590432" y="2786272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: Rounded Corners 66">
              <a:extLst>
                <a:ext uri="{FF2B5EF4-FFF2-40B4-BE49-F238E27FC236}">
                  <ns2:creationId id="{8E10FCB3-52F6-5CF6-1671-F590542AB6F0}"/>
                </a:ext>
              </a:extLst>
            </p:cNvPr>
            <p:cNvSpPr/>
            <p:nvPr/>
          </p:nvSpPr>
          <p:spPr>
            <a:xfrm>
              <a:off x="3507451" y="285184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7" name="コネクタ: カギ線 76">
              <a:extLst>
                <a:ext uri="{FF2B5EF4-FFF2-40B4-BE49-F238E27FC236}">
                  <ns2:creationId id="{0DF334E7-CE33-AA67-AC35-C0B1820D06E0}"/>
                </a:ext>
              </a:extLst>
            </p:cNvPr>
            <p:cNvCxnSpPr>
              <a:stCxn id="47" idx="0"/>
              <a:endCxn id="48" idx="2"/>
            </p:cNvCxnSpPr>
            <p:nvPr/>
          </p:nvCxnSpPr>
          <p:spPr>
            <a:xfrm rot="5400000" flipH="1" flipV="1">
              <a:off x="2246835" y="3384689"/>
              <a:ext cx="813365" cy="849082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Rectangle: Rounded Corners 66">
              <a:extLst>
                <a:ext uri="{FF2B5EF4-FFF2-40B4-BE49-F238E27FC236}">
                  <ns2:creationId id="{E41B193E-2AD6-3EB5-5D07-34C9F194B5F2}"/>
                </a:ext>
              </a:extLst>
            </p:cNvPr>
            <p:cNvSpPr/>
            <p:nvPr/>
          </p:nvSpPr>
          <p:spPr>
            <a:xfrm>
              <a:off x="2394849" y="315982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D5753C6A-4266-0DF6-1864-8EA9CD197369}"/>
                </a:ext>
              </a:extLst>
            </p:cNvPr>
            <p:cNvCxnSpPr/>
            <p:nvPr/>
          </p:nvCxnSpPr>
          <p:spPr>
            <a:xfrm>
              <a:off x="3581553" y="3632605"/>
              <a:ext cx="0" cy="180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C9DE5859-A4A1-1F81-18B0-DFAF38BD0FC1}"/>
                </a:ext>
              </a:extLst>
            </p:cNvPr>
            <p:cNvCxnSpPr>
              <a:stCxn id="38" idx="3"/>
              <a:endCxn id="50" idx="1"/>
            </p:cNvCxnSpPr>
            <p:nvPr/>
          </p:nvCxnSpPr>
          <p:spPr>
            <a:xfrm flipV="1">
              <a:off x="4086058" y="3429000"/>
              <a:ext cx="415886" cy="647153"/>
            </a:xfrm>
            <a:prstGeom prst="bentConnector3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矢印コネクタ 81">
              <a:extLst>
                <a:ext uri="{FF2B5EF4-FFF2-40B4-BE49-F238E27FC236}">
                  <ns2:creationId id="{6D3D4D7A-BC9B-E982-0840-F6041F9AD646}"/>
                </a:ext>
              </a:extLst>
            </p:cNvPr>
            <p:cNvCxnSpPr>
              <a:cxnSpLocks/>
            </p:cNvCxnSpPr>
            <p:nvPr/>
          </p:nvCxnSpPr>
          <p:spPr>
            <a:xfrm>
              <a:off x="2732976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: Rounded Corners 66">
              <a:extLst>
                <a:ext uri="{FF2B5EF4-FFF2-40B4-BE49-F238E27FC236}">
                  <ns2:creationId id="{D3C4AB5F-8878-E175-1268-47C333CC9B77}"/>
                </a:ext>
              </a:extLst>
            </p:cNvPr>
            <p:cNvSpPr/>
            <p:nvPr/>
          </p:nvSpPr>
          <p:spPr>
            <a:xfrm>
              <a:off x="2641472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5" name="直線矢印コネクタ 84">
              <a:extLst>
                <a:ext uri="{FF2B5EF4-FFF2-40B4-BE49-F238E27FC236}">
                  <ns2:creationId id="{D9B46A6D-AE83-69DA-F736-985B086C699C}"/>
                </a:ext>
              </a:extLst>
            </p:cNvPr>
            <p:cNvCxnSpPr>
              <a:cxnSpLocks/>
            </p:cNvCxnSpPr>
            <p:nvPr/>
          </p:nvCxnSpPr>
          <p:spPr>
            <a:xfrm>
              <a:off x="4121460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Rectangle: Rounded Corners 66">
              <a:extLst>
                <a:ext uri="{FF2B5EF4-FFF2-40B4-BE49-F238E27FC236}">
                  <ns2:creationId id="{F94DBB34-D0B9-F726-0C2A-D79C8DA2ABDE}"/>
                </a:ext>
              </a:extLst>
            </p:cNvPr>
            <p:cNvSpPr/>
            <p:nvPr/>
          </p:nvSpPr>
          <p:spPr>
            <a:xfrm>
              <a:off x="4041608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8" name="コネクタ: カギ線 87">
              <a:extLst>
                <a:ext uri="{FF2B5EF4-FFF2-40B4-BE49-F238E27FC236}">
                  <ns2:creationId id="{355E07BA-73AB-B6EC-C37D-22136FF0FAFC}"/>
                </a:ext>
              </a:extLst>
            </p:cNvPr>
            <p:cNvCxnSpPr>
              <a:cxnSpLocks/>
              <a:endCxn id="61" idx="2"/>
            </p:cNvCxnSpPr>
            <p:nvPr/>
          </p:nvCxnSpPr>
          <p:spPr>
            <a:xfrm flipV="1">
              <a:off x="4041608" y="4116877"/>
              <a:ext cx="994272" cy="160526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矢印コネクタ 91">
              <a:extLst>
                <a:ext uri="{FF2B5EF4-FFF2-40B4-BE49-F238E27FC236}">
                  <ns2:creationId id="{5917A4B0-BD53-8612-4F91-5BE5CEF1C548}"/>
                </a:ext>
              </a:extLst>
            </p:cNvPr>
            <p:cNvCxnSpPr>
              <a:cxnSpLocks/>
            </p:cNvCxnSpPr>
            <p:nvPr/>
          </p:nvCxnSpPr>
          <p:spPr>
            <a:xfrm>
              <a:off x="5179880" y="3964663"/>
              <a:ext cx="62884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矢印コネクタ 92">
              <a:extLst>
                <a:ext uri="{FF2B5EF4-FFF2-40B4-BE49-F238E27FC236}">
                  <ns2:creationId id="{F1EE306B-6A41-E8B8-0C3F-FA18F51D2620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3964663"/>
              <a:ext cx="99491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: Rounded Corners 66">
              <a:extLst>
                <a:ext uri="{FF2B5EF4-FFF2-40B4-BE49-F238E27FC236}">
                  <ns2:creationId id="{99B4E02F-2E69-D30A-A630-EC90F31B2E67}"/>
                </a:ext>
              </a:extLst>
            </p:cNvPr>
            <p:cNvSpPr/>
            <p:nvPr/>
          </p:nvSpPr>
          <p:spPr>
            <a:xfrm>
              <a:off x="4794060" y="3657658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Rectangle: Rounded Corners 66">
              <a:extLst>
                <a:ext uri="{FF2B5EF4-FFF2-40B4-BE49-F238E27FC236}">
                  <ns2:creationId id="{7BA0C6C4-2EED-DFF2-82A4-8A2794680DBB}"/>
                </a:ext>
              </a:extLst>
            </p:cNvPr>
            <p:cNvSpPr/>
            <p:nvPr/>
          </p:nvSpPr>
          <p:spPr>
            <a:xfrm>
              <a:off x="5197132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1" name="Rectangle: Rounded Corners 66">
              <a:extLst>
                <a:ext uri="{FF2B5EF4-FFF2-40B4-BE49-F238E27FC236}">
                  <ns2:creationId id="{8287D65F-3DA7-01C9-AF85-FE36544D2FF3}"/>
                </a:ext>
              </a:extLst>
            </p:cNvPr>
            <p:cNvSpPr/>
            <p:nvPr/>
          </p:nvSpPr>
          <p:spPr>
            <a:xfrm>
              <a:off x="6187061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コネクタ: カギ線 102">
              <a:extLst>
                <a:ext uri="{FF2B5EF4-FFF2-40B4-BE49-F238E27FC236}">
                  <ns2:creationId id="{DDF77485-BD31-A7F2-51E0-047C89B85EBE}"/>
                </a:ext>
              </a:extLst>
            </p:cNvPr>
            <p:cNvCxnSpPr>
              <a:stCxn id="62" idx="2"/>
              <a:endCxn id="39" idx="0"/>
            </p:cNvCxnSpPr>
            <p:nvPr/>
          </p:nvCxnSpPr>
          <p:spPr>
            <a:xfrm rot="5400000">
              <a:off x="4573875" y="3125061"/>
              <a:ext cx="387035" cy="2370667"/>
            </a:xfrm>
            <a:prstGeom prst="bentConnector3">
              <a:avLst>
                <a:gd name="adj1" fmla="val 67831"/>
              </a:avLst>
            </a:prstGeom>
            <a:ln w="6350">
              <a:solidFill>
                <a:schemeClr val="tx1">
                  <a:lumMod val="7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Rectangle: Rounded Corners 66">
              <a:extLst>
                <a:ext uri="{FF2B5EF4-FFF2-40B4-BE49-F238E27FC236}">
                  <ns2:creationId id="{F124DAC6-25C2-4B6C-B564-9DAE35A5C22C}"/>
                </a:ext>
              </a:extLst>
            </p:cNvPr>
            <p:cNvSpPr/>
            <p:nvPr/>
          </p:nvSpPr>
          <p:spPr>
            <a:xfrm>
              <a:off x="5556224" y="4099264"/>
              <a:ext cx="859885" cy="174060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07" name="直線矢印コネクタ 106">
              <a:extLst>
                <a:ext uri="{FF2B5EF4-FFF2-40B4-BE49-F238E27FC236}">
                  <ns2:creationId id="{7EE47711-824F-21D6-B6C2-AD9BDD3EBF23}"/>
                </a:ext>
              </a:extLst>
            </p:cNvPr>
            <p:cNvCxnSpPr>
              <a:stCxn id="52" idx="3"/>
            </p:cNvCxnSpPr>
            <p:nvPr/>
          </p:nvCxnSpPr>
          <p:spPr>
            <a:xfrm>
              <a:off x="5509944" y="477391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6" name="グループ化 235">
              <a:extLst>
                <a:ext uri="{FF2B5EF4-FFF2-40B4-BE49-F238E27FC236}">
                  <ns2:creationId id="{1A5820C2-B1FE-19E2-C6B1-38714263B0A9}"/>
                </a:ext>
              </a:extLst>
            </p:cNvPr>
            <p:cNvGrpSpPr/>
            <p:nvPr/>
          </p:nvGrpSpPr>
          <p:grpSpPr>
            <a:xfrm>
              <a:off x="5808725" y="4215912"/>
              <a:ext cx="1008000" cy="828000"/>
              <a:chOff x="5808725" y="4215912"/>
              <a:chExt cx="1008000" cy="828000"/>
            </a:xfrm>
          </p:grpSpPr>
          <p:sp>
            <p:nvSpPr>
              <p:cNvPr id="66" name="Rectangle: Rounded Corners 66">
                <a:extLst>
                  <a:ext uri="{FF2B5EF4-FFF2-40B4-BE49-F238E27FC236}">
                    <ns2:creationId id="{4D274F95-F348-494B-2A44-01BADA6A6B15}"/>
                  </a:ext>
                </a:extLst>
              </p:cNvPr>
              <p:cNvSpPr/>
              <p:nvPr/>
            </p:nvSpPr>
            <p:spPr>
              <a:xfrm>
                <a:off x="5808725" y="4215912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67" name="グラフィックス 66" descr="データベース 単色塗りつぶし">
                <a:extLst>
                  <a:ext uri="{FF2B5EF4-FFF2-40B4-BE49-F238E27FC236}">
                    <ns2:creationId id="{0D91163F-7142-4171-324A-773CEDB9E7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042725" y="4215912"/>
                <a:ext cx="540000" cy="540000"/>
              </a:xfrm>
              <a:prstGeom prst="rect">
                <a:avLst/>
              </a:prstGeom>
            </p:spPr>
          </p:pic>
          <p:pic>
            <p:nvPicPr>
              <p:cNvPr id="109" name="グラフィックス 108" descr="チェックマークの付いた盾 単色塗りつぶし">
                <a:extLst>
                  <a:ext uri="{FF2B5EF4-FFF2-40B4-BE49-F238E27FC236}">
                    <ns2:creationId id="{C00F6367-A761-8B9A-7AFA-55B6C2A7C2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416109" y="446976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642F211B-0EF5-6451-B296-76CBC2390D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26675" y="4455355"/>
              <a:ext cx="288000" cy="288000"/>
            </a:xfrm>
            <a:prstGeom prst="rect">
              <a:avLst/>
            </a:prstGeom>
          </p:spPr>
        </p:pic>
        <p:cxnSp>
          <p:nvCxnSpPr>
            <p:cNvPr id="115" name="直線矢印コネクタ 114">
              <a:extLst>
                <a:ext uri="{FF2B5EF4-FFF2-40B4-BE49-F238E27FC236}">
                  <ns2:creationId id="{F4FFEFFA-E44E-5871-10A1-9D55DB26550C}"/>
                </a:ext>
              </a:extLst>
            </p:cNvPr>
            <p:cNvCxnSpPr>
              <a:endCxn id="58" idx="0"/>
            </p:cNvCxnSpPr>
            <p:nvPr/>
          </p:nvCxnSpPr>
          <p:spPr>
            <a:xfrm>
              <a:off x="3581553" y="5068850"/>
              <a:ext cx="505" cy="286488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ひし形 115">
              <a:extLst>
                <a:ext uri="{FF2B5EF4-FFF2-40B4-BE49-F238E27FC236}">
                  <ns2:creationId id="{51268148-7786-7E44-4921-461BC4395B1A}"/>
                </a:ext>
              </a:extLst>
            </p:cNvPr>
            <p:cNvSpPr/>
            <p:nvPr/>
          </p:nvSpPr>
          <p:spPr>
            <a:xfrm>
              <a:off x="4202900" y="5068095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8" name="コネクタ: カギ線 117">
              <a:extLst>
                <a:ext uri="{FF2B5EF4-FFF2-40B4-BE49-F238E27FC236}">
                  <ns2:creationId id="{89B03F3A-7DFB-7709-5A2B-707DEDB735EA}"/>
                </a:ext>
              </a:extLst>
            </p:cNvPr>
            <p:cNvCxnSpPr>
              <a:cxnSpLocks/>
              <a:stCxn id="52" idx="2"/>
              <a:endCxn id="116" idx="3"/>
            </p:cNvCxnSpPr>
            <p:nvPr/>
          </p:nvCxnSpPr>
          <p:spPr>
            <a:xfrm rot="5400000">
              <a:off x="4664331" y="4870481"/>
              <a:ext cx="168183" cy="515044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矢印コネクタ 120">
              <a:extLst>
                <a:ext uri="{FF2B5EF4-FFF2-40B4-BE49-F238E27FC236}">
                  <ns2:creationId id="{9BD5D44E-42E7-EFC9-048E-6EC3BC3DD179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58" y="5633672"/>
              <a:ext cx="34388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Rectangle: Rounded Corners 66">
              <a:extLst>
                <a:ext uri="{FF2B5EF4-FFF2-40B4-BE49-F238E27FC236}">
                  <ns2:creationId id="{94AEDA66-7B3D-A7B5-69FF-03E4945CC50B}"/>
                </a:ext>
              </a:extLst>
            </p:cNvPr>
            <p:cNvSpPr/>
            <p:nvPr/>
          </p:nvSpPr>
          <p:spPr>
            <a:xfrm>
              <a:off x="4188626" y="5363082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184029CF-0814-C331-E33C-BBBFCF83D968}"/>
                </a:ext>
              </a:extLst>
            </p:cNvPr>
            <p:cNvSpPr/>
            <p:nvPr/>
          </p:nvSpPr>
          <p:spPr>
            <a:xfrm>
              <a:off x="5880000" y="5519743"/>
              <a:ext cx="216000" cy="216000"/>
            </a:xfrm>
            <a:prstGeom prst="ellipse">
              <a:avLst/>
            </a:prstGeom>
            <a:solidFill>
              <a:srgbClr val="8AC48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E318FB2A-56C9-CDAD-B648-F731E33019CD}"/>
                </a:ext>
              </a:extLst>
            </p:cNvPr>
            <p:cNvCxnSpPr>
              <a:cxnSpLocks/>
            </p:cNvCxnSpPr>
            <p:nvPr/>
          </p:nvCxnSpPr>
          <p:spPr>
            <a:xfrm>
              <a:off x="5528870" y="5633672"/>
              <a:ext cx="338559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Rectangle: Rounded Corners 66">
              <a:extLst>
                <a:ext uri="{FF2B5EF4-FFF2-40B4-BE49-F238E27FC236}">
                  <ns2:creationId id="{4C86D333-5E98-24A4-6B44-CE5E97C5872D}"/>
                </a:ext>
              </a:extLst>
            </p:cNvPr>
            <p:cNvSpPr/>
            <p:nvPr/>
          </p:nvSpPr>
          <p:spPr>
            <a:xfrm>
              <a:off x="7211897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8" name="Rectangle: Rounded Corners 66">
              <a:extLst>
                <a:ext uri="{FF2B5EF4-FFF2-40B4-BE49-F238E27FC236}">
                  <ns2:creationId id="{96045EB0-BEAD-F833-F739-BFA5BB9D855E}"/>
                </a:ext>
              </a:extLst>
            </p:cNvPr>
            <p:cNvSpPr/>
            <p:nvPr/>
          </p:nvSpPr>
          <p:spPr>
            <a:xfrm>
              <a:off x="6892719" y="448520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129" name="Rectangle: Rounded Corners 66">
              <a:extLst>
                <a:ext uri="{FF2B5EF4-FFF2-40B4-BE49-F238E27FC236}">
                  <ns2:creationId id="{375686D4-33FA-5A5D-0BB1-724252BDCEDF}"/>
                </a:ext>
              </a:extLst>
            </p:cNvPr>
            <p:cNvSpPr/>
            <p:nvPr/>
          </p:nvSpPr>
          <p:spPr>
            <a:xfrm>
              <a:off x="6892719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0" name="直線矢印コネクタ 129">
              <a:extLst>
                <a:ext uri="{FF2B5EF4-FFF2-40B4-BE49-F238E27FC236}">
                  <ns2:creationId id="{F99665CC-4AB6-FC7E-6FA2-C27F4A327F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7803" y="5628569"/>
              <a:ext cx="77491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Rectangle: Rounded Corners 66">
              <a:extLst>
                <a:ext uri="{FF2B5EF4-FFF2-40B4-BE49-F238E27FC236}">
                  <ns2:creationId id="{11804012-9809-7497-B1BA-C441707889EF}"/>
                </a:ext>
              </a:extLst>
            </p:cNvPr>
            <p:cNvSpPr/>
            <p:nvPr/>
          </p:nvSpPr>
          <p:spPr>
            <a:xfrm>
              <a:off x="6055041" y="5373068"/>
              <a:ext cx="837678" cy="252261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4" name="Rectangle: Rounded Corners 66">
              <a:extLst>
                <a:ext uri="{FF2B5EF4-FFF2-40B4-BE49-F238E27FC236}">
                  <ns2:creationId id="{7A6055E8-885E-88CA-D36D-0BAC6A119061}"/>
                </a:ext>
              </a:extLst>
            </p:cNvPr>
            <p:cNvSpPr/>
            <p:nvPr/>
          </p:nvSpPr>
          <p:spPr>
            <a:xfrm>
              <a:off x="9185942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AA444AD3-7787-3630-8776-6103EE1D0345}"/>
                </a:ext>
              </a:extLst>
            </p:cNvPr>
            <p:cNvSpPr/>
            <p:nvPr/>
          </p:nvSpPr>
          <p:spPr>
            <a:xfrm>
              <a:off x="10671037" y="5519743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A850AAA3-6CAB-E24D-6CF4-316865991621}"/>
                </a:ext>
              </a:extLst>
            </p:cNvPr>
            <p:cNvCxnSpPr>
              <a:stCxn id="129" idx="3"/>
              <a:endCxn id="134" idx="1"/>
            </p:cNvCxnSpPr>
            <p:nvPr/>
          </p:nvCxnSpPr>
          <p:spPr>
            <a:xfrm>
              <a:off x="7900719" y="5632967"/>
              <a:ext cx="128522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線矢印コネクタ 138">
              <a:extLst>
                <a:ext uri="{FF2B5EF4-FFF2-40B4-BE49-F238E27FC236}">
                  <ns2:creationId id="{A69B1585-13A6-7E62-59EA-11BC6447DE98}"/>
                </a:ext>
              </a:extLst>
            </p:cNvPr>
            <p:cNvCxnSpPr>
              <a:stCxn id="134" idx="3"/>
              <a:endCxn id="135" idx="2"/>
            </p:cNvCxnSpPr>
            <p:nvPr/>
          </p:nvCxnSpPr>
          <p:spPr>
            <a:xfrm flipV="1">
              <a:off x="10193942" y="5627743"/>
              <a:ext cx="4770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矢印コネクタ 139">
              <a:extLst>
                <a:ext uri="{FF2B5EF4-FFF2-40B4-BE49-F238E27FC236}">
                  <ns2:creationId id="{53A28A33-371B-32AE-640A-ECE5BA7025A5}"/>
                </a:ext>
              </a:extLst>
            </p:cNvPr>
            <p:cNvCxnSpPr/>
            <p:nvPr/>
          </p:nvCxnSpPr>
          <p:spPr>
            <a:xfrm>
              <a:off x="6593938" y="475520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矢印コネクタ 140">
              <a:extLst>
                <a:ext uri="{FF2B5EF4-FFF2-40B4-BE49-F238E27FC236}">
                  <ns2:creationId id="{B0E2AE5F-F270-4FF4-469E-ADC302528560}"/>
                </a:ext>
              </a:extLst>
            </p:cNvPr>
            <p:cNvCxnSpPr/>
            <p:nvPr/>
          </p:nvCxnSpPr>
          <p:spPr>
            <a:xfrm>
              <a:off x="7900719" y="4764457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Rectangle: Rounded Corners 66">
              <a:extLst>
                <a:ext uri="{FF2B5EF4-FFF2-40B4-BE49-F238E27FC236}">
                  <ns2:creationId id="{7065AC7B-63F5-5242-B27A-0B9FE7A76FE3}"/>
                </a:ext>
              </a:extLst>
            </p:cNvPr>
            <p:cNvSpPr/>
            <p:nvPr/>
          </p:nvSpPr>
          <p:spPr>
            <a:xfrm>
              <a:off x="8451024" y="4479361"/>
              <a:ext cx="1099504" cy="540000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pic>
          <p:nvPicPr>
            <p:cNvPr id="144" name="グラフィックス 143" descr="ドキュメント 単色塗りつぶし">
              <a:extLst>
                <a:ext uri="{FF2B5EF4-FFF2-40B4-BE49-F238E27FC236}">
                  <ns2:creationId id="{7CBED3CC-51CE-F124-7859-5A14007042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153710" y="4530156"/>
              <a:ext cx="432000" cy="432000"/>
            </a:xfrm>
            <a:prstGeom prst="rect">
              <a:avLst/>
            </a:prstGeom>
          </p:spPr>
        </p:pic>
        <p:sp>
          <p:nvSpPr>
            <p:cNvPr id="127" name="Rectangle: Rounded Corners 66">
              <a:extLst>
                <a:ext uri="{FF2B5EF4-FFF2-40B4-BE49-F238E27FC236}">
                  <ns2:creationId id="{9A50BF40-AD1C-A942-DEDB-8A06D3E7AA64}"/>
                </a:ext>
              </a:extLst>
            </p:cNvPr>
            <p:cNvSpPr/>
            <p:nvPr/>
          </p:nvSpPr>
          <p:spPr>
            <a:xfrm>
              <a:off x="7211897" y="3929007"/>
              <a:ext cx="1008000" cy="432224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48" name="直線矢印コネクタ 147">
              <a:extLst>
                <a:ext uri="{FF2B5EF4-FFF2-40B4-BE49-F238E27FC236}">
                  <ns2:creationId id="{C2EFE617-3624-8C8C-4498-4EA2C9957C8D}"/>
                </a:ext>
              </a:extLst>
            </p:cNvPr>
            <p:cNvCxnSpPr>
              <a:cxnSpLocks/>
              <a:stCxn id="127" idx="2"/>
            </p:cNvCxnSpPr>
            <p:nvPr/>
          </p:nvCxnSpPr>
          <p:spPr>
            <a:xfrm>
              <a:off x="7715897" y="4361231"/>
              <a:ext cx="0" cy="13259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矢印コネクタ 149">
              <a:extLst>
                <a:ext uri="{FF2B5EF4-FFF2-40B4-BE49-F238E27FC236}">
                  <ns2:creationId id="{D504A45D-66AF-C822-20A1-1DA5C027CA7B}"/>
                </a:ext>
              </a:extLst>
            </p:cNvPr>
            <p:cNvCxnSpPr>
              <a:cxnSpLocks/>
              <a:stCxn id="127" idx="0"/>
              <a:endCxn id="126" idx="2"/>
            </p:cNvCxnSpPr>
            <p:nvPr/>
          </p:nvCxnSpPr>
          <p:spPr>
            <a:xfrm flipV="1">
              <a:off x="7715897" y="3527000"/>
              <a:ext cx="0" cy="40200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ひし形 152">
              <a:extLst>
                <a:ext uri="{FF2B5EF4-FFF2-40B4-BE49-F238E27FC236}">
                  <ns2:creationId id="{E984B853-5D94-0C1A-E99B-0E1E73C7707A}"/>
                </a:ext>
              </a:extLst>
            </p:cNvPr>
            <p:cNvSpPr/>
            <p:nvPr/>
          </p:nvSpPr>
          <p:spPr>
            <a:xfrm>
              <a:off x="8652247" y="3201194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55" name="直線矢印コネクタ 154">
              <a:extLst>
                <a:ext uri="{FF2B5EF4-FFF2-40B4-BE49-F238E27FC236}">
                  <ns2:creationId id="{879E0D64-7C9C-A186-EA2D-DCA9482B1FF7}"/>
                </a:ext>
              </a:extLst>
            </p:cNvPr>
            <p:cNvCxnSpPr>
              <a:cxnSpLocks/>
              <a:stCxn id="126" idx="3"/>
              <a:endCxn id="153" idx="1"/>
            </p:cNvCxnSpPr>
            <p:nvPr/>
          </p:nvCxnSpPr>
          <p:spPr>
            <a:xfrm flipV="1">
              <a:off x="8219897" y="3345194"/>
              <a:ext cx="432350" cy="3125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矢印コネクタ 156">
              <a:extLst>
                <a:ext uri="{FF2B5EF4-FFF2-40B4-BE49-F238E27FC236}">
                  <ns2:creationId id="{C3DD1B56-A7EB-BF98-D9F3-A013B4D76DE5}"/>
                </a:ext>
              </a:extLst>
            </p:cNvPr>
            <p:cNvCxnSpPr>
              <a:cxnSpLocks/>
              <a:endCxn id="151" idx="1"/>
            </p:cNvCxnSpPr>
            <p:nvPr/>
          </p:nvCxnSpPr>
          <p:spPr>
            <a:xfrm>
              <a:off x="8904888" y="3348319"/>
              <a:ext cx="1495907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Rectangle: Rounded Corners 66">
              <a:extLst>
                <a:ext uri="{FF2B5EF4-FFF2-40B4-BE49-F238E27FC236}">
                  <ns2:creationId id="{F72424EA-D839-6CE4-C434-9217A0F7C311}"/>
                </a:ext>
              </a:extLst>
            </p:cNvPr>
            <p:cNvSpPr/>
            <p:nvPr/>
          </p:nvSpPr>
          <p:spPr>
            <a:xfrm>
              <a:off x="9254611" y="3217456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9" name="Rectangle: Rounded Corners 66">
              <a:extLst>
                <a:ext uri="{FF2B5EF4-FFF2-40B4-BE49-F238E27FC236}">
                  <ns2:creationId id="{317E81B3-9CDC-2731-84D4-22E03EC8CECC}"/>
                </a:ext>
              </a:extLst>
            </p:cNvPr>
            <p:cNvSpPr/>
            <p:nvPr/>
          </p:nvSpPr>
          <p:spPr>
            <a:xfrm>
              <a:off x="8280111" y="3386340"/>
              <a:ext cx="980181" cy="205709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63" name="コネクタ: カギ線 162">
              <a:extLst>
                <a:ext uri="{FF2B5EF4-FFF2-40B4-BE49-F238E27FC236}">
                  <ns2:creationId id="{88A98792-9804-5C5E-71A4-9A1E44AE742D}"/>
                </a:ext>
              </a:extLst>
            </p:cNvPr>
            <p:cNvCxnSpPr>
              <a:cxnSpLocks/>
              <a:stCxn id="151" idx="2"/>
              <a:endCxn id="62" idx="0"/>
            </p:cNvCxnSpPr>
            <p:nvPr/>
          </p:nvCxnSpPr>
          <p:spPr>
            <a:xfrm rot="5400000">
              <a:off x="8277822" y="1201903"/>
              <a:ext cx="301877" cy="4952070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Rectangle: Rounded Corners 66">
              <a:extLst>
                <a:ext uri="{FF2B5EF4-FFF2-40B4-BE49-F238E27FC236}">
                  <ns2:creationId id="{2004EAF9-8E59-EF1B-575B-E590AFBFDD1C}"/>
                </a:ext>
              </a:extLst>
            </p:cNvPr>
            <p:cNvSpPr/>
            <p:nvPr/>
          </p:nvSpPr>
          <p:spPr>
            <a:xfrm>
              <a:off x="8995361" y="3600745"/>
              <a:ext cx="1869454" cy="129633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77" name="Rectangle: Rounded Corners 66">
              <a:extLst>
                <a:ext uri="{FF2B5EF4-FFF2-40B4-BE49-F238E27FC236}">
                  <ns2:creationId id="{65C73004-7299-BD70-2FA1-0A15B979C092}"/>
                </a:ext>
              </a:extLst>
            </p:cNvPr>
            <p:cNvSpPr/>
            <p:nvPr/>
          </p:nvSpPr>
          <p:spPr>
            <a:xfrm>
              <a:off x="5659334" y="3425376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79" name="コネクタ: カギ線 178">
              <a:extLst>
                <a:ext uri="{FF2B5EF4-FFF2-40B4-BE49-F238E27FC236}">
                  <ns2:creationId id="{FF41101F-3596-ACDC-9C13-72444C88E40B}"/>
                </a:ext>
              </a:extLst>
            </p:cNvPr>
            <p:cNvCxnSpPr>
              <a:cxnSpLocks/>
              <a:stCxn id="127" idx="3"/>
              <a:endCxn id="159" idx="2"/>
            </p:cNvCxnSpPr>
            <p:nvPr/>
          </p:nvCxnSpPr>
          <p:spPr>
            <a:xfrm flipV="1">
              <a:off x="8219897" y="3592049"/>
              <a:ext cx="550305" cy="553070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コネクタ: カギ線 181">
              <a:extLst>
                <a:ext uri="{FF2B5EF4-FFF2-40B4-BE49-F238E27FC236}">
                  <ns2:creationId id="{CE6F3BC7-F25B-548F-F667-81FAC0CE53A0}"/>
                </a:ext>
              </a:extLst>
            </p:cNvPr>
            <p:cNvCxnSpPr>
              <a:stCxn id="126" idx="0"/>
              <a:endCxn id="153" idx="0"/>
            </p:cNvCxnSpPr>
            <p:nvPr/>
          </p:nvCxnSpPr>
          <p:spPr>
            <a:xfrm rot="16200000" flipH="1">
              <a:off x="8240294" y="2645241"/>
              <a:ext cx="31556" cy="1080350"/>
            </a:xfrm>
            <a:prstGeom prst="bentConnector3">
              <a:avLst>
                <a:gd name="adj1" fmla="val -451058"/>
              </a:avLst>
            </a:prstGeom>
            <a:ln w="95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Rectangle: Rounded Corners 66">
              <a:extLst>
                <a:ext uri="{FF2B5EF4-FFF2-40B4-BE49-F238E27FC236}">
                  <ns2:creationId id="{4210EE15-F574-688E-418A-301BC9DC53FC}"/>
                </a:ext>
              </a:extLst>
            </p:cNvPr>
            <p:cNvSpPr/>
            <p:nvPr/>
          </p:nvSpPr>
          <p:spPr>
            <a:xfrm>
              <a:off x="10400795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6" name="Rectangle: Rounded Corners 66">
              <a:extLst>
                <a:ext uri="{FF2B5EF4-FFF2-40B4-BE49-F238E27FC236}">
                  <ns2:creationId id="{04F71A9B-D0AA-2BF7-D5A3-30604DD26327}"/>
                </a:ext>
              </a:extLst>
            </p:cNvPr>
            <p:cNvSpPr/>
            <p:nvPr/>
          </p:nvSpPr>
          <p:spPr>
            <a:xfrm>
              <a:off x="9046528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008000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7" name="Rectangle: Rounded Corners 66">
              <a:extLst>
                <a:ext uri="{FF2B5EF4-FFF2-40B4-BE49-F238E27FC236}">
                  <ns2:creationId id="{05DB2D12-9DAA-6F8B-7AC9-B8EA3E3248D7}"/>
                </a:ext>
              </a:extLst>
            </p:cNvPr>
            <p:cNvSpPr/>
            <p:nvPr/>
          </p:nvSpPr>
          <p:spPr>
            <a:xfrm>
              <a:off x="9966783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CSV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0" name="Rectangle: Rounded Corners 66">
              <a:extLst>
                <a:ext uri="{FF2B5EF4-FFF2-40B4-BE49-F238E27FC236}">
                  <ns2:creationId id="{A12041CF-61A1-7C2B-9F39-79A74B939713}"/>
                </a:ext>
              </a:extLst>
            </p:cNvPr>
            <p:cNvSpPr/>
            <p:nvPr/>
          </p:nvSpPr>
          <p:spPr>
            <a:xfrm>
              <a:off x="10887037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02" name="直線矢印コネクタ 201">
              <a:extLst>
                <a:ext uri="{FF2B5EF4-FFF2-40B4-BE49-F238E27FC236}">
                  <ns2:creationId id="{930E7C2C-1C84-B04C-98C9-ACF041083861}"/>
                </a:ext>
              </a:extLst>
            </p:cNvPr>
            <p:cNvCxnSpPr>
              <a:cxnSpLocks/>
            </p:cNvCxnSpPr>
            <p:nvPr/>
          </p:nvCxnSpPr>
          <p:spPr>
            <a:xfrm>
              <a:off x="9812888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41539178-4B2E-C904-CAA9-764CB83900D4}"/>
                </a:ext>
              </a:extLst>
            </p:cNvPr>
            <p:cNvCxnSpPr>
              <a:cxnSpLocks/>
            </p:cNvCxnSpPr>
            <p:nvPr/>
          </p:nvCxnSpPr>
          <p:spPr>
            <a:xfrm>
              <a:off x="10733142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204">
              <a:extLst>
                <a:ext uri="{FF2B5EF4-FFF2-40B4-BE49-F238E27FC236}">
                  <ns2:creationId id="{5CC1999D-4927-F60F-B541-319DC504AD48}"/>
                </a:ext>
              </a:extLst>
            </p:cNvPr>
            <p:cNvCxnSpPr>
              <a:cxnSpLocks/>
              <a:stCxn id="196" idx="2"/>
              <a:endCxn id="200" idx="2"/>
            </p:cNvCxnSpPr>
            <p:nvPr/>
          </p:nvCxnSpPr>
          <p:spPr>
            <a:xfrm rot="16200000" flipH="1">
              <a:off x="10349962" y="1536274"/>
              <a:ext cx="12700" cy="1840509"/>
            </a:xfrm>
            <a:prstGeom prst="bentConnector3">
              <a:avLst>
                <a:gd name="adj1" fmla="val 1800000"/>
              </a:avLst>
            </a:prstGeom>
            <a:ln w="6350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矢印コネクタ 207">
              <a:extLst>
                <a:ext uri="{FF2B5EF4-FFF2-40B4-BE49-F238E27FC236}">
                  <ns2:creationId id="{A1811775-8B5D-D206-B32F-703F8408D3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53066" y="2450177"/>
              <a:ext cx="0" cy="70132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コネクタ: カギ線 209">
              <a:extLst>
                <a:ext uri="{FF2B5EF4-FFF2-40B4-BE49-F238E27FC236}">
                  <ns2:creationId id="{F342D4A5-BEDB-114C-FC70-99E03A0D79B4}"/>
                </a:ext>
              </a:extLst>
            </p:cNvPr>
            <p:cNvCxnSpPr>
              <a:stCxn id="200" idx="3"/>
              <a:endCxn id="151" idx="3"/>
            </p:cNvCxnSpPr>
            <p:nvPr/>
          </p:nvCxnSpPr>
          <p:spPr>
            <a:xfrm flipH="1">
              <a:off x="11408795" y="2277848"/>
              <a:ext cx="244602" cy="1070471"/>
            </a:xfrm>
            <a:prstGeom prst="bentConnector3">
              <a:avLst>
                <a:gd name="adj1" fmla="val -26450"/>
              </a:avLst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Rectangle: Rounded Corners 66">
              <a:extLst>
                <a:ext uri="{FF2B5EF4-FFF2-40B4-BE49-F238E27FC236}">
                  <ns2:creationId id="{D3326FAA-4206-2B2E-5A2E-59AD33A531F8}"/>
                </a:ext>
              </a:extLst>
            </p:cNvPr>
            <p:cNvSpPr/>
            <p:nvPr/>
          </p:nvSpPr>
          <p:spPr>
            <a:xfrm>
              <a:off x="6792453" y="1639654"/>
              <a:ext cx="5028072" cy="279605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Rectangle: Rounded Corners 66">
              <a:extLst>
                <a:ext uri="{FF2B5EF4-FFF2-40B4-BE49-F238E27FC236}">
                  <ns2:creationId id="{73A49B53-DBF4-8971-2D02-05FB9CC964A3}"/>
                </a:ext>
              </a:extLst>
            </p:cNvPr>
            <p:cNvSpPr/>
            <p:nvPr/>
          </p:nvSpPr>
          <p:spPr>
            <a:xfrm>
              <a:off x="10887037" y="1435722"/>
              <a:ext cx="396018" cy="11276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" name="コネクタ: カギ線 4">
              <a:extLst>
                <a:ext uri="{FF2B5EF4-FFF2-40B4-BE49-F238E27FC236}">
                  <ns2:creationId id="{9152918D-1376-ADEA-1EB7-0F12DC5129B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509945" y="4169320"/>
              <a:ext cx="1625959" cy="1224000"/>
            </a:xfrm>
            <a:prstGeom prst="bentConnector3">
              <a:avLst>
                <a:gd name="adj1" fmla="val 22721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: Rounded Corners 66">
              <a:extLst>
                <a:ext uri="{FF2B5EF4-FFF2-40B4-BE49-F238E27FC236}">
                  <ns2:creationId id="{D0D56EE9-99EB-344F-8DA1-B5AB91E86CE9}"/>
                </a:ext>
              </a:extLst>
            </p:cNvPr>
            <p:cNvSpPr/>
            <p:nvPr/>
          </p:nvSpPr>
          <p:spPr>
            <a:xfrm>
              <a:off x="5635334" y="5161014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3469427088"/>
      </p:ext>
    </p:extLst>
  </p:cSld>
  <p:clrMapOvr>
    <a:masterClrMapping/>
  </p:clrMapOvr>
</p:sld>
</file>

<file path=ppt/slides/slide3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8D60AF2-1A6B-F147-813A-5324FE59F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416B3B9-B068-56A6-3B19-8985ABDE3A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B738485C-9FAC-6037-3A49-93758929DF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935CD67E-1970-3307-F82E-0B73DA295620}"/>
              </a:ext>
            </a:extLst>
          </p:cNvPr>
          <p:cNvGrpSpPr/>
          <p:nvPr/>
        </p:nvGrpSpPr>
        <p:grpSpPr>
          <a:xfrm>
            <a:off x="370671" y="979389"/>
            <a:ext cx="11451482" cy="5148646"/>
            <a:chOff x="370671" y="979389"/>
            <a:chExt cx="11451482" cy="5148646"/>
          </a:xfrm>
        </p:grpSpPr>
        <p:grpSp>
          <p:nvGrpSpPr>
            <p:cNvPr id="67" name="グループ化 66">
              <a:extLst>
                <a:ext uri="{FF2B5EF4-FFF2-40B4-BE49-F238E27FC236}">
                  <ns2:creationId id="{B61BD5CC-A463-75FB-70EB-6E68515846DC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F0D1F10F-35B0-3243-249D-69C46B46CA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AB3E3B48-4599-036B-0D93-2B95598E31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1AE885B8-12A4-5907-833B-91F05F39E2F5}"/>
                </a:ext>
              </a:extLst>
            </p:cNvPr>
            <p:cNvGrpSpPr/>
            <p:nvPr/>
          </p:nvGrpSpPr>
          <p:grpSpPr>
            <a:xfrm>
              <a:off x="7820573" y="1381613"/>
              <a:ext cx="4001580" cy="568337"/>
              <a:chOff x="7820573" y="1381613"/>
              <a:chExt cx="4001580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8C5C8E0B-B9D5-B01E-EEB7-DDF17C922000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  <a:tabLst>
                    <a:tab pos="1611313" algn="l"/>
                  </a:tabLst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	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28D22355-BAEE-D058-FE85-46D19486998E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FDFB8224-8671-ADE6-0B7F-8F7CBFAE224E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四角形: 角を丸くする 162">
                <a:extLst>
                  <a:ext uri="{FF2B5EF4-FFF2-40B4-BE49-F238E27FC236}">
                    <ns2:creationId id="{45A07432-F0E8-462D-1312-6ABB5EEE9BEF}"/>
                  </a:ext>
                </a:extLst>
              </p:cNvPr>
              <p:cNvSpPr/>
              <p:nvPr/>
            </p:nvSpPr>
            <p:spPr>
              <a:xfrm>
                <a:off x="9454050" y="144178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Rectangle 17">
                <a:extLst>
                  <a:ext uri="{FF2B5EF4-FFF2-40B4-BE49-F238E27FC236}">
                    <ns2:creationId id="{CE6C7BC3-D674-498C-BA62-C9ABAFFEDE18}"/>
                  </a:ext>
                </a:extLst>
              </p:cNvPr>
              <p:cNvSpPr/>
              <p:nvPr/>
            </p:nvSpPr>
            <p:spPr>
              <a:xfrm>
                <a:off x="9454050" y="1716507"/>
                <a:ext cx="648000" cy="180000"/>
              </a:xfrm>
              <a:prstGeom prst="rect">
                <a:avLst/>
              </a:prstGeom>
              <a:solidFill>
                <a:srgbClr val="E5F2E5">
                  <a:alpha val="5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altLang="ja-JP" sz="14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586B0F5F-F9E3-D0DC-EAA8-91FB1D581B56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2256684-A4F2-898C-BFA0-D67CC787422F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40"/>
                <a:chOff x="370674" y="1989138"/>
                <a:chExt cx="5400000" cy="205564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43BAF854-F3C2-7252-0772-989D86757BA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A4D322D6-EEC4-3BFA-BA75-1FE0000116EB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4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325A2FA1-FD4C-52BA-44AC-2D6C42B33756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7E735B95-A56C-C269-46CA-CD463A1AA3F3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07775CFE-2F59-2BC9-1D34-83A0013F9EC3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rgbClr val="E5F2E5">
                    <a:alpha val="50000"/>
                  </a:srgb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8B8073C3-4B6D-ADBF-2EB6-E9E55E3C0A89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6055A96A-1916-7FDA-03AA-8E7BD0BFC38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AF1707BC-C5E2-5CC7-D4E9-26EE1BD43F30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rgbClr val="F2F8F2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D067C7A-CA10-26D9-A9C9-9FF67F7892E1}"/>
                  </a:ext>
                </a:extLst>
              </p:cNvPr>
              <p:cNvGrpSpPr/>
              <p:nvPr/>
            </p:nvGrpSpPr>
            <p:grpSpPr>
              <a:xfrm>
                <a:off x="6204156" y="4044476"/>
                <a:ext cx="5617172" cy="2083559"/>
                <a:chOff x="370671" y="4052379"/>
                <a:chExt cx="5617172" cy="2083559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00F7E3B6-FF0B-E4FA-CA49-0B5E355F53DD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32BF1C0F-381C-521C-32D6-AC77210AD0FB}"/>
                    </a:ext>
                  </a:extLst>
                </p:cNvPr>
                <p:cNvSpPr/>
                <p:nvPr/>
              </p:nvSpPr>
              <p:spPr>
                <a:xfrm>
                  <a:off x="370672" y="4052379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6D0CEE73-1C92-6046-D2F5-B31329FC0C86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58382C49-399F-C1F9-02E5-138A5213F34E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B5BAB91-0DB3-226B-F370-17C9E9008619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796CE9AA-B67A-E9AE-7FF3-FF588EAA738A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DFD18327-0867-5544-F6C1-42969A43400C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5CD9AB7E-FC8D-7A07-EC16-2086EE442A2A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EBF978C5-FEEF-F726-580A-AB0493ABEF85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87994CEE-3547-C852-0333-C7807AE39F15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12DCF86C-BC9A-4B9F-1752-1F8504B5F7C5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57A9D214-B5E9-37B4-C5DF-E1C7DD287E1A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DE537918-53B8-7942-535C-D446895E316B}"/>
                  </a:ext>
                </a:extLst>
              </p:cNvPr>
              <p:cNvSpPr/>
              <p:nvPr/>
            </p:nvSpPr>
            <p:spPr>
              <a:xfrm>
                <a:off x="1367662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7BDB1BF4-14DE-FEBE-06EE-5B27EA717D47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266B007-5515-9E6C-916C-1D9B7B97ADE2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09461406-ADF3-381D-3113-57BC758FE70A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BC185052-1485-D009-1824-D1BDB3818B22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636F3588-F042-FD36-77C8-A9486AE4DD40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66EC64F6-2CCA-F72F-7393-002D7719E0F8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21337FB2-ACC3-F26B-68B9-29CC64BF815B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9B83A95D-A4CA-67B2-39E6-19C50A24C029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0" lang="en-US" altLang="ja-JP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en-US" altLang="ja-JP" sz="900" kern="0" dirty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C45693D-58F4-8578-24BD-AA6C4A1FD8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C35F25E3-2FEE-E49B-8359-6379745CA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67679ADB-B89C-BC5D-BCEA-868B4878644E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5EE04E0A-982E-B101-48F6-1F3969ED3955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1044201-A26B-2EE4-3B2E-BAAF64520440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2DB5955B-14D3-0B39-D8B0-EE7EFDD528F2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AA4402B9-A130-39BD-408E-29F2D71E4A47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4232"/>
                <a:ext cx="40808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1CB2E230-AB61-2FF2-A9BF-A0A54F8F6154}"/>
                  </a:ext>
                </a:extLst>
              </p:cNvPr>
              <p:cNvCxnSpPr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20722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BFF82A67-C792-CDC6-AFFB-CAC3E9B1A472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6394AA8-B542-01F5-2ACA-2F5F169FC395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0564E3D9-E1D3-BA16-A6B7-4D1E4B37CC34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719956F1-658A-993A-EFDB-DC041860CC9F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C13B37C1-6321-6A79-25E8-8E324A5F7EB1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CF87C365-24FF-128A-0F2B-6D5BFF3175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92CA34C5-60FA-E6F7-7603-97A634E5636A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A9D1FC9A-08FD-96D6-7A69-BEAA1542484B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Rectangle: Rounded Corners 66">
                <a:extLst>
                  <a:ext uri="{FF2B5EF4-FFF2-40B4-BE49-F238E27FC236}">
                    <ns2:creationId id="{F840AD0D-9237-F575-7F72-FF8EB99A9493}"/>
                  </a:ext>
                </a:extLst>
              </p:cNvPr>
              <p:cNvSpPr/>
              <p:nvPr/>
            </p:nvSpPr>
            <p:spPr>
              <a:xfrm>
                <a:off x="4873831" y="5169006"/>
                <a:ext cx="792000" cy="180000"/>
              </a:xfrm>
              <a:prstGeom prst="roundRect">
                <a:avLst>
                  <a:gd name="adj" fmla="val 12747"/>
                </a:avLst>
              </a:prstGeom>
              <a:solidFill>
                <a:srgbClr val="F2F8F2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6" name="Rectangle: Rounded Corners 66">
                <a:extLst>
                  <a:ext uri="{FF2B5EF4-FFF2-40B4-BE49-F238E27FC236}">
                    <ns2:creationId id="{5EA60F4F-4A62-4583-9179-BEFC30D1F3D0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89" name="コネクタ: カギ線 88">
                <a:extLst>
                  <a:ext uri="{FF2B5EF4-FFF2-40B4-BE49-F238E27FC236}">
                    <ns2:creationId id="{A4FB1FF5-1641-3ED9-3D84-8CA45DEF4222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A4183560-A756-1149-A116-016CBC1665F8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A3E1D3C2-EC66-037F-04C7-989C0647C8DB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F47AD9E5-86C5-B357-AE86-2F3E1B84C2F9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>
                <a:off x="4660115" y="4740802"/>
                <a:ext cx="403725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DCCC0FCE-FAE4-2593-FB57-265E06321F3D}"/>
                  </a:ext>
                </a:extLst>
              </p:cNvPr>
              <p:cNvSpPr/>
              <p:nvPr/>
            </p:nvSpPr>
            <p:spPr>
              <a:xfrm>
                <a:off x="7427843" y="2346855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7C968F6B-CCBC-65CE-7AB7-ECF7EFB6A4DC}"/>
                  </a:ext>
                </a:extLst>
              </p:cNvPr>
              <p:cNvSpPr/>
              <p:nvPr/>
            </p:nvSpPr>
            <p:spPr>
              <a:xfrm>
                <a:off x="9587529" y="2372158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7A6B3199-0458-2B60-52FD-A4F925B18A87}"/>
                  </a:ext>
                </a:extLst>
              </p:cNvPr>
              <p:cNvSpPr/>
              <p:nvPr/>
            </p:nvSpPr>
            <p:spPr>
              <a:xfrm>
                <a:off x="6485284" y="3360477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F125F1C6-5A6F-3C86-6E0F-4ACF813126B7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61C3AFB9-B2F1-658B-C8D6-44C9984192E9}"/>
                  </a:ext>
                </a:extLst>
              </p:cNvPr>
              <p:cNvCxnSpPr>
                <a:cxnSpLocks/>
                <a:stCxn id="25" idx="3"/>
                <a:endCxn id="96" idx="1"/>
              </p:cNvCxnSpPr>
              <p:nvPr/>
            </p:nvCxnSpPr>
            <p:spPr>
              <a:xfrm>
                <a:off x="5044037" y="3630476"/>
                <a:ext cx="1441247" cy="1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758AABAC-6C05-C6D9-993C-8B56D2B2C7F3}"/>
                  </a:ext>
                </a:extLst>
              </p:cNvPr>
              <p:cNvCxnSpPr>
                <a:stCxn id="94" idx="2"/>
                <a:endCxn id="97" idx="1"/>
              </p:cNvCxnSpPr>
              <p:nvPr/>
            </p:nvCxnSpPr>
            <p:spPr>
              <a:xfrm rot="16200000" flipH="1">
                <a:off x="8033136" y="3001561"/>
                <a:ext cx="743621" cy="51420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EBD39180-18B1-DD62-4D04-5F70ECB67E5B}"/>
                  </a:ext>
                </a:extLst>
              </p:cNvPr>
              <p:cNvCxnSpPr/>
              <p:nvPr/>
            </p:nvCxnSpPr>
            <p:spPr>
              <a:xfrm flipV="1">
                <a:off x="7610168" y="2871418"/>
                <a:ext cx="0" cy="49660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12256AD6-E68D-591F-E397-4D6F3B69D74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733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41176A23-2453-343A-9A72-DC759A7DE354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CDFA0836-2811-2E3D-BCE8-EA8553C0ED4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AE2BCAC2-A0A3-8632-A8F1-B73820AE0905}"/>
                  </a:ext>
                </a:extLst>
              </p:cNvPr>
              <p:cNvSpPr/>
              <p:nvPr/>
            </p:nvSpPr>
            <p:spPr>
              <a:xfrm>
                <a:off x="9330981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29D441CF-9390-E9EB-9D96-B947CEA786CB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389202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DE58549E-9A68-C057-3061-5C1B2120225B}"/>
                  </a:ext>
                </a:extLst>
              </p:cNvPr>
              <p:cNvSpPr/>
              <p:nvPr/>
            </p:nvSpPr>
            <p:spPr>
              <a:xfrm>
                <a:off x="8543384" y="4451653"/>
                <a:ext cx="1099504" cy="540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87BB5556-12EA-A962-AD54-E9B9E4CE1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DB715DE3-6E7C-C6DB-A4C5-EE9C429AAB68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138EE644-9FD6-E7B8-5003-EB8FE43F6EE0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64FBD307-7705-8934-E80A-FCE0C6C6B24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42BFDED-DC5E-661F-7AE4-0507925380A5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2DEDB248-3E23-F2E5-CE1D-6F34C5CC1076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8867843" y="2616855"/>
                <a:ext cx="719686" cy="1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27F79A5F-1A6D-4AA9-5C68-0A876FBB8D9A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9E0F3DDB-8647-B105-FA05-0EFD0980A4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7CECD97C-B4DD-8398-0BD3-8DCD34BD7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0328C5A3-FF55-EC06-0D25-8A655281C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F08C10F2-5C53-CF2D-D7CD-060B5A1000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0DDD78E7-8219-3BC7-AA4A-9E10F3EDD4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62004EE7-01BC-CA94-2680-49C8B99B74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81E55171-8FB7-57FF-26DA-BACF1278D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E9647356-26A2-D825-1EC8-ECA2A70733EB}"/>
                  </a:ext>
                </a:extLst>
              </p:cNvPr>
              <p:cNvSpPr/>
              <p:nvPr/>
            </p:nvSpPr>
            <p:spPr>
              <a:xfrm>
                <a:off x="7647898" y="2863104"/>
                <a:ext cx="654537" cy="207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7488B545-5652-D9AF-00D8-5DF815975CE4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6" name="Rectangle: Rounded Corners 66">
                <a:extLst>
                  <a:ext uri="{FF2B5EF4-FFF2-40B4-BE49-F238E27FC236}">
                    <ns2:creationId id="{A33C7AB9-7E9A-57F3-17D7-785B6E820252}"/>
                  </a:ext>
                </a:extLst>
              </p:cNvPr>
              <p:cNvSpPr/>
              <p:nvPr/>
            </p:nvSpPr>
            <p:spPr>
              <a:xfrm>
                <a:off x="5367275" y="2615925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3" name="Rectangle: Rounded Corners 66">
                <a:extLst>
                  <a:ext uri="{FF2B5EF4-FFF2-40B4-BE49-F238E27FC236}">
                    <ns2:creationId id="{65901498-8F40-DF14-943C-BD1684FFA30F}"/>
                  </a:ext>
                </a:extLst>
              </p:cNvPr>
              <p:cNvSpPr/>
              <p:nvPr/>
            </p:nvSpPr>
            <p:spPr>
              <a:xfrm>
                <a:off x="4303326" y="4396487"/>
                <a:ext cx="82800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3481191025"/>
      </p:ext>
    </p:extLst>
  </p:cSld>
  <p:clrMapOvr>
    <a:masterClrMapping/>
  </p:clrMapOvr>
</p:sld>
</file>

<file path=ppt/slides/slide3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A2D17E9-1243-0F0C-8F42-FD29D1C95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7DDA9A-9EA5-D66E-1303-BC903ECA6E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63955623-5116-BCEA-3C28-1BA8B2E45AB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74" name="グループ化 73">
            <a:extLst>
              <a:ext uri="{FF2B5EF4-FFF2-40B4-BE49-F238E27FC236}">
                <ns2:creationId id="{4C71F551-5333-0635-2B57-4561EB4427FC}"/>
              </a:ext>
            </a:extLst>
          </p:cNvPr>
          <p:cNvGrpSpPr/>
          <p:nvPr/>
        </p:nvGrpSpPr>
        <p:grpSpPr>
          <a:xfrm>
            <a:off x="370671" y="979389"/>
            <a:ext cx="11603783" cy="5148646"/>
            <a:chOff x="370671" y="979389"/>
            <a:chExt cx="11603783" cy="5148646"/>
          </a:xfrm>
        </p:grpSpPr>
        <p:grpSp>
          <p:nvGrpSpPr>
            <p:cNvPr id="72" name="グループ化 71">
              <a:extLst>
                <a:ext uri="{FF2B5EF4-FFF2-40B4-BE49-F238E27FC236}">
                  <ns2:creationId id="{2399A1CC-6FE0-688C-1259-17C67EEC35BA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50372AD4-D5B9-6C45-3996-31605F7BA3B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ja-JP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en-US" altLang="ja-JP" sz="180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10C8F738-90E0-6186-9AA3-33AB291591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73" name="グループ化 72">
              <a:extLst>
                <a:ext uri="{FF2B5EF4-FFF2-40B4-BE49-F238E27FC236}">
                  <ns2:creationId id="{94D0F84E-88FD-ECE0-3DC4-6DB50574063E}"/>
                </a:ext>
              </a:extLst>
            </p:cNvPr>
            <p:cNvGrpSpPr/>
            <p:nvPr/>
          </p:nvGrpSpPr>
          <p:grpSpPr>
            <a:xfrm>
              <a:off x="7820573" y="1381613"/>
              <a:ext cx="4153881" cy="568337"/>
              <a:chOff x="7820573" y="1381613"/>
              <a:chExt cx="4153881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6DC94E44-976C-8014-4F5E-8FBBF781702A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>
                    <a:tab pos="1968500" algn="l"/>
                  </a:tabLst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4AE40B94-D0BA-5C88-6480-34A5E1A47E56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97BCED6B-4BFC-925B-F2B5-00BD2F0E3C17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8C6313B6-AA39-59E2-91BC-4EE6276AF041}"/>
                  </a:ext>
                </a:extLst>
              </p:cNvPr>
              <p:cNvSpPr/>
              <p:nvPr/>
            </p:nvSpPr>
            <p:spPr>
              <a:xfrm>
                <a:off x="9767529" y="1434131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2" name="角丸四角形 11">
                <a:extLst>
                  <a:ext uri="{FF2B5EF4-FFF2-40B4-BE49-F238E27FC236}">
                    <ns2:creationId id="{BB75B4C5-2D7A-38B7-3D90-A45313A54B15}"/>
                  </a:ext>
                </a:extLst>
              </p:cNvPr>
              <p:cNvSpPr/>
              <p:nvPr/>
            </p:nvSpPr>
            <p:spPr>
              <a:xfrm>
                <a:off x="11097706" y="1388134"/>
                <a:ext cx="876748" cy="252020"/>
              </a:xfrm>
              <a:prstGeom prst="roundRect">
                <a:avLst>
                  <a:gd name="adj" fmla="val 11656"/>
                </a:avLst>
              </a:prstGeom>
              <a:noFill/>
              <a:ln w="38100" cap="rnd" cmpd="sng" algn="ctr">
                <a:solidFill>
                  <a:srgbClr val="FF40FF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  <a:sym typeface="Trebuchet MS" panose="020B0603020202020204" pitchFamily="34" charset="0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1AFAEFE-FBF4-0425-42C2-FC5AE26716CC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E87D11F-CB73-2222-74E5-3FA64120949A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D63676E8-6087-55C4-CBB0-9EB7CE10312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【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09498396-45C2-C0D6-A099-75715CFFED05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CCBD8C04-9638-ABF7-EEED-58DE96AFC445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C4F2E0A2-8D8B-6D36-CF6E-367906B333C7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(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【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5BD5EBCE-9710-7396-D20F-9A345CCC3B4E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chemeClr val="bg1">
                    <a:alpha val="50000"/>
                  </a:scheme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77F295DE-A721-7F1E-40BC-338D77BF4A22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495C36A6-874A-952D-EE66-2A5614E77CD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4CCAB19F-EBF8-6BD4-12F7-FDDD60A1961F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FA0EEFE-38D3-06BA-F43F-98028B8D9B0B}"/>
                  </a:ext>
                </a:extLst>
              </p:cNvPr>
              <p:cNvGrpSpPr/>
              <p:nvPr/>
            </p:nvGrpSpPr>
            <p:grpSpPr>
              <a:xfrm>
                <a:off x="6204156" y="4036573"/>
                <a:ext cx="5617172" cy="2091462"/>
                <a:chOff x="370671" y="4044476"/>
                <a:chExt cx="5617172" cy="2091462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381C8FDE-3F75-3EAA-8D2F-DF71047F9DD3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96D03527-A9ED-55AC-4091-1F9973AC0803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A4A484E0-0AE6-8348-4B6E-05023FBEB980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E416F45E-1475-874C-ED8E-4ABE2A17EC78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CSV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2F0D2AF3-AE52-330B-02EA-49EFB1E0E13C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EC18A68F-4404-8C37-A3AC-FD09E2D5A690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99F8A5DA-4014-EF20-7B18-CC87FED62ACE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BC9C1356-E5F0-5843-4229-915A045A0795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6C9919F1-D201-937A-18A8-A98C274D8582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59177500-6603-9E4F-3438-898D3E3DC2CC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4097E778-38A0-2AC0-B412-B141FEEC30A9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1FAA7136-A7E4-8160-A3BF-0B1DFA5B21B3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12D126E-A22B-E907-52BA-5E56807370B3}"/>
                  </a:ext>
                </a:extLst>
              </p:cNvPr>
              <p:cNvSpPr/>
              <p:nvPr/>
            </p:nvSpPr>
            <p:spPr>
              <a:xfrm>
                <a:off x="1367662" y="5170334"/>
                <a:ext cx="1440000" cy="621222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5CDF173C-A129-8570-BE67-81D9497FF6F6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E768B27E-F361-CD07-5CC7-4CAC8583906A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D61FE11D-91BF-8537-1185-746C0A9C1100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9332A636-B4D9-4511-08AC-E44B1EF67FF4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CD3FB287-EBB4-3AED-5087-B1EDAD41AA58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526C3083-66D7-4C9E-DF3A-74345369D4CC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A66048B5-6E1D-BB0F-FD37-8350829A4351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76A4464A-E4F8-6867-2812-CF6228D65B18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br>
                    <a:rPr kumimoji="0" lang="en-US" altLang="ja-JP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</a:b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459F43E-E42C-504A-B14D-2832C3242E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8CE9D61A-46E6-6C94-A9D3-0091597C1F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261984BB-2658-4490-E26B-301DFC2241E2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7F4BFB70-54D4-0642-1551-8B1FBB255834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734D148-AB43-562C-2B2E-14E3EED70056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15820B15-6048-0A43-12A3-BF35660F8A03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43800CA4-FF49-C647-239E-06504DC5C118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0945"/>
                <a:ext cx="408089" cy="3287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2852196C-97BD-1C9B-0E60-9BB83DB8126F}"/>
                  </a:ext>
                </a:extLst>
              </p:cNvPr>
              <p:cNvCxnSpPr>
                <a:cxnSpLocks/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163324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71A2EC17-A56A-2774-1849-81B1D994FC6A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3943E17-B82B-CBED-C22C-A8E5D6E6B20F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8511A835-8358-8089-40F5-582B5C76646E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E5AE76C5-F21F-59F5-47C6-3D6890BDB965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B279CC03-C509-CB53-6CA5-FF0D17AB208C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2FEDBCFD-8AF2-788B-704B-684DA51827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5B0FF03C-BD34-A596-166C-D4D2AA5415B7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B9727332-6098-1D03-84CC-167D0EE48AD9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C36AD550-A53B-9C4C-6056-9887638585EF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903297AD-3A65-35E6-15AA-E6131DE7DE9F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0AF1CBD1-388F-1B28-5880-7487D188109C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5CF6AC47-84F6-0F35-555D-3FC9731E3120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 flipV="1">
                <a:off x="4660115" y="4738906"/>
                <a:ext cx="403725" cy="1896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B93E07F4-C527-EB91-30F2-1336338FA17B}"/>
                  </a:ext>
                </a:extLst>
              </p:cNvPr>
              <p:cNvSpPr/>
              <p:nvPr/>
            </p:nvSpPr>
            <p:spPr>
              <a:xfrm>
                <a:off x="7427843" y="2346854"/>
                <a:ext cx="1742120" cy="799305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6D547B01-4FE3-18AC-725A-BF767B1FC187}"/>
                  </a:ext>
                </a:extLst>
              </p:cNvPr>
              <p:cNvSpPr/>
              <p:nvPr/>
            </p:nvSpPr>
            <p:spPr>
              <a:xfrm>
                <a:off x="9704538" y="2501809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・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3F5406A7-134E-698A-A70B-4A98E466FFBE}"/>
                  </a:ext>
                </a:extLst>
              </p:cNvPr>
              <p:cNvSpPr/>
              <p:nvPr/>
            </p:nvSpPr>
            <p:spPr>
              <a:xfrm>
                <a:off x="6486493" y="3295454"/>
                <a:ext cx="1440000" cy="61058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C13D89DB-C1AB-0D2D-697B-AB95B5F67605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108B32B4-FF25-ECC6-94CF-4A1946D0B96E}"/>
                  </a:ext>
                </a:extLst>
              </p:cNvPr>
              <p:cNvCxnSpPr>
                <a:cxnSpLocks/>
                <a:stCxn id="25" idx="3"/>
              </p:cNvCxnSpPr>
              <p:nvPr/>
            </p:nvCxnSpPr>
            <p:spPr>
              <a:xfrm>
                <a:off x="5044037" y="3630476"/>
                <a:ext cx="1442456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D034D6DE-ED8B-FACE-84A6-5E7B2F3926C6}"/>
                  </a:ext>
                </a:extLst>
              </p:cNvPr>
              <p:cNvCxnSpPr>
                <a:cxnSpLocks/>
                <a:stCxn id="94" idx="2"/>
                <a:endCxn id="97" idx="1"/>
              </p:cNvCxnSpPr>
              <p:nvPr/>
            </p:nvCxnSpPr>
            <p:spPr>
              <a:xfrm rot="16200000" flipH="1">
                <a:off x="8238318" y="3206743"/>
                <a:ext cx="484317" cy="36314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6549534F-6CDF-80CC-DC83-7850F81DCD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0168" y="3124048"/>
                <a:ext cx="0" cy="171406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65F63580-CD8F-5EE1-5255-E78A496EDEA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401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375953F9-8B6E-868C-6CD7-46C7F366A123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69780282-2425-B502-5BEC-B1EC622B99A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78349C23-380B-4279-2292-A86F0AB315E4}"/>
                  </a:ext>
                </a:extLst>
              </p:cNvPr>
              <p:cNvSpPr/>
              <p:nvPr/>
            </p:nvSpPr>
            <p:spPr>
              <a:xfrm>
                <a:off x="9190188" y="5205554"/>
                <a:ext cx="1580793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49473D2F-7C94-0622-2640-7FDF60EE9684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24840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4D465EE7-2B54-9BE4-B468-096BC553A04A}"/>
                  </a:ext>
                </a:extLst>
              </p:cNvPr>
              <p:cNvSpPr/>
              <p:nvPr/>
            </p:nvSpPr>
            <p:spPr>
              <a:xfrm>
                <a:off x="8646025" y="4451652"/>
                <a:ext cx="1456026" cy="644725"/>
              </a:xfrm>
              <a:prstGeom prst="roundRect">
                <a:avLst>
                  <a:gd name="adj" fmla="val 12747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45BEBBAB-7FB6-F7F2-B28F-D6BE39445B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5BEE5977-92EB-D188-8E96-70E531FE23C9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693B1BBE-CBFC-A09B-BB15-004623BBE2E2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A06A0654-C6B2-2A4E-BA71-B3D0AE04191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7403CBA-47BC-45BE-0322-F62042A2DDED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A9457E9A-6EB7-D9B6-0AE7-2F124DA99C37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9169963" y="2746507"/>
                <a:ext cx="53457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FD7FC8DC-6878-43A0-C8A9-31AD8DFBF612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59DDF327-65E2-DF0E-0348-C37F981085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58467298-D4CD-3F9D-F7E7-B61252C394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63730269-9B7E-C6CC-2DAE-69F3A599D2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C598E49B-29ED-2AAB-AEFB-29A41050A1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E88A9B21-8C47-2847-B403-D80EEF62E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ABD8E0B5-7D5C-275B-E6A9-77F0918765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0C2D3F28-5CE3-46B1-D178-0442E607BD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764B8153-5507-B90F-843A-FB2EECFB3761}"/>
                  </a:ext>
                </a:extLst>
              </p:cNvPr>
              <p:cNvSpPr/>
              <p:nvPr/>
            </p:nvSpPr>
            <p:spPr>
              <a:xfrm>
                <a:off x="7926493" y="3152378"/>
                <a:ext cx="372410" cy="244336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32664985-C524-2FFA-DA5F-F8CCE56CA280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" name="Rectangle: Rounded Corners 66">
                <a:extLst>
                  <a:ext uri="{FF2B5EF4-FFF2-40B4-BE49-F238E27FC236}">
                    <ns2:creationId id="{E551B0D9-6289-1545-D046-32CA48E1DC0A}"/>
                  </a:ext>
                </a:extLst>
              </p:cNvPr>
              <p:cNvSpPr/>
              <p:nvPr/>
            </p:nvSpPr>
            <p:spPr>
              <a:xfrm>
                <a:off x="5367275" y="2612772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2669A979-F730-BEED-F570-C371DF901658}"/>
                  </a:ext>
                </a:extLst>
              </p:cNvPr>
              <p:cNvSpPr/>
              <p:nvPr/>
            </p:nvSpPr>
            <p:spPr>
              <a:xfrm>
                <a:off x="10154476" y="4143023"/>
                <a:ext cx="1646567" cy="644724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6" name="Rectangle: Rounded Corners 66">
                <a:extLst>
                  <a:ext uri="{FF2B5EF4-FFF2-40B4-BE49-F238E27FC236}">
                    <ns2:creationId id="{0EA471E3-B61A-E217-92EC-C703492C07E8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</p:grpSp>
      </p:grpSp>
      <p:sp>
        <p:nvSpPr>
          <p:cNvPr id="33" name="Rectangle: Rounded Corners 66">
            <a:extLst>
              <a:ext uri="{FF2B5EF4-FFF2-40B4-BE49-F238E27FC236}">
                <ns2:creationId id="{9C29F6EE-6985-B350-E79F-1B5CA4867124}"/>
              </a:ext>
            </a:extLst>
          </p:cNvPr>
          <p:cNvSpPr/>
          <p:nvPr/>
        </p:nvSpPr>
        <p:spPr>
          <a:xfrm>
            <a:off x="4303326" y="4396487"/>
            <a:ext cx="828000" cy="246845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0" lang="en-US" altLang="ja-JP" sz="900" b="0" i="0" u="none" strike="noStrike" kern="0" cap="none" spc="0" normalizeH="0" baseline="0" noProof="0" dirty="0">
              <a:ln>
                <a:noFill/>
              </a:ln>
              <a:solidFill>
                <a:srgbClr val="575757">
                  <a:lumMod val="75000"/>
                </a:srgb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Rectangle: Rounded Corners 66">
            <a:extLst>
              <a:ext uri="{FF2B5EF4-FFF2-40B4-BE49-F238E27FC236}">
                <ns2:creationId id="{74AD79B0-0E15-1881-765B-A72097C086E7}"/>
              </a:ext>
            </a:extLst>
          </p:cNvPr>
          <p:cNvSpPr/>
          <p:nvPr/>
        </p:nvSpPr>
        <p:spPr>
          <a:xfrm>
            <a:off x="4873831" y="5169006"/>
            <a:ext cx="792000" cy="180000"/>
          </a:xfrm>
          <a:prstGeom prst="roundRect">
            <a:avLst>
              <a:gd name="adj" fmla="val 12747"/>
            </a:avLst>
          </a:prstGeom>
          <a:solidFill>
            <a:schemeClr val="bg1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buClr>
                <a:srgbClr val="008D2E"/>
              </a:buClr>
            </a:pPr>
            <a:r>
              <a:rPr kumimoji="0" lang="ja-JP" altLang="en-US" sz="900" kern="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900" kern="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21034715"/>
      </p:ext>
    </p:extLst>
  </p:cSld>
  <p:clrMapOvr>
    <a:masterClrMapping/>
  </p:clrMapOvr>
</p:sld>
</file>

<file path=ppt/slides/slide3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4EBF67-37DB-5E41-0DB4-7267447E8C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05CA31D-F0CC-E904-DAE0-83875AE35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例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C705D0ED-FFEF-A212-2A9E-143EB324A8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251635" y="6169920"/>
            <a:ext cx="568890" cy="144000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303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123" name="グループ化 122">
            <a:extLst>
              <a:ext uri="{FF2B5EF4-FFF2-40B4-BE49-F238E27FC236}">
                <ns2:creationId id="{C207F06D-95E7-D439-B1DA-12C98B6A5D88}"/>
              </a:ext>
            </a:extLst>
          </p:cNvPr>
          <p:cNvGrpSpPr/>
          <p:nvPr/>
        </p:nvGrpSpPr>
        <p:grpSpPr>
          <a:xfrm>
            <a:off x="368539" y="1160398"/>
            <a:ext cx="11451987" cy="4963173"/>
            <a:chOff x="368539" y="1160398"/>
            <a:chExt cx="11451987" cy="4963173"/>
          </a:xfrm>
        </p:grpSpPr>
        <p:sp>
          <p:nvSpPr>
            <p:cNvPr id="4" name="四角形: 角を丸くする 6">
              <a:extLst>
                <a:ext uri="{FF2B5EF4-FFF2-40B4-BE49-F238E27FC236}">
                  <ns2:creationId id="{C45E1B0E-E907-CB21-D6FB-BE564C86585A}"/>
                </a:ext>
              </a:extLst>
            </p:cNvPr>
            <p:cNvSpPr/>
            <p:nvPr/>
          </p:nvSpPr>
          <p:spPr>
            <a:xfrm>
              <a:off x="375415" y="132318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" name="四角形: 角を丸くする 6">
              <a:extLst>
                <a:ext uri="{FF2B5EF4-FFF2-40B4-BE49-F238E27FC236}">
                  <ns2:creationId id="{491118EB-BEEE-1534-7292-06E6CCC6943F}"/>
                </a:ext>
              </a:extLst>
            </p:cNvPr>
            <p:cNvSpPr/>
            <p:nvPr/>
          </p:nvSpPr>
          <p:spPr>
            <a:xfrm>
              <a:off x="375415" y="221177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" name="四角形: 角を丸くする 6">
              <a:extLst>
                <a:ext uri="{FF2B5EF4-FFF2-40B4-BE49-F238E27FC236}">
                  <ns2:creationId id="{90A3D50B-F850-7584-BBF6-13B84E66DCA2}"/>
                </a:ext>
              </a:extLst>
            </p:cNvPr>
            <p:cNvSpPr/>
            <p:nvPr/>
          </p:nvSpPr>
          <p:spPr>
            <a:xfrm>
              <a:off x="375415" y="4413460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0" name="四角形: 角を丸くする 6">
              <a:extLst>
                <a:ext uri="{FF2B5EF4-FFF2-40B4-BE49-F238E27FC236}">
                  <ns2:creationId id="{8BF4656D-A018-B69E-2CCC-AAC9E5512C16}"/>
                </a:ext>
              </a:extLst>
            </p:cNvPr>
            <p:cNvSpPr/>
            <p:nvPr/>
          </p:nvSpPr>
          <p:spPr>
            <a:xfrm>
              <a:off x="368539" y="3516125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2" name="四角形: 角を丸くする 6">
              <a:extLst>
                <a:ext uri="{FF2B5EF4-FFF2-40B4-BE49-F238E27FC236}">
                  <ns2:creationId id="{3A14C9B0-A032-D434-F21C-6D11862007E0}"/>
                </a:ext>
              </a:extLst>
            </p:cNvPr>
            <p:cNvSpPr/>
            <p:nvPr/>
          </p:nvSpPr>
          <p:spPr>
            <a:xfrm>
              <a:off x="2512474" y="116039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" name="四角形: 角を丸くする 6">
              <a:extLst>
                <a:ext uri="{FF2B5EF4-FFF2-40B4-BE49-F238E27FC236}">
                  <ns2:creationId id="{81CE5391-8A7F-0624-C279-83149BAEA7C8}"/>
                </a:ext>
              </a:extLst>
            </p:cNvPr>
            <p:cNvSpPr/>
            <p:nvPr/>
          </p:nvSpPr>
          <p:spPr>
            <a:xfrm>
              <a:off x="4492473" y="116039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Excel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" name="四角形: 角を丸くする 6">
              <a:extLst>
                <a:ext uri="{FF2B5EF4-FFF2-40B4-BE49-F238E27FC236}">
                  <ns2:creationId id="{A496F608-1D72-DBCD-1D58-E0AD4F7AA4B3}"/>
                </a:ext>
              </a:extLst>
            </p:cNvPr>
            <p:cNvSpPr/>
            <p:nvPr/>
          </p:nvSpPr>
          <p:spPr>
            <a:xfrm>
              <a:off x="2512473" y="134187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7" name="四角形: 角を丸くする 6">
              <a:extLst>
                <a:ext uri="{FF2B5EF4-FFF2-40B4-BE49-F238E27FC236}">
                  <ns2:creationId id="{1858D4C5-ED61-4DFB-ED06-CD6FF238ED83}"/>
                </a:ext>
              </a:extLst>
            </p:cNvPr>
            <p:cNvSpPr/>
            <p:nvPr/>
          </p:nvSpPr>
          <p:spPr>
            <a:xfrm>
              <a:off x="4492472" y="134187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8" name="四角形: 角を丸くする 6">
              <a:extLst>
                <a:ext uri="{FF2B5EF4-FFF2-40B4-BE49-F238E27FC236}">
                  <ns2:creationId id="{1D6ECC84-CFC9-5EDB-796E-2B35E686AF7E}"/>
                </a:ext>
              </a:extLst>
            </p:cNvPr>
            <p:cNvSpPr/>
            <p:nvPr/>
          </p:nvSpPr>
          <p:spPr>
            <a:xfrm>
              <a:off x="2512476" y="152335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6">
              <a:extLst>
                <a:ext uri="{FF2B5EF4-FFF2-40B4-BE49-F238E27FC236}">
                  <ns2:creationId id="{F9A1D571-B2A5-5A9A-9A4B-0941A7318397}"/>
                </a:ext>
              </a:extLst>
            </p:cNvPr>
            <p:cNvSpPr/>
            <p:nvPr/>
          </p:nvSpPr>
          <p:spPr>
            <a:xfrm>
              <a:off x="4492475" y="152335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0" name="四角形: 角を丸くする 6">
              <a:extLst>
                <a:ext uri="{FF2B5EF4-FFF2-40B4-BE49-F238E27FC236}">
                  <ns2:creationId id="{8ED46347-FA2D-BB5B-760F-323D2EA15C2E}"/>
                </a:ext>
              </a:extLst>
            </p:cNvPr>
            <p:cNvSpPr/>
            <p:nvPr/>
          </p:nvSpPr>
          <p:spPr>
            <a:xfrm>
              <a:off x="2512475" y="170482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1" name="四角形: 角を丸くする 6">
              <a:extLst>
                <a:ext uri="{FF2B5EF4-FFF2-40B4-BE49-F238E27FC236}">
                  <ns2:creationId id="{C7BDDF3C-0B9A-2600-7B50-AA243889893E}"/>
                </a:ext>
              </a:extLst>
            </p:cNvPr>
            <p:cNvSpPr/>
            <p:nvPr/>
          </p:nvSpPr>
          <p:spPr>
            <a:xfrm>
              <a:off x="4492474" y="170482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2" name="四角形: 角を丸くする 6">
              <a:extLst>
                <a:ext uri="{FF2B5EF4-FFF2-40B4-BE49-F238E27FC236}">
                  <ns2:creationId id="{1C7A7926-0B69-1AE5-DF18-10802AE220B7}"/>
                </a:ext>
              </a:extLst>
            </p:cNvPr>
            <p:cNvSpPr/>
            <p:nvPr/>
          </p:nvSpPr>
          <p:spPr>
            <a:xfrm>
              <a:off x="2512471" y="188630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3" name="四角形: 角を丸くする 6">
              <a:extLst>
                <a:ext uri="{FF2B5EF4-FFF2-40B4-BE49-F238E27FC236}">
                  <ns2:creationId id="{451268D5-3992-831E-3CF2-6C2975DB55DD}"/>
                </a:ext>
              </a:extLst>
            </p:cNvPr>
            <p:cNvSpPr/>
            <p:nvPr/>
          </p:nvSpPr>
          <p:spPr>
            <a:xfrm>
              <a:off x="4492470" y="188630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4" name="四角形: 角を丸くする 6">
              <a:extLst>
                <a:ext uri="{FF2B5EF4-FFF2-40B4-BE49-F238E27FC236}">
                  <ns2:creationId id="{011024A6-5AEE-C601-F45C-027F71A2A384}"/>
                </a:ext>
              </a:extLst>
            </p:cNvPr>
            <p:cNvSpPr/>
            <p:nvPr/>
          </p:nvSpPr>
          <p:spPr>
            <a:xfrm>
              <a:off x="2512470" y="206777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5" name="四角形: 角を丸くする 6">
              <a:extLst>
                <a:ext uri="{FF2B5EF4-FFF2-40B4-BE49-F238E27FC236}">
                  <ns2:creationId id="{071406D1-6B3A-A9D3-3EBA-967B26C02A97}"/>
                </a:ext>
              </a:extLst>
            </p:cNvPr>
            <p:cNvSpPr/>
            <p:nvPr/>
          </p:nvSpPr>
          <p:spPr>
            <a:xfrm>
              <a:off x="4492469" y="206777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6" name="四角形: 角を丸くする 6">
              <a:extLst>
                <a:ext uri="{FF2B5EF4-FFF2-40B4-BE49-F238E27FC236}">
                  <ns2:creationId id="{79479214-4063-8AC5-002D-FA43282B026D}"/>
                </a:ext>
              </a:extLst>
            </p:cNvPr>
            <p:cNvSpPr/>
            <p:nvPr/>
          </p:nvSpPr>
          <p:spPr>
            <a:xfrm>
              <a:off x="2512473" y="224925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7" name="四角形: 角を丸くする 6">
              <a:extLst>
                <a:ext uri="{FF2B5EF4-FFF2-40B4-BE49-F238E27FC236}">
                  <ns2:creationId id="{F3CF1766-A9DB-DA87-717D-FD8C852A667C}"/>
                </a:ext>
              </a:extLst>
            </p:cNvPr>
            <p:cNvSpPr/>
            <p:nvPr/>
          </p:nvSpPr>
          <p:spPr>
            <a:xfrm>
              <a:off x="4492472" y="224925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A2A7EAF6-4ED5-0A26-FF6B-8982348539BE}"/>
                </a:ext>
              </a:extLst>
            </p:cNvPr>
            <p:cNvSpPr/>
            <p:nvPr/>
          </p:nvSpPr>
          <p:spPr>
            <a:xfrm>
              <a:off x="2512472" y="243073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9" name="四角形: 角を丸くする 6">
              <a:extLst>
                <a:ext uri="{FF2B5EF4-FFF2-40B4-BE49-F238E27FC236}">
                  <ns2:creationId id="{5C952747-F0CB-1A4F-1BBB-12B1D86D80CE}"/>
                </a:ext>
              </a:extLst>
            </p:cNvPr>
            <p:cNvSpPr/>
            <p:nvPr/>
          </p:nvSpPr>
          <p:spPr>
            <a:xfrm>
              <a:off x="4492471" y="243073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27BE6114-FCC8-0EBD-C5FE-4DBCF7374F8D}"/>
                </a:ext>
              </a:extLst>
            </p:cNvPr>
            <p:cNvSpPr/>
            <p:nvPr/>
          </p:nvSpPr>
          <p:spPr>
            <a:xfrm>
              <a:off x="2512474" y="261220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1" name="四角形: 角を丸くする 6">
              <a:extLst>
                <a:ext uri="{FF2B5EF4-FFF2-40B4-BE49-F238E27FC236}">
                  <ns2:creationId id="{C7409206-04E9-23E7-CFB2-F476F5A35D5E}"/>
                </a:ext>
              </a:extLst>
            </p:cNvPr>
            <p:cNvSpPr/>
            <p:nvPr/>
          </p:nvSpPr>
          <p:spPr>
            <a:xfrm>
              <a:off x="4492473" y="261220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7DFF4C13-6238-506D-32CF-F642EFCC7C20}"/>
                </a:ext>
              </a:extLst>
            </p:cNvPr>
            <p:cNvSpPr/>
            <p:nvPr/>
          </p:nvSpPr>
          <p:spPr>
            <a:xfrm>
              <a:off x="2512473" y="279368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2ACA3FBC-1CFC-F9A3-481A-E785CAA78C2C}"/>
                </a:ext>
              </a:extLst>
            </p:cNvPr>
            <p:cNvSpPr/>
            <p:nvPr/>
          </p:nvSpPr>
          <p:spPr>
            <a:xfrm>
              <a:off x="4492472" y="279368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614296A1-3359-9FCC-00CF-27AAB66F770E}"/>
                </a:ext>
              </a:extLst>
            </p:cNvPr>
            <p:cNvSpPr/>
            <p:nvPr/>
          </p:nvSpPr>
          <p:spPr>
            <a:xfrm>
              <a:off x="2512476" y="297515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C35115C6-8CE3-A5CB-60F0-F2BBD1FC157F}"/>
                </a:ext>
              </a:extLst>
            </p:cNvPr>
            <p:cNvSpPr/>
            <p:nvPr/>
          </p:nvSpPr>
          <p:spPr>
            <a:xfrm>
              <a:off x="4492475" y="297515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6">
              <a:extLst>
                <a:ext uri="{FF2B5EF4-FFF2-40B4-BE49-F238E27FC236}">
                  <ns2:creationId id="{660E657B-819F-7E31-A4FD-B159CBA1491B}"/>
                </a:ext>
              </a:extLst>
            </p:cNvPr>
            <p:cNvSpPr/>
            <p:nvPr/>
          </p:nvSpPr>
          <p:spPr>
            <a:xfrm>
              <a:off x="2512475" y="315663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86BB7EF3-AFF6-808C-F71B-9A09FA9880F3}"/>
                </a:ext>
              </a:extLst>
            </p:cNvPr>
            <p:cNvSpPr/>
            <p:nvPr/>
          </p:nvSpPr>
          <p:spPr>
            <a:xfrm>
              <a:off x="4492474" y="315663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8" name="四角形: 角を丸くする 6">
              <a:extLst>
                <a:ext uri="{FF2B5EF4-FFF2-40B4-BE49-F238E27FC236}">
                  <ns2:creationId id="{6F483F76-DAC9-49CE-A323-DFD8B187B2EE}"/>
                </a:ext>
              </a:extLst>
            </p:cNvPr>
            <p:cNvSpPr/>
            <p:nvPr/>
          </p:nvSpPr>
          <p:spPr>
            <a:xfrm>
              <a:off x="2512474" y="333811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9" name="四角形: 角を丸くする 6">
              <a:extLst>
                <a:ext uri="{FF2B5EF4-FFF2-40B4-BE49-F238E27FC236}">
                  <ns2:creationId id="{FD5815A4-5CCF-70F0-8BF3-BCCD12978186}"/>
                </a:ext>
              </a:extLst>
            </p:cNvPr>
            <p:cNvSpPr/>
            <p:nvPr/>
          </p:nvSpPr>
          <p:spPr>
            <a:xfrm>
              <a:off x="4492473" y="333811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0" name="四角形: 角を丸くする 6">
              <a:extLst>
                <a:ext uri="{FF2B5EF4-FFF2-40B4-BE49-F238E27FC236}">
                  <ns2:creationId id="{D9B31A99-5A7B-7608-056B-2E8B0EE9C590}"/>
                </a:ext>
              </a:extLst>
            </p:cNvPr>
            <p:cNvSpPr/>
            <p:nvPr/>
          </p:nvSpPr>
          <p:spPr>
            <a:xfrm>
              <a:off x="2512473" y="351958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1" name="四角形: 角を丸くする 6">
              <a:extLst>
                <a:ext uri="{FF2B5EF4-FFF2-40B4-BE49-F238E27FC236}">
                  <ns2:creationId id="{B7BB8B3D-4609-2390-B9B0-5EF9A982D698}"/>
                </a:ext>
              </a:extLst>
            </p:cNvPr>
            <p:cNvSpPr/>
            <p:nvPr/>
          </p:nvSpPr>
          <p:spPr>
            <a:xfrm>
              <a:off x="4492472" y="351958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2" name="四角形: 角を丸くする 6">
              <a:extLst>
                <a:ext uri="{FF2B5EF4-FFF2-40B4-BE49-F238E27FC236}">
                  <ns2:creationId id="{D3F4759E-0A91-2099-82D0-63A1FB726A2E}"/>
                </a:ext>
              </a:extLst>
            </p:cNvPr>
            <p:cNvSpPr/>
            <p:nvPr/>
          </p:nvSpPr>
          <p:spPr>
            <a:xfrm>
              <a:off x="2512476" y="370106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3" name="四角形: 角を丸くする 6">
              <a:extLst>
                <a:ext uri="{FF2B5EF4-FFF2-40B4-BE49-F238E27FC236}">
                  <ns2:creationId id="{EE3CC2CC-D318-E942-C672-FE72D5696BA1}"/>
                </a:ext>
              </a:extLst>
            </p:cNvPr>
            <p:cNvSpPr/>
            <p:nvPr/>
          </p:nvSpPr>
          <p:spPr>
            <a:xfrm>
              <a:off x="4492475" y="370106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四角形: 角を丸くする 6">
              <a:extLst>
                <a:ext uri="{FF2B5EF4-FFF2-40B4-BE49-F238E27FC236}">
                  <ns2:creationId id="{530CCCAD-2DE0-5C96-E91F-E04ED4E642A1}"/>
                </a:ext>
              </a:extLst>
            </p:cNvPr>
            <p:cNvSpPr/>
            <p:nvPr/>
          </p:nvSpPr>
          <p:spPr>
            <a:xfrm>
              <a:off x="2512475" y="388253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5" name="四角形: 角を丸くする 6">
              <a:extLst>
                <a:ext uri="{FF2B5EF4-FFF2-40B4-BE49-F238E27FC236}">
                  <ns2:creationId id="{0E285FD9-A399-FA6B-50B6-05BB4D4FC1DA}"/>
                </a:ext>
              </a:extLst>
            </p:cNvPr>
            <p:cNvSpPr/>
            <p:nvPr/>
          </p:nvSpPr>
          <p:spPr>
            <a:xfrm>
              <a:off x="4492474" y="388253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6" name="四角形: 角を丸くする 6">
              <a:extLst>
                <a:ext uri="{FF2B5EF4-FFF2-40B4-BE49-F238E27FC236}">
                  <ns2:creationId id="{CD062D06-0F25-976D-DC52-BB0B0ADC2B8D}"/>
                </a:ext>
              </a:extLst>
            </p:cNvPr>
            <p:cNvSpPr/>
            <p:nvPr/>
          </p:nvSpPr>
          <p:spPr>
            <a:xfrm>
              <a:off x="2512474" y="406401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7" name="四角形: 角を丸くする 6">
              <a:extLst>
                <a:ext uri="{FF2B5EF4-FFF2-40B4-BE49-F238E27FC236}">
                  <ns2:creationId id="{8EB36BBA-151F-A23B-B46A-02DED2704342}"/>
                </a:ext>
              </a:extLst>
            </p:cNvPr>
            <p:cNvSpPr/>
            <p:nvPr/>
          </p:nvSpPr>
          <p:spPr>
            <a:xfrm>
              <a:off x="4492473" y="406401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8" name="四角形: 角を丸くする 6">
              <a:extLst>
                <a:ext uri="{FF2B5EF4-FFF2-40B4-BE49-F238E27FC236}">
                  <ns2:creationId id="{011BCDC8-39A6-C1EC-D2DD-1D3E944EF015}"/>
                </a:ext>
              </a:extLst>
            </p:cNvPr>
            <p:cNvSpPr/>
            <p:nvPr/>
          </p:nvSpPr>
          <p:spPr>
            <a:xfrm>
              <a:off x="2512473" y="424549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9" name="四角形: 角を丸くする 6">
              <a:extLst>
                <a:ext uri="{FF2B5EF4-FFF2-40B4-BE49-F238E27FC236}">
                  <ns2:creationId id="{F7CCE74C-9A3A-9768-06FE-4673429983FD}"/>
                </a:ext>
              </a:extLst>
            </p:cNvPr>
            <p:cNvSpPr/>
            <p:nvPr/>
          </p:nvSpPr>
          <p:spPr>
            <a:xfrm>
              <a:off x="4492472" y="424549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0" name="四角形: 角を丸くする 6">
              <a:extLst>
                <a:ext uri="{FF2B5EF4-FFF2-40B4-BE49-F238E27FC236}">
                  <ns2:creationId id="{34086892-7FC3-CD9A-1FF8-A3641014A2E4}"/>
                </a:ext>
              </a:extLst>
            </p:cNvPr>
            <p:cNvSpPr/>
            <p:nvPr/>
          </p:nvSpPr>
          <p:spPr>
            <a:xfrm>
              <a:off x="2512476" y="442696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1" name="四角形: 角を丸くする 6">
              <a:extLst>
                <a:ext uri="{FF2B5EF4-FFF2-40B4-BE49-F238E27FC236}">
                  <ns2:creationId id="{25FA2A90-25C5-BFC9-F66C-2DABA52AE99D}"/>
                </a:ext>
              </a:extLst>
            </p:cNvPr>
            <p:cNvSpPr/>
            <p:nvPr/>
          </p:nvSpPr>
          <p:spPr>
            <a:xfrm>
              <a:off x="4492475" y="442696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2" name="四角形: 角を丸くする 6">
              <a:extLst>
                <a:ext uri="{FF2B5EF4-FFF2-40B4-BE49-F238E27FC236}">
                  <ns2:creationId id="{CD6C093B-5EA3-4F85-7692-C67C011272BE}"/>
                </a:ext>
              </a:extLst>
            </p:cNvPr>
            <p:cNvSpPr/>
            <p:nvPr/>
          </p:nvSpPr>
          <p:spPr>
            <a:xfrm>
              <a:off x="2512475" y="460844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3" name="四角形: 角を丸くする 6">
              <a:extLst>
                <a:ext uri="{FF2B5EF4-FFF2-40B4-BE49-F238E27FC236}">
                  <ns2:creationId id="{636DC0DA-5829-BD60-39D5-D5B802084414}"/>
                </a:ext>
              </a:extLst>
            </p:cNvPr>
            <p:cNvSpPr/>
            <p:nvPr/>
          </p:nvSpPr>
          <p:spPr>
            <a:xfrm>
              <a:off x="4492474" y="460844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4" name="四角形: 角を丸くする 6">
              <a:extLst>
                <a:ext uri="{FF2B5EF4-FFF2-40B4-BE49-F238E27FC236}">
                  <ns2:creationId id="{AE803368-C072-0E84-B628-AFF4378D2FA7}"/>
                </a:ext>
              </a:extLst>
            </p:cNvPr>
            <p:cNvSpPr/>
            <p:nvPr/>
          </p:nvSpPr>
          <p:spPr>
            <a:xfrm>
              <a:off x="2512474" y="478991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四角形: 角を丸くする 6">
              <a:extLst>
                <a:ext uri="{FF2B5EF4-FFF2-40B4-BE49-F238E27FC236}">
                  <ns2:creationId id="{022C24A8-17FB-A1C8-1221-1147A0F3A0F0}"/>
                </a:ext>
              </a:extLst>
            </p:cNvPr>
            <p:cNvSpPr/>
            <p:nvPr/>
          </p:nvSpPr>
          <p:spPr>
            <a:xfrm>
              <a:off x="4492473" y="478991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6" name="四角形: 角を丸くする 6">
              <a:extLst>
                <a:ext uri="{FF2B5EF4-FFF2-40B4-BE49-F238E27FC236}">
                  <ns2:creationId id="{AF366165-5B62-B310-2A95-4D25277F81DB}"/>
                </a:ext>
              </a:extLst>
            </p:cNvPr>
            <p:cNvSpPr/>
            <p:nvPr/>
          </p:nvSpPr>
          <p:spPr>
            <a:xfrm>
              <a:off x="2512473" y="4985794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7" name="四角形: 角を丸くする 6">
              <a:extLst>
                <a:ext uri="{FF2B5EF4-FFF2-40B4-BE49-F238E27FC236}">
                  <ns2:creationId id="{D7C3B006-0E2C-00E5-A5BB-B7F3A753BF23}"/>
                </a:ext>
              </a:extLst>
            </p:cNvPr>
            <p:cNvSpPr/>
            <p:nvPr/>
          </p:nvSpPr>
          <p:spPr>
            <a:xfrm>
              <a:off x="4492472" y="4985794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8" name="四角形: 角を丸くする 6">
              <a:extLst>
                <a:ext uri="{FF2B5EF4-FFF2-40B4-BE49-F238E27FC236}">
                  <ns2:creationId id="{AC7B1F4E-8C76-1E71-FCE4-C439FB005DB0}"/>
                </a:ext>
              </a:extLst>
            </p:cNvPr>
            <p:cNvSpPr/>
            <p:nvPr/>
          </p:nvSpPr>
          <p:spPr>
            <a:xfrm>
              <a:off x="2512476" y="5181670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9" name="四角形: 角を丸くする 6">
              <a:extLst>
                <a:ext uri="{FF2B5EF4-FFF2-40B4-BE49-F238E27FC236}">
                  <ns2:creationId id="{38E57B10-DDA3-C559-EBA1-1FC489A9E5E5}"/>
                </a:ext>
              </a:extLst>
            </p:cNvPr>
            <p:cNvSpPr/>
            <p:nvPr/>
          </p:nvSpPr>
          <p:spPr>
            <a:xfrm>
              <a:off x="4492475" y="5181670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0" name="四角形: 角を丸くする 6">
              <a:extLst>
                <a:ext uri="{FF2B5EF4-FFF2-40B4-BE49-F238E27FC236}">
                  <ns2:creationId id="{7768EACE-BC27-D692-442B-077F92BB8F14}"/>
                </a:ext>
              </a:extLst>
            </p:cNvPr>
            <p:cNvSpPr/>
            <p:nvPr/>
          </p:nvSpPr>
          <p:spPr>
            <a:xfrm>
              <a:off x="2512475" y="5377546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C157EE0F-6293-4363-87BF-2D89182E4FE5}"/>
                </a:ext>
              </a:extLst>
            </p:cNvPr>
            <p:cNvSpPr/>
            <p:nvPr/>
          </p:nvSpPr>
          <p:spPr>
            <a:xfrm>
              <a:off x="4492474" y="5377546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2" name="四角形: 角を丸くする 6">
              <a:extLst>
                <a:ext uri="{FF2B5EF4-FFF2-40B4-BE49-F238E27FC236}">
                  <ns2:creationId id="{D904CA8E-CBA3-22D2-6E1C-628895844D87}"/>
                </a:ext>
              </a:extLst>
            </p:cNvPr>
            <p:cNvSpPr/>
            <p:nvPr/>
          </p:nvSpPr>
          <p:spPr>
            <a:xfrm>
              <a:off x="2512470" y="5573422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5D93FDE5-CD55-EBCE-EC5D-9E1D078E0C90}"/>
                </a:ext>
              </a:extLst>
            </p:cNvPr>
            <p:cNvSpPr/>
            <p:nvPr/>
          </p:nvSpPr>
          <p:spPr>
            <a:xfrm>
              <a:off x="4492469" y="5573422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">
              <a:extLst>
                <a:ext uri="{FF2B5EF4-FFF2-40B4-BE49-F238E27FC236}">
                  <ns2:creationId id="{6B48F3BE-96DB-E03F-C599-D65D764FF375}"/>
                </a:ext>
              </a:extLst>
            </p:cNvPr>
            <p:cNvSpPr/>
            <p:nvPr/>
          </p:nvSpPr>
          <p:spPr>
            <a:xfrm>
              <a:off x="2512469" y="576929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">
              <a:extLst>
                <a:ext uri="{FF2B5EF4-FFF2-40B4-BE49-F238E27FC236}">
                  <ns2:creationId id="{7F3FC39B-03AD-BC02-FEA9-FA1AC0DB3242}"/>
                </a:ext>
              </a:extLst>
            </p:cNvPr>
            <p:cNvSpPr/>
            <p:nvPr/>
          </p:nvSpPr>
          <p:spPr>
            <a:xfrm>
              <a:off x="4492468" y="576929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ECA87E45-5840-B003-66D3-6415B906C733}"/>
                </a:ext>
              </a:extLst>
            </p:cNvPr>
            <p:cNvSpPr/>
            <p:nvPr/>
          </p:nvSpPr>
          <p:spPr>
            <a:xfrm>
              <a:off x="2512475" y="5965171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71A49B00-5321-ABD1-10E0-5A81B7277DC7}"/>
                </a:ext>
              </a:extLst>
            </p:cNvPr>
            <p:cNvSpPr/>
            <p:nvPr/>
          </p:nvSpPr>
          <p:spPr>
            <a:xfrm>
              <a:off x="4492474" y="5965171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71" name="コネクタ: カギ線 70">
              <a:extLst>
                <a:ext uri="{FF2B5EF4-FFF2-40B4-BE49-F238E27FC236}">
                  <ns2:creationId id="{45F16320-3D0A-C16D-0061-CB1D5FB2AECE}"/>
                </a:ext>
              </a:extLst>
            </p:cNvPr>
            <p:cNvCxnSpPr>
              <a:stCxn id="12" idx="1"/>
              <a:endCxn id="18" idx="1"/>
            </p:cNvCxnSpPr>
            <p:nvPr/>
          </p:nvCxnSpPr>
          <p:spPr>
            <a:xfrm rot="10800000" flipH="1" flipV="1">
              <a:off x="2512474" y="1232398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E02D8BFB-14A7-C0FB-8FFE-D075E1037326}"/>
                </a:ext>
              </a:extLst>
            </p:cNvPr>
            <p:cNvCxnSpPr>
              <a:cxnSpLocks/>
              <a:stCxn id="16" idx="1"/>
              <a:endCxn id="4" idx="3"/>
            </p:cNvCxnSpPr>
            <p:nvPr/>
          </p:nvCxnSpPr>
          <p:spPr>
            <a:xfrm flipH="1" flipV="1">
              <a:off x="1959415" y="1413188"/>
              <a:ext cx="553058" cy="686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360A17BC-E79F-5A40-08C0-2D13D288488A}"/>
                </a:ext>
              </a:extLst>
            </p:cNvPr>
            <p:cNvCxnSpPr>
              <a:stCxn id="20" idx="1"/>
              <a:endCxn id="32" idx="1"/>
            </p:cNvCxnSpPr>
            <p:nvPr/>
          </p:nvCxnSpPr>
          <p:spPr>
            <a:xfrm rot="10800000" flipV="1">
              <a:off x="2512473" y="1776826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ns2:creationId id="{2FF58513-F62C-D88E-152E-0D6CAE3401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47894" y="2302283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3">
              <a:extLst>
                <a:ext uri="{FF2B5EF4-FFF2-40B4-BE49-F238E27FC236}">
                  <ns2:creationId id="{F1C9D097-8B31-D348-2A7E-68D10FDD2B8A}"/>
                </a:ext>
              </a:extLst>
            </p:cNvPr>
            <p:cNvCxnSpPr>
              <a:stCxn id="34" idx="1"/>
              <a:endCxn id="46" idx="1"/>
            </p:cNvCxnSpPr>
            <p:nvPr/>
          </p:nvCxnSpPr>
          <p:spPr>
            <a:xfrm rot="10800000" flipV="1">
              <a:off x="2512474" y="3047158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ns2:creationId id="{99386EAF-652B-E2D7-9F3D-8DB82636CA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52909" y="3603106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3AAAB0B5-FDBC-ABCB-47DD-72BD9CDF24A4}"/>
                </a:ext>
              </a:extLst>
            </p:cNvPr>
            <p:cNvCxnSpPr>
              <a:stCxn id="48" idx="1"/>
              <a:endCxn id="52" idx="1"/>
            </p:cNvCxnSpPr>
            <p:nvPr/>
          </p:nvCxnSpPr>
          <p:spPr>
            <a:xfrm rot="10800000" flipH="1" flipV="1">
              <a:off x="2512473" y="4317490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7E7BE7BE-772B-C652-2C9C-0DAF08539E91}"/>
                </a:ext>
              </a:extLst>
            </p:cNvPr>
            <p:cNvCxnSpPr>
              <a:cxnSpLocks/>
              <a:stCxn id="50" idx="1"/>
              <a:endCxn id="9" idx="3"/>
            </p:cNvCxnSpPr>
            <p:nvPr/>
          </p:nvCxnSpPr>
          <p:spPr>
            <a:xfrm flipH="1">
              <a:off x="1995415" y="4498966"/>
              <a:ext cx="517061" cy="4494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DAF3DC8B-F864-5F6B-3E13-58A02011AA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291" y="4886498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92763C0F-5D05-3CD9-790E-9A17AF7FA7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847" y="526752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E37A8C43-0D75-8499-46C8-84670780FC08}"/>
                </a:ext>
              </a:extLst>
            </p:cNvPr>
            <p:cNvCxnSpPr>
              <a:stCxn id="56" idx="1"/>
              <a:endCxn id="60" idx="1"/>
            </p:cNvCxnSpPr>
            <p:nvPr/>
          </p:nvCxnSpPr>
          <p:spPr>
            <a:xfrm rot="10800000" flipH="1" flipV="1">
              <a:off x="2512473" y="5064994"/>
              <a:ext cx="2" cy="3917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2E167E86-BE78-8E34-272C-9F4DA3837B59}"/>
                </a:ext>
              </a:extLst>
            </p:cNvPr>
            <p:cNvCxnSpPr>
              <a:stCxn id="62" idx="1"/>
              <a:endCxn id="66" idx="1"/>
            </p:cNvCxnSpPr>
            <p:nvPr/>
          </p:nvCxnSpPr>
          <p:spPr>
            <a:xfrm rot="10800000" flipH="1" flipV="1">
              <a:off x="2512469" y="5652621"/>
              <a:ext cx="5" cy="391749"/>
            </a:xfrm>
            <a:prstGeom prst="bentConnector3">
              <a:avLst>
                <a:gd name="adj1" fmla="val -4572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>
              <a:extLst>
                <a:ext uri="{FF2B5EF4-FFF2-40B4-BE49-F238E27FC236}">
                  <ns2:creationId id="{C94C7A58-CA36-0EE1-5465-485153CCF02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7129" y="584849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823F5CDF-5C28-11B9-E724-6C164D1418F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195830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EF2256C-409C-CCD9-169E-7C2F64642FF9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139778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49515761-F4F6-C89C-BCCD-9BC7C6DD643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50273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646F49CB-9DA9-34E5-3127-45BCD7519953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684206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26F81656-460F-26A0-875C-225385EF3AAE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228525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D364381-B5DB-C7B0-F9A2-7862E30D85B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41011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3024074A-D5D2-6E3C-BAD6-4EA930A957F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77626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A91D5241-CD9D-2DE9-04D2-3F7E3B3AF264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955601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四角形: 角を丸くする 6">
              <a:extLst>
                <a:ext uri="{FF2B5EF4-FFF2-40B4-BE49-F238E27FC236}">
                  <ns2:creationId id="{771F7576-9BA0-5397-8881-D69E2D8353B2}"/>
                </a:ext>
              </a:extLst>
            </p:cNvPr>
            <p:cNvSpPr/>
            <p:nvPr/>
          </p:nvSpPr>
          <p:spPr>
            <a:xfrm>
              <a:off x="375415" y="5760207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8AE3AEF6-CDAD-FE8C-B491-9F0423F8CEAA}"/>
                </a:ext>
              </a:extLst>
            </p:cNvPr>
            <p:cNvSpPr/>
            <p:nvPr/>
          </p:nvSpPr>
          <p:spPr>
            <a:xfrm>
              <a:off x="375415" y="517978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31819522-409D-23EE-9C2C-26D9E2E57105}"/>
                </a:ext>
              </a:extLst>
            </p:cNvPr>
            <p:cNvSpPr/>
            <p:nvPr/>
          </p:nvSpPr>
          <p:spPr>
            <a:xfrm>
              <a:off x="375415" y="479849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AFE7259A-97B5-5745-32F1-CE32F4DC29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41599" y="3516125"/>
              <a:ext cx="180000" cy="180000"/>
            </a:xfrm>
            <a:prstGeom prst="rect">
              <a:avLst/>
            </a:prstGeom>
          </p:spPr>
        </p:pic>
        <p:pic>
          <p:nvPicPr>
            <p:cNvPr id="117" name="グラフィックス 116" descr="データベース 単色塗りつぶし">
              <a:extLst>
                <a:ext uri="{FF2B5EF4-FFF2-40B4-BE49-F238E27FC236}">
                  <ns2:creationId id="{320F8FA4-C01C-B69D-55EC-9CBFD93DBC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42473" y="1323188"/>
              <a:ext cx="180000" cy="180000"/>
            </a:xfrm>
            <a:prstGeom prst="rect">
              <a:avLst/>
            </a:prstGeom>
          </p:spPr>
        </p:pic>
        <p:pic>
          <p:nvPicPr>
            <p:cNvPr id="118" name="グラフィックス 117" descr="硬貨 単色塗りつぶし">
              <a:extLst>
                <a:ext uri="{FF2B5EF4-FFF2-40B4-BE49-F238E27FC236}">
                  <ns2:creationId id="{07E75B41-44ED-0572-2028-A67AAE8025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1599" y="4798495"/>
              <a:ext cx="180000" cy="180000"/>
            </a:xfrm>
            <a:prstGeom prst="rect">
              <a:avLst/>
            </a:prstGeom>
          </p:spPr>
        </p:pic>
        <p:pic>
          <p:nvPicPr>
            <p:cNvPr id="119" name="グラフィックス 118" descr="モノのインターネット 単色塗りつぶし">
              <a:extLst>
                <a:ext uri="{FF2B5EF4-FFF2-40B4-BE49-F238E27FC236}">
                  <ns2:creationId id="{B653D9D3-4457-2618-510C-9B8AABE58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36107" y="4413460"/>
              <a:ext cx="190984" cy="180000"/>
            </a:xfrm>
            <a:prstGeom prst="rect">
              <a:avLst/>
            </a:prstGeom>
          </p:spPr>
        </p:pic>
        <p:pic>
          <p:nvPicPr>
            <p:cNvPr id="120" name="グラフィックス 119" descr="リモートでの作業 単色塗りつぶし">
              <a:extLst>
                <a:ext uri="{FF2B5EF4-FFF2-40B4-BE49-F238E27FC236}">
                  <ns2:creationId id="{E8B29818-F4CE-6DEC-1BD5-23C64D07A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41599" y="5760207"/>
              <a:ext cx="180000" cy="180000"/>
            </a:xfrm>
            <a:prstGeom prst="rect">
              <a:avLst/>
            </a:prstGeom>
          </p:spPr>
        </p:pic>
        <p:pic>
          <p:nvPicPr>
            <p:cNvPr id="121" name="グラフィックス 120" descr="リスト 単色塗りつぶし">
              <a:extLst>
                <a:ext uri="{FF2B5EF4-FFF2-40B4-BE49-F238E27FC236}">
                  <ns2:creationId id="{07E86E0B-C9FC-E916-8C0B-27ADC571BE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36408" y="5179785"/>
              <a:ext cx="190382" cy="180000"/>
            </a:xfrm>
            <a:prstGeom prst="rect">
              <a:avLst/>
            </a:prstGeom>
          </p:spPr>
        </p:pic>
        <p:pic>
          <p:nvPicPr>
            <p:cNvPr id="122" name="Graphic 106" descr="Coins with solid fill">
              <a:extLst>
                <a:ext uri="{FF2B5EF4-FFF2-40B4-BE49-F238E27FC236}">
                  <ns2:creationId id="{127BC0A9-82EC-929E-7167-9E11C1BCE7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1599" y="2217773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11719639"/>
      </p:ext>
    </p:extLst>
  </p:cSld>
  <p:clrMapOvr>
    <a:masterClrMapping/>
  </p:clrMapOvr>
</p:sld>
</file>

<file path=ppt/slides/slide30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DAD187-7375-0C90-DFFC-2B863BDD55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3C0723-0C61-A14E-6F9E-6AB9C1B4F3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34EFFFE-3AED-21C7-77D3-17FFBB9C3A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E7073C75-1DC9-DF16-3219-584688A4BCAC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302" name="グラフ 301">
            <a:extLst>
              <a:ext uri="{FF2B5EF4-FFF2-40B4-BE49-F238E27FC236}">
                <ns2:creationId id="{84E26A85-DAFB-FB67-022F-A874598E97F4}"/>
              </a:ext>
            </a:extLst>
          </p:cNvPr>
          <p:cNvGraphicFramePr/>
          <p:nvPr/>
        </p:nvGraphicFramePr>
        <p:xfrm>
          <a:off x="6413500" y="1917701"/>
          <a:ext cx="5436000" cy="1980000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41C78E0D-0A5F-2185-B2BB-3F8B11A58527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67D0DE72-53D1-8366-C93A-9095DF7F0803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81D9ADE3-C489-366C-FBEB-A3FE4FC4EA9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2F0AF433-EA74-BC00-C5E8-68EFCDF3FE63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8" name="グループ化 317">
            <a:extLst>
              <a:ext uri="{FF2B5EF4-FFF2-40B4-BE49-F238E27FC236}">
                <ns2:creationId id="{7A8C5A8A-AFD1-CBFD-28F0-C066CAC15B38}"/>
              </a:ext>
            </a:extLst>
          </p:cNvPr>
          <p:cNvGrpSpPr/>
          <p:nvPr/>
        </p:nvGrpSpPr>
        <p:grpSpPr>
          <a:xfrm>
            <a:off x="866987" y="3461672"/>
            <a:ext cx="4758944" cy="204689"/>
            <a:chOff x="866987" y="3461672"/>
            <a:chExt cx="4758944" cy="204689"/>
          </a:xfrm>
        </p:grpSpPr>
        <p:sp>
          <p:nvSpPr>
            <p:cNvPr id="307" name="正方形/長方形 306">
              <a:extLst>
                <a:ext uri="{FF2B5EF4-FFF2-40B4-BE49-F238E27FC236}">
                  <ns2:creationId id="{80A7C763-05DC-E753-5960-86D8DEEE43B3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AF43685-9142-D6C1-EC93-6FFD4738CA0A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623AF870-1605-C8BD-713D-C4AB9FCDBDC6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CFBC991-4B6A-F47C-B663-2FDECE1AF941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F700FDBE-62CC-DF79-0CCC-FF319B1D7953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D6942B0C-1BC7-91C5-3427-E7C448D9730A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1C8E37F1-7725-61BB-C609-D2FE0B978AB6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58" name="グループ化 457">
            <a:extLst>
              <a:ext uri="{FF2B5EF4-FFF2-40B4-BE49-F238E27FC236}">
                <ns2:creationId id="{F2A6B4CF-0145-66BC-50A2-40CE5E34E549}"/>
              </a:ext>
            </a:extLst>
          </p:cNvPr>
          <p:cNvGrpSpPr/>
          <p:nvPr/>
        </p:nvGrpSpPr>
        <p:grpSpPr>
          <a:xfrm>
            <a:off x="6601343" y="3461672"/>
            <a:ext cx="5069838" cy="204689"/>
            <a:chOff x="6601343" y="3461672"/>
            <a:chExt cx="5069838" cy="204689"/>
          </a:xfrm>
        </p:grpSpPr>
        <p:sp>
          <p:nvSpPr>
            <p:cNvPr id="448" name="正方形/長方形 447">
              <a:extLst>
                <a:ext uri="{FF2B5EF4-FFF2-40B4-BE49-F238E27FC236}">
                  <ns2:creationId id="{DB1F9A94-7E4B-9ECC-F9D7-7208CEF012EE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534207E6-AEF6-8E02-33EC-6A20FA7E5E4A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2" name="正方形/長方形 451">
              <a:extLst>
                <a:ext uri="{FF2B5EF4-FFF2-40B4-BE49-F238E27FC236}">
                  <ns2:creationId id="{936D09CF-1E39-DCC0-00FE-DC5F58117942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3" name="正方形/長方形 452">
              <a:extLst>
                <a:ext uri="{FF2B5EF4-FFF2-40B4-BE49-F238E27FC236}">
                  <ns2:creationId id="{B66DC0A5-6AE9-2272-CE61-4909CB487837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65B52B8F-5DC4-4140-C29E-C5008A46DB06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正方形/長方形 454">
              <a:extLst>
                <a:ext uri="{FF2B5EF4-FFF2-40B4-BE49-F238E27FC236}">
                  <ns2:creationId id="{7CC1CED2-35F6-89E9-F58E-8AB7F31222F9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6" name="正方形/長方形 455">
              <a:extLst>
                <a:ext uri="{FF2B5EF4-FFF2-40B4-BE49-F238E27FC236}">
                  <ns2:creationId id="{38AB0A87-F643-9F20-4BD4-C04AB7AAEA2C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71" name="グラフ 470">
            <a:extLst>
              <a:ext uri="{FF2B5EF4-FFF2-40B4-BE49-F238E27FC236}">
                <ns2:creationId id="{49BD154A-33DF-62F8-8B8D-D9346466D04D}"/>
              </a:ext>
            </a:extLst>
          </p:cNvPr>
          <p:cNvGraphicFramePr/>
          <p:nvPr/>
        </p:nvGraphicFramePr>
        <p:xfrm>
          <a:off x="329799" y="4311840"/>
          <a:ext cx="5436000" cy="1980000"/>
        </p:xfrm>
        <a:graphic>
          <a:graphicData uri="http://schemas.openxmlformats.org/drawingml/2006/chart">
            <ns3:chart r:id="rId5"/>
          </a:graphicData>
        </a:graphic>
      </p:graphicFrame>
      <p:grpSp>
        <p:nvGrpSpPr>
          <p:cNvPr id="472" name="グループ化 471">
            <a:extLst>
              <a:ext uri="{FF2B5EF4-FFF2-40B4-BE49-F238E27FC236}">
                <ns2:creationId id="{2E958322-DF26-FE89-89C6-4EB98C63AC5D}"/>
              </a:ext>
            </a:extLst>
          </p:cNvPr>
          <p:cNvGrpSpPr/>
          <p:nvPr/>
        </p:nvGrpSpPr>
        <p:grpSpPr>
          <a:xfrm>
            <a:off x="517642" y="5855811"/>
            <a:ext cx="5069838" cy="204689"/>
            <a:chOff x="6601343" y="3461672"/>
            <a:chExt cx="5069838" cy="204689"/>
          </a:xfrm>
        </p:grpSpPr>
        <p:sp>
          <p:nvSpPr>
            <p:cNvPr id="473" name="正方形/長方形 472">
              <a:extLst>
                <a:ext uri="{FF2B5EF4-FFF2-40B4-BE49-F238E27FC236}">
                  <ns2:creationId id="{570E3926-1CE7-9970-FB74-B3785B2D0807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FABF4765-1162-84FE-71EA-9C08EEAD6525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F9A3CD9A-1919-3598-4451-CEE51B7DA23D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E88E7692-546F-5A27-E668-3CC5E38EDDC9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59FEF42A-FD39-13A0-1E80-E2EF685DD51F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25B4FF4A-5A83-815F-0F67-7FF4CC19B4AE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正方形/長方形 478">
              <a:extLst>
                <a:ext uri="{FF2B5EF4-FFF2-40B4-BE49-F238E27FC236}">
                  <ns2:creationId id="{32D67A5A-FDEE-8F87-BF4F-DD007643F8F0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80" name="グラフ 479">
            <a:extLst>
              <a:ext uri="{FF2B5EF4-FFF2-40B4-BE49-F238E27FC236}">
                <ns2:creationId id="{937D00D6-259B-0CE8-0C44-DA8F9CAE1D70}"/>
              </a:ext>
            </a:extLst>
          </p:cNvPr>
          <p:cNvGraphicFramePr/>
          <p:nvPr/>
        </p:nvGraphicFramePr>
        <p:xfrm>
          <a:off x="6421037" y="4314824"/>
          <a:ext cx="5436000" cy="1980001"/>
        </p:xfrm>
        <a:graphic>
          <a:graphicData uri="http://schemas.openxmlformats.org/drawingml/2006/chart">
            <ns3:chart r:id="rId6"/>
          </a:graphicData>
        </a:graphic>
      </p:graphicFrame>
      <p:grpSp>
        <p:nvGrpSpPr>
          <p:cNvPr id="481" name="グループ化 480">
            <a:extLst>
              <a:ext uri="{FF2B5EF4-FFF2-40B4-BE49-F238E27FC236}">
                <ns2:creationId id="{6FE1AEC2-5D37-7620-0872-0FD55479069D}"/>
              </a:ext>
            </a:extLst>
          </p:cNvPr>
          <p:cNvGrpSpPr/>
          <p:nvPr/>
        </p:nvGrpSpPr>
        <p:grpSpPr>
          <a:xfrm>
            <a:off x="6953061" y="5858795"/>
            <a:ext cx="4758944" cy="204689"/>
            <a:chOff x="866987" y="3461672"/>
            <a:chExt cx="4758944" cy="204689"/>
          </a:xfrm>
        </p:grpSpPr>
        <p:sp>
          <p:nvSpPr>
            <p:cNvPr id="482" name="正方形/長方形 481">
              <a:extLst>
                <a:ext uri="{FF2B5EF4-FFF2-40B4-BE49-F238E27FC236}">
                  <ns2:creationId id="{93A820C4-F0E6-8DE2-7FDB-3536061672BE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356B6AA0-E744-B4F3-4F7E-374EC8BD1F80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0AA18F89-0CC0-31D0-7A66-52817C2CE92E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7E9FAE51-3CDF-3621-0C13-6BB5AEA64D0D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EE75F8CB-D852-9345-61C2-9B18820B6B62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AD8698F4-BFF0-4236-9D76-A622ED3835A7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EF030AE4-1603-A8C3-0525-F399063815D7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4144176520"/>
      </p:ext>
    </p:extLst>
  </p:cSld>
  <p:clrMapOvr>
    <a:masterClrMapping/>
  </p:clrMapOvr>
</p:sld>
</file>

<file path=ppt/slides/slide30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A32F6E2-1523-C19A-5E43-866AEE56B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5" name="グラフ 494">
            <a:extLst>
              <a:ext uri="{FF2B5EF4-FFF2-40B4-BE49-F238E27FC236}">
                <ns2:creationId id="{004DC8C9-A4B1-0556-471D-535D84A1979F}"/>
              </a:ext>
            </a:extLst>
          </p:cNvPr>
          <p:cNvGraphicFramePr/>
          <p:nvPr/>
        </p:nvGraphicFramePr>
        <p:xfrm>
          <a:off x="9135270" y="2040343"/>
          <a:ext cx="2683320" cy="1857358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492" name="グラフ 491">
            <a:extLst>
              <a:ext uri="{FF2B5EF4-FFF2-40B4-BE49-F238E27FC236}">
                <ns2:creationId id="{DF4F0BDA-53F1-0023-C868-D711F33B2244}"/>
              </a:ext>
            </a:extLst>
          </p:cNvPr>
          <p:cNvGraphicFramePr/>
          <p:nvPr/>
        </p:nvGraphicFramePr>
        <p:xfrm>
          <a:off x="6467534" y="2040343"/>
          <a:ext cx="2683320" cy="1857358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4C9DE33C-714E-3770-D435-3B668B5E5C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5820CFD-1371-41B6-18AB-D3411E02CDD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5CFAB414-31B1-AE06-BD9B-7F3D7CFDA5EE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EBFB1DD3-3F4A-0806-1C11-6F53B2EBB56F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245CA11E-C021-6147-77F5-867B31A2D278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93E1AF8D-30A6-69E2-26E1-42DB66AE7AC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A6C9DB7F-B617-8B75-3A2A-105C3FB5C2A0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8" name="正方形/長方形 447">
            <a:extLst>
              <a:ext uri="{FF2B5EF4-FFF2-40B4-BE49-F238E27FC236}">
                <ns2:creationId id="{1CF37E3A-92EB-6066-3795-FBC3C97C8B01}"/>
              </a:ext>
            </a:extLst>
          </p:cNvPr>
          <p:cNvSpPr/>
          <p:nvPr/>
        </p:nvSpPr>
        <p:spPr>
          <a:xfrm>
            <a:off x="8451779" y="222225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1" name="正方形/長方形 450">
            <a:extLst>
              <a:ext uri="{FF2B5EF4-FFF2-40B4-BE49-F238E27FC236}">
                <ns2:creationId id="{1D54C85F-1178-0FF5-A2C9-70252574378D}"/>
              </a:ext>
            </a:extLst>
          </p:cNvPr>
          <p:cNvSpPr/>
          <p:nvPr/>
        </p:nvSpPr>
        <p:spPr>
          <a:xfrm>
            <a:off x="8451779" y="246599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2" name="正方形/長方形 451">
            <a:extLst>
              <a:ext uri="{FF2B5EF4-FFF2-40B4-BE49-F238E27FC236}">
                <ns2:creationId id="{0CC906F8-99B7-97E7-5C21-C1A6C59733F7}"/>
              </a:ext>
            </a:extLst>
          </p:cNvPr>
          <p:cNvSpPr/>
          <p:nvPr/>
        </p:nvSpPr>
        <p:spPr>
          <a:xfrm>
            <a:off x="8451779" y="271926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3" name="正方形/長方形 452">
            <a:extLst>
              <a:ext uri="{FF2B5EF4-FFF2-40B4-BE49-F238E27FC236}">
                <ns2:creationId id="{5F327B19-B336-79B2-DA7F-523F5B6696EE}"/>
              </a:ext>
            </a:extLst>
          </p:cNvPr>
          <p:cNvSpPr/>
          <p:nvPr/>
        </p:nvSpPr>
        <p:spPr>
          <a:xfrm>
            <a:off x="8451779" y="296300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4" name="正方形/長方形 453">
            <a:extLst>
              <a:ext uri="{FF2B5EF4-FFF2-40B4-BE49-F238E27FC236}">
                <ns2:creationId id="{E2280FBB-20C4-A90A-CA1B-FE26422CBEB9}"/>
              </a:ext>
            </a:extLst>
          </p:cNvPr>
          <p:cNvSpPr/>
          <p:nvPr/>
        </p:nvSpPr>
        <p:spPr>
          <a:xfrm>
            <a:off x="8451779" y="319721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5" name="正方形/長方形 454">
            <a:extLst>
              <a:ext uri="{FF2B5EF4-FFF2-40B4-BE49-F238E27FC236}">
                <ns2:creationId id="{2FC8CD6A-14A3-653C-5D7E-743BCE308437}"/>
              </a:ext>
            </a:extLst>
          </p:cNvPr>
          <p:cNvSpPr/>
          <p:nvPr/>
        </p:nvSpPr>
        <p:spPr>
          <a:xfrm>
            <a:off x="8451779" y="345048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6" name="正方形/長方形 455">
            <a:extLst>
              <a:ext uri="{FF2B5EF4-FFF2-40B4-BE49-F238E27FC236}">
                <ns2:creationId id="{87C79EBA-5F19-67B6-2BB8-96784FE542E8}"/>
              </a:ext>
            </a:extLst>
          </p:cNvPr>
          <p:cNvSpPr/>
          <p:nvPr/>
        </p:nvSpPr>
        <p:spPr>
          <a:xfrm>
            <a:off x="8451779" y="3694223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ns2:creationId id="{0978C649-E9E6-9723-02E7-D4E5D9EA1CEE}"/>
              </a:ext>
            </a:extLst>
          </p:cNvPr>
          <p:cNvCxnSpPr>
            <a:cxnSpLocks/>
          </p:cNvCxnSpPr>
          <p:nvPr/>
        </p:nvCxnSpPr>
        <p:spPr>
          <a:xfrm>
            <a:off x="576701" y="4477407"/>
            <a:ext cx="0" cy="163874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ns2:creationId id="{9B1FB74D-A256-4744-66E5-20A0D3FCE236}"/>
              </a:ext>
            </a:extLst>
          </p:cNvPr>
          <p:cNvCxnSpPr>
            <a:cxnSpLocks/>
          </p:cNvCxnSpPr>
          <p:nvPr/>
        </p:nvCxnSpPr>
        <p:spPr>
          <a:xfrm>
            <a:off x="576701" y="6116150"/>
            <a:ext cx="5194262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DA13DD93-2BD7-32E5-DDDF-5B31051ECA17}"/>
              </a:ext>
            </a:extLst>
          </p:cNvPr>
          <p:cNvSpPr/>
          <p:nvPr/>
        </p:nvSpPr>
        <p:spPr>
          <a:xfrm>
            <a:off x="2849832" y="6116150"/>
            <a:ext cx="648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248B9D10-6894-09DB-D5D4-E20C8438169A}"/>
              </a:ext>
            </a:extLst>
          </p:cNvPr>
          <p:cNvSpPr/>
          <p:nvPr/>
        </p:nvSpPr>
        <p:spPr>
          <a:xfrm>
            <a:off x="334964" y="4970523"/>
            <a:ext cx="241738" cy="65251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楕円 20">
            <a:extLst>
              <a:ext uri="{FF2B5EF4-FFF2-40B4-BE49-F238E27FC236}">
                <ns2:creationId id="{360837AC-7050-E6A4-1A23-15B58189BB33}"/>
              </a:ext>
            </a:extLst>
          </p:cNvPr>
          <p:cNvSpPr/>
          <p:nvPr/>
        </p:nvSpPr>
        <p:spPr>
          <a:xfrm>
            <a:off x="952538" y="5378061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楕円 21">
            <a:extLst>
              <a:ext uri="{FF2B5EF4-FFF2-40B4-BE49-F238E27FC236}">
                <ns2:creationId id="{4A015782-475A-A0E3-585A-73A867DB4B64}"/>
              </a:ext>
            </a:extLst>
          </p:cNvPr>
          <p:cNvSpPr/>
          <p:nvPr/>
        </p:nvSpPr>
        <p:spPr>
          <a:xfrm>
            <a:off x="1621409" y="4952162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楕円 22">
            <a:extLst>
              <a:ext uri="{FF2B5EF4-FFF2-40B4-BE49-F238E27FC236}">
                <ns2:creationId id="{6FCA160A-B336-9ACF-97FF-B70552386590}"/>
              </a:ext>
            </a:extLst>
          </p:cNvPr>
          <p:cNvSpPr/>
          <p:nvPr/>
        </p:nvSpPr>
        <p:spPr>
          <a:xfrm>
            <a:off x="2640434" y="4577959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楕円 23">
            <a:extLst>
              <a:ext uri="{FF2B5EF4-FFF2-40B4-BE49-F238E27FC236}">
                <ns2:creationId id="{9044DB49-FD70-A828-84F0-4C4E8A9C64A7}"/>
              </a:ext>
            </a:extLst>
          </p:cNvPr>
          <p:cNvSpPr/>
          <p:nvPr/>
        </p:nvSpPr>
        <p:spPr>
          <a:xfrm>
            <a:off x="2223219" y="5233091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" name="楕円 24">
            <a:extLst>
              <a:ext uri="{FF2B5EF4-FFF2-40B4-BE49-F238E27FC236}">
                <ns2:creationId id="{51792F9F-7281-7D14-4ADF-6D0ED97456FD}"/>
              </a:ext>
            </a:extLst>
          </p:cNvPr>
          <p:cNvSpPr/>
          <p:nvPr/>
        </p:nvSpPr>
        <p:spPr>
          <a:xfrm>
            <a:off x="3458028" y="508972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F1435E63-A0E4-F875-9595-CF74DB857582}"/>
              </a:ext>
            </a:extLst>
          </p:cNvPr>
          <p:cNvSpPr/>
          <p:nvPr/>
        </p:nvSpPr>
        <p:spPr>
          <a:xfrm>
            <a:off x="4298320" y="5161912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楕円 26">
            <a:extLst>
              <a:ext uri="{FF2B5EF4-FFF2-40B4-BE49-F238E27FC236}">
                <ns2:creationId id="{6FFFBB89-D2A2-EE44-3925-DE1E3679BDB0}"/>
              </a:ext>
            </a:extLst>
          </p:cNvPr>
          <p:cNvSpPr/>
          <p:nvPr/>
        </p:nvSpPr>
        <p:spPr>
          <a:xfrm>
            <a:off x="5067302" y="5391462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矢印: 左右 29">
            <a:extLst>
              <a:ext uri="{FF2B5EF4-FFF2-40B4-BE49-F238E27FC236}">
                <ns2:creationId id="{4E9363E9-D3BA-0A15-0115-E1DE1F8F38BB}"/>
              </a:ext>
            </a:extLst>
          </p:cNvPr>
          <p:cNvSpPr/>
          <p:nvPr/>
        </p:nvSpPr>
        <p:spPr>
          <a:xfrm>
            <a:off x="6760025" y="5178381"/>
            <a:ext cx="4750490" cy="324000"/>
          </a:xfrm>
          <a:prstGeom prst="leftRight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矢印: 上下 27">
            <a:extLst>
              <a:ext uri="{FF2B5EF4-FFF2-40B4-BE49-F238E27FC236}">
                <ns2:creationId id="{32152BC9-C3A0-0076-3A23-6529B07659D2}"/>
              </a:ext>
            </a:extLst>
          </p:cNvPr>
          <p:cNvSpPr/>
          <p:nvPr/>
        </p:nvSpPr>
        <p:spPr>
          <a:xfrm>
            <a:off x="8955270" y="4508556"/>
            <a:ext cx="324000" cy="1663651"/>
          </a:xfrm>
          <a:prstGeom prst="upDown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楕円 30">
            <a:extLst>
              <a:ext uri="{FF2B5EF4-FFF2-40B4-BE49-F238E27FC236}">
                <ns2:creationId id="{D1821A8C-F74F-B77B-4DEA-89CC9C9B9660}"/>
              </a:ext>
            </a:extLst>
          </p:cNvPr>
          <p:cNvSpPr/>
          <p:nvPr/>
        </p:nvSpPr>
        <p:spPr>
          <a:xfrm>
            <a:off x="7875100" y="5586783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楕円 31">
            <a:extLst>
              <a:ext uri="{FF2B5EF4-FFF2-40B4-BE49-F238E27FC236}">
                <ns2:creationId id="{6B7805C0-4B47-DA22-9E5F-0D1782581256}"/>
              </a:ext>
            </a:extLst>
          </p:cNvPr>
          <p:cNvSpPr/>
          <p:nvPr/>
        </p:nvSpPr>
        <p:spPr>
          <a:xfrm>
            <a:off x="7613389" y="4689746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楕円 32">
            <a:extLst>
              <a:ext uri="{FF2B5EF4-FFF2-40B4-BE49-F238E27FC236}">
                <ns2:creationId id="{4716A1F3-0F53-A479-A5A3-4D1EA04FBE2C}"/>
              </a:ext>
            </a:extLst>
          </p:cNvPr>
          <p:cNvSpPr/>
          <p:nvPr/>
        </p:nvSpPr>
        <p:spPr>
          <a:xfrm>
            <a:off x="8236002" y="4480470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楕円 33">
            <a:extLst>
              <a:ext uri="{FF2B5EF4-FFF2-40B4-BE49-F238E27FC236}">
                <ns2:creationId id="{4FC081B0-7A8C-CC7C-F9C2-087C7CEC2194}"/>
              </a:ext>
            </a:extLst>
          </p:cNvPr>
          <p:cNvSpPr/>
          <p:nvPr/>
        </p:nvSpPr>
        <p:spPr>
          <a:xfrm>
            <a:off x="9672418" y="4621371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楕円 34">
            <a:extLst>
              <a:ext uri="{FF2B5EF4-FFF2-40B4-BE49-F238E27FC236}">
                <ns2:creationId id="{65BF4FBF-B98C-14EE-01B5-DB77A4FFB67F}"/>
              </a:ext>
            </a:extLst>
          </p:cNvPr>
          <p:cNvSpPr/>
          <p:nvPr/>
        </p:nvSpPr>
        <p:spPr>
          <a:xfrm>
            <a:off x="7154430" y="5605293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楕円 35">
            <a:extLst>
              <a:ext uri="{FF2B5EF4-FFF2-40B4-BE49-F238E27FC236}">
                <ns2:creationId id="{6B49D6D4-9C44-E3ED-A70D-C54F8804B656}"/>
              </a:ext>
            </a:extLst>
          </p:cNvPr>
          <p:cNvSpPr/>
          <p:nvPr/>
        </p:nvSpPr>
        <p:spPr>
          <a:xfrm>
            <a:off x="9491005" y="5507851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楕円 36">
            <a:extLst>
              <a:ext uri="{FF2B5EF4-FFF2-40B4-BE49-F238E27FC236}">
                <ns2:creationId id="{BFBD16EB-3774-1EBB-8577-83CAA46E4A5A}"/>
              </a:ext>
            </a:extLst>
          </p:cNvPr>
          <p:cNvSpPr/>
          <p:nvPr/>
        </p:nvSpPr>
        <p:spPr>
          <a:xfrm>
            <a:off x="10470420" y="439710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4BCC140E-E798-AC9D-EC1D-0BC2B9CB595F}"/>
              </a:ext>
            </a:extLst>
          </p:cNvPr>
          <p:cNvSpPr/>
          <p:nvPr/>
        </p:nvSpPr>
        <p:spPr>
          <a:xfrm>
            <a:off x="11510176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ns2:creationId id="{064FA13E-D519-EDBA-1F04-8CD6F921C2A0}"/>
              </a:ext>
            </a:extLst>
          </p:cNvPr>
          <p:cNvSpPr/>
          <p:nvPr/>
        </p:nvSpPr>
        <p:spPr>
          <a:xfrm>
            <a:off x="8955270" y="613367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EE8D3EEF-4D42-4DE3-F7FF-E495C3E5F399}"/>
              </a:ext>
            </a:extLst>
          </p:cNvPr>
          <p:cNvSpPr/>
          <p:nvPr/>
        </p:nvSpPr>
        <p:spPr>
          <a:xfrm>
            <a:off x="6427100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DD9FE7CD-59F0-DBDA-A518-C122E2A3A8CB}"/>
              </a:ext>
            </a:extLst>
          </p:cNvPr>
          <p:cNvSpPr/>
          <p:nvPr/>
        </p:nvSpPr>
        <p:spPr>
          <a:xfrm>
            <a:off x="8955270" y="432978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F3ADA73-888F-A174-1B07-259F16FB5F34}"/>
              </a:ext>
            </a:extLst>
          </p:cNvPr>
          <p:cNvSpPr/>
          <p:nvPr/>
        </p:nvSpPr>
        <p:spPr>
          <a:xfrm>
            <a:off x="7385010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FD7DE980-1B29-B874-0E20-D2D5DCDAC022}"/>
              </a:ext>
            </a:extLst>
          </p:cNvPr>
          <p:cNvSpPr/>
          <p:nvPr/>
        </p:nvSpPr>
        <p:spPr>
          <a:xfrm>
            <a:off x="9847425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9" name="直線コネクタ 48">
            <a:extLst>
              <a:ext uri="{FF2B5EF4-FFF2-40B4-BE49-F238E27FC236}">
                <ns2:creationId id="{8C1D7CED-7436-818D-2C72-C43F2C5F3F3C}"/>
              </a:ext>
            </a:extLst>
          </p:cNvPr>
          <p:cNvCxnSpPr>
            <a:cxnSpLocks/>
          </p:cNvCxnSpPr>
          <p:nvPr/>
        </p:nvCxnSpPr>
        <p:spPr>
          <a:xfrm>
            <a:off x="9135270" y="2123964"/>
            <a:ext cx="0" cy="1800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792423989"/>
      </p:ext>
    </p:extLst>
  </p:cSld>
  <p:clrMapOvr>
    <a:masterClrMapping/>
  </p:clrMapOvr>
</p:sld>
</file>

<file path=ppt/slides/slide3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4E29FA-141E-8F23-DD2C-60320E9BA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グループ化 76">
            <a:extLst>
              <a:ext uri="{FF2B5EF4-FFF2-40B4-BE49-F238E27FC236}">
                <ns2:creationId id="{9777F0E6-39ED-DFE1-4066-0BA0775909CF}"/>
              </a:ext>
            </a:extLst>
          </p:cNvPr>
          <p:cNvGrpSpPr/>
          <p:nvPr/>
        </p:nvGrpSpPr>
        <p:grpSpPr>
          <a:xfrm>
            <a:off x="6334512" y="3613144"/>
            <a:ext cx="5007906" cy="972000"/>
            <a:chOff x="6334512" y="3613144"/>
            <a:chExt cx="5007906" cy="972000"/>
          </a:xfrm>
        </p:grpSpPr>
        <p:grpSp>
          <p:nvGrpSpPr>
            <p:cNvPr id="62" name="グループ化 61">
              <a:extLst>
                <a:ext uri="{FF2B5EF4-FFF2-40B4-BE49-F238E27FC236}">
                  <ns2:creationId id="{8495097E-64D3-8CD4-8E92-89DD733B955B}"/>
                </a:ext>
              </a:extLst>
            </p:cNvPr>
            <p:cNvGrpSpPr/>
            <p:nvPr/>
          </p:nvGrpSpPr>
          <p:grpSpPr>
            <a:xfrm>
              <a:off x="6334512" y="3613144"/>
              <a:ext cx="998483" cy="972000"/>
              <a:chOff x="6190593" y="3613145"/>
              <a:chExt cx="998483" cy="972000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8D674A08-8CD8-5095-0107-09DDACEC7385}"/>
                  </a:ext>
                </a:extLst>
              </p:cNvPr>
              <p:cNvSpPr/>
              <p:nvPr/>
            </p:nvSpPr>
            <p:spPr>
              <a:xfrm>
                <a:off x="6190593" y="3613145"/>
                <a:ext cx="998483" cy="972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山形の矢印 単色塗りつぶし">
                <a:extLst>
                  <a:ext uri="{FF2B5EF4-FFF2-40B4-BE49-F238E27FC236}">
                    <ns2:creationId id="{23083DB0-0BED-6211-CBCB-40A837AF7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73076" y="4369145"/>
                <a:ext cx="216000" cy="216000"/>
              </a:xfrm>
              <a:prstGeom prst="rect">
                <a:avLst/>
              </a:prstGeom>
            </p:spPr>
          </p:pic>
        </p:grpSp>
        <p:sp>
          <p:nvSpPr>
            <p:cNvPr id="25" name="正方形/長方形 24">
              <a:extLst>
                <a:ext uri="{FF2B5EF4-FFF2-40B4-BE49-F238E27FC236}">
                  <ns2:creationId id="{4AAB5227-B480-B703-B45F-D226C3F5E3E9}"/>
                </a:ext>
              </a:extLst>
            </p:cNvPr>
            <p:cNvSpPr/>
            <p:nvPr/>
          </p:nvSpPr>
          <p:spPr>
            <a:xfrm>
              <a:off x="7332995" y="3613144"/>
              <a:ext cx="4009423" cy="9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E5CACA68-3678-5857-A9E5-A892A41FD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7A0BD8-6AEC-AB61-1D2B-AC1DE001DA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1BC599A0-2625-EF91-0AA3-E6334DE58991}"/>
              </a:ext>
            </a:extLst>
          </p:cNvPr>
          <p:cNvSpPr/>
          <p:nvPr/>
        </p:nvSpPr>
        <p:spPr>
          <a:xfrm>
            <a:off x="548618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300"/>
              </a:spcAft>
              <a:buClr>
                <a:srgbClr val="008000"/>
              </a:buClr>
              <a:buFont typeface="メイリオ" panose="020B0604030504040204" pitchFamily="50" charset="-128"/>
              <a:buChar char="▶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6AFF54A1-D2E9-8C56-60C6-B3E695981D8B}"/>
              </a:ext>
            </a:extLst>
          </p:cNvPr>
          <p:cNvSpPr/>
          <p:nvPr/>
        </p:nvSpPr>
        <p:spPr>
          <a:xfrm>
            <a:off x="3224926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57F9C0B1-E5A4-1E37-4EC7-7FB8D95CC7CD}"/>
              </a:ext>
            </a:extLst>
          </p:cNvPr>
          <p:cNvSpPr/>
          <p:nvPr/>
        </p:nvSpPr>
        <p:spPr>
          <a:xfrm>
            <a:off x="3353180" y="2260977"/>
            <a:ext cx="829529" cy="213187"/>
          </a:xfrm>
          <a:prstGeom prst="roundRect">
            <a:avLst/>
          </a:prstGeom>
          <a:solidFill>
            <a:schemeClr val="bg1"/>
          </a:solidFill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7" name="グループ化 36">
            <a:extLst>
              <a:ext uri="{FF2B5EF4-FFF2-40B4-BE49-F238E27FC236}">
                <ns2:creationId id="{CD465B4A-DB85-A14F-EF4C-02815DFB15D8}"/>
              </a:ext>
            </a:extLst>
          </p:cNvPr>
          <p:cNvGrpSpPr/>
          <p:nvPr/>
        </p:nvGrpSpPr>
        <p:grpSpPr>
          <a:xfrm>
            <a:off x="548618" y="4494497"/>
            <a:ext cx="5218115" cy="297527"/>
            <a:chOff x="509450" y="4473477"/>
            <a:chExt cx="5218115" cy="297527"/>
          </a:xfrm>
        </p:grpSpPr>
        <p:cxnSp>
          <p:nvCxnSpPr>
            <p:cNvPr id="15" name="直線コネクタ 14">
              <a:extLst>
                <a:ext uri="{FF2B5EF4-FFF2-40B4-BE49-F238E27FC236}">
                  <ns2:creationId id="{E1404739-002B-55F6-F2F9-D2FAF122B112}"/>
                </a:ext>
              </a:extLst>
            </p:cNvPr>
            <p:cNvCxnSpPr>
              <a:cxnSpLocks/>
            </p:cNvCxnSpPr>
            <p:nvPr/>
          </p:nvCxnSpPr>
          <p:spPr>
            <a:xfrm>
              <a:off x="509450" y="4622240"/>
              <a:ext cx="521811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グループ化 35">
              <a:extLst>
                <a:ext uri="{FF2B5EF4-FFF2-40B4-BE49-F238E27FC236}">
                  <ns2:creationId id="{98200F93-8E20-D173-8070-28F1B8E03A94}"/>
                </a:ext>
              </a:extLst>
            </p:cNvPr>
            <p:cNvGrpSpPr/>
            <p:nvPr/>
          </p:nvGrpSpPr>
          <p:grpSpPr>
            <a:xfrm>
              <a:off x="2974507" y="4473477"/>
              <a:ext cx="288000" cy="297527"/>
              <a:chOff x="2938508" y="4473477"/>
              <a:chExt cx="288000" cy="297527"/>
            </a:xfrm>
          </p:grpSpPr>
          <p:sp>
            <p:nvSpPr>
              <p:cNvPr id="17" name="円/楕円 8">
                <a:extLst>
                  <a:ext uri="{FF2B5EF4-FFF2-40B4-BE49-F238E27FC236}">
                    <ns2:creationId id="{A0007A0E-8C72-3BBF-E9D3-47A67B3248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38508" y="4473477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8" name="グラフィックス 17">
                <a:extLst>
                  <a:ext uri="{FF2B5EF4-FFF2-40B4-BE49-F238E27FC236}">
                    <ns2:creationId id="{38564968-1BE7-BE08-3AE0-1F6F504E07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938508" y="4483004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20" name="正方形/長方形 19">
            <a:extLst>
              <a:ext uri="{FF2B5EF4-FFF2-40B4-BE49-F238E27FC236}">
                <ns2:creationId id="{FAB3A1DB-CF38-8338-34AE-52A58B917E8F}"/>
              </a:ext>
            </a:extLst>
          </p:cNvPr>
          <p:cNvSpPr/>
          <p:nvPr/>
        </p:nvSpPr>
        <p:spPr>
          <a:xfrm>
            <a:off x="548618" y="4909677"/>
            <a:ext cx="5218115" cy="4257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21DC175E-709B-824A-187D-4251DC36C516}"/>
              </a:ext>
            </a:extLst>
          </p:cNvPr>
          <p:cNvSpPr/>
          <p:nvPr/>
        </p:nvSpPr>
        <p:spPr>
          <a:xfrm>
            <a:off x="6232634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E4CA9B09-B426-7D20-ACE9-A81D9FD38602}"/>
              </a:ext>
            </a:extLst>
          </p:cNvPr>
          <p:cNvSpPr/>
          <p:nvPr/>
        </p:nvSpPr>
        <p:spPr>
          <a:xfrm>
            <a:off x="1790700" y="5645149"/>
            <a:ext cx="10066337" cy="663576"/>
          </a:xfrm>
          <a:prstGeom prst="rect">
            <a:avLst/>
          </a:prstGeom>
          <a:solidFill>
            <a:schemeClr val="accent6">
              <a:lumMod val="20000"/>
              <a:lumOff val="80000"/>
              <a:alpha val="3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br>
              <a:rPr lang="en-US" altLang="ja-JP" sz="1300" dirty="0">
                <a:solidFill>
                  <a:schemeClr val="tx1"/>
                </a:solidFill>
              </a:rPr>
            </a:br>
            <a:r>
              <a:rPr lang="ja-JP" altLang="en-US" sz="1300" dirty="0">
                <a:solidFill>
                  <a:schemeClr val="tx1"/>
                </a:solidFill>
              </a:rPr>
              <a:t> </a:t>
            </a:r>
            <a:r>
              <a:rPr lang="en-US" altLang="ja-JP" sz="1300" dirty="0">
                <a:solidFill>
                  <a:schemeClr val="tx1"/>
                </a:solidFill>
              </a:rPr>
              <a:t>(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r>
              <a:rPr lang="en-US" altLang="ja-JP" sz="1300" dirty="0">
                <a:solidFill>
                  <a:schemeClr val="tx1"/>
                </a:solidFill>
              </a:rPr>
              <a:t>) 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endParaRPr lang="en-US" altLang="ja-JP" sz="13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32ED8D2-12BE-A98C-0739-2608DC255F95}"/>
              </a:ext>
            </a:extLst>
          </p:cNvPr>
          <p:cNvSpPr/>
          <p:nvPr/>
        </p:nvSpPr>
        <p:spPr>
          <a:xfrm>
            <a:off x="345473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直線コネクタ 38">
            <a:extLst>
              <a:ext uri="{FF2B5EF4-FFF2-40B4-BE49-F238E27FC236}">
                <ns2:creationId id="{8191CE9E-C680-C540-33A6-CFEF1421B0E9}"/>
              </a:ext>
            </a:extLst>
          </p:cNvPr>
          <p:cNvCxnSpPr>
            <a:cxnSpLocks/>
          </p:cNvCxnSpPr>
          <p:nvPr/>
        </p:nvCxnSpPr>
        <p:spPr>
          <a:xfrm>
            <a:off x="7382418" y="3561228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1151F3CC-610D-0403-F67B-777CCDDEC7EF}"/>
              </a:ext>
            </a:extLst>
          </p:cNvPr>
          <p:cNvCxnSpPr>
            <a:cxnSpLocks/>
          </p:cNvCxnSpPr>
          <p:nvPr/>
        </p:nvCxnSpPr>
        <p:spPr>
          <a:xfrm>
            <a:off x="7382418" y="4637061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正方形/長方形 41">
            <a:extLst>
              <a:ext uri="{FF2B5EF4-FFF2-40B4-BE49-F238E27FC236}">
                <ns2:creationId id="{4C58D03C-7617-D00F-DB6D-D0E03DDF0571}"/>
              </a:ext>
            </a:extLst>
          </p:cNvPr>
          <p:cNvSpPr/>
          <p:nvPr/>
        </p:nvSpPr>
        <p:spPr>
          <a:xfrm>
            <a:off x="6340258" y="3617731"/>
            <a:ext cx="5002160" cy="972000"/>
          </a:xfrm>
          <a:prstGeom prst="rect">
            <a:avLst/>
          </a:prstGeom>
          <a:noFill/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6D721B52-F631-8EEC-8375-F029E68FF3CE}"/>
              </a:ext>
            </a:extLst>
          </p:cNvPr>
          <p:cNvGrpSpPr/>
          <p:nvPr/>
        </p:nvGrpSpPr>
        <p:grpSpPr>
          <a:xfrm>
            <a:off x="11234738" y="3084100"/>
            <a:ext cx="508991" cy="1954368"/>
            <a:chOff x="11055349" y="3084100"/>
            <a:chExt cx="508991" cy="1954368"/>
          </a:xfrm>
        </p:grpSpPr>
        <p:sp>
          <p:nvSpPr>
            <p:cNvPr id="28" name="正方形/長方形 27">
              <a:extLst>
                <a:ext uri="{FF2B5EF4-FFF2-40B4-BE49-F238E27FC236}">
                  <ns2:creationId id="{5BBDA8F9-E41B-518F-E0E4-9C4469BE1828}"/>
                </a:ext>
              </a:extLst>
            </p:cNvPr>
            <p:cNvSpPr/>
            <p:nvPr/>
          </p:nvSpPr>
          <p:spPr>
            <a:xfrm>
              <a:off x="11276340" y="3084100"/>
              <a:ext cx="288000" cy="195436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矢印コネクタ 43">
              <a:extLst>
                <a:ext uri="{FF2B5EF4-FFF2-40B4-BE49-F238E27FC236}">
                  <ns2:creationId id="{9B42EFE7-2071-0691-647B-32F7C15C0D15}"/>
                </a:ext>
              </a:extLst>
            </p:cNvPr>
            <p:cNvCxnSpPr>
              <a:cxnSpLocks/>
              <a:stCxn id="28" idx="1"/>
            </p:cNvCxnSpPr>
            <p:nvPr/>
          </p:nvCxnSpPr>
          <p:spPr>
            <a:xfrm flipH="1">
              <a:off x="11055349" y="4061284"/>
              <a:ext cx="220991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グループ化 53">
            <a:extLst>
              <a:ext uri="{FF2B5EF4-FFF2-40B4-BE49-F238E27FC236}">
                <ns2:creationId id="{AEE1D679-E342-D09A-5B08-D8DD61B24A70}"/>
              </a:ext>
            </a:extLst>
          </p:cNvPr>
          <p:cNvGrpSpPr/>
          <p:nvPr/>
        </p:nvGrpSpPr>
        <p:grpSpPr>
          <a:xfrm>
            <a:off x="6232633" y="1641475"/>
            <a:ext cx="5624406" cy="369704"/>
            <a:chOff x="6096000" y="1641475"/>
            <a:chExt cx="5543550" cy="369704"/>
          </a:xfrm>
        </p:grpSpPr>
        <p:sp>
          <p:nvSpPr>
            <p:cNvPr id="11" name="正方形/長方形 10">
              <a:extLst>
                <a:ext uri="{FF2B5EF4-FFF2-40B4-BE49-F238E27FC236}">
                  <ns2:creationId id="{7CD085B1-EA4E-7AB8-C219-E1169518EFC9}"/>
                </a:ext>
              </a:extLst>
            </p:cNvPr>
            <p:cNvSpPr/>
            <p:nvPr/>
          </p:nvSpPr>
          <p:spPr>
            <a:xfrm>
              <a:off x="6096000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チェスの駒 単色塗りつぶし">
              <a:extLst>
                <a:ext uri="{FF2B5EF4-FFF2-40B4-BE49-F238E27FC236}">
                  <ns2:creationId id="{783C2EB1-75F2-3178-4EFA-BF2A786D1B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27247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53" name="グループ化 52">
            <a:extLst>
              <a:ext uri="{FF2B5EF4-FFF2-40B4-BE49-F238E27FC236}">
                <ns2:creationId id="{7FBAE4EE-3A09-B7B4-B19C-D6E9B32A3F78}"/>
              </a:ext>
            </a:extLst>
          </p:cNvPr>
          <p:cNvGrpSpPr/>
          <p:nvPr/>
        </p:nvGrpSpPr>
        <p:grpSpPr>
          <a:xfrm>
            <a:off x="345473" y="1641475"/>
            <a:ext cx="5624406" cy="369704"/>
            <a:chOff x="334963" y="1641475"/>
            <a:chExt cx="5543550" cy="369704"/>
          </a:xfrm>
        </p:grpSpPr>
        <p:sp>
          <p:nvSpPr>
            <p:cNvPr id="6" name="正方形/長方形 5">
              <a:extLst>
                <a:ext uri="{FF2B5EF4-FFF2-40B4-BE49-F238E27FC236}">
                  <ns2:creationId id="{EDC0BCCE-7861-3EBB-099B-AF01A633F727}"/>
                </a:ext>
              </a:extLst>
            </p:cNvPr>
            <p:cNvSpPr/>
            <p:nvPr/>
          </p:nvSpPr>
          <p:spPr>
            <a:xfrm>
              <a:off x="334963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2" name="グラフィックス 51" descr="ターゲット 単色塗りつぶし">
              <a:extLst>
                <a:ext uri="{FF2B5EF4-FFF2-40B4-BE49-F238E27FC236}">
                  <ns2:creationId id="{BE883A94-D0C4-1E60-EF1B-2AB2F38C35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407698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E80759CC-4746-5051-AEA3-4321444263AE}"/>
              </a:ext>
            </a:extLst>
          </p:cNvPr>
          <p:cNvGrpSpPr/>
          <p:nvPr/>
        </p:nvGrpSpPr>
        <p:grpSpPr>
          <a:xfrm>
            <a:off x="6334512" y="4688978"/>
            <a:ext cx="5007906" cy="720000"/>
            <a:chOff x="6334512" y="4688978"/>
            <a:chExt cx="5007906" cy="720000"/>
          </a:xfrm>
        </p:grpSpPr>
        <p:sp>
          <p:nvSpPr>
            <p:cNvPr id="27" name="正方形/長方形 26">
              <a:extLst>
                <a:ext uri="{FF2B5EF4-FFF2-40B4-BE49-F238E27FC236}">
                  <ns2:creationId id="{2478D851-CE71-5E29-1E50-2657DD259764}"/>
                </a:ext>
              </a:extLst>
            </p:cNvPr>
            <p:cNvSpPr/>
            <p:nvPr/>
          </p:nvSpPr>
          <p:spPr>
            <a:xfrm>
              <a:off x="7332995" y="4688978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99C8C3CA-827F-2F8D-8EF7-38766EDE1205}"/>
                </a:ext>
              </a:extLst>
            </p:cNvPr>
            <p:cNvGrpSpPr/>
            <p:nvPr/>
          </p:nvGrpSpPr>
          <p:grpSpPr>
            <a:xfrm>
              <a:off x="6334512" y="4688978"/>
              <a:ext cx="998483" cy="720000"/>
              <a:chOff x="6190593" y="4688978"/>
              <a:chExt cx="998483" cy="720000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5913D7B7-EF79-0E9E-0800-513BB0D679A5}"/>
                  </a:ext>
                </a:extLst>
              </p:cNvPr>
              <p:cNvSpPr/>
              <p:nvPr/>
            </p:nvSpPr>
            <p:spPr>
              <a:xfrm>
                <a:off x="6190593" y="4688978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ユーザー 単色塗りつぶし">
                <a:extLst>
                  <a:ext uri="{FF2B5EF4-FFF2-40B4-BE49-F238E27FC236}">
                    <ns2:creationId id="{7FAC87C5-968F-EAD7-026C-9ED4B8C0F5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973076" y="5192978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8" name="グループ化 77">
            <a:extLst>
              <a:ext uri="{FF2B5EF4-FFF2-40B4-BE49-F238E27FC236}">
                <ns2:creationId id="{31C8EBA5-807A-876E-4182-941F15257284}"/>
              </a:ext>
            </a:extLst>
          </p:cNvPr>
          <p:cNvGrpSpPr/>
          <p:nvPr/>
        </p:nvGrpSpPr>
        <p:grpSpPr>
          <a:xfrm>
            <a:off x="6334512" y="2789311"/>
            <a:ext cx="5007906" cy="720000"/>
            <a:chOff x="6334512" y="2789311"/>
            <a:chExt cx="5007906" cy="720000"/>
          </a:xfrm>
        </p:grpSpPr>
        <p:sp>
          <p:nvSpPr>
            <p:cNvPr id="24" name="正方形/長方形 23">
              <a:extLst>
                <a:ext uri="{FF2B5EF4-FFF2-40B4-BE49-F238E27FC236}">
                  <ns2:creationId id="{0F7C69B1-0099-F2FC-C8DA-71F8C0369B23}"/>
                </a:ext>
              </a:extLst>
            </p:cNvPr>
            <p:cNvSpPr/>
            <p:nvPr/>
          </p:nvSpPr>
          <p:spPr>
            <a:xfrm>
              <a:off x="7332995" y="2789311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E5817721-C8C1-A13A-A087-9CE76F4DBB69}"/>
                </a:ext>
              </a:extLst>
            </p:cNvPr>
            <p:cNvGrpSpPr/>
            <p:nvPr/>
          </p:nvGrpSpPr>
          <p:grpSpPr>
            <a:xfrm>
              <a:off x="6334512" y="2789311"/>
              <a:ext cx="998483" cy="720000"/>
              <a:chOff x="6190593" y="2789311"/>
              <a:chExt cx="998483" cy="720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C859BCAC-1A38-063F-6D63-D42159759F01}"/>
                  </a:ext>
                </a:extLst>
              </p:cNvPr>
              <p:cNvSpPr/>
              <p:nvPr/>
            </p:nvSpPr>
            <p:spPr>
              <a:xfrm>
                <a:off x="6190593" y="2789311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階層 単色塗りつぶし">
                <a:extLst>
                  <a:ext uri="{FF2B5EF4-FFF2-40B4-BE49-F238E27FC236}">
                    <ns2:creationId id="{BFB01666-3CB2-C624-D7AC-87C05ADF4A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973076" y="3293311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9" name="グループ化 78">
            <a:extLst>
              <a:ext uri="{FF2B5EF4-FFF2-40B4-BE49-F238E27FC236}">
                <ns2:creationId id="{30D28852-D35F-298B-0BB9-C6D898434D69}"/>
              </a:ext>
            </a:extLst>
          </p:cNvPr>
          <p:cNvGrpSpPr/>
          <p:nvPr/>
        </p:nvGrpSpPr>
        <p:grpSpPr>
          <a:xfrm>
            <a:off x="345473" y="5645149"/>
            <a:ext cx="1455737" cy="663576"/>
            <a:chOff x="345473" y="5645149"/>
            <a:chExt cx="1455737" cy="663576"/>
          </a:xfrm>
        </p:grpSpPr>
        <p:sp>
          <p:nvSpPr>
            <p:cNvPr id="29" name="正方形/長方形 28">
              <a:extLst>
                <a:ext uri="{FF2B5EF4-FFF2-40B4-BE49-F238E27FC236}">
                  <ns2:creationId id="{DD6F580D-3641-446C-BA65-B2709D0F80C3}"/>
                </a:ext>
              </a:extLst>
            </p:cNvPr>
            <p:cNvSpPr/>
            <p:nvPr/>
          </p:nvSpPr>
          <p:spPr>
            <a:xfrm>
              <a:off x="345473" y="5645149"/>
              <a:ext cx="1455737" cy="663576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手のひらと植物 単色塗りつぶし">
              <a:extLst>
                <a:ext uri="{FF2B5EF4-FFF2-40B4-BE49-F238E27FC236}">
                  <ns2:creationId id="{6843D616-81DC-F8B0-3B85-95F53A1FB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43294" y="5796937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5221072"/>
      </p:ext>
    </p:extLst>
  </p:cSld>
  <p:clrMapOvr>
    <a:masterClrMapping/>
  </p:clrMapOvr>
</p:sld>
</file>

<file path=ppt/slides/slide30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A5DD0FF-D7F9-2FC2-0E3B-B163B0FC3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3AC36D-8350-925A-CFCD-B56003D381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cxnSp>
        <p:nvCxnSpPr>
          <p:cNvPr id="8" name="直線コネクタ 7">
            <a:extLst>
              <a:ext uri="{FF2B5EF4-FFF2-40B4-BE49-F238E27FC236}">
                <ns2:creationId id="{36C11E0E-8361-F937-BC2B-492030E99E3B}"/>
              </a:ext>
            </a:extLst>
          </p:cNvPr>
          <p:cNvCxnSpPr>
            <a:cxnSpLocks/>
          </p:cNvCxnSpPr>
          <p:nvPr/>
        </p:nvCxnSpPr>
        <p:spPr>
          <a:xfrm>
            <a:off x="334962" y="2005445"/>
            <a:ext cx="561471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テキスト ボックス 8">
            <a:extLst>
              <a:ext uri="{FF2B5EF4-FFF2-40B4-BE49-F238E27FC236}">
                <ns2:creationId id="{C0207677-E2B3-A5E5-D1E5-96CEDC7D22B1}"/>
              </a:ext>
            </a:extLst>
          </p:cNvPr>
          <p:cNvSpPr txBox="1"/>
          <p:nvPr/>
        </p:nvSpPr>
        <p:spPr>
          <a:xfrm>
            <a:off x="334962" y="1628775"/>
            <a:ext cx="56525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cxnSp>
        <p:nvCxnSpPr>
          <p:cNvPr id="12" name="直線コネクタ 11">
            <a:extLst>
              <a:ext uri="{FF2B5EF4-FFF2-40B4-BE49-F238E27FC236}">
                <ns2:creationId id="{CCAB35ED-63F1-B9A1-FD13-68FE0FA08A79}"/>
              </a:ext>
            </a:extLst>
          </p:cNvPr>
          <p:cNvCxnSpPr/>
          <p:nvPr/>
        </p:nvCxnSpPr>
        <p:spPr>
          <a:xfrm>
            <a:off x="6242328" y="2005445"/>
            <a:ext cx="5577075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ボックス 12">
            <a:extLst>
              <a:ext uri="{FF2B5EF4-FFF2-40B4-BE49-F238E27FC236}">
                <ns2:creationId id="{CB9C5AA0-9587-0A94-5E20-AA1438F3FD21}"/>
              </a:ext>
            </a:extLst>
          </p:cNvPr>
          <p:cNvSpPr txBox="1"/>
          <p:nvPr/>
        </p:nvSpPr>
        <p:spPr>
          <a:xfrm>
            <a:off x="6242328" y="1628775"/>
            <a:ext cx="56147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sp>
        <p:nvSpPr>
          <p:cNvPr id="7" name="四角形: 角を丸くする 6">
            <a:extLst>
              <a:ext uri="{FF2B5EF4-FFF2-40B4-BE49-F238E27FC236}">
                <ns2:creationId id="{4462360F-A6E0-5C26-E1B5-25908610F5F2}"/>
              </a:ext>
            </a:extLst>
          </p:cNvPr>
          <p:cNvSpPr/>
          <p:nvPr/>
        </p:nvSpPr>
        <p:spPr>
          <a:xfrm>
            <a:off x="4668715" y="1628775"/>
            <a:ext cx="1318846" cy="305533"/>
          </a:xfrm>
          <a:prstGeom prst="roundRect">
            <a:avLst/>
          </a:prstGeom>
          <a:noFill/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)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Rectangle: Rounded Corners 30">
            <a:extLst>
              <a:ext uri="{FF2B5EF4-FFF2-40B4-BE49-F238E27FC236}">
                <ns2:creationId id="{D0A016D0-2CBE-F084-A5A5-8C37580B1924}"/>
              </a:ext>
            </a:extLst>
          </p:cNvPr>
          <p:cNvSpPr/>
          <p:nvPr/>
        </p:nvSpPr>
        <p:spPr>
          <a:xfrm>
            <a:off x="334963" y="2190103"/>
            <a:ext cx="5652599" cy="1267729"/>
          </a:xfrm>
          <a:prstGeom prst="roundRect">
            <a:avLst>
              <a:gd name="adj" fmla="val 5157"/>
            </a:avLst>
          </a:prstGeom>
          <a:noFill/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sz="800">
              <a:latin typeface="+mn-ea"/>
            </a:endParaRPr>
          </a:p>
        </p:txBody>
      </p:sp>
      <p:sp>
        <p:nvSpPr>
          <p:cNvPr id="16" name="正方形/長方形 21">
            <a:extLst>
              <a:ext uri="{FF2B5EF4-FFF2-40B4-BE49-F238E27FC236}">
                <ns2:creationId id="{2AA4EA4E-E63F-9199-7A57-24CFB7A6FFD0}"/>
              </a:ext>
            </a:extLst>
          </p:cNvPr>
          <p:cNvSpPr/>
          <p:nvPr/>
        </p:nvSpPr>
        <p:spPr>
          <a:xfrm>
            <a:off x="342902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solidFill>
              <a:srgbClr val="008D2E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C9C793A-8F4A-78F9-A14A-E1D3707CB8AF}"/>
              </a:ext>
            </a:extLst>
          </p:cNvPr>
          <p:cNvSpPr/>
          <p:nvPr/>
        </p:nvSpPr>
        <p:spPr>
          <a:xfrm>
            <a:off x="890588" y="2379289"/>
            <a:ext cx="619125" cy="1801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3643DC11-2169-F865-F771-A44E0E81647C}"/>
              </a:ext>
            </a:extLst>
          </p:cNvPr>
          <p:cNvSpPr/>
          <p:nvPr/>
        </p:nvSpPr>
        <p:spPr>
          <a:xfrm>
            <a:off x="1813834" y="2346173"/>
            <a:ext cx="904874" cy="607505"/>
          </a:xfrm>
          <a:prstGeom prst="roundRect">
            <a:avLst>
              <a:gd name="adj" fmla="val 9666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CDA608DD-A054-EC10-F81E-4176F3AFC4A5}"/>
              </a:ext>
            </a:extLst>
          </p:cNvPr>
          <p:cNvSpPr/>
          <p:nvPr/>
        </p:nvSpPr>
        <p:spPr>
          <a:xfrm>
            <a:off x="2895600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A8B2180-E1F6-AE7B-E11C-5A0A877C1F3F}"/>
              </a:ext>
            </a:extLst>
          </p:cNvPr>
          <p:cNvSpPr/>
          <p:nvPr/>
        </p:nvSpPr>
        <p:spPr>
          <a:xfrm>
            <a:off x="2895600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AF1700AF-CE4B-B3FF-2A30-E232CB23D9CE}"/>
              </a:ext>
            </a:extLst>
          </p:cNvPr>
          <p:cNvSpPr/>
          <p:nvPr/>
        </p:nvSpPr>
        <p:spPr>
          <a:xfrm>
            <a:off x="3930151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C81764F-12FF-AD0B-F35E-9FE0AF0F88F1}"/>
              </a:ext>
            </a:extLst>
          </p:cNvPr>
          <p:cNvSpPr/>
          <p:nvPr/>
        </p:nvSpPr>
        <p:spPr>
          <a:xfrm>
            <a:off x="3930151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A983B18-2E90-4299-18B7-D75D552884D8}"/>
              </a:ext>
            </a:extLst>
          </p:cNvPr>
          <p:cNvSpPr/>
          <p:nvPr/>
        </p:nvSpPr>
        <p:spPr>
          <a:xfrm>
            <a:off x="4967264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7D3635E9-0323-4A16-46B5-5163CFB30A0C}"/>
              </a:ext>
            </a:extLst>
          </p:cNvPr>
          <p:cNvSpPr/>
          <p:nvPr/>
        </p:nvSpPr>
        <p:spPr>
          <a:xfrm>
            <a:off x="4967264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35C8350-0F88-7FBE-2D24-3603DFBDD5CC}"/>
              </a:ext>
            </a:extLst>
          </p:cNvPr>
          <p:cNvSpPr/>
          <p:nvPr/>
        </p:nvSpPr>
        <p:spPr>
          <a:xfrm>
            <a:off x="2895601" y="2906769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E5C85762-D903-1116-AEC6-88FE9B7109E9}"/>
              </a:ext>
            </a:extLst>
          </p:cNvPr>
          <p:cNvSpPr/>
          <p:nvPr/>
        </p:nvSpPr>
        <p:spPr>
          <a:xfrm>
            <a:off x="2895601" y="3174032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0" name="グラフ 29">
            <a:extLst>
              <a:ext uri="{FF2B5EF4-FFF2-40B4-BE49-F238E27FC236}">
                <ns2:creationId id="{2B66F224-F542-B26F-CFD9-4D659325156A}"/>
              </a:ext>
            </a:extLst>
          </p:cNvPr>
          <p:cNvGraphicFramePr/>
          <p:nvPr/>
        </p:nvGraphicFramePr>
        <p:xfrm>
          <a:off x="438151" y="2354319"/>
          <a:ext cx="1524000" cy="1004265"/>
        </p:xfrm>
        <a:graphic>
          <a:graphicData uri="http://schemas.openxmlformats.org/drawingml/2006/chart">
            <ns3:chart r:id="rId2"/>
          </a:graphicData>
        </a:graphic>
      </p:graphicFrame>
      <p:sp>
        <p:nvSpPr>
          <p:cNvPr id="31" name="正方形/長方形 30">
            <a:extLst>
              <a:ext uri="{FF2B5EF4-FFF2-40B4-BE49-F238E27FC236}">
                <ns2:creationId id="{00E2D27E-30EA-A292-FA58-AB934736C642}"/>
              </a:ext>
            </a:extLst>
          </p:cNvPr>
          <p:cNvSpPr/>
          <p:nvPr/>
        </p:nvSpPr>
        <p:spPr>
          <a:xfrm>
            <a:off x="576263" y="2963630"/>
            <a:ext cx="1247774" cy="1757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14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14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4" name="グラフ 33">
            <a:extLst>
              <a:ext uri="{FF2B5EF4-FFF2-40B4-BE49-F238E27FC236}">
                <ns2:creationId id="{88463244-3DF4-303E-4F25-C93D523DE89F}"/>
              </a:ext>
            </a:extLst>
          </p:cNvPr>
          <p:cNvGraphicFramePr/>
          <p:nvPr/>
        </p:nvGraphicFramePr>
        <p:xfrm>
          <a:off x="334962" y="3514905"/>
          <a:ext cx="5652599" cy="1264143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25" name="正方形/長方形 21">
            <a:extLst>
              <a:ext uri="{FF2B5EF4-FFF2-40B4-BE49-F238E27FC236}">
                <ns2:creationId id="{DBEEE481-9E01-4BE6-3CEF-99AC9B5FCDAF}"/>
              </a:ext>
            </a:extLst>
          </p:cNvPr>
          <p:cNvSpPr/>
          <p:nvPr/>
        </p:nvSpPr>
        <p:spPr>
          <a:xfrm>
            <a:off x="6201838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2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625BDF6F-B5EF-6D7B-AB36-A5FB89DB2715}"/>
              </a:ext>
            </a:extLst>
          </p:cNvPr>
          <p:cNvSpPr/>
          <p:nvPr/>
        </p:nvSpPr>
        <p:spPr>
          <a:xfrm>
            <a:off x="7641021" y="2097458"/>
            <a:ext cx="4216017" cy="240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+mn-ea"/>
                <a:cs typeface="Meiryo UI" panose="020B0604030504040204" pitchFamily="50" charset="-128"/>
              </a:rPr>
              <a:t>XX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0" name="グラフ 129">
            <a:extLst>
              <a:ext uri="{FF2B5EF4-FFF2-40B4-BE49-F238E27FC236}">
                <ns2:creationId id="{645210AA-2717-6A98-D780-C592C63DC1C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17232" y="2337234"/>
          <a:ext cx="2743200" cy="1098930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131" name="グラフ 130">
            <a:extLst>
              <a:ext uri="{FF2B5EF4-FFF2-40B4-BE49-F238E27FC236}">
                <ns2:creationId id="{5DB93113-2121-559B-2DF9-2EEC1FAD47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960188" y="2346173"/>
          <a:ext cx="2896850" cy="1097280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132" name="正方形/長方形 131">
            <a:extLst>
              <a:ext uri="{FF2B5EF4-FFF2-40B4-BE49-F238E27FC236}">
                <ns2:creationId id="{3A008717-053D-0A6B-9031-684DFC76AC11}"/>
              </a:ext>
            </a:extLst>
          </p:cNvPr>
          <p:cNvSpPr>
            <a:spLocks noChangeAspect="1"/>
          </p:cNvSpPr>
          <p:nvPr/>
        </p:nvSpPr>
        <p:spPr>
          <a:xfrm>
            <a:off x="7229345" y="2715163"/>
            <a:ext cx="475648" cy="3657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4D0AAF05-859E-F499-3649-149CF68B8109}"/>
              </a:ext>
            </a:extLst>
          </p:cNvPr>
          <p:cNvSpPr>
            <a:spLocks noChangeAspect="1"/>
          </p:cNvSpPr>
          <p:nvPr/>
        </p:nvSpPr>
        <p:spPr>
          <a:xfrm>
            <a:off x="10085913" y="2725648"/>
            <a:ext cx="597611" cy="33250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グループ化 90">
            <a:extLst>
              <a:ext uri="{FF2B5EF4-FFF2-40B4-BE49-F238E27FC236}">
                <ns2:creationId id="{4D91E354-4829-5115-700F-B6F566163FB0}"/>
              </a:ext>
            </a:extLst>
          </p:cNvPr>
          <p:cNvGrpSpPr/>
          <p:nvPr/>
        </p:nvGrpSpPr>
        <p:grpSpPr>
          <a:xfrm>
            <a:off x="6096000" y="3433670"/>
            <a:ext cx="5761038" cy="2875055"/>
            <a:chOff x="6096000" y="3433670"/>
            <a:chExt cx="5761038" cy="2875055"/>
          </a:xfrm>
        </p:grpSpPr>
        <p:sp>
          <p:nvSpPr>
            <p:cNvPr id="135" name="正方形/長方形 134">
              <a:extLst>
                <a:ext uri="{FF2B5EF4-FFF2-40B4-BE49-F238E27FC236}">
                  <ns2:creationId id="{32B5CE71-D44E-22D9-5AD4-A06B834B80A2}"/>
                </a:ext>
              </a:extLst>
            </p:cNvPr>
            <p:cNvSpPr/>
            <p:nvPr/>
          </p:nvSpPr>
          <p:spPr>
            <a:xfrm>
              <a:off x="6099175" y="3433670"/>
              <a:ext cx="1117600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2D1FFE4-7E89-B64B-1317-01F16A843DCA}"/>
                </a:ext>
              </a:extLst>
            </p:cNvPr>
            <p:cNvSpPr/>
            <p:nvPr/>
          </p:nvSpPr>
          <p:spPr>
            <a:xfrm>
              <a:off x="6096001" y="4131775"/>
              <a:ext cx="1120775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3BEAA5DD-43C9-815E-9809-542A141D42B2}"/>
                </a:ext>
              </a:extLst>
            </p:cNvPr>
            <p:cNvSpPr/>
            <p:nvPr/>
          </p:nvSpPr>
          <p:spPr>
            <a:xfrm>
              <a:off x="6096000" y="4445832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4AF2833B-92FE-9BD8-5104-089BDD6FE48F}"/>
                </a:ext>
              </a:extLst>
            </p:cNvPr>
            <p:cNvSpPr/>
            <p:nvPr/>
          </p:nvSpPr>
          <p:spPr>
            <a:xfrm>
              <a:off x="6096000" y="5388003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E9F5274-BD93-54ED-A2AF-D5361A9CBC3A}"/>
                </a:ext>
              </a:extLst>
            </p:cNvPr>
            <p:cNvSpPr/>
            <p:nvPr/>
          </p:nvSpPr>
          <p:spPr>
            <a:xfrm>
              <a:off x="7809913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AA6CCFAE-4A93-4FAC-3D1A-C6454C2A63C2}"/>
                </a:ext>
              </a:extLst>
            </p:cNvPr>
            <p:cNvSpPr/>
            <p:nvPr/>
          </p:nvSpPr>
          <p:spPr>
            <a:xfrm>
              <a:off x="7806062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EC843DCC-A45D-BF7B-3788-F1F8C643610F}"/>
                </a:ext>
              </a:extLst>
            </p:cNvPr>
            <p:cNvSpPr/>
            <p:nvPr/>
          </p:nvSpPr>
          <p:spPr>
            <a:xfrm>
              <a:off x="8389946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D065AAD3-64C8-4559-17E2-2D73B46C5BDE}"/>
                </a:ext>
              </a:extLst>
            </p:cNvPr>
            <p:cNvSpPr/>
            <p:nvPr/>
          </p:nvSpPr>
          <p:spPr>
            <a:xfrm>
              <a:off x="838780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D7DBF3AB-96A6-403E-E77A-D4BDA39268C7}"/>
                </a:ext>
              </a:extLst>
            </p:cNvPr>
            <p:cNvSpPr/>
            <p:nvPr/>
          </p:nvSpPr>
          <p:spPr>
            <a:xfrm>
              <a:off x="8969979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3DBF478-F3B3-C8B9-0E9E-902AA660CD40}"/>
                </a:ext>
              </a:extLst>
            </p:cNvPr>
            <p:cNvSpPr/>
            <p:nvPr/>
          </p:nvSpPr>
          <p:spPr>
            <a:xfrm>
              <a:off x="8966149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7E3611-8AA3-6341-6264-95DCF97D7359}"/>
                </a:ext>
              </a:extLst>
            </p:cNvPr>
            <p:cNvSpPr/>
            <p:nvPr/>
          </p:nvSpPr>
          <p:spPr>
            <a:xfrm>
              <a:off x="10130045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A7520AB-7FC5-E3A3-5126-2D514442533D}"/>
                </a:ext>
              </a:extLst>
            </p:cNvPr>
            <p:cNvSpPr/>
            <p:nvPr/>
          </p:nvSpPr>
          <p:spPr>
            <a:xfrm>
              <a:off x="1012522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637A60CE-13A2-0C8F-DCA9-CA71D394DECD}"/>
                </a:ext>
              </a:extLst>
            </p:cNvPr>
            <p:cNvSpPr/>
            <p:nvPr/>
          </p:nvSpPr>
          <p:spPr>
            <a:xfrm>
              <a:off x="10710078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BCD4F83F-8F4D-F842-CE2B-05BE66A48AF2}"/>
                </a:ext>
              </a:extLst>
            </p:cNvPr>
            <p:cNvSpPr/>
            <p:nvPr/>
          </p:nvSpPr>
          <p:spPr>
            <a:xfrm>
              <a:off x="10711768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68637CE-4122-A6B0-AF76-7B21779C87F1}"/>
                </a:ext>
              </a:extLst>
            </p:cNvPr>
            <p:cNvSpPr/>
            <p:nvPr/>
          </p:nvSpPr>
          <p:spPr>
            <a:xfrm>
              <a:off x="1129011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65250F8-BDC8-A707-CE5A-283BADDB77B8}"/>
                </a:ext>
              </a:extLst>
            </p:cNvPr>
            <p:cNvSpPr/>
            <p:nvPr/>
          </p:nvSpPr>
          <p:spPr>
            <a:xfrm>
              <a:off x="1129011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7DD29B7B-E1A2-5CB8-CEE6-D83368B2955E}"/>
                </a:ext>
              </a:extLst>
            </p:cNvPr>
            <p:cNvSpPr/>
            <p:nvPr/>
          </p:nvSpPr>
          <p:spPr>
            <a:xfrm>
              <a:off x="722988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93F14E40-79E6-C5CF-C8E1-F00DAABABF38}"/>
                </a:ext>
              </a:extLst>
            </p:cNvPr>
            <p:cNvSpPr/>
            <p:nvPr/>
          </p:nvSpPr>
          <p:spPr>
            <a:xfrm>
              <a:off x="7227717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D23E7654-3691-C912-855C-8EBB393E6845}"/>
                </a:ext>
              </a:extLst>
            </p:cNvPr>
            <p:cNvSpPr/>
            <p:nvPr/>
          </p:nvSpPr>
          <p:spPr>
            <a:xfrm>
              <a:off x="9550012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9AD8B83-A103-4864-39A0-930820216F25}"/>
                </a:ext>
              </a:extLst>
            </p:cNvPr>
            <p:cNvSpPr/>
            <p:nvPr/>
          </p:nvSpPr>
          <p:spPr>
            <a:xfrm>
              <a:off x="954449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96887B78-EDD4-F75D-B8C8-692D15F2BD6D}"/>
                </a:ext>
              </a:extLst>
            </p:cNvPr>
            <p:cNvSpPr/>
            <p:nvPr/>
          </p:nvSpPr>
          <p:spPr>
            <a:xfrm>
              <a:off x="6650927" y="4445832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9A57D8C2-B7B9-1843-1A5F-B1782B545C46}"/>
                </a:ext>
              </a:extLst>
            </p:cNvPr>
            <p:cNvSpPr/>
            <p:nvPr/>
          </p:nvSpPr>
          <p:spPr>
            <a:xfrm>
              <a:off x="7806062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B9990A2-CE52-B6C1-EEE5-6D91927EA048}"/>
                </a:ext>
              </a:extLst>
            </p:cNvPr>
            <p:cNvSpPr/>
            <p:nvPr/>
          </p:nvSpPr>
          <p:spPr>
            <a:xfrm>
              <a:off x="838780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D8D0288C-0C9A-80BF-0CA2-E84153F94F79}"/>
                </a:ext>
              </a:extLst>
            </p:cNvPr>
            <p:cNvSpPr/>
            <p:nvPr/>
          </p:nvSpPr>
          <p:spPr>
            <a:xfrm>
              <a:off x="8966149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F4C6FC3A-B4FB-42F8-C02F-261F86E4E6F8}"/>
                </a:ext>
              </a:extLst>
            </p:cNvPr>
            <p:cNvSpPr/>
            <p:nvPr/>
          </p:nvSpPr>
          <p:spPr>
            <a:xfrm>
              <a:off x="1012522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E7236088-4F63-8FE0-04E8-CE5D12142356}"/>
                </a:ext>
              </a:extLst>
            </p:cNvPr>
            <p:cNvSpPr/>
            <p:nvPr/>
          </p:nvSpPr>
          <p:spPr>
            <a:xfrm>
              <a:off x="10711768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56064E28-95A4-A716-538E-2402441CE9CC}"/>
                </a:ext>
              </a:extLst>
            </p:cNvPr>
            <p:cNvSpPr/>
            <p:nvPr/>
          </p:nvSpPr>
          <p:spPr>
            <a:xfrm>
              <a:off x="1129011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8034EA8A-DE00-CA3E-0FC0-9337341E2309}"/>
                </a:ext>
              </a:extLst>
            </p:cNvPr>
            <p:cNvSpPr/>
            <p:nvPr/>
          </p:nvSpPr>
          <p:spPr>
            <a:xfrm>
              <a:off x="7227717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A886D68C-16E9-A82A-07C4-1EC29FA48B62}"/>
                </a:ext>
              </a:extLst>
            </p:cNvPr>
            <p:cNvSpPr/>
            <p:nvPr/>
          </p:nvSpPr>
          <p:spPr>
            <a:xfrm>
              <a:off x="954449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786A9FDA-0B96-2C7D-D81F-8B9DAA4A8261}"/>
                </a:ext>
              </a:extLst>
            </p:cNvPr>
            <p:cNvSpPr/>
            <p:nvPr/>
          </p:nvSpPr>
          <p:spPr>
            <a:xfrm>
              <a:off x="6650927" y="4759889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24113A7A-F7E0-EDA9-A8A5-D0B9C27D3FBE}"/>
                </a:ext>
              </a:extLst>
            </p:cNvPr>
            <p:cNvSpPr/>
            <p:nvPr/>
          </p:nvSpPr>
          <p:spPr>
            <a:xfrm>
              <a:off x="7806062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6BAAED-334B-784E-5D72-703F35BB85A4}"/>
                </a:ext>
              </a:extLst>
            </p:cNvPr>
            <p:cNvSpPr/>
            <p:nvPr/>
          </p:nvSpPr>
          <p:spPr>
            <a:xfrm>
              <a:off x="838780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E87AF90-D898-5885-DC06-2F25B83DF10E}"/>
                </a:ext>
              </a:extLst>
            </p:cNvPr>
            <p:cNvSpPr/>
            <p:nvPr/>
          </p:nvSpPr>
          <p:spPr>
            <a:xfrm>
              <a:off x="8966149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02995D-B3A3-6722-CE9C-941CD1157CE6}"/>
                </a:ext>
              </a:extLst>
            </p:cNvPr>
            <p:cNvSpPr/>
            <p:nvPr/>
          </p:nvSpPr>
          <p:spPr>
            <a:xfrm>
              <a:off x="1012522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15185F21-DF1F-BD59-B03B-3CA76FC60F4E}"/>
                </a:ext>
              </a:extLst>
            </p:cNvPr>
            <p:cNvSpPr/>
            <p:nvPr/>
          </p:nvSpPr>
          <p:spPr>
            <a:xfrm>
              <a:off x="10711768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51525A-76FE-FF27-BB44-8C646E784CF4}"/>
                </a:ext>
              </a:extLst>
            </p:cNvPr>
            <p:cNvSpPr/>
            <p:nvPr/>
          </p:nvSpPr>
          <p:spPr>
            <a:xfrm>
              <a:off x="1129011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F8AADC4B-560E-0B0B-EA64-CA162AEB8549}"/>
                </a:ext>
              </a:extLst>
            </p:cNvPr>
            <p:cNvSpPr/>
            <p:nvPr/>
          </p:nvSpPr>
          <p:spPr>
            <a:xfrm>
              <a:off x="7227717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E7D49D1E-58D8-01F4-F31F-FF6B68FB4687}"/>
                </a:ext>
              </a:extLst>
            </p:cNvPr>
            <p:cNvSpPr/>
            <p:nvPr/>
          </p:nvSpPr>
          <p:spPr>
            <a:xfrm>
              <a:off x="954449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EA3C4BFC-CCD7-CAB9-998F-EDFF19FE26C1}"/>
                </a:ext>
              </a:extLst>
            </p:cNvPr>
            <p:cNvSpPr/>
            <p:nvPr/>
          </p:nvSpPr>
          <p:spPr>
            <a:xfrm>
              <a:off x="6650927" y="5073946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AF282B0D-F742-C401-2CE1-4AEA64710954}"/>
                </a:ext>
              </a:extLst>
            </p:cNvPr>
            <p:cNvSpPr/>
            <p:nvPr/>
          </p:nvSpPr>
          <p:spPr>
            <a:xfrm>
              <a:off x="7806062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1FEBBEC2-8267-63FF-F372-19A9D4C80E64}"/>
                </a:ext>
              </a:extLst>
            </p:cNvPr>
            <p:cNvSpPr/>
            <p:nvPr/>
          </p:nvSpPr>
          <p:spPr>
            <a:xfrm>
              <a:off x="838780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1DBA323-0C0D-8697-86C0-DB8EE6D8D0B2}"/>
                </a:ext>
              </a:extLst>
            </p:cNvPr>
            <p:cNvSpPr/>
            <p:nvPr/>
          </p:nvSpPr>
          <p:spPr>
            <a:xfrm>
              <a:off x="8966149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C73B6DC7-82C1-55BF-697D-B84A6F73671D}"/>
                </a:ext>
              </a:extLst>
            </p:cNvPr>
            <p:cNvSpPr/>
            <p:nvPr/>
          </p:nvSpPr>
          <p:spPr>
            <a:xfrm>
              <a:off x="1012522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C95D0AD-9B06-825A-F107-42172F6123C3}"/>
                </a:ext>
              </a:extLst>
            </p:cNvPr>
            <p:cNvSpPr/>
            <p:nvPr/>
          </p:nvSpPr>
          <p:spPr>
            <a:xfrm>
              <a:off x="10711768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C0A9E796-029E-28B6-8181-20CC350132B6}"/>
                </a:ext>
              </a:extLst>
            </p:cNvPr>
            <p:cNvSpPr/>
            <p:nvPr/>
          </p:nvSpPr>
          <p:spPr>
            <a:xfrm>
              <a:off x="1129011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F461933-4317-25A1-A2D6-73C996C4DA09}"/>
                </a:ext>
              </a:extLst>
            </p:cNvPr>
            <p:cNvSpPr/>
            <p:nvPr/>
          </p:nvSpPr>
          <p:spPr>
            <a:xfrm>
              <a:off x="7227717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672666F-EF84-DAA0-9D32-8A881B2885D3}"/>
                </a:ext>
              </a:extLst>
            </p:cNvPr>
            <p:cNvSpPr/>
            <p:nvPr/>
          </p:nvSpPr>
          <p:spPr>
            <a:xfrm>
              <a:off x="954449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602AA31-2FBC-A884-259F-4D907672BB9F}"/>
                </a:ext>
              </a:extLst>
            </p:cNvPr>
            <p:cNvSpPr/>
            <p:nvPr/>
          </p:nvSpPr>
          <p:spPr>
            <a:xfrm>
              <a:off x="6650927" y="5388003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4CF66041-6344-C136-1841-46491E02FF06}"/>
                </a:ext>
              </a:extLst>
            </p:cNvPr>
            <p:cNvSpPr/>
            <p:nvPr/>
          </p:nvSpPr>
          <p:spPr>
            <a:xfrm>
              <a:off x="7806062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B399000E-B7E8-701B-CB18-54A1330F6718}"/>
                </a:ext>
              </a:extLst>
            </p:cNvPr>
            <p:cNvSpPr/>
            <p:nvPr/>
          </p:nvSpPr>
          <p:spPr>
            <a:xfrm>
              <a:off x="838780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1E166ECB-5410-45D2-52AC-D9118ED52092}"/>
                </a:ext>
              </a:extLst>
            </p:cNvPr>
            <p:cNvSpPr/>
            <p:nvPr/>
          </p:nvSpPr>
          <p:spPr>
            <a:xfrm>
              <a:off x="8966149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1E73774-448B-26BF-7464-7706492CE41D}"/>
                </a:ext>
              </a:extLst>
            </p:cNvPr>
            <p:cNvSpPr/>
            <p:nvPr/>
          </p:nvSpPr>
          <p:spPr>
            <a:xfrm>
              <a:off x="1012522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FFB03CF3-D6FD-F086-8AEA-E59434E051F6}"/>
                </a:ext>
              </a:extLst>
            </p:cNvPr>
            <p:cNvSpPr/>
            <p:nvPr/>
          </p:nvSpPr>
          <p:spPr>
            <a:xfrm>
              <a:off x="10711768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96754F18-8608-5F2D-3261-EEA79BCB92E3}"/>
                </a:ext>
              </a:extLst>
            </p:cNvPr>
            <p:cNvSpPr/>
            <p:nvPr/>
          </p:nvSpPr>
          <p:spPr>
            <a:xfrm>
              <a:off x="1129011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AFE93C8A-088C-FCE6-61F7-55DAD05B2F86}"/>
                </a:ext>
              </a:extLst>
            </p:cNvPr>
            <p:cNvSpPr/>
            <p:nvPr/>
          </p:nvSpPr>
          <p:spPr>
            <a:xfrm>
              <a:off x="7227717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067497-AC34-733D-AB41-1E4809A68B27}"/>
                </a:ext>
              </a:extLst>
            </p:cNvPr>
            <p:cNvSpPr/>
            <p:nvPr/>
          </p:nvSpPr>
          <p:spPr>
            <a:xfrm>
              <a:off x="954449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E23351DA-2C53-03C5-7AB0-880805CA0DB6}"/>
                </a:ext>
              </a:extLst>
            </p:cNvPr>
            <p:cNvSpPr/>
            <p:nvPr/>
          </p:nvSpPr>
          <p:spPr>
            <a:xfrm>
              <a:off x="6650927" y="6016117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C7B479C0-DD9C-002F-8225-E1C7F6F16B23}"/>
                </a:ext>
              </a:extLst>
            </p:cNvPr>
            <p:cNvSpPr/>
            <p:nvPr/>
          </p:nvSpPr>
          <p:spPr>
            <a:xfrm>
              <a:off x="7806062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F1B395DA-9375-3A84-C239-46F608B50B6A}"/>
                </a:ext>
              </a:extLst>
            </p:cNvPr>
            <p:cNvSpPr/>
            <p:nvPr/>
          </p:nvSpPr>
          <p:spPr>
            <a:xfrm>
              <a:off x="838780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33262216-BDFC-8847-B5AE-98582864A82D}"/>
                </a:ext>
              </a:extLst>
            </p:cNvPr>
            <p:cNvSpPr/>
            <p:nvPr/>
          </p:nvSpPr>
          <p:spPr>
            <a:xfrm>
              <a:off x="8966149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DF3B2461-1BA3-4483-7EEA-344E39FE6264}"/>
                </a:ext>
              </a:extLst>
            </p:cNvPr>
            <p:cNvSpPr/>
            <p:nvPr/>
          </p:nvSpPr>
          <p:spPr>
            <a:xfrm>
              <a:off x="1012522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3CAFA07-AFF6-5F71-A284-8DDC96048CC9}"/>
                </a:ext>
              </a:extLst>
            </p:cNvPr>
            <p:cNvSpPr/>
            <p:nvPr/>
          </p:nvSpPr>
          <p:spPr>
            <a:xfrm>
              <a:off x="10711768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9B1EE6DC-036E-3BA8-2584-AEAD65A5B3D7}"/>
                </a:ext>
              </a:extLst>
            </p:cNvPr>
            <p:cNvSpPr/>
            <p:nvPr/>
          </p:nvSpPr>
          <p:spPr>
            <a:xfrm>
              <a:off x="1129011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6E748F63-5D51-C1F6-F336-055FC1D4055B}"/>
                </a:ext>
              </a:extLst>
            </p:cNvPr>
            <p:cNvSpPr/>
            <p:nvPr/>
          </p:nvSpPr>
          <p:spPr>
            <a:xfrm>
              <a:off x="7227717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55B54AD3-1D11-5169-791B-7F06D448D4D0}"/>
                </a:ext>
              </a:extLst>
            </p:cNvPr>
            <p:cNvSpPr/>
            <p:nvPr/>
          </p:nvSpPr>
          <p:spPr>
            <a:xfrm>
              <a:off x="954449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0F7E2E7E-8D2B-AA4C-9D4C-2F886CE5D08F}"/>
                </a:ext>
              </a:extLst>
            </p:cNvPr>
            <p:cNvSpPr/>
            <p:nvPr/>
          </p:nvSpPr>
          <p:spPr>
            <a:xfrm>
              <a:off x="6650927" y="5702060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FB8A2913-E5EE-D63C-C722-0129CB620A22}"/>
                </a:ext>
              </a:extLst>
            </p:cNvPr>
            <p:cNvSpPr/>
            <p:nvPr/>
          </p:nvSpPr>
          <p:spPr>
            <a:xfrm>
              <a:off x="7806062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1E5734A6-DAEA-9082-1C7B-712B41E7FBB2}"/>
                </a:ext>
              </a:extLst>
            </p:cNvPr>
            <p:cNvSpPr/>
            <p:nvPr/>
          </p:nvSpPr>
          <p:spPr>
            <a:xfrm>
              <a:off x="838780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1097345D-7809-14EB-E064-12B4CAB5C0EF}"/>
                </a:ext>
              </a:extLst>
            </p:cNvPr>
            <p:cNvSpPr/>
            <p:nvPr/>
          </p:nvSpPr>
          <p:spPr>
            <a:xfrm>
              <a:off x="8966149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DFAE586F-5533-A31C-CFF1-FBFB7992ADD6}"/>
                </a:ext>
              </a:extLst>
            </p:cNvPr>
            <p:cNvSpPr/>
            <p:nvPr/>
          </p:nvSpPr>
          <p:spPr>
            <a:xfrm>
              <a:off x="1012522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BA62A105-4B41-E331-2073-AE1B3117860B}"/>
                </a:ext>
              </a:extLst>
            </p:cNvPr>
            <p:cNvSpPr/>
            <p:nvPr/>
          </p:nvSpPr>
          <p:spPr>
            <a:xfrm>
              <a:off x="10711768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8B675F77-9B16-19C5-5694-79A284CCEEA1}"/>
                </a:ext>
              </a:extLst>
            </p:cNvPr>
            <p:cNvSpPr/>
            <p:nvPr/>
          </p:nvSpPr>
          <p:spPr>
            <a:xfrm>
              <a:off x="1129011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83AD8B70-4FCD-4464-AFB6-D23C31BCBA30}"/>
                </a:ext>
              </a:extLst>
            </p:cNvPr>
            <p:cNvSpPr/>
            <p:nvPr/>
          </p:nvSpPr>
          <p:spPr>
            <a:xfrm>
              <a:off x="7227717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A88F856-C932-DA15-6EB6-7256DAEF5F04}"/>
                </a:ext>
              </a:extLst>
            </p:cNvPr>
            <p:cNvSpPr/>
            <p:nvPr/>
          </p:nvSpPr>
          <p:spPr>
            <a:xfrm>
              <a:off x="954449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024FA58-0C4D-01BB-BEDE-BC624FBA4A21}"/>
                </a:ext>
              </a:extLst>
            </p:cNvPr>
            <p:cNvGrpSpPr/>
            <p:nvPr/>
          </p:nvGrpSpPr>
          <p:grpSpPr>
            <a:xfrm>
              <a:off x="7248168" y="4435107"/>
              <a:ext cx="4608870" cy="0"/>
              <a:chOff x="7248168" y="4441031"/>
              <a:chExt cx="4608870" cy="0"/>
            </a:xfrm>
          </p:grpSpPr>
          <p:cxnSp>
            <p:nvCxnSpPr>
              <p:cNvPr id="288" name="直線コネクタ 287">
                <a:extLst>
                  <a:ext uri="{FF2B5EF4-FFF2-40B4-BE49-F238E27FC236}">
                    <ns2:creationId id="{F5CA5976-539F-0478-BDF9-CB12F25987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A3A32DC9-FED8-480A-453B-A899390947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79DD66F1-3E6A-2023-C5FE-DB2F7B823A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84272FF4-6085-27C8-2E5C-D5F8B3451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ns2:creationId id="{9768945E-A819-A2CD-4B71-FAA5EAAEE4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直線コネクタ 319">
                <a:extLst>
                  <a:ext uri="{FF2B5EF4-FFF2-40B4-BE49-F238E27FC236}">
                    <ns2:creationId id="{0BF9E4C5-A222-9038-F7A9-BDC580E170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>
                <a:extLst>
                  <a:ext uri="{FF2B5EF4-FFF2-40B4-BE49-F238E27FC236}">
                    <ns2:creationId id="{0E9B6056-C948-9F57-CD60-1B17228464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直線コネクタ 331">
                <a:extLst>
                  <a:ext uri="{FF2B5EF4-FFF2-40B4-BE49-F238E27FC236}">
                    <ns2:creationId id="{A7E89D8F-D758-804C-0666-91385BC21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923A58B-E1BC-24A6-B6AA-E08B64653E5E}"/>
                </a:ext>
              </a:extLst>
            </p:cNvPr>
            <p:cNvGrpSpPr/>
            <p:nvPr/>
          </p:nvGrpSpPr>
          <p:grpSpPr>
            <a:xfrm>
              <a:off x="7248168" y="4749165"/>
              <a:ext cx="4608870" cy="0"/>
              <a:chOff x="7248168" y="4747187"/>
              <a:chExt cx="4608870" cy="0"/>
            </a:xfrm>
          </p:grpSpPr>
          <p:cxnSp>
            <p:nvCxnSpPr>
              <p:cNvPr id="289" name="直線コネクタ 288">
                <a:extLst>
                  <a:ext uri="{FF2B5EF4-FFF2-40B4-BE49-F238E27FC236}">
                    <ns2:creationId id="{3DFC3215-D89E-5756-AC7D-2B6E6251C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54379851-690A-39F8-9BA6-3ACD5402D8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ns2:creationId id="{0F18D9C9-2684-8FD7-AA24-40F8CAD49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F1D0C45D-0940-B322-79B8-7870D0C2E5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DA70EEBB-992F-5337-64A2-732C4337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直線コネクタ 320">
                <a:extLst>
                  <a:ext uri="{FF2B5EF4-FFF2-40B4-BE49-F238E27FC236}">
                    <ns2:creationId id="{E4DB3088-0D2A-6EE1-3F94-73BF015BC5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直線コネクタ 326">
                <a:extLst>
                  <a:ext uri="{FF2B5EF4-FFF2-40B4-BE49-F238E27FC236}">
                    <ns2:creationId id="{CFDF3AA2-B93A-296B-E3C5-C36724DF0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" name="直線コネクタ 332">
                <a:extLst>
                  <a:ext uri="{FF2B5EF4-FFF2-40B4-BE49-F238E27FC236}">
                    <ns2:creationId id="{7E10A35C-B884-55DA-9C22-531FD1032B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グループ化 16">
              <a:extLst>
                <a:ext uri="{FF2B5EF4-FFF2-40B4-BE49-F238E27FC236}">
                  <ns2:creationId id="{B358BB93-D482-91D8-172C-943D21A5D353}"/>
                </a:ext>
              </a:extLst>
            </p:cNvPr>
            <p:cNvGrpSpPr/>
            <p:nvPr/>
          </p:nvGrpSpPr>
          <p:grpSpPr>
            <a:xfrm>
              <a:off x="7248168" y="5063221"/>
              <a:ext cx="4608870" cy="0"/>
              <a:chOff x="7248168" y="5066275"/>
              <a:chExt cx="4608870" cy="0"/>
            </a:xfrm>
          </p:grpSpPr>
          <p:cxnSp>
            <p:nvCxnSpPr>
              <p:cNvPr id="290" name="直線コネクタ 289">
                <a:extLst>
                  <a:ext uri="{FF2B5EF4-FFF2-40B4-BE49-F238E27FC236}">
                    <ns2:creationId id="{837488CC-BEF4-0AE6-5C84-64D1B22E3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2B1920ED-089E-C915-95A1-51ADC8768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ns2:creationId id="{84BFAA1C-4FF8-9B4B-C60F-6575C5F26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36F0A863-29F7-6B87-48F1-3D6DBB2437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AAD3A592-9430-BE5A-6CC7-771D3EE424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直線コネクタ 321">
                <a:extLst>
                  <a:ext uri="{FF2B5EF4-FFF2-40B4-BE49-F238E27FC236}">
                    <ns2:creationId id="{7514918D-3A43-B323-1FBB-E0188C3349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直線コネクタ 327">
                <a:extLst>
                  <a:ext uri="{FF2B5EF4-FFF2-40B4-BE49-F238E27FC236}">
                    <ns2:creationId id="{81BE3683-6599-54F6-93A0-0CFFADD529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9119D511-F1C2-EE2A-F49B-37AD081709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33CB6E8C-0890-0F44-258D-AFB09CAB8BC6}"/>
                </a:ext>
              </a:extLst>
            </p:cNvPr>
            <p:cNvGrpSpPr/>
            <p:nvPr/>
          </p:nvGrpSpPr>
          <p:grpSpPr>
            <a:xfrm>
              <a:off x="7248168" y="5377279"/>
              <a:ext cx="4608870" cy="0"/>
              <a:chOff x="7248168" y="5371075"/>
              <a:chExt cx="4608870" cy="0"/>
            </a:xfrm>
          </p:grpSpPr>
          <p:cxnSp>
            <p:nvCxnSpPr>
              <p:cNvPr id="291" name="直線コネクタ 290">
                <a:extLst>
                  <a:ext uri="{FF2B5EF4-FFF2-40B4-BE49-F238E27FC236}">
                    <ns2:creationId id="{D407E496-5052-4BA6-53AF-8A14FB194D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C87673E7-E1FA-1BA6-705D-3100F4EF17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ns2:creationId id="{0AA66D35-861B-B017-2981-D8F28FEDBA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44B3C46D-72B2-90D4-044A-6098844818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C8055813-45AF-88BC-6A18-29E139AA9A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直線コネクタ 322">
                <a:extLst>
                  <a:ext uri="{FF2B5EF4-FFF2-40B4-BE49-F238E27FC236}">
                    <ns2:creationId id="{B6871B7F-C503-CA9E-D953-496B91630F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線コネクタ 328">
                <a:extLst>
                  <a:ext uri="{FF2B5EF4-FFF2-40B4-BE49-F238E27FC236}">
                    <ns2:creationId id="{7A970AEC-D4BB-EAF8-5CC8-649AC6352A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直線コネクタ 334">
                <a:extLst>
                  <a:ext uri="{FF2B5EF4-FFF2-40B4-BE49-F238E27FC236}">
                    <ns2:creationId id="{99E5E491-F050-7486-E6F4-7E36F5086F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グループ化 28">
              <a:extLst>
                <a:ext uri="{FF2B5EF4-FFF2-40B4-BE49-F238E27FC236}">
                  <ns2:creationId id="{23984E71-5A50-308A-C296-D3277C90BF45}"/>
                </a:ext>
              </a:extLst>
            </p:cNvPr>
            <p:cNvGrpSpPr/>
            <p:nvPr/>
          </p:nvGrpSpPr>
          <p:grpSpPr>
            <a:xfrm>
              <a:off x="7248168" y="5691336"/>
              <a:ext cx="4608870" cy="0"/>
              <a:chOff x="7248168" y="5683018"/>
              <a:chExt cx="4608870" cy="0"/>
            </a:xfrm>
          </p:grpSpPr>
          <p:cxnSp>
            <p:nvCxnSpPr>
              <p:cNvPr id="294" name="直線コネクタ 293">
                <a:extLst>
                  <a:ext uri="{FF2B5EF4-FFF2-40B4-BE49-F238E27FC236}">
                    <ns2:creationId id="{478332D4-7856-79BC-7F0A-317C5A29AD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62438651-9AB4-527F-472C-4CB2583041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ns2:creationId id="{3FD79172-79D4-C809-A0CF-14EF5C8798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ns2:creationId id="{17EAB69A-7004-C754-0614-E16DE0EB4F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31B9F4B6-63DD-9F55-DBBA-276135185D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直線コネクタ 323">
                <a:extLst>
                  <a:ext uri="{FF2B5EF4-FFF2-40B4-BE49-F238E27FC236}">
                    <ns2:creationId id="{D090069D-5B94-7D49-F687-6C326182A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55202B30-5BA7-C241-8BEE-FEF0302CD7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EA240D17-09F9-846F-25DF-9A76F0CE3A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6" name="グループ化 235">
              <a:extLst>
                <a:ext uri="{FF2B5EF4-FFF2-40B4-BE49-F238E27FC236}">
                  <ns2:creationId id="{FAF039B8-1C89-1EC5-E7A0-399ED8F27879}"/>
                </a:ext>
              </a:extLst>
            </p:cNvPr>
            <p:cNvGrpSpPr/>
            <p:nvPr/>
          </p:nvGrpSpPr>
          <p:grpSpPr>
            <a:xfrm>
              <a:off x="7248168" y="6005393"/>
              <a:ext cx="4608870" cy="0"/>
              <a:chOff x="7248168" y="5999725"/>
              <a:chExt cx="4608870" cy="0"/>
            </a:xfrm>
          </p:grpSpPr>
          <p:cxnSp>
            <p:nvCxnSpPr>
              <p:cNvPr id="295" name="直線コネクタ 294">
                <a:extLst>
                  <a:ext uri="{FF2B5EF4-FFF2-40B4-BE49-F238E27FC236}">
                    <ns2:creationId id="{DDEBB9BC-238F-B871-3035-F6CB07AE7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083120A7-61DA-729D-A82E-B8EC05B488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ns2:creationId id="{EE4983F8-5AC9-9878-30B7-635C8C2A16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ns2:creationId id="{0EDED0BF-37C4-87D1-8C47-99DA0289E6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81EA37D2-4E18-1ED6-82F8-82A9A88B4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直線コネクタ 324">
                <a:extLst>
                  <a:ext uri="{FF2B5EF4-FFF2-40B4-BE49-F238E27FC236}">
                    <ns2:creationId id="{52C60297-22B6-2D3B-7671-11967235A5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直線コネクタ 330">
                <a:extLst>
                  <a:ext uri="{FF2B5EF4-FFF2-40B4-BE49-F238E27FC236}">
                    <ns2:creationId id="{CBB7B1AB-7F13-21AE-E93A-F6BFC0A501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直線コネクタ 336">
                <a:extLst>
                  <a:ext uri="{FF2B5EF4-FFF2-40B4-BE49-F238E27FC236}">
                    <ns2:creationId id="{2C2D57B2-A194-40C2-6744-DD3221C6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グループ化 91">
            <a:extLst>
              <a:ext uri="{FF2B5EF4-FFF2-40B4-BE49-F238E27FC236}">
                <ns2:creationId id="{37A5B9EB-550D-8BC6-0DE1-06D0FB141C30}"/>
              </a:ext>
            </a:extLst>
          </p:cNvPr>
          <p:cNvGrpSpPr/>
          <p:nvPr/>
        </p:nvGrpSpPr>
        <p:grpSpPr>
          <a:xfrm>
            <a:off x="334961" y="4779048"/>
            <a:ext cx="5671630" cy="1529677"/>
            <a:chOff x="334961" y="4779048"/>
            <a:chExt cx="5671630" cy="1529677"/>
          </a:xfrm>
        </p:grpSpPr>
        <p:sp>
          <p:nvSpPr>
            <p:cNvPr id="50" name="正方形/長方形 49">
              <a:extLst>
                <a:ext uri="{FF2B5EF4-FFF2-40B4-BE49-F238E27FC236}">
                  <ns2:creationId id="{50AF97BA-9748-FE52-4129-4870A58BC94A}"/>
                </a:ext>
              </a:extLst>
            </p:cNvPr>
            <p:cNvSpPr/>
            <p:nvPr/>
          </p:nvSpPr>
          <p:spPr>
            <a:xfrm>
              <a:off x="1096982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prstClr val="black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rgbClr val="0000CC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DAF0A51A-4F81-5C07-31C1-161CA80C5BEF}"/>
                </a:ext>
              </a:extLst>
            </p:cNvPr>
            <p:cNvGrpSpPr/>
            <p:nvPr/>
          </p:nvGrpSpPr>
          <p:grpSpPr>
            <a:xfrm>
              <a:off x="1096982" y="4779048"/>
              <a:ext cx="4893182" cy="108000"/>
              <a:chOff x="1096982" y="4795196"/>
              <a:chExt cx="4893182" cy="176015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73661FA6-8149-C72A-5130-EA04AC32232E}"/>
                  </a:ext>
                </a:extLst>
              </p:cNvPr>
              <p:cNvSpPr/>
              <p:nvPr/>
            </p:nvSpPr>
            <p:spPr>
              <a:xfrm>
                <a:off x="1096982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B07BBB3F-992A-3AB6-D55E-CEE0A9141ABC}"/>
                  </a:ext>
                </a:extLst>
              </p:cNvPr>
              <p:cNvSpPr/>
              <p:nvPr/>
            </p:nvSpPr>
            <p:spPr>
              <a:xfrm>
                <a:off x="1717631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3316B15-7B20-B6FF-D9A1-2DCD846277FE}"/>
                  </a:ext>
                </a:extLst>
              </p:cNvPr>
              <p:cNvSpPr/>
              <p:nvPr/>
            </p:nvSpPr>
            <p:spPr>
              <a:xfrm>
                <a:off x="2338280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8EF04BE-E31F-8024-8F14-E7C94F957B40}"/>
                  </a:ext>
                </a:extLst>
              </p:cNvPr>
              <p:cNvSpPr/>
              <p:nvPr/>
            </p:nvSpPr>
            <p:spPr>
              <a:xfrm>
                <a:off x="2958929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C7BC76E-09D8-6ED3-AC9D-6A8149029290}"/>
                  </a:ext>
                </a:extLst>
              </p:cNvPr>
              <p:cNvSpPr/>
              <p:nvPr/>
            </p:nvSpPr>
            <p:spPr>
              <a:xfrm>
                <a:off x="3579578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3AB57CF9-8C2D-A4F5-3AA2-8D125D28ECC0}"/>
                  </a:ext>
                </a:extLst>
              </p:cNvPr>
              <p:cNvSpPr/>
              <p:nvPr/>
            </p:nvSpPr>
            <p:spPr>
              <a:xfrm>
                <a:off x="4200227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1EEBC102-3B8D-C681-2D2A-5C4990C66D0D}"/>
                  </a:ext>
                </a:extLst>
              </p:cNvPr>
              <p:cNvSpPr/>
              <p:nvPr/>
            </p:nvSpPr>
            <p:spPr>
              <a:xfrm>
                <a:off x="4820876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6AF8F886-596F-9FC3-8513-061AD30CA719}"/>
                  </a:ext>
                </a:extLst>
              </p:cNvPr>
              <p:cNvSpPr/>
              <p:nvPr/>
            </p:nvSpPr>
            <p:spPr>
              <a:xfrm>
                <a:off x="5441524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4" name="正方形/長方形 83">
              <a:extLst>
                <a:ext uri="{FF2B5EF4-FFF2-40B4-BE49-F238E27FC236}">
                  <ns2:creationId id="{CCB14ACD-7A6C-32B9-2E67-FB1F2F30AEAF}"/>
                </a:ext>
              </a:extLst>
            </p:cNvPr>
            <p:cNvSpPr/>
            <p:nvPr/>
          </p:nvSpPr>
          <p:spPr>
            <a:xfrm>
              <a:off x="171763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B81475-9E89-439F-7F17-56AB2EBC4648}"/>
                </a:ext>
              </a:extLst>
            </p:cNvPr>
            <p:cNvSpPr/>
            <p:nvPr/>
          </p:nvSpPr>
          <p:spPr>
            <a:xfrm>
              <a:off x="2338280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D1DD83A0-3184-06C1-7248-6B54FE1E2CEF}"/>
                </a:ext>
              </a:extLst>
            </p:cNvPr>
            <p:cNvSpPr/>
            <p:nvPr/>
          </p:nvSpPr>
          <p:spPr>
            <a:xfrm>
              <a:off x="2958929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fr-FR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BC018A0-32BC-FB68-DFBB-7576212F49FA}"/>
                </a:ext>
              </a:extLst>
            </p:cNvPr>
            <p:cNvSpPr/>
            <p:nvPr/>
          </p:nvSpPr>
          <p:spPr>
            <a:xfrm>
              <a:off x="3579578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50">
                <a:solidFill>
                  <a:srgbClr val="FF0000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</a:t>
              </a:r>
              <a:r>
                <a:rPr lang="ja-JP" altLang="fr-FR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4D614A1-1F12-879A-6251-37FD365F790B}"/>
                </a:ext>
              </a:extLst>
            </p:cNvPr>
            <p:cNvSpPr/>
            <p:nvPr/>
          </p:nvSpPr>
          <p:spPr>
            <a:xfrm>
              <a:off x="4200227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0D53262-0F74-15CB-8747-131503E30F37}"/>
                </a:ext>
              </a:extLst>
            </p:cNvPr>
            <p:cNvSpPr/>
            <p:nvPr/>
          </p:nvSpPr>
          <p:spPr>
            <a:xfrm>
              <a:off x="4820876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5B933B-B670-E7DA-C511-B05F227256EA}"/>
                </a:ext>
              </a:extLst>
            </p:cNvPr>
            <p:cNvSpPr/>
            <p:nvPr/>
          </p:nvSpPr>
          <p:spPr>
            <a:xfrm>
              <a:off x="543892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B67FDDC4-87D1-4F1F-A53A-040B7DF3C02B}"/>
                </a:ext>
              </a:extLst>
            </p:cNvPr>
            <p:cNvGrpSpPr/>
            <p:nvPr/>
          </p:nvGrpSpPr>
          <p:grpSpPr>
            <a:xfrm>
              <a:off x="1096982" y="5123703"/>
              <a:ext cx="4909609" cy="0"/>
              <a:chOff x="1096982" y="5123703"/>
              <a:chExt cx="4909609" cy="0"/>
            </a:xfrm>
          </p:grpSpPr>
          <p:cxnSp>
            <p:nvCxnSpPr>
              <p:cNvPr id="93" name="直線コネクタ 92">
                <a:extLst>
                  <a:ext uri="{FF2B5EF4-FFF2-40B4-BE49-F238E27FC236}">
                    <ns2:creationId id="{90AF3AF1-CFC7-994E-CFC3-5B493FC7EA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C5BD8727-B9A8-8B2A-4178-B0E21A655E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23149A75-E715-02C5-58A6-FEBD70100D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133F1CC9-E3D8-CB67-AEC8-54E4759CF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4957D947-9EF4-966F-6D83-72072AA42A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704966E3-B933-9A97-05C6-F7B8F101F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C0381DB-BF99-34E9-4737-564A1CBC1D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4F9BDEFC-9E42-90B6-90D3-F046D9416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グループ化 280">
              <a:extLst>
                <a:ext uri="{FF2B5EF4-FFF2-40B4-BE49-F238E27FC236}">
                  <ns2:creationId id="{D3971418-B867-EFEE-F517-BC0380B2AF0E}"/>
                </a:ext>
              </a:extLst>
            </p:cNvPr>
            <p:cNvGrpSpPr/>
            <p:nvPr/>
          </p:nvGrpSpPr>
          <p:grpSpPr>
            <a:xfrm>
              <a:off x="1096982" y="5360358"/>
              <a:ext cx="4909609" cy="0"/>
              <a:chOff x="1096982" y="5450652"/>
              <a:chExt cx="4909609" cy="0"/>
            </a:xfrm>
          </p:grpSpPr>
          <p:cxnSp>
            <p:nvCxnSpPr>
              <p:cNvPr id="94" name="直線コネクタ 93">
                <a:extLst>
                  <a:ext uri="{FF2B5EF4-FFF2-40B4-BE49-F238E27FC236}">
                    <ns2:creationId id="{1C87FD11-A5DB-6598-604E-A3ADE71376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870BC32D-3872-D9DF-D469-BF1486ED73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6FB8AEA3-3B9B-B025-E7B1-EED961147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58FB3650-8314-B4D4-6F91-D428B9661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95FEAD1F-B7BB-39AF-B9E8-B80436143D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313884F4-DF19-CB27-C996-E0B82E385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BE135A37-6E22-176E-B77D-A7EBB87155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692B2FC-5EC4-02DA-0DDC-3C4140BAC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3" name="グループ化 282">
              <a:extLst>
                <a:ext uri="{FF2B5EF4-FFF2-40B4-BE49-F238E27FC236}">
                  <ns2:creationId id="{D265FA4C-24F4-E886-AE7D-29DAD4F0A777}"/>
                </a:ext>
              </a:extLst>
            </p:cNvPr>
            <p:cNvGrpSpPr/>
            <p:nvPr/>
          </p:nvGrpSpPr>
          <p:grpSpPr>
            <a:xfrm>
              <a:off x="1096982" y="5597013"/>
              <a:ext cx="4909609" cy="0"/>
              <a:chOff x="1096982" y="5664928"/>
              <a:chExt cx="4909609" cy="0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85F046F6-5235-CDF0-CC6F-57FEDB6256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07B41DF7-171E-5008-9B4A-C56F25A81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95B8F47C-6F16-8EAB-9610-178FB7108E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50D0127-3AF6-1113-8944-BD4A94ED9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4EEAC3B-4C87-8AE1-4B28-663D14ADC1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281EEB24-E04A-2616-E119-1618459380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11D03A65-439F-CD10-FAF1-F61C33313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6EE32C6F-937B-7C5B-E35D-48D39D229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4" name="グループ化 283">
              <a:extLst>
                <a:ext uri="{FF2B5EF4-FFF2-40B4-BE49-F238E27FC236}">
                  <ns2:creationId id="{9D803DA6-AE5A-281A-AF78-C1DD91A10A83}"/>
                </a:ext>
              </a:extLst>
            </p:cNvPr>
            <p:cNvGrpSpPr/>
            <p:nvPr/>
          </p:nvGrpSpPr>
          <p:grpSpPr>
            <a:xfrm>
              <a:off x="1096982" y="5833668"/>
              <a:ext cx="4909609" cy="0"/>
              <a:chOff x="1096982" y="5894304"/>
              <a:chExt cx="4909609" cy="0"/>
            </a:xfrm>
          </p:grpSpPr>
          <p:cxnSp>
            <p:nvCxnSpPr>
              <p:cNvPr id="96" name="直線コネクタ 95">
                <a:extLst>
                  <a:ext uri="{FF2B5EF4-FFF2-40B4-BE49-F238E27FC236}">
                    <ns2:creationId id="{D12C7ADC-D155-834E-0462-1D6AD8EB3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87140CC9-815C-6FC8-F90A-F83AA0F78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E939BA72-0B91-D0D7-B66F-51AF05E278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C4EC505-7B20-4BD9-9260-D52AA9620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>
                <a:extLst>
                  <a:ext uri="{FF2B5EF4-FFF2-40B4-BE49-F238E27FC236}">
                    <ns2:creationId id="{B869690C-0098-9A38-3AE4-EF7377F239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7920CE2B-AFC9-2183-7EF7-7AAEA6E26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7ED43351-952A-2055-5498-BFA9800169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直線コネクタ 123">
                <a:extLst>
                  <a:ext uri="{FF2B5EF4-FFF2-40B4-BE49-F238E27FC236}">
                    <ns2:creationId id="{4A0832B7-7C03-C323-A803-8E719AD3D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" name="グループ化 277">
              <a:extLst>
                <a:ext uri="{FF2B5EF4-FFF2-40B4-BE49-F238E27FC236}">
                  <ns2:creationId id="{58BFEA12-B8EE-029C-0194-D5A1AF2EC298}"/>
                </a:ext>
              </a:extLst>
            </p:cNvPr>
            <p:cNvGrpSpPr/>
            <p:nvPr/>
          </p:nvGrpSpPr>
          <p:grpSpPr>
            <a:xfrm>
              <a:off x="334961" y="4917368"/>
              <a:ext cx="5652600" cy="176015"/>
              <a:chOff x="334961" y="5015017"/>
              <a:chExt cx="5652600" cy="176015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893132A8-99F7-9B42-7CC9-E44888CEEAD4}"/>
                  </a:ext>
                </a:extLst>
              </p:cNvPr>
              <p:cNvSpPr/>
              <p:nvPr/>
            </p:nvSpPr>
            <p:spPr>
              <a:xfrm>
                <a:off x="334961" y="5015017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62B53075-4C7E-FAE9-6E73-EFB13BCD3AC7}"/>
                  </a:ext>
                </a:extLst>
              </p:cNvPr>
              <p:cNvSpPr/>
              <p:nvPr/>
            </p:nvSpPr>
            <p:spPr>
              <a:xfrm>
                <a:off x="1096982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FAE40D1A-33D9-3488-B590-600C917E94A0}"/>
                  </a:ext>
                </a:extLst>
              </p:cNvPr>
              <p:cNvSpPr/>
              <p:nvPr/>
            </p:nvSpPr>
            <p:spPr>
              <a:xfrm>
                <a:off x="171763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B40CBAC8-E525-D01E-2C6B-FECBC09106EE}"/>
                  </a:ext>
                </a:extLst>
              </p:cNvPr>
              <p:cNvSpPr/>
              <p:nvPr/>
            </p:nvSpPr>
            <p:spPr>
              <a:xfrm>
                <a:off x="2338280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C68EAC00-FF20-DBE6-FB50-1A2B37C4BDFA}"/>
                  </a:ext>
                </a:extLst>
              </p:cNvPr>
              <p:cNvSpPr/>
              <p:nvPr/>
            </p:nvSpPr>
            <p:spPr>
              <a:xfrm>
                <a:off x="2958929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86ECBDC4-F92D-5DE2-FCF7-C05C5AB5FB1E}"/>
                  </a:ext>
                </a:extLst>
              </p:cNvPr>
              <p:cNvSpPr/>
              <p:nvPr/>
            </p:nvSpPr>
            <p:spPr>
              <a:xfrm>
                <a:off x="3579578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DCFD1409-7C9C-B639-ADB4-270B7D66617F}"/>
                  </a:ext>
                </a:extLst>
              </p:cNvPr>
              <p:cNvSpPr/>
              <p:nvPr/>
            </p:nvSpPr>
            <p:spPr>
              <a:xfrm>
                <a:off x="4200227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C069A8F-CF80-7FF7-BE81-6CBDBE81C91D}"/>
                  </a:ext>
                </a:extLst>
              </p:cNvPr>
              <p:cNvSpPr/>
              <p:nvPr/>
            </p:nvSpPr>
            <p:spPr>
              <a:xfrm>
                <a:off x="4820876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871DE0DD-D654-ED1E-4945-7D6B7694BA91}"/>
                  </a:ext>
                </a:extLst>
              </p:cNvPr>
              <p:cNvSpPr/>
              <p:nvPr/>
            </p:nvSpPr>
            <p:spPr>
              <a:xfrm>
                <a:off x="543892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2" name="直線コネクタ 241">
                <a:extLst>
                  <a:ext uri="{FF2B5EF4-FFF2-40B4-BE49-F238E27FC236}">
                    <ns2:creationId id="{F7BA0C1B-9426-CEA6-11D0-47759EF9BCC0}"/>
                  </a:ext>
                </a:extLst>
              </p:cNvPr>
              <p:cNvCxnSpPr/>
              <p:nvPr/>
            </p:nvCxnSpPr>
            <p:spPr>
              <a:xfrm>
                <a:off x="1066481" y="5015017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0" name="グループ化 279">
              <a:extLst>
                <a:ext uri="{FF2B5EF4-FFF2-40B4-BE49-F238E27FC236}">
                  <ns2:creationId id="{121472A0-ED77-E658-EBD5-3CB3238639B5}"/>
                </a:ext>
              </a:extLst>
            </p:cNvPr>
            <p:cNvGrpSpPr/>
            <p:nvPr/>
          </p:nvGrpSpPr>
          <p:grpSpPr>
            <a:xfrm>
              <a:off x="334961" y="5154023"/>
              <a:ext cx="5652600" cy="176015"/>
              <a:chOff x="334961" y="5234839"/>
              <a:chExt cx="5652600" cy="176015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4F3F29A0-492B-5055-6699-FAE9607DFFEA}"/>
                  </a:ext>
                </a:extLst>
              </p:cNvPr>
              <p:cNvSpPr/>
              <p:nvPr/>
            </p:nvSpPr>
            <p:spPr>
              <a:xfrm>
                <a:off x="334961" y="5234839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682BF15-DEC0-4534-DE4A-E5D1FC761326}"/>
                  </a:ext>
                </a:extLst>
              </p:cNvPr>
              <p:cNvSpPr/>
              <p:nvPr/>
            </p:nvSpPr>
            <p:spPr>
              <a:xfrm>
                <a:off x="1096982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FDA6A14-EF8B-3CBD-B6E1-DD235AE1E4D7}"/>
                  </a:ext>
                </a:extLst>
              </p:cNvPr>
              <p:cNvSpPr/>
              <p:nvPr/>
            </p:nvSpPr>
            <p:spPr>
              <a:xfrm>
                <a:off x="171763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3DB763BA-94C8-4950-9066-F9CB8A3230E8}"/>
                  </a:ext>
                </a:extLst>
              </p:cNvPr>
              <p:cNvSpPr/>
              <p:nvPr/>
            </p:nvSpPr>
            <p:spPr>
              <a:xfrm>
                <a:off x="2338280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B67D2F54-C61A-6E7B-C3BD-D2D57BD20E0F}"/>
                  </a:ext>
                </a:extLst>
              </p:cNvPr>
              <p:cNvSpPr/>
              <p:nvPr/>
            </p:nvSpPr>
            <p:spPr>
              <a:xfrm>
                <a:off x="2958929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86991AAE-5827-87BA-42F9-433D81D06575}"/>
                  </a:ext>
                </a:extLst>
              </p:cNvPr>
              <p:cNvSpPr/>
              <p:nvPr/>
            </p:nvSpPr>
            <p:spPr>
              <a:xfrm>
                <a:off x="3579578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23789C4A-E465-1280-C19C-5809BBD67F6E}"/>
                  </a:ext>
                </a:extLst>
              </p:cNvPr>
              <p:cNvSpPr/>
              <p:nvPr/>
            </p:nvSpPr>
            <p:spPr>
              <a:xfrm>
                <a:off x="4200227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A758411-8D0F-9D08-A066-B805FEE2DC7C}"/>
                  </a:ext>
                </a:extLst>
              </p:cNvPr>
              <p:cNvSpPr/>
              <p:nvPr/>
            </p:nvSpPr>
            <p:spPr>
              <a:xfrm>
                <a:off x="4820876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E2D9138B-FB1E-FB48-C337-9B37828787BC}"/>
                  </a:ext>
                </a:extLst>
              </p:cNvPr>
              <p:cNvSpPr/>
              <p:nvPr/>
            </p:nvSpPr>
            <p:spPr>
              <a:xfrm>
                <a:off x="543892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4" name="直線コネクタ 243">
                <a:extLst>
                  <a:ext uri="{FF2B5EF4-FFF2-40B4-BE49-F238E27FC236}">
                    <ns2:creationId id="{73A8CF3F-9B7F-88C2-5ACC-F66346B842B4}"/>
                  </a:ext>
                </a:extLst>
              </p:cNvPr>
              <p:cNvCxnSpPr/>
              <p:nvPr/>
            </p:nvCxnSpPr>
            <p:spPr>
              <a:xfrm>
                <a:off x="1066481" y="5234839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>
              <a:extLst>
                <a:ext uri="{FF2B5EF4-FFF2-40B4-BE49-F238E27FC236}">
                  <ns2:creationId id="{9CBF8C19-3FD5-6D2F-B885-2954367F5225}"/>
                </a:ext>
              </a:extLst>
            </p:cNvPr>
            <p:cNvGrpSpPr/>
            <p:nvPr/>
          </p:nvGrpSpPr>
          <p:grpSpPr>
            <a:xfrm>
              <a:off x="334961" y="5390678"/>
              <a:ext cx="5652600" cy="176015"/>
              <a:chOff x="334961" y="5454661"/>
              <a:chExt cx="5652600" cy="176015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B8689E45-DA1E-F08B-C387-941220B08461}"/>
                  </a:ext>
                </a:extLst>
              </p:cNvPr>
              <p:cNvSpPr/>
              <p:nvPr/>
            </p:nvSpPr>
            <p:spPr>
              <a:xfrm>
                <a:off x="334961" y="5454661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332C2D2-3DFA-F47F-7DB6-60A810DCCC09}"/>
                  </a:ext>
                </a:extLst>
              </p:cNvPr>
              <p:cNvSpPr/>
              <p:nvPr/>
            </p:nvSpPr>
            <p:spPr>
              <a:xfrm>
                <a:off x="1096982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F36BB2EE-3C3E-FFAF-21C3-B2B5D0FE63B8}"/>
                  </a:ext>
                </a:extLst>
              </p:cNvPr>
              <p:cNvSpPr/>
              <p:nvPr/>
            </p:nvSpPr>
            <p:spPr>
              <a:xfrm>
                <a:off x="171763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F2E7D487-8BC5-A777-AB26-3CC3A68A1B59}"/>
                  </a:ext>
                </a:extLst>
              </p:cNvPr>
              <p:cNvSpPr/>
              <p:nvPr/>
            </p:nvSpPr>
            <p:spPr>
              <a:xfrm>
                <a:off x="2338280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28777A6B-73CA-4FDB-7AC5-D77218240EA5}"/>
                  </a:ext>
                </a:extLst>
              </p:cNvPr>
              <p:cNvSpPr/>
              <p:nvPr/>
            </p:nvSpPr>
            <p:spPr>
              <a:xfrm>
                <a:off x="2958929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4B89F5C-489B-3CEC-065F-BFDDB49787C8}"/>
                  </a:ext>
                </a:extLst>
              </p:cNvPr>
              <p:cNvSpPr/>
              <p:nvPr/>
            </p:nvSpPr>
            <p:spPr>
              <a:xfrm>
                <a:off x="3579578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FEC4FFA9-8EF8-2AB5-02D9-F28D5EA30470}"/>
                  </a:ext>
                </a:extLst>
              </p:cNvPr>
              <p:cNvSpPr/>
              <p:nvPr/>
            </p:nvSpPr>
            <p:spPr>
              <a:xfrm>
                <a:off x="4200227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4C62279-AA83-D7E8-B20C-5C4CE67D14E9}"/>
                  </a:ext>
                </a:extLst>
              </p:cNvPr>
              <p:cNvSpPr/>
              <p:nvPr/>
            </p:nvSpPr>
            <p:spPr>
              <a:xfrm>
                <a:off x="4820876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045255-E03B-BE26-1D4B-18A77D011BDD}"/>
                  </a:ext>
                </a:extLst>
              </p:cNvPr>
              <p:cNvSpPr/>
              <p:nvPr/>
            </p:nvSpPr>
            <p:spPr>
              <a:xfrm>
                <a:off x="543892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7" name="直線コネクタ 246">
                <a:extLst>
                  <a:ext uri="{FF2B5EF4-FFF2-40B4-BE49-F238E27FC236}">
                    <ns2:creationId id="{BBFC9B7D-A025-87C0-0D59-532171093521}"/>
                  </a:ext>
                </a:extLst>
              </p:cNvPr>
              <p:cNvCxnSpPr/>
              <p:nvPr/>
            </p:nvCxnSpPr>
            <p:spPr>
              <a:xfrm>
                <a:off x="1066481" y="5454661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5" name="グループ化 284">
              <a:extLst>
                <a:ext uri="{FF2B5EF4-FFF2-40B4-BE49-F238E27FC236}">
                  <ns2:creationId id="{492CA65B-04F3-6DAE-1C3F-AE60171389C2}"/>
                </a:ext>
              </a:extLst>
            </p:cNvPr>
            <p:cNvGrpSpPr/>
            <p:nvPr/>
          </p:nvGrpSpPr>
          <p:grpSpPr>
            <a:xfrm>
              <a:off x="334961" y="5627333"/>
              <a:ext cx="5652600" cy="176015"/>
              <a:chOff x="334961" y="5674482"/>
              <a:chExt cx="5652600" cy="176015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592B49D-DC97-2AC2-A63E-14CAF4178D0B}"/>
                  </a:ext>
                </a:extLst>
              </p:cNvPr>
              <p:cNvSpPr/>
              <p:nvPr/>
            </p:nvSpPr>
            <p:spPr>
              <a:xfrm>
                <a:off x="334961" y="5674482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7B56F751-5049-3B3E-0ED4-FFFEED5FC3CE}"/>
                  </a:ext>
                </a:extLst>
              </p:cNvPr>
              <p:cNvSpPr/>
              <p:nvPr/>
            </p:nvSpPr>
            <p:spPr>
              <a:xfrm>
                <a:off x="1096982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2DF50512-2EDE-CF38-33C2-C53116313CC4}"/>
                  </a:ext>
                </a:extLst>
              </p:cNvPr>
              <p:cNvSpPr/>
              <p:nvPr/>
            </p:nvSpPr>
            <p:spPr>
              <a:xfrm>
                <a:off x="171763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265592BD-4C90-7757-82E5-37EC03560D04}"/>
                  </a:ext>
                </a:extLst>
              </p:cNvPr>
              <p:cNvSpPr/>
              <p:nvPr/>
            </p:nvSpPr>
            <p:spPr>
              <a:xfrm>
                <a:off x="2338280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3230067-8A4A-E4F4-EFE0-3D3C5561EAAB}"/>
                  </a:ext>
                </a:extLst>
              </p:cNvPr>
              <p:cNvSpPr/>
              <p:nvPr/>
            </p:nvSpPr>
            <p:spPr>
              <a:xfrm>
                <a:off x="2958929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6092C32F-BDC3-4DA1-9807-ED2AB9E5A6D2}"/>
                  </a:ext>
                </a:extLst>
              </p:cNvPr>
              <p:cNvSpPr/>
              <p:nvPr/>
            </p:nvSpPr>
            <p:spPr>
              <a:xfrm>
                <a:off x="3579578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0F50F66D-9D96-D5EA-A4AC-E84098B19B7C}"/>
                  </a:ext>
                </a:extLst>
              </p:cNvPr>
              <p:cNvSpPr/>
              <p:nvPr/>
            </p:nvSpPr>
            <p:spPr>
              <a:xfrm>
                <a:off x="4200227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7A11CA1B-2222-9996-6494-4052EEEE262E}"/>
                  </a:ext>
                </a:extLst>
              </p:cNvPr>
              <p:cNvSpPr/>
              <p:nvPr/>
            </p:nvSpPr>
            <p:spPr>
              <a:xfrm>
                <a:off x="4820876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CB338378-5D6F-DD4D-69AC-C216E1763A73}"/>
                  </a:ext>
                </a:extLst>
              </p:cNvPr>
              <p:cNvSpPr/>
              <p:nvPr/>
            </p:nvSpPr>
            <p:spPr>
              <a:xfrm>
                <a:off x="543892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D00B8FE9-0CB2-2708-1724-C5A0F75679EF}"/>
                  </a:ext>
                </a:extLst>
              </p:cNvPr>
              <p:cNvCxnSpPr/>
              <p:nvPr/>
            </p:nvCxnSpPr>
            <p:spPr>
              <a:xfrm>
                <a:off x="1066481" y="5674482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グループ化 285">
              <a:extLst>
                <a:ext uri="{FF2B5EF4-FFF2-40B4-BE49-F238E27FC236}">
                  <ns2:creationId id="{C33045C2-97C9-AA79-285C-597222AAB901}"/>
                </a:ext>
              </a:extLst>
            </p:cNvPr>
            <p:cNvGrpSpPr/>
            <p:nvPr/>
          </p:nvGrpSpPr>
          <p:grpSpPr>
            <a:xfrm>
              <a:off x="334961" y="5863988"/>
              <a:ext cx="5652600" cy="176015"/>
              <a:chOff x="334961" y="5894304"/>
              <a:chExt cx="5652600" cy="176015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10D34DA4-F60B-F264-7034-C49CC822C799}"/>
                  </a:ext>
                </a:extLst>
              </p:cNvPr>
              <p:cNvSpPr/>
              <p:nvPr/>
            </p:nvSpPr>
            <p:spPr>
              <a:xfrm>
                <a:off x="334961" y="5894304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fr-FR" altLang="ja-JP" sz="7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fr-FR" altLang="ja-JP" sz="7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48" name="直線コネクタ 247">
                <a:extLst>
                  <a:ext uri="{FF2B5EF4-FFF2-40B4-BE49-F238E27FC236}">
                    <ns2:creationId id="{DE1D31A7-EB7D-D44C-9C14-DBD940A40BAB}"/>
                  </a:ext>
                </a:extLst>
              </p:cNvPr>
              <p:cNvCxnSpPr/>
              <p:nvPr/>
            </p:nvCxnSpPr>
            <p:spPr>
              <a:xfrm>
                <a:off x="1066481" y="5894304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" name="グループ化 276">
                <a:extLst>
                  <a:ext uri="{FF2B5EF4-FFF2-40B4-BE49-F238E27FC236}">
                    <ns2:creationId id="{C618F491-3FD6-CE2F-6F9B-650F041E9285}"/>
                  </a:ext>
                </a:extLst>
              </p:cNvPr>
              <p:cNvGrpSpPr/>
              <p:nvPr/>
            </p:nvGrpSpPr>
            <p:grpSpPr>
              <a:xfrm>
                <a:off x="1096982" y="5894304"/>
                <a:ext cx="4890579" cy="176015"/>
                <a:chOff x="1249382" y="5167417"/>
                <a:chExt cx="4890579" cy="176015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88590D1-9AA5-06CD-120A-7D05849112FA}"/>
                    </a:ext>
                  </a:extLst>
                </p:cNvPr>
                <p:cNvSpPr/>
                <p:nvPr/>
              </p:nvSpPr>
              <p:spPr>
                <a:xfrm>
                  <a:off x="1249382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C3CEB434-A58F-3FA8-574C-B505A20D1877}"/>
                    </a:ext>
                  </a:extLst>
                </p:cNvPr>
                <p:cNvSpPr/>
                <p:nvPr/>
              </p:nvSpPr>
              <p:spPr>
                <a:xfrm>
                  <a:off x="187003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FAC42D45-39DA-6665-F548-3D7CF9C39E08}"/>
                    </a:ext>
                  </a:extLst>
                </p:cNvPr>
                <p:cNvSpPr/>
                <p:nvPr/>
              </p:nvSpPr>
              <p:spPr>
                <a:xfrm>
                  <a:off x="2490680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C3CE6B11-4A19-2A8A-9B2A-19AF5F76BE56}"/>
                    </a:ext>
                  </a:extLst>
                </p:cNvPr>
                <p:cNvSpPr/>
                <p:nvPr/>
              </p:nvSpPr>
              <p:spPr>
                <a:xfrm>
                  <a:off x="3111329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3" name="正方形/長方形 272">
                  <a:extLst>
                    <a:ext uri="{FF2B5EF4-FFF2-40B4-BE49-F238E27FC236}">
                      <ns2:creationId id="{4A680BC6-AD0F-D6ED-948F-3EE20E18FE7B}"/>
                    </a:ext>
                  </a:extLst>
                </p:cNvPr>
                <p:cNvSpPr/>
                <p:nvPr/>
              </p:nvSpPr>
              <p:spPr>
                <a:xfrm>
                  <a:off x="3731978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4" name="正方形/長方形 273">
                  <a:extLst>
                    <a:ext uri="{FF2B5EF4-FFF2-40B4-BE49-F238E27FC236}">
                      <ns2:creationId id="{690FAA0F-13C6-6FF6-6A4C-D15DC7718C1F}"/>
                    </a:ext>
                  </a:extLst>
                </p:cNvPr>
                <p:cNvSpPr/>
                <p:nvPr/>
              </p:nvSpPr>
              <p:spPr>
                <a:xfrm>
                  <a:off x="4352627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5" name="正方形/長方形 274">
                  <a:extLst>
                    <a:ext uri="{FF2B5EF4-FFF2-40B4-BE49-F238E27FC236}">
                      <ns2:creationId id="{78A4162C-D459-25CA-E856-DEF85747D4C1}"/>
                    </a:ext>
                  </a:extLst>
                </p:cNvPr>
                <p:cNvSpPr/>
                <p:nvPr/>
              </p:nvSpPr>
              <p:spPr>
                <a:xfrm>
                  <a:off x="4973276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660633E4-7195-7FDF-6E6C-5A72B76D212D}"/>
                    </a:ext>
                  </a:extLst>
                </p:cNvPr>
                <p:cNvSpPr/>
                <p:nvPr/>
              </p:nvSpPr>
              <p:spPr>
                <a:xfrm>
                  <a:off x="559132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2900433213"/>
      </p:ext>
    </p:extLst>
  </p:cSld>
  <p:clrMapOvr>
    <a:masterClrMapping/>
  </p:clrMapOvr>
</p:sld>
</file>

<file path=ppt/slides/slide30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2F5E3D-D0E8-676C-BB2C-898F6179C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5C1B310-9AA2-6456-5B8F-1A14081BA3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grpSp>
        <p:nvGrpSpPr>
          <p:cNvPr id="4" name="グループ化 3">
            <a:extLst>
              <a:ext uri="{FF2B5EF4-FFF2-40B4-BE49-F238E27FC236}">
                <ns2:creationId id="{E57E2C25-113E-94AD-ED36-FF92D4A4DCB8}"/>
              </a:ext>
            </a:extLst>
          </p:cNvPr>
          <p:cNvGrpSpPr/>
          <p:nvPr/>
        </p:nvGrpSpPr>
        <p:grpSpPr>
          <a:xfrm>
            <a:off x="-104920" y="1616969"/>
            <a:ext cx="6200920" cy="376670"/>
            <a:chOff x="334962" y="1628775"/>
            <a:chExt cx="6200920" cy="376670"/>
          </a:xfrm>
        </p:grpSpPr>
        <p:cxnSp>
          <p:nvCxnSpPr>
            <p:cNvPr id="5" name="直線コネクタ 4">
              <a:extLst>
                <a:ext uri="{FF2B5EF4-FFF2-40B4-BE49-F238E27FC236}">
                  <ns2:creationId id="{AF011188-B273-8973-E3A1-0292EA2DB99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73061CF5-BD69-3E34-414C-F2936AF41272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7" name="グループ化 6">
            <a:extLst>
              <a:ext uri="{FF2B5EF4-FFF2-40B4-BE49-F238E27FC236}">
                <ns2:creationId id="{83871797-2B80-D446-9025-8AFA328C9CB3}"/>
              </a:ext>
            </a:extLst>
          </p:cNvPr>
          <p:cNvGrpSpPr/>
          <p:nvPr/>
        </p:nvGrpSpPr>
        <p:grpSpPr>
          <a:xfrm>
            <a:off x="6654886" y="1628775"/>
            <a:ext cx="5202151" cy="376670"/>
            <a:chOff x="334962" y="1628775"/>
            <a:chExt cx="6200920" cy="376670"/>
          </a:xfrm>
        </p:grpSpPr>
        <p:cxnSp>
          <p:nvCxnSpPr>
            <p:cNvPr id="8" name="直線コネクタ 7">
              <a:extLst>
                <a:ext uri="{FF2B5EF4-FFF2-40B4-BE49-F238E27FC236}">
                  <ns2:creationId id="{14848F3D-9941-BD4F-518F-20BC142C3C38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410B812E-5FFA-A37E-CFA9-FE36520D4ADD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fr-FR" altLang="ja-JP">
                  <a:latin typeface="+mn-ea"/>
                </a:rPr>
                <a:t>XX</a:t>
              </a:r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aphicFrame>
        <p:nvGraphicFramePr>
          <p:cNvPr id="15" name="グラフ 14">
            <a:extLst>
              <a:ext uri="{FF2B5EF4-FFF2-40B4-BE49-F238E27FC236}">
                <ns2:creationId id="{9454FBBB-8529-F8D4-B1C2-AC604A0CD325}"/>
              </a:ext>
            </a:extLst>
          </p:cNvPr>
          <p:cNvGraphicFramePr/>
          <p:nvPr/>
        </p:nvGraphicFramePr>
        <p:xfrm>
          <a:off x="334961" y="2089508"/>
          <a:ext cx="5829515" cy="2149445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6" name="正方形/長方形 15">
            <a:extLst>
              <a:ext uri="{FF2B5EF4-FFF2-40B4-BE49-F238E27FC236}">
                <ns2:creationId id="{ED6070AF-0055-16EC-4C43-1E175ED9D647}"/>
              </a:ext>
            </a:extLst>
          </p:cNvPr>
          <p:cNvSpPr/>
          <p:nvPr/>
        </p:nvSpPr>
        <p:spPr>
          <a:xfrm>
            <a:off x="1884974" y="362229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5FE2DF80-7CA3-48A4-954E-CDEE40E611F6}"/>
              </a:ext>
            </a:extLst>
          </p:cNvPr>
          <p:cNvSpPr/>
          <p:nvPr/>
        </p:nvSpPr>
        <p:spPr>
          <a:xfrm>
            <a:off x="2574062" y="3578840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AE9AD1E8-4E8A-A0AA-442A-064155EC0D38}"/>
              </a:ext>
            </a:extLst>
          </p:cNvPr>
          <p:cNvSpPr/>
          <p:nvPr/>
        </p:nvSpPr>
        <p:spPr>
          <a:xfrm>
            <a:off x="4186416" y="362475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823BEC3-9F2D-1C50-7CDF-F30F1FFFA493}"/>
              </a:ext>
            </a:extLst>
          </p:cNvPr>
          <p:cNvSpPr/>
          <p:nvPr/>
        </p:nvSpPr>
        <p:spPr>
          <a:xfrm>
            <a:off x="4878279" y="362968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A91050F2-F7C9-4C56-88B7-598D4C2E276F}"/>
              </a:ext>
            </a:extLst>
          </p:cNvPr>
          <p:cNvSpPr/>
          <p:nvPr/>
        </p:nvSpPr>
        <p:spPr>
          <a:xfrm>
            <a:off x="5570132" y="363953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B41B9DF2-050F-1C6C-DD22-C28E2956DEED}"/>
              </a:ext>
            </a:extLst>
          </p:cNvPr>
          <p:cNvSpPr/>
          <p:nvPr/>
        </p:nvSpPr>
        <p:spPr>
          <a:xfrm>
            <a:off x="650261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4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4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9766C7E-BB48-B74C-BB65-9E5214215261}"/>
              </a:ext>
            </a:extLst>
          </p:cNvPr>
          <p:cNvSpPr/>
          <p:nvPr/>
        </p:nvSpPr>
        <p:spPr>
          <a:xfrm>
            <a:off x="888386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4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4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23" name="吹き出し: 線 22">
            <a:extLst>
              <a:ext uri="{FF2B5EF4-FFF2-40B4-BE49-F238E27FC236}">
                <ns2:creationId id="{0B80EDF9-6118-8B35-BE27-3F0AE5F9F909}"/>
              </a:ext>
            </a:extLst>
          </p:cNvPr>
          <p:cNvSpPr/>
          <p:nvPr/>
        </p:nvSpPr>
        <p:spPr>
          <a:xfrm>
            <a:off x="1163902" y="2467534"/>
            <a:ext cx="266700" cy="109537"/>
          </a:xfrm>
          <a:prstGeom prst="borderCallout1">
            <a:avLst>
              <a:gd name="adj1" fmla="val 57881"/>
              <a:gd name="adj2" fmla="val -6548"/>
              <a:gd name="adj3" fmla="val 112500"/>
              <a:gd name="adj4" fmla="val -38333"/>
            </a:avLst>
          </a:prstGeom>
          <a:noFill/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1057" name="グループ化 1056">
            <a:extLst>
              <a:ext uri="{FF2B5EF4-FFF2-40B4-BE49-F238E27FC236}">
                <ns2:creationId id="{0506DAC5-3060-8B8F-0075-B6EC5B430CE5}"/>
              </a:ext>
            </a:extLst>
          </p:cNvPr>
          <p:cNvGrpSpPr/>
          <p:nvPr/>
        </p:nvGrpSpPr>
        <p:grpSpPr>
          <a:xfrm>
            <a:off x="334962" y="4278367"/>
            <a:ext cx="5401111" cy="2032300"/>
            <a:chOff x="334962" y="4278367"/>
            <a:chExt cx="5401111" cy="2032300"/>
          </a:xfrm>
        </p:grpSpPr>
        <p:sp>
          <p:nvSpPr>
            <p:cNvPr id="24" name="正方形/長方形 23">
              <a:extLst>
                <a:ext uri="{FF2B5EF4-FFF2-40B4-BE49-F238E27FC236}">
                  <ns2:creationId id="{429BE0C6-FCF9-1118-49EA-00B1736A0586}"/>
                </a:ext>
              </a:extLst>
            </p:cNvPr>
            <p:cNvSpPr/>
            <p:nvPr/>
          </p:nvSpPr>
          <p:spPr>
            <a:xfrm>
              <a:off x="334962" y="4278367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BDD28FE0-5B59-5D3C-AF88-506CD5DADCCE}"/>
                </a:ext>
              </a:extLst>
            </p:cNvPr>
            <p:cNvSpPr/>
            <p:nvPr/>
          </p:nvSpPr>
          <p:spPr>
            <a:xfrm>
              <a:off x="334962" y="457120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6A7C52D1-3742-4394-892D-521FF038916C}"/>
                </a:ext>
              </a:extLst>
            </p:cNvPr>
            <p:cNvSpPr/>
            <p:nvPr/>
          </p:nvSpPr>
          <p:spPr>
            <a:xfrm>
              <a:off x="334962" y="4864361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4326795-72CB-F4FD-6EA9-B391FCAA384A}"/>
                </a:ext>
              </a:extLst>
            </p:cNvPr>
            <p:cNvSpPr/>
            <p:nvPr/>
          </p:nvSpPr>
          <p:spPr>
            <a:xfrm>
              <a:off x="334962" y="5157358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B49A754-A83F-1D69-270F-853C591C6E72}"/>
                </a:ext>
              </a:extLst>
            </p:cNvPr>
            <p:cNvSpPr/>
            <p:nvPr/>
          </p:nvSpPr>
          <p:spPr>
            <a:xfrm>
              <a:off x="334962" y="5450355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D2E"/>
                  </a:solidFill>
                  <a:latin typeface="+mn-ea"/>
                </a:rPr>
              </a:b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)</a:t>
              </a:r>
              <a:endParaRPr lang="ja-JP" altLang="fr-FR" sz="5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98604DA-E72A-0ECE-9C52-E05967478B74}"/>
                </a:ext>
              </a:extLst>
            </p:cNvPr>
            <p:cNvSpPr/>
            <p:nvPr/>
          </p:nvSpPr>
          <p:spPr>
            <a:xfrm>
              <a:off x="334962" y="574335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AD9492D9-6BEC-7CB5-D4C1-AFB534FF3797}"/>
                </a:ext>
              </a:extLst>
            </p:cNvPr>
            <p:cNvSpPr/>
            <p:nvPr/>
          </p:nvSpPr>
          <p:spPr>
            <a:xfrm>
              <a:off x="334962" y="6036347"/>
              <a:ext cx="310896" cy="27432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bg1"/>
                  </a:solidFill>
                  <a:latin typeface="+mn-ea"/>
                </a:rPr>
              </a:b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fr-FR" sz="5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CDE51187-E74A-914C-57F7-8F91AF088C01}"/>
                </a:ext>
              </a:extLst>
            </p:cNvPr>
            <p:cNvSpPr/>
            <p:nvPr/>
          </p:nvSpPr>
          <p:spPr>
            <a:xfrm>
              <a:off x="6709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606ACD85-E582-2974-968F-33589BCA9DBE}"/>
                </a:ext>
              </a:extLst>
            </p:cNvPr>
            <p:cNvCxnSpPr/>
            <p:nvPr/>
          </p:nvCxnSpPr>
          <p:spPr>
            <a:xfrm>
              <a:off x="636334" y="4321845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A2CD951-44D1-B204-20F2-E0BBCF2C4BBE}"/>
                </a:ext>
              </a:extLst>
            </p:cNvPr>
            <p:cNvCxnSpPr>
              <a:cxnSpLocks/>
            </p:cNvCxnSpPr>
            <p:nvPr/>
          </p:nvCxnSpPr>
          <p:spPr>
            <a:xfrm>
              <a:off x="636334" y="461468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78377221-0A74-F2BF-BF19-F89094B75195}"/>
                </a:ext>
              </a:extLst>
            </p:cNvPr>
            <p:cNvCxnSpPr/>
            <p:nvPr/>
          </p:nvCxnSpPr>
          <p:spPr>
            <a:xfrm>
              <a:off x="636334" y="4907838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4F31F8A-953D-9C73-206C-E389B62B62B9}"/>
                </a:ext>
              </a:extLst>
            </p:cNvPr>
            <p:cNvCxnSpPr/>
            <p:nvPr/>
          </p:nvCxnSpPr>
          <p:spPr>
            <a:xfrm>
              <a:off x="636334" y="5200836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D8CD0E5E-C5AF-CB75-6C9F-94BC5800E69D}"/>
                </a:ext>
              </a:extLst>
            </p:cNvPr>
            <p:cNvCxnSpPr/>
            <p:nvPr/>
          </p:nvCxnSpPr>
          <p:spPr>
            <a:xfrm>
              <a:off x="636334" y="5493832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10C285F9-53A0-5837-85AB-65174F3C84DD}"/>
                </a:ext>
              </a:extLst>
            </p:cNvPr>
            <p:cNvCxnSpPr/>
            <p:nvPr/>
          </p:nvCxnSpPr>
          <p:spPr>
            <a:xfrm>
              <a:off x="636334" y="578683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正方形/長方形 40">
              <a:extLst>
                <a:ext uri="{FF2B5EF4-FFF2-40B4-BE49-F238E27FC236}">
                  <ns2:creationId id="{38C90731-6C33-01F0-B346-DE577521AD8F}"/>
                </a:ext>
              </a:extLst>
            </p:cNvPr>
            <p:cNvSpPr/>
            <p:nvPr/>
          </p:nvSpPr>
          <p:spPr>
            <a:xfrm>
              <a:off x="89937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ECBEA596-CD70-E2E1-2A07-F0D3B5572267}"/>
                </a:ext>
              </a:extLst>
            </p:cNvPr>
            <p:cNvSpPr/>
            <p:nvPr/>
          </p:nvSpPr>
          <p:spPr>
            <a:xfrm>
              <a:off x="112799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7C21346-7DE6-EEBC-B4F4-F8B12B18CF61}"/>
                </a:ext>
              </a:extLst>
            </p:cNvPr>
            <p:cNvSpPr/>
            <p:nvPr/>
          </p:nvSpPr>
          <p:spPr>
            <a:xfrm>
              <a:off x="13580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A6E3D53-BB32-2F23-B23C-F253FA23ACDB}"/>
                </a:ext>
              </a:extLst>
            </p:cNvPr>
            <p:cNvSpPr/>
            <p:nvPr/>
          </p:nvSpPr>
          <p:spPr>
            <a:xfrm>
              <a:off x="15870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25201965-502C-5EA7-F0C3-6074F4E20B73}"/>
                </a:ext>
              </a:extLst>
            </p:cNvPr>
            <p:cNvSpPr/>
            <p:nvPr/>
          </p:nvSpPr>
          <p:spPr>
            <a:xfrm>
              <a:off x="181751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36335FC-13BD-5B5D-9FBB-5092F36C0305}"/>
                </a:ext>
              </a:extLst>
            </p:cNvPr>
            <p:cNvSpPr/>
            <p:nvPr/>
          </p:nvSpPr>
          <p:spPr>
            <a:xfrm>
              <a:off x="205467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88A1496C-45C6-98BE-1F7A-DBC0F3AE4351}"/>
                </a:ext>
              </a:extLst>
            </p:cNvPr>
            <p:cNvSpPr/>
            <p:nvPr/>
          </p:nvSpPr>
          <p:spPr>
            <a:xfrm>
              <a:off x="22908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F38DDF4C-27D9-470E-258F-D9DB98276E97}"/>
                </a:ext>
              </a:extLst>
            </p:cNvPr>
            <p:cNvSpPr/>
            <p:nvPr/>
          </p:nvSpPr>
          <p:spPr>
            <a:xfrm>
              <a:off x="25206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D216B3E-237B-38E5-F1FA-67545E52A3B6}"/>
                </a:ext>
              </a:extLst>
            </p:cNvPr>
            <p:cNvSpPr/>
            <p:nvPr/>
          </p:nvSpPr>
          <p:spPr>
            <a:xfrm>
              <a:off x="274614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F9904FB-67D9-D924-888F-37FFAAA81A16}"/>
                </a:ext>
              </a:extLst>
            </p:cNvPr>
            <p:cNvSpPr/>
            <p:nvPr/>
          </p:nvSpPr>
          <p:spPr>
            <a:xfrm>
              <a:off x="297880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B614658-B0D4-BF5E-D309-BE3F54F43F69}"/>
                </a:ext>
              </a:extLst>
            </p:cNvPr>
            <p:cNvSpPr/>
            <p:nvPr/>
          </p:nvSpPr>
          <p:spPr>
            <a:xfrm>
              <a:off x="32077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D9DB85B-8CC3-4F14-DEF2-C1D3A7CB2305}"/>
                </a:ext>
              </a:extLst>
            </p:cNvPr>
            <p:cNvSpPr/>
            <p:nvPr/>
          </p:nvSpPr>
          <p:spPr>
            <a:xfrm>
              <a:off x="34400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34009EF0-2727-DCF4-CC3A-8BE075AE57FE}"/>
                </a:ext>
              </a:extLst>
            </p:cNvPr>
            <p:cNvSpPr/>
            <p:nvPr/>
          </p:nvSpPr>
          <p:spPr>
            <a:xfrm>
              <a:off x="366738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B1AA2C7-D580-AE7C-DE65-FDAC21EB6878}"/>
                </a:ext>
              </a:extLst>
            </p:cNvPr>
            <p:cNvSpPr/>
            <p:nvPr/>
          </p:nvSpPr>
          <p:spPr>
            <a:xfrm>
              <a:off x="3901284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1E28DDA2-8C8F-2DC2-D26E-7F76646D9330}"/>
                </a:ext>
              </a:extLst>
            </p:cNvPr>
            <p:cNvSpPr/>
            <p:nvPr/>
          </p:nvSpPr>
          <p:spPr>
            <a:xfrm>
              <a:off x="4130266" y="4280626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4FB1C7B9-D885-185F-52E9-81A5D4AE9918}"/>
                </a:ext>
              </a:extLst>
            </p:cNvPr>
            <p:cNvSpPr/>
            <p:nvPr/>
          </p:nvSpPr>
          <p:spPr>
            <a:xfrm>
              <a:off x="436088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F2B49EED-7676-3770-731D-7DA88EAA6835}"/>
                </a:ext>
              </a:extLst>
            </p:cNvPr>
            <p:cNvSpPr/>
            <p:nvPr/>
          </p:nvSpPr>
          <p:spPr>
            <a:xfrm>
              <a:off x="459314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936E13A-9C7F-83B0-2521-C17028969A0B}"/>
                </a:ext>
              </a:extLst>
            </p:cNvPr>
            <p:cNvSpPr/>
            <p:nvPr/>
          </p:nvSpPr>
          <p:spPr>
            <a:xfrm>
              <a:off x="4822129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B19368FF-C284-A0BB-D5B9-B51917550635}"/>
                </a:ext>
              </a:extLst>
            </p:cNvPr>
            <p:cNvSpPr/>
            <p:nvPr/>
          </p:nvSpPr>
          <p:spPr>
            <a:xfrm>
              <a:off x="505275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341A4AA-B3DA-48A0-1AD4-39D8B1A64DDE}"/>
                </a:ext>
              </a:extLst>
            </p:cNvPr>
            <p:cNvSpPr/>
            <p:nvPr/>
          </p:nvSpPr>
          <p:spPr>
            <a:xfrm>
              <a:off x="52849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92389856-B508-5EC2-96B5-3E81CD64EE8E}"/>
                </a:ext>
              </a:extLst>
            </p:cNvPr>
            <p:cNvSpPr/>
            <p:nvPr/>
          </p:nvSpPr>
          <p:spPr>
            <a:xfrm>
              <a:off x="551661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A5C31BF4-AEE1-795D-33ED-48B6C4990D4B}"/>
                </a:ext>
              </a:extLst>
            </p:cNvPr>
            <p:cNvSpPr/>
            <p:nvPr/>
          </p:nvSpPr>
          <p:spPr>
            <a:xfrm>
              <a:off x="6709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813F2EEE-FA7C-534B-A795-55937FEF97C6}"/>
                </a:ext>
              </a:extLst>
            </p:cNvPr>
            <p:cNvSpPr/>
            <p:nvPr/>
          </p:nvSpPr>
          <p:spPr>
            <a:xfrm>
              <a:off x="6709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D813BBA4-8DE6-F33F-3662-3D021294574B}"/>
                </a:ext>
              </a:extLst>
            </p:cNvPr>
            <p:cNvSpPr/>
            <p:nvPr/>
          </p:nvSpPr>
          <p:spPr>
            <a:xfrm>
              <a:off x="6709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25C69E64-5401-C39B-4BD3-87505462645F}"/>
                </a:ext>
              </a:extLst>
            </p:cNvPr>
            <p:cNvSpPr/>
            <p:nvPr/>
          </p:nvSpPr>
          <p:spPr>
            <a:xfrm>
              <a:off x="6709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58978BF-1A0F-5FE9-233D-C49DEC6BF70D}"/>
                </a:ext>
              </a:extLst>
            </p:cNvPr>
            <p:cNvSpPr/>
            <p:nvPr/>
          </p:nvSpPr>
          <p:spPr>
            <a:xfrm>
              <a:off x="6709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9AA95FCB-3CFF-AB6B-365F-5720CEC9E3C9}"/>
                </a:ext>
              </a:extLst>
            </p:cNvPr>
            <p:cNvSpPr/>
            <p:nvPr/>
          </p:nvSpPr>
          <p:spPr>
            <a:xfrm>
              <a:off x="6709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0687EC78-C478-2C33-FC0C-0AE81FF5A05D}"/>
                </a:ext>
              </a:extLst>
            </p:cNvPr>
            <p:cNvSpPr/>
            <p:nvPr/>
          </p:nvSpPr>
          <p:spPr>
            <a:xfrm>
              <a:off x="89937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EE948DC-4395-AFF0-3A1D-ECC71859ED3D}"/>
                </a:ext>
              </a:extLst>
            </p:cNvPr>
            <p:cNvSpPr/>
            <p:nvPr/>
          </p:nvSpPr>
          <p:spPr>
            <a:xfrm>
              <a:off x="89937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6CF39DA2-ACA1-FFEA-3692-7500638C0643}"/>
                </a:ext>
              </a:extLst>
            </p:cNvPr>
            <p:cNvSpPr/>
            <p:nvPr/>
          </p:nvSpPr>
          <p:spPr>
            <a:xfrm>
              <a:off x="89937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7" name="正方形/長方形 196">
              <a:extLst>
                <a:ext uri="{FF2B5EF4-FFF2-40B4-BE49-F238E27FC236}">
                  <ns2:creationId id="{1F5C0720-01EB-7CEB-12A7-0FFDE6ABF4B0}"/>
                </a:ext>
              </a:extLst>
            </p:cNvPr>
            <p:cNvSpPr/>
            <p:nvPr/>
          </p:nvSpPr>
          <p:spPr>
            <a:xfrm>
              <a:off x="89937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63EBC214-0884-DA4C-C31D-70B0CA737E57}"/>
                </a:ext>
              </a:extLst>
            </p:cNvPr>
            <p:cNvSpPr/>
            <p:nvPr/>
          </p:nvSpPr>
          <p:spPr>
            <a:xfrm>
              <a:off x="89937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正方形/長方形 198">
              <a:extLst>
                <a:ext uri="{FF2B5EF4-FFF2-40B4-BE49-F238E27FC236}">
                  <ns2:creationId id="{09240C85-AE02-D9B9-1563-BD7A059A9728}"/>
                </a:ext>
              </a:extLst>
            </p:cNvPr>
            <p:cNvSpPr/>
            <p:nvPr/>
          </p:nvSpPr>
          <p:spPr>
            <a:xfrm>
              <a:off x="89937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CBE6EFCF-4EE5-AAC9-40B2-351C1DCCCA50}"/>
                </a:ext>
              </a:extLst>
            </p:cNvPr>
            <p:cNvSpPr/>
            <p:nvPr/>
          </p:nvSpPr>
          <p:spPr>
            <a:xfrm>
              <a:off x="112799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1" name="正方形/長方形 200">
              <a:extLst>
                <a:ext uri="{FF2B5EF4-FFF2-40B4-BE49-F238E27FC236}">
                  <ns2:creationId id="{12A551DB-795E-3E6C-E93A-433EF13377AF}"/>
                </a:ext>
              </a:extLst>
            </p:cNvPr>
            <p:cNvSpPr/>
            <p:nvPr/>
          </p:nvSpPr>
          <p:spPr>
            <a:xfrm>
              <a:off x="112799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EFBB1012-C02F-E1D3-18C3-ECA42AE24535}"/>
                </a:ext>
              </a:extLst>
            </p:cNvPr>
            <p:cNvSpPr/>
            <p:nvPr/>
          </p:nvSpPr>
          <p:spPr>
            <a:xfrm>
              <a:off x="112799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F3760BF0-15FD-DF87-8999-E9B896CB9DA3}"/>
                </a:ext>
              </a:extLst>
            </p:cNvPr>
            <p:cNvSpPr/>
            <p:nvPr/>
          </p:nvSpPr>
          <p:spPr>
            <a:xfrm>
              <a:off x="112799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6F4C35D-44CE-6CE6-AA48-28AF2506403C}"/>
                </a:ext>
              </a:extLst>
            </p:cNvPr>
            <p:cNvSpPr/>
            <p:nvPr/>
          </p:nvSpPr>
          <p:spPr>
            <a:xfrm>
              <a:off x="112799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A38026AD-1D76-8F9B-1CC6-D323D6F9CE6E}"/>
                </a:ext>
              </a:extLst>
            </p:cNvPr>
            <p:cNvSpPr/>
            <p:nvPr/>
          </p:nvSpPr>
          <p:spPr>
            <a:xfrm>
              <a:off x="112799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A1810A0F-64AC-E591-740D-55DF47183072}"/>
                </a:ext>
              </a:extLst>
            </p:cNvPr>
            <p:cNvSpPr/>
            <p:nvPr/>
          </p:nvSpPr>
          <p:spPr>
            <a:xfrm>
              <a:off x="13580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391CBDA7-EAB9-9FB1-6D85-E5FF48ACD208}"/>
                </a:ext>
              </a:extLst>
            </p:cNvPr>
            <p:cNvSpPr/>
            <p:nvPr/>
          </p:nvSpPr>
          <p:spPr>
            <a:xfrm>
              <a:off x="13580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B7598ADF-B5F9-F5D0-4DA4-62413F0F940E}"/>
                </a:ext>
              </a:extLst>
            </p:cNvPr>
            <p:cNvSpPr/>
            <p:nvPr/>
          </p:nvSpPr>
          <p:spPr>
            <a:xfrm>
              <a:off x="13580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D7F55F9D-62AF-AFD0-D5F7-945BA6B64394}"/>
                </a:ext>
              </a:extLst>
            </p:cNvPr>
            <p:cNvSpPr/>
            <p:nvPr/>
          </p:nvSpPr>
          <p:spPr>
            <a:xfrm>
              <a:off x="13580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AE9C7781-FBA4-403B-DA5B-0B1758E61D39}"/>
                </a:ext>
              </a:extLst>
            </p:cNvPr>
            <p:cNvSpPr/>
            <p:nvPr/>
          </p:nvSpPr>
          <p:spPr>
            <a:xfrm>
              <a:off x="13580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084F79DD-36E5-7710-957B-081064EE84D9}"/>
                </a:ext>
              </a:extLst>
            </p:cNvPr>
            <p:cNvSpPr/>
            <p:nvPr/>
          </p:nvSpPr>
          <p:spPr>
            <a:xfrm>
              <a:off x="13580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3318457C-B531-3963-A150-3081CE3F0D68}"/>
                </a:ext>
              </a:extLst>
            </p:cNvPr>
            <p:cNvSpPr/>
            <p:nvPr/>
          </p:nvSpPr>
          <p:spPr>
            <a:xfrm>
              <a:off x="15870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9900C297-A76E-3228-F2AA-4A28C401B533}"/>
                </a:ext>
              </a:extLst>
            </p:cNvPr>
            <p:cNvSpPr/>
            <p:nvPr/>
          </p:nvSpPr>
          <p:spPr>
            <a:xfrm>
              <a:off x="15870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95996846-4208-2F69-890C-8C134F0EDD1E}"/>
                </a:ext>
              </a:extLst>
            </p:cNvPr>
            <p:cNvSpPr/>
            <p:nvPr/>
          </p:nvSpPr>
          <p:spPr>
            <a:xfrm>
              <a:off x="15870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956FFE2A-8292-DCE6-56C8-C84C362ABCB0}"/>
                </a:ext>
              </a:extLst>
            </p:cNvPr>
            <p:cNvSpPr/>
            <p:nvPr/>
          </p:nvSpPr>
          <p:spPr>
            <a:xfrm>
              <a:off x="15870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B3A45A3-F8E6-BD46-080A-E33B287F07DC}"/>
                </a:ext>
              </a:extLst>
            </p:cNvPr>
            <p:cNvSpPr/>
            <p:nvPr/>
          </p:nvSpPr>
          <p:spPr>
            <a:xfrm>
              <a:off x="15870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3E6F8625-EA70-BDF7-4E78-6B59A40A1974}"/>
                </a:ext>
              </a:extLst>
            </p:cNvPr>
            <p:cNvSpPr/>
            <p:nvPr/>
          </p:nvSpPr>
          <p:spPr>
            <a:xfrm>
              <a:off x="15870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A8DD644B-1399-2533-D159-BF89B6F1EFEA}"/>
                </a:ext>
              </a:extLst>
            </p:cNvPr>
            <p:cNvSpPr/>
            <p:nvPr/>
          </p:nvSpPr>
          <p:spPr>
            <a:xfrm>
              <a:off x="181751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E6095FFA-DC6B-970A-927E-4CC04520F3FD}"/>
                </a:ext>
              </a:extLst>
            </p:cNvPr>
            <p:cNvSpPr/>
            <p:nvPr/>
          </p:nvSpPr>
          <p:spPr>
            <a:xfrm>
              <a:off x="181751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0C077545-5EE1-AC28-5513-887316CB844A}"/>
                </a:ext>
              </a:extLst>
            </p:cNvPr>
            <p:cNvSpPr/>
            <p:nvPr/>
          </p:nvSpPr>
          <p:spPr>
            <a:xfrm>
              <a:off x="181751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46A28A62-9658-310A-7A3C-7660AA4B7FD4}"/>
                </a:ext>
              </a:extLst>
            </p:cNvPr>
            <p:cNvSpPr/>
            <p:nvPr/>
          </p:nvSpPr>
          <p:spPr>
            <a:xfrm>
              <a:off x="181751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E16CD171-7CF3-AAD8-107B-B2EA44A5E05B}"/>
                </a:ext>
              </a:extLst>
            </p:cNvPr>
            <p:cNvSpPr/>
            <p:nvPr/>
          </p:nvSpPr>
          <p:spPr>
            <a:xfrm>
              <a:off x="181751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5856ABEA-917C-BE16-785D-8AE4F55B34BA}"/>
                </a:ext>
              </a:extLst>
            </p:cNvPr>
            <p:cNvSpPr/>
            <p:nvPr/>
          </p:nvSpPr>
          <p:spPr>
            <a:xfrm>
              <a:off x="181751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8CE2D4E9-C27B-F397-3E13-CB514449581A}"/>
                </a:ext>
              </a:extLst>
            </p:cNvPr>
            <p:cNvSpPr/>
            <p:nvPr/>
          </p:nvSpPr>
          <p:spPr>
            <a:xfrm>
              <a:off x="205467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B455064-6291-0D24-EAD0-42615F139904}"/>
                </a:ext>
              </a:extLst>
            </p:cNvPr>
            <p:cNvSpPr/>
            <p:nvPr/>
          </p:nvSpPr>
          <p:spPr>
            <a:xfrm>
              <a:off x="205467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39B454DE-4E40-EBA9-B6EF-1C4FBFD23440}"/>
                </a:ext>
              </a:extLst>
            </p:cNvPr>
            <p:cNvSpPr/>
            <p:nvPr/>
          </p:nvSpPr>
          <p:spPr>
            <a:xfrm>
              <a:off x="205467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4374F33-2AD2-DB4B-0ACA-B292B8C80E04}"/>
                </a:ext>
              </a:extLst>
            </p:cNvPr>
            <p:cNvSpPr/>
            <p:nvPr/>
          </p:nvSpPr>
          <p:spPr>
            <a:xfrm>
              <a:off x="205467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FBB43320-E121-D977-8EE4-AFCA927DE6AF}"/>
                </a:ext>
              </a:extLst>
            </p:cNvPr>
            <p:cNvSpPr/>
            <p:nvPr/>
          </p:nvSpPr>
          <p:spPr>
            <a:xfrm>
              <a:off x="205467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5B84B4-DE04-A244-C2F0-28930EB1199C}"/>
                </a:ext>
              </a:extLst>
            </p:cNvPr>
            <p:cNvSpPr/>
            <p:nvPr/>
          </p:nvSpPr>
          <p:spPr>
            <a:xfrm>
              <a:off x="205467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7E5CD8D5-B020-3009-65D7-7FA3D87A7A5B}"/>
                </a:ext>
              </a:extLst>
            </p:cNvPr>
            <p:cNvSpPr/>
            <p:nvPr/>
          </p:nvSpPr>
          <p:spPr>
            <a:xfrm>
              <a:off x="22908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16DC78E7-BC85-F9AF-CFC2-F5CFD08639AF}"/>
                </a:ext>
              </a:extLst>
            </p:cNvPr>
            <p:cNvSpPr/>
            <p:nvPr/>
          </p:nvSpPr>
          <p:spPr>
            <a:xfrm>
              <a:off x="22908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C5E878FD-D619-9DB8-BA54-3DC1A59C027C}"/>
                </a:ext>
              </a:extLst>
            </p:cNvPr>
            <p:cNvSpPr/>
            <p:nvPr/>
          </p:nvSpPr>
          <p:spPr>
            <a:xfrm>
              <a:off x="22908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49229A42-DFFA-1E22-0BD9-5D1E18F21DE4}"/>
                </a:ext>
              </a:extLst>
            </p:cNvPr>
            <p:cNvSpPr/>
            <p:nvPr/>
          </p:nvSpPr>
          <p:spPr>
            <a:xfrm>
              <a:off x="22908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F985F8-F24A-1B64-757E-29513605E54D}"/>
                </a:ext>
              </a:extLst>
            </p:cNvPr>
            <p:cNvSpPr/>
            <p:nvPr/>
          </p:nvSpPr>
          <p:spPr>
            <a:xfrm>
              <a:off x="22908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3F1532E6-ABC7-7BB6-D8AB-4AEB394F3B3D}"/>
                </a:ext>
              </a:extLst>
            </p:cNvPr>
            <p:cNvSpPr/>
            <p:nvPr/>
          </p:nvSpPr>
          <p:spPr>
            <a:xfrm>
              <a:off x="22908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672EDFDA-AEA5-82B7-1A49-23699EB0AB77}"/>
                </a:ext>
              </a:extLst>
            </p:cNvPr>
            <p:cNvSpPr/>
            <p:nvPr/>
          </p:nvSpPr>
          <p:spPr>
            <a:xfrm>
              <a:off x="25206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4EC1AE3-9CD0-22F5-301F-58A8C21FA57C}"/>
                </a:ext>
              </a:extLst>
            </p:cNvPr>
            <p:cNvSpPr/>
            <p:nvPr/>
          </p:nvSpPr>
          <p:spPr>
            <a:xfrm>
              <a:off x="25206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1E023AFF-0E1B-2DC2-C3B7-247DF9FC660F}"/>
                </a:ext>
              </a:extLst>
            </p:cNvPr>
            <p:cNvSpPr/>
            <p:nvPr/>
          </p:nvSpPr>
          <p:spPr>
            <a:xfrm>
              <a:off x="25206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44DF54FC-B152-B5B3-D3FC-8209F0F92649}"/>
                </a:ext>
              </a:extLst>
            </p:cNvPr>
            <p:cNvSpPr/>
            <p:nvPr/>
          </p:nvSpPr>
          <p:spPr>
            <a:xfrm>
              <a:off x="25206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CB33988-2FC1-F179-06B7-6E2CEB9499B4}"/>
                </a:ext>
              </a:extLst>
            </p:cNvPr>
            <p:cNvSpPr/>
            <p:nvPr/>
          </p:nvSpPr>
          <p:spPr>
            <a:xfrm>
              <a:off x="25206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67964B8-09F4-3DAE-3047-DB33FBE842E8}"/>
                </a:ext>
              </a:extLst>
            </p:cNvPr>
            <p:cNvSpPr/>
            <p:nvPr/>
          </p:nvSpPr>
          <p:spPr>
            <a:xfrm>
              <a:off x="25206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57941D8A-D39C-134D-CADD-5D42F968166A}"/>
                </a:ext>
              </a:extLst>
            </p:cNvPr>
            <p:cNvSpPr/>
            <p:nvPr/>
          </p:nvSpPr>
          <p:spPr>
            <a:xfrm>
              <a:off x="274614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6B36D3EF-CAD8-3E5C-EA69-126BD87C7673}"/>
                </a:ext>
              </a:extLst>
            </p:cNvPr>
            <p:cNvSpPr/>
            <p:nvPr/>
          </p:nvSpPr>
          <p:spPr>
            <a:xfrm>
              <a:off x="274614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1FB8D1F2-0821-A648-8995-784B2A887511}"/>
                </a:ext>
              </a:extLst>
            </p:cNvPr>
            <p:cNvSpPr/>
            <p:nvPr/>
          </p:nvSpPr>
          <p:spPr>
            <a:xfrm>
              <a:off x="274614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55B2630B-1EBE-BD32-2E2A-A682F85F7F1F}"/>
                </a:ext>
              </a:extLst>
            </p:cNvPr>
            <p:cNvSpPr/>
            <p:nvPr/>
          </p:nvSpPr>
          <p:spPr>
            <a:xfrm>
              <a:off x="274614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1B0437E2-F7E5-125F-EF4C-2B938796219C}"/>
                </a:ext>
              </a:extLst>
            </p:cNvPr>
            <p:cNvSpPr/>
            <p:nvPr/>
          </p:nvSpPr>
          <p:spPr>
            <a:xfrm>
              <a:off x="274614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9F9EFAC3-0681-E672-A598-107A584CB794}"/>
                </a:ext>
              </a:extLst>
            </p:cNvPr>
            <p:cNvSpPr/>
            <p:nvPr/>
          </p:nvSpPr>
          <p:spPr>
            <a:xfrm>
              <a:off x="274614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03766F59-86A7-D957-56D3-92AB126C9CEA}"/>
                </a:ext>
              </a:extLst>
            </p:cNvPr>
            <p:cNvSpPr/>
            <p:nvPr/>
          </p:nvSpPr>
          <p:spPr>
            <a:xfrm>
              <a:off x="297880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A804D4D3-C7F0-FB68-B45A-65B365061D67}"/>
                </a:ext>
              </a:extLst>
            </p:cNvPr>
            <p:cNvSpPr/>
            <p:nvPr/>
          </p:nvSpPr>
          <p:spPr>
            <a:xfrm>
              <a:off x="297880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A553E86D-C136-FD49-653D-30ED4FA80D16}"/>
                </a:ext>
              </a:extLst>
            </p:cNvPr>
            <p:cNvSpPr/>
            <p:nvPr/>
          </p:nvSpPr>
          <p:spPr>
            <a:xfrm>
              <a:off x="297880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2A54C99F-AB60-757E-2ACF-93A51C89A50F}"/>
                </a:ext>
              </a:extLst>
            </p:cNvPr>
            <p:cNvSpPr/>
            <p:nvPr/>
          </p:nvSpPr>
          <p:spPr>
            <a:xfrm>
              <a:off x="297880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855DD5B1-89D1-0865-25F4-BE95B98F8CE9}"/>
                </a:ext>
              </a:extLst>
            </p:cNvPr>
            <p:cNvSpPr/>
            <p:nvPr/>
          </p:nvSpPr>
          <p:spPr>
            <a:xfrm>
              <a:off x="297880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76473615-313E-7B65-8633-1A575620E927}"/>
                </a:ext>
              </a:extLst>
            </p:cNvPr>
            <p:cNvSpPr/>
            <p:nvPr/>
          </p:nvSpPr>
          <p:spPr>
            <a:xfrm>
              <a:off x="297880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A8DF910F-1E52-3B71-EA0D-0F2C63F9981E}"/>
                </a:ext>
              </a:extLst>
            </p:cNvPr>
            <p:cNvSpPr/>
            <p:nvPr/>
          </p:nvSpPr>
          <p:spPr>
            <a:xfrm>
              <a:off x="32077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B57BB43C-2DE7-2FC2-08D0-4B1F164B851F}"/>
                </a:ext>
              </a:extLst>
            </p:cNvPr>
            <p:cNvSpPr/>
            <p:nvPr/>
          </p:nvSpPr>
          <p:spPr>
            <a:xfrm>
              <a:off x="32077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AF00C46-FDD0-D4A9-317D-96CD5E7393B3}"/>
                </a:ext>
              </a:extLst>
            </p:cNvPr>
            <p:cNvSpPr/>
            <p:nvPr/>
          </p:nvSpPr>
          <p:spPr>
            <a:xfrm>
              <a:off x="32077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277D9B6-4D04-7EC6-9B73-416CFAEB4C81}"/>
                </a:ext>
              </a:extLst>
            </p:cNvPr>
            <p:cNvSpPr/>
            <p:nvPr/>
          </p:nvSpPr>
          <p:spPr>
            <a:xfrm>
              <a:off x="32077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90D13E24-DB64-DA8C-3FE8-B19F967E512E}"/>
                </a:ext>
              </a:extLst>
            </p:cNvPr>
            <p:cNvSpPr/>
            <p:nvPr/>
          </p:nvSpPr>
          <p:spPr>
            <a:xfrm>
              <a:off x="32077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B339FC6F-193D-78ED-B6DB-7FE97D6042BE}"/>
                </a:ext>
              </a:extLst>
            </p:cNvPr>
            <p:cNvSpPr/>
            <p:nvPr/>
          </p:nvSpPr>
          <p:spPr>
            <a:xfrm>
              <a:off x="32077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3FE457D-5DBE-9386-4BEB-55F22B821970}"/>
                </a:ext>
              </a:extLst>
            </p:cNvPr>
            <p:cNvSpPr/>
            <p:nvPr/>
          </p:nvSpPr>
          <p:spPr>
            <a:xfrm>
              <a:off x="34400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50618924-FDB1-7369-28B6-585CFDA9E968}"/>
                </a:ext>
              </a:extLst>
            </p:cNvPr>
            <p:cNvSpPr/>
            <p:nvPr/>
          </p:nvSpPr>
          <p:spPr>
            <a:xfrm>
              <a:off x="34400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DC3C294B-D24A-BEC7-8C5D-3A5F44AA2B92}"/>
                </a:ext>
              </a:extLst>
            </p:cNvPr>
            <p:cNvSpPr/>
            <p:nvPr/>
          </p:nvSpPr>
          <p:spPr>
            <a:xfrm>
              <a:off x="34400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7BC6689-DFF1-B1B1-5476-AD1BC721A695}"/>
                </a:ext>
              </a:extLst>
            </p:cNvPr>
            <p:cNvSpPr/>
            <p:nvPr/>
          </p:nvSpPr>
          <p:spPr>
            <a:xfrm>
              <a:off x="34400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091EC37A-E6CF-A9FC-80A7-BE953449DD53}"/>
                </a:ext>
              </a:extLst>
            </p:cNvPr>
            <p:cNvSpPr/>
            <p:nvPr/>
          </p:nvSpPr>
          <p:spPr>
            <a:xfrm>
              <a:off x="34400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BF031407-EB82-9E68-AF95-53E1568C94B1}"/>
                </a:ext>
              </a:extLst>
            </p:cNvPr>
            <p:cNvSpPr/>
            <p:nvPr/>
          </p:nvSpPr>
          <p:spPr>
            <a:xfrm>
              <a:off x="34400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3D48E8F4-BB62-BF08-3F53-CC5C7F0A8661}"/>
                </a:ext>
              </a:extLst>
            </p:cNvPr>
            <p:cNvSpPr/>
            <p:nvPr/>
          </p:nvSpPr>
          <p:spPr>
            <a:xfrm>
              <a:off x="366738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177C2581-422C-3403-F44B-DFCD41DCFD10}"/>
                </a:ext>
              </a:extLst>
            </p:cNvPr>
            <p:cNvSpPr/>
            <p:nvPr/>
          </p:nvSpPr>
          <p:spPr>
            <a:xfrm>
              <a:off x="366738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BC02776-E8BB-1176-9CA7-477ADE9F1C22}"/>
                </a:ext>
              </a:extLst>
            </p:cNvPr>
            <p:cNvSpPr/>
            <p:nvPr/>
          </p:nvSpPr>
          <p:spPr>
            <a:xfrm>
              <a:off x="366738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EF2065B1-5A45-CE80-957F-D9EA7EB525BF}"/>
                </a:ext>
              </a:extLst>
            </p:cNvPr>
            <p:cNvSpPr/>
            <p:nvPr/>
          </p:nvSpPr>
          <p:spPr>
            <a:xfrm>
              <a:off x="366738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5109D0C1-09EC-17EA-10BB-FC42C1CD189E}"/>
                </a:ext>
              </a:extLst>
            </p:cNvPr>
            <p:cNvSpPr/>
            <p:nvPr/>
          </p:nvSpPr>
          <p:spPr>
            <a:xfrm>
              <a:off x="366738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EACCC18-8A0B-5345-89DD-196F21600698}"/>
                </a:ext>
              </a:extLst>
            </p:cNvPr>
            <p:cNvSpPr/>
            <p:nvPr/>
          </p:nvSpPr>
          <p:spPr>
            <a:xfrm>
              <a:off x="366738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65ECBA34-06C9-FCCE-D54D-CF32ED6705D9}"/>
                </a:ext>
              </a:extLst>
            </p:cNvPr>
            <p:cNvSpPr/>
            <p:nvPr/>
          </p:nvSpPr>
          <p:spPr>
            <a:xfrm>
              <a:off x="3901284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EE4FDA60-178B-6FC6-8C02-CB47F340EF36}"/>
                </a:ext>
              </a:extLst>
            </p:cNvPr>
            <p:cNvSpPr/>
            <p:nvPr/>
          </p:nvSpPr>
          <p:spPr>
            <a:xfrm>
              <a:off x="3901284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D1FFF546-6A34-7B7E-FF55-CECFE1F82262}"/>
                </a:ext>
              </a:extLst>
            </p:cNvPr>
            <p:cNvSpPr/>
            <p:nvPr/>
          </p:nvSpPr>
          <p:spPr>
            <a:xfrm>
              <a:off x="3901284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64EDA6C-B3DC-8552-81F0-89662DD6E1B6}"/>
                </a:ext>
              </a:extLst>
            </p:cNvPr>
            <p:cNvSpPr/>
            <p:nvPr/>
          </p:nvSpPr>
          <p:spPr>
            <a:xfrm>
              <a:off x="3901284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32D9BC5A-A669-AA42-5024-80D157B62613}"/>
                </a:ext>
              </a:extLst>
            </p:cNvPr>
            <p:cNvSpPr/>
            <p:nvPr/>
          </p:nvSpPr>
          <p:spPr>
            <a:xfrm>
              <a:off x="3901284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3F19B37-C03A-6EFF-8026-CF6C77D7AF98}"/>
                </a:ext>
              </a:extLst>
            </p:cNvPr>
            <p:cNvSpPr/>
            <p:nvPr/>
          </p:nvSpPr>
          <p:spPr>
            <a:xfrm>
              <a:off x="3901284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DEBE746A-D314-91C6-5F72-9398EA389E57}"/>
                </a:ext>
              </a:extLst>
            </p:cNvPr>
            <p:cNvSpPr/>
            <p:nvPr/>
          </p:nvSpPr>
          <p:spPr>
            <a:xfrm>
              <a:off x="4130266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F677A9EE-4B7F-19FB-8ECA-C58874EA5BF0}"/>
                </a:ext>
              </a:extLst>
            </p:cNvPr>
            <p:cNvSpPr/>
            <p:nvPr/>
          </p:nvSpPr>
          <p:spPr>
            <a:xfrm>
              <a:off x="4130266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CEDAC5D2-7EA2-29B6-BF81-00A88B64694F}"/>
                </a:ext>
              </a:extLst>
            </p:cNvPr>
            <p:cNvSpPr/>
            <p:nvPr/>
          </p:nvSpPr>
          <p:spPr>
            <a:xfrm>
              <a:off x="4130266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AF33F06C-4B27-5867-C8BA-D73C50AF435D}"/>
                </a:ext>
              </a:extLst>
            </p:cNvPr>
            <p:cNvSpPr/>
            <p:nvPr/>
          </p:nvSpPr>
          <p:spPr>
            <a:xfrm>
              <a:off x="4130266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A902267-464A-0199-E730-F084D04C7A9C}"/>
                </a:ext>
              </a:extLst>
            </p:cNvPr>
            <p:cNvSpPr/>
            <p:nvPr/>
          </p:nvSpPr>
          <p:spPr>
            <a:xfrm>
              <a:off x="4130266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40191937-D5D7-838B-582D-E1996F2F384B}"/>
                </a:ext>
              </a:extLst>
            </p:cNvPr>
            <p:cNvSpPr/>
            <p:nvPr/>
          </p:nvSpPr>
          <p:spPr>
            <a:xfrm>
              <a:off x="4130266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EED22E0C-3E10-2526-1265-CF7470B336BD}"/>
                </a:ext>
              </a:extLst>
            </p:cNvPr>
            <p:cNvSpPr/>
            <p:nvPr/>
          </p:nvSpPr>
          <p:spPr>
            <a:xfrm>
              <a:off x="459314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891DD124-0B44-E48B-19DC-5EEC0060236C}"/>
                </a:ext>
              </a:extLst>
            </p:cNvPr>
            <p:cNvSpPr/>
            <p:nvPr/>
          </p:nvSpPr>
          <p:spPr>
            <a:xfrm>
              <a:off x="459314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A93A47F8-7A56-0062-338E-311E06DBCF23}"/>
                </a:ext>
              </a:extLst>
            </p:cNvPr>
            <p:cNvSpPr/>
            <p:nvPr/>
          </p:nvSpPr>
          <p:spPr>
            <a:xfrm>
              <a:off x="459314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A5C46C86-7ADE-0E1C-50FD-1E7616A9C881}"/>
                </a:ext>
              </a:extLst>
            </p:cNvPr>
            <p:cNvSpPr/>
            <p:nvPr/>
          </p:nvSpPr>
          <p:spPr>
            <a:xfrm>
              <a:off x="459314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6293A30-6198-B7C7-5084-16D7BC98D5CF}"/>
                </a:ext>
              </a:extLst>
            </p:cNvPr>
            <p:cNvSpPr/>
            <p:nvPr/>
          </p:nvSpPr>
          <p:spPr>
            <a:xfrm>
              <a:off x="459314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E231BBD2-23AE-75B7-FB29-2B949583CD46}"/>
                </a:ext>
              </a:extLst>
            </p:cNvPr>
            <p:cNvSpPr/>
            <p:nvPr/>
          </p:nvSpPr>
          <p:spPr>
            <a:xfrm>
              <a:off x="459314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467663A6-E6FF-D8E7-10E8-960D2908B2CA}"/>
                </a:ext>
              </a:extLst>
            </p:cNvPr>
            <p:cNvSpPr/>
            <p:nvPr/>
          </p:nvSpPr>
          <p:spPr>
            <a:xfrm>
              <a:off x="436088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240574A7-3E72-34DB-648B-706307C189CD}"/>
                </a:ext>
              </a:extLst>
            </p:cNvPr>
            <p:cNvSpPr/>
            <p:nvPr/>
          </p:nvSpPr>
          <p:spPr>
            <a:xfrm>
              <a:off x="436088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452F0893-99FE-5F1D-FC25-9B78B142F030}"/>
                </a:ext>
              </a:extLst>
            </p:cNvPr>
            <p:cNvSpPr/>
            <p:nvPr/>
          </p:nvSpPr>
          <p:spPr>
            <a:xfrm>
              <a:off x="436088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322AEB79-C155-588E-4D9C-0A258F34FA14}"/>
                </a:ext>
              </a:extLst>
            </p:cNvPr>
            <p:cNvSpPr/>
            <p:nvPr/>
          </p:nvSpPr>
          <p:spPr>
            <a:xfrm>
              <a:off x="436088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0" name="正方形/長方形 299">
              <a:extLst>
                <a:ext uri="{FF2B5EF4-FFF2-40B4-BE49-F238E27FC236}">
                  <ns2:creationId id="{88D7752B-E975-74A3-5E41-BF965852FA1C}"/>
                </a:ext>
              </a:extLst>
            </p:cNvPr>
            <p:cNvSpPr/>
            <p:nvPr/>
          </p:nvSpPr>
          <p:spPr>
            <a:xfrm>
              <a:off x="436088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正方形/長方形 300">
              <a:extLst>
                <a:ext uri="{FF2B5EF4-FFF2-40B4-BE49-F238E27FC236}">
                  <ns2:creationId id="{4CA6D153-1F36-76AE-A86E-3A5902835956}"/>
                </a:ext>
              </a:extLst>
            </p:cNvPr>
            <p:cNvSpPr/>
            <p:nvPr/>
          </p:nvSpPr>
          <p:spPr>
            <a:xfrm>
              <a:off x="436088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BEB203CE-0EA9-7813-5EE6-54998B39D59E}"/>
                </a:ext>
              </a:extLst>
            </p:cNvPr>
            <p:cNvSpPr/>
            <p:nvPr/>
          </p:nvSpPr>
          <p:spPr>
            <a:xfrm>
              <a:off x="4822129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CAED7B46-395F-DF4F-D406-6704F2693378}"/>
                </a:ext>
              </a:extLst>
            </p:cNvPr>
            <p:cNvSpPr/>
            <p:nvPr/>
          </p:nvSpPr>
          <p:spPr>
            <a:xfrm>
              <a:off x="4822129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960BB757-7075-2E0A-0D2F-D0A0D17561A8}"/>
                </a:ext>
              </a:extLst>
            </p:cNvPr>
            <p:cNvSpPr/>
            <p:nvPr/>
          </p:nvSpPr>
          <p:spPr>
            <a:xfrm>
              <a:off x="4822129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1D9773C3-50FF-784C-79EB-AA8F3D5B14C1}"/>
                </a:ext>
              </a:extLst>
            </p:cNvPr>
            <p:cNvSpPr/>
            <p:nvPr/>
          </p:nvSpPr>
          <p:spPr>
            <a:xfrm>
              <a:off x="4822129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7FC9924F-2F83-678B-66C9-6220B556509F}"/>
                </a:ext>
              </a:extLst>
            </p:cNvPr>
            <p:cNvSpPr/>
            <p:nvPr/>
          </p:nvSpPr>
          <p:spPr>
            <a:xfrm>
              <a:off x="4822129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33D5EAD-9ABC-83E5-7DCE-A94E9F3BFB36}"/>
                </a:ext>
              </a:extLst>
            </p:cNvPr>
            <p:cNvSpPr/>
            <p:nvPr/>
          </p:nvSpPr>
          <p:spPr>
            <a:xfrm>
              <a:off x="4822129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E86A1257-54F8-326D-095F-E1A7EE8E6D22}"/>
                </a:ext>
              </a:extLst>
            </p:cNvPr>
            <p:cNvSpPr/>
            <p:nvPr/>
          </p:nvSpPr>
          <p:spPr>
            <a:xfrm>
              <a:off x="505275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32CD5ED6-6164-A3C4-64F6-9B1730060EB9}"/>
                </a:ext>
              </a:extLst>
            </p:cNvPr>
            <p:cNvSpPr/>
            <p:nvPr/>
          </p:nvSpPr>
          <p:spPr>
            <a:xfrm>
              <a:off x="505275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2DBE721C-8FA7-93D7-8CEB-200E7E1EE13E}"/>
                </a:ext>
              </a:extLst>
            </p:cNvPr>
            <p:cNvSpPr/>
            <p:nvPr/>
          </p:nvSpPr>
          <p:spPr>
            <a:xfrm>
              <a:off x="505275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C2DE8872-07C0-214B-29A0-F550A1BCDDE0}"/>
                </a:ext>
              </a:extLst>
            </p:cNvPr>
            <p:cNvSpPr/>
            <p:nvPr/>
          </p:nvSpPr>
          <p:spPr>
            <a:xfrm>
              <a:off x="505275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73B6FF53-B903-E70D-3792-5438B50EDD37}"/>
                </a:ext>
              </a:extLst>
            </p:cNvPr>
            <p:cNvSpPr/>
            <p:nvPr/>
          </p:nvSpPr>
          <p:spPr>
            <a:xfrm>
              <a:off x="505275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F333EEB0-6020-4A5F-C8CF-5F6EE13FFBD1}"/>
                </a:ext>
              </a:extLst>
            </p:cNvPr>
            <p:cNvSpPr/>
            <p:nvPr/>
          </p:nvSpPr>
          <p:spPr>
            <a:xfrm>
              <a:off x="505275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AA2C7025-E96F-17AD-FEE4-EEEE197B1FF1}"/>
                </a:ext>
              </a:extLst>
            </p:cNvPr>
            <p:cNvSpPr/>
            <p:nvPr/>
          </p:nvSpPr>
          <p:spPr>
            <a:xfrm>
              <a:off x="52849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3FF6E1B7-448A-332F-3405-CF0039CE1E6D}"/>
                </a:ext>
              </a:extLst>
            </p:cNvPr>
            <p:cNvSpPr/>
            <p:nvPr/>
          </p:nvSpPr>
          <p:spPr>
            <a:xfrm>
              <a:off x="52849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59C78E39-B8DD-EBA2-9410-D9E3F36CD2F2}"/>
                </a:ext>
              </a:extLst>
            </p:cNvPr>
            <p:cNvSpPr/>
            <p:nvPr/>
          </p:nvSpPr>
          <p:spPr>
            <a:xfrm>
              <a:off x="52849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428B7F37-BCA3-F0B6-D030-FDD42ECC9508}"/>
                </a:ext>
              </a:extLst>
            </p:cNvPr>
            <p:cNvSpPr/>
            <p:nvPr/>
          </p:nvSpPr>
          <p:spPr>
            <a:xfrm>
              <a:off x="52849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BC4CBDB1-D4AB-46C4-1F54-721A9EEA1E43}"/>
                </a:ext>
              </a:extLst>
            </p:cNvPr>
            <p:cNvSpPr/>
            <p:nvPr/>
          </p:nvSpPr>
          <p:spPr>
            <a:xfrm>
              <a:off x="52849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C6A1DF88-F8D0-933B-E944-5A81CA5925FA}"/>
                </a:ext>
              </a:extLst>
            </p:cNvPr>
            <p:cNvSpPr/>
            <p:nvPr/>
          </p:nvSpPr>
          <p:spPr>
            <a:xfrm>
              <a:off x="52849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D3D7E08D-4D51-7595-F126-8F3CC796EF46}"/>
                </a:ext>
              </a:extLst>
            </p:cNvPr>
            <p:cNvSpPr/>
            <p:nvPr/>
          </p:nvSpPr>
          <p:spPr>
            <a:xfrm>
              <a:off x="551661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568A840E-94AE-73D9-55B6-636B7516D6CE}"/>
                </a:ext>
              </a:extLst>
            </p:cNvPr>
            <p:cNvSpPr/>
            <p:nvPr/>
          </p:nvSpPr>
          <p:spPr>
            <a:xfrm>
              <a:off x="551661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5243A321-C71D-089F-C161-AF8AA2DBA812}"/>
                </a:ext>
              </a:extLst>
            </p:cNvPr>
            <p:cNvSpPr/>
            <p:nvPr/>
          </p:nvSpPr>
          <p:spPr>
            <a:xfrm>
              <a:off x="551661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0BFE252-5751-FA79-1B0B-5F339136B761}"/>
                </a:ext>
              </a:extLst>
            </p:cNvPr>
            <p:cNvSpPr/>
            <p:nvPr/>
          </p:nvSpPr>
          <p:spPr>
            <a:xfrm>
              <a:off x="551661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FACFE5AC-BEAE-7514-A3CF-BA52FAE71F20}"/>
                </a:ext>
              </a:extLst>
            </p:cNvPr>
            <p:cNvSpPr/>
            <p:nvPr/>
          </p:nvSpPr>
          <p:spPr>
            <a:xfrm>
              <a:off x="551661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BF534260-23F4-BD67-8359-307E57162EAD}"/>
                </a:ext>
              </a:extLst>
            </p:cNvPr>
            <p:cNvSpPr/>
            <p:nvPr/>
          </p:nvSpPr>
          <p:spPr>
            <a:xfrm>
              <a:off x="551661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7" name="直線コネクタ 326">
              <a:extLst>
                <a:ext uri="{FF2B5EF4-FFF2-40B4-BE49-F238E27FC236}">
                  <ns2:creationId id="{FDC20D41-C8BA-FC9C-1B90-4CAE052054C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直線コネクタ 327">
              <a:extLst>
                <a:ext uri="{FF2B5EF4-FFF2-40B4-BE49-F238E27FC236}">
                  <ns2:creationId id="{26924261-5692-91BD-F889-240C86A9BD2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直線コネクタ 328">
              <a:extLst>
                <a:ext uri="{FF2B5EF4-FFF2-40B4-BE49-F238E27FC236}">
                  <ns2:creationId id="{47A0BD39-F0E7-9CF0-5CD0-180F6FA7547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直線コネクタ 329">
              <a:extLst>
                <a:ext uri="{FF2B5EF4-FFF2-40B4-BE49-F238E27FC236}">
                  <ns2:creationId id="{FC5DD50B-BF9E-D83B-C1BB-623A0383AB07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直線コネクタ 330">
              <a:extLst>
                <a:ext uri="{FF2B5EF4-FFF2-40B4-BE49-F238E27FC236}">
                  <ns2:creationId id="{1D38AB93-504F-4141-D454-0668AEF2E74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直線コネクタ 331">
              <a:extLst>
                <a:ext uri="{FF2B5EF4-FFF2-40B4-BE49-F238E27FC236}">
                  <ns2:creationId id="{A5FD5589-7D40-B529-9319-20724F430E8B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直線コネクタ 332">
              <a:extLst>
                <a:ext uri="{FF2B5EF4-FFF2-40B4-BE49-F238E27FC236}">
                  <ns2:creationId id="{701EE9DE-A9C6-A902-4FB4-DAC004F70FF4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直線コネクタ 333">
              <a:extLst>
                <a:ext uri="{FF2B5EF4-FFF2-40B4-BE49-F238E27FC236}">
                  <ns2:creationId id="{7052F914-74B2-09F5-2D95-04CD9D6548A1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C3075784-406D-755E-5AC0-F9A63D1355E3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7354715A-3324-38B3-95B5-82E7484DB28F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B9B90095-2C58-4B5D-6EEC-783707B903C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FFA8BF90-0B70-ED78-B9E5-807EDC9A1C22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2B447423-0F68-586B-379B-18DF4C8706DC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8F9BE882-971A-254C-27E2-046A0D01D45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9913D7A1-CC15-0555-E78D-CB8C4632E19B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48BE7E97-E47B-4D50-7086-069FF4FD1F39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9CAD955-6317-423E-EF56-6A6AC653E540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F0959312-94D3-0254-57C5-915B8FF8F7E3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DEA265A5-FD3E-91A7-A86E-BD6016E02C1E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233D0A93-2629-B319-A94B-8510AEE355E8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FFD04F67-6933-80DA-EB7F-068D292EA05F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79C551D5-E4E4-B014-0BB7-574596482C5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C6F6F36A-8D22-875E-3C0F-933D38502DB8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20DE4C93-8EE2-9B24-EFD1-9E52AAFB060A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ns2:creationId id="{4A5A0FAA-73F0-ADA8-CCA3-2B9AE251DCA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ns2:creationId id="{EC46CC45-7BC5-0DA4-845B-34FF514F30BF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616EDF44-A61F-C415-85E0-415F94CD5EBB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ns2:creationId id="{D981D76C-33E7-07B7-3BEE-D23F792B1E20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ns2:creationId id="{88CC4EA0-14E5-C4DA-D0C4-8DB5D74813D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ns2:creationId id="{54CF22F9-9620-F294-9E24-A70EBCDBC09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ns2:creationId id="{6345343C-4462-5AF1-460B-F6F779E14181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ns2:creationId id="{523F1F1B-3C7A-9EB6-3318-4B71CD187EF3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1263E6FF-71BA-51B3-99A7-F873509D9FAF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869E4796-78BD-1D47-6B2B-C7E364241655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A2435D07-6D29-83CE-3025-A8F65ACEBC49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76B8B0B-E7AC-AEA4-264F-B90CB7620BDE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1DE025DD-FF87-549C-A5A0-817EBB746614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AB7A5198-62D2-4A2E-5919-F050295A6DC3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5EB55882-5EB7-0FD3-7A88-4792A067DE8D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45FA491D-FDCD-206B-4C7D-FA728828D961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B1EFC114-19BD-8244-CCD4-3AF935215670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D9F08A6A-4F7D-4295-656F-7AAF592ACB5E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4BCDF53-B49C-979E-5A62-00A9939E2592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6B5659A9-D3E1-656F-62A6-F0A0097659F8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2CAE49A-C217-2573-6455-FA116B3C5464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C78787AF-49C0-32BB-3620-B80E9612183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5C757949-D718-AFA4-BC01-41021A4D4F5D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89CC5747-3F3A-8ABB-AE44-D43AC95EA25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17BFA001-7730-C647-96D8-84B0F3A012E0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7E078EC8-928C-0935-685B-C9069A27150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52B08F2-48D3-EFA1-C5EB-C4541F902B1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A088F0F-C58C-1DD0-696A-C4E5C5DEF7C2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8700769B-A44B-765A-8E8C-C1A607F671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3EC28DA7-D8AA-4BD4-BCB6-1114960E93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726DAD1A-3061-C1D4-4084-C1A9D904555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FECFE339-7F5E-6F5C-FEFD-4B010DC23B2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44096DA-9299-921B-B0AB-C360E4000983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AF60DE4B-D9A2-9BEC-8845-F310BB344639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88EACF92-301D-FEC6-6D61-67ADDF162EAB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827750EC-5526-8B9B-B12C-EF8A6262AF5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DDA3706C-C585-FDB2-65AC-A9B75F46A32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B0774F92-A1C1-AB55-5A17-01FD4A26384E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FD6BBC61-0E92-E18F-BE3E-8FAC8054C1C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74227E34-7112-F8F9-5DCB-8B275B1BCF6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2D6EF718-3C4C-7D4C-D91E-B5BECCDDA1B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5F3BEFC7-100A-AA7F-C58F-DC6B03FBAAF0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53E8812D-9832-DD33-0158-5A4539FA37D1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14E25FBD-26D1-A08A-D41A-5FFDD44C6D45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5293C571-EA69-33BD-3658-9068F2E22A66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3132DED6-70AB-424B-0CAE-A7808B718CC4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A7190358-C04B-7968-49F4-392C28E8046B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350155F2-A2E8-2A20-D963-53B7D2777466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16012997-198C-A4BC-3B2A-5FAD5B8801DD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9EAD3AE8-AAE5-6EC9-1A09-9DA8CBB80544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67A5854A-0EC3-807D-AAD4-B2EBAB848072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7506BFFF-AF03-EE64-27C1-F92D0FF73464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54FDAA5D-4973-898A-9192-F9D844E10ACC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B8834917-80A2-227C-AE1D-6837CC3E0515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E565CBAA-DE91-BE65-383D-F0E3EF91B5B7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A277687C-84DF-6F41-C5C2-E13C0E62E621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A54426B8-6FC7-3DCF-4ABC-75B31B324F0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CFA033FE-1085-D100-8A42-0FDD452CBBD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A16D0F8D-7C30-15CD-2B28-316D7EB05D0A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30EB5CA5-7693-EA53-6714-DD0F93C5814E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790D177C-1CDD-7727-72AE-07E32DD62433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66AE6EB5-E397-FDEE-68A1-AD6B49209609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2095E7FD-5A98-ACDE-DC52-AB573A0DA88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93345-B02B-DF37-0AB4-7E9B0E2B787A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E0E21E99-439F-E28F-9EDD-89C985AF8D9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C26CAEA5-DC72-DF27-4CAC-DB0F87EA614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76DD8089-BAD8-4F6C-B582-B0D3AA0DC4D0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A17B8361-B41A-EEB3-D6E4-706C47E7296C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EE0B7D8C-20BA-4929-3C16-99A7E3E6229D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F9AE6B7D-B907-5690-C4C5-EC4829187FB6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ns2:creationId id="{B5E4F3BD-AD73-DF36-BEA4-A7CD63C6E259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ns2:creationId id="{42F00AC3-D614-945A-FB86-1ED51AF89D9F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ns2:creationId id="{E4E1C015-5DCA-5793-4543-789E8A79F994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ns2:creationId id="{0EF21C3D-A507-3E2C-CE19-AB6887977E2C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ns2:creationId id="{D49F92CB-268D-FA57-D09E-9897BDBFB259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ns2:creationId id="{96E7A3F4-DCFE-A119-4F53-2B4AAEF6020D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ns2:creationId id="{0D4C8637-7606-C2D9-0CA4-2483F73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ns2:creationId id="{06947BF0-2835-574E-8200-BE26F980F2B0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A91B30D4-8C65-82DC-42D1-CB4F87AFEBC6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96C0E8F9-C298-8C03-7248-81C80018A99A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E435B910-7DFD-4698-87EB-936EDE84663E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422B7B70-7B81-3CED-E877-751D074C4452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81EE2D18-054B-E3AC-DBBF-2A373B45171F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98EE3BB0-F6A8-2141-CB99-4754A53DFB1B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A7A4D0C4-F52F-F33B-FF3B-40C68E99BD03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8C3EF427-F2EC-96ED-A578-D9F661D8253D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41" name="グラフ 440">
            <a:extLst>
              <a:ext uri="{FF2B5EF4-FFF2-40B4-BE49-F238E27FC236}">
                <ns2:creationId id="{BBE650E1-D317-C97F-BAF1-00A11CA2A8DD}"/>
              </a:ext>
            </a:extLst>
          </p:cNvPr>
          <p:cNvGraphicFramePr/>
          <p:nvPr/>
        </p:nvGraphicFramePr>
        <p:xfrm>
          <a:off x="6479776" y="2047835"/>
          <a:ext cx="2401465" cy="1168331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456" name="グラフ 455">
            <a:extLst>
              <a:ext uri="{FF2B5EF4-FFF2-40B4-BE49-F238E27FC236}">
                <ns2:creationId id="{379CBC66-21B0-8E7D-BEB7-F78F2D92859A}"/>
              </a:ext>
            </a:extLst>
          </p:cNvPr>
          <p:cNvGraphicFramePr/>
          <p:nvPr/>
        </p:nvGraphicFramePr>
        <p:xfrm>
          <a:off x="9207062" y="2047835"/>
          <a:ext cx="2649976" cy="1381165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43" name="正方形/長方形 442">
            <a:extLst>
              <a:ext uri="{FF2B5EF4-FFF2-40B4-BE49-F238E27FC236}">
                <ns2:creationId id="{8164D314-57D9-BC3A-3E94-8F992B669E2D}"/>
              </a:ext>
            </a:extLst>
          </p:cNvPr>
          <p:cNvSpPr/>
          <p:nvPr/>
        </p:nvSpPr>
        <p:spPr>
          <a:xfrm>
            <a:off x="6705421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4" name="正方形/長方形 443">
            <a:extLst>
              <a:ext uri="{FF2B5EF4-FFF2-40B4-BE49-F238E27FC236}">
                <ns2:creationId id="{A7DC99B2-9361-A54B-D44E-38E27C067CF2}"/>
              </a:ext>
            </a:extLst>
          </p:cNvPr>
          <p:cNvSpPr/>
          <p:nvPr/>
        </p:nvSpPr>
        <p:spPr>
          <a:xfrm>
            <a:off x="6705421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45" name="正方形/長方形 444">
            <a:extLst>
              <a:ext uri="{FF2B5EF4-FFF2-40B4-BE49-F238E27FC236}">
                <ns2:creationId id="{7AD0BAFF-290D-D3CC-AB8E-131945B5DB6B}"/>
              </a:ext>
            </a:extLst>
          </p:cNvPr>
          <p:cNvSpPr/>
          <p:nvPr/>
        </p:nvSpPr>
        <p:spPr>
          <a:xfrm>
            <a:off x="6439992" y="2374186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6" name="正方形/長方形 445">
            <a:extLst>
              <a:ext uri="{FF2B5EF4-FFF2-40B4-BE49-F238E27FC236}">
                <ns2:creationId id="{2FDB839D-CC4A-AB2C-2D2D-A77AAAE4F68D}"/>
              </a:ext>
            </a:extLst>
          </p:cNvPr>
          <p:cNvSpPr/>
          <p:nvPr/>
        </p:nvSpPr>
        <p:spPr>
          <a:xfrm>
            <a:off x="6439992" y="2819612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452" name="グループ化 451">
            <a:extLst>
              <a:ext uri="{FF2B5EF4-FFF2-40B4-BE49-F238E27FC236}">
                <ns2:creationId id="{85510926-59A6-837D-BF16-C5BBBCF1C9F8}"/>
              </a:ext>
            </a:extLst>
          </p:cNvPr>
          <p:cNvGrpSpPr>
            <a:grpSpLocks noChangeAspect="1"/>
          </p:cNvGrpSpPr>
          <p:nvPr/>
        </p:nvGrpSpPr>
        <p:grpSpPr>
          <a:xfrm>
            <a:off x="7767145" y="2186015"/>
            <a:ext cx="871014" cy="454375"/>
            <a:chOff x="8439150" y="2148944"/>
            <a:chExt cx="1485900" cy="775137"/>
          </a:xfrm>
        </p:grpSpPr>
        <p:sp>
          <p:nvSpPr>
            <p:cNvPr id="447" name="正方形/長方形 446">
              <a:extLst>
                <a:ext uri="{FF2B5EF4-FFF2-40B4-BE49-F238E27FC236}">
                  <ns2:creationId id="{E52FA3C5-8734-00AE-6B9D-091C8C9A9A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8" name="正方形/長方形 447">
              <a:extLst>
                <a:ext uri="{FF2B5EF4-FFF2-40B4-BE49-F238E27FC236}">
                  <ns2:creationId id="{BC3281A4-32B7-6F9E-1024-261BCDAA80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9" name="正方形/長方形 448">
              <a:extLst>
                <a:ext uri="{FF2B5EF4-FFF2-40B4-BE49-F238E27FC236}">
                  <ns2:creationId id="{8195E868-1123-C6CC-1285-2CD10E6DA7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0" name="正方形/長方形 449">
              <a:extLst>
                <a:ext uri="{FF2B5EF4-FFF2-40B4-BE49-F238E27FC236}">
                  <ns2:creationId id="{421B4B86-6910-5225-A47C-277B90C092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E736365B-E81B-103A-EB1D-149C05E79B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53" name="正方形/長方形 452">
            <a:extLst>
              <a:ext uri="{FF2B5EF4-FFF2-40B4-BE49-F238E27FC236}">
                <ns2:creationId id="{339BAC4C-1ECB-A9DC-7112-B8D4C2E3EA48}"/>
              </a:ext>
            </a:extLst>
          </p:cNvPr>
          <p:cNvSpPr/>
          <p:nvPr/>
        </p:nvSpPr>
        <p:spPr>
          <a:xfrm>
            <a:off x="7091288" y="3001875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F38F01FB-A8EE-29C3-7496-B5DC988B988A}"/>
              </a:ext>
            </a:extLst>
          </p:cNvPr>
          <p:cNvSpPr/>
          <p:nvPr/>
        </p:nvSpPr>
        <p:spPr>
          <a:xfrm>
            <a:off x="9396557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8" name="正方形/長方形 457">
            <a:extLst>
              <a:ext uri="{FF2B5EF4-FFF2-40B4-BE49-F238E27FC236}">
                <ns2:creationId id="{A0D58F16-EF1D-9FBB-6AC6-9AFCCEBC3510}"/>
              </a:ext>
            </a:extLst>
          </p:cNvPr>
          <p:cNvSpPr/>
          <p:nvPr/>
        </p:nvSpPr>
        <p:spPr>
          <a:xfrm>
            <a:off x="9396557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461" name="グループ化 460">
            <a:extLst>
              <a:ext uri="{FF2B5EF4-FFF2-40B4-BE49-F238E27FC236}">
                <ns2:creationId id="{94DAB32A-A2A4-78CA-C245-916B6467D8BF}"/>
              </a:ext>
            </a:extLst>
          </p:cNvPr>
          <p:cNvGrpSpPr>
            <a:grpSpLocks noChangeAspect="1"/>
          </p:cNvGrpSpPr>
          <p:nvPr/>
        </p:nvGrpSpPr>
        <p:grpSpPr>
          <a:xfrm>
            <a:off x="10657978" y="2186015"/>
            <a:ext cx="871014" cy="454375"/>
            <a:chOff x="8439150" y="2148944"/>
            <a:chExt cx="1485900" cy="775137"/>
          </a:xfrm>
        </p:grpSpPr>
        <p:sp>
          <p:nvSpPr>
            <p:cNvPr id="463" name="正方形/長方形 462">
              <a:extLst>
                <a:ext uri="{FF2B5EF4-FFF2-40B4-BE49-F238E27FC236}">
                  <ns2:creationId id="{5F603478-98FE-1447-3574-17F6A2F742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4" name="正方形/長方形 463">
              <a:extLst>
                <a:ext uri="{FF2B5EF4-FFF2-40B4-BE49-F238E27FC236}">
                  <ns2:creationId id="{921071E5-D716-D004-BDC8-1D25C284BE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5" name="正方形/長方形 464">
              <a:extLst>
                <a:ext uri="{FF2B5EF4-FFF2-40B4-BE49-F238E27FC236}">
                  <ns2:creationId id="{B1D485C4-8A55-56A3-07DE-A09D502F4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6" name="正方形/長方形 465">
              <a:extLst>
                <a:ext uri="{FF2B5EF4-FFF2-40B4-BE49-F238E27FC236}">
                  <ns2:creationId id="{CD4A5580-B008-640E-F95B-C6046D3580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7" name="正方形/長方形 466">
              <a:extLst>
                <a:ext uri="{FF2B5EF4-FFF2-40B4-BE49-F238E27FC236}">
                  <ns2:creationId id="{61BFB968-595A-1CBC-DD32-369CF0FF3D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62" name="正方形/長方形 461">
            <a:extLst>
              <a:ext uri="{FF2B5EF4-FFF2-40B4-BE49-F238E27FC236}">
                <ns2:creationId id="{50BD8433-803B-30F4-A3FA-599FC422AF6F}"/>
              </a:ext>
            </a:extLst>
          </p:cNvPr>
          <p:cNvSpPr/>
          <p:nvPr/>
        </p:nvSpPr>
        <p:spPr>
          <a:xfrm>
            <a:off x="10013652" y="2975632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527" name="正方形/長方形 526">
            <a:extLst>
              <a:ext uri="{FF2B5EF4-FFF2-40B4-BE49-F238E27FC236}">
                <ns2:creationId id="{6E07C9EE-55D3-F19F-F40C-2674AAA7344F}"/>
              </a:ext>
            </a:extLst>
          </p:cNvPr>
          <p:cNvSpPr/>
          <p:nvPr/>
        </p:nvSpPr>
        <p:spPr>
          <a:xfrm>
            <a:off x="10732430" y="1628775"/>
            <a:ext cx="1124607" cy="22734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0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38" name="グループ化 1237">
            <a:extLst>
              <a:ext uri="{FF2B5EF4-FFF2-40B4-BE49-F238E27FC236}">
                <ns2:creationId id="{D809C361-7700-A583-17C6-434AB0E94941}"/>
              </a:ext>
            </a:extLst>
          </p:cNvPr>
          <p:cNvGrpSpPr/>
          <p:nvPr/>
        </p:nvGrpSpPr>
        <p:grpSpPr>
          <a:xfrm>
            <a:off x="6108880" y="3164230"/>
            <a:ext cx="5748160" cy="3144495"/>
            <a:chOff x="6108880" y="3164230"/>
            <a:chExt cx="5748160" cy="3144495"/>
          </a:xfrm>
        </p:grpSpPr>
        <p:sp>
          <p:nvSpPr>
            <p:cNvPr id="469" name="正方形/長方形 468">
              <a:extLst>
                <a:ext uri="{FF2B5EF4-FFF2-40B4-BE49-F238E27FC236}">
                  <ns2:creationId id="{A86B6679-0F3A-F391-368D-A02A7BADAFB1}"/>
                </a:ext>
              </a:extLst>
            </p:cNvPr>
            <p:cNvSpPr/>
            <p:nvPr/>
          </p:nvSpPr>
          <p:spPr>
            <a:xfrm>
              <a:off x="6108880" y="3435398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6F81E122-079D-4903-37BD-5A965008AF3C}"/>
                </a:ext>
              </a:extLst>
            </p:cNvPr>
            <p:cNvSpPr/>
            <p:nvPr/>
          </p:nvSpPr>
          <p:spPr>
            <a:xfrm>
              <a:off x="6108880" y="357940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2" name="正方形/長方形 471">
              <a:extLst>
                <a:ext uri="{FF2B5EF4-FFF2-40B4-BE49-F238E27FC236}">
                  <ns2:creationId id="{92BA2368-629C-37B0-3D62-00D602DEF267}"/>
                </a:ext>
              </a:extLst>
            </p:cNvPr>
            <p:cNvSpPr/>
            <p:nvPr/>
          </p:nvSpPr>
          <p:spPr>
            <a:xfrm>
              <a:off x="6108880" y="372341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3" name="正方形/長方形 472">
              <a:extLst>
                <a:ext uri="{FF2B5EF4-FFF2-40B4-BE49-F238E27FC236}">
                  <ns2:creationId id="{5A18DDEC-F539-1972-64E9-7CADF6884C10}"/>
                </a:ext>
              </a:extLst>
            </p:cNvPr>
            <p:cNvSpPr/>
            <p:nvPr/>
          </p:nvSpPr>
          <p:spPr>
            <a:xfrm>
              <a:off x="6108880" y="386742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E048C6CC-6F64-13E2-C7F6-657A96329BF7}"/>
                </a:ext>
              </a:extLst>
            </p:cNvPr>
            <p:cNvSpPr/>
            <p:nvPr/>
          </p:nvSpPr>
          <p:spPr>
            <a:xfrm>
              <a:off x="6108880" y="401143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0C70F712-9EF4-A816-E311-9546C4608C2D}"/>
                </a:ext>
              </a:extLst>
            </p:cNvPr>
            <p:cNvSpPr/>
            <p:nvPr/>
          </p:nvSpPr>
          <p:spPr>
            <a:xfrm>
              <a:off x="6108880" y="415544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AB40C517-27EA-8472-B2D2-0592D7E857E8}"/>
                </a:ext>
              </a:extLst>
            </p:cNvPr>
            <p:cNvSpPr/>
            <p:nvPr/>
          </p:nvSpPr>
          <p:spPr>
            <a:xfrm>
              <a:off x="6108880" y="429945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7B0F509C-910B-8CF8-B4D9-81E7ADF69B5E}"/>
                </a:ext>
              </a:extLst>
            </p:cNvPr>
            <p:cNvSpPr/>
            <p:nvPr/>
          </p:nvSpPr>
          <p:spPr>
            <a:xfrm>
              <a:off x="6108880" y="444346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732B2B5-BE15-446A-702C-D20916DE7D74}"/>
                </a:ext>
              </a:extLst>
            </p:cNvPr>
            <p:cNvSpPr/>
            <p:nvPr/>
          </p:nvSpPr>
          <p:spPr>
            <a:xfrm>
              <a:off x="6108880" y="458747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7DAAC6B4-CE00-E8D2-9F69-E006B61938F9}"/>
                </a:ext>
              </a:extLst>
            </p:cNvPr>
            <p:cNvSpPr/>
            <p:nvPr/>
          </p:nvSpPr>
          <p:spPr>
            <a:xfrm>
              <a:off x="6108880" y="4731479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1F5FCB8A-AB1C-8352-8B46-2BF61BA3CC37}"/>
                </a:ext>
              </a:extLst>
            </p:cNvPr>
            <p:cNvSpPr/>
            <p:nvPr/>
          </p:nvSpPr>
          <p:spPr>
            <a:xfrm>
              <a:off x="6108880" y="4875488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F3828164-C6C9-4159-5EE1-36358A868FC4}"/>
                </a:ext>
              </a:extLst>
            </p:cNvPr>
            <p:cNvSpPr/>
            <p:nvPr/>
          </p:nvSpPr>
          <p:spPr>
            <a:xfrm>
              <a:off x="6108880" y="501949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689B67F9-5900-9C85-305E-AFA95F6AB029}"/>
                </a:ext>
              </a:extLst>
            </p:cNvPr>
            <p:cNvSpPr/>
            <p:nvPr/>
          </p:nvSpPr>
          <p:spPr>
            <a:xfrm>
              <a:off x="6108880" y="516350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7210456F-549D-5FB7-3C77-52FD200B329C}"/>
                </a:ext>
              </a:extLst>
            </p:cNvPr>
            <p:cNvSpPr/>
            <p:nvPr/>
          </p:nvSpPr>
          <p:spPr>
            <a:xfrm>
              <a:off x="6108880" y="530751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9" name="正方形/長方形 488">
              <a:extLst>
                <a:ext uri="{FF2B5EF4-FFF2-40B4-BE49-F238E27FC236}">
                  <ns2:creationId id="{7A857545-18F5-41CB-30FF-851990FD0545}"/>
                </a:ext>
              </a:extLst>
            </p:cNvPr>
            <p:cNvSpPr/>
            <p:nvPr/>
          </p:nvSpPr>
          <p:spPr>
            <a:xfrm>
              <a:off x="6108880" y="545152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0" name="正方形/長方形 489">
              <a:extLst>
                <a:ext uri="{FF2B5EF4-FFF2-40B4-BE49-F238E27FC236}">
                  <ns2:creationId id="{0472F3C6-AAA5-C958-AE1A-26134DFEEF01}"/>
                </a:ext>
              </a:extLst>
            </p:cNvPr>
            <p:cNvSpPr/>
            <p:nvPr/>
          </p:nvSpPr>
          <p:spPr>
            <a:xfrm>
              <a:off x="6108880" y="559553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012B1AD0-5F16-53B9-4039-98CE51EF287B}"/>
                </a:ext>
              </a:extLst>
            </p:cNvPr>
            <p:cNvSpPr/>
            <p:nvPr/>
          </p:nvSpPr>
          <p:spPr>
            <a:xfrm>
              <a:off x="6108880" y="573954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2" name="正方形/長方形 491">
              <a:extLst>
                <a:ext uri="{FF2B5EF4-FFF2-40B4-BE49-F238E27FC236}">
                  <ns2:creationId id="{03DD87E7-8795-001F-BED0-FEBB615479EB}"/>
                </a:ext>
              </a:extLst>
            </p:cNvPr>
            <p:cNvSpPr/>
            <p:nvPr/>
          </p:nvSpPr>
          <p:spPr>
            <a:xfrm>
              <a:off x="6108880" y="588355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A478CC84-E1DF-1B61-67DB-6506DA791E15}"/>
                </a:ext>
              </a:extLst>
            </p:cNvPr>
            <p:cNvSpPr/>
            <p:nvPr/>
          </p:nvSpPr>
          <p:spPr>
            <a:xfrm>
              <a:off x="6108880" y="602756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B8F9D20C-E50D-A629-220E-77FEE1A973E3}"/>
                </a:ext>
              </a:extLst>
            </p:cNvPr>
            <p:cNvSpPr/>
            <p:nvPr/>
          </p:nvSpPr>
          <p:spPr>
            <a:xfrm>
              <a:off x="6108880" y="617156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0548FDFC-1825-AE1A-35B2-884217C14859}"/>
                </a:ext>
              </a:extLst>
            </p:cNvPr>
            <p:cNvSpPr/>
            <p:nvPr/>
          </p:nvSpPr>
          <p:spPr>
            <a:xfrm>
              <a:off x="6962776" y="3164230"/>
              <a:ext cx="1033461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6" name="正方形/長方形 495">
              <a:extLst>
                <a:ext uri="{FF2B5EF4-FFF2-40B4-BE49-F238E27FC236}">
                  <ns2:creationId id="{992CDDC3-53A6-BF00-F085-A621BA9A3824}"/>
                </a:ext>
              </a:extLst>
            </p:cNvPr>
            <p:cNvSpPr/>
            <p:nvPr/>
          </p:nvSpPr>
          <p:spPr>
            <a:xfrm>
              <a:off x="695839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7" name="正方形/長方形 496">
              <a:extLst>
                <a:ext uri="{FF2B5EF4-FFF2-40B4-BE49-F238E27FC236}">
                  <ns2:creationId id="{24420F06-CC5E-C028-4A47-74721E56BE1D}"/>
                </a:ext>
              </a:extLst>
            </p:cNvPr>
            <p:cNvSpPr/>
            <p:nvPr/>
          </p:nvSpPr>
          <p:spPr>
            <a:xfrm>
              <a:off x="730989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8" name="正方形/長方形 497">
              <a:extLst>
                <a:ext uri="{FF2B5EF4-FFF2-40B4-BE49-F238E27FC236}">
                  <ns2:creationId id="{FE9615A8-B35E-8FD3-668A-0AD925450D32}"/>
                </a:ext>
              </a:extLst>
            </p:cNvPr>
            <p:cNvSpPr/>
            <p:nvPr/>
          </p:nvSpPr>
          <p:spPr>
            <a:xfrm>
              <a:off x="766138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19F789DF-A431-9DB0-1252-EAD32C5200BA}"/>
                </a:ext>
              </a:extLst>
            </p:cNvPr>
            <p:cNvSpPr/>
            <p:nvPr/>
          </p:nvSpPr>
          <p:spPr>
            <a:xfrm>
              <a:off x="801288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0" name="正方形/長方形 499">
              <a:extLst>
                <a:ext uri="{FF2B5EF4-FFF2-40B4-BE49-F238E27FC236}">
                  <ns2:creationId id="{B40462AE-FC0E-867D-8B12-762C83EDF7A7}"/>
                </a:ext>
              </a:extLst>
            </p:cNvPr>
            <p:cNvSpPr/>
            <p:nvPr/>
          </p:nvSpPr>
          <p:spPr>
            <a:xfrm>
              <a:off x="8364381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1" name="正方形/長方形 500">
              <a:extLst>
                <a:ext uri="{FF2B5EF4-FFF2-40B4-BE49-F238E27FC236}">
                  <ns2:creationId id="{5915E587-AA04-C8F0-E0E8-C68D1663C7A5}"/>
                </a:ext>
              </a:extLst>
            </p:cNvPr>
            <p:cNvSpPr/>
            <p:nvPr/>
          </p:nvSpPr>
          <p:spPr>
            <a:xfrm>
              <a:off x="8715878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2" name="正方形/長方形 501">
              <a:extLst>
                <a:ext uri="{FF2B5EF4-FFF2-40B4-BE49-F238E27FC236}">
                  <ns2:creationId id="{F24EBDFA-F22A-BF33-2C0E-9EE264EAA0DB}"/>
                </a:ext>
              </a:extLst>
            </p:cNvPr>
            <p:cNvSpPr/>
            <p:nvPr/>
          </p:nvSpPr>
          <p:spPr>
            <a:xfrm>
              <a:off x="9067375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D991D838-28D0-12BF-A43F-C3E4C5294518}"/>
                </a:ext>
              </a:extLst>
            </p:cNvPr>
            <p:cNvSpPr/>
            <p:nvPr/>
          </p:nvSpPr>
          <p:spPr>
            <a:xfrm>
              <a:off x="9418872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4" name="正方形/長方形 503">
              <a:extLst>
                <a:ext uri="{FF2B5EF4-FFF2-40B4-BE49-F238E27FC236}">
                  <ns2:creationId id="{46263916-D6B3-306E-2F2E-29F16C7EA2D0}"/>
                </a:ext>
              </a:extLst>
            </p:cNvPr>
            <p:cNvSpPr/>
            <p:nvPr/>
          </p:nvSpPr>
          <p:spPr>
            <a:xfrm>
              <a:off x="9770369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EF30B646-F579-09A3-C041-7CF6A9367E7C}"/>
                </a:ext>
              </a:extLst>
            </p:cNvPr>
            <p:cNvSpPr/>
            <p:nvPr/>
          </p:nvSpPr>
          <p:spPr>
            <a:xfrm>
              <a:off x="10121866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6" name="正方形/長方形 505">
              <a:extLst>
                <a:ext uri="{FF2B5EF4-FFF2-40B4-BE49-F238E27FC236}">
                  <ns2:creationId id="{4DACA326-C2FA-BCC8-289C-D18024D26B84}"/>
                </a:ext>
              </a:extLst>
            </p:cNvPr>
            <p:cNvSpPr/>
            <p:nvPr/>
          </p:nvSpPr>
          <p:spPr>
            <a:xfrm>
              <a:off x="1047336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6DC8AF62-0848-3866-4A98-1D5156FE333C}"/>
                </a:ext>
              </a:extLst>
            </p:cNvPr>
            <p:cNvSpPr/>
            <p:nvPr/>
          </p:nvSpPr>
          <p:spPr>
            <a:xfrm>
              <a:off x="1082486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8" name="正方形/長方形 507">
              <a:extLst>
                <a:ext uri="{FF2B5EF4-FFF2-40B4-BE49-F238E27FC236}">
                  <ns2:creationId id="{4402802B-980C-6BAA-D034-453BF1F04CFD}"/>
                </a:ext>
              </a:extLst>
            </p:cNvPr>
            <p:cNvSpPr/>
            <p:nvPr/>
          </p:nvSpPr>
          <p:spPr>
            <a:xfrm>
              <a:off x="1117635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9" name="正方形/長方形 508">
              <a:extLst>
                <a:ext uri="{FF2B5EF4-FFF2-40B4-BE49-F238E27FC236}">
                  <ns2:creationId id="{E5BFC868-8174-9751-1939-4CA58CB72358}"/>
                </a:ext>
              </a:extLst>
            </p:cNvPr>
            <p:cNvSpPr/>
            <p:nvPr/>
          </p:nvSpPr>
          <p:spPr>
            <a:xfrm>
              <a:off x="1152785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D19376FC-BB2E-B595-EFBE-9FF82A2C37DF}"/>
                </a:ext>
              </a:extLst>
            </p:cNvPr>
            <p:cNvSpPr/>
            <p:nvPr/>
          </p:nvSpPr>
          <p:spPr>
            <a:xfrm>
              <a:off x="8015289" y="3164230"/>
              <a:ext cx="676273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2" name="正方形/長方形 511">
              <a:extLst>
                <a:ext uri="{FF2B5EF4-FFF2-40B4-BE49-F238E27FC236}">
                  <ns2:creationId id="{F8457AC6-FB1F-026C-0D92-41A457A373B0}"/>
                </a:ext>
              </a:extLst>
            </p:cNvPr>
            <p:cNvSpPr/>
            <p:nvPr/>
          </p:nvSpPr>
          <p:spPr>
            <a:xfrm>
              <a:off x="8710614" y="3164230"/>
              <a:ext cx="685798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3" name="正方形/長方形 512">
              <a:extLst>
                <a:ext uri="{FF2B5EF4-FFF2-40B4-BE49-F238E27FC236}">
                  <ns2:creationId id="{1411F152-3E50-F731-F7AC-FC6CD1276953}"/>
                </a:ext>
              </a:extLst>
            </p:cNvPr>
            <p:cNvSpPr/>
            <p:nvPr/>
          </p:nvSpPr>
          <p:spPr>
            <a:xfrm>
              <a:off x="9420227" y="3164230"/>
              <a:ext cx="1031080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5E0E1396-63EE-90CD-0ED1-5A2F53B22753}"/>
                </a:ext>
              </a:extLst>
            </p:cNvPr>
            <p:cNvSpPr/>
            <p:nvPr/>
          </p:nvSpPr>
          <p:spPr>
            <a:xfrm>
              <a:off x="10472739" y="3164230"/>
              <a:ext cx="678655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796C3CDF-3E6C-4C16-7F25-B676BFCC58A3}"/>
                </a:ext>
              </a:extLst>
            </p:cNvPr>
            <p:cNvSpPr/>
            <p:nvPr/>
          </p:nvSpPr>
          <p:spPr>
            <a:xfrm>
              <a:off x="11172826" y="3164230"/>
              <a:ext cx="684214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7" name="正方形/長方形 516">
              <a:extLst>
                <a:ext uri="{FF2B5EF4-FFF2-40B4-BE49-F238E27FC236}">
                  <ns2:creationId id="{510BB9B1-56A0-2931-2071-8A747276BF1E}"/>
                </a:ext>
              </a:extLst>
            </p:cNvPr>
            <p:cNvSpPr/>
            <p:nvPr/>
          </p:nvSpPr>
          <p:spPr>
            <a:xfrm>
              <a:off x="696711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8" name="正方形/長方形 517">
              <a:extLst>
                <a:ext uri="{FF2B5EF4-FFF2-40B4-BE49-F238E27FC236}">
                  <ns2:creationId id="{1EC5BFE4-E2C1-BD2D-AEB8-F54A025149DC}"/>
                </a:ext>
              </a:extLst>
            </p:cNvPr>
            <p:cNvSpPr/>
            <p:nvPr/>
          </p:nvSpPr>
          <p:spPr>
            <a:xfrm>
              <a:off x="942199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54B17286-E9AF-D1D7-7FDD-C031C98B4C60}"/>
                </a:ext>
              </a:extLst>
            </p:cNvPr>
            <p:cNvSpPr/>
            <p:nvPr/>
          </p:nvSpPr>
          <p:spPr>
            <a:xfrm>
              <a:off x="696711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9A95347C-D974-87C3-5FED-72712C4B7CB7}"/>
                </a:ext>
              </a:extLst>
            </p:cNvPr>
            <p:cNvSpPr/>
            <p:nvPr/>
          </p:nvSpPr>
          <p:spPr>
            <a:xfrm>
              <a:off x="942199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1" name="正方形/長方形 520">
              <a:extLst>
                <a:ext uri="{FF2B5EF4-FFF2-40B4-BE49-F238E27FC236}">
                  <ns2:creationId id="{739B93F7-83F3-3F63-36F9-E632045CD4C7}"/>
                </a:ext>
              </a:extLst>
            </p:cNvPr>
            <p:cNvSpPr/>
            <p:nvPr/>
          </p:nvSpPr>
          <p:spPr>
            <a:xfrm>
              <a:off x="696711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2" name="正方形/長方形 521">
              <a:extLst>
                <a:ext uri="{FF2B5EF4-FFF2-40B4-BE49-F238E27FC236}">
                  <ns2:creationId id="{D927DC71-6031-2539-BB5B-4FCD350C7807}"/>
                </a:ext>
              </a:extLst>
            </p:cNvPr>
            <p:cNvSpPr/>
            <p:nvPr/>
          </p:nvSpPr>
          <p:spPr>
            <a:xfrm>
              <a:off x="942199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3" name="正方形/長方形 522">
              <a:extLst>
                <a:ext uri="{FF2B5EF4-FFF2-40B4-BE49-F238E27FC236}">
                  <ns2:creationId id="{CE85073C-FA86-8EFB-4C5C-EC38AEDA240D}"/>
                </a:ext>
              </a:extLst>
            </p:cNvPr>
            <p:cNvSpPr/>
            <p:nvPr/>
          </p:nvSpPr>
          <p:spPr>
            <a:xfrm>
              <a:off x="696711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4" name="正方形/長方形 523">
              <a:extLst>
                <a:ext uri="{FF2B5EF4-FFF2-40B4-BE49-F238E27FC236}">
                  <ns2:creationId id="{A6385AC1-FB45-7EAD-9A5B-000DFD1EACD6}"/>
                </a:ext>
              </a:extLst>
            </p:cNvPr>
            <p:cNvSpPr/>
            <p:nvPr/>
          </p:nvSpPr>
          <p:spPr>
            <a:xfrm>
              <a:off x="942199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5" name="正方形/長方形 524">
              <a:extLst>
                <a:ext uri="{FF2B5EF4-FFF2-40B4-BE49-F238E27FC236}">
                  <ns2:creationId id="{687B4783-459A-BD31-4F2C-014E7C709A21}"/>
                </a:ext>
              </a:extLst>
            </p:cNvPr>
            <p:cNvSpPr/>
            <p:nvPr/>
          </p:nvSpPr>
          <p:spPr>
            <a:xfrm>
              <a:off x="696711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6" name="正方形/長方形 525">
              <a:extLst>
                <a:ext uri="{FF2B5EF4-FFF2-40B4-BE49-F238E27FC236}">
                  <ns2:creationId id="{DC781C2A-69F5-CBA8-81D7-4118A49D09E6}"/>
                </a:ext>
              </a:extLst>
            </p:cNvPr>
            <p:cNvSpPr/>
            <p:nvPr/>
          </p:nvSpPr>
          <p:spPr>
            <a:xfrm>
              <a:off x="942199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189384D-AB9D-D43A-E0B4-259C79975300}"/>
                </a:ext>
              </a:extLst>
            </p:cNvPr>
            <p:cNvSpPr/>
            <p:nvPr/>
          </p:nvSpPr>
          <p:spPr>
            <a:xfrm>
              <a:off x="11527855" y="357940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3DA7CC8-D2FA-15A0-CF99-F1BF9B4766A6}"/>
                </a:ext>
              </a:extLst>
            </p:cNvPr>
            <p:cNvSpPr/>
            <p:nvPr/>
          </p:nvSpPr>
          <p:spPr>
            <a:xfrm>
              <a:off x="11527855" y="372341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FD9130C4-299D-76CC-6DD1-02627DB68A45}"/>
                </a:ext>
              </a:extLst>
            </p:cNvPr>
            <p:cNvSpPr/>
            <p:nvPr/>
          </p:nvSpPr>
          <p:spPr>
            <a:xfrm>
              <a:off x="11527855" y="386742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0" name="正方形/長方形 529">
              <a:extLst>
                <a:ext uri="{FF2B5EF4-FFF2-40B4-BE49-F238E27FC236}">
                  <ns2:creationId id="{D1DB8D3C-EE38-8BE0-59DD-CA245D87CB2B}"/>
                </a:ext>
              </a:extLst>
            </p:cNvPr>
            <p:cNvSpPr/>
            <p:nvPr/>
          </p:nvSpPr>
          <p:spPr>
            <a:xfrm>
              <a:off x="11527853" y="501949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5" name="正方形/長方形 544">
              <a:extLst>
                <a:ext uri="{FF2B5EF4-FFF2-40B4-BE49-F238E27FC236}">
                  <ns2:creationId id="{2F745631-A482-9076-72C3-4D525594DF4A}"/>
                </a:ext>
              </a:extLst>
            </p:cNvPr>
            <p:cNvSpPr/>
            <p:nvPr/>
          </p:nvSpPr>
          <p:spPr>
            <a:xfrm>
              <a:off x="11527853" y="516350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A14F0E56-934E-04FE-042D-7D96D0EE140C}"/>
                </a:ext>
              </a:extLst>
            </p:cNvPr>
            <p:cNvSpPr/>
            <p:nvPr/>
          </p:nvSpPr>
          <p:spPr>
            <a:xfrm>
              <a:off x="11527853" y="530751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5" name="正方形/長方形 574">
              <a:extLst>
                <a:ext uri="{FF2B5EF4-FFF2-40B4-BE49-F238E27FC236}">
                  <ns2:creationId id="{B78AF39E-929C-2573-F3CC-63A81E2CB98C}"/>
                </a:ext>
              </a:extLst>
            </p:cNvPr>
            <p:cNvSpPr/>
            <p:nvPr/>
          </p:nvSpPr>
          <p:spPr>
            <a:xfrm>
              <a:off x="11527853" y="559553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ns2:creationId id="{4BD4C5AB-3A4A-20A1-4D9F-BB89BEAF2CE7}"/>
                </a:ext>
              </a:extLst>
            </p:cNvPr>
            <p:cNvSpPr/>
            <p:nvPr/>
          </p:nvSpPr>
          <p:spPr>
            <a:xfrm>
              <a:off x="11527853" y="573954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5" name="正方形/長方形 604">
              <a:extLst>
                <a:ext uri="{FF2B5EF4-FFF2-40B4-BE49-F238E27FC236}">
                  <ns2:creationId id="{EF8B44D6-88C1-D289-8F66-12710911EF2D}"/>
                </a:ext>
              </a:extLst>
            </p:cNvPr>
            <p:cNvSpPr/>
            <p:nvPr/>
          </p:nvSpPr>
          <p:spPr>
            <a:xfrm>
              <a:off x="11527853" y="602756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0" name="正方形/長方形 619">
              <a:extLst>
                <a:ext uri="{FF2B5EF4-FFF2-40B4-BE49-F238E27FC236}">
                  <ns2:creationId id="{BA8B0FFF-450E-CBB5-1E14-EF391299CA0C}"/>
                </a:ext>
              </a:extLst>
            </p:cNvPr>
            <p:cNvSpPr/>
            <p:nvPr/>
          </p:nvSpPr>
          <p:spPr>
            <a:xfrm>
              <a:off x="1152785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5" name="正方形/長方形 634">
              <a:extLst>
                <a:ext uri="{FF2B5EF4-FFF2-40B4-BE49-F238E27FC236}">
                  <ns2:creationId id="{1DAF038F-9095-B7EE-FA18-24030FAEB382}"/>
                </a:ext>
              </a:extLst>
            </p:cNvPr>
            <p:cNvSpPr/>
            <p:nvPr/>
          </p:nvSpPr>
          <p:spPr>
            <a:xfrm>
              <a:off x="11527853" y="458747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0" name="正方形/長方形 649">
              <a:extLst>
                <a:ext uri="{FF2B5EF4-FFF2-40B4-BE49-F238E27FC236}">
                  <ns2:creationId id="{0E4A2623-E293-8823-93FD-3EC03463FCD6}"/>
                </a:ext>
              </a:extLst>
            </p:cNvPr>
            <p:cNvSpPr/>
            <p:nvPr/>
          </p:nvSpPr>
          <p:spPr>
            <a:xfrm>
              <a:off x="11527853" y="4731479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F8EC8833-1590-ED51-128C-E097939C5B73}"/>
                </a:ext>
              </a:extLst>
            </p:cNvPr>
            <p:cNvSpPr/>
            <p:nvPr/>
          </p:nvSpPr>
          <p:spPr>
            <a:xfrm>
              <a:off x="11527853" y="487548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0" name="正方形/長方形 679">
              <a:extLst>
                <a:ext uri="{FF2B5EF4-FFF2-40B4-BE49-F238E27FC236}">
                  <ns2:creationId id="{2E446FF5-6FCF-2B5B-5795-10FE5DAEB38B}"/>
                </a:ext>
              </a:extLst>
            </p:cNvPr>
            <p:cNvSpPr/>
            <p:nvPr/>
          </p:nvSpPr>
          <p:spPr>
            <a:xfrm>
              <a:off x="11527853" y="415544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5" name="正方形/長方形 694">
              <a:extLst>
                <a:ext uri="{FF2B5EF4-FFF2-40B4-BE49-F238E27FC236}">
                  <ns2:creationId id="{B1550056-904A-08E9-1587-F53D50BAA5F1}"/>
                </a:ext>
              </a:extLst>
            </p:cNvPr>
            <p:cNvSpPr/>
            <p:nvPr/>
          </p:nvSpPr>
          <p:spPr>
            <a:xfrm>
              <a:off x="11527853" y="429945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7" name="正方形/長方形 696">
              <a:extLst>
                <a:ext uri="{FF2B5EF4-FFF2-40B4-BE49-F238E27FC236}">
                  <ns2:creationId id="{7EAC0063-56DA-3217-B601-7ED11D59C2B6}"/>
                </a:ext>
              </a:extLst>
            </p:cNvPr>
            <p:cNvSpPr/>
            <p:nvPr/>
          </p:nvSpPr>
          <p:spPr>
            <a:xfrm>
              <a:off x="6958395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8" name="正方形/長方形 697">
              <a:extLst>
                <a:ext uri="{FF2B5EF4-FFF2-40B4-BE49-F238E27FC236}">
                  <ns2:creationId id="{D21A1D21-539F-7E20-501C-518684EA5B34}"/>
                </a:ext>
              </a:extLst>
            </p:cNvPr>
            <p:cNvSpPr/>
            <p:nvPr/>
          </p:nvSpPr>
          <p:spPr>
            <a:xfrm>
              <a:off x="7309892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9" name="正方形/長方形 698">
              <a:extLst>
                <a:ext uri="{FF2B5EF4-FFF2-40B4-BE49-F238E27FC236}">
                  <ns2:creationId id="{B029A5EC-45D4-ACB1-D7A3-F793726D2D5B}"/>
                </a:ext>
              </a:extLst>
            </p:cNvPr>
            <p:cNvSpPr/>
            <p:nvPr/>
          </p:nvSpPr>
          <p:spPr>
            <a:xfrm>
              <a:off x="7661389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0" name="正方形/長方形 699">
              <a:extLst>
                <a:ext uri="{FF2B5EF4-FFF2-40B4-BE49-F238E27FC236}">
                  <ns2:creationId id="{B4112F7A-E81E-331D-4648-F38DA3BCFBEB}"/>
                </a:ext>
              </a:extLst>
            </p:cNvPr>
            <p:cNvSpPr/>
            <p:nvPr/>
          </p:nvSpPr>
          <p:spPr>
            <a:xfrm>
              <a:off x="801288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1" name="正方形/長方形 700">
              <a:extLst>
                <a:ext uri="{FF2B5EF4-FFF2-40B4-BE49-F238E27FC236}">
                  <ns2:creationId id="{BBA26A5A-1427-F0C3-6824-DDAB6DC235ED}"/>
                </a:ext>
              </a:extLst>
            </p:cNvPr>
            <p:cNvSpPr/>
            <p:nvPr/>
          </p:nvSpPr>
          <p:spPr>
            <a:xfrm>
              <a:off x="8364383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2" name="正方形/長方形 701">
              <a:extLst>
                <a:ext uri="{FF2B5EF4-FFF2-40B4-BE49-F238E27FC236}">
                  <ns2:creationId id="{1ABC8CC6-611F-2324-9BFF-C44185A225A3}"/>
                </a:ext>
              </a:extLst>
            </p:cNvPr>
            <p:cNvSpPr/>
            <p:nvPr/>
          </p:nvSpPr>
          <p:spPr>
            <a:xfrm>
              <a:off x="8715880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3" name="正方形/長方形 702">
              <a:extLst>
                <a:ext uri="{FF2B5EF4-FFF2-40B4-BE49-F238E27FC236}">
                  <ns2:creationId id="{03B785EF-7670-40D8-39CE-F564B601F7C0}"/>
                </a:ext>
              </a:extLst>
            </p:cNvPr>
            <p:cNvSpPr/>
            <p:nvPr/>
          </p:nvSpPr>
          <p:spPr>
            <a:xfrm>
              <a:off x="9067377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923" name="グループ化 922">
              <a:extLst>
                <a:ext uri="{FF2B5EF4-FFF2-40B4-BE49-F238E27FC236}">
                  <ns2:creationId id="{ABA9B2F3-4790-FE95-DF23-BE3852FB6825}"/>
                </a:ext>
              </a:extLst>
            </p:cNvPr>
            <p:cNvGrpSpPr/>
            <p:nvPr/>
          </p:nvGrpSpPr>
          <p:grpSpPr>
            <a:xfrm>
              <a:off x="9418874" y="3435398"/>
              <a:ext cx="2086669" cy="137160"/>
              <a:chOff x="9418874" y="3435398"/>
              <a:chExt cx="2086669" cy="137160"/>
            </a:xfrm>
          </p:grpSpPr>
          <p:sp>
            <p:nvSpPr>
              <p:cNvPr id="704" name="正方形/長方形 703">
                <a:extLst>
                  <a:ext uri="{FF2B5EF4-FFF2-40B4-BE49-F238E27FC236}">
                    <ns2:creationId id="{B5934AC3-36AD-3964-3AFE-21C91CCF8D5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5" name="正方形/長方形 704">
                <a:extLst>
                  <a:ext uri="{FF2B5EF4-FFF2-40B4-BE49-F238E27FC236}">
                    <ns2:creationId id="{E1DDC877-7C0C-D6E4-BAA6-843FE58B431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6" name="正方形/長方形 705">
                <a:extLst>
                  <a:ext uri="{FF2B5EF4-FFF2-40B4-BE49-F238E27FC236}">
                    <ns2:creationId id="{755A1E2E-7346-80D1-46B6-5953315BEBB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7" name="正方形/長方形 706">
                <a:extLst>
                  <a:ext uri="{FF2B5EF4-FFF2-40B4-BE49-F238E27FC236}">
                    <ns2:creationId id="{8010D4B8-628B-C222-1707-C7100E535AC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8" name="正方形/長方形 707">
                <a:extLst>
                  <a:ext uri="{FF2B5EF4-FFF2-40B4-BE49-F238E27FC236}">
                    <ns2:creationId id="{887537DE-C141-8895-420C-586498ED73A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9" name="正方形/長方形 708">
                <a:extLst>
                  <a:ext uri="{FF2B5EF4-FFF2-40B4-BE49-F238E27FC236}">
                    <ns2:creationId id="{2FB064A1-0F27-2594-2446-598A3ECA016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710" name="正方形/長方形 709">
              <a:extLst>
                <a:ext uri="{FF2B5EF4-FFF2-40B4-BE49-F238E27FC236}">
                  <ns2:creationId id="{C2749B2D-C718-6327-66D7-A3EF4FD0B3AC}"/>
                </a:ext>
              </a:extLst>
            </p:cNvPr>
            <p:cNvSpPr/>
            <p:nvPr/>
          </p:nvSpPr>
          <p:spPr>
            <a:xfrm>
              <a:off x="1152785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5" name="正方形/長方形 724">
              <a:extLst>
                <a:ext uri="{FF2B5EF4-FFF2-40B4-BE49-F238E27FC236}">
                  <ns2:creationId id="{1AC28EE1-DE19-4597-94AF-AD56FE4110AF}"/>
                </a:ext>
              </a:extLst>
            </p:cNvPr>
            <p:cNvSpPr/>
            <p:nvPr/>
          </p:nvSpPr>
          <p:spPr>
            <a:xfrm>
              <a:off x="11527855" y="401143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0" name="正方形/長方形 739">
              <a:extLst>
                <a:ext uri="{FF2B5EF4-FFF2-40B4-BE49-F238E27FC236}">
                  <ns2:creationId id="{3AC7B93F-CB8D-5586-DD68-09A57B4176CB}"/>
                </a:ext>
              </a:extLst>
            </p:cNvPr>
            <p:cNvSpPr/>
            <p:nvPr/>
          </p:nvSpPr>
          <p:spPr>
            <a:xfrm>
              <a:off x="11527855" y="444346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5" name="正方形/長方形 754">
              <a:extLst>
                <a:ext uri="{FF2B5EF4-FFF2-40B4-BE49-F238E27FC236}">
                  <ns2:creationId id="{9E9347DB-2ABB-5A23-162B-CFE500F21DC7}"/>
                </a:ext>
              </a:extLst>
            </p:cNvPr>
            <p:cNvSpPr/>
            <p:nvPr/>
          </p:nvSpPr>
          <p:spPr>
            <a:xfrm>
              <a:off x="11527855" y="545152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0" name="正方形/長方形 769">
              <a:extLst>
                <a:ext uri="{FF2B5EF4-FFF2-40B4-BE49-F238E27FC236}">
                  <ns2:creationId id="{0DF3A64A-744F-6B57-E0D9-6E808CC376EA}"/>
                </a:ext>
              </a:extLst>
            </p:cNvPr>
            <p:cNvSpPr/>
            <p:nvPr/>
          </p:nvSpPr>
          <p:spPr>
            <a:xfrm>
              <a:off x="11527855" y="588355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778" name="グループ化 777">
              <a:extLst>
                <a:ext uri="{FF2B5EF4-FFF2-40B4-BE49-F238E27FC236}">
                  <ns2:creationId id="{DF085954-0CEA-38EF-B27B-83F36322C6A1}"/>
                </a:ext>
              </a:extLst>
            </p:cNvPr>
            <p:cNvGrpSpPr/>
            <p:nvPr/>
          </p:nvGrpSpPr>
          <p:grpSpPr>
            <a:xfrm>
              <a:off x="6958395" y="5451524"/>
              <a:ext cx="2438166" cy="137160"/>
              <a:chOff x="7110795" y="3587798"/>
              <a:chExt cx="2438166" cy="137160"/>
            </a:xfrm>
          </p:grpSpPr>
          <p:sp>
            <p:nvSpPr>
              <p:cNvPr id="771" name="正方形/長方形 770">
                <a:extLst>
                  <a:ext uri="{FF2B5EF4-FFF2-40B4-BE49-F238E27FC236}">
                    <ns2:creationId id="{80D96798-D436-DA00-D82E-F69F21AC4D2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4E61DDA4-B6AD-62AF-DA08-3DAD00DA13E9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251F74B2-A4C9-C9FE-B840-D504B7D4280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D7FC9B0D-E590-D549-A8A3-08754444F57B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5" name="正方形/長方形 774">
                <a:extLst>
                  <a:ext uri="{FF2B5EF4-FFF2-40B4-BE49-F238E27FC236}">
                    <ns2:creationId id="{FCE3B134-73DA-7960-E4FE-AFC433553AE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6" name="正方形/長方形 775">
                <a:extLst>
                  <a:ext uri="{FF2B5EF4-FFF2-40B4-BE49-F238E27FC236}">
                    <ns2:creationId id="{7D567411-4A97-C963-2BE3-74ED121B842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7" name="正方形/長方形 776">
                <a:extLst>
                  <a:ext uri="{FF2B5EF4-FFF2-40B4-BE49-F238E27FC236}">
                    <ns2:creationId id="{D8422C93-8C40-C3C4-094A-DB0AEBA594C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79" name="グループ化 778">
              <a:extLst>
                <a:ext uri="{FF2B5EF4-FFF2-40B4-BE49-F238E27FC236}">
                  <ns2:creationId id="{94611A05-1B80-9E05-A618-00602C643F28}"/>
                </a:ext>
              </a:extLst>
            </p:cNvPr>
            <p:cNvGrpSpPr/>
            <p:nvPr/>
          </p:nvGrpSpPr>
          <p:grpSpPr>
            <a:xfrm>
              <a:off x="6958395" y="5595533"/>
              <a:ext cx="2438166" cy="137160"/>
              <a:chOff x="7110795" y="3587798"/>
              <a:chExt cx="2438166" cy="137160"/>
            </a:xfrm>
          </p:grpSpPr>
          <p:sp>
            <p:nvSpPr>
              <p:cNvPr id="780" name="正方形/長方形 779">
                <a:extLst>
                  <a:ext uri="{FF2B5EF4-FFF2-40B4-BE49-F238E27FC236}">
                    <ns2:creationId id="{B52006AF-2A0E-4B4F-5995-EA3F7789A90A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1" name="正方形/長方形 780">
                <a:extLst>
                  <a:ext uri="{FF2B5EF4-FFF2-40B4-BE49-F238E27FC236}">
                    <ns2:creationId id="{2C6E3177-F8CF-1C05-48C2-90B0634BF66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2" name="正方形/長方形 781">
                <a:extLst>
                  <a:ext uri="{FF2B5EF4-FFF2-40B4-BE49-F238E27FC236}">
                    <ns2:creationId id="{BDBD29F5-2A8C-C484-3E6B-C0AB73601BFE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3" name="正方形/長方形 782">
                <a:extLst>
                  <a:ext uri="{FF2B5EF4-FFF2-40B4-BE49-F238E27FC236}">
                    <ns2:creationId id="{D08FC0A5-A7DA-F6E7-4961-519B3F31ABC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4" name="正方形/長方形 783">
                <a:extLst>
                  <a:ext uri="{FF2B5EF4-FFF2-40B4-BE49-F238E27FC236}">
                    <ns2:creationId id="{03D8C3D8-9E5F-6DC7-97CF-ADBC981392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5" name="正方形/長方形 784">
                <a:extLst>
                  <a:ext uri="{FF2B5EF4-FFF2-40B4-BE49-F238E27FC236}">
                    <ns2:creationId id="{DB1E8433-4461-7997-6DCD-55A33A10EC88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6" name="正方形/長方形 785">
                <a:extLst>
                  <a:ext uri="{FF2B5EF4-FFF2-40B4-BE49-F238E27FC236}">
                    <ns2:creationId id="{3DE5C148-B70D-2796-96BF-E7D9B63B5F3B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8CCE16FF-D246-FA63-DE9F-B43E57BAC0B5}"/>
                </a:ext>
              </a:extLst>
            </p:cNvPr>
            <p:cNvGrpSpPr/>
            <p:nvPr/>
          </p:nvGrpSpPr>
          <p:grpSpPr>
            <a:xfrm>
              <a:off x="6958395" y="4000548"/>
              <a:ext cx="2438166" cy="137160"/>
              <a:chOff x="7110795" y="3587798"/>
              <a:chExt cx="2438166" cy="137160"/>
            </a:xfrm>
          </p:grpSpPr>
          <p:sp>
            <p:nvSpPr>
              <p:cNvPr id="788" name="正方形/長方形 787">
                <a:extLst>
                  <a:ext uri="{FF2B5EF4-FFF2-40B4-BE49-F238E27FC236}">
                    <ns2:creationId id="{7553CFF1-0B3C-D1C4-83D2-B97B0860DA8F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9" name="正方形/長方形 788">
                <a:extLst>
                  <a:ext uri="{FF2B5EF4-FFF2-40B4-BE49-F238E27FC236}">
                    <ns2:creationId id="{6B5C15E6-D2EE-9FEA-47C3-1AF10C12C6D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0" name="正方形/長方形 789">
                <a:extLst>
                  <a:ext uri="{FF2B5EF4-FFF2-40B4-BE49-F238E27FC236}">
                    <ns2:creationId id="{7996E845-F63F-9341-DEC2-2FEA7C78808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1" name="正方形/長方形 790">
                <a:extLst>
                  <a:ext uri="{FF2B5EF4-FFF2-40B4-BE49-F238E27FC236}">
                    <ns2:creationId id="{18733E36-80A6-B049-EAF4-13AFE689ABE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ns2:creationId id="{B1A1824E-EA22-359E-A0A6-B7977CA457E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3" name="正方形/長方形 792">
                <a:extLst>
                  <a:ext uri="{FF2B5EF4-FFF2-40B4-BE49-F238E27FC236}">
                    <ns2:creationId id="{F1BC4975-C29C-CE24-4159-005BA5676E1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4" name="正方形/長方形 793">
                <a:extLst>
                  <a:ext uri="{FF2B5EF4-FFF2-40B4-BE49-F238E27FC236}">
                    <ns2:creationId id="{3A5960D8-E099-1762-50FE-DC00457861B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95" name="グループ化 794">
              <a:extLst>
                <a:ext uri="{FF2B5EF4-FFF2-40B4-BE49-F238E27FC236}">
                  <ns2:creationId id="{E45FD9FC-EFC0-22DC-9008-78700DFD0F34}"/>
                </a:ext>
              </a:extLst>
            </p:cNvPr>
            <p:cNvGrpSpPr/>
            <p:nvPr/>
          </p:nvGrpSpPr>
          <p:grpSpPr>
            <a:xfrm>
              <a:off x="6958395" y="5739542"/>
              <a:ext cx="2438166" cy="137160"/>
              <a:chOff x="7110795" y="3587798"/>
              <a:chExt cx="2438166" cy="137160"/>
            </a:xfrm>
          </p:grpSpPr>
          <p:sp>
            <p:nvSpPr>
              <p:cNvPr id="796" name="正方形/長方形 795">
                <a:extLst>
                  <a:ext uri="{FF2B5EF4-FFF2-40B4-BE49-F238E27FC236}">
                    <ns2:creationId id="{67DE176A-29F3-80CA-A99D-09E284A6941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7" name="正方形/長方形 796">
                <a:extLst>
                  <a:ext uri="{FF2B5EF4-FFF2-40B4-BE49-F238E27FC236}">
                    <ns2:creationId id="{87EC8944-9726-C6FB-BB78-3D8334218E4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8" name="正方形/長方形 797">
                <a:extLst>
                  <a:ext uri="{FF2B5EF4-FFF2-40B4-BE49-F238E27FC236}">
                    <ns2:creationId id="{331996E2-A494-C88A-6779-BDF8CBA88D7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9" name="正方形/長方形 798">
                <a:extLst>
                  <a:ext uri="{FF2B5EF4-FFF2-40B4-BE49-F238E27FC236}">
                    <ns2:creationId id="{E2734AB1-C1FD-8C59-D9E8-5EF2C1E33AD8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0" name="正方形/長方形 799">
                <a:extLst>
                  <a:ext uri="{FF2B5EF4-FFF2-40B4-BE49-F238E27FC236}">
                    <ns2:creationId id="{ECB4EB83-6472-C491-9A79-DCC13D85BA5A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1" name="正方形/長方形 800">
                <a:extLst>
                  <a:ext uri="{FF2B5EF4-FFF2-40B4-BE49-F238E27FC236}">
                    <ns2:creationId id="{BF27530A-8C3F-E17B-4CD1-D7B388FE3F4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2" name="正方形/長方形 801">
                <a:extLst>
                  <a:ext uri="{FF2B5EF4-FFF2-40B4-BE49-F238E27FC236}">
                    <ns2:creationId id="{45985DEE-1375-A88A-C0E6-27C0A468110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03" name="グループ化 802">
              <a:extLst>
                <a:ext uri="{FF2B5EF4-FFF2-40B4-BE49-F238E27FC236}">
                  <ns2:creationId id="{115A75AD-F639-AC0E-2CCB-D71AF29B872E}"/>
                </a:ext>
              </a:extLst>
            </p:cNvPr>
            <p:cNvGrpSpPr/>
            <p:nvPr/>
          </p:nvGrpSpPr>
          <p:grpSpPr>
            <a:xfrm>
              <a:off x="6958395" y="5883551"/>
              <a:ext cx="2438166" cy="137160"/>
              <a:chOff x="7110795" y="3587798"/>
              <a:chExt cx="2438166" cy="137160"/>
            </a:xfrm>
          </p:grpSpPr>
          <p:sp>
            <p:nvSpPr>
              <p:cNvPr id="804" name="正方形/長方形 803">
                <a:extLst>
                  <a:ext uri="{FF2B5EF4-FFF2-40B4-BE49-F238E27FC236}">
                    <ns2:creationId id="{6B877C49-5ABA-6E13-BBBF-8A8759E5A9BD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5" name="正方形/長方形 804">
                <a:extLst>
                  <a:ext uri="{FF2B5EF4-FFF2-40B4-BE49-F238E27FC236}">
                    <ns2:creationId id="{260EE6C3-945F-FF3C-2D26-891BC0837C3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6" name="正方形/長方形 805">
                <a:extLst>
                  <a:ext uri="{FF2B5EF4-FFF2-40B4-BE49-F238E27FC236}">
                    <ns2:creationId id="{62CC1040-FBED-8D13-427C-12E331B21698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7" name="正方形/長方形 806">
                <a:extLst>
                  <a:ext uri="{FF2B5EF4-FFF2-40B4-BE49-F238E27FC236}">
                    <ns2:creationId id="{FFFA3266-206A-4CBD-8584-036359CAD14F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8" name="正方形/長方形 807">
                <a:extLst>
                  <a:ext uri="{FF2B5EF4-FFF2-40B4-BE49-F238E27FC236}">
                    <ns2:creationId id="{263F80E3-C1A8-EC5E-C02F-58441E6DB040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9" name="正方形/長方形 808">
                <a:extLst>
                  <a:ext uri="{FF2B5EF4-FFF2-40B4-BE49-F238E27FC236}">
                    <ns2:creationId id="{94856955-9165-2062-7F81-0F8EC0BBC98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0" name="正方形/長方形 809">
                <a:extLst>
                  <a:ext uri="{FF2B5EF4-FFF2-40B4-BE49-F238E27FC236}">
                    <ns2:creationId id="{BC0600F4-7295-A99A-DD01-C5CEE72668A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11" name="グループ化 810">
              <a:extLst>
                <a:ext uri="{FF2B5EF4-FFF2-40B4-BE49-F238E27FC236}">
                  <ns2:creationId id="{8ECDE048-0EFB-8BA8-F051-B3DD75A64E7E}"/>
                </a:ext>
              </a:extLst>
            </p:cNvPr>
            <p:cNvGrpSpPr/>
            <p:nvPr/>
          </p:nvGrpSpPr>
          <p:grpSpPr>
            <a:xfrm>
              <a:off x="6958395" y="6027560"/>
              <a:ext cx="2438166" cy="137160"/>
              <a:chOff x="7110795" y="3587798"/>
              <a:chExt cx="2438166" cy="137160"/>
            </a:xfrm>
          </p:grpSpPr>
          <p:sp>
            <p:nvSpPr>
              <p:cNvPr id="812" name="正方形/長方形 811">
                <a:extLst>
                  <a:ext uri="{FF2B5EF4-FFF2-40B4-BE49-F238E27FC236}">
                    <ns2:creationId id="{E9BDC236-C658-4BED-D0DB-9E922DAB1F14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3" name="正方形/長方形 812">
                <a:extLst>
                  <a:ext uri="{FF2B5EF4-FFF2-40B4-BE49-F238E27FC236}">
                    <ns2:creationId id="{4F3D7906-4128-00BC-62C9-295255D1CAF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ns2:creationId id="{FFBC9251-09A3-56C1-3E5F-B818C6EC9B5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5" name="正方形/長方形 814">
                <a:extLst>
                  <a:ext uri="{FF2B5EF4-FFF2-40B4-BE49-F238E27FC236}">
                    <ns2:creationId id="{7677E30E-694F-F735-4166-B381D9064DF9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6" name="正方形/長方形 815">
                <a:extLst>
                  <a:ext uri="{FF2B5EF4-FFF2-40B4-BE49-F238E27FC236}">
                    <ns2:creationId id="{310C1AE3-1F0C-31DF-CBD1-6854AF755A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7" name="正方形/長方形 816">
                <a:extLst>
                  <a:ext uri="{FF2B5EF4-FFF2-40B4-BE49-F238E27FC236}">
                    <ns2:creationId id="{997B41A2-6D37-7ED8-F684-C37F2B37C39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8" name="正方形/長方形 817">
                <a:extLst>
                  <a:ext uri="{FF2B5EF4-FFF2-40B4-BE49-F238E27FC236}">
                    <ns2:creationId id="{C065ACDB-F3DC-C2E7-5540-9AA62A33964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20" name="正方形/長方形 819">
              <a:extLst>
                <a:ext uri="{FF2B5EF4-FFF2-40B4-BE49-F238E27FC236}">
                  <ns2:creationId id="{DD997BFE-F894-5318-AF50-DFC66BE98E45}"/>
                </a:ext>
              </a:extLst>
            </p:cNvPr>
            <p:cNvSpPr/>
            <p:nvPr/>
          </p:nvSpPr>
          <p:spPr>
            <a:xfrm>
              <a:off x="695839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1" name="正方形/長方形 820">
              <a:extLst>
                <a:ext uri="{FF2B5EF4-FFF2-40B4-BE49-F238E27FC236}">
                  <ns2:creationId id="{C5C09BAB-BFCF-D9C0-D1E3-A75253886F09}"/>
                </a:ext>
              </a:extLst>
            </p:cNvPr>
            <p:cNvSpPr/>
            <p:nvPr/>
          </p:nvSpPr>
          <p:spPr>
            <a:xfrm>
              <a:off x="730989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2" name="正方形/長方形 821">
              <a:extLst>
                <a:ext uri="{FF2B5EF4-FFF2-40B4-BE49-F238E27FC236}">
                  <ns2:creationId id="{9509F467-6B7D-7558-F865-908E47F5D75E}"/>
                </a:ext>
              </a:extLst>
            </p:cNvPr>
            <p:cNvSpPr/>
            <p:nvPr/>
          </p:nvSpPr>
          <p:spPr>
            <a:xfrm>
              <a:off x="766138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3" name="正方形/長方形 822">
              <a:extLst>
                <a:ext uri="{FF2B5EF4-FFF2-40B4-BE49-F238E27FC236}">
                  <ns2:creationId id="{2F146032-E530-BCCE-4BB9-F2B99FA4E9F0}"/>
                </a:ext>
              </a:extLst>
            </p:cNvPr>
            <p:cNvSpPr/>
            <p:nvPr/>
          </p:nvSpPr>
          <p:spPr>
            <a:xfrm>
              <a:off x="8012886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4" name="正方形/長方形 823">
              <a:extLst>
                <a:ext uri="{FF2B5EF4-FFF2-40B4-BE49-F238E27FC236}">
                  <ns2:creationId id="{A5D516F3-499C-7B1F-836C-938EDA69738D}"/>
                </a:ext>
              </a:extLst>
            </p:cNvPr>
            <p:cNvSpPr/>
            <p:nvPr/>
          </p:nvSpPr>
          <p:spPr>
            <a:xfrm>
              <a:off x="836438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5" name="正方形/長方形 824">
              <a:extLst>
                <a:ext uri="{FF2B5EF4-FFF2-40B4-BE49-F238E27FC236}">
                  <ns2:creationId id="{C389D742-C8E6-732C-2134-ECA9CE5DCD8B}"/>
                </a:ext>
              </a:extLst>
            </p:cNvPr>
            <p:cNvSpPr/>
            <p:nvPr/>
          </p:nvSpPr>
          <p:spPr>
            <a:xfrm>
              <a:off x="8715880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6" name="正方形/長方形 825">
              <a:extLst>
                <a:ext uri="{FF2B5EF4-FFF2-40B4-BE49-F238E27FC236}">
                  <ns2:creationId id="{F975E4E1-BA3A-DF11-B4B3-A04042C9B1C9}"/>
                </a:ext>
              </a:extLst>
            </p:cNvPr>
            <p:cNvSpPr/>
            <p:nvPr/>
          </p:nvSpPr>
          <p:spPr>
            <a:xfrm>
              <a:off x="9067377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27" name="グループ化 826">
              <a:extLst>
                <a:ext uri="{FF2B5EF4-FFF2-40B4-BE49-F238E27FC236}">
                  <ns2:creationId id="{63E135EF-F271-5D73-C93B-D8B859E1567A}"/>
                </a:ext>
              </a:extLst>
            </p:cNvPr>
            <p:cNvGrpSpPr/>
            <p:nvPr/>
          </p:nvGrpSpPr>
          <p:grpSpPr>
            <a:xfrm>
              <a:off x="6958395" y="4587470"/>
              <a:ext cx="2438166" cy="137160"/>
              <a:chOff x="7110795" y="3587798"/>
              <a:chExt cx="2438166" cy="137160"/>
            </a:xfrm>
          </p:grpSpPr>
          <p:sp>
            <p:nvSpPr>
              <p:cNvPr id="828" name="正方形/長方形 827">
                <a:extLst>
                  <a:ext uri="{FF2B5EF4-FFF2-40B4-BE49-F238E27FC236}">
                    <ns2:creationId id="{EBE810FD-B425-8078-6F4E-A2A09F84AB1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FE56FF18-07E5-B8B2-00B0-92C0F50C2D4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0ED3A354-3CE5-268B-F555-F99500BC5FA5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B4EEBDEB-910C-BB43-80B9-E45C69E0C065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412497A4-07A6-3AA2-074B-544FDCDEBA8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0B81C6E1-E251-7AD7-8161-5829B9C97B6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2C0C74-9EDD-6ADA-15A1-D55A1692F85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35" name="グループ化 834">
              <a:extLst>
                <a:ext uri="{FF2B5EF4-FFF2-40B4-BE49-F238E27FC236}">
                  <ns2:creationId id="{85ADF573-4B0A-2A65-1834-6DE18B84311A}"/>
                </a:ext>
              </a:extLst>
            </p:cNvPr>
            <p:cNvGrpSpPr/>
            <p:nvPr/>
          </p:nvGrpSpPr>
          <p:grpSpPr>
            <a:xfrm>
              <a:off x="6958395" y="4731479"/>
              <a:ext cx="2438166" cy="137160"/>
              <a:chOff x="7110795" y="3587798"/>
              <a:chExt cx="2438166" cy="137160"/>
            </a:xfrm>
          </p:grpSpPr>
          <p:sp>
            <p:nvSpPr>
              <p:cNvPr id="836" name="正方形/長方形 835">
                <a:extLst>
                  <a:ext uri="{FF2B5EF4-FFF2-40B4-BE49-F238E27FC236}">
                    <ns2:creationId id="{E1BEF3BB-A2C3-F0F5-1E7C-8300EFA2C143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7" name="正方形/長方形 836">
                <a:extLst>
                  <a:ext uri="{FF2B5EF4-FFF2-40B4-BE49-F238E27FC236}">
                    <ns2:creationId id="{5FCDEE9D-9C72-AD8B-20D0-8F04423F37B6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8" name="正方形/長方形 837">
                <a:extLst>
                  <a:ext uri="{FF2B5EF4-FFF2-40B4-BE49-F238E27FC236}">
                    <ns2:creationId id="{7C05311D-2764-8A28-C704-BBFDFF4C093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9" name="正方形/長方形 838">
                <a:extLst>
                  <a:ext uri="{FF2B5EF4-FFF2-40B4-BE49-F238E27FC236}">
                    <ns2:creationId id="{E2EF72B4-7FBA-BD3C-51AA-F2AEEA6650F2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0" name="正方形/長方形 839">
                <a:extLst>
                  <a:ext uri="{FF2B5EF4-FFF2-40B4-BE49-F238E27FC236}">
                    <ns2:creationId id="{91C360AD-83EB-EBA3-0E17-4F65772B819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1" name="正方形/長方形 840">
                <a:extLst>
                  <a:ext uri="{FF2B5EF4-FFF2-40B4-BE49-F238E27FC236}">
                    <ns2:creationId id="{5F5F7225-E4E3-9CCB-49C9-0508FE542D2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2" name="正方形/長方形 841">
                <a:extLst>
                  <a:ext uri="{FF2B5EF4-FFF2-40B4-BE49-F238E27FC236}">
                    <ns2:creationId id="{1BF498D9-CE26-EE53-D801-8E155230930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43" name="グループ化 842">
              <a:extLst>
                <a:ext uri="{FF2B5EF4-FFF2-40B4-BE49-F238E27FC236}">
                  <ns2:creationId id="{D392223C-04E0-45E5-4ED3-F04B03452E13}"/>
                </a:ext>
              </a:extLst>
            </p:cNvPr>
            <p:cNvGrpSpPr/>
            <p:nvPr/>
          </p:nvGrpSpPr>
          <p:grpSpPr>
            <a:xfrm>
              <a:off x="6958395" y="4875488"/>
              <a:ext cx="2438166" cy="137160"/>
              <a:chOff x="7110795" y="3587798"/>
              <a:chExt cx="2438166" cy="137160"/>
            </a:xfrm>
          </p:grpSpPr>
          <p:sp>
            <p:nvSpPr>
              <p:cNvPr id="844" name="正方形/長方形 843">
                <a:extLst>
                  <a:ext uri="{FF2B5EF4-FFF2-40B4-BE49-F238E27FC236}">
                    <ns2:creationId id="{D0057C97-7EEC-223E-0BC1-F3D921BE993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5" name="正方形/長方形 844">
                <a:extLst>
                  <a:ext uri="{FF2B5EF4-FFF2-40B4-BE49-F238E27FC236}">
                    <ns2:creationId id="{C7E93BE3-E595-2E82-9281-8DFC2EE8638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6" name="正方形/長方形 845">
                <a:extLst>
                  <a:ext uri="{FF2B5EF4-FFF2-40B4-BE49-F238E27FC236}">
                    <ns2:creationId id="{D9457CCB-C243-CA01-303A-57208488E16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7" name="正方形/長方形 846">
                <a:extLst>
                  <a:ext uri="{FF2B5EF4-FFF2-40B4-BE49-F238E27FC236}">
                    <ns2:creationId id="{F5B79CB8-4ABA-1CD3-CFE1-D727ACCFE7F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8" name="正方形/長方形 847">
                <a:extLst>
                  <a:ext uri="{FF2B5EF4-FFF2-40B4-BE49-F238E27FC236}">
                    <ns2:creationId id="{5D2F2D5F-833F-CEBB-CC33-93CCF2DD0B4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9" name="正方形/長方形 848">
                <a:extLst>
                  <a:ext uri="{FF2B5EF4-FFF2-40B4-BE49-F238E27FC236}">
                    <ns2:creationId id="{7CAF45FE-AF25-6314-E6BF-AF1F00D04CD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0" name="正方形/長方形 849">
                <a:extLst>
                  <a:ext uri="{FF2B5EF4-FFF2-40B4-BE49-F238E27FC236}">
                    <ns2:creationId id="{A24A1AC0-9CAF-44AA-1539-CB64DAB691ED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1" name="グループ化 850">
              <a:extLst>
                <a:ext uri="{FF2B5EF4-FFF2-40B4-BE49-F238E27FC236}">
                  <ns2:creationId id="{A8828797-7C72-0204-3982-00E14EE02E65}"/>
                </a:ext>
              </a:extLst>
            </p:cNvPr>
            <p:cNvGrpSpPr/>
            <p:nvPr/>
          </p:nvGrpSpPr>
          <p:grpSpPr>
            <a:xfrm>
              <a:off x="6958395" y="5019497"/>
              <a:ext cx="2438166" cy="137160"/>
              <a:chOff x="7110795" y="3587798"/>
              <a:chExt cx="2438166" cy="137160"/>
            </a:xfrm>
          </p:grpSpPr>
          <p:sp>
            <p:nvSpPr>
              <p:cNvPr id="852" name="正方形/長方形 851">
                <a:extLst>
                  <a:ext uri="{FF2B5EF4-FFF2-40B4-BE49-F238E27FC236}">
                    <ns2:creationId id="{50D28FB1-C4EF-3969-AE56-24FF721A4F3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3" name="正方形/長方形 852">
                <a:extLst>
                  <a:ext uri="{FF2B5EF4-FFF2-40B4-BE49-F238E27FC236}">
                    <ns2:creationId id="{FA99F1C3-A653-26AF-5DC7-D77AE82307A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4" name="正方形/長方形 853">
                <a:extLst>
                  <a:ext uri="{FF2B5EF4-FFF2-40B4-BE49-F238E27FC236}">
                    <ns2:creationId id="{5783D04A-ED90-1DBA-3FA0-6475F75C691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5" name="正方形/長方形 854">
                <a:extLst>
                  <a:ext uri="{FF2B5EF4-FFF2-40B4-BE49-F238E27FC236}">
                    <ns2:creationId id="{7E55B521-632D-FFDB-CA4B-E21D58D0BD7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6" name="正方形/長方形 855">
                <a:extLst>
                  <a:ext uri="{FF2B5EF4-FFF2-40B4-BE49-F238E27FC236}">
                    <ns2:creationId id="{5C82EBED-B256-B46D-1827-81BBA45B2734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7" name="正方形/長方形 856">
                <a:extLst>
                  <a:ext uri="{FF2B5EF4-FFF2-40B4-BE49-F238E27FC236}">
                    <ns2:creationId id="{139140E4-623D-A3DB-9D1C-3F0E840D39D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8" name="正方形/長方形 857">
                <a:extLst>
                  <a:ext uri="{FF2B5EF4-FFF2-40B4-BE49-F238E27FC236}">
                    <ns2:creationId id="{2B797616-98E5-7683-7960-C8E6AC8DE200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9" name="グループ化 858">
              <a:extLst>
                <a:ext uri="{FF2B5EF4-FFF2-40B4-BE49-F238E27FC236}">
                  <ns2:creationId id="{35BE8087-F989-1D3F-BA94-13B05D6C0130}"/>
                </a:ext>
              </a:extLst>
            </p:cNvPr>
            <p:cNvGrpSpPr/>
            <p:nvPr/>
          </p:nvGrpSpPr>
          <p:grpSpPr>
            <a:xfrm>
              <a:off x="6958395" y="5163506"/>
              <a:ext cx="2438166" cy="137160"/>
              <a:chOff x="7110795" y="3587798"/>
              <a:chExt cx="2438166" cy="137160"/>
            </a:xfrm>
          </p:grpSpPr>
          <p:sp>
            <p:nvSpPr>
              <p:cNvPr id="860" name="正方形/長方形 859">
                <a:extLst>
                  <a:ext uri="{FF2B5EF4-FFF2-40B4-BE49-F238E27FC236}">
                    <ns2:creationId id="{2DB62B38-3B37-6832-2E78-3706F7885A75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9B9623-FFF1-9440-7F3A-AA46DF093810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EA53206A-5037-5C42-1335-F4B9EA5437F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CD844A0B-59BE-3CEA-5697-4660E7BDF051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36F06071-F5DD-76FF-5440-6662B40C14D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53907F2D-0315-60EF-629F-F64EB37F264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3D66E63-B603-8128-9404-29335E44C01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ns2:creationId id="{B7EF7599-80AC-1D42-4F25-E96852490375}"/>
                </a:ext>
              </a:extLst>
            </p:cNvPr>
            <p:cNvGrpSpPr/>
            <p:nvPr/>
          </p:nvGrpSpPr>
          <p:grpSpPr>
            <a:xfrm>
              <a:off x="6958395" y="5307515"/>
              <a:ext cx="2438166" cy="137160"/>
              <a:chOff x="7110795" y="3587798"/>
              <a:chExt cx="2438166" cy="137160"/>
            </a:xfrm>
          </p:grpSpPr>
          <p:sp>
            <p:nvSpPr>
              <p:cNvPr id="868" name="正方形/長方形 867">
                <a:extLst>
                  <a:ext uri="{FF2B5EF4-FFF2-40B4-BE49-F238E27FC236}">
                    <ns2:creationId id="{D4F49941-E3E6-019B-C8A2-87B0C10B7EF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9" name="正方形/長方形 868">
                <a:extLst>
                  <a:ext uri="{FF2B5EF4-FFF2-40B4-BE49-F238E27FC236}">
                    <ns2:creationId id="{299C2C12-B2AF-E080-4EA6-70860BBA339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0" name="正方形/長方形 869">
                <a:extLst>
                  <a:ext uri="{FF2B5EF4-FFF2-40B4-BE49-F238E27FC236}">
                    <ns2:creationId id="{BB04594B-AEAC-16ED-8D1B-596FD7CE10F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1" name="正方形/長方形 870">
                <a:extLst>
                  <a:ext uri="{FF2B5EF4-FFF2-40B4-BE49-F238E27FC236}">
                    <ns2:creationId id="{7FE4DA40-F5BA-EBB2-ACCB-8B3B0C29C08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2" name="正方形/長方形 871">
                <a:extLst>
                  <a:ext uri="{FF2B5EF4-FFF2-40B4-BE49-F238E27FC236}">
                    <ns2:creationId id="{B486E22E-EF20-47D1-AA70-88162D2D5E62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3" name="正方形/長方形 872">
                <a:extLst>
                  <a:ext uri="{FF2B5EF4-FFF2-40B4-BE49-F238E27FC236}">
                    <ns2:creationId id="{D599686C-A410-69B9-5ACC-EC0834B2F8D9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96B29731-89BC-F85E-5AD2-2C77E3AB06C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75" name="グループ化 874">
              <a:extLst>
                <a:ext uri="{FF2B5EF4-FFF2-40B4-BE49-F238E27FC236}">
                  <ns2:creationId id="{A82EA2C8-1E8A-56EC-4AEB-E5CE044B3F1C}"/>
                </a:ext>
              </a:extLst>
            </p:cNvPr>
            <p:cNvGrpSpPr/>
            <p:nvPr/>
          </p:nvGrpSpPr>
          <p:grpSpPr>
            <a:xfrm>
              <a:off x="6958395" y="4155443"/>
              <a:ext cx="2438166" cy="137160"/>
              <a:chOff x="7110795" y="3587798"/>
              <a:chExt cx="2438166" cy="137160"/>
            </a:xfrm>
          </p:grpSpPr>
          <p:sp>
            <p:nvSpPr>
              <p:cNvPr id="876" name="正方形/長方形 875">
                <a:extLst>
                  <a:ext uri="{FF2B5EF4-FFF2-40B4-BE49-F238E27FC236}">
                    <ns2:creationId id="{FE7F7AD4-55D0-5845-AE11-4C08BBDD801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8B83FBD4-F594-9324-2BF1-553DFB4B1171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1E3BBE4D-8B93-06BE-5B7E-7808C015102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0DC3786B-5E39-3619-011D-F88A6BB5AFD3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2A791919-B598-394F-00EF-16AC9DB1AFD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1" name="正方形/長方形 880">
                <a:extLst>
                  <a:ext uri="{FF2B5EF4-FFF2-40B4-BE49-F238E27FC236}">
                    <ns2:creationId id="{865D6006-C851-776F-0D44-14F8FB1B84B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2" name="正方形/長方形 881">
                <a:extLst>
                  <a:ext uri="{FF2B5EF4-FFF2-40B4-BE49-F238E27FC236}">
                    <ns2:creationId id="{56C6A8E2-8977-4A34-F9FF-65510A7F387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83" name="グループ化 882">
              <a:extLst>
                <a:ext uri="{FF2B5EF4-FFF2-40B4-BE49-F238E27FC236}">
                  <ns2:creationId id="{23E063CB-D40E-AEF3-7D54-8F764F556AF0}"/>
                </a:ext>
              </a:extLst>
            </p:cNvPr>
            <p:cNvGrpSpPr/>
            <p:nvPr/>
          </p:nvGrpSpPr>
          <p:grpSpPr>
            <a:xfrm>
              <a:off x="6958395" y="4299452"/>
              <a:ext cx="2438166" cy="137160"/>
              <a:chOff x="7110795" y="3587798"/>
              <a:chExt cx="2438166" cy="137160"/>
            </a:xfrm>
          </p:grpSpPr>
          <p:sp>
            <p:nvSpPr>
              <p:cNvPr id="884" name="正方形/長方形 883">
                <a:extLst>
                  <a:ext uri="{FF2B5EF4-FFF2-40B4-BE49-F238E27FC236}">
                    <ns2:creationId id="{65109537-1570-B724-D77D-61CF32267A0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5" name="正方形/長方形 884">
                <a:extLst>
                  <a:ext uri="{FF2B5EF4-FFF2-40B4-BE49-F238E27FC236}">
                    <ns2:creationId id="{48ABBF0D-2737-2C25-65DE-7CC6F4FAC5C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6" name="正方形/長方形 885">
                <a:extLst>
                  <a:ext uri="{FF2B5EF4-FFF2-40B4-BE49-F238E27FC236}">
                    <ns2:creationId id="{EC9A9938-058F-854D-CBC0-F47E839ACDC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2E84B44C-77F2-6129-BA90-D2C80D0EDC5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8A4C4CC-572A-EEDE-4757-E1606DB4A04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64B45E51-E2D5-1DC5-14A2-6D8F57A6657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C8309BE2-4434-9252-2EC1-D623F9BE058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1" name="グループ化 890">
              <a:extLst>
                <a:ext uri="{FF2B5EF4-FFF2-40B4-BE49-F238E27FC236}">
                  <ns2:creationId id="{FFCE1743-269E-FD22-016A-9072F2D204BF}"/>
                </a:ext>
              </a:extLst>
            </p:cNvPr>
            <p:cNvGrpSpPr/>
            <p:nvPr/>
          </p:nvGrpSpPr>
          <p:grpSpPr>
            <a:xfrm>
              <a:off x="6958395" y="3579407"/>
              <a:ext cx="2438166" cy="137160"/>
              <a:chOff x="7110795" y="3587798"/>
              <a:chExt cx="2438166" cy="137160"/>
            </a:xfrm>
          </p:grpSpPr>
          <p:sp>
            <p:nvSpPr>
              <p:cNvPr id="892" name="正方形/長方形 891">
                <a:extLst>
                  <a:ext uri="{FF2B5EF4-FFF2-40B4-BE49-F238E27FC236}">
                    <ns2:creationId id="{FED01A57-8909-2D37-1F93-BB9E5F40F491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E3AC40E6-2CE7-3BBC-B9C9-0016CD72165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4" name="正方形/長方形 893">
                <a:extLst>
                  <a:ext uri="{FF2B5EF4-FFF2-40B4-BE49-F238E27FC236}">
                    <ns2:creationId id="{F02F781C-5EF2-322F-68FA-838703738E9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5" name="正方形/長方形 894">
                <a:extLst>
                  <a:ext uri="{FF2B5EF4-FFF2-40B4-BE49-F238E27FC236}">
                    <ns2:creationId id="{916851C6-DE16-E91B-4C69-51F8699CB33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6" name="正方形/長方形 895">
                <a:extLst>
                  <a:ext uri="{FF2B5EF4-FFF2-40B4-BE49-F238E27FC236}">
                    <ns2:creationId id="{199C8918-B229-4D3C-8F39-573B1E2D780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7" name="正方形/長方形 896">
                <a:extLst>
                  <a:ext uri="{FF2B5EF4-FFF2-40B4-BE49-F238E27FC236}">
                    <ns2:creationId id="{179025EE-2E90-680C-3BFC-716ACF17BE9D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8" name="正方形/長方形 897">
                <a:extLst>
                  <a:ext uri="{FF2B5EF4-FFF2-40B4-BE49-F238E27FC236}">
                    <ns2:creationId id="{69F31FAF-916D-DCD0-1540-E64B583039E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9" name="グループ化 898">
              <a:extLst>
                <a:ext uri="{FF2B5EF4-FFF2-40B4-BE49-F238E27FC236}">
                  <ns2:creationId id="{1312CD86-D99A-E437-CBF2-5CE5F33BB086}"/>
                </a:ext>
              </a:extLst>
            </p:cNvPr>
            <p:cNvGrpSpPr/>
            <p:nvPr/>
          </p:nvGrpSpPr>
          <p:grpSpPr>
            <a:xfrm>
              <a:off x="6958395" y="3723416"/>
              <a:ext cx="2438166" cy="137160"/>
              <a:chOff x="7110795" y="3587798"/>
              <a:chExt cx="2438166" cy="137160"/>
            </a:xfrm>
          </p:grpSpPr>
          <p:sp>
            <p:nvSpPr>
              <p:cNvPr id="900" name="正方形/長方形 899">
                <a:extLst>
                  <a:ext uri="{FF2B5EF4-FFF2-40B4-BE49-F238E27FC236}">
                    <ns2:creationId id="{F3252BAC-C34B-BFE3-CB94-7BA0A40D90D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1" name="正方形/長方形 900">
                <a:extLst>
                  <a:ext uri="{FF2B5EF4-FFF2-40B4-BE49-F238E27FC236}">
                    <ns2:creationId id="{8FBE64C4-A7B4-6658-E32A-4DD3F89568D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2" name="正方形/長方形 901">
                <a:extLst>
                  <a:ext uri="{FF2B5EF4-FFF2-40B4-BE49-F238E27FC236}">
                    <ns2:creationId id="{10A73C9F-9EDD-F0AF-26C3-B701CD593BA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3" name="正方形/長方形 902">
                <a:extLst>
                  <a:ext uri="{FF2B5EF4-FFF2-40B4-BE49-F238E27FC236}">
                    <ns2:creationId id="{F200FEA3-9651-3E08-85E1-3D39003B72C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4" name="正方形/長方形 903">
                <a:extLst>
                  <a:ext uri="{FF2B5EF4-FFF2-40B4-BE49-F238E27FC236}">
                    <ns2:creationId id="{A9191A4B-ACDC-2739-BFB7-FDB8DEE8E83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ns2:creationId id="{673F27B0-87C7-D00C-71CC-3B996A411BF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6" name="正方形/長方形 905">
                <a:extLst>
                  <a:ext uri="{FF2B5EF4-FFF2-40B4-BE49-F238E27FC236}">
                    <ns2:creationId id="{F6E995F8-3508-B106-6A65-D9781F0AEBA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07" name="グループ化 906">
              <a:extLst>
                <a:ext uri="{FF2B5EF4-FFF2-40B4-BE49-F238E27FC236}">
                  <ns2:creationId id="{44EEDDF1-1F05-8025-7519-BF143A3591EF}"/>
                </a:ext>
              </a:extLst>
            </p:cNvPr>
            <p:cNvGrpSpPr/>
            <p:nvPr/>
          </p:nvGrpSpPr>
          <p:grpSpPr>
            <a:xfrm>
              <a:off x="6958395" y="3867425"/>
              <a:ext cx="2438166" cy="137160"/>
              <a:chOff x="7110795" y="3587798"/>
              <a:chExt cx="2438166" cy="137160"/>
            </a:xfrm>
          </p:grpSpPr>
          <p:sp>
            <p:nvSpPr>
              <p:cNvPr id="908" name="正方形/長方形 907">
                <a:extLst>
                  <a:ext uri="{FF2B5EF4-FFF2-40B4-BE49-F238E27FC236}">
                    <ns2:creationId id="{78647346-7979-0FDA-9556-79FD9D3FF05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ns2:creationId id="{8BAB7567-E155-ADB3-D9C2-E8616893AE9B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0" name="正方形/長方形 909">
                <a:extLst>
                  <a:ext uri="{FF2B5EF4-FFF2-40B4-BE49-F238E27FC236}">
                    <ns2:creationId id="{9DDF123F-A02F-D718-120E-0087CE4D61D9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ns2:creationId id="{4094AE06-B5CD-D2EA-2607-8D45AC981C2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2" name="正方形/長方形 911">
                <a:extLst>
                  <a:ext uri="{FF2B5EF4-FFF2-40B4-BE49-F238E27FC236}">
                    <ns2:creationId id="{9D76F50A-DE0D-A284-8ADA-F5F6400466D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3" name="正方形/長方形 912">
                <a:extLst>
                  <a:ext uri="{FF2B5EF4-FFF2-40B4-BE49-F238E27FC236}">
                    <ns2:creationId id="{59D3C609-5685-5CD8-F5DD-8FB5C0D3CB8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4" name="正方形/長方形 913">
                <a:extLst>
                  <a:ext uri="{FF2B5EF4-FFF2-40B4-BE49-F238E27FC236}">
                    <ns2:creationId id="{6F9505D8-DB13-4AD1-1C8E-C38700A76FD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15" name="グループ化 914">
              <a:extLst>
                <a:ext uri="{FF2B5EF4-FFF2-40B4-BE49-F238E27FC236}">
                  <ns2:creationId id="{23608BFA-4686-0314-7D11-F8C1000D7996}"/>
                </a:ext>
              </a:extLst>
            </p:cNvPr>
            <p:cNvGrpSpPr/>
            <p:nvPr/>
          </p:nvGrpSpPr>
          <p:grpSpPr>
            <a:xfrm>
              <a:off x="6958395" y="4443461"/>
              <a:ext cx="2438166" cy="137160"/>
              <a:chOff x="7110795" y="3587798"/>
              <a:chExt cx="2438166" cy="137160"/>
            </a:xfrm>
          </p:grpSpPr>
          <p:sp>
            <p:nvSpPr>
              <p:cNvPr id="916" name="正方形/長方形 915">
                <a:extLst>
                  <a:ext uri="{FF2B5EF4-FFF2-40B4-BE49-F238E27FC236}">
                    <ns2:creationId id="{10FFA31C-4590-8C21-84E4-7D88BCDC3807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7" name="正方形/長方形 916">
                <a:extLst>
                  <a:ext uri="{FF2B5EF4-FFF2-40B4-BE49-F238E27FC236}">
                    <ns2:creationId id="{57FABF83-FD66-D245-959A-D1BC8E20A0B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8" name="正方形/長方形 917">
                <a:extLst>
                  <a:ext uri="{FF2B5EF4-FFF2-40B4-BE49-F238E27FC236}">
                    <ns2:creationId id="{B6FA751A-9613-ACDC-93CA-06B7436F61F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9" name="正方形/長方形 918">
                <a:extLst>
                  <a:ext uri="{FF2B5EF4-FFF2-40B4-BE49-F238E27FC236}">
                    <ns2:creationId id="{5041E2B9-42E7-BE10-C0A9-EF119D21D2B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0" name="正方形/長方形 919">
                <a:extLst>
                  <a:ext uri="{FF2B5EF4-FFF2-40B4-BE49-F238E27FC236}">
                    <ns2:creationId id="{E6F445CF-EDD0-8571-4065-A7AAC24F1A1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1" name="正方形/長方形 920">
                <a:extLst>
                  <a:ext uri="{FF2B5EF4-FFF2-40B4-BE49-F238E27FC236}">
                    <ns2:creationId id="{78741AA4-A29D-1B61-3A0C-D70FD84F6C0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2" name="正方形/長方形 921">
                <a:extLst>
                  <a:ext uri="{FF2B5EF4-FFF2-40B4-BE49-F238E27FC236}">
                    <ns2:creationId id="{CC3E2CD0-3935-282A-81F9-C6BE98129F7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24" name="グループ化 923">
              <a:extLst>
                <a:ext uri="{FF2B5EF4-FFF2-40B4-BE49-F238E27FC236}">
                  <ns2:creationId id="{4F0965AB-5738-CFE7-2271-22E997B7573E}"/>
                </a:ext>
              </a:extLst>
            </p:cNvPr>
            <p:cNvGrpSpPr/>
            <p:nvPr/>
          </p:nvGrpSpPr>
          <p:grpSpPr>
            <a:xfrm>
              <a:off x="9418874" y="3579407"/>
              <a:ext cx="2086669" cy="137160"/>
              <a:chOff x="9418874" y="3435398"/>
              <a:chExt cx="2086669" cy="137160"/>
            </a:xfrm>
          </p:grpSpPr>
          <p:sp>
            <p:nvSpPr>
              <p:cNvPr id="925" name="正方形/長方形 924">
                <a:extLst>
                  <a:ext uri="{FF2B5EF4-FFF2-40B4-BE49-F238E27FC236}">
                    <ns2:creationId id="{AA011EFC-BFB2-6698-502E-CE9A734FD7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AAC57FD4-3AAA-AA8E-7AA5-8CD206D74D7C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026CCDDB-50A5-8897-E45E-365791DF4AA8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B8ABBE1B-7093-2DC6-CA7F-5439795D57D0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336130D6-AFD3-98AC-E977-BC94CA8C8D0E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860FAB7B-9068-EE11-345B-8A52D29F8DC2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1" name="グループ化 930">
              <a:extLst>
                <a:ext uri="{FF2B5EF4-FFF2-40B4-BE49-F238E27FC236}">
                  <ns2:creationId id="{D0941C60-F035-F4AB-06C2-EEA26D3FD619}"/>
                </a:ext>
              </a:extLst>
            </p:cNvPr>
            <p:cNvGrpSpPr/>
            <p:nvPr/>
          </p:nvGrpSpPr>
          <p:grpSpPr>
            <a:xfrm>
              <a:off x="9418874" y="3723416"/>
              <a:ext cx="2086669" cy="137160"/>
              <a:chOff x="9418874" y="3435398"/>
              <a:chExt cx="2086669" cy="137160"/>
            </a:xfrm>
          </p:grpSpPr>
          <p:sp>
            <p:nvSpPr>
              <p:cNvPr id="932" name="正方形/長方形 931">
                <a:extLst>
                  <a:ext uri="{FF2B5EF4-FFF2-40B4-BE49-F238E27FC236}">
                    <ns2:creationId id="{35B537DE-2EEF-B02A-2053-568F2F310F87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ACA7C445-F36E-73EF-FCE9-A2A6B1F6C3C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5F9AEDA-CF3E-A8A3-0232-67E12904818F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7C0EBD4B-04C5-CD28-4B59-2CA625CC366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68E12710-15EE-B1F9-1F6A-A69F1DE126CC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206ACC9C-B03C-448D-3336-ADF4397CD65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8" name="グループ化 937">
              <a:extLst>
                <a:ext uri="{FF2B5EF4-FFF2-40B4-BE49-F238E27FC236}">
                  <ns2:creationId id="{002EF04D-B418-DA77-5709-FF0F074297DC}"/>
                </a:ext>
              </a:extLst>
            </p:cNvPr>
            <p:cNvGrpSpPr/>
            <p:nvPr/>
          </p:nvGrpSpPr>
          <p:grpSpPr>
            <a:xfrm>
              <a:off x="9418874" y="3867425"/>
              <a:ext cx="2086669" cy="137160"/>
              <a:chOff x="9418874" y="3435398"/>
              <a:chExt cx="2086669" cy="137160"/>
            </a:xfrm>
          </p:grpSpPr>
          <p:sp>
            <p:nvSpPr>
              <p:cNvPr id="939" name="正方形/長方形 938">
                <a:extLst>
                  <a:ext uri="{FF2B5EF4-FFF2-40B4-BE49-F238E27FC236}">
                    <ns2:creationId id="{5FA9D5B9-0B12-FB94-60DE-1E3FD6D4D6A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D6CFD314-BEF1-4218-5CD8-C977C2A62B5E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64521EF4-8BCF-0AE8-B924-FF3A6436F88C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BD677EA9-7EEB-9C7A-7975-175473902F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44DFECC9-1853-705E-87EE-6A9A41F8163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8A67A61F-A8BD-D71F-B020-94D9F13D3B3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45" name="グループ化 944">
              <a:extLst>
                <a:ext uri="{FF2B5EF4-FFF2-40B4-BE49-F238E27FC236}">
                  <ns2:creationId id="{22025A84-B7C0-AAD5-C260-D96307E3F4EF}"/>
                </a:ext>
              </a:extLst>
            </p:cNvPr>
            <p:cNvGrpSpPr/>
            <p:nvPr/>
          </p:nvGrpSpPr>
          <p:grpSpPr>
            <a:xfrm>
              <a:off x="9418874" y="4000548"/>
              <a:ext cx="2086669" cy="137160"/>
              <a:chOff x="9418874" y="3435398"/>
              <a:chExt cx="2086669" cy="137160"/>
            </a:xfrm>
          </p:grpSpPr>
          <p:sp>
            <p:nvSpPr>
              <p:cNvPr id="946" name="正方形/長方形 945">
                <a:extLst>
                  <a:ext uri="{FF2B5EF4-FFF2-40B4-BE49-F238E27FC236}">
                    <ns2:creationId id="{EDE6AC80-2AA7-5B0E-898A-2D068E94A35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DC567D34-D614-B3FA-8180-B13B0C5FD711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D5533132-95A2-0975-8D6B-5F7F1AD4193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5C3B7255-BC34-A94A-720B-40C2C323DCB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49E8A3CB-E245-A044-F993-9855DAACDF51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A4E83E4D-6F0F-0DCA-3959-FD6107BCC5C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2" name="グループ化 951">
              <a:extLst>
                <a:ext uri="{FF2B5EF4-FFF2-40B4-BE49-F238E27FC236}">
                  <ns2:creationId id="{864532B0-ED21-EFBD-C646-4AE31F47F7B5}"/>
                </a:ext>
              </a:extLst>
            </p:cNvPr>
            <p:cNvGrpSpPr/>
            <p:nvPr/>
          </p:nvGrpSpPr>
          <p:grpSpPr>
            <a:xfrm>
              <a:off x="9418874" y="5019497"/>
              <a:ext cx="2086669" cy="137160"/>
              <a:chOff x="9418874" y="3435398"/>
              <a:chExt cx="2086669" cy="137160"/>
            </a:xfrm>
          </p:grpSpPr>
          <p:sp>
            <p:nvSpPr>
              <p:cNvPr id="953" name="正方形/長方形 952">
                <a:extLst>
                  <a:ext uri="{FF2B5EF4-FFF2-40B4-BE49-F238E27FC236}">
                    <ns2:creationId id="{27707A1C-FF4A-8E67-4455-4AB4C6D6B7F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298B072B-555F-BA8C-CA6E-65542B3BDCB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93098309-ADB2-3CE5-D0F6-5D75DBA6B322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4863AE20-375F-DFA3-4269-DB6488BEC2B9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D01B24C5-BB2B-CC44-135B-78CC3E00856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C928C9E3-88FF-A164-542E-47D04ECF4D6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9" name="グループ化 958">
              <a:extLst>
                <a:ext uri="{FF2B5EF4-FFF2-40B4-BE49-F238E27FC236}">
                  <ns2:creationId id="{6B33392B-A457-E7DD-A00B-855E19300935}"/>
                </a:ext>
              </a:extLst>
            </p:cNvPr>
            <p:cNvGrpSpPr/>
            <p:nvPr/>
          </p:nvGrpSpPr>
          <p:grpSpPr>
            <a:xfrm>
              <a:off x="9418874" y="5163506"/>
              <a:ext cx="2086669" cy="137160"/>
              <a:chOff x="9418874" y="3435398"/>
              <a:chExt cx="2086669" cy="137160"/>
            </a:xfrm>
          </p:grpSpPr>
          <p:sp>
            <p:nvSpPr>
              <p:cNvPr id="960" name="正方形/長方形 959">
                <a:extLst>
                  <a:ext uri="{FF2B5EF4-FFF2-40B4-BE49-F238E27FC236}">
                    <ns2:creationId id="{3FCCD985-0121-46FA-63A9-0B25D05D492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3E769117-305C-4849-5A5C-87FF37E098EB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F696DE42-1C39-8490-B486-21933F3BB3A3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C9CF74F5-A50E-4BC1-ED44-DE18E5E7302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117DC5F1-8A52-2F6B-67F6-776F5A9AA66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B894F34F-6CB6-1D8B-BB63-360F7070CD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66" name="グループ化 965">
              <a:extLst>
                <a:ext uri="{FF2B5EF4-FFF2-40B4-BE49-F238E27FC236}">
                  <ns2:creationId id="{F9CD114F-6EC7-456C-0C1F-0984A2E6F601}"/>
                </a:ext>
              </a:extLst>
            </p:cNvPr>
            <p:cNvGrpSpPr/>
            <p:nvPr/>
          </p:nvGrpSpPr>
          <p:grpSpPr>
            <a:xfrm>
              <a:off x="9418874" y="5307515"/>
              <a:ext cx="2086669" cy="137160"/>
              <a:chOff x="9418874" y="3435398"/>
              <a:chExt cx="2086669" cy="137160"/>
            </a:xfrm>
          </p:grpSpPr>
          <p:sp>
            <p:nvSpPr>
              <p:cNvPr id="967" name="正方形/長方形 966">
                <a:extLst>
                  <a:ext uri="{FF2B5EF4-FFF2-40B4-BE49-F238E27FC236}">
                    <ns2:creationId id="{0E16BB36-1980-FA47-BC79-627AADC592C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B16B2917-41ED-E22A-D593-50BB7258CF69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B626495-955E-833D-CF08-49F029E7BE41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5FE4D7E1-E9BE-806C-2A17-58EA9A33C43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73DF8195-023F-62A4-09D3-B8C9314C0AA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FD3FD932-2691-8B11-4C52-2947208E25B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73" name="グループ化 972">
              <a:extLst>
                <a:ext uri="{FF2B5EF4-FFF2-40B4-BE49-F238E27FC236}">
                  <ns2:creationId id="{18528946-7CDE-E3E4-2B2F-D8331375688A}"/>
                </a:ext>
              </a:extLst>
            </p:cNvPr>
            <p:cNvGrpSpPr/>
            <p:nvPr/>
          </p:nvGrpSpPr>
          <p:grpSpPr>
            <a:xfrm>
              <a:off x="9418874" y="5451524"/>
              <a:ext cx="2086669" cy="137160"/>
              <a:chOff x="9418874" y="3435398"/>
              <a:chExt cx="2086669" cy="137160"/>
            </a:xfrm>
          </p:grpSpPr>
          <p:sp>
            <p:nvSpPr>
              <p:cNvPr id="974" name="正方形/長方形 973">
                <a:extLst>
                  <a:ext uri="{FF2B5EF4-FFF2-40B4-BE49-F238E27FC236}">
                    <ns2:creationId id="{F2FAA85B-C1E8-7E4A-831A-52D25D88FDE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037D0CFD-11FB-AC96-C570-2AD95F3CB70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7C5ED81B-EC4E-BA33-7AC0-48E8AF318A6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FA5D9C6D-4DC0-08A3-DEBE-CF5C212DDC98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B68F8BD8-0398-0772-3CC5-2898954000EA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510E42A7-DB57-EFA6-9F57-48F32B0392D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0" name="グループ化 979">
              <a:extLst>
                <a:ext uri="{FF2B5EF4-FFF2-40B4-BE49-F238E27FC236}">
                  <ns2:creationId id="{81D98388-66D8-DE5E-48D0-B957707C7AEA}"/>
                </a:ext>
              </a:extLst>
            </p:cNvPr>
            <p:cNvGrpSpPr/>
            <p:nvPr/>
          </p:nvGrpSpPr>
          <p:grpSpPr>
            <a:xfrm>
              <a:off x="9418874" y="5595533"/>
              <a:ext cx="2086669" cy="137160"/>
              <a:chOff x="9418874" y="3435398"/>
              <a:chExt cx="2086669" cy="137160"/>
            </a:xfrm>
          </p:grpSpPr>
          <p:sp>
            <p:nvSpPr>
              <p:cNvPr id="981" name="正方形/長方形 980">
                <a:extLst>
                  <a:ext uri="{FF2B5EF4-FFF2-40B4-BE49-F238E27FC236}">
                    <ns2:creationId id="{49AD2621-833F-8188-3A86-22DD1CD3AC7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8FB245C5-39F4-6D72-07D5-8BFD5CAED68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51B7CCB1-F078-448E-93E8-E2956B22FC3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E76E641C-8615-AF24-E8AA-995979EA828C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78DB1988-E98B-BCDF-8F33-C4241C1D002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6" name="正方形/長方形 985">
                <a:extLst>
                  <a:ext uri="{FF2B5EF4-FFF2-40B4-BE49-F238E27FC236}">
                    <ns2:creationId id="{A3046170-35BD-2716-F69E-B65EE11BC20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7" name="グループ化 986">
              <a:extLst>
                <a:ext uri="{FF2B5EF4-FFF2-40B4-BE49-F238E27FC236}">
                  <ns2:creationId id="{605D8D25-5270-7B42-C6DA-69B1BD29D026}"/>
                </a:ext>
              </a:extLst>
            </p:cNvPr>
            <p:cNvGrpSpPr/>
            <p:nvPr/>
          </p:nvGrpSpPr>
          <p:grpSpPr>
            <a:xfrm>
              <a:off x="9418874" y="5739542"/>
              <a:ext cx="2086669" cy="137160"/>
              <a:chOff x="9418874" y="3435398"/>
              <a:chExt cx="2086669" cy="137160"/>
            </a:xfrm>
          </p:grpSpPr>
          <p:sp>
            <p:nvSpPr>
              <p:cNvPr id="988" name="正方形/長方形 987">
                <a:extLst>
                  <a:ext uri="{FF2B5EF4-FFF2-40B4-BE49-F238E27FC236}">
                    <ns2:creationId id="{93F7E4F5-773F-B44B-00B1-E6B1B1345CB0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9" name="正方形/長方形 988">
                <a:extLst>
                  <a:ext uri="{FF2B5EF4-FFF2-40B4-BE49-F238E27FC236}">
                    <ns2:creationId id="{D8E95E9C-4B06-A2C9-09A9-C5863584AB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0" name="正方形/長方形 989">
                <a:extLst>
                  <a:ext uri="{FF2B5EF4-FFF2-40B4-BE49-F238E27FC236}">
                    <ns2:creationId id="{1D317517-483E-9482-DE66-124826B0740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1" name="正方形/長方形 990">
                <a:extLst>
                  <a:ext uri="{FF2B5EF4-FFF2-40B4-BE49-F238E27FC236}">
                    <ns2:creationId id="{6CFB4BC5-CB6E-6344-EEC3-1B0F8B7EE2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2" name="正方形/長方形 991">
                <a:extLst>
                  <a:ext uri="{FF2B5EF4-FFF2-40B4-BE49-F238E27FC236}">
                    <ns2:creationId id="{48F7D439-E801-4C23-CE9B-AD2371878B7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3" name="正方形/長方形 992">
                <a:extLst>
                  <a:ext uri="{FF2B5EF4-FFF2-40B4-BE49-F238E27FC236}">
                    <ns2:creationId id="{DD0FBE56-F21C-3F96-7400-15D287779189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94" name="グループ化 993">
              <a:extLst>
                <a:ext uri="{FF2B5EF4-FFF2-40B4-BE49-F238E27FC236}">
                  <ns2:creationId id="{064BADA6-123C-F759-35C2-28CFEA74E7EB}"/>
                </a:ext>
              </a:extLst>
            </p:cNvPr>
            <p:cNvGrpSpPr/>
            <p:nvPr/>
          </p:nvGrpSpPr>
          <p:grpSpPr>
            <a:xfrm>
              <a:off x="9418874" y="5883551"/>
              <a:ext cx="2086669" cy="137160"/>
              <a:chOff x="9418874" y="3435398"/>
              <a:chExt cx="2086669" cy="137160"/>
            </a:xfrm>
          </p:grpSpPr>
          <p:sp>
            <p:nvSpPr>
              <p:cNvPr id="995" name="正方形/長方形 994">
                <a:extLst>
                  <a:ext uri="{FF2B5EF4-FFF2-40B4-BE49-F238E27FC236}">
                    <ns2:creationId id="{01C80BD6-5F70-1B9F-FF2A-C9A506475DD6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6" name="正方形/長方形 995">
                <a:extLst>
                  <a:ext uri="{FF2B5EF4-FFF2-40B4-BE49-F238E27FC236}">
                    <ns2:creationId id="{1BB638EF-117F-6D99-7223-D321C2C66B4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7" name="正方形/長方形 996">
                <a:extLst>
                  <a:ext uri="{FF2B5EF4-FFF2-40B4-BE49-F238E27FC236}">
                    <ns2:creationId id="{546F28E0-03C3-0BFC-C37D-777C3BD7A51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8" name="正方形/長方形 997">
                <a:extLst>
                  <a:ext uri="{FF2B5EF4-FFF2-40B4-BE49-F238E27FC236}">
                    <ns2:creationId id="{27765B7A-5945-BB19-AF5F-6FB7F5033BD4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9" name="正方形/長方形 998">
                <a:extLst>
                  <a:ext uri="{FF2B5EF4-FFF2-40B4-BE49-F238E27FC236}">
                    <ns2:creationId id="{17880899-5AF2-65AD-FCCA-85BB29FA7ED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0" name="正方形/長方形 999">
                <a:extLst>
                  <a:ext uri="{FF2B5EF4-FFF2-40B4-BE49-F238E27FC236}">
                    <ns2:creationId id="{85C23A0A-A2F0-B448-2EA1-EB3C29EA2A55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01" name="グループ化 1000">
              <a:extLst>
                <a:ext uri="{FF2B5EF4-FFF2-40B4-BE49-F238E27FC236}">
                  <ns2:creationId id="{F84B567E-3055-BB23-5FA7-C6B1417A7267}"/>
                </a:ext>
              </a:extLst>
            </p:cNvPr>
            <p:cNvGrpSpPr/>
            <p:nvPr/>
          </p:nvGrpSpPr>
          <p:grpSpPr>
            <a:xfrm>
              <a:off x="9418874" y="6027560"/>
              <a:ext cx="2086669" cy="137160"/>
              <a:chOff x="9418874" y="3435398"/>
              <a:chExt cx="2086669" cy="137160"/>
            </a:xfrm>
          </p:grpSpPr>
          <p:sp>
            <p:nvSpPr>
              <p:cNvPr id="1002" name="正方形/長方形 1001">
                <a:extLst>
                  <a:ext uri="{FF2B5EF4-FFF2-40B4-BE49-F238E27FC236}">
                    <ns2:creationId id="{D8B040D0-CAD9-DB60-9CE5-72273D6DA72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5EA707A0-BDE3-D354-0254-EF271A8CC64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4" name="正方形/長方形 1003">
                <a:extLst>
                  <a:ext uri="{FF2B5EF4-FFF2-40B4-BE49-F238E27FC236}">
                    <ns2:creationId id="{2F96C75E-481E-B10D-6F6F-AF2B49AE5E9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5" name="正方形/長方形 1004">
                <a:extLst>
                  <a:ext uri="{FF2B5EF4-FFF2-40B4-BE49-F238E27FC236}">
                    <ns2:creationId id="{588A9EB8-F7D4-C3F2-FA0A-04534711137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6" name="正方形/長方形 1005">
                <a:extLst>
                  <a:ext uri="{FF2B5EF4-FFF2-40B4-BE49-F238E27FC236}">
                    <ns2:creationId id="{4D80CEF8-C0CD-A76F-FC8A-A371201FA712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7" name="正方形/長方形 1006">
                <a:extLst>
                  <a:ext uri="{FF2B5EF4-FFF2-40B4-BE49-F238E27FC236}">
                    <ns2:creationId id="{70164201-1971-C1A2-0770-FA977210A728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009" name="正方形/長方形 1008">
              <a:extLst>
                <a:ext uri="{FF2B5EF4-FFF2-40B4-BE49-F238E27FC236}">
                  <ns2:creationId id="{E04933DA-0DC3-8D7C-B043-85E3A320D5CA}"/>
                </a:ext>
              </a:extLst>
            </p:cNvPr>
            <p:cNvSpPr/>
            <p:nvPr/>
          </p:nvSpPr>
          <p:spPr>
            <a:xfrm>
              <a:off x="9418874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0" name="正方形/長方形 1009">
              <a:extLst>
                <a:ext uri="{FF2B5EF4-FFF2-40B4-BE49-F238E27FC236}">
                  <ns2:creationId id="{F7F12BAA-5F37-3D28-B651-D86E793452A4}"/>
                </a:ext>
              </a:extLst>
            </p:cNvPr>
            <p:cNvSpPr/>
            <p:nvPr/>
          </p:nvSpPr>
          <p:spPr>
            <a:xfrm>
              <a:off x="9770371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1" name="正方形/長方形 1010">
              <a:extLst>
                <a:ext uri="{FF2B5EF4-FFF2-40B4-BE49-F238E27FC236}">
                  <ns2:creationId id="{8DABF914-FD6C-8960-B031-F710E7D52F26}"/>
                </a:ext>
              </a:extLst>
            </p:cNvPr>
            <p:cNvSpPr/>
            <p:nvPr/>
          </p:nvSpPr>
          <p:spPr>
            <a:xfrm>
              <a:off x="10121868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2" name="正方形/長方形 1011">
              <a:extLst>
                <a:ext uri="{FF2B5EF4-FFF2-40B4-BE49-F238E27FC236}">
                  <ns2:creationId id="{31D16AE1-A3E1-7CE1-F196-322B40C985D1}"/>
                </a:ext>
              </a:extLst>
            </p:cNvPr>
            <p:cNvSpPr/>
            <p:nvPr/>
          </p:nvSpPr>
          <p:spPr>
            <a:xfrm>
              <a:off x="1047336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15B2FC4C-573F-294A-223D-273FFD5FCE35}"/>
                </a:ext>
              </a:extLst>
            </p:cNvPr>
            <p:cNvSpPr/>
            <p:nvPr/>
          </p:nvSpPr>
          <p:spPr>
            <a:xfrm>
              <a:off x="1082486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2C70E633-3C71-BDA6-81AF-26D7B88949AB}"/>
                </a:ext>
              </a:extLst>
            </p:cNvPr>
            <p:cNvSpPr/>
            <p:nvPr/>
          </p:nvSpPr>
          <p:spPr>
            <a:xfrm>
              <a:off x="1117635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15" name="グループ化 1014">
              <a:extLst>
                <a:ext uri="{FF2B5EF4-FFF2-40B4-BE49-F238E27FC236}">
                  <ns2:creationId id="{A379EEE7-3DDE-BEBD-8A1B-EA52D0873E3C}"/>
                </a:ext>
              </a:extLst>
            </p:cNvPr>
            <p:cNvGrpSpPr/>
            <p:nvPr/>
          </p:nvGrpSpPr>
          <p:grpSpPr>
            <a:xfrm>
              <a:off x="9418874" y="4152948"/>
              <a:ext cx="2086669" cy="137160"/>
              <a:chOff x="9418874" y="3435398"/>
              <a:chExt cx="2086669" cy="137160"/>
            </a:xfrm>
          </p:grpSpPr>
          <p:sp>
            <p:nvSpPr>
              <p:cNvPr id="1016" name="正方形/長方形 1015">
                <a:extLst>
                  <a:ext uri="{FF2B5EF4-FFF2-40B4-BE49-F238E27FC236}">
                    <ns2:creationId id="{A7492428-A23D-BC3B-C9DE-991FAF7798C3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7" name="正方形/長方形 1016">
                <a:extLst>
                  <a:ext uri="{FF2B5EF4-FFF2-40B4-BE49-F238E27FC236}">
                    <ns2:creationId id="{124EB3D7-0B69-9811-6459-02566C105CF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8" name="正方形/長方形 1017">
                <a:extLst>
                  <a:ext uri="{FF2B5EF4-FFF2-40B4-BE49-F238E27FC236}">
                    <ns2:creationId id="{D2269087-F41F-B950-52C1-82155CE01D99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9" name="正方形/長方形 1018">
                <a:extLst>
                  <a:ext uri="{FF2B5EF4-FFF2-40B4-BE49-F238E27FC236}">
                    <ns2:creationId id="{A00239CA-F15E-C2FC-8F92-38B6E659008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0" name="正方形/長方形 1019">
                <a:extLst>
                  <a:ext uri="{FF2B5EF4-FFF2-40B4-BE49-F238E27FC236}">
                    <ns2:creationId id="{F01F1297-44DE-3E4E-C846-49B992A44C9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1" name="正方形/長方形 1020">
                <a:extLst>
                  <a:ext uri="{FF2B5EF4-FFF2-40B4-BE49-F238E27FC236}">
                    <ns2:creationId id="{7175E155-C165-7FC0-7C5D-4E30A835510A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2" name="グループ化 1021">
              <a:extLst>
                <a:ext uri="{FF2B5EF4-FFF2-40B4-BE49-F238E27FC236}">
                  <ns2:creationId id="{7058E983-C206-B4E2-304B-B0B012BB563B}"/>
                </a:ext>
              </a:extLst>
            </p:cNvPr>
            <p:cNvGrpSpPr/>
            <p:nvPr/>
          </p:nvGrpSpPr>
          <p:grpSpPr>
            <a:xfrm>
              <a:off x="9418874" y="4587470"/>
              <a:ext cx="2086669" cy="137160"/>
              <a:chOff x="9418874" y="3435398"/>
              <a:chExt cx="2086669" cy="137160"/>
            </a:xfrm>
          </p:grpSpPr>
          <p:sp>
            <p:nvSpPr>
              <p:cNvPr id="1023" name="正方形/長方形 1022">
                <a:extLst>
                  <a:ext uri="{FF2B5EF4-FFF2-40B4-BE49-F238E27FC236}">
                    <ns2:creationId id="{182C53A4-828C-721C-069A-EFD117DFDC0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4" name="正方形/長方形 1023">
                <a:extLst>
                  <a:ext uri="{FF2B5EF4-FFF2-40B4-BE49-F238E27FC236}">
                    <ns2:creationId id="{25FC7158-0DCA-1B4D-0E0A-228B4F86BD1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5" name="正方形/長方形 1024">
                <a:extLst>
                  <a:ext uri="{FF2B5EF4-FFF2-40B4-BE49-F238E27FC236}">
                    <ns2:creationId id="{4D494A87-DB1A-52E6-E25E-1B566BFAF2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6" name="正方形/長方形 1025">
                <a:extLst>
                  <a:ext uri="{FF2B5EF4-FFF2-40B4-BE49-F238E27FC236}">
                    <ns2:creationId id="{654B51B4-94F5-04FD-A911-1555606688E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7" name="正方形/長方形 1026">
                <a:extLst>
                  <a:ext uri="{FF2B5EF4-FFF2-40B4-BE49-F238E27FC236}">
                    <ns2:creationId id="{AC431B70-A04E-6658-D27A-F0607797BE48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8" name="正方形/長方形 1027">
                <a:extLst>
                  <a:ext uri="{FF2B5EF4-FFF2-40B4-BE49-F238E27FC236}">
                    <ns2:creationId id="{17B37E96-B49D-7E56-E958-633371DA27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9" name="グループ化 1028">
              <a:extLst>
                <a:ext uri="{FF2B5EF4-FFF2-40B4-BE49-F238E27FC236}">
                  <ns2:creationId id="{19ED6094-C954-6D70-B988-D76BD7D66A04}"/>
                </a:ext>
              </a:extLst>
            </p:cNvPr>
            <p:cNvGrpSpPr/>
            <p:nvPr/>
          </p:nvGrpSpPr>
          <p:grpSpPr>
            <a:xfrm>
              <a:off x="9418874" y="4731479"/>
              <a:ext cx="2086669" cy="137160"/>
              <a:chOff x="9418874" y="3435398"/>
              <a:chExt cx="2086669" cy="137160"/>
            </a:xfrm>
          </p:grpSpPr>
          <p:sp>
            <p:nvSpPr>
              <p:cNvPr id="1030" name="正方形/長方形 1029">
                <a:extLst>
                  <a:ext uri="{FF2B5EF4-FFF2-40B4-BE49-F238E27FC236}">
                    <ns2:creationId id="{53E1125D-3ABA-1296-670D-A3B2584BFE1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1" name="正方形/長方形 1030">
                <a:extLst>
                  <a:ext uri="{FF2B5EF4-FFF2-40B4-BE49-F238E27FC236}">
                    <ns2:creationId id="{C47CF97F-F525-4071-A19B-DE58A91054C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2" name="正方形/長方形 1031">
                <a:extLst>
                  <a:ext uri="{FF2B5EF4-FFF2-40B4-BE49-F238E27FC236}">
                    <ns2:creationId id="{B96EDB33-891F-52D0-1DBF-29937C372DD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3" name="正方形/長方形 1032">
                <a:extLst>
                  <a:ext uri="{FF2B5EF4-FFF2-40B4-BE49-F238E27FC236}">
                    <ns2:creationId id="{8FEF14A8-0933-8208-A617-E1EC58B3728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4" name="正方形/長方形 1033">
                <a:extLst>
                  <a:ext uri="{FF2B5EF4-FFF2-40B4-BE49-F238E27FC236}">
                    <ns2:creationId id="{BF5B9446-D3F7-3439-CA98-DAC8A47E7970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5" name="正方形/長方形 1034">
                <a:extLst>
                  <a:ext uri="{FF2B5EF4-FFF2-40B4-BE49-F238E27FC236}">
                    <ns2:creationId id="{B798CEB3-03FD-61C7-B65A-8EA68FDF0300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36" name="グループ化 1035">
              <a:extLst>
                <a:ext uri="{FF2B5EF4-FFF2-40B4-BE49-F238E27FC236}">
                  <ns2:creationId id="{AF24088E-4481-A941-B52F-B708A738126D}"/>
                </a:ext>
              </a:extLst>
            </p:cNvPr>
            <p:cNvGrpSpPr/>
            <p:nvPr/>
          </p:nvGrpSpPr>
          <p:grpSpPr>
            <a:xfrm>
              <a:off x="9418874" y="4875488"/>
              <a:ext cx="2086669" cy="137160"/>
              <a:chOff x="9418874" y="3435398"/>
              <a:chExt cx="2086669" cy="137160"/>
            </a:xfrm>
          </p:grpSpPr>
          <p:sp>
            <p:nvSpPr>
              <p:cNvPr id="1037" name="正方形/長方形 1036">
                <a:extLst>
                  <a:ext uri="{FF2B5EF4-FFF2-40B4-BE49-F238E27FC236}">
                    <ns2:creationId id="{02C8D619-014F-8FBB-4434-AE00CF26770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8" name="正方形/長方形 1037">
                <a:extLst>
                  <a:ext uri="{FF2B5EF4-FFF2-40B4-BE49-F238E27FC236}">
                    <ns2:creationId id="{A55A6588-0A27-743B-A951-29B6BA4010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9" name="正方形/長方形 1038">
                <a:extLst>
                  <a:ext uri="{FF2B5EF4-FFF2-40B4-BE49-F238E27FC236}">
                    <ns2:creationId id="{B0F6BF5F-AB07-9284-030C-F667421737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0" name="正方形/長方形 1039">
                <a:extLst>
                  <a:ext uri="{FF2B5EF4-FFF2-40B4-BE49-F238E27FC236}">
                    <ns2:creationId id="{D59E24A3-0924-8736-EF79-60D18089B50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1" name="正方形/長方形 1040">
                <a:extLst>
                  <a:ext uri="{FF2B5EF4-FFF2-40B4-BE49-F238E27FC236}">
                    <ns2:creationId id="{932BF63A-E42D-E6F7-94F0-4C10C5B93DFB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2" name="正方形/長方形 1041">
                <a:extLst>
                  <a:ext uri="{FF2B5EF4-FFF2-40B4-BE49-F238E27FC236}">
                    <ns2:creationId id="{9D3F09A0-7F76-D5E0-31C7-1CE865C227A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43" name="グループ化 1042">
              <a:extLst>
                <a:ext uri="{FF2B5EF4-FFF2-40B4-BE49-F238E27FC236}">
                  <ns2:creationId id="{B93FFFC9-CAC5-DDDB-E692-C2FE7623A1AC}"/>
                </a:ext>
              </a:extLst>
            </p:cNvPr>
            <p:cNvGrpSpPr/>
            <p:nvPr/>
          </p:nvGrpSpPr>
          <p:grpSpPr>
            <a:xfrm>
              <a:off x="9418874" y="4299452"/>
              <a:ext cx="2086669" cy="137160"/>
              <a:chOff x="9418874" y="3435398"/>
              <a:chExt cx="2086669" cy="137160"/>
            </a:xfrm>
          </p:grpSpPr>
          <p:sp>
            <p:nvSpPr>
              <p:cNvPr id="1044" name="正方形/長方形 1043">
                <a:extLst>
                  <a:ext uri="{FF2B5EF4-FFF2-40B4-BE49-F238E27FC236}">
                    <ns2:creationId id="{20FF5D75-D3F1-8BC5-CC38-6B93FC178B6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5" name="正方形/長方形 1044">
                <a:extLst>
                  <a:ext uri="{FF2B5EF4-FFF2-40B4-BE49-F238E27FC236}">
                    <ns2:creationId id="{DE170DC9-597F-F290-BD78-B167D922D87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6" name="正方形/長方形 1045">
                <a:extLst>
                  <a:ext uri="{FF2B5EF4-FFF2-40B4-BE49-F238E27FC236}">
                    <ns2:creationId id="{07FF3A15-817F-0510-93A5-7215697B1925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7" name="正方形/長方形 1046">
                <a:extLst>
                  <a:ext uri="{FF2B5EF4-FFF2-40B4-BE49-F238E27FC236}">
                    <ns2:creationId id="{0976EF53-9327-4179-DC6D-236BDC1497E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52B263BA-8B77-4538-41EC-3506EEB367B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BBE12DFE-221B-3D47-C36B-21CB0BA850C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50" name="グループ化 1049">
              <a:extLst>
                <a:ext uri="{FF2B5EF4-FFF2-40B4-BE49-F238E27FC236}">
                  <ns2:creationId id="{FE0AB46F-22C9-583A-613A-3AB314342136}"/>
                </a:ext>
              </a:extLst>
            </p:cNvPr>
            <p:cNvGrpSpPr/>
            <p:nvPr/>
          </p:nvGrpSpPr>
          <p:grpSpPr>
            <a:xfrm>
              <a:off x="9418874" y="4443461"/>
              <a:ext cx="2086669" cy="137160"/>
              <a:chOff x="9418874" y="3435398"/>
              <a:chExt cx="2086669" cy="137160"/>
            </a:xfrm>
          </p:grpSpPr>
          <p:sp>
            <p:nvSpPr>
              <p:cNvPr id="1051" name="正方形/長方形 1050">
                <a:extLst>
                  <a:ext uri="{FF2B5EF4-FFF2-40B4-BE49-F238E27FC236}">
                    <ns2:creationId id="{9E241FD6-2E57-6CD6-7ADB-03B0371F53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12DC4A45-1E26-E9B4-57D4-D855D81FCD4D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88BAABFC-8EBB-AE68-70CD-36BDA9EBB0E0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344329A9-FFF0-5986-3EBE-6BE3B67A8E5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DC9B3BD6-88E7-222A-4A47-B1CEB7D521C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776D1E40-7B9E-ECDF-47A5-9F578B7B94D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73" name="グループ化 1072">
              <a:extLst>
                <a:ext uri="{FF2B5EF4-FFF2-40B4-BE49-F238E27FC236}">
                  <ns2:creationId id="{D5FE0515-00C8-929B-F1CD-0F38232CD92F}"/>
                </a:ext>
              </a:extLst>
            </p:cNvPr>
            <p:cNvGrpSpPr/>
            <p:nvPr/>
          </p:nvGrpSpPr>
          <p:grpSpPr>
            <a:xfrm>
              <a:off x="6996987" y="6168143"/>
              <a:ext cx="4821457" cy="0"/>
              <a:chOff x="6996987" y="6367864"/>
              <a:chExt cx="4821457" cy="0"/>
            </a:xfrm>
          </p:grpSpPr>
          <p:cxnSp>
            <p:nvCxnSpPr>
              <p:cNvPr id="1074" name="直線コネクタ 1073">
                <a:extLst>
                  <a:ext uri="{FF2B5EF4-FFF2-40B4-BE49-F238E27FC236}">
                    <ns2:creationId id="{B4A375A2-5289-FF6C-FB07-DE6143F6BE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5" name="直線コネクタ 1074">
                <a:extLst>
                  <a:ext uri="{FF2B5EF4-FFF2-40B4-BE49-F238E27FC236}">
                    <ns2:creationId id="{78F90111-C1B6-B015-0FF6-41A256D5A7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6" name="直線コネクタ 1075">
                <a:extLst>
                  <a:ext uri="{FF2B5EF4-FFF2-40B4-BE49-F238E27FC236}">
                    <ns2:creationId id="{A3637C00-6FCB-A72F-C457-89AD367CB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7" name="直線コネクタ 1076">
                <a:extLst>
                  <a:ext uri="{FF2B5EF4-FFF2-40B4-BE49-F238E27FC236}">
                    <ns2:creationId id="{96E1E972-1AE4-3F79-C6F7-504BF96676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8" name="直線コネクタ 1077">
                <a:extLst>
                  <a:ext uri="{FF2B5EF4-FFF2-40B4-BE49-F238E27FC236}">
                    <ns2:creationId id="{E00DA45E-6EA1-0667-A2AC-79854E07A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9" name="直線コネクタ 1078">
                <a:extLst>
                  <a:ext uri="{FF2B5EF4-FFF2-40B4-BE49-F238E27FC236}">
                    <ns2:creationId id="{B66E36BB-9E46-B148-8221-F1B39F605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0" name="直線コネクタ 1079">
                <a:extLst>
                  <a:ext uri="{FF2B5EF4-FFF2-40B4-BE49-F238E27FC236}">
                    <ns2:creationId id="{EFA75511-0C9F-B1AF-0299-C934CCD903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1" name="直線コネクタ 1080">
                <a:extLst>
                  <a:ext uri="{FF2B5EF4-FFF2-40B4-BE49-F238E27FC236}">
                    <ns2:creationId id="{D5163AB3-7EBE-FBFD-979A-E9645F39BB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2" name="直線コネクタ 1081">
                <a:extLst>
                  <a:ext uri="{FF2B5EF4-FFF2-40B4-BE49-F238E27FC236}">
                    <ns2:creationId id="{942CF4C5-6694-554B-584C-9A8BFE8615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3" name="直線コネクタ 1082">
                <a:extLst>
                  <a:ext uri="{FF2B5EF4-FFF2-40B4-BE49-F238E27FC236}">
                    <ns2:creationId id="{4A5F25F4-44C3-C707-2045-C91BAD2A6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直線コネクタ 1083">
                <a:extLst>
                  <a:ext uri="{FF2B5EF4-FFF2-40B4-BE49-F238E27FC236}">
                    <ns2:creationId id="{02304C08-D23D-A2A8-9537-1AACAC7E32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5" name="直線コネクタ 1084">
                <a:extLst>
                  <a:ext uri="{FF2B5EF4-FFF2-40B4-BE49-F238E27FC236}">
                    <ns2:creationId id="{0CCAF15C-502D-34F3-762E-03F530160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6" name="直線コネクタ 1085">
                <a:extLst>
                  <a:ext uri="{FF2B5EF4-FFF2-40B4-BE49-F238E27FC236}">
                    <ns2:creationId id="{0DB39AF0-DA65-D901-C5CD-3C490084B2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7" name="直線コネクタ 1086">
                <a:extLst>
                  <a:ext uri="{FF2B5EF4-FFF2-40B4-BE49-F238E27FC236}">
                    <ns2:creationId id="{DE2C6811-7033-AC01-C01E-DEB958A27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3" name="グループ化 1102">
              <a:extLst>
                <a:ext uri="{FF2B5EF4-FFF2-40B4-BE49-F238E27FC236}">
                  <ns2:creationId id="{22994F94-21D8-FB2F-DFB4-D8B3A8690268}"/>
                </a:ext>
              </a:extLst>
            </p:cNvPr>
            <p:cNvGrpSpPr/>
            <p:nvPr/>
          </p:nvGrpSpPr>
          <p:grpSpPr>
            <a:xfrm>
              <a:off x="6996987" y="4728054"/>
              <a:ext cx="4821457" cy="0"/>
              <a:chOff x="6996987" y="6367864"/>
              <a:chExt cx="4821457" cy="0"/>
            </a:xfrm>
          </p:grpSpPr>
          <p:cxnSp>
            <p:nvCxnSpPr>
              <p:cNvPr id="1104" name="直線コネクタ 1103">
                <a:extLst>
                  <a:ext uri="{FF2B5EF4-FFF2-40B4-BE49-F238E27FC236}">
                    <ns2:creationId id="{D1660403-B8E5-0658-11FF-C5621E4A6F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直線コネクタ 1104">
                <a:extLst>
                  <a:ext uri="{FF2B5EF4-FFF2-40B4-BE49-F238E27FC236}">
                    <ns2:creationId id="{5DF63EA2-8CB0-F30A-D6E5-85E9C4141A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直線コネクタ 1105">
                <a:extLst>
                  <a:ext uri="{FF2B5EF4-FFF2-40B4-BE49-F238E27FC236}">
                    <ns2:creationId id="{881A37DE-03AA-5C2A-FE91-A9B5B713AC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7" name="直線コネクタ 1106">
                <a:extLst>
                  <a:ext uri="{FF2B5EF4-FFF2-40B4-BE49-F238E27FC236}">
                    <ns2:creationId id="{19EA31E4-058A-E0C8-ED13-AD52EEAD43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8" name="直線コネクタ 1107">
                <a:extLst>
                  <a:ext uri="{FF2B5EF4-FFF2-40B4-BE49-F238E27FC236}">
                    <ns2:creationId id="{49A740C6-2E6E-A0FD-7D2F-121C30CA6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直線コネクタ 1108">
                <a:extLst>
                  <a:ext uri="{FF2B5EF4-FFF2-40B4-BE49-F238E27FC236}">
                    <ns2:creationId id="{5B952C74-38C3-3A94-CCEE-82AAA3F85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直線コネクタ 1109">
                <a:extLst>
                  <a:ext uri="{FF2B5EF4-FFF2-40B4-BE49-F238E27FC236}">
                    <ns2:creationId id="{9D2549EE-BA75-EA9B-5FFA-04DA1ABF7A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直線コネクタ 1110">
                <a:extLst>
                  <a:ext uri="{FF2B5EF4-FFF2-40B4-BE49-F238E27FC236}">
                    <ns2:creationId id="{9818D6CE-69D8-ED77-B19A-80A9A361A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2" name="直線コネクタ 1111">
                <a:extLst>
                  <a:ext uri="{FF2B5EF4-FFF2-40B4-BE49-F238E27FC236}">
                    <ns2:creationId id="{ED599F05-8FA3-1F11-505E-747F46963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3" name="直線コネクタ 1112">
                <a:extLst>
                  <a:ext uri="{FF2B5EF4-FFF2-40B4-BE49-F238E27FC236}">
                    <ns2:creationId id="{94293E28-826C-C6C6-88B0-0F0EB8DEEE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直線コネクタ 1113">
                <a:extLst>
                  <a:ext uri="{FF2B5EF4-FFF2-40B4-BE49-F238E27FC236}">
                    <ns2:creationId id="{324FECAE-21DE-F973-A5CD-12342E191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直線コネクタ 1114">
                <a:extLst>
                  <a:ext uri="{FF2B5EF4-FFF2-40B4-BE49-F238E27FC236}">
                    <ns2:creationId id="{30CFDF27-BE2F-43BB-3E49-4387F54B5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直線コネクタ 1115">
                <a:extLst>
                  <a:ext uri="{FF2B5EF4-FFF2-40B4-BE49-F238E27FC236}">
                    <ns2:creationId id="{1534C306-C287-AE71-C0A6-8DAECF56B1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直線コネクタ 1116">
                <a:extLst>
                  <a:ext uri="{FF2B5EF4-FFF2-40B4-BE49-F238E27FC236}">
                    <ns2:creationId id="{0DE7D15A-7AD0-C363-9BAA-E105071FD9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8" name="グループ化 1117">
              <a:extLst>
                <a:ext uri="{FF2B5EF4-FFF2-40B4-BE49-F238E27FC236}">
                  <ns2:creationId id="{F0CABC7B-597B-EAD1-E5B6-C3818B1888E2}"/>
                </a:ext>
              </a:extLst>
            </p:cNvPr>
            <p:cNvGrpSpPr/>
            <p:nvPr/>
          </p:nvGrpSpPr>
          <p:grpSpPr>
            <a:xfrm>
              <a:off x="6996986" y="4296028"/>
              <a:ext cx="4821457" cy="0"/>
              <a:chOff x="6996987" y="6367864"/>
              <a:chExt cx="4821457" cy="0"/>
            </a:xfrm>
          </p:grpSpPr>
          <p:cxnSp>
            <p:nvCxnSpPr>
              <p:cNvPr id="1119" name="直線コネクタ 1118">
                <a:extLst>
                  <a:ext uri="{FF2B5EF4-FFF2-40B4-BE49-F238E27FC236}">
                    <ns2:creationId id="{692FCC8A-4E41-A3D6-47C9-97EDD02508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直線コネクタ 1119">
                <a:extLst>
                  <a:ext uri="{FF2B5EF4-FFF2-40B4-BE49-F238E27FC236}">
                    <ns2:creationId id="{A78A6C48-06C1-7179-B54F-BD8DD62531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直線コネクタ 1120">
                <a:extLst>
                  <a:ext uri="{FF2B5EF4-FFF2-40B4-BE49-F238E27FC236}">
                    <ns2:creationId id="{B4F65D0D-3F05-2C1D-15AE-67A6C5702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直線コネクタ 1121">
                <a:extLst>
                  <a:ext uri="{FF2B5EF4-FFF2-40B4-BE49-F238E27FC236}">
                    <ns2:creationId id="{520E8978-35FF-C780-A1D4-56FC77CA10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3" name="直線コネクタ 1122">
                <a:extLst>
                  <a:ext uri="{FF2B5EF4-FFF2-40B4-BE49-F238E27FC236}">
                    <ns2:creationId id="{8B46C932-081D-908E-1F76-2416A232E3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4" name="直線コネクタ 1123">
                <a:extLst>
                  <a:ext uri="{FF2B5EF4-FFF2-40B4-BE49-F238E27FC236}">
                    <ns2:creationId id="{336A468B-8012-FC10-39C1-B9DDBCC98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5" name="直線コネクタ 1124">
                <a:extLst>
                  <a:ext uri="{FF2B5EF4-FFF2-40B4-BE49-F238E27FC236}">
                    <ns2:creationId id="{B30CA9D1-4C35-8144-1699-2FBAD595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6" name="直線コネクタ 1125">
                <a:extLst>
                  <a:ext uri="{FF2B5EF4-FFF2-40B4-BE49-F238E27FC236}">
                    <ns2:creationId id="{647B3D73-2475-76BE-E8EE-7F4B4B9F6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直線コネクタ 1126">
                <a:extLst>
                  <a:ext uri="{FF2B5EF4-FFF2-40B4-BE49-F238E27FC236}">
                    <ns2:creationId id="{FB1A3D63-CEA9-91D7-0EC7-4E6A714F6E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8" name="直線コネクタ 1127">
                <a:extLst>
                  <a:ext uri="{FF2B5EF4-FFF2-40B4-BE49-F238E27FC236}">
                    <ns2:creationId id="{E06E0EB3-FA55-2E8F-99CA-405B1B6BF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9" name="直線コネクタ 1128">
                <a:extLst>
                  <a:ext uri="{FF2B5EF4-FFF2-40B4-BE49-F238E27FC236}">
                    <ns2:creationId id="{7F3E1443-B81F-33E7-5BA9-93C3E5ACFD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0" name="直線コネクタ 1129">
                <a:extLst>
                  <a:ext uri="{FF2B5EF4-FFF2-40B4-BE49-F238E27FC236}">
                    <ns2:creationId id="{03819A74-47AA-9C07-5A4F-EF0FC9BB95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1" name="直線コネクタ 1130">
                <a:extLst>
                  <a:ext uri="{FF2B5EF4-FFF2-40B4-BE49-F238E27FC236}">
                    <ns2:creationId id="{081036BA-2D8C-61AE-521A-7B2B1B6C7C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2" name="直線コネクタ 1131">
                <a:extLst>
                  <a:ext uri="{FF2B5EF4-FFF2-40B4-BE49-F238E27FC236}">
                    <ns2:creationId id="{549B9604-2308-4E55-9709-4DDC816F0D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3" name="グループ化 1132">
              <a:extLst>
                <a:ext uri="{FF2B5EF4-FFF2-40B4-BE49-F238E27FC236}">
                  <ns2:creationId id="{02A8421D-4C9A-E148-EEE1-173016E64703}"/>
                </a:ext>
              </a:extLst>
            </p:cNvPr>
            <p:cNvGrpSpPr/>
            <p:nvPr/>
          </p:nvGrpSpPr>
          <p:grpSpPr>
            <a:xfrm>
              <a:off x="6996987" y="3864001"/>
              <a:ext cx="4821457" cy="0"/>
              <a:chOff x="6996987" y="6367864"/>
              <a:chExt cx="4821457" cy="0"/>
            </a:xfrm>
          </p:grpSpPr>
          <p:cxnSp>
            <p:nvCxnSpPr>
              <p:cNvPr id="1134" name="直線コネクタ 1133">
                <a:extLst>
                  <a:ext uri="{FF2B5EF4-FFF2-40B4-BE49-F238E27FC236}">
                    <ns2:creationId id="{6B3A45AA-B0DC-5ED4-6EB9-0FCC05987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5" name="直線コネクタ 1134">
                <a:extLst>
                  <a:ext uri="{FF2B5EF4-FFF2-40B4-BE49-F238E27FC236}">
                    <ns2:creationId id="{F3473F54-AD3D-1B33-EBDB-E20343BC91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6" name="直線コネクタ 1135">
                <a:extLst>
                  <a:ext uri="{FF2B5EF4-FFF2-40B4-BE49-F238E27FC236}">
                    <ns2:creationId id="{EB2CF378-EB2A-D085-DA34-FCA6004C7B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7" name="直線コネクタ 1136">
                <a:extLst>
                  <a:ext uri="{FF2B5EF4-FFF2-40B4-BE49-F238E27FC236}">
                    <ns2:creationId id="{CF8E0C45-1634-6EBE-29D4-7A5EACCB38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8" name="直線コネクタ 1137">
                <a:extLst>
                  <a:ext uri="{FF2B5EF4-FFF2-40B4-BE49-F238E27FC236}">
                    <ns2:creationId id="{69BD4FEB-639B-F628-E520-5792905BC8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9" name="直線コネクタ 1138">
                <a:extLst>
                  <a:ext uri="{FF2B5EF4-FFF2-40B4-BE49-F238E27FC236}">
                    <ns2:creationId id="{5F47C374-3BC5-C00B-49A5-F7C0B23111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0" name="直線コネクタ 1139">
                <a:extLst>
                  <a:ext uri="{FF2B5EF4-FFF2-40B4-BE49-F238E27FC236}">
                    <ns2:creationId id="{4D69D6D8-715E-437E-0DFC-0F9270EE37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1" name="直線コネクタ 1140">
                <a:extLst>
                  <a:ext uri="{FF2B5EF4-FFF2-40B4-BE49-F238E27FC236}">
                    <ns2:creationId id="{8BA86F60-794B-7311-45D8-322B980249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2" name="直線コネクタ 1141">
                <a:extLst>
                  <a:ext uri="{FF2B5EF4-FFF2-40B4-BE49-F238E27FC236}">
                    <ns2:creationId id="{CF1CEE8E-9274-5846-8CF4-8AF0793C28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3" name="直線コネクタ 1142">
                <a:extLst>
                  <a:ext uri="{FF2B5EF4-FFF2-40B4-BE49-F238E27FC236}">
                    <ns2:creationId id="{E648CFCE-13AB-BDE9-BB31-A923AA6CA7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4" name="直線コネクタ 1143">
                <a:extLst>
                  <a:ext uri="{FF2B5EF4-FFF2-40B4-BE49-F238E27FC236}">
                    <ns2:creationId id="{3020DE33-6F90-9B87-068C-2FC9A54E6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5" name="直線コネクタ 1144">
                <a:extLst>
                  <a:ext uri="{FF2B5EF4-FFF2-40B4-BE49-F238E27FC236}">
                    <ns2:creationId id="{94222D52-3353-A39B-F98B-0F03ACAC0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6" name="直線コネクタ 1145">
                <a:extLst>
                  <a:ext uri="{FF2B5EF4-FFF2-40B4-BE49-F238E27FC236}">
                    <ns2:creationId id="{B4584C5C-DC05-3EC7-8F72-BF6CBE9C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7" name="直線コネクタ 1146">
                <a:extLst>
                  <a:ext uri="{FF2B5EF4-FFF2-40B4-BE49-F238E27FC236}">
                    <ns2:creationId id="{BA9C7A5B-31DE-0D89-E658-1C92DD7EC7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48" name="グループ化 1147">
              <a:extLst>
                <a:ext uri="{FF2B5EF4-FFF2-40B4-BE49-F238E27FC236}">
                  <ns2:creationId id="{89A2D433-AACC-5B73-6D95-4270F7BCC9F8}"/>
                </a:ext>
              </a:extLst>
            </p:cNvPr>
            <p:cNvGrpSpPr/>
            <p:nvPr/>
          </p:nvGrpSpPr>
          <p:grpSpPr>
            <a:xfrm>
              <a:off x="6996986" y="3719991"/>
              <a:ext cx="4821457" cy="0"/>
              <a:chOff x="6996987" y="6367864"/>
              <a:chExt cx="4821457" cy="0"/>
            </a:xfrm>
          </p:grpSpPr>
          <p:cxnSp>
            <p:nvCxnSpPr>
              <p:cNvPr id="1149" name="直線コネクタ 1148">
                <a:extLst>
                  <a:ext uri="{FF2B5EF4-FFF2-40B4-BE49-F238E27FC236}">
                    <ns2:creationId id="{8D7E85E6-A83C-4D94-7641-6A8201579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0" name="直線コネクタ 1149">
                <a:extLst>
                  <a:ext uri="{FF2B5EF4-FFF2-40B4-BE49-F238E27FC236}">
                    <ns2:creationId id="{4826EF2D-4CC9-AAC3-99DA-CAEE905C3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1" name="直線コネクタ 1150">
                <a:extLst>
                  <a:ext uri="{FF2B5EF4-FFF2-40B4-BE49-F238E27FC236}">
                    <ns2:creationId id="{AC7192CF-8F61-CB30-2C73-1AEDED0C4B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2" name="直線コネクタ 1151">
                <a:extLst>
                  <a:ext uri="{FF2B5EF4-FFF2-40B4-BE49-F238E27FC236}">
                    <ns2:creationId id="{9E512F5F-231B-1ADA-8356-3F1D9C97FB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3" name="直線コネクタ 1152">
                <a:extLst>
                  <a:ext uri="{FF2B5EF4-FFF2-40B4-BE49-F238E27FC236}">
                    <ns2:creationId id="{513E47A9-7D06-C54E-AF3A-CC48E5A52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4" name="直線コネクタ 1153">
                <a:extLst>
                  <a:ext uri="{FF2B5EF4-FFF2-40B4-BE49-F238E27FC236}">
                    <ns2:creationId id="{2CBEA169-9A0E-3911-6CDB-FBB795D1F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5" name="直線コネクタ 1154">
                <a:extLst>
                  <a:ext uri="{FF2B5EF4-FFF2-40B4-BE49-F238E27FC236}">
                    <ns2:creationId id="{76199C7F-36DC-2035-D2CC-AB20F07B76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6" name="直線コネクタ 1155">
                <a:extLst>
                  <a:ext uri="{FF2B5EF4-FFF2-40B4-BE49-F238E27FC236}">
                    <ns2:creationId id="{6F884955-0635-7379-5E45-196D0F76A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7" name="直線コネクタ 1156">
                <a:extLst>
                  <a:ext uri="{FF2B5EF4-FFF2-40B4-BE49-F238E27FC236}">
                    <ns2:creationId id="{F29E6929-DDB7-79AB-C8E6-6DEBDF75B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8" name="直線コネクタ 1157">
                <a:extLst>
                  <a:ext uri="{FF2B5EF4-FFF2-40B4-BE49-F238E27FC236}">
                    <ns2:creationId id="{F358D7EB-3B0B-DB94-15C1-A64E996996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9" name="直線コネクタ 1158">
                <a:extLst>
                  <a:ext uri="{FF2B5EF4-FFF2-40B4-BE49-F238E27FC236}">
                    <ns2:creationId id="{B9C458A9-2FA7-4397-C364-BC9781374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0" name="直線コネクタ 1159">
                <a:extLst>
                  <a:ext uri="{FF2B5EF4-FFF2-40B4-BE49-F238E27FC236}">
                    <ns2:creationId id="{65858890-31CF-9CD9-1CC6-E653AA51D1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直線コネクタ 1160">
                <a:extLst>
                  <a:ext uri="{FF2B5EF4-FFF2-40B4-BE49-F238E27FC236}">
                    <ns2:creationId id="{3F3C13F1-03CD-F244-08A6-79295E7840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2" name="直線コネクタ 1161">
                <a:extLst>
                  <a:ext uri="{FF2B5EF4-FFF2-40B4-BE49-F238E27FC236}">
                    <ns2:creationId id="{26BF4AFD-687E-1F10-A6B4-5284FDF800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3" name="グループ化 1162">
              <a:extLst>
                <a:ext uri="{FF2B5EF4-FFF2-40B4-BE49-F238E27FC236}">
                  <ns2:creationId id="{F66DFD6E-5AB3-55D1-12AB-6E712749A22A}"/>
                </a:ext>
              </a:extLst>
            </p:cNvPr>
            <p:cNvGrpSpPr/>
            <p:nvPr/>
          </p:nvGrpSpPr>
          <p:grpSpPr>
            <a:xfrm>
              <a:off x="6996987" y="4872063"/>
              <a:ext cx="4821457" cy="0"/>
              <a:chOff x="6996987" y="6367864"/>
              <a:chExt cx="4821457" cy="0"/>
            </a:xfrm>
          </p:grpSpPr>
          <p:cxnSp>
            <p:nvCxnSpPr>
              <p:cNvPr id="1164" name="直線コネクタ 1163">
                <a:extLst>
                  <a:ext uri="{FF2B5EF4-FFF2-40B4-BE49-F238E27FC236}">
                    <ns2:creationId id="{71394167-F16F-D6C7-FC24-FB89927112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5" name="直線コネクタ 1164">
                <a:extLst>
                  <a:ext uri="{FF2B5EF4-FFF2-40B4-BE49-F238E27FC236}">
                    <ns2:creationId id="{45ED5233-69CE-2C0A-EEF5-CA160E8B98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6" name="直線コネクタ 1165">
                <a:extLst>
                  <a:ext uri="{FF2B5EF4-FFF2-40B4-BE49-F238E27FC236}">
                    <ns2:creationId id="{E9FE2BBA-5D3E-B4F6-C3CA-4C6A2166BF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7" name="直線コネクタ 1166">
                <a:extLst>
                  <a:ext uri="{FF2B5EF4-FFF2-40B4-BE49-F238E27FC236}">
                    <ns2:creationId id="{18864675-C845-1BFC-1A48-BA3999531A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8" name="直線コネクタ 1167">
                <a:extLst>
                  <a:ext uri="{FF2B5EF4-FFF2-40B4-BE49-F238E27FC236}">
                    <ns2:creationId id="{F79296DB-CF98-131C-4A20-586CA01EBB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9" name="直線コネクタ 1168">
                <a:extLst>
                  <a:ext uri="{FF2B5EF4-FFF2-40B4-BE49-F238E27FC236}">
                    <ns2:creationId id="{A9403BA5-98D6-DF8B-F99D-1E608E428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直線コネクタ 1169">
                <a:extLst>
                  <a:ext uri="{FF2B5EF4-FFF2-40B4-BE49-F238E27FC236}">
                    <ns2:creationId id="{31031004-9E4B-2B5C-1725-D0987E82B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1" name="直線コネクタ 1170">
                <a:extLst>
                  <a:ext uri="{FF2B5EF4-FFF2-40B4-BE49-F238E27FC236}">
                    <ns2:creationId id="{1592BFB4-0279-9710-A3F1-1675B9B323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2" name="直線コネクタ 1171">
                <a:extLst>
                  <a:ext uri="{FF2B5EF4-FFF2-40B4-BE49-F238E27FC236}">
                    <ns2:creationId id="{19CC1E82-A77A-4B9E-5140-56BA968F6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3" name="直線コネクタ 1172">
                <a:extLst>
                  <a:ext uri="{FF2B5EF4-FFF2-40B4-BE49-F238E27FC236}">
                    <ns2:creationId id="{5AC3EBE0-219F-7996-F224-518A777F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4" name="直線コネクタ 1173">
                <a:extLst>
                  <a:ext uri="{FF2B5EF4-FFF2-40B4-BE49-F238E27FC236}">
                    <ns2:creationId id="{7417202F-5DD4-27F9-A26F-D6E533467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5" name="直線コネクタ 1174">
                <a:extLst>
                  <a:ext uri="{FF2B5EF4-FFF2-40B4-BE49-F238E27FC236}">
                    <ns2:creationId id="{117202EF-5AC9-07AB-4180-92358CE5F3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6" name="直線コネクタ 1175">
                <a:extLst>
                  <a:ext uri="{FF2B5EF4-FFF2-40B4-BE49-F238E27FC236}">
                    <ns2:creationId id="{3B081F8D-BF72-5F49-C4D3-639F06D4EC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7" name="直線コネクタ 1176">
                <a:extLst>
                  <a:ext uri="{FF2B5EF4-FFF2-40B4-BE49-F238E27FC236}">
                    <ns2:creationId id="{0FC04409-FBF2-E8EC-0401-91267FA02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8" name="グループ化 1177">
              <a:extLst>
                <a:ext uri="{FF2B5EF4-FFF2-40B4-BE49-F238E27FC236}">
                  <ns2:creationId id="{8D2C9B44-376D-3FCD-62C6-8B7B7C906D7C}"/>
                </a:ext>
              </a:extLst>
            </p:cNvPr>
            <p:cNvGrpSpPr/>
            <p:nvPr/>
          </p:nvGrpSpPr>
          <p:grpSpPr>
            <a:xfrm>
              <a:off x="6996987" y="5016072"/>
              <a:ext cx="4821457" cy="0"/>
              <a:chOff x="6996987" y="6367864"/>
              <a:chExt cx="4821457" cy="0"/>
            </a:xfrm>
          </p:grpSpPr>
          <p:cxnSp>
            <p:nvCxnSpPr>
              <p:cNvPr id="1179" name="直線コネクタ 1178">
                <a:extLst>
                  <a:ext uri="{FF2B5EF4-FFF2-40B4-BE49-F238E27FC236}">
                    <ns2:creationId id="{117C0DA8-CF72-5840-B4A4-21B05925E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0" name="直線コネクタ 1179">
                <a:extLst>
                  <a:ext uri="{FF2B5EF4-FFF2-40B4-BE49-F238E27FC236}">
                    <ns2:creationId id="{BB081F70-F255-D177-DF21-352D532307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1" name="直線コネクタ 1180">
                <a:extLst>
                  <a:ext uri="{FF2B5EF4-FFF2-40B4-BE49-F238E27FC236}">
                    <ns2:creationId id="{8AA291DB-4D84-3E8F-1704-B1A3EE588F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2" name="直線コネクタ 1181">
                <a:extLst>
                  <a:ext uri="{FF2B5EF4-FFF2-40B4-BE49-F238E27FC236}">
                    <ns2:creationId id="{DB02EDA4-53A4-AD75-535D-A5505A992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3" name="直線コネクタ 1182">
                <a:extLst>
                  <a:ext uri="{FF2B5EF4-FFF2-40B4-BE49-F238E27FC236}">
                    <ns2:creationId id="{FCA47404-B616-9E0F-5559-779782A85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4" name="直線コネクタ 1183">
                <a:extLst>
                  <a:ext uri="{FF2B5EF4-FFF2-40B4-BE49-F238E27FC236}">
                    <ns2:creationId id="{0FEA02D2-F5AE-D8D4-6B71-A834ED227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5" name="直線コネクタ 1184">
                <a:extLst>
                  <a:ext uri="{FF2B5EF4-FFF2-40B4-BE49-F238E27FC236}">
                    <ns2:creationId id="{9A0D360A-3780-0DA9-355D-F6CFC68647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6" name="直線コネクタ 1185">
                <a:extLst>
                  <a:ext uri="{FF2B5EF4-FFF2-40B4-BE49-F238E27FC236}">
                    <ns2:creationId id="{0BCB7791-7F47-3CE8-B884-D7EB9565E7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7" name="直線コネクタ 1186">
                <a:extLst>
                  <a:ext uri="{FF2B5EF4-FFF2-40B4-BE49-F238E27FC236}">
                    <ns2:creationId id="{7D242384-28C3-A788-9598-71C73D00E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直線コネクタ 1187">
                <a:extLst>
                  <a:ext uri="{FF2B5EF4-FFF2-40B4-BE49-F238E27FC236}">
                    <ns2:creationId id="{6BECBBCE-54EE-BF2C-E7F0-FF05264DE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9" name="直線コネクタ 1188">
                <a:extLst>
                  <a:ext uri="{FF2B5EF4-FFF2-40B4-BE49-F238E27FC236}">
                    <ns2:creationId id="{38C1E249-28AF-3ED6-0DC8-7E56F42CE9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0" name="直線コネクタ 1189">
                <a:extLst>
                  <a:ext uri="{FF2B5EF4-FFF2-40B4-BE49-F238E27FC236}">
                    <ns2:creationId id="{1A382EA0-EB13-4443-A169-4299645A75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1" name="直線コネクタ 1190">
                <a:extLst>
                  <a:ext uri="{FF2B5EF4-FFF2-40B4-BE49-F238E27FC236}">
                    <ns2:creationId id="{FF9DB30A-BF24-1F6A-EACA-2A69E609C3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2" name="直線コネクタ 1191">
                <a:extLst>
                  <a:ext uri="{FF2B5EF4-FFF2-40B4-BE49-F238E27FC236}">
                    <ns2:creationId id="{E352D49F-99D7-0867-F539-FDA1089F8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3" name="グループ化 1192">
              <a:extLst>
                <a:ext uri="{FF2B5EF4-FFF2-40B4-BE49-F238E27FC236}">
                  <ns2:creationId id="{5A2765D7-D548-DCC8-F713-888B4BBB7172}"/>
                </a:ext>
              </a:extLst>
            </p:cNvPr>
            <p:cNvGrpSpPr/>
            <p:nvPr/>
          </p:nvGrpSpPr>
          <p:grpSpPr>
            <a:xfrm>
              <a:off x="6996987" y="5160081"/>
              <a:ext cx="4821457" cy="0"/>
              <a:chOff x="6996987" y="6367864"/>
              <a:chExt cx="4821457" cy="0"/>
            </a:xfrm>
          </p:grpSpPr>
          <p:cxnSp>
            <p:nvCxnSpPr>
              <p:cNvPr id="1194" name="直線コネクタ 1193">
                <a:extLst>
                  <a:ext uri="{FF2B5EF4-FFF2-40B4-BE49-F238E27FC236}">
                    <ns2:creationId id="{F2D00907-AD7C-66D8-47AB-0D1FC8382B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5" name="直線コネクタ 1194">
                <a:extLst>
                  <a:ext uri="{FF2B5EF4-FFF2-40B4-BE49-F238E27FC236}">
                    <ns2:creationId id="{C4854D41-A62E-DA3B-F1BC-AF70377558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6" name="直線コネクタ 1195">
                <a:extLst>
                  <a:ext uri="{FF2B5EF4-FFF2-40B4-BE49-F238E27FC236}">
                    <ns2:creationId id="{09A4C8A4-70F4-49B1-4D9E-3DF8051EC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直線コネクタ 1196">
                <a:extLst>
                  <a:ext uri="{FF2B5EF4-FFF2-40B4-BE49-F238E27FC236}">
                    <ns2:creationId id="{70B59F44-5401-D3F6-5BB9-F1B9CCA2E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8" name="直線コネクタ 1197">
                <a:extLst>
                  <a:ext uri="{FF2B5EF4-FFF2-40B4-BE49-F238E27FC236}">
                    <ns2:creationId id="{DAC52D15-1E5B-0FD5-F2B3-9E0523D5CB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9" name="直線コネクタ 1198">
                <a:extLst>
                  <a:ext uri="{FF2B5EF4-FFF2-40B4-BE49-F238E27FC236}">
                    <ns2:creationId id="{FDEAB11C-6178-A328-B5DD-75E5E27AF8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0" name="直線コネクタ 1199">
                <a:extLst>
                  <a:ext uri="{FF2B5EF4-FFF2-40B4-BE49-F238E27FC236}">
                    <ns2:creationId id="{712311A5-EF17-9795-CAA9-F50F2D0CE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1" name="直線コネクタ 1200">
                <a:extLst>
                  <a:ext uri="{FF2B5EF4-FFF2-40B4-BE49-F238E27FC236}">
                    <ns2:creationId id="{DB7DC8F4-FD24-462C-302B-0BD5095FC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2" name="直線コネクタ 1201">
                <a:extLst>
                  <a:ext uri="{FF2B5EF4-FFF2-40B4-BE49-F238E27FC236}">
                    <ns2:creationId id="{26EE1CBF-536C-03F0-EC46-6107795C8E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3" name="直線コネクタ 1202">
                <a:extLst>
                  <a:ext uri="{FF2B5EF4-FFF2-40B4-BE49-F238E27FC236}">
                    <ns2:creationId id="{5C9B25DE-A99D-91F6-FEF7-EF8C00E00B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4" name="直線コネクタ 1203">
                <a:extLst>
                  <a:ext uri="{FF2B5EF4-FFF2-40B4-BE49-F238E27FC236}">
                    <ns2:creationId id="{A5380331-7F10-64BE-BCD7-2B95CADA2B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5" name="直線コネクタ 1204">
                <a:extLst>
                  <a:ext uri="{FF2B5EF4-FFF2-40B4-BE49-F238E27FC236}">
                    <ns2:creationId id="{110BD1A2-FD2C-BA38-8D52-34F37A65FB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直線コネクタ 1205">
                <a:extLst>
                  <a:ext uri="{FF2B5EF4-FFF2-40B4-BE49-F238E27FC236}">
                    <ns2:creationId id="{9E6FD346-AD4B-A8A5-7B22-448FA193FF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7" name="直線コネクタ 1206">
                <a:extLst>
                  <a:ext uri="{FF2B5EF4-FFF2-40B4-BE49-F238E27FC236}">
                    <ns2:creationId id="{EA2BF818-0A36-EE04-862C-5F90FA367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8" name="グループ化 1207">
              <a:extLst>
                <a:ext uri="{FF2B5EF4-FFF2-40B4-BE49-F238E27FC236}">
                  <ns2:creationId id="{8F146A67-02CD-B268-9ED5-6DDE122308DC}"/>
                </a:ext>
              </a:extLst>
            </p:cNvPr>
            <p:cNvGrpSpPr/>
            <p:nvPr/>
          </p:nvGrpSpPr>
          <p:grpSpPr>
            <a:xfrm>
              <a:off x="6996987" y="5304090"/>
              <a:ext cx="4821457" cy="0"/>
              <a:chOff x="6996987" y="6367864"/>
              <a:chExt cx="4821457" cy="0"/>
            </a:xfrm>
          </p:grpSpPr>
          <p:cxnSp>
            <p:nvCxnSpPr>
              <p:cNvPr id="1209" name="直線コネクタ 1208">
                <a:extLst>
                  <a:ext uri="{FF2B5EF4-FFF2-40B4-BE49-F238E27FC236}">
                    <ns2:creationId id="{5092E6F3-7DB3-DBCD-0D5A-9B041BAAA5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0" name="直線コネクタ 1209">
                <a:extLst>
                  <a:ext uri="{FF2B5EF4-FFF2-40B4-BE49-F238E27FC236}">
                    <ns2:creationId id="{ECBD7308-AA50-86DB-CA88-FA8AD4333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1" name="直線コネクタ 1210">
                <a:extLst>
                  <a:ext uri="{FF2B5EF4-FFF2-40B4-BE49-F238E27FC236}">
                    <ns2:creationId id="{5178EC4A-CC98-158B-B2ED-C475F9C6D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2" name="直線コネクタ 1211">
                <a:extLst>
                  <a:ext uri="{FF2B5EF4-FFF2-40B4-BE49-F238E27FC236}">
                    <ns2:creationId id="{811AB5DD-8C41-B537-8E60-A6A1CDB493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3" name="直線コネクタ 1212">
                <a:extLst>
                  <a:ext uri="{FF2B5EF4-FFF2-40B4-BE49-F238E27FC236}">
                    <ns2:creationId id="{5474CBA1-6989-8D71-B90C-82E9DB81F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4" name="直線コネクタ 1213">
                <a:extLst>
                  <a:ext uri="{FF2B5EF4-FFF2-40B4-BE49-F238E27FC236}">
                    <ns2:creationId id="{EF52FED6-A1FD-FCDA-934D-C03AD52BE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直線コネクタ 1214">
                <a:extLst>
                  <a:ext uri="{FF2B5EF4-FFF2-40B4-BE49-F238E27FC236}">
                    <ns2:creationId id="{B65FD97A-B116-0641-687E-AFB364C8C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6" name="直線コネクタ 1215">
                <a:extLst>
                  <a:ext uri="{FF2B5EF4-FFF2-40B4-BE49-F238E27FC236}">
                    <ns2:creationId id="{25C02EF3-BC60-7D48-BDBD-29D085DB56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7" name="直線コネクタ 1216">
                <a:extLst>
                  <a:ext uri="{FF2B5EF4-FFF2-40B4-BE49-F238E27FC236}">
                    <ns2:creationId id="{61CE466B-4A72-8B59-24DF-EB540D60B5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8" name="直線コネクタ 1217">
                <a:extLst>
                  <a:ext uri="{FF2B5EF4-FFF2-40B4-BE49-F238E27FC236}">
                    <ns2:creationId id="{D8C3EBCB-E2A2-0992-60E2-361871085C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9" name="直線コネクタ 1218">
                <a:extLst>
                  <a:ext uri="{FF2B5EF4-FFF2-40B4-BE49-F238E27FC236}">
                    <ns2:creationId id="{4FBECDA9-AC93-F743-ED72-DB9DB8BFF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0" name="直線コネクタ 1219">
                <a:extLst>
                  <a:ext uri="{FF2B5EF4-FFF2-40B4-BE49-F238E27FC236}">
                    <ns2:creationId id="{9384CB02-6C08-1F6C-B4FA-D5F79E99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1" name="直線コネクタ 1220">
                <a:extLst>
                  <a:ext uri="{FF2B5EF4-FFF2-40B4-BE49-F238E27FC236}">
                    <ns2:creationId id="{C38F4E80-037A-D86C-4060-52D7359C7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2" name="直線コネクタ 1221">
                <a:extLst>
                  <a:ext uri="{FF2B5EF4-FFF2-40B4-BE49-F238E27FC236}">
                    <ns2:creationId id="{0D35ACE2-E1CA-5647-092D-A321AB5C47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3" name="グループ化 1222">
              <a:extLst>
                <a:ext uri="{FF2B5EF4-FFF2-40B4-BE49-F238E27FC236}">
                  <ns2:creationId id="{F0708434-A6DD-769E-B7AF-E000F4C10BD9}"/>
                </a:ext>
              </a:extLst>
            </p:cNvPr>
            <p:cNvGrpSpPr/>
            <p:nvPr/>
          </p:nvGrpSpPr>
          <p:grpSpPr>
            <a:xfrm>
              <a:off x="6996987" y="5736118"/>
              <a:ext cx="4821457" cy="0"/>
              <a:chOff x="6996987" y="6367864"/>
              <a:chExt cx="4821457" cy="0"/>
            </a:xfrm>
          </p:grpSpPr>
          <p:cxnSp>
            <p:nvCxnSpPr>
              <p:cNvPr id="1224" name="直線コネクタ 1223">
                <a:extLst>
                  <a:ext uri="{FF2B5EF4-FFF2-40B4-BE49-F238E27FC236}">
                    <ns2:creationId id="{B596D3EB-C4B8-90EB-2260-5DB9D62207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5" name="直線コネクタ 1224">
                <a:extLst>
                  <a:ext uri="{FF2B5EF4-FFF2-40B4-BE49-F238E27FC236}">
                    <ns2:creationId id="{F84716D7-1DFF-E0E8-D33D-26802B4C01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6" name="直線コネクタ 1225">
                <a:extLst>
                  <a:ext uri="{FF2B5EF4-FFF2-40B4-BE49-F238E27FC236}">
                    <ns2:creationId id="{DE06D5DE-2CC4-5549-3A25-D485A5A91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7" name="直線コネクタ 1226">
                <a:extLst>
                  <a:ext uri="{FF2B5EF4-FFF2-40B4-BE49-F238E27FC236}">
                    <ns2:creationId id="{AEC2AE41-86FC-8042-2D87-B62487D755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8" name="直線コネクタ 1227">
                <a:extLst>
                  <a:ext uri="{FF2B5EF4-FFF2-40B4-BE49-F238E27FC236}">
                    <ns2:creationId id="{51D8A844-8D71-80FD-9884-D9D0B5DD1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9" name="直線コネクタ 1228">
                <a:extLst>
                  <a:ext uri="{FF2B5EF4-FFF2-40B4-BE49-F238E27FC236}">
                    <ns2:creationId id="{BE6EC2F4-4DEF-0EE4-14B1-7FC91BA1A0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0" name="直線コネクタ 1229">
                <a:extLst>
                  <a:ext uri="{FF2B5EF4-FFF2-40B4-BE49-F238E27FC236}">
                    <ns2:creationId id="{60C9F885-9C08-F2B4-4E1F-9840E67A44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1" name="直線コネクタ 1230">
                <a:extLst>
                  <a:ext uri="{FF2B5EF4-FFF2-40B4-BE49-F238E27FC236}">
                    <ns2:creationId id="{272DE575-DF54-D82D-6EE3-4C72648F6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2" name="直線コネクタ 1231">
                <a:extLst>
                  <a:ext uri="{FF2B5EF4-FFF2-40B4-BE49-F238E27FC236}">
                    <ns2:creationId id="{65C102B5-0C28-0146-B473-EB851DAC14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3" name="直線コネクタ 1232">
                <a:extLst>
                  <a:ext uri="{FF2B5EF4-FFF2-40B4-BE49-F238E27FC236}">
                    <ns2:creationId id="{6F3EE3DF-3CC3-F528-AA26-196F6C8CF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4" name="直線コネクタ 1233">
                <a:extLst>
                  <a:ext uri="{FF2B5EF4-FFF2-40B4-BE49-F238E27FC236}">
                    <ns2:creationId id="{4A4A9CEC-DA3E-133B-FF6D-43CE4FCC23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5" name="直線コネクタ 1234">
                <a:extLst>
                  <a:ext uri="{FF2B5EF4-FFF2-40B4-BE49-F238E27FC236}">
                    <ns2:creationId id="{9D147599-4775-372C-EC85-D49952057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6" name="直線コネクタ 1235">
                <a:extLst>
                  <a:ext uri="{FF2B5EF4-FFF2-40B4-BE49-F238E27FC236}">
                    <ns2:creationId id="{B80A1393-F5E6-9A7D-95A6-E7F9CFC670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7" name="直線コネクタ 1236">
                <a:extLst>
                  <a:ext uri="{FF2B5EF4-FFF2-40B4-BE49-F238E27FC236}">
                    <ns2:creationId id="{F6D13FB2-1DCB-4F0C-5CE3-F19FCD7965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80798943"/>
      </p:ext>
    </p:extLst>
  </p:cSld>
  <p:clrMapOvr>
    <a:masterClrMapping/>
  </p:clrMapOvr>
</p:sld>
</file>

<file path=ppt/slides/slide30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766730F-B5A3-8B8D-BA25-8D2208679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7820B4-C364-499C-E832-7560A8EF3E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グループ化 3">
            <a:extLst>
              <a:ext uri="{FF2B5EF4-FFF2-40B4-BE49-F238E27FC236}">
                <ns2:creationId id="{43713635-FE54-70F7-8534-C1BD42CD902D}"/>
              </a:ext>
            </a:extLst>
          </p:cNvPr>
          <p:cNvGrpSpPr/>
          <p:nvPr/>
        </p:nvGrpSpPr>
        <p:grpSpPr>
          <a:xfrm>
            <a:off x="334962" y="1628775"/>
            <a:ext cx="5726207" cy="376670"/>
            <a:chOff x="334962" y="1628775"/>
            <a:chExt cx="6200920" cy="376670"/>
          </a:xfrm>
        </p:grpSpPr>
        <p:cxnSp>
          <p:nvCxnSpPr>
            <p:cNvPr id="6" name="直線コネクタ 5">
              <a:extLst>
                <a:ext uri="{FF2B5EF4-FFF2-40B4-BE49-F238E27FC236}">
                  <ns2:creationId id="{AE9ECA69-3950-6356-0AF0-19A2732B1573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584FC85-0FF5-ED95-7131-301EC245DB8E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C413DD8B-39B4-EE51-500F-B4570EAAB639}"/>
              </a:ext>
            </a:extLst>
          </p:cNvPr>
          <p:cNvGrpSpPr/>
          <p:nvPr/>
        </p:nvGrpSpPr>
        <p:grpSpPr>
          <a:xfrm>
            <a:off x="6096000" y="1628775"/>
            <a:ext cx="5761037" cy="376670"/>
            <a:chOff x="334962" y="1628775"/>
            <a:chExt cx="6200920" cy="376670"/>
          </a:xfrm>
        </p:grpSpPr>
        <p:cxnSp>
          <p:nvCxnSpPr>
            <p:cNvPr id="39" name="直線コネクタ 38">
              <a:extLst>
                <a:ext uri="{FF2B5EF4-FFF2-40B4-BE49-F238E27FC236}">
                  <ns2:creationId id="{737B8B35-468F-A2D8-A991-C9C5CC129CB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テキスト ボックス 40">
              <a:extLst>
                <a:ext uri="{FF2B5EF4-FFF2-40B4-BE49-F238E27FC236}">
                  <ns2:creationId id="{F029344F-03BE-8506-11A8-789F5FFF12EA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CDDD9E51-AEEB-4251-E02E-C1503D3F3934}"/>
              </a:ext>
            </a:extLst>
          </p:cNvPr>
          <p:cNvGrpSpPr/>
          <p:nvPr/>
        </p:nvGrpSpPr>
        <p:grpSpPr>
          <a:xfrm>
            <a:off x="334962" y="2049754"/>
            <a:ext cx="5696901" cy="1388896"/>
            <a:chOff x="334962" y="2049754"/>
            <a:chExt cx="5696901" cy="1388896"/>
          </a:xfrm>
        </p:grpSpPr>
        <p:sp>
          <p:nvSpPr>
            <p:cNvPr id="48" name="四角形: 角を丸くする 47">
              <a:extLst>
                <a:ext uri="{FF2B5EF4-FFF2-40B4-BE49-F238E27FC236}">
                  <ns2:creationId id="{EB4109C8-275E-6998-FBB9-B501B10F4099}"/>
                </a:ext>
              </a:extLst>
            </p:cNvPr>
            <p:cNvSpPr/>
            <p:nvPr/>
          </p:nvSpPr>
          <p:spPr>
            <a:xfrm>
              <a:off x="334962" y="2049754"/>
              <a:ext cx="5666445" cy="1388896"/>
            </a:xfrm>
            <a:prstGeom prst="roundRect">
              <a:avLst>
                <a:gd name="adj" fmla="val 8263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四角形: 角を丸くする 48">
              <a:extLst>
                <a:ext uri="{FF2B5EF4-FFF2-40B4-BE49-F238E27FC236}">
                  <ns2:creationId id="{E2BBA66F-ED40-7072-76F0-5A9232F72B52}"/>
                </a:ext>
              </a:extLst>
            </p:cNvPr>
            <p:cNvSpPr/>
            <p:nvPr/>
          </p:nvSpPr>
          <p:spPr>
            <a:xfrm>
              <a:off x="462505" y="2145509"/>
              <a:ext cx="1141724" cy="299587"/>
            </a:xfrm>
            <a:prstGeom prst="roundRect">
              <a:avLst>
                <a:gd name="adj" fmla="val 31928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1B125609-688D-DEA6-1FF2-A0238BD96482}"/>
                </a:ext>
              </a:extLst>
            </p:cNvPr>
            <p:cNvSpPr/>
            <p:nvPr/>
          </p:nvSpPr>
          <p:spPr>
            <a:xfrm>
              <a:off x="669106" y="2659117"/>
              <a:ext cx="681906" cy="23013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8A1D5BC-3B0F-68F6-E167-515D39E865FB}"/>
                </a:ext>
              </a:extLst>
            </p:cNvPr>
            <p:cNvSpPr/>
            <p:nvPr/>
          </p:nvSpPr>
          <p:spPr>
            <a:xfrm>
              <a:off x="567559" y="2984938"/>
              <a:ext cx="2385848" cy="3113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14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9BB1CD76-3791-829B-8AC3-52DC23381C67}"/>
                </a:ext>
              </a:extLst>
            </p:cNvPr>
            <p:cNvSpPr/>
            <p:nvPr/>
          </p:nvSpPr>
          <p:spPr>
            <a:xfrm>
              <a:off x="3065652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FFDAC872-F70D-49A2-BD58-EE54B8D0C864}"/>
                </a:ext>
              </a:extLst>
            </p:cNvPr>
            <p:cNvSpPr/>
            <p:nvPr/>
          </p:nvSpPr>
          <p:spPr>
            <a:xfrm>
              <a:off x="3065652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EFB4A6D6-690D-C859-69A0-5EC8F7BEE8B0}"/>
                </a:ext>
              </a:extLst>
            </p:cNvPr>
            <p:cNvCxnSpPr/>
            <p:nvPr/>
          </p:nvCxnSpPr>
          <p:spPr>
            <a:xfrm>
              <a:off x="3117548" y="2301098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8A3AE468-4CD9-D67C-9A75-BA75FD36ADD8}"/>
                </a:ext>
              </a:extLst>
            </p:cNvPr>
            <p:cNvSpPr/>
            <p:nvPr/>
          </p:nvSpPr>
          <p:spPr>
            <a:xfrm>
              <a:off x="4701184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1902DE7E-4F9D-0C5C-E7A4-529B335D733C}"/>
                </a:ext>
              </a:extLst>
            </p:cNvPr>
            <p:cNvSpPr/>
            <p:nvPr/>
          </p:nvSpPr>
          <p:spPr>
            <a:xfrm>
              <a:off x="4701184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8" name="直線コネクタ 57">
              <a:extLst>
                <a:ext uri="{FF2B5EF4-FFF2-40B4-BE49-F238E27FC236}">
                  <ns2:creationId id="{CF826401-220B-0112-74E1-29049D7F2F3D}"/>
                </a:ext>
              </a:extLst>
            </p:cNvPr>
            <p:cNvCxnSpPr/>
            <p:nvPr/>
          </p:nvCxnSpPr>
          <p:spPr>
            <a:xfrm>
              <a:off x="4672641" y="230109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8A0353C5-02C2-8276-59DF-70F3B961E0A3}"/>
                </a:ext>
              </a:extLst>
            </p:cNvPr>
            <p:cNvSpPr/>
            <p:nvPr/>
          </p:nvSpPr>
          <p:spPr>
            <a:xfrm>
              <a:off x="4512228" y="2509835"/>
              <a:ext cx="1519635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8A6C9F2-2199-E78C-E390-8134C0CA19FA}"/>
                </a:ext>
              </a:extLst>
            </p:cNvPr>
            <p:cNvSpPr/>
            <p:nvPr/>
          </p:nvSpPr>
          <p:spPr>
            <a:xfrm>
              <a:off x="4701184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" name="直線コネクタ 60">
              <a:extLst>
                <a:ext uri="{FF2B5EF4-FFF2-40B4-BE49-F238E27FC236}">
                  <ns2:creationId id="{0EB217BF-0607-8FA8-F272-8C3A1A31732B}"/>
                </a:ext>
              </a:extLst>
            </p:cNvPr>
            <p:cNvCxnSpPr/>
            <p:nvPr/>
          </p:nvCxnSpPr>
          <p:spPr>
            <a:xfrm>
              <a:off x="4672641" y="2711277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>
              <a:extLst>
                <a:ext uri="{FF2B5EF4-FFF2-40B4-BE49-F238E27FC236}">
                  <ns2:creationId id="{EADB12A7-CB72-3B6C-54D2-0BFAAB0FFB56}"/>
                </a:ext>
              </a:extLst>
            </p:cNvPr>
            <p:cNvSpPr/>
            <p:nvPr/>
          </p:nvSpPr>
          <p:spPr>
            <a:xfrm>
              <a:off x="3065652" y="2509835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1507A443-741A-8851-7E21-7C7CDADD3E94}"/>
                </a:ext>
              </a:extLst>
            </p:cNvPr>
            <p:cNvSpPr/>
            <p:nvPr/>
          </p:nvSpPr>
          <p:spPr>
            <a:xfrm>
              <a:off x="3065652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A0C4831D-CDBB-C7AA-72E0-746CFE265551}"/>
                </a:ext>
              </a:extLst>
            </p:cNvPr>
            <p:cNvCxnSpPr/>
            <p:nvPr/>
          </p:nvCxnSpPr>
          <p:spPr>
            <a:xfrm>
              <a:off x="3117548" y="2711277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4191CCE6-008F-916C-B65B-0ED5F22288C4}"/>
                </a:ext>
              </a:extLst>
            </p:cNvPr>
            <p:cNvSpPr/>
            <p:nvPr/>
          </p:nvSpPr>
          <p:spPr>
            <a:xfrm>
              <a:off x="3008566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84211F6-77F3-5CDD-011A-1AE67CD47425}"/>
                </a:ext>
              </a:extLst>
            </p:cNvPr>
            <p:cNvSpPr/>
            <p:nvPr/>
          </p:nvSpPr>
          <p:spPr>
            <a:xfrm>
              <a:off x="3037109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7838DDC6-DAB1-0572-2356-677FCF04142C}"/>
                </a:ext>
              </a:extLst>
            </p:cNvPr>
            <p:cNvCxnSpPr>
              <a:cxnSpLocks/>
            </p:cNvCxnSpPr>
            <p:nvPr/>
          </p:nvCxnSpPr>
          <p:spPr>
            <a:xfrm>
              <a:off x="3037109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3D09AD03-1ECD-8F05-1F29-806DE0F52F63}"/>
                </a:ext>
              </a:extLst>
            </p:cNvPr>
            <p:cNvSpPr/>
            <p:nvPr/>
          </p:nvSpPr>
          <p:spPr>
            <a:xfrm>
              <a:off x="4644098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357A1D57-23A3-33D0-2800-060751AD5A47}"/>
                </a:ext>
              </a:extLst>
            </p:cNvPr>
            <p:cNvSpPr/>
            <p:nvPr/>
          </p:nvSpPr>
          <p:spPr>
            <a:xfrm>
              <a:off x="4672641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37B26105-D3B1-0C6C-9821-D1EA7F7DB7E0}"/>
                </a:ext>
              </a:extLst>
            </p:cNvPr>
            <p:cNvCxnSpPr>
              <a:cxnSpLocks/>
            </p:cNvCxnSpPr>
            <p:nvPr/>
          </p:nvCxnSpPr>
          <p:spPr>
            <a:xfrm>
              <a:off x="4672641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470560D6-AAC9-61D9-D83C-411B178E83D8}"/>
              </a:ext>
            </a:extLst>
          </p:cNvPr>
          <p:cNvGrpSpPr/>
          <p:nvPr/>
        </p:nvGrpSpPr>
        <p:grpSpPr>
          <a:xfrm>
            <a:off x="334963" y="3493195"/>
            <a:ext cx="5726206" cy="2810952"/>
            <a:chOff x="334963" y="3493195"/>
            <a:chExt cx="5726206" cy="2810952"/>
          </a:xfrm>
        </p:grpSpPr>
        <p:sp>
          <p:nvSpPr>
            <p:cNvPr id="72" name="正方形/長方形 71">
              <a:extLst>
                <a:ext uri="{FF2B5EF4-FFF2-40B4-BE49-F238E27FC236}">
                  <ns2:creationId id="{C6E3476E-EEAC-4951-C7A1-D138644C60C6}"/>
                </a:ext>
              </a:extLst>
            </p:cNvPr>
            <p:cNvSpPr/>
            <p:nvPr/>
          </p:nvSpPr>
          <p:spPr>
            <a:xfrm>
              <a:off x="33496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9743CDE7-FD69-905C-0FBD-C9D44E0759EE}"/>
                </a:ext>
              </a:extLst>
            </p:cNvPr>
            <p:cNvSpPr/>
            <p:nvPr/>
          </p:nvSpPr>
          <p:spPr>
            <a:xfrm>
              <a:off x="334963" y="38100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45761E10-492C-7157-E6C5-D5D752506F40}"/>
                </a:ext>
              </a:extLst>
            </p:cNvPr>
            <p:cNvSpPr/>
            <p:nvPr/>
          </p:nvSpPr>
          <p:spPr>
            <a:xfrm>
              <a:off x="334963" y="40411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E8D24AA4-D914-D4CB-043F-DFF0C92AAE76}"/>
                </a:ext>
              </a:extLst>
            </p:cNvPr>
            <p:cNvSpPr/>
            <p:nvPr/>
          </p:nvSpPr>
          <p:spPr>
            <a:xfrm>
              <a:off x="334963" y="42723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EAC8A6F-A2C7-AB5F-4D4D-C40C8A0A95EF}"/>
                </a:ext>
              </a:extLst>
            </p:cNvPr>
            <p:cNvSpPr/>
            <p:nvPr/>
          </p:nvSpPr>
          <p:spPr>
            <a:xfrm>
              <a:off x="334963" y="450342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6FC458E4-9DA6-3CA1-EA84-3C45C957833B}"/>
                </a:ext>
              </a:extLst>
            </p:cNvPr>
            <p:cNvSpPr/>
            <p:nvPr/>
          </p:nvSpPr>
          <p:spPr>
            <a:xfrm>
              <a:off x="334963" y="473454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98C81E6-1C2E-AF34-6AF9-A083943EA5DF}"/>
                </a:ext>
              </a:extLst>
            </p:cNvPr>
            <p:cNvSpPr/>
            <p:nvPr/>
          </p:nvSpPr>
          <p:spPr>
            <a:xfrm>
              <a:off x="334963" y="49656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187326C-06FF-D068-BBBE-DE89038B88D6}"/>
                </a:ext>
              </a:extLst>
            </p:cNvPr>
            <p:cNvSpPr/>
            <p:nvPr/>
          </p:nvSpPr>
          <p:spPr>
            <a:xfrm>
              <a:off x="334963" y="51967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807476D-81F1-BC40-3473-8CC2147A3341}"/>
                </a:ext>
              </a:extLst>
            </p:cNvPr>
            <p:cNvSpPr/>
            <p:nvPr/>
          </p:nvSpPr>
          <p:spPr>
            <a:xfrm>
              <a:off x="334963" y="54279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4C167227-E3C5-A690-0A1F-C138BCEAE21E}"/>
                </a:ext>
              </a:extLst>
            </p:cNvPr>
            <p:cNvSpPr/>
            <p:nvPr/>
          </p:nvSpPr>
          <p:spPr>
            <a:xfrm>
              <a:off x="334963" y="565902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FA1AC1EB-C2DE-E42D-B574-93818F56B54C}"/>
                </a:ext>
              </a:extLst>
            </p:cNvPr>
            <p:cNvSpPr/>
            <p:nvPr/>
          </p:nvSpPr>
          <p:spPr>
            <a:xfrm>
              <a:off x="334963" y="589014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5119B8C2-73AA-7052-7F2C-B98CE21BA46F}"/>
                </a:ext>
              </a:extLst>
            </p:cNvPr>
            <p:cNvSpPr/>
            <p:nvPr/>
          </p:nvSpPr>
          <p:spPr>
            <a:xfrm>
              <a:off x="334963" y="6121267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476DFA93-8B9C-3CDA-6E56-A29C5F6A68C7}"/>
                </a:ext>
              </a:extLst>
            </p:cNvPr>
            <p:cNvSpPr/>
            <p:nvPr/>
          </p:nvSpPr>
          <p:spPr>
            <a:xfrm>
              <a:off x="106124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D731F95-AF0E-32BB-5176-8A501965652F}"/>
                </a:ext>
              </a:extLst>
            </p:cNvPr>
            <p:cNvSpPr/>
            <p:nvPr/>
          </p:nvSpPr>
          <p:spPr>
            <a:xfrm>
              <a:off x="106051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00F57A3E-E331-43A3-2901-CC63E44C1004}"/>
                </a:ext>
              </a:extLst>
            </p:cNvPr>
            <p:cNvSpPr/>
            <p:nvPr/>
          </p:nvSpPr>
          <p:spPr>
            <a:xfrm>
              <a:off x="1788245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7524B301-55F4-55AD-B5FF-420D4EA9B156}"/>
                </a:ext>
              </a:extLst>
            </p:cNvPr>
            <p:cNvSpPr/>
            <p:nvPr/>
          </p:nvSpPr>
          <p:spPr>
            <a:xfrm>
              <a:off x="178679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D8CCCF9-879B-F2B9-2D06-6BB6700FB8D7}"/>
                </a:ext>
              </a:extLst>
            </p:cNvPr>
            <p:cNvSpPr/>
            <p:nvPr/>
          </p:nvSpPr>
          <p:spPr>
            <a:xfrm>
              <a:off x="251597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C906757F-0C75-7713-D695-3243502BD494}"/>
                </a:ext>
              </a:extLst>
            </p:cNvPr>
            <p:cNvSpPr/>
            <p:nvPr/>
          </p:nvSpPr>
          <p:spPr>
            <a:xfrm>
              <a:off x="2513800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D200B605-4C31-9D61-EDA4-E17C94F66382}"/>
                </a:ext>
              </a:extLst>
            </p:cNvPr>
            <p:cNvSpPr/>
            <p:nvPr/>
          </p:nvSpPr>
          <p:spPr>
            <a:xfrm>
              <a:off x="324442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7A32BE26-3FCE-5D78-8945-FE0A45393FE9}"/>
                </a:ext>
              </a:extLst>
            </p:cNvPr>
            <p:cNvSpPr/>
            <p:nvPr/>
          </p:nvSpPr>
          <p:spPr>
            <a:xfrm>
              <a:off x="324152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2B41B702-CFE4-5EE2-58F0-2475C062747D}"/>
                </a:ext>
              </a:extLst>
            </p:cNvPr>
            <p:cNvSpPr/>
            <p:nvPr/>
          </p:nvSpPr>
          <p:spPr>
            <a:xfrm>
              <a:off x="3969978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C65EFA8-1E3F-24C8-79A0-CDA4B90C59AE}"/>
                </a:ext>
              </a:extLst>
            </p:cNvPr>
            <p:cNvSpPr/>
            <p:nvPr/>
          </p:nvSpPr>
          <p:spPr>
            <a:xfrm>
              <a:off x="396997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4273E05E-59C6-E82C-3D9C-75B8B776B423}"/>
                </a:ext>
              </a:extLst>
            </p:cNvPr>
            <p:cNvSpPr/>
            <p:nvPr/>
          </p:nvSpPr>
          <p:spPr>
            <a:xfrm>
              <a:off x="469553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D8CEA22B-FD62-600C-41D2-299082E15801}"/>
                </a:ext>
              </a:extLst>
            </p:cNvPr>
            <p:cNvSpPr/>
            <p:nvPr/>
          </p:nvSpPr>
          <p:spPr>
            <a:xfrm>
              <a:off x="4695533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A6F8148-E026-305C-ACC4-9FF0CBE06F30}"/>
                </a:ext>
              </a:extLst>
            </p:cNvPr>
            <p:cNvSpPr/>
            <p:nvPr/>
          </p:nvSpPr>
          <p:spPr>
            <a:xfrm>
              <a:off x="5421089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80777152-802A-2965-1AE9-5D88EDF139DB}"/>
                </a:ext>
              </a:extLst>
            </p:cNvPr>
            <p:cNvSpPr/>
            <p:nvPr/>
          </p:nvSpPr>
          <p:spPr>
            <a:xfrm>
              <a:off x="5421089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6F7D0CAC-89B6-037F-6C3A-8E6F9C52D3BD}"/>
                </a:ext>
              </a:extLst>
            </p:cNvPr>
            <p:cNvSpPr/>
            <p:nvPr/>
          </p:nvSpPr>
          <p:spPr>
            <a:xfrm>
              <a:off x="106051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59C15503-63CB-168C-950A-EB5917E6685C}"/>
                </a:ext>
              </a:extLst>
            </p:cNvPr>
            <p:cNvSpPr/>
            <p:nvPr/>
          </p:nvSpPr>
          <p:spPr>
            <a:xfrm>
              <a:off x="178679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86D3B1-0873-945B-4DBA-5A9B00A114D9}"/>
                </a:ext>
              </a:extLst>
            </p:cNvPr>
            <p:cNvSpPr/>
            <p:nvPr/>
          </p:nvSpPr>
          <p:spPr>
            <a:xfrm>
              <a:off x="2513800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BD191E54-0CC1-CDE2-F03A-C55BE5E379C2}"/>
                </a:ext>
              </a:extLst>
            </p:cNvPr>
            <p:cNvSpPr/>
            <p:nvPr/>
          </p:nvSpPr>
          <p:spPr>
            <a:xfrm>
              <a:off x="324152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5CDFA3B6-A7A4-DFBC-EC0D-5FA6009F2DD2}"/>
                </a:ext>
              </a:extLst>
            </p:cNvPr>
            <p:cNvSpPr/>
            <p:nvPr/>
          </p:nvSpPr>
          <p:spPr>
            <a:xfrm>
              <a:off x="396997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B21221F-9A02-DFF1-9E2A-262DF81EB46E}"/>
                </a:ext>
              </a:extLst>
            </p:cNvPr>
            <p:cNvSpPr/>
            <p:nvPr/>
          </p:nvSpPr>
          <p:spPr>
            <a:xfrm>
              <a:off x="4695533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A1A1E695-4D24-3A8A-4DB2-CEE70B7A8B4C}"/>
                </a:ext>
              </a:extLst>
            </p:cNvPr>
            <p:cNvSpPr/>
            <p:nvPr/>
          </p:nvSpPr>
          <p:spPr>
            <a:xfrm>
              <a:off x="5421089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72F3A810-300A-E9E6-10B2-CA299EF99B47}"/>
                </a:ext>
              </a:extLst>
            </p:cNvPr>
            <p:cNvSpPr/>
            <p:nvPr/>
          </p:nvSpPr>
          <p:spPr>
            <a:xfrm>
              <a:off x="106051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43D62644-1821-3710-E930-050C7883ED3F}"/>
                </a:ext>
              </a:extLst>
            </p:cNvPr>
            <p:cNvSpPr/>
            <p:nvPr/>
          </p:nvSpPr>
          <p:spPr>
            <a:xfrm>
              <a:off x="178679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92694E90-C2EF-B76D-6A30-1C3C5A073642}"/>
                </a:ext>
              </a:extLst>
            </p:cNvPr>
            <p:cNvSpPr/>
            <p:nvPr/>
          </p:nvSpPr>
          <p:spPr>
            <a:xfrm>
              <a:off x="2513800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A56AEEB4-9081-6222-3E19-D1A2D8DB0E7E}"/>
                </a:ext>
              </a:extLst>
            </p:cNvPr>
            <p:cNvSpPr/>
            <p:nvPr/>
          </p:nvSpPr>
          <p:spPr>
            <a:xfrm>
              <a:off x="396997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6712FBB4-7A7F-11C6-4D88-28C986E3E8EA}"/>
                </a:ext>
              </a:extLst>
            </p:cNvPr>
            <p:cNvSpPr/>
            <p:nvPr/>
          </p:nvSpPr>
          <p:spPr>
            <a:xfrm>
              <a:off x="5421089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3A0F4ED-1BF7-908D-039D-EC15A09A9254}"/>
                </a:ext>
              </a:extLst>
            </p:cNvPr>
            <p:cNvSpPr/>
            <p:nvPr/>
          </p:nvSpPr>
          <p:spPr>
            <a:xfrm>
              <a:off x="106051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BD09F264-8938-250D-E743-D79856021AF1}"/>
                </a:ext>
              </a:extLst>
            </p:cNvPr>
            <p:cNvSpPr/>
            <p:nvPr/>
          </p:nvSpPr>
          <p:spPr>
            <a:xfrm>
              <a:off x="178679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22E59EC8-B208-B03A-7294-AED4CF7F8A14}"/>
                </a:ext>
              </a:extLst>
            </p:cNvPr>
            <p:cNvSpPr/>
            <p:nvPr/>
          </p:nvSpPr>
          <p:spPr>
            <a:xfrm>
              <a:off x="2513800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90A4A68F-1886-CCAF-7245-89124D3D057D}"/>
                </a:ext>
              </a:extLst>
            </p:cNvPr>
            <p:cNvSpPr/>
            <p:nvPr/>
          </p:nvSpPr>
          <p:spPr>
            <a:xfrm>
              <a:off x="396997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A7E9721E-9A88-150E-1632-9EBB1332B5DF}"/>
                </a:ext>
              </a:extLst>
            </p:cNvPr>
            <p:cNvSpPr/>
            <p:nvPr/>
          </p:nvSpPr>
          <p:spPr>
            <a:xfrm>
              <a:off x="5421089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820DB33D-8EBF-B5E0-BA9D-F8897B3C4A1C}"/>
                </a:ext>
              </a:extLst>
            </p:cNvPr>
            <p:cNvSpPr/>
            <p:nvPr/>
          </p:nvSpPr>
          <p:spPr>
            <a:xfrm>
              <a:off x="106051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409F36B7-BD4C-F5D3-A0ED-EAA178D26A34}"/>
                </a:ext>
              </a:extLst>
            </p:cNvPr>
            <p:cNvSpPr/>
            <p:nvPr/>
          </p:nvSpPr>
          <p:spPr>
            <a:xfrm>
              <a:off x="178679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4FD5FA29-2564-D727-239C-04C3ABFA11CC}"/>
                </a:ext>
              </a:extLst>
            </p:cNvPr>
            <p:cNvSpPr/>
            <p:nvPr/>
          </p:nvSpPr>
          <p:spPr>
            <a:xfrm>
              <a:off x="2513800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E103DCE2-3C6C-7235-73B9-D0B0E9F58A40}"/>
                </a:ext>
              </a:extLst>
            </p:cNvPr>
            <p:cNvSpPr/>
            <p:nvPr/>
          </p:nvSpPr>
          <p:spPr>
            <a:xfrm>
              <a:off x="396997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220221-FCA6-BB9A-BF58-1431D8CCC89D}"/>
                </a:ext>
              </a:extLst>
            </p:cNvPr>
            <p:cNvSpPr/>
            <p:nvPr/>
          </p:nvSpPr>
          <p:spPr>
            <a:xfrm>
              <a:off x="5421089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C700EA1A-E44C-FED1-EA0E-E83BBAEF2408}"/>
                </a:ext>
              </a:extLst>
            </p:cNvPr>
            <p:cNvSpPr/>
            <p:nvPr/>
          </p:nvSpPr>
          <p:spPr>
            <a:xfrm>
              <a:off x="106051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9446D729-4E31-1CF7-34CD-3069756627CA}"/>
                </a:ext>
              </a:extLst>
            </p:cNvPr>
            <p:cNvSpPr/>
            <p:nvPr/>
          </p:nvSpPr>
          <p:spPr>
            <a:xfrm>
              <a:off x="178679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5B51E3F-AF6F-EE60-D2FB-6590E405948E}"/>
                </a:ext>
              </a:extLst>
            </p:cNvPr>
            <p:cNvSpPr/>
            <p:nvPr/>
          </p:nvSpPr>
          <p:spPr>
            <a:xfrm>
              <a:off x="2513800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81A809E1-8B4F-9C48-FF29-EEC57BB173C4}"/>
                </a:ext>
              </a:extLst>
            </p:cNvPr>
            <p:cNvSpPr/>
            <p:nvPr/>
          </p:nvSpPr>
          <p:spPr>
            <a:xfrm>
              <a:off x="396997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BA6F516D-91B6-A41F-B3DF-37A22E2985F9}"/>
                </a:ext>
              </a:extLst>
            </p:cNvPr>
            <p:cNvSpPr/>
            <p:nvPr/>
          </p:nvSpPr>
          <p:spPr>
            <a:xfrm>
              <a:off x="5421089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2B30B7E-801A-E461-5C35-D3AF0EA0B1F5}"/>
                </a:ext>
              </a:extLst>
            </p:cNvPr>
            <p:cNvSpPr/>
            <p:nvPr/>
          </p:nvSpPr>
          <p:spPr>
            <a:xfrm>
              <a:off x="106051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E7BE1388-7A55-D759-D9BC-4B9308EF2BAA}"/>
                </a:ext>
              </a:extLst>
            </p:cNvPr>
            <p:cNvSpPr/>
            <p:nvPr/>
          </p:nvSpPr>
          <p:spPr>
            <a:xfrm>
              <a:off x="178679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0A372EE6-2215-E229-85E6-73E60EA0A1D6}"/>
                </a:ext>
              </a:extLst>
            </p:cNvPr>
            <p:cNvSpPr/>
            <p:nvPr/>
          </p:nvSpPr>
          <p:spPr>
            <a:xfrm>
              <a:off x="2513800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45B6FC36-4C90-BFC2-3C17-3CE7C65F30B3}"/>
                </a:ext>
              </a:extLst>
            </p:cNvPr>
            <p:cNvSpPr/>
            <p:nvPr/>
          </p:nvSpPr>
          <p:spPr>
            <a:xfrm>
              <a:off x="396997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0A159AC7-7DC6-158C-56BF-896770221A9E}"/>
                </a:ext>
              </a:extLst>
            </p:cNvPr>
            <p:cNvSpPr/>
            <p:nvPr/>
          </p:nvSpPr>
          <p:spPr>
            <a:xfrm>
              <a:off x="5421089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71C2108A-8A7B-1844-00F0-F3D0456C2D3E}"/>
                </a:ext>
              </a:extLst>
            </p:cNvPr>
            <p:cNvSpPr/>
            <p:nvPr/>
          </p:nvSpPr>
          <p:spPr>
            <a:xfrm>
              <a:off x="106051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FAA03216-934B-6669-5F45-6B5BFC612FBA}"/>
                </a:ext>
              </a:extLst>
            </p:cNvPr>
            <p:cNvSpPr/>
            <p:nvPr/>
          </p:nvSpPr>
          <p:spPr>
            <a:xfrm>
              <a:off x="178679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692AB880-221A-C828-4591-37F80C14D231}"/>
                </a:ext>
              </a:extLst>
            </p:cNvPr>
            <p:cNvSpPr/>
            <p:nvPr/>
          </p:nvSpPr>
          <p:spPr>
            <a:xfrm>
              <a:off x="2513800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58C5608F-7585-C0E2-89DF-56989AE80963}"/>
                </a:ext>
              </a:extLst>
            </p:cNvPr>
            <p:cNvSpPr/>
            <p:nvPr/>
          </p:nvSpPr>
          <p:spPr>
            <a:xfrm>
              <a:off x="396997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93325B63-1B51-6D52-33D1-3250F59363DA}"/>
                </a:ext>
              </a:extLst>
            </p:cNvPr>
            <p:cNvSpPr/>
            <p:nvPr/>
          </p:nvSpPr>
          <p:spPr>
            <a:xfrm>
              <a:off x="5421089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74E50003-161D-8048-C8C0-51408F6FC8EE}"/>
                </a:ext>
              </a:extLst>
            </p:cNvPr>
            <p:cNvSpPr/>
            <p:nvPr/>
          </p:nvSpPr>
          <p:spPr>
            <a:xfrm>
              <a:off x="106051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E4BA378C-BD2B-8805-460A-8DAE2B89314F}"/>
                </a:ext>
              </a:extLst>
            </p:cNvPr>
            <p:cNvSpPr/>
            <p:nvPr/>
          </p:nvSpPr>
          <p:spPr>
            <a:xfrm>
              <a:off x="178679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CF5DDAEA-6EA6-34E3-03E8-B3B76EF74783}"/>
                </a:ext>
              </a:extLst>
            </p:cNvPr>
            <p:cNvSpPr/>
            <p:nvPr/>
          </p:nvSpPr>
          <p:spPr>
            <a:xfrm>
              <a:off x="2513800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6E87B96-1A2D-118A-2291-CA488026228D}"/>
                </a:ext>
              </a:extLst>
            </p:cNvPr>
            <p:cNvSpPr/>
            <p:nvPr/>
          </p:nvSpPr>
          <p:spPr>
            <a:xfrm>
              <a:off x="396997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083AA4F9-796A-7B51-48E8-DEA9443683CD}"/>
                </a:ext>
              </a:extLst>
            </p:cNvPr>
            <p:cNvSpPr/>
            <p:nvPr/>
          </p:nvSpPr>
          <p:spPr>
            <a:xfrm>
              <a:off x="5421089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E9B94C-96CA-F44A-C9C8-49DE18F5C631}"/>
                </a:ext>
              </a:extLst>
            </p:cNvPr>
            <p:cNvSpPr/>
            <p:nvPr/>
          </p:nvSpPr>
          <p:spPr>
            <a:xfrm>
              <a:off x="106051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6CF36C36-C543-D371-6C0B-4FA95191B867}"/>
                </a:ext>
              </a:extLst>
            </p:cNvPr>
            <p:cNvSpPr/>
            <p:nvPr/>
          </p:nvSpPr>
          <p:spPr>
            <a:xfrm>
              <a:off x="178679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23184FD-BEA0-AFFB-B63B-A926ACF05BB8}"/>
                </a:ext>
              </a:extLst>
            </p:cNvPr>
            <p:cNvSpPr/>
            <p:nvPr/>
          </p:nvSpPr>
          <p:spPr>
            <a:xfrm>
              <a:off x="2513800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FA31AED1-810F-C880-CA16-4E45772F8CD7}"/>
                </a:ext>
              </a:extLst>
            </p:cNvPr>
            <p:cNvSpPr/>
            <p:nvPr/>
          </p:nvSpPr>
          <p:spPr>
            <a:xfrm>
              <a:off x="396997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2CE37984-19B4-5FEF-8204-769077EF042A}"/>
                </a:ext>
              </a:extLst>
            </p:cNvPr>
            <p:cNvSpPr/>
            <p:nvPr/>
          </p:nvSpPr>
          <p:spPr>
            <a:xfrm>
              <a:off x="5421089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22236E24-6359-68C4-BB78-980F6830F0B9}"/>
                </a:ext>
              </a:extLst>
            </p:cNvPr>
            <p:cNvSpPr/>
            <p:nvPr/>
          </p:nvSpPr>
          <p:spPr>
            <a:xfrm>
              <a:off x="106051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85AE65E-F69B-C007-F842-3CEBF20D2FBE}"/>
                </a:ext>
              </a:extLst>
            </p:cNvPr>
            <p:cNvSpPr/>
            <p:nvPr/>
          </p:nvSpPr>
          <p:spPr>
            <a:xfrm>
              <a:off x="178679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032990D0-3F5D-DA16-C46F-A5A10763E91F}"/>
                </a:ext>
              </a:extLst>
            </p:cNvPr>
            <p:cNvSpPr/>
            <p:nvPr/>
          </p:nvSpPr>
          <p:spPr>
            <a:xfrm>
              <a:off x="2513800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3E5F453-0925-8731-4E50-A9EF851A434D}"/>
                </a:ext>
              </a:extLst>
            </p:cNvPr>
            <p:cNvSpPr/>
            <p:nvPr/>
          </p:nvSpPr>
          <p:spPr>
            <a:xfrm>
              <a:off x="396997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9E2A9B7A-9A0A-6A4F-8AE2-B18BDDE429C4}"/>
                </a:ext>
              </a:extLst>
            </p:cNvPr>
            <p:cNvSpPr/>
            <p:nvPr/>
          </p:nvSpPr>
          <p:spPr>
            <a:xfrm>
              <a:off x="5421089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7A58EA3E-682F-E15B-8F4F-4CD24B9FF95A}"/>
                </a:ext>
              </a:extLst>
            </p:cNvPr>
            <p:cNvSpPr/>
            <p:nvPr/>
          </p:nvSpPr>
          <p:spPr>
            <a:xfrm>
              <a:off x="324152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32BBE4D4-E147-A72A-E1A9-E91CF7AC4BF2}"/>
                </a:ext>
              </a:extLst>
            </p:cNvPr>
            <p:cNvSpPr/>
            <p:nvPr/>
          </p:nvSpPr>
          <p:spPr>
            <a:xfrm>
              <a:off x="324152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D8F3195-859A-C0A9-AB49-4DD67EA96DD6}"/>
                </a:ext>
              </a:extLst>
            </p:cNvPr>
            <p:cNvSpPr/>
            <p:nvPr/>
          </p:nvSpPr>
          <p:spPr>
            <a:xfrm>
              <a:off x="324152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BBA7C7B-41BA-FCC7-46C6-1BD226BAAC49}"/>
                </a:ext>
              </a:extLst>
            </p:cNvPr>
            <p:cNvSpPr/>
            <p:nvPr/>
          </p:nvSpPr>
          <p:spPr>
            <a:xfrm>
              <a:off x="324152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E3F3C531-B2DF-AF49-5698-AC8759267379}"/>
                </a:ext>
              </a:extLst>
            </p:cNvPr>
            <p:cNvSpPr/>
            <p:nvPr/>
          </p:nvSpPr>
          <p:spPr>
            <a:xfrm>
              <a:off x="324152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8EDCD98C-9047-16C2-0873-2586932FA09F}"/>
                </a:ext>
              </a:extLst>
            </p:cNvPr>
            <p:cNvSpPr/>
            <p:nvPr/>
          </p:nvSpPr>
          <p:spPr>
            <a:xfrm>
              <a:off x="324152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9E1366A-2D0B-3B1B-F98E-CBF94B8A5E95}"/>
                </a:ext>
              </a:extLst>
            </p:cNvPr>
            <p:cNvSpPr/>
            <p:nvPr/>
          </p:nvSpPr>
          <p:spPr>
            <a:xfrm>
              <a:off x="324152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848607B-140D-F062-C6C9-1C4E8865E9CF}"/>
                </a:ext>
              </a:extLst>
            </p:cNvPr>
            <p:cNvSpPr/>
            <p:nvPr/>
          </p:nvSpPr>
          <p:spPr>
            <a:xfrm>
              <a:off x="324152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23DC671B-5EAE-F3BB-5639-444DCF11C46D}"/>
                </a:ext>
              </a:extLst>
            </p:cNvPr>
            <p:cNvSpPr/>
            <p:nvPr/>
          </p:nvSpPr>
          <p:spPr>
            <a:xfrm>
              <a:off x="324152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FB5B9B7C-90BB-4996-32D5-2DB2C0D2BA08}"/>
                </a:ext>
              </a:extLst>
            </p:cNvPr>
            <p:cNvSpPr/>
            <p:nvPr/>
          </p:nvSpPr>
          <p:spPr>
            <a:xfrm>
              <a:off x="469315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6C9A0130-344E-D2E3-FD96-A5D533D80BB2}"/>
                </a:ext>
              </a:extLst>
            </p:cNvPr>
            <p:cNvSpPr/>
            <p:nvPr/>
          </p:nvSpPr>
          <p:spPr>
            <a:xfrm>
              <a:off x="469315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F17CA0E-9810-7982-014A-6E1D3C275947}"/>
                </a:ext>
              </a:extLst>
            </p:cNvPr>
            <p:cNvSpPr/>
            <p:nvPr/>
          </p:nvSpPr>
          <p:spPr>
            <a:xfrm>
              <a:off x="469315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CC74FBF1-4B19-6E90-BEC2-835BB2B147AC}"/>
                </a:ext>
              </a:extLst>
            </p:cNvPr>
            <p:cNvSpPr/>
            <p:nvPr/>
          </p:nvSpPr>
          <p:spPr>
            <a:xfrm>
              <a:off x="469315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76F4ED2F-B0C1-00C7-0E70-FCF3BD56E29A}"/>
                </a:ext>
              </a:extLst>
            </p:cNvPr>
            <p:cNvSpPr/>
            <p:nvPr/>
          </p:nvSpPr>
          <p:spPr>
            <a:xfrm>
              <a:off x="469315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CA219B54-11BA-3203-54A7-59EE75CC688D}"/>
                </a:ext>
              </a:extLst>
            </p:cNvPr>
            <p:cNvSpPr/>
            <p:nvPr/>
          </p:nvSpPr>
          <p:spPr>
            <a:xfrm>
              <a:off x="469315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6239D3AC-8BEB-3C82-263E-3F2206200EFE}"/>
                </a:ext>
              </a:extLst>
            </p:cNvPr>
            <p:cNvSpPr/>
            <p:nvPr/>
          </p:nvSpPr>
          <p:spPr>
            <a:xfrm>
              <a:off x="469315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6420B29E-F870-A4A9-DD13-62E75B1F16A7}"/>
                </a:ext>
              </a:extLst>
            </p:cNvPr>
            <p:cNvSpPr/>
            <p:nvPr/>
          </p:nvSpPr>
          <p:spPr>
            <a:xfrm>
              <a:off x="469315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D85F41B2-B3E6-87A0-78EB-62D6A8E01241}"/>
                </a:ext>
              </a:extLst>
            </p:cNvPr>
            <p:cNvSpPr/>
            <p:nvPr/>
          </p:nvSpPr>
          <p:spPr>
            <a:xfrm>
              <a:off x="469315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58" name="直線コネクタ 357">
              <a:extLst>
                <a:ext uri="{FF2B5EF4-FFF2-40B4-BE49-F238E27FC236}">
                  <ns2:creationId id="{01B466FF-9A5E-B07D-3759-B60E6332479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C5A0736B-DED6-B675-787D-DA072A28B1A1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0FD4BA94-37DD-F87B-4AE3-744F764836F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D8BC8AAF-3817-AB0F-BF56-7B33CFEB2E6A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E661C6F-E5FF-1BE6-992B-427CE6D2CD0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59BAD0C8-A403-86CD-D50E-2E6D5729E90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71FC5858-E6B3-6E37-8B55-DE3F5117352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27AA5E28-C913-FF47-5EF0-8BFD416DFE29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167CA774-9465-D116-6753-34007C343F7B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C9FBA47F-FB08-AFAA-931E-FD51ECF9F714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7C393DB-584F-6CEE-6DA5-4D084EC3320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81E9B94-16AB-5A34-5217-8BC758EBEBB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39BAA5DF-79CF-E0C0-426B-68FAEC1E2B8A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9D9B024-F7A7-2790-755D-55A45F16A2F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49A1D7D3-488F-2EEE-9308-F8047BDD9FB4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1B4EB2C8-800D-68AA-0261-3F6A64DE4EFC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D37C8679-7A97-04EE-C1AA-32628C74269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5EABE412-19EE-4AAF-6D95-10E605B8B80B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18038E47-9F89-0C5B-EEAD-2ECF02558D6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722534B4-7F30-CE2A-4810-33D091334510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39677D72-67B1-2875-6B3F-5571F1F917EA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5B40FDF8-9A48-A0C6-1DA8-A4A774BBD208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B1CFA002-DBFE-B100-84F8-5E56B9A3C17D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3E405298-FD2C-C14F-8E5C-01A8A820C3E7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38A022D2-81B1-9EC0-3DE1-89CA4FD8A282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8A685BD-7DF9-1393-B694-965DA24ACC8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860DA20B-A94A-AC4C-A15F-5E0493CD7AE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977EA7DE-059C-5348-C647-427644440E64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229C3E85-CB69-98F9-35F7-506480C42966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ECC8BB73-9BED-D656-E69D-937D556687FF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2E30E35B-1E8C-9F21-AFD5-C8751257638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50DE7D34-CBF3-AF6B-F542-EC605129FD99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044A3F4F-708B-CB04-710F-14686936261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96B63B0E-E673-4347-5A61-7D404301EF4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0349E354-E424-66F2-8C75-33A51E4428DC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69E3D830-3314-575A-087B-5AB4AEFF30DD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5CE2B640-02E7-4D3C-28C7-3471EE70727E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D5DBFEDA-02CB-5856-CF5B-4DAFAE9BEC2A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0305E0FD-4CF8-645C-71FD-5FD54FE8824B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E20FDA20-4C3E-EB99-15B2-FFA85FADAFE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5AB4F0BA-B7BB-056B-7E4A-D525DA07C71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5991BA88-1941-77DB-8FD8-35F2277BC318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2CCE5230-F423-CC62-5680-F8C57FD9B6D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E1793640-7FF6-32B7-5EC1-8091FA10EE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B9752837-F647-C6D1-619E-869BFB7F8320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1B774B5D-C43F-8C4B-7110-C11CED52DA23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16EAFCB4-D0EB-0FCA-0910-98EABA61843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FCB99692-DB5D-A786-E560-CAA898BEED0C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64BD1BBF-DD10-3BD2-5458-065AB68A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8E44F8E8-DEFF-21BF-32D5-A22704DEB1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EA4B12F6-3C3B-26CB-E2A7-08D8E2B27FAA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FBE1F29A-E218-FB61-6F18-3A421C5F3E81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A7C5D461-08AB-5297-A9A1-5F9A7BF111C3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5598D7E0-126E-A6E8-7D2C-29508449DBFF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673C3AA-0EF7-0D9C-CAA3-E870A50166A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DAD1ABD3-31E7-5D90-AA18-00303E1C8E9D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8309C-FFBD-59D7-F11F-F98D13E20D65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802D9452-0082-F6F7-F75D-478CC132BB28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B11C3E18-C5E9-7DC4-8AC7-EF36D78E041E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895A6BC1-7280-8C2C-AC08-AB37DA9E012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990ED464-60A9-ABFD-60DC-FFFE82FC3884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A45B4DF4-F5F9-9D0F-7B20-53F0C7CD3B35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4722D562-50BC-E319-8222-1B043113F0C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D2A6DC5A-5ED2-A772-D943-3E366CD96037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1E8DC952-2DA9-1C59-51DE-25BDCD010B1F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60FB35B6-4DA7-25CA-B944-F257CC8FAF90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EB4301D4-6AF9-01F1-E51A-33591FD852DA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F181F11E-9D1A-7990-19BD-C6589314ACFD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ns2:creationId id="{C23B929D-F966-4BC1-E3B7-2F78D56726BB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ns2:creationId id="{E299ADAD-2F2F-2BE9-738D-06CBA118185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5ACFFAD7-C685-32AE-D632-A46DF7CAD717}"/>
              </a:ext>
            </a:extLst>
          </p:cNvPr>
          <p:cNvGrpSpPr/>
          <p:nvPr/>
        </p:nvGrpSpPr>
        <p:grpSpPr>
          <a:xfrm>
            <a:off x="6138044" y="2049754"/>
            <a:ext cx="5718994" cy="1712074"/>
            <a:chOff x="6138044" y="2049754"/>
            <a:chExt cx="5718994" cy="1712074"/>
          </a:xfrm>
        </p:grpSpPr>
        <p:sp>
          <p:nvSpPr>
            <p:cNvPr id="439" name="正方形/長方形 438">
              <a:extLst>
                <a:ext uri="{FF2B5EF4-FFF2-40B4-BE49-F238E27FC236}">
                  <ns2:creationId id="{900B7C59-4E8A-E0F0-168A-CC1267918F31}"/>
                </a:ext>
              </a:extLst>
            </p:cNvPr>
            <p:cNvSpPr/>
            <p:nvPr/>
          </p:nvSpPr>
          <p:spPr>
            <a:xfrm>
              <a:off x="6138044" y="2049754"/>
              <a:ext cx="1366342" cy="39534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endParaRPr lang="fr-FR" altLang="ja-JP" sz="90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0" name="正方形/長方形 439">
              <a:extLst>
                <a:ext uri="{FF2B5EF4-FFF2-40B4-BE49-F238E27FC236}">
                  <ns2:creationId id="{74974E13-FC35-AC73-3AF0-37F5A869E02B}"/>
                </a:ext>
              </a:extLst>
            </p:cNvPr>
            <p:cNvSpPr/>
            <p:nvPr/>
          </p:nvSpPr>
          <p:spPr>
            <a:xfrm>
              <a:off x="7546428" y="2049754"/>
              <a:ext cx="4310610" cy="18288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1" name="正方形/長方形 440">
              <a:extLst>
                <a:ext uri="{FF2B5EF4-FFF2-40B4-BE49-F238E27FC236}">
                  <ns2:creationId id="{52C9EB1B-751D-86DF-19F0-991AA1494C93}"/>
                </a:ext>
              </a:extLst>
            </p:cNvPr>
            <p:cNvSpPr/>
            <p:nvPr/>
          </p:nvSpPr>
          <p:spPr>
            <a:xfrm>
              <a:off x="7533989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2" name="正方形/長方形 441">
              <a:extLst>
                <a:ext uri="{FF2B5EF4-FFF2-40B4-BE49-F238E27FC236}">
                  <ns2:creationId id="{30CE5FCF-EFC1-3689-0C41-960E14906AA2}"/>
                </a:ext>
              </a:extLst>
            </p:cNvPr>
            <p:cNvSpPr/>
            <p:nvPr/>
          </p:nvSpPr>
          <p:spPr>
            <a:xfrm>
              <a:off x="6138044" y="2445096"/>
              <a:ext cx="1370330" cy="131673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288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endParaRPr lang="en-US" sz="900">
                <a:solidFill>
                  <a:srgbClr val="1F1F1F"/>
                </a:solidFill>
                <a:latin typeface="+mn-ea"/>
              </a:endParaRPr>
            </a:p>
            <a:p>
              <a:pPr algn="ctr">
                <a:spcAft>
                  <a:spcPts val="600"/>
                </a:spcAft>
              </a:pP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 indent="-177800"/>
              <a:r>
                <a:rPr lang="en-US" sz="90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algn="ctr"/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4" name="グラフィックス 443" descr="バッジ 1 単色塗りつぶし">
              <a:extLst>
                <a:ext uri="{FF2B5EF4-FFF2-40B4-BE49-F238E27FC236}">
                  <ns2:creationId id="{773CB5E8-D6B5-A26B-9B1F-ED7A13C4E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498702" y="2399681"/>
              <a:ext cx="225231" cy="238416"/>
            </a:xfrm>
            <a:prstGeom prst="rect">
              <a:avLst/>
            </a:prstGeom>
          </p:spPr>
        </p:pic>
        <p:sp>
          <p:nvSpPr>
            <p:cNvPr id="449" name="正方形/長方形 448">
              <a:extLst>
                <a:ext uri="{FF2B5EF4-FFF2-40B4-BE49-F238E27FC236}">
                  <ns2:creationId id="{E8167E39-EA2D-203B-72F0-83A7BEF77F1F}"/>
                </a:ext>
              </a:extLst>
            </p:cNvPr>
            <p:cNvSpPr/>
            <p:nvPr/>
          </p:nvSpPr>
          <p:spPr>
            <a:xfrm>
              <a:off x="9742530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8D2E"/>
                  </a:solidFill>
                  <a:latin typeface="+mn-ea"/>
                </a:rPr>
                <a:t>PMI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0" name="グラフィックス 449" descr="バッジ 単色塗りつぶし">
              <a:extLst>
                <a:ext uri="{FF2B5EF4-FFF2-40B4-BE49-F238E27FC236}">
                  <ns2:creationId id="{06C80764-99DA-2232-E84D-1AFDB1872F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707243" y="2406273"/>
              <a:ext cx="225231" cy="225231"/>
            </a:xfrm>
            <a:prstGeom prst="rect">
              <a:avLst/>
            </a:prstGeom>
          </p:spPr>
        </p:pic>
        <p:sp>
          <p:nvSpPr>
            <p:cNvPr id="451" name="正方形/長方形 450">
              <a:extLst>
                <a:ext uri="{FF2B5EF4-FFF2-40B4-BE49-F238E27FC236}">
                  <ns2:creationId id="{614CCCCC-3C6B-D229-0993-ED249BE4D9EC}"/>
                </a:ext>
              </a:extLst>
            </p:cNvPr>
            <p:cNvSpPr/>
            <p:nvPr/>
          </p:nvSpPr>
          <p:spPr>
            <a:xfrm>
              <a:off x="9742530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7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6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2" name="グラフィックス 451" descr="バッジ 4 単色塗りつぶし">
              <a:extLst>
                <a:ext uri="{FF2B5EF4-FFF2-40B4-BE49-F238E27FC236}">
                  <ns2:creationId id="{2C7040AA-2DD8-3F9A-28A5-873C58CCBB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707243" y="3070242"/>
              <a:ext cx="225231" cy="225231"/>
            </a:xfrm>
            <a:prstGeom prst="rect">
              <a:avLst/>
            </a:prstGeom>
          </p:spPr>
        </p:pic>
        <p:sp>
          <p:nvSpPr>
            <p:cNvPr id="453" name="正方形/長方形 452">
              <a:extLst>
                <a:ext uri="{FF2B5EF4-FFF2-40B4-BE49-F238E27FC236}">
                  <ns2:creationId id="{F9F8D8CA-CAB9-F2A5-B37B-8F040EB55D8E}"/>
                </a:ext>
              </a:extLst>
            </p:cNvPr>
            <p:cNvSpPr/>
            <p:nvPr/>
          </p:nvSpPr>
          <p:spPr>
            <a:xfrm>
              <a:off x="7543661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0070C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4" name="グラフィックス 453" descr="バッジ 3 単色塗りつぶし">
              <a:extLst>
                <a:ext uri="{FF2B5EF4-FFF2-40B4-BE49-F238E27FC236}">
                  <ns2:creationId id="{41D92D7D-1046-FA3F-C0C6-0876F3F6B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08374" y="3070242"/>
              <a:ext cx="225231" cy="225231"/>
            </a:xfrm>
            <a:prstGeom prst="rect">
              <a:avLst/>
            </a:prstGeom>
          </p:spPr>
        </p:pic>
        <p:sp>
          <p:nvSpPr>
            <p:cNvPr id="455" name="正方形/長方形 454">
              <a:extLst>
                <a:ext uri="{FF2B5EF4-FFF2-40B4-BE49-F238E27FC236}">
                  <ns2:creationId id="{CD69D897-0269-5BA6-CE1E-FA751A664D8F}"/>
                </a:ext>
              </a:extLst>
            </p:cNvPr>
            <p:cNvSpPr/>
            <p:nvPr/>
          </p:nvSpPr>
          <p:spPr>
            <a:xfrm>
              <a:off x="7577959" y="2262273"/>
              <a:ext cx="4279079" cy="1512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</p:grpSp>
      <p:cxnSp>
        <p:nvCxnSpPr>
          <p:cNvPr id="457" name="直線コネクタ 456">
            <a:extLst>
              <a:ext uri="{FF2B5EF4-FFF2-40B4-BE49-F238E27FC236}">
                <ns2:creationId id="{12FEAFC7-A0AE-599A-513D-DBE4BE72C436}"/>
              </a:ext>
            </a:extLst>
          </p:cNvPr>
          <p:cNvCxnSpPr/>
          <p:nvPr/>
        </p:nvCxnSpPr>
        <p:spPr>
          <a:xfrm>
            <a:off x="6096000" y="4186738"/>
            <a:ext cx="572242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8" name="テキスト ボックス 457">
            <a:extLst>
              <a:ext uri="{FF2B5EF4-FFF2-40B4-BE49-F238E27FC236}">
                <ns2:creationId id="{ED55256B-0F77-7E9E-DB1A-202B3D946807}"/>
              </a:ext>
            </a:extLst>
          </p:cNvPr>
          <p:cNvSpPr txBox="1"/>
          <p:nvPr/>
        </p:nvSpPr>
        <p:spPr>
          <a:xfrm>
            <a:off x="6096000" y="3810068"/>
            <a:ext cx="57610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graphicFrame>
        <p:nvGraphicFramePr>
          <p:cNvPr id="471" name="グラフ 470">
            <a:extLst>
              <a:ext uri="{FF2B5EF4-FFF2-40B4-BE49-F238E27FC236}">
                <ns2:creationId id="{30DD88BA-3B5E-10DC-6279-A6537522E1BF}"/>
              </a:ext>
            </a:extLst>
          </p:cNvPr>
          <p:cNvGraphicFramePr/>
          <p:nvPr/>
        </p:nvGraphicFramePr>
        <p:xfrm>
          <a:off x="6146644" y="4090048"/>
          <a:ext cx="2666123" cy="2218677"/>
        </p:xfrm>
        <a:graphic>
          <a:graphicData uri="http://schemas.openxmlformats.org/drawingml/2006/chart">
            <ns5:chart r:id="rId6"/>
          </a:graphicData>
        </a:graphic>
      </p:graphicFrame>
      <p:graphicFrame>
        <p:nvGraphicFramePr>
          <p:cNvPr id="472" name="グラフ 471">
            <a:extLst>
              <a:ext uri="{FF2B5EF4-FFF2-40B4-BE49-F238E27FC236}">
                <ns2:creationId id="{3B53D5C8-E6AA-03CC-BD28-734249848EC3}"/>
              </a:ext>
            </a:extLst>
          </p:cNvPr>
          <p:cNvGraphicFramePr/>
          <p:nvPr/>
        </p:nvGraphicFramePr>
        <p:xfrm>
          <a:off x="9072141" y="4178889"/>
          <a:ext cx="2666123" cy="2218677"/>
        </p:xfrm>
        <a:graphic>
          <a:graphicData uri="http://schemas.openxmlformats.org/drawingml/2006/chart">
            <ns5:chart r:id="rId7"/>
          </a:graphicData>
        </a:graphic>
      </p:graphicFrame>
    </p:spTree>
    <p:extLst>
      <p:ext uri="{BB962C8B-B14F-4D97-AF65-F5344CB8AC3E}">
        <ns6:creationId val="3939121432"/>
      </p:ext>
    </p:extLst>
  </p:cSld>
  <p:clrMapOvr>
    <a:masterClrMapping/>
  </p:clrMapOvr>
</p:sld>
</file>

<file path=ppt/slides/slide3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7F7C05-19CF-7DFE-8733-7E9AD6D48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587E366-F360-A283-95B3-D45389AA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783CB1-9ADF-71DC-B27D-74E723A4FCA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9" name="二等辺三角形 58">
            <a:extLst>
              <a:ext uri="{FF2B5EF4-FFF2-40B4-BE49-F238E27FC236}">
                <ns2:creationId id="{47105D35-71CB-E92A-3194-F660476D2233}"/>
              </a:ext>
            </a:extLst>
          </p:cNvPr>
          <p:cNvSpPr/>
          <p:nvPr/>
        </p:nvSpPr>
        <p:spPr>
          <a:xfrm rot="5400000">
            <a:off x="4661341" y="2823498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二等辺三角形 59">
            <a:extLst>
              <a:ext uri="{FF2B5EF4-FFF2-40B4-BE49-F238E27FC236}">
                <ns2:creationId id="{D2EFD107-3B93-801F-4496-60104BD86634}"/>
              </a:ext>
            </a:extLst>
          </p:cNvPr>
          <p:cNvSpPr/>
          <p:nvPr/>
        </p:nvSpPr>
        <p:spPr>
          <a:xfrm rot="5400000">
            <a:off x="4661341" y="418621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二等辺三角形 60">
            <a:extLst>
              <a:ext uri="{FF2B5EF4-FFF2-40B4-BE49-F238E27FC236}">
                <ns2:creationId id="{1DEDC7E1-6AF7-4C18-A4BF-63509EBD6920}"/>
              </a:ext>
            </a:extLst>
          </p:cNvPr>
          <p:cNvSpPr/>
          <p:nvPr/>
        </p:nvSpPr>
        <p:spPr>
          <a:xfrm rot="5400000">
            <a:off x="4661341" y="554893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A11557DB-2DCE-595B-51E3-B2ADC6171792}"/>
              </a:ext>
            </a:extLst>
          </p:cNvPr>
          <p:cNvGrpSpPr/>
          <p:nvPr/>
        </p:nvGrpSpPr>
        <p:grpSpPr>
          <a:xfrm>
            <a:off x="334962" y="1628774"/>
            <a:ext cx="4700325" cy="4679952"/>
            <a:chOff x="334962" y="1628774"/>
            <a:chExt cx="4700325" cy="4679952"/>
          </a:xfrm>
        </p:grpSpPr>
        <p:sp>
          <p:nvSpPr>
            <p:cNvPr id="28" name="矢印: 五方向 27">
              <a:extLst>
                <a:ext uri="{FF2B5EF4-FFF2-40B4-BE49-F238E27FC236}">
                  <ns2:creationId id="{4A5C6843-5BF0-5C2F-802E-F2451C663B61}"/>
                </a:ext>
              </a:extLst>
            </p:cNvPr>
            <p:cNvSpPr/>
            <p:nvPr/>
          </p:nvSpPr>
          <p:spPr>
            <a:xfrm>
              <a:off x="1339428" y="2017199"/>
              <a:ext cx="123195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9" name="矢印: 山形 28">
              <a:extLst>
                <a:ext uri="{FF2B5EF4-FFF2-40B4-BE49-F238E27FC236}">
                  <ns2:creationId id="{CB0CF4E8-8E20-2EDF-52DE-E7F29437E449}"/>
                </a:ext>
              </a:extLst>
            </p:cNvPr>
            <p:cNvSpPr/>
            <p:nvPr/>
          </p:nvSpPr>
          <p:spPr>
            <a:xfrm>
              <a:off x="2571381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30" name="矢印: 山形 29">
              <a:extLst>
                <a:ext uri="{FF2B5EF4-FFF2-40B4-BE49-F238E27FC236}">
                  <ns2:creationId id="{8D042A2E-3AD2-D60F-D55E-FE99B6B34591}"/>
                </a:ext>
              </a:extLst>
            </p:cNvPr>
            <p:cNvSpPr/>
            <p:nvPr/>
          </p:nvSpPr>
          <p:spPr>
            <a:xfrm>
              <a:off x="3803334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DB262792-13CA-37AE-3557-6751A1A45075}"/>
                </a:ext>
              </a:extLst>
            </p:cNvPr>
            <p:cNvCxnSpPr/>
            <p:nvPr/>
          </p:nvCxnSpPr>
          <p:spPr>
            <a:xfrm>
              <a:off x="1339428" y="1981200"/>
              <a:ext cx="369585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テキスト ボックス 10">
              <a:extLst>
                <a:ext uri="{FF2B5EF4-FFF2-40B4-BE49-F238E27FC236}">
                  <ns2:creationId id="{50B2A784-252F-65F9-57E5-A2ADC1AECDFF}"/>
                </a:ext>
              </a:extLst>
            </p:cNvPr>
            <p:cNvSpPr txBox="1"/>
            <p:nvPr/>
          </p:nvSpPr>
          <p:spPr>
            <a:xfrm>
              <a:off x="1339428" y="1628774"/>
              <a:ext cx="3695858" cy="352425"/>
            </a:xfrm>
            <a:prstGeom prst="rect">
              <a:avLst/>
            </a:prstGeom>
            <a:noFill/>
          </p:spPr>
          <p:txBody>
            <a:bodyPr wrap="square" bIns="36000" rtlCol="0" anchor="b" anchorCtr="0">
              <a:noAutofit/>
            </a:bodyPr>
            <a:lstStyle/>
            <a:p>
              <a:pPr algn="ctr"/>
              <a:r>
                <a:rPr lang="en-US" altLang="ja-JP" sz="1600" dirty="0"/>
                <a:t>XX</a:t>
              </a:r>
              <a:endParaRPr kumimoji="1" lang="ja-JP" altLang="en-US" sz="1600" dirty="0"/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74451A79-BDD6-C1BF-79A4-FAE9495D8C19}"/>
                </a:ext>
              </a:extLst>
            </p:cNvPr>
            <p:cNvSpPr/>
            <p:nvPr/>
          </p:nvSpPr>
          <p:spPr>
            <a:xfrm>
              <a:off x="334962" y="226827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9" name="グラフィックス 18" descr="評価 単色塗りつぶし">
              <a:extLst>
                <a:ext uri="{FF2B5EF4-FFF2-40B4-BE49-F238E27FC236}">
                  <ns2:creationId id="{FDED6EE7-EB87-224C-A6B4-F5071AF4BE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0473" y="2567645"/>
              <a:ext cx="409144" cy="435097"/>
            </a:xfrm>
            <a:prstGeom prst="rect">
              <a:avLst/>
            </a:prstGeom>
          </p:spPr>
        </p:pic>
        <p:sp>
          <p:nvSpPr>
            <p:cNvPr id="32" name="正方形/長方形 31">
              <a:extLst>
                <a:ext uri="{FF2B5EF4-FFF2-40B4-BE49-F238E27FC236}">
                  <ns2:creationId id="{DD9ACC13-6C9B-47C4-B37E-3A9961973E9C}"/>
                </a:ext>
              </a:extLst>
            </p:cNvPr>
            <p:cNvSpPr/>
            <p:nvPr/>
          </p:nvSpPr>
          <p:spPr>
            <a:xfrm>
              <a:off x="334962" y="363099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6" name="グラフィックス 35" descr="硬貨 単色塗りつぶし">
              <a:extLst>
                <a:ext uri="{FF2B5EF4-FFF2-40B4-BE49-F238E27FC236}">
                  <ns2:creationId id="{2D818907-B96D-D1F1-022E-9782D6F7C1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10473" y="3946404"/>
              <a:ext cx="409144" cy="435097"/>
            </a:xfrm>
            <a:prstGeom prst="rect">
              <a:avLst/>
            </a:prstGeom>
          </p:spPr>
        </p:pic>
        <p:sp>
          <p:nvSpPr>
            <p:cNvPr id="35" name="正方形/長方形 34">
              <a:extLst>
                <a:ext uri="{FF2B5EF4-FFF2-40B4-BE49-F238E27FC236}">
                  <ns2:creationId id="{1CE09A8F-6140-D000-0C97-F29549DDF6C9}"/>
                </a:ext>
              </a:extLst>
            </p:cNvPr>
            <p:cNvSpPr/>
            <p:nvPr/>
          </p:nvSpPr>
          <p:spPr>
            <a:xfrm>
              <a:off x="334962" y="499371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7" name="グラフィックス 36" descr="トラック 単色塗りつぶし">
              <a:extLst>
                <a:ext uri="{FF2B5EF4-FFF2-40B4-BE49-F238E27FC236}">
                  <ns2:creationId id="{6362FEF7-6FCB-BAC9-4B79-ADD1263E3B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0473" y="5261412"/>
              <a:ext cx="409144" cy="435097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B2EEE766-E4BE-F59C-E9BA-F5191999817C}"/>
                </a:ext>
              </a:extLst>
            </p:cNvPr>
            <p:cNvSpPr/>
            <p:nvPr/>
          </p:nvSpPr>
          <p:spPr>
            <a:xfrm>
              <a:off x="1339428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73C1FB98-FABA-F0CC-BC32-406DAE7DABCA}"/>
                </a:ext>
              </a:extLst>
            </p:cNvPr>
            <p:cNvSpPr/>
            <p:nvPr/>
          </p:nvSpPr>
          <p:spPr>
            <a:xfrm>
              <a:off x="2571381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38025E83-9EB3-923B-EC87-0E74C4F32A69}"/>
                </a:ext>
              </a:extLst>
            </p:cNvPr>
            <p:cNvSpPr/>
            <p:nvPr/>
          </p:nvSpPr>
          <p:spPr>
            <a:xfrm>
              <a:off x="3803334" y="2268277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606317E-7A29-D4C3-7A38-73100E35ED23}"/>
                </a:ext>
              </a:extLst>
            </p:cNvPr>
            <p:cNvSpPr/>
            <p:nvPr/>
          </p:nvSpPr>
          <p:spPr>
            <a:xfrm>
              <a:off x="1339428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BAAFDDB-1BD9-7A93-4A87-4D9AD577B13D}"/>
                </a:ext>
              </a:extLst>
            </p:cNvPr>
            <p:cNvSpPr/>
            <p:nvPr/>
          </p:nvSpPr>
          <p:spPr>
            <a:xfrm>
              <a:off x="2571381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Excel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71807C7-6EE7-3552-D7CE-09EAA1D941C7}"/>
                </a:ext>
              </a:extLst>
            </p:cNvPr>
            <p:cNvSpPr/>
            <p:nvPr/>
          </p:nvSpPr>
          <p:spPr>
            <a:xfrm>
              <a:off x="3803334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/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26B913A-D95D-C956-9A98-B9508D7E4AFD}"/>
                </a:ext>
              </a:extLst>
            </p:cNvPr>
            <p:cNvSpPr/>
            <p:nvPr/>
          </p:nvSpPr>
          <p:spPr>
            <a:xfrm>
              <a:off x="1339428" y="5369724"/>
              <a:ext cx="1153853" cy="9390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074415C-2DB7-D98A-9FB2-96C577116673}"/>
                </a:ext>
              </a:extLst>
            </p:cNvPr>
            <p:cNvSpPr/>
            <p:nvPr/>
          </p:nvSpPr>
          <p:spPr>
            <a:xfrm>
              <a:off x="2571381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D16963C0-5D7D-239F-748D-890B4C46B796}"/>
                </a:ext>
              </a:extLst>
            </p:cNvPr>
            <p:cNvSpPr/>
            <p:nvPr/>
          </p:nvSpPr>
          <p:spPr>
            <a:xfrm>
              <a:off x="3803334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53494698-8AFC-88FC-BC57-EFC5FBCCF18D}"/>
                </a:ext>
              </a:extLst>
            </p:cNvPr>
            <p:cNvCxnSpPr/>
            <p:nvPr/>
          </p:nvCxnSpPr>
          <p:spPr>
            <a:xfrm>
              <a:off x="1339428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8F0501E6-C6A9-2721-BD52-82CF89CE2C79}"/>
                </a:ext>
              </a:extLst>
            </p:cNvPr>
            <p:cNvCxnSpPr/>
            <p:nvPr/>
          </p:nvCxnSpPr>
          <p:spPr>
            <a:xfrm>
              <a:off x="1339428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820F9633-076B-F667-7266-4017F7016489}"/>
                </a:ext>
              </a:extLst>
            </p:cNvPr>
            <p:cNvCxnSpPr/>
            <p:nvPr/>
          </p:nvCxnSpPr>
          <p:spPr>
            <a:xfrm>
              <a:off x="2571381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DB60DA5B-2548-E9DE-ADB2-6EC036A37ED5}"/>
                </a:ext>
              </a:extLst>
            </p:cNvPr>
            <p:cNvCxnSpPr/>
            <p:nvPr/>
          </p:nvCxnSpPr>
          <p:spPr>
            <a:xfrm>
              <a:off x="2571381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97797D0E-C75A-2FE5-F2A9-EA0EB8F4DCEC}"/>
                </a:ext>
              </a:extLst>
            </p:cNvPr>
            <p:cNvCxnSpPr/>
            <p:nvPr/>
          </p:nvCxnSpPr>
          <p:spPr>
            <a:xfrm>
              <a:off x="3803335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137E741-AD33-264C-EE58-7F344DF43F04}"/>
                </a:ext>
              </a:extLst>
            </p:cNvPr>
            <p:cNvCxnSpPr/>
            <p:nvPr/>
          </p:nvCxnSpPr>
          <p:spPr>
            <a:xfrm>
              <a:off x="3803335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8C41BCFE-259E-382F-551D-0DC9688CC76C}"/>
                </a:ext>
              </a:extLst>
            </p:cNvPr>
            <p:cNvSpPr/>
            <p:nvPr/>
          </p:nvSpPr>
          <p:spPr>
            <a:xfrm>
              <a:off x="1350653" y="5012531"/>
              <a:ext cx="1153853" cy="3357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ns2:creationId id="{5F08986A-2BA0-BA4A-62EF-B1A4393CA595}"/>
              </a:ext>
            </a:extLst>
          </p:cNvPr>
          <p:cNvGrpSpPr/>
          <p:nvPr/>
        </p:nvGrpSpPr>
        <p:grpSpPr>
          <a:xfrm>
            <a:off x="5410200" y="1628774"/>
            <a:ext cx="6446838" cy="4679953"/>
            <a:chOff x="5410200" y="1628774"/>
            <a:chExt cx="6446838" cy="4679953"/>
          </a:xfrm>
        </p:grpSpPr>
        <p:grpSp>
          <p:nvGrpSpPr>
            <p:cNvPr id="23" name="グループ化 22">
              <a:extLst>
                <a:ext uri="{FF2B5EF4-FFF2-40B4-BE49-F238E27FC236}">
                  <ns2:creationId id="{0E3FB523-4E7A-7259-EAE0-774D16F88A60}"/>
                </a:ext>
              </a:extLst>
            </p:cNvPr>
            <p:cNvGrpSpPr/>
            <p:nvPr/>
          </p:nvGrpSpPr>
          <p:grpSpPr>
            <a:xfrm>
              <a:off x="5410200" y="1628774"/>
              <a:ext cx="6446838" cy="352426"/>
              <a:chOff x="6096000" y="1628774"/>
              <a:chExt cx="5761039" cy="352426"/>
            </a:xfrm>
          </p:grpSpPr>
          <p:cxnSp>
            <p:nvCxnSpPr>
              <p:cNvPr id="14" name="直線コネクタ 13">
                <a:extLst>
                  <a:ext uri="{FF2B5EF4-FFF2-40B4-BE49-F238E27FC236}">
                    <ns2:creationId id="{4D072D1E-AEE0-2BD5-0804-9DB224465184}"/>
                  </a:ext>
                </a:extLst>
              </p:cNvPr>
              <p:cNvCxnSpPr/>
              <p:nvPr/>
            </p:nvCxnSpPr>
            <p:spPr>
              <a:xfrm>
                <a:off x="6096000" y="1981200"/>
                <a:ext cx="5761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テキスト ボックス 14">
                <a:extLst>
                  <a:ext uri="{FF2B5EF4-FFF2-40B4-BE49-F238E27FC236}">
                    <ns2:creationId id="{42D3C081-AE14-622F-CF3F-50FEB60CF92C}"/>
                  </a:ext>
                </a:extLst>
              </p:cNvPr>
              <p:cNvSpPr txBox="1"/>
              <p:nvPr/>
            </p:nvSpPr>
            <p:spPr>
              <a:xfrm>
                <a:off x="6096000" y="1628774"/>
                <a:ext cx="5761039" cy="352425"/>
              </a:xfrm>
              <a:prstGeom prst="rect">
                <a:avLst/>
              </a:prstGeom>
              <a:noFill/>
            </p:spPr>
            <p:txBody>
              <a:bodyPr wrap="square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  <a:r>
                  <a:rPr kumimoji="1" lang="en-US" altLang="ja-JP" sz="1600" dirty="0"/>
                  <a:t>(</a:t>
                </a:r>
                <a:r>
                  <a:rPr kumimoji="1" lang="ja-JP" altLang="en-US" sz="1600" dirty="0"/>
                  <a:t>XX</a:t>
                </a:r>
                <a:r>
                  <a:rPr lang="en-US" altLang="ja-JP" sz="1600" dirty="0"/>
                  <a:t>)</a:t>
                </a:r>
                <a:r>
                  <a:rPr lang="ja-JP" altLang="en-US" sz="1600" dirty="0"/>
                  <a:t> </a:t>
                </a:r>
                <a:r>
                  <a:rPr kumimoji="1" lang="ja-JP" altLang="en-US" sz="1600" dirty="0"/>
                  <a:t>XX</a:t>
                </a:r>
              </a:p>
            </p:txBody>
          </p:sp>
        </p:grpSp>
        <p:sp>
          <p:nvSpPr>
            <p:cNvPr id="63" name="矢印: 山形 62">
              <a:extLst>
                <a:ext uri="{FF2B5EF4-FFF2-40B4-BE49-F238E27FC236}">
                  <ns2:creationId id="{A2653C23-5A03-1BC5-8BDA-264EE10919DF}"/>
                </a:ext>
              </a:extLst>
            </p:cNvPr>
            <p:cNvSpPr/>
            <p:nvPr/>
          </p:nvSpPr>
          <p:spPr>
            <a:xfrm>
              <a:off x="8383410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2" name="矢印: 五方向 61">
              <a:extLst>
                <a:ext uri="{FF2B5EF4-FFF2-40B4-BE49-F238E27FC236}">
                  <ns2:creationId id="{421930A5-F58F-DF2B-BCE8-1C6A9821FC3F}"/>
                </a:ext>
              </a:extLst>
            </p:cNvPr>
            <p:cNvSpPr/>
            <p:nvPr/>
          </p:nvSpPr>
          <p:spPr>
            <a:xfrm>
              <a:off x="6646597" y="2017200"/>
              <a:ext cx="173681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4" name="矢印: 山形 63">
              <a:extLst>
                <a:ext uri="{FF2B5EF4-FFF2-40B4-BE49-F238E27FC236}">
                  <ns2:creationId id="{CEDBAF85-E0C3-4674-1958-30702CA9E54F}"/>
                </a:ext>
              </a:extLst>
            </p:cNvPr>
            <p:cNvSpPr/>
            <p:nvPr/>
          </p:nvSpPr>
          <p:spPr>
            <a:xfrm>
              <a:off x="10120225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D699096-E6CE-B5D5-4003-572844C5309B}"/>
                </a:ext>
              </a:extLst>
            </p:cNvPr>
            <p:cNvSpPr/>
            <p:nvPr/>
          </p:nvSpPr>
          <p:spPr>
            <a:xfrm>
              <a:off x="5410200" y="226827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0B59492-9ADE-ECD8-ADFF-66F8A91C2AA6}"/>
                </a:ext>
              </a:extLst>
            </p:cNvPr>
            <p:cNvSpPr/>
            <p:nvPr/>
          </p:nvSpPr>
          <p:spPr>
            <a:xfrm>
              <a:off x="5410200" y="363099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(</a:t>
              </a: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)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3DFFEA4-36B5-57C0-D145-1FA0004CC1E5}"/>
                </a:ext>
              </a:extLst>
            </p:cNvPr>
            <p:cNvSpPr/>
            <p:nvPr/>
          </p:nvSpPr>
          <p:spPr>
            <a:xfrm>
              <a:off x="5410200" y="499371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35198C13-388F-0244-058A-26E1965740F4}"/>
                </a:ext>
              </a:extLst>
            </p:cNvPr>
            <p:cNvSpPr/>
            <p:nvPr/>
          </p:nvSpPr>
          <p:spPr>
            <a:xfrm>
              <a:off x="6646598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B3BFE8C6-DF33-47E7-6360-1B01061AB41C}"/>
                </a:ext>
              </a:extLst>
            </p:cNvPr>
            <p:cNvSpPr/>
            <p:nvPr/>
          </p:nvSpPr>
          <p:spPr>
            <a:xfrm>
              <a:off x="8383410" y="2268278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r>
                <a:rPr lang="en-US" altLang="ja-JP" sz="680" dirty="0">
                  <a:solidFill>
                    <a:schemeClr val="tx1"/>
                  </a:solidFill>
                </a:rPr>
                <a:t>XX</a:t>
              </a: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0354A4CC-6872-7B71-1124-352A975D72B6}"/>
                </a:ext>
              </a:extLst>
            </p:cNvPr>
            <p:cNvSpPr/>
            <p:nvPr/>
          </p:nvSpPr>
          <p:spPr>
            <a:xfrm>
              <a:off x="10120225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05432137-6427-6960-201C-419998A242B0}"/>
                </a:ext>
              </a:extLst>
            </p:cNvPr>
            <p:cNvSpPr/>
            <p:nvPr/>
          </p:nvSpPr>
          <p:spPr>
            <a:xfrm>
              <a:off x="6646598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FBD988F1-1431-56E2-D0D6-07B203C95D9C}"/>
                </a:ext>
              </a:extLst>
            </p:cNvPr>
            <p:cNvSpPr/>
            <p:nvPr/>
          </p:nvSpPr>
          <p:spPr>
            <a:xfrm>
              <a:off x="8383410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endParaRPr lang="ja-JP" altLang="en-US" sz="1000" dirty="0">
                <a:solidFill>
                  <a:schemeClr val="tx1"/>
                </a:solidFill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9F60B4D0-88EE-F148-1B85-E1E1C2D6ED3B}"/>
                </a:ext>
              </a:extLst>
            </p:cNvPr>
            <p:cNvSpPr/>
            <p:nvPr/>
          </p:nvSpPr>
          <p:spPr>
            <a:xfrm>
              <a:off x="10120225" y="3631000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9" name="二等辺三角形 88">
              <a:extLst>
                <a:ext uri="{FF2B5EF4-FFF2-40B4-BE49-F238E27FC236}">
                  <ns2:creationId id="{D94EEC9F-1A5C-C72E-3F97-A29A863A670B}"/>
                </a:ext>
              </a:extLst>
            </p:cNvPr>
            <p:cNvSpPr/>
            <p:nvPr/>
          </p:nvSpPr>
          <p:spPr>
            <a:xfrm flipV="1">
              <a:off x="8522354" y="4011801"/>
              <a:ext cx="1458928" cy="165021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BD9FB99-33E3-9A03-0F55-BF7A1ACCB5F9}"/>
                </a:ext>
              </a:extLst>
            </p:cNvPr>
            <p:cNvSpPr/>
            <p:nvPr/>
          </p:nvSpPr>
          <p:spPr>
            <a:xfrm>
              <a:off x="6646598" y="4242220"/>
              <a:ext cx="5210440" cy="703787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endParaRPr lang="en-US" altLang="ja-JP" sz="1100" dirty="0">
                <a:solidFill>
                  <a:schemeClr val="tx1"/>
                </a:solidFill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892EBBF-C7BF-578A-5363-5004374ACE06}"/>
                </a:ext>
              </a:extLst>
            </p:cNvPr>
            <p:cNvSpPr/>
            <p:nvPr/>
          </p:nvSpPr>
          <p:spPr>
            <a:xfrm>
              <a:off x="8429428" y="4011801"/>
              <a:ext cx="1644778" cy="1437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3AF20E8-94B3-52FD-3D81-C84D6F6F69C0}"/>
                </a:ext>
              </a:extLst>
            </p:cNvPr>
            <p:cNvSpPr/>
            <p:nvPr/>
          </p:nvSpPr>
          <p:spPr>
            <a:xfrm>
              <a:off x="6738632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800" dirty="0">
                  <a:solidFill>
                    <a:schemeClr val="accent5"/>
                  </a:solidFill>
                </a:rPr>
                <a:t>※</a:t>
              </a:r>
              <a:r>
                <a:rPr lang="en-US" altLang="ja-JP" sz="800" dirty="0">
                  <a:solidFill>
                    <a:schemeClr val="tx1"/>
                  </a:solidFill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6C0FAA71-7F56-ACD0-EBD1-A9C5404ADB42}"/>
                </a:ext>
              </a:extLst>
            </p:cNvPr>
            <p:cNvSpPr/>
            <p:nvPr/>
          </p:nvSpPr>
          <p:spPr>
            <a:xfrm>
              <a:off x="9279510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)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5663942E-2D44-0C09-1987-EC9B8B9CB7F2}"/>
                </a:ext>
              </a:extLst>
            </p:cNvPr>
            <p:cNvSpPr/>
            <p:nvPr/>
          </p:nvSpPr>
          <p:spPr>
            <a:xfrm>
              <a:off x="6646598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6891EC0-1277-939F-D9A2-93503DEE2965}"/>
                </a:ext>
              </a:extLst>
            </p:cNvPr>
            <p:cNvSpPr/>
            <p:nvPr/>
          </p:nvSpPr>
          <p:spPr>
            <a:xfrm>
              <a:off x="8383410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40D9EDF-6DEF-AF2C-7226-2035B745C6B5}"/>
                </a:ext>
              </a:extLst>
            </p:cNvPr>
            <p:cNvSpPr/>
            <p:nvPr/>
          </p:nvSpPr>
          <p:spPr>
            <a:xfrm>
              <a:off x="10120225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46C7A44E-1A45-76BE-A9FF-C817C6A44D17}"/>
                </a:ext>
              </a:extLst>
            </p:cNvPr>
            <p:cNvGrpSpPr/>
            <p:nvPr/>
          </p:nvGrpSpPr>
          <p:grpSpPr>
            <a:xfrm>
              <a:off x="6646597" y="6057649"/>
              <a:ext cx="5210440" cy="251078"/>
              <a:chOff x="6646597" y="5937877"/>
              <a:chExt cx="5210440" cy="370850"/>
            </a:xfrm>
          </p:grpSpPr>
          <p:sp>
            <p:nvSpPr>
              <p:cNvPr id="98" name="正方形/長方形 97">
                <a:extLst>
                  <a:ext uri="{FF2B5EF4-FFF2-40B4-BE49-F238E27FC236}">
                    <ns2:creationId id="{281DB2C9-A984-62ED-9556-A02FF460CA21}"/>
                  </a:ext>
                </a:extLst>
              </p:cNvPr>
              <p:cNvSpPr/>
              <p:nvPr/>
            </p:nvSpPr>
            <p:spPr>
              <a:xfrm>
                <a:off x="6646597" y="5937877"/>
                <a:ext cx="5210440" cy="3708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46800" rIns="36000" rtlCol="0" anchor="ctr" anchorCtr="1"/>
              <a:lstStyle/>
              <a:p>
                <a:endParaRPr lang="en-US" altLang="ja-JP" sz="11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254D3AA2-5956-5DC3-DE8A-212C1DA234A8}"/>
                  </a:ext>
                </a:extLst>
              </p:cNvPr>
              <p:cNvSpPr/>
              <p:nvPr/>
            </p:nvSpPr>
            <p:spPr>
              <a:xfrm>
                <a:off x="6738634" y="5986702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061240F-F4FA-4650-C1E2-97D2F74F596E}"/>
                  </a:ext>
                </a:extLst>
              </p:cNvPr>
              <p:cNvSpPr/>
              <p:nvPr/>
            </p:nvSpPr>
            <p:spPr>
              <a:xfrm>
                <a:off x="8432552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3EA7A898-6366-76AD-8897-7B607A929B23}"/>
                  </a:ext>
                </a:extLst>
              </p:cNvPr>
              <p:cNvSpPr/>
              <p:nvPr/>
            </p:nvSpPr>
            <p:spPr>
              <a:xfrm>
                <a:off x="10126471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06" name="グループ化 105">
              <a:extLst>
                <a:ext uri="{FF2B5EF4-FFF2-40B4-BE49-F238E27FC236}">
                  <ns2:creationId id="{56E5BA0C-EA68-4C65-86FC-E314029F7C78}"/>
                </a:ext>
              </a:extLst>
            </p:cNvPr>
            <p:cNvGrpSpPr/>
            <p:nvPr/>
          </p:nvGrpSpPr>
          <p:grpSpPr>
            <a:xfrm>
              <a:off x="8429428" y="5785304"/>
              <a:ext cx="1644778" cy="223965"/>
              <a:chOff x="8515246" y="5672842"/>
              <a:chExt cx="1603597" cy="160148"/>
            </a:xfrm>
          </p:grpSpPr>
          <p:sp>
            <p:nvSpPr>
              <p:cNvPr id="104" name="二等辺三角形 103">
                <a:extLst>
                  <a:ext uri="{FF2B5EF4-FFF2-40B4-BE49-F238E27FC236}">
                    <ns2:creationId id="{1D295623-DB13-D834-C3FD-D987001673C4}"/>
                  </a:ext>
                </a:extLst>
              </p:cNvPr>
              <p:cNvSpPr/>
              <p:nvPr/>
            </p:nvSpPr>
            <p:spPr>
              <a:xfrm flipV="1">
                <a:off x="8605846" y="5672842"/>
                <a:ext cx="1422400" cy="160148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B55A711-66DB-6EAB-1035-DBD789D3CD7C}"/>
                  </a:ext>
                </a:extLst>
              </p:cNvPr>
              <p:cNvSpPr/>
              <p:nvPr/>
            </p:nvSpPr>
            <p:spPr>
              <a:xfrm>
                <a:off x="8515246" y="5678286"/>
                <a:ext cx="1603597" cy="13953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36000" rtlCol="0" anchor="t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10" name="グループ化 109">
              <a:extLst>
                <a:ext uri="{FF2B5EF4-FFF2-40B4-BE49-F238E27FC236}">
                  <ns2:creationId id="{9E586720-D722-9B13-C436-DB38B1BFD2B7}"/>
                </a:ext>
              </a:extLst>
            </p:cNvPr>
            <p:cNvGrpSpPr/>
            <p:nvPr/>
          </p:nvGrpSpPr>
          <p:grpSpPr>
            <a:xfrm>
              <a:off x="6646598" y="3607144"/>
              <a:ext cx="5118406" cy="0"/>
              <a:chOff x="6777054" y="3686926"/>
              <a:chExt cx="4990254" cy="0"/>
            </a:xfrm>
          </p:grpSpPr>
          <p:cxnSp>
            <p:nvCxnSpPr>
              <p:cNvPr id="107" name="直線コネクタ 106">
                <a:extLst>
                  <a:ext uri="{FF2B5EF4-FFF2-40B4-BE49-F238E27FC236}">
                    <ns2:creationId id="{A69FC5C4-49FE-A6AC-81BE-E835B06EF089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A0032F6-F97C-293C-618C-24E92B314D0B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56864EBC-CE44-BC43-A819-D86D6CF51E75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631B71B4-D0C5-7200-EE1C-1B0918AEF83B}"/>
                </a:ext>
              </a:extLst>
            </p:cNvPr>
            <p:cNvGrpSpPr/>
            <p:nvPr/>
          </p:nvGrpSpPr>
          <p:grpSpPr>
            <a:xfrm>
              <a:off x="6646598" y="4969864"/>
              <a:ext cx="5118406" cy="0"/>
              <a:chOff x="6777054" y="3686926"/>
              <a:chExt cx="4990254" cy="0"/>
            </a:xfrm>
          </p:grpSpPr>
          <p:cxnSp>
            <p:nvCxnSpPr>
              <p:cNvPr id="112" name="直線コネクタ 111">
                <a:extLst>
                  <a:ext uri="{FF2B5EF4-FFF2-40B4-BE49-F238E27FC236}">
                    <ns2:creationId id="{930F696D-EC58-145D-2D75-566B2CE9FA45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D414B884-13DC-21A6-8E5E-44D50CB0EBE2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43A6B802-7ADB-C718-72D4-F0BD50F22AF0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393600686"/>
      </p:ext>
    </p:extLst>
  </p:cSld>
  <p:clrMapOvr>
    <a:masterClrMapping/>
  </p:clrMapOvr>
</p:sld>
</file>

<file path=ppt/slides/slide31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D9F3C72-E999-2312-37E3-C0FA0F3C9F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A9BAC8-3329-54AF-9FFC-407F48E811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0A24BFC-63F7-5832-5832-E146730B2D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46" name="グループ化 145">
            <a:extLst>
              <a:ext uri="{FF2B5EF4-FFF2-40B4-BE49-F238E27FC236}">
                <ns2:creationId id="{FD96AEDF-64EC-0766-98B2-8F6DF39F8697}"/>
              </a:ext>
            </a:extLst>
          </p:cNvPr>
          <p:cNvGrpSpPr/>
          <p:nvPr/>
        </p:nvGrpSpPr>
        <p:grpSpPr>
          <a:xfrm>
            <a:off x="703002" y="5868295"/>
            <a:ext cx="374469" cy="440430"/>
            <a:chOff x="703002" y="5868295"/>
            <a:chExt cx="374469" cy="440430"/>
          </a:xfrm>
        </p:grpSpPr>
        <p:sp>
          <p:nvSpPr>
            <p:cNvPr id="54" name="正方形/長方形 53">
              <a:extLst>
                <a:ext uri="{FF2B5EF4-FFF2-40B4-BE49-F238E27FC236}">
                  <ns2:creationId id="{0FB7CA7B-63C6-8433-F5C4-090D5303C375}"/>
                </a:ext>
              </a:extLst>
            </p:cNvPr>
            <p:cNvSpPr/>
            <p:nvPr/>
          </p:nvSpPr>
          <p:spPr>
            <a:xfrm>
              <a:off x="703002" y="5868295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7A4FA430-F77F-8EBF-70A8-1BB607045187}"/>
                </a:ext>
              </a:extLst>
            </p:cNvPr>
            <p:cNvSpPr/>
            <p:nvPr/>
          </p:nvSpPr>
          <p:spPr>
            <a:xfrm>
              <a:off x="703002" y="6100873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1" name="正方形/長方形 60">
            <a:extLst>
              <a:ext uri="{FF2B5EF4-FFF2-40B4-BE49-F238E27FC236}">
                <ns2:creationId id="{9186987F-7E80-71FF-D092-7EA0B5D7D197}"/>
              </a:ext>
            </a:extLst>
          </p:cNvPr>
          <p:cNvSpPr/>
          <p:nvPr/>
        </p:nvSpPr>
        <p:spPr>
          <a:xfrm>
            <a:off x="334962" y="5868295"/>
            <a:ext cx="328676" cy="44043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C061FD79-09F4-DA92-735F-A710DCC5E4B7}"/>
              </a:ext>
            </a:extLst>
          </p:cNvPr>
          <p:cNvSpPr/>
          <p:nvPr/>
        </p:nvSpPr>
        <p:spPr>
          <a:xfrm>
            <a:off x="334962" y="1635124"/>
            <a:ext cx="742509" cy="36000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7D460F1F-AD3E-CA95-DFE9-627C6763ED42}"/>
              </a:ext>
            </a:extLst>
          </p:cNvPr>
          <p:cNvSpPr/>
          <p:nvPr/>
        </p:nvSpPr>
        <p:spPr>
          <a:xfrm>
            <a:off x="1116837" y="1635124"/>
            <a:ext cx="1339963" cy="360000"/>
          </a:xfrm>
          <a:prstGeom prst="homePlate">
            <a:avLst>
              <a:gd name="adj" fmla="val 18206"/>
            </a:avLst>
          </a:prstGeom>
          <a:solidFill>
            <a:schemeClr val="accent5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山形 52">
            <a:extLst>
              <a:ext uri="{FF2B5EF4-FFF2-40B4-BE49-F238E27FC236}">
                <ns2:creationId id="{D3A89FA5-7FB3-3FC3-E485-0D24DFAA8366}"/>
              </a:ext>
            </a:extLst>
          </p:cNvPr>
          <p:cNvSpPr/>
          <p:nvPr/>
        </p:nvSpPr>
        <p:spPr>
          <a:xfrm>
            <a:off x="2459728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山形 52">
            <a:extLst>
              <a:ext uri="{FF2B5EF4-FFF2-40B4-BE49-F238E27FC236}">
                <ns2:creationId id="{3FC6EC22-3AB8-A036-336B-7C60D43179F8}"/>
              </a:ext>
            </a:extLst>
          </p:cNvPr>
          <p:cNvSpPr/>
          <p:nvPr/>
        </p:nvSpPr>
        <p:spPr>
          <a:xfrm>
            <a:off x="3802619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山形 52">
            <a:extLst>
              <a:ext uri="{FF2B5EF4-FFF2-40B4-BE49-F238E27FC236}">
                <ns2:creationId id="{1C46A081-833C-EBE6-04EC-02860AD1E69A}"/>
              </a:ext>
            </a:extLst>
          </p:cNvPr>
          <p:cNvSpPr/>
          <p:nvPr/>
        </p:nvSpPr>
        <p:spPr>
          <a:xfrm>
            <a:off x="5145510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山形 52">
            <a:extLst>
              <a:ext uri="{FF2B5EF4-FFF2-40B4-BE49-F238E27FC236}">
                <ns2:creationId id="{2F00D3C0-7039-3A93-5417-EBC5F99740A5}"/>
              </a:ext>
            </a:extLst>
          </p:cNvPr>
          <p:cNvSpPr/>
          <p:nvPr/>
        </p:nvSpPr>
        <p:spPr>
          <a:xfrm>
            <a:off x="6488401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山形 52">
            <a:extLst>
              <a:ext uri="{FF2B5EF4-FFF2-40B4-BE49-F238E27FC236}">
                <ns2:creationId id="{565B12D8-F7DB-3C56-5FA8-15BF4ADF9553}"/>
              </a:ext>
            </a:extLst>
          </p:cNvPr>
          <p:cNvSpPr/>
          <p:nvPr/>
        </p:nvSpPr>
        <p:spPr>
          <a:xfrm>
            <a:off x="7831292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山形 52">
            <a:extLst>
              <a:ext uri="{FF2B5EF4-FFF2-40B4-BE49-F238E27FC236}">
                <ns2:creationId id="{11FD28B9-BE10-73DE-681A-77E4666E63BD}"/>
              </a:ext>
            </a:extLst>
          </p:cNvPr>
          <p:cNvSpPr/>
          <p:nvPr/>
        </p:nvSpPr>
        <p:spPr>
          <a:xfrm>
            <a:off x="917418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山形 52">
            <a:extLst>
              <a:ext uri="{FF2B5EF4-FFF2-40B4-BE49-F238E27FC236}">
                <ns2:creationId id="{BB176A46-5555-9C30-C238-A4523E4BCFB1}"/>
              </a:ext>
            </a:extLst>
          </p:cNvPr>
          <p:cNvSpPr/>
          <p:nvPr/>
        </p:nvSpPr>
        <p:spPr>
          <a:xfrm>
            <a:off x="1051707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" name="Picture 6" hidden="1">
            <a:extLst>
              <a:ext uri="{FF2B5EF4-FFF2-40B4-BE49-F238E27FC236}">
                <ns2:creationId id="{2CF1A21D-AC3C-CE84-1650-F91F5C44EE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ns4:useLocalDpi val="0"/>
              </a:ext>
            </a:extLst>
          </a:blip>
          <a:stretch>
            <a:fillRect/>
          </a:stretch>
        </p:blipFill>
        <p:spPr>
          <a:xfrm>
            <a:off x="-5687690" y="129282"/>
            <a:ext cx="5486081" cy="3998890"/>
          </a:xfrm>
          <a:prstGeom prst="rect">
            <a:avLst/>
          </a:prstGeom>
        </p:spPr>
      </p:pic>
      <p:sp>
        <p:nvSpPr>
          <p:cNvPr id="63" name="正方形/長方形 62">
            <a:extLst>
              <a:ext uri="{FF2B5EF4-FFF2-40B4-BE49-F238E27FC236}">
                <ns2:creationId id="{E1364610-7F1D-7161-190C-B5C134145EA4}"/>
              </a:ext>
            </a:extLst>
          </p:cNvPr>
          <p:cNvSpPr/>
          <p:nvPr/>
        </p:nvSpPr>
        <p:spPr>
          <a:xfrm>
            <a:off x="1116837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4" name="正方形/長方形 63">
            <a:extLst>
              <a:ext uri="{FF2B5EF4-FFF2-40B4-BE49-F238E27FC236}">
                <ns2:creationId id="{40F505DC-96FD-7F35-4EA7-C53F3B8CEC67}"/>
              </a:ext>
            </a:extLst>
          </p:cNvPr>
          <p:cNvSpPr/>
          <p:nvPr/>
        </p:nvSpPr>
        <p:spPr>
          <a:xfrm>
            <a:off x="1116837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FD142AB9-691A-0AF6-9344-5E6BB434ECD7}"/>
              </a:ext>
            </a:extLst>
          </p:cNvPr>
          <p:cNvSpPr/>
          <p:nvPr/>
        </p:nvSpPr>
        <p:spPr>
          <a:xfrm>
            <a:off x="2479506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79BFFDD8-5235-5038-BA58-3ADCBEA1B718}"/>
              </a:ext>
            </a:extLst>
          </p:cNvPr>
          <p:cNvSpPr/>
          <p:nvPr/>
        </p:nvSpPr>
        <p:spPr>
          <a:xfrm>
            <a:off x="2479506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26E42E7D-ED5E-68AD-FE4E-BDBD42515772}"/>
              </a:ext>
            </a:extLst>
          </p:cNvPr>
          <p:cNvSpPr/>
          <p:nvPr/>
        </p:nvSpPr>
        <p:spPr>
          <a:xfrm>
            <a:off x="384217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正方形/長方形 69">
            <a:extLst>
              <a:ext uri="{FF2B5EF4-FFF2-40B4-BE49-F238E27FC236}">
                <ns2:creationId id="{C3E91825-A3EA-E6A1-1D3F-10AB7E0BD228}"/>
              </a:ext>
            </a:extLst>
          </p:cNvPr>
          <p:cNvSpPr/>
          <p:nvPr/>
        </p:nvSpPr>
        <p:spPr>
          <a:xfrm>
            <a:off x="384217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2" name="正方形/長方形 71">
            <a:extLst>
              <a:ext uri="{FF2B5EF4-FFF2-40B4-BE49-F238E27FC236}">
                <ns2:creationId id="{35A1B7B4-B79F-C7A2-84EB-06B37009ACD2}"/>
              </a:ext>
            </a:extLst>
          </p:cNvPr>
          <p:cNvSpPr/>
          <p:nvPr/>
        </p:nvSpPr>
        <p:spPr>
          <a:xfrm>
            <a:off x="5204844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43EEB1F7-94FE-2E67-204B-FE9781CDE302}"/>
              </a:ext>
            </a:extLst>
          </p:cNvPr>
          <p:cNvSpPr/>
          <p:nvPr/>
        </p:nvSpPr>
        <p:spPr>
          <a:xfrm>
            <a:off x="5204844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6CC4ACE-2ED1-41B3-9852-5E7340C6FA1A}"/>
              </a:ext>
            </a:extLst>
          </p:cNvPr>
          <p:cNvSpPr/>
          <p:nvPr/>
        </p:nvSpPr>
        <p:spPr>
          <a:xfrm>
            <a:off x="6567513" y="5894495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正方形/長方形 75">
            <a:extLst>
              <a:ext uri="{FF2B5EF4-FFF2-40B4-BE49-F238E27FC236}">
                <ns2:creationId id="{3FE6EAF1-1691-F3E4-6F3A-5ECB7221427D}"/>
              </a:ext>
            </a:extLst>
          </p:cNvPr>
          <p:cNvSpPr/>
          <p:nvPr/>
        </p:nvSpPr>
        <p:spPr>
          <a:xfrm>
            <a:off x="6567513" y="6130244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1F4D1406-E948-505E-9D63-457CD0C986E2}"/>
              </a:ext>
            </a:extLst>
          </p:cNvPr>
          <p:cNvSpPr/>
          <p:nvPr/>
        </p:nvSpPr>
        <p:spPr>
          <a:xfrm>
            <a:off x="7878010" y="5894495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正方形/長方形 78">
            <a:extLst>
              <a:ext uri="{FF2B5EF4-FFF2-40B4-BE49-F238E27FC236}">
                <ns2:creationId id="{87D2BD82-609F-57E9-1B2A-FC823DD664FE}"/>
              </a:ext>
            </a:extLst>
          </p:cNvPr>
          <p:cNvSpPr/>
          <p:nvPr/>
        </p:nvSpPr>
        <p:spPr>
          <a:xfrm>
            <a:off x="7878010" y="6130244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ns2:creationId id="{70C49324-616F-4B0B-6EC2-FF7789BE6320}"/>
              </a:ext>
            </a:extLst>
          </p:cNvPr>
          <p:cNvSpPr/>
          <p:nvPr/>
        </p:nvSpPr>
        <p:spPr>
          <a:xfrm>
            <a:off x="9198737" y="5894495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37EDE08D-762A-3B1B-9CE6-9024E56D9014}"/>
              </a:ext>
            </a:extLst>
          </p:cNvPr>
          <p:cNvSpPr/>
          <p:nvPr/>
        </p:nvSpPr>
        <p:spPr>
          <a:xfrm>
            <a:off x="9198737" y="6130244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4" name="正方形/長方形 83">
            <a:extLst>
              <a:ext uri="{FF2B5EF4-FFF2-40B4-BE49-F238E27FC236}">
                <ns2:creationId id="{FF7112D7-735B-0E36-7230-147A503D1E41}"/>
              </a:ext>
            </a:extLst>
          </p:cNvPr>
          <p:cNvSpPr/>
          <p:nvPr/>
        </p:nvSpPr>
        <p:spPr>
          <a:xfrm>
            <a:off x="1052730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正方形/長方形 84">
            <a:extLst>
              <a:ext uri="{FF2B5EF4-FFF2-40B4-BE49-F238E27FC236}">
                <ns2:creationId id="{C2130A0E-5F4E-83CE-8211-46C371E745DC}"/>
              </a:ext>
            </a:extLst>
          </p:cNvPr>
          <p:cNvSpPr/>
          <p:nvPr/>
        </p:nvSpPr>
        <p:spPr>
          <a:xfrm>
            <a:off x="1052730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" name="Group 18">
            <a:extLst>
              <a:ext uri="{FF2B5EF4-FFF2-40B4-BE49-F238E27FC236}">
                <ns2:creationId id="{4B2FD622-19CB-B14E-C480-5C243B358AD9}"/>
              </a:ext>
            </a:extLst>
          </p:cNvPr>
          <p:cNvGrpSpPr/>
          <p:nvPr/>
        </p:nvGrpSpPr>
        <p:grpSpPr>
          <a:xfrm>
            <a:off x="1136072" y="5868295"/>
            <a:ext cx="10720964" cy="99215"/>
            <a:chOff x="1096574" y="5725994"/>
            <a:chExt cx="11330462" cy="0"/>
          </a:xfrm>
        </p:grpSpPr>
        <p:cxnSp>
          <p:nvCxnSpPr>
            <p:cNvPr id="10" name="直線コネクタ 26">
              <a:extLst>
                <a:ext uri="{FF2B5EF4-FFF2-40B4-BE49-F238E27FC236}">
                  <ns2:creationId id="{A2D0046A-13FB-E867-5888-19FEC7C5BBB7}"/>
                </a:ext>
              </a:extLst>
            </p:cNvPr>
            <p:cNvCxnSpPr>
              <a:cxnSpLocks/>
            </p:cNvCxnSpPr>
            <p:nvPr/>
          </p:nvCxnSpPr>
          <p:spPr>
            <a:xfrm>
              <a:off x="1096574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26">
              <a:extLst>
                <a:ext uri="{FF2B5EF4-FFF2-40B4-BE49-F238E27FC236}">
                  <ns2:creationId id="{41243B56-7E26-572A-C043-C0AED75B6DED}"/>
                </a:ext>
              </a:extLst>
            </p:cNvPr>
            <p:cNvCxnSpPr>
              <a:cxnSpLocks/>
            </p:cNvCxnSpPr>
            <p:nvPr/>
          </p:nvCxnSpPr>
          <p:spPr>
            <a:xfrm>
              <a:off x="2519607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26">
              <a:extLst>
                <a:ext uri="{FF2B5EF4-FFF2-40B4-BE49-F238E27FC236}">
                  <ns2:creationId id="{23B4F7FD-A00B-3120-CB5D-0F50D79EE950}"/>
                </a:ext>
              </a:extLst>
            </p:cNvPr>
            <p:cNvCxnSpPr>
              <a:cxnSpLocks/>
            </p:cNvCxnSpPr>
            <p:nvPr/>
          </p:nvCxnSpPr>
          <p:spPr>
            <a:xfrm>
              <a:off x="3942640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26">
              <a:extLst>
                <a:ext uri="{FF2B5EF4-FFF2-40B4-BE49-F238E27FC236}">
                  <ns2:creationId id="{C9B00F60-2BFA-0698-A2DC-F21AE651F0FD}"/>
                </a:ext>
              </a:extLst>
            </p:cNvPr>
            <p:cNvCxnSpPr>
              <a:cxnSpLocks/>
            </p:cNvCxnSpPr>
            <p:nvPr/>
          </p:nvCxnSpPr>
          <p:spPr>
            <a:xfrm>
              <a:off x="5365673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26">
              <a:extLst>
                <a:ext uri="{FF2B5EF4-FFF2-40B4-BE49-F238E27FC236}">
                  <ns2:creationId id="{AE4C0E92-D8D3-9CAB-A837-C0E915E8FDB2}"/>
                </a:ext>
              </a:extLst>
            </p:cNvPr>
            <p:cNvCxnSpPr>
              <a:cxnSpLocks/>
            </p:cNvCxnSpPr>
            <p:nvPr/>
          </p:nvCxnSpPr>
          <p:spPr>
            <a:xfrm>
              <a:off x="67887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26">
              <a:extLst>
                <a:ext uri="{FF2B5EF4-FFF2-40B4-BE49-F238E27FC236}">
                  <ns2:creationId id="{A4042441-FA43-5C48-301F-8D9058D61263}"/>
                </a:ext>
              </a:extLst>
            </p:cNvPr>
            <p:cNvCxnSpPr>
              <a:cxnSpLocks/>
            </p:cNvCxnSpPr>
            <p:nvPr/>
          </p:nvCxnSpPr>
          <p:spPr>
            <a:xfrm>
              <a:off x="8211739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26">
              <a:extLst>
                <a:ext uri="{FF2B5EF4-FFF2-40B4-BE49-F238E27FC236}">
                  <ns2:creationId id="{497D918B-3FB6-875E-1F89-1156777257F1}"/>
                </a:ext>
              </a:extLst>
            </p:cNvPr>
            <p:cNvCxnSpPr>
              <a:cxnSpLocks/>
            </p:cNvCxnSpPr>
            <p:nvPr/>
          </p:nvCxnSpPr>
          <p:spPr>
            <a:xfrm>
              <a:off x="9634772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26">
              <a:extLst>
                <a:ext uri="{FF2B5EF4-FFF2-40B4-BE49-F238E27FC236}">
                  <ns2:creationId id="{EE5CC1A4-157F-BF83-7BDE-2C585F0D536A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8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直線コネクタ 26">
            <a:extLst>
              <a:ext uri="{FF2B5EF4-FFF2-40B4-BE49-F238E27FC236}">
                <ns2:creationId id="{39834DCE-7C9F-6906-7EB3-474DA256ED5D}"/>
              </a:ext>
            </a:extLst>
          </p:cNvPr>
          <p:cNvCxnSpPr>
            <a:cxnSpLocks/>
          </p:cNvCxnSpPr>
          <p:nvPr/>
        </p:nvCxnSpPr>
        <p:spPr>
          <a:xfrm>
            <a:off x="113607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6">
            <a:extLst>
              <a:ext uri="{FF2B5EF4-FFF2-40B4-BE49-F238E27FC236}">
                <ns2:creationId id="{8304A262-4D50-C888-1503-8A100DCBF7FE}"/>
              </a:ext>
            </a:extLst>
          </p:cNvPr>
          <p:cNvCxnSpPr>
            <a:cxnSpLocks/>
          </p:cNvCxnSpPr>
          <p:nvPr/>
        </p:nvCxnSpPr>
        <p:spPr>
          <a:xfrm>
            <a:off x="248255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6">
            <a:extLst>
              <a:ext uri="{FF2B5EF4-FFF2-40B4-BE49-F238E27FC236}">
                <ns2:creationId id="{E1693DE9-643D-3AFD-8723-473ED38FB436}"/>
              </a:ext>
            </a:extLst>
          </p:cNvPr>
          <p:cNvCxnSpPr>
            <a:cxnSpLocks/>
          </p:cNvCxnSpPr>
          <p:nvPr/>
        </p:nvCxnSpPr>
        <p:spPr>
          <a:xfrm>
            <a:off x="3829040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6">
            <a:extLst>
              <a:ext uri="{FF2B5EF4-FFF2-40B4-BE49-F238E27FC236}">
                <ns2:creationId id="{869AD4C5-12D0-6CD9-A0CD-E35877FE291B}"/>
              </a:ext>
            </a:extLst>
          </p:cNvPr>
          <p:cNvCxnSpPr>
            <a:cxnSpLocks/>
          </p:cNvCxnSpPr>
          <p:nvPr/>
        </p:nvCxnSpPr>
        <p:spPr>
          <a:xfrm>
            <a:off x="5175524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6">
            <a:extLst>
              <a:ext uri="{FF2B5EF4-FFF2-40B4-BE49-F238E27FC236}">
                <ns2:creationId id="{2717D122-191D-6C24-A6C0-8D304FA3BA74}"/>
              </a:ext>
            </a:extLst>
          </p:cNvPr>
          <p:cNvCxnSpPr>
            <a:cxnSpLocks/>
          </p:cNvCxnSpPr>
          <p:nvPr/>
        </p:nvCxnSpPr>
        <p:spPr>
          <a:xfrm>
            <a:off x="6522008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6">
            <a:extLst>
              <a:ext uri="{FF2B5EF4-FFF2-40B4-BE49-F238E27FC236}">
                <ns2:creationId id="{4990DB88-6173-3533-E612-06E471BA1954}"/>
              </a:ext>
            </a:extLst>
          </p:cNvPr>
          <p:cNvCxnSpPr>
            <a:cxnSpLocks/>
          </p:cNvCxnSpPr>
          <p:nvPr/>
        </p:nvCxnSpPr>
        <p:spPr>
          <a:xfrm>
            <a:off x="786849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F57935A-AA7C-9B3F-15C2-AA76555BCB56}"/>
              </a:ext>
            </a:extLst>
          </p:cNvPr>
          <p:cNvCxnSpPr>
            <a:cxnSpLocks/>
          </p:cNvCxnSpPr>
          <p:nvPr/>
        </p:nvCxnSpPr>
        <p:spPr>
          <a:xfrm>
            <a:off x="921497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コネクタ 26">
            <a:extLst>
              <a:ext uri="{FF2B5EF4-FFF2-40B4-BE49-F238E27FC236}">
                <ns2:creationId id="{F0E7F9BC-0BC3-A80F-E043-C173FA34B21C}"/>
              </a:ext>
            </a:extLst>
          </p:cNvPr>
          <p:cNvCxnSpPr>
            <a:cxnSpLocks/>
          </p:cNvCxnSpPr>
          <p:nvPr/>
        </p:nvCxnSpPr>
        <p:spPr>
          <a:xfrm>
            <a:off x="10561461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正方形/長方形 59">
            <a:extLst>
              <a:ext uri="{FF2B5EF4-FFF2-40B4-BE49-F238E27FC236}">
                <ns2:creationId id="{F97C8253-B7D2-5FDB-C38C-5A9C1AE6195E}"/>
              </a:ext>
            </a:extLst>
          </p:cNvPr>
          <p:cNvSpPr/>
          <p:nvPr/>
        </p:nvSpPr>
        <p:spPr>
          <a:xfrm>
            <a:off x="334962" y="2036745"/>
            <a:ext cx="748938" cy="380603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7AB21A5A-7E98-3A1C-3FBC-8A9B7DA0DBD7}"/>
              </a:ext>
            </a:extLst>
          </p:cNvPr>
          <p:cNvSpPr/>
          <p:nvPr/>
        </p:nvSpPr>
        <p:spPr>
          <a:xfrm>
            <a:off x="116802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1" name="正方形/長方形 58">
            <a:extLst>
              <a:ext uri="{FF2B5EF4-FFF2-40B4-BE49-F238E27FC236}">
                <ns2:creationId id="{5649CA2F-07F1-3573-74B0-80F7001F9464}"/>
              </a:ext>
            </a:extLst>
          </p:cNvPr>
          <p:cNvSpPr/>
          <p:nvPr/>
        </p:nvSpPr>
        <p:spPr>
          <a:xfrm>
            <a:off x="1168026" y="4897236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正方形/長方形 58">
            <a:extLst>
              <a:ext uri="{FF2B5EF4-FFF2-40B4-BE49-F238E27FC236}">
                <ns2:creationId id="{C0C30FE3-F39E-BF66-C3AB-4040CFF2E4E2}"/>
              </a:ext>
            </a:extLst>
          </p:cNvPr>
          <p:cNvSpPr/>
          <p:nvPr/>
        </p:nvSpPr>
        <p:spPr>
          <a:xfrm>
            <a:off x="2510917" y="2990242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3" name="正方形/長方形 58">
            <a:extLst>
              <a:ext uri="{FF2B5EF4-FFF2-40B4-BE49-F238E27FC236}">
                <ns2:creationId id="{3A42382F-748F-9E4F-BF59-7BD87F8E8AF5}"/>
              </a:ext>
            </a:extLst>
          </p:cNvPr>
          <p:cNvSpPr/>
          <p:nvPr/>
        </p:nvSpPr>
        <p:spPr>
          <a:xfrm>
            <a:off x="2510917" y="2036745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58">
            <a:extLst>
              <a:ext uri="{FF2B5EF4-FFF2-40B4-BE49-F238E27FC236}">
                <ns2:creationId id="{087981E5-86BD-FB23-71C3-8A97775B3744}"/>
              </a:ext>
            </a:extLst>
          </p:cNvPr>
          <p:cNvSpPr/>
          <p:nvPr/>
        </p:nvSpPr>
        <p:spPr>
          <a:xfrm>
            <a:off x="5196700" y="5192541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8">
            <a:extLst>
              <a:ext uri="{FF2B5EF4-FFF2-40B4-BE49-F238E27FC236}">
                <ns2:creationId id="{763B368F-6881-514F-38B4-82473239F7CE}"/>
              </a:ext>
            </a:extLst>
          </p:cNvPr>
          <p:cNvSpPr/>
          <p:nvPr/>
        </p:nvSpPr>
        <p:spPr>
          <a:xfrm>
            <a:off x="2510917" y="3943739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8">
            <a:extLst>
              <a:ext uri="{FF2B5EF4-FFF2-40B4-BE49-F238E27FC236}">
                <ns2:creationId id="{F0128829-FDE9-CE30-626D-9A28A6BF1D4D}"/>
              </a:ext>
            </a:extLst>
          </p:cNvPr>
          <p:cNvSpPr/>
          <p:nvPr/>
        </p:nvSpPr>
        <p:spPr>
          <a:xfrm>
            <a:off x="2510917" y="4897236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58">
            <a:extLst>
              <a:ext uri="{FF2B5EF4-FFF2-40B4-BE49-F238E27FC236}">
                <ns2:creationId id="{2003B535-3398-B9C0-1727-544685BD9C9C}"/>
              </a:ext>
            </a:extLst>
          </p:cNvPr>
          <p:cNvSpPr/>
          <p:nvPr/>
        </p:nvSpPr>
        <p:spPr>
          <a:xfrm>
            <a:off x="6577121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58">
            <a:extLst>
              <a:ext uri="{FF2B5EF4-FFF2-40B4-BE49-F238E27FC236}">
                <ns2:creationId id="{C0A2C255-6DDD-B057-F312-4370839C3449}"/>
              </a:ext>
            </a:extLst>
          </p:cNvPr>
          <p:cNvSpPr/>
          <p:nvPr/>
        </p:nvSpPr>
        <p:spPr>
          <a:xfrm>
            <a:off x="6586321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正方形/長方形 58">
            <a:extLst>
              <a:ext uri="{FF2B5EF4-FFF2-40B4-BE49-F238E27FC236}">
                <ns2:creationId id="{952FCACF-790B-DE5B-D5BE-756ABD040246}"/>
              </a:ext>
            </a:extLst>
          </p:cNvPr>
          <p:cNvSpPr/>
          <p:nvPr/>
        </p:nvSpPr>
        <p:spPr>
          <a:xfrm>
            <a:off x="6586321" y="3800775"/>
            <a:ext cx="1237584" cy="286964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58">
            <a:extLst>
              <a:ext uri="{FF2B5EF4-FFF2-40B4-BE49-F238E27FC236}">
                <ns2:creationId id="{B5740AB8-86C6-CEB6-55D4-7973F9E9A0AC}"/>
              </a:ext>
            </a:extLst>
          </p:cNvPr>
          <p:cNvSpPr/>
          <p:nvPr/>
        </p:nvSpPr>
        <p:spPr>
          <a:xfrm>
            <a:off x="6586321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1" name="正方形/長方形 58">
            <a:extLst>
              <a:ext uri="{FF2B5EF4-FFF2-40B4-BE49-F238E27FC236}">
                <ns2:creationId id="{248F0250-FBF4-A8BD-BC0C-C13BB5473045}"/>
              </a:ext>
            </a:extLst>
          </p:cNvPr>
          <p:cNvSpPr/>
          <p:nvPr/>
        </p:nvSpPr>
        <p:spPr>
          <a:xfrm>
            <a:off x="7911696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2" name="正方形/長方形 58">
            <a:extLst>
              <a:ext uri="{FF2B5EF4-FFF2-40B4-BE49-F238E27FC236}">
                <ns2:creationId id="{F118549F-D36E-DE7F-C73E-7BBE6541AF23}"/>
              </a:ext>
            </a:extLst>
          </p:cNvPr>
          <p:cNvSpPr/>
          <p:nvPr/>
        </p:nvSpPr>
        <p:spPr>
          <a:xfrm>
            <a:off x="7926483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正方形/長方形 58">
            <a:extLst>
              <a:ext uri="{FF2B5EF4-FFF2-40B4-BE49-F238E27FC236}">
                <ns2:creationId id="{D86FBFC8-CFF7-8009-AAE1-B9C79658A076}"/>
              </a:ext>
            </a:extLst>
          </p:cNvPr>
          <p:cNvSpPr/>
          <p:nvPr/>
        </p:nvSpPr>
        <p:spPr>
          <a:xfrm>
            <a:off x="7918345" y="3943739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4" name="正方形/長方形 58">
            <a:extLst>
              <a:ext uri="{FF2B5EF4-FFF2-40B4-BE49-F238E27FC236}">
                <ns2:creationId id="{AC473860-3C0B-B5DA-4D28-A724B1A6F7A5}"/>
              </a:ext>
            </a:extLst>
          </p:cNvPr>
          <p:cNvSpPr/>
          <p:nvPr/>
        </p:nvSpPr>
        <p:spPr>
          <a:xfrm>
            <a:off x="7918345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7" name="正方形/長方形 58">
            <a:extLst>
              <a:ext uri="{FF2B5EF4-FFF2-40B4-BE49-F238E27FC236}">
                <ns2:creationId id="{52B527C6-EBA3-4FF8-98F7-1BCEC337DACD}"/>
              </a:ext>
            </a:extLst>
          </p:cNvPr>
          <p:cNvSpPr/>
          <p:nvPr/>
        </p:nvSpPr>
        <p:spPr>
          <a:xfrm>
            <a:off x="9225372" y="2036745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正方形/長方形 58">
            <a:extLst>
              <a:ext uri="{FF2B5EF4-FFF2-40B4-BE49-F238E27FC236}">
                <ns2:creationId id="{46D02DB2-28B2-60AE-680B-DDEC72DE26D1}"/>
              </a:ext>
            </a:extLst>
          </p:cNvPr>
          <p:cNvSpPr/>
          <p:nvPr/>
        </p:nvSpPr>
        <p:spPr>
          <a:xfrm>
            <a:off x="9225372" y="2990242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58">
            <a:extLst>
              <a:ext uri="{FF2B5EF4-FFF2-40B4-BE49-F238E27FC236}">
                <ns2:creationId id="{62E09DC3-957F-4ACD-14A5-98158BF64A4B}"/>
              </a:ext>
            </a:extLst>
          </p:cNvPr>
          <p:cNvSpPr/>
          <p:nvPr/>
        </p:nvSpPr>
        <p:spPr>
          <a:xfrm>
            <a:off x="9225372" y="4897236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正方形/長方形 58">
            <a:extLst>
              <a:ext uri="{FF2B5EF4-FFF2-40B4-BE49-F238E27FC236}">
                <ns2:creationId id="{2F23EBF7-68BC-89AC-3CEA-106872CE3EBC}"/>
              </a:ext>
            </a:extLst>
          </p:cNvPr>
          <p:cNvSpPr/>
          <p:nvPr/>
        </p:nvSpPr>
        <p:spPr>
          <a:xfrm>
            <a:off x="9225372" y="3943739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8" name="正方形/長方形 58">
            <a:extLst>
              <a:ext uri="{FF2B5EF4-FFF2-40B4-BE49-F238E27FC236}">
                <ns2:creationId id="{697056FD-03D6-A01F-51DA-3B4D27DA0899}"/>
              </a:ext>
            </a:extLst>
          </p:cNvPr>
          <p:cNvSpPr/>
          <p:nvPr/>
        </p:nvSpPr>
        <p:spPr>
          <a:xfrm>
            <a:off x="3853809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9" name="正方形/長方形 58">
            <a:extLst>
              <a:ext uri="{FF2B5EF4-FFF2-40B4-BE49-F238E27FC236}">
                <ns2:creationId id="{0913BE74-4A43-FCA2-04DF-C77CC256F37C}"/>
              </a:ext>
            </a:extLst>
          </p:cNvPr>
          <p:cNvSpPr/>
          <p:nvPr/>
        </p:nvSpPr>
        <p:spPr>
          <a:xfrm>
            <a:off x="3853809" y="2734044"/>
            <a:ext cx="1237584" cy="400198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正方形/長方形 58">
            <a:extLst>
              <a:ext uri="{FF2B5EF4-FFF2-40B4-BE49-F238E27FC236}">
                <ns2:creationId id="{E2A21581-2618-E910-4414-465DB77A749D}"/>
              </a:ext>
            </a:extLst>
          </p:cNvPr>
          <p:cNvSpPr/>
          <p:nvPr/>
        </p:nvSpPr>
        <p:spPr>
          <a:xfrm>
            <a:off x="3853809" y="415141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58">
            <a:extLst>
              <a:ext uri="{FF2B5EF4-FFF2-40B4-BE49-F238E27FC236}">
                <ns2:creationId id="{7EB51A68-5CF5-704C-0C5B-67D723C78EE0}"/>
              </a:ext>
            </a:extLst>
          </p:cNvPr>
          <p:cNvSpPr/>
          <p:nvPr/>
        </p:nvSpPr>
        <p:spPr>
          <a:xfrm>
            <a:off x="3853809" y="4897236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58">
            <a:extLst>
              <a:ext uri="{FF2B5EF4-FFF2-40B4-BE49-F238E27FC236}">
                <ns2:creationId id="{847E09B7-1CE8-6E0D-28DF-5F6EC8126A3C}"/>
              </a:ext>
            </a:extLst>
          </p:cNvPr>
          <p:cNvSpPr/>
          <p:nvPr/>
        </p:nvSpPr>
        <p:spPr>
          <a:xfrm>
            <a:off x="5196700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3" name="正方形/長方形 58">
            <a:extLst>
              <a:ext uri="{FF2B5EF4-FFF2-40B4-BE49-F238E27FC236}">
                <ns2:creationId id="{A28F2405-DF13-D0FB-8D95-DB160645BFFF}"/>
              </a:ext>
            </a:extLst>
          </p:cNvPr>
          <p:cNvSpPr/>
          <p:nvPr/>
        </p:nvSpPr>
        <p:spPr>
          <a:xfrm>
            <a:off x="5196699" y="2990242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4" name="正方形/長方形 58">
            <a:extLst>
              <a:ext uri="{FF2B5EF4-FFF2-40B4-BE49-F238E27FC236}">
                <ns2:creationId id="{5A550ED5-5639-9E3E-0133-3AB0CF3BF74A}"/>
              </a:ext>
            </a:extLst>
          </p:cNvPr>
          <p:cNvSpPr/>
          <p:nvPr/>
        </p:nvSpPr>
        <p:spPr>
          <a:xfrm>
            <a:off x="5196699" y="380077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5" name="正方形/長方形 58">
            <a:extLst>
              <a:ext uri="{FF2B5EF4-FFF2-40B4-BE49-F238E27FC236}">
                <ns2:creationId id="{EFE08FE5-0FD9-E310-AEE8-C7873317535F}"/>
              </a:ext>
            </a:extLst>
          </p:cNvPr>
          <p:cNvSpPr/>
          <p:nvPr/>
        </p:nvSpPr>
        <p:spPr>
          <a:xfrm>
            <a:off x="5196700" y="449665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58">
            <a:extLst>
              <a:ext uri="{FF2B5EF4-FFF2-40B4-BE49-F238E27FC236}">
                <ns2:creationId id="{A3F65D99-6328-1075-81E2-1BE37881B029}"/>
              </a:ext>
            </a:extLst>
          </p:cNvPr>
          <p:cNvSpPr/>
          <p:nvPr/>
        </p:nvSpPr>
        <p:spPr>
          <a:xfrm>
            <a:off x="1168026" y="2036745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正方形/長方形 58">
            <a:extLst>
              <a:ext uri="{FF2B5EF4-FFF2-40B4-BE49-F238E27FC236}">
                <ns2:creationId id="{FEA8A5E0-B904-CEAE-9DF8-28735492C90C}"/>
              </a:ext>
            </a:extLst>
          </p:cNvPr>
          <p:cNvSpPr/>
          <p:nvPr/>
        </p:nvSpPr>
        <p:spPr>
          <a:xfrm>
            <a:off x="1168026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58">
            <a:extLst>
              <a:ext uri="{FF2B5EF4-FFF2-40B4-BE49-F238E27FC236}">
                <ns2:creationId id="{242AF092-24B7-0ED5-E4BE-21A4018CAC78}"/>
              </a:ext>
            </a:extLst>
          </p:cNvPr>
          <p:cNvSpPr/>
          <p:nvPr/>
        </p:nvSpPr>
        <p:spPr>
          <a:xfrm>
            <a:off x="1168026" y="2990242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58">
            <a:extLst>
              <a:ext uri="{FF2B5EF4-FFF2-40B4-BE49-F238E27FC236}">
                <ns2:creationId id="{88F35984-1CD7-4E74-A600-556329DE236B}"/>
              </a:ext>
            </a:extLst>
          </p:cNvPr>
          <p:cNvSpPr/>
          <p:nvPr/>
        </p:nvSpPr>
        <p:spPr>
          <a:xfrm>
            <a:off x="1168026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58">
            <a:extLst>
              <a:ext uri="{FF2B5EF4-FFF2-40B4-BE49-F238E27FC236}">
                <ns2:creationId id="{CA1EA208-C723-74C8-656A-7158183A1627}"/>
              </a:ext>
            </a:extLst>
          </p:cNvPr>
          <p:cNvSpPr/>
          <p:nvPr/>
        </p:nvSpPr>
        <p:spPr>
          <a:xfrm>
            <a:off x="1168026" y="3943739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58">
            <a:extLst>
              <a:ext uri="{FF2B5EF4-FFF2-40B4-BE49-F238E27FC236}">
                <ns2:creationId id="{57B9AB63-0176-CF0D-3778-053AA726880C}"/>
              </a:ext>
            </a:extLst>
          </p:cNvPr>
          <p:cNvSpPr/>
          <p:nvPr/>
        </p:nvSpPr>
        <p:spPr>
          <a:xfrm>
            <a:off x="1168026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5" name="正方形/長方形 58">
            <a:extLst>
              <a:ext uri="{FF2B5EF4-FFF2-40B4-BE49-F238E27FC236}">
                <ns2:creationId id="{69A1371B-CF4A-F63F-A551-88737B5F5140}"/>
              </a:ext>
            </a:extLst>
          </p:cNvPr>
          <p:cNvSpPr/>
          <p:nvPr/>
        </p:nvSpPr>
        <p:spPr>
          <a:xfrm>
            <a:off x="251091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58">
            <a:extLst>
              <a:ext uri="{FF2B5EF4-FFF2-40B4-BE49-F238E27FC236}">
                <ns2:creationId id="{77E40CBD-153E-49D8-1881-35848226F3E0}"/>
              </a:ext>
            </a:extLst>
          </p:cNvPr>
          <p:cNvSpPr/>
          <p:nvPr/>
        </p:nvSpPr>
        <p:spPr>
          <a:xfrm>
            <a:off x="2510917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7" name="正方形/長方形 58">
            <a:extLst>
              <a:ext uri="{FF2B5EF4-FFF2-40B4-BE49-F238E27FC236}">
                <ns2:creationId id="{158751B4-3AAC-D2AD-C15F-BFAA54D56BD4}"/>
              </a:ext>
            </a:extLst>
          </p:cNvPr>
          <p:cNvSpPr/>
          <p:nvPr/>
        </p:nvSpPr>
        <p:spPr>
          <a:xfrm>
            <a:off x="251091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9" name="正方形/長方形 58">
            <a:extLst>
              <a:ext uri="{FF2B5EF4-FFF2-40B4-BE49-F238E27FC236}">
                <ns2:creationId id="{D591E1DA-14C1-F343-8BD5-3D104D0C847D}"/>
              </a:ext>
            </a:extLst>
          </p:cNvPr>
          <p:cNvSpPr/>
          <p:nvPr/>
        </p:nvSpPr>
        <p:spPr>
          <a:xfrm>
            <a:off x="251091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58">
            <a:extLst>
              <a:ext uri="{FF2B5EF4-FFF2-40B4-BE49-F238E27FC236}">
                <ns2:creationId id="{BEE79C99-83C9-29CF-F99F-376C99537D63}"/>
              </a:ext>
            </a:extLst>
          </p:cNvPr>
          <p:cNvSpPr/>
          <p:nvPr/>
        </p:nvSpPr>
        <p:spPr>
          <a:xfrm>
            <a:off x="3853809" y="2180745"/>
            <a:ext cx="1237584" cy="55329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1" name="正方形/長方形 58">
            <a:extLst>
              <a:ext uri="{FF2B5EF4-FFF2-40B4-BE49-F238E27FC236}">
                <ns2:creationId id="{E42AA164-C594-7ADB-ACC7-AB294AC3CA7F}"/>
              </a:ext>
            </a:extLst>
          </p:cNvPr>
          <p:cNvSpPr/>
          <p:nvPr/>
        </p:nvSpPr>
        <p:spPr>
          <a:xfrm>
            <a:off x="3853809" y="3134242"/>
            <a:ext cx="1237584" cy="10171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58">
            <a:extLst>
              <a:ext uri="{FF2B5EF4-FFF2-40B4-BE49-F238E27FC236}">
                <ns2:creationId id="{D2B9F1E6-9349-1A60-A3FB-43EA2C395916}"/>
              </a:ext>
            </a:extLst>
          </p:cNvPr>
          <p:cNvSpPr/>
          <p:nvPr/>
        </p:nvSpPr>
        <p:spPr>
          <a:xfrm>
            <a:off x="3853809" y="4295419"/>
            <a:ext cx="1237584" cy="60181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3" name="正方形/長方形 58">
            <a:extLst>
              <a:ext uri="{FF2B5EF4-FFF2-40B4-BE49-F238E27FC236}">
                <ns2:creationId id="{F3CCF763-68F1-D4E7-B17F-DA77718856EC}"/>
              </a:ext>
            </a:extLst>
          </p:cNvPr>
          <p:cNvSpPr/>
          <p:nvPr/>
        </p:nvSpPr>
        <p:spPr>
          <a:xfrm>
            <a:off x="3853809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4" name="正方形/長方形 58">
            <a:extLst>
              <a:ext uri="{FF2B5EF4-FFF2-40B4-BE49-F238E27FC236}">
                <ns2:creationId id="{D4A8A588-9532-34CC-B725-72E8CF8C08CB}"/>
              </a:ext>
            </a:extLst>
          </p:cNvPr>
          <p:cNvSpPr/>
          <p:nvPr/>
        </p:nvSpPr>
        <p:spPr>
          <a:xfrm>
            <a:off x="5196700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正方形/長方形 58">
            <a:extLst>
              <a:ext uri="{FF2B5EF4-FFF2-40B4-BE49-F238E27FC236}">
                <ns2:creationId id="{BCCF770B-84CC-6759-4CAB-CFCBA1D7C22A}"/>
              </a:ext>
            </a:extLst>
          </p:cNvPr>
          <p:cNvSpPr/>
          <p:nvPr/>
        </p:nvSpPr>
        <p:spPr>
          <a:xfrm>
            <a:off x="5196699" y="3134242"/>
            <a:ext cx="1237584" cy="66653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6" name="正方形/長方形 58">
            <a:extLst>
              <a:ext uri="{FF2B5EF4-FFF2-40B4-BE49-F238E27FC236}">
                <ns2:creationId id="{4F764468-F4F7-C368-94E8-4869F5197ACD}"/>
              </a:ext>
            </a:extLst>
          </p:cNvPr>
          <p:cNvSpPr/>
          <p:nvPr/>
        </p:nvSpPr>
        <p:spPr>
          <a:xfrm>
            <a:off x="5196699" y="3944776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7" name="正方形/長方形 58">
            <a:extLst>
              <a:ext uri="{FF2B5EF4-FFF2-40B4-BE49-F238E27FC236}">
                <ns2:creationId id="{1EE7B793-5071-F236-8C33-E25CE388C3F4}"/>
              </a:ext>
            </a:extLst>
          </p:cNvPr>
          <p:cNvSpPr/>
          <p:nvPr/>
        </p:nvSpPr>
        <p:spPr>
          <a:xfrm>
            <a:off x="5196700" y="4640659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8" name="正方形/長方形 58">
            <a:extLst>
              <a:ext uri="{FF2B5EF4-FFF2-40B4-BE49-F238E27FC236}">
                <ns2:creationId id="{4762878C-E532-842A-5299-7AC08D2C504A}"/>
              </a:ext>
            </a:extLst>
          </p:cNvPr>
          <p:cNvSpPr/>
          <p:nvPr/>
        </p:nvSpPr>
        <p:spPr>
          <a:xfrm>
            <a:off x="5196700" y="5336541"/>
            <a:ext cx="1237584" cy="474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9" name="正方形/長方形 58">
            <a:extLst>
              <a:ext uri="{FF2B5EF4-FFF2-40B4-BE49-F238E27FC236}">
                <ns2:creationId id="{7BF56750-FD39-35B7-57D0-E7A3828794F5}"/>
              </a:ext>
            </a:extLst>
          </p:cNvPr>
          <p:cNvSpPr/>
          <p:nvPr/>
        </p:nvSpPr>
        <p:spPr>
          <a:xfrm>
            <a:off x="6577121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0" name="正方形/長方形 58">
            <a:extLst>
              <a:ext uri="{FF2B5EF4-FFF2-40B4-BE49-F238E27FC236}">
                <ns2:creationId id="{F242DB52-18C1-C0B5-659A-A98BE8114953}"/>
              </a:ext>
            </a:extLst>
          </p:cNvPr>
          <p:cNvSpPr/>
          <p:nvPr/>
        </p:nvSpPr>
        <p:spPr>
          <a:xfrm>
            <a:off x="6586322" y="3134243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1" name="正方形/長方形 58">
            <a:extLst>
              <a:ext uri="{FF2B5EF4-FFF2-40B4-BE49-F238E27FC236}">
                <ns2:creationId id="{E1F6E680-BB05-B0B8-77C5-F30C0A611F52}"/>
              </a:ext>
            </a:extLst>
          </p:cNvPr>
          <p:cNvSpPr/>
          <p:nvPr/>
        </p:nvSpPr>
        <p:spPr>
          <a:xfrm>
            <a:off x="6586322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2" name="正方形/長方形 58">
            <a:extLst>
              <a:ext uri="{FF2B5EF4-FFF2-40B4-BE49-F238E27FC236}">
                <ns2:creationId id="{D8770B3E-C690-3FB0-6FF6-95E265634B97}"/>
              </a:ext>
            </a:extLst>
          </p:cNvPr>
          <p:cNvSpPr/>
          <p:nvPr/>
        </p:nvSpPr>
        <p:spPr>
          <a:xfrm>
            <a:off x="6586322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58">
            <a:extLst>
              <a:ext uri="{FF2B5EF4-FFF2-40B4-BE49-F238E27FC236}">
                <ns2:creationId id="{1A123C66-8D62-BF2B-9AA4-37EF77A10081}"/>
              </a:ext>
            </a:extLst>
          </p:cNvPr>
          <p:cNvSpPr/>
          <p:nvPr/>
        </p:nvSpPr>
        <p:spPr>
          <a:xfrm>
            <a:off x="791169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4" name="正方形/長方形 58">
            <a:extLst>
              <a:ext uri="{FF2B5EF4-FFF2-40B4-BE49-F238E27FC236}">
                <ns2:creationId id="{9A2E98A3-2BFC-AE66-353F-C1D207266EEB}"/>
              </a:ext>
            </a:extLst>
          </p:cNvPr>
          <p:cNvSpPr/>
          <p:nvPr/>
        </p:nvSpPr>
        <p:spPr>
          <a:xfrm>
            <a:off x="7911697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5" name="正方形/長方形 58">
            <a:extLst>
              <a:ext uri="{FF2B5EF4-FFF2-40B4-BE49-F238E27FC236}">
                <ns2:creationId id="{DD5A7212-329E-7AB0-46CB-97C71CE1A481}"/>
              </a:ext>
            </a:extLst>
          </p:cNvPr>
          <p:cNvSpPr/>
          <p:nvPr/>
        </p:nvSpPr>
        <p:spPr>
          <a:xfrm>
            <a:off x="791169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6" name="正方形/長方形 58">
            <a:extLst>
              <a:ext uri="{FF2B5EF4-FFF2-40B4-BE49-F238E27FC236}">
                <ns2:creationId id="{DB05B4EC-50C5-1786-D0D5-6D320707BBB8}"/>
              </a:ext>
            </a:extLst>
          </p:cNvPr>
          <p:cNvSpPr/>
          <p:nvPr/>
        </p:nvSpPr>
        <p:spPr>
          <a:xfrm>
            <a:off x="791834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58">
            <a:extLst>
              <a:ext uri="{FF2B5EF4-FFF2-40B4-BE49-F238E27FC236}">
                <ns2:creationId id="{C1174962-1BEC-B8C1-FBF1-CF980F4126B6}"/>
              </a:ext>
            </a:extLst>
          </p:cNvPr>
          <p:cNvSpPr/>
          <p:nvPr/>
        </p:nvSpPr>
        <p:spPr>
          <a:xfrm>
            <a:off x="9225372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58">
            <a:extLst>
              <a:ext uri="{FF2B5EF4-FFF2-40B4-BE49-F238E27FC236}">
                <ns2:creationId id="{7EB29CC4-B523-E746-E9C8-5A98E9B0C3C0}"/>
              </a:ext>
            </a:extLst>
          </p:cNvPr>
          <p:cNvSpPr/>
          <p:nvPr/>
        </p:nvSpPr>
        <p:spPr>
          <a:xfrm>
            <a:off x="9225372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58">
            <a:extLst>
              <a:ext uri="{FF2B5EF4-FFF2-40B4-BE49-F238E27FC236}">
                <ns2:creationId id="{2B0A5A2D-83A2-C10C-B261-FAC07430752D}"/>
              </a:ext>
            </a:extLst>
          </p:cNvPr>
          <p:cNvSpPr/>
          <p:nvPr/>
        </p:nvSpPr>
        <p:spPr>
          <a:xfrm>
            <a:off x="9222048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4" name="正方形/長方形 58">
            <a:extLst>
              <a:ext uri="{FF2B5EF4-FFF2-40B4-BE49-F238E27FC236}">
                <ns2:creationId id="{E6A5ECF9-9139-E428-D90C-D7C174982104}"/>
              </a:ext>
            </a:extLst>
          </p:cNvPr>
          <p:cNvSpPr/>
          <p:nvPr/>
        </p:nvSpPr>
        <p:spPr>
          <a:xfrm>
            <a:off x="922869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26" name="グループ化 425">
            <a:extLst>
              <a:ext uri="{FF2B5EF4-FFF2-40B4-BE49-F238E27FC236}">
                <ns2:creationId id="{1944380A-E7C4-9139-9DC3-883C15491B8E}"/>
              </a:ext>
            </a:extLst>
          </p:cNvPr>
          <p:cNvGrpSpPr/>
          <p:nvPr/>
        </p:nvGrpSpPr>
        <p:grpSpPr>
          <a:xfrm>
            <a:off x="10554379" y="2036745"/>
            <a:ext cx="1237584" cy="396001"/>
            <a:chOff x="10554379" y="2036745"/>
            <a:chExt cx="1237584" cy="396001"/>
          </a:xfrm>
        </p:grpSpPr>
        <p:sp>
          <p:nvSpPr>
            <p:cNvPr id="101" name="正方形/長方形 58">
              <a:extLst>
                <a:ext uri="{FF2B5EF4-FFF2-40B4-BE49-F238E27FC236}">
                  <ns2:creationId id="{1F7CE49F-3457-CBA7-5863-4B7430B63AFA}"/>
                </a:ext>
              </a:extLst>
            </p:cNvPr>
            <p:cNvSpPr/>
            <p:nvPr/>
          </p:nvSpPr>
          <p:spPr>
            <a:xfrm>
              <a:off x="10554379" y="2036745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正方形/長方形 58">
              <a:extLst>
                <a:ext uri="{FF2B5EF4-FFF2-40B4-BE49-F238E27FC236}">
                  <ns2:creationId id="{00A8D358-38BA-815D-2C5A-943DC1258BAF}"/>
                </a:ext>
              </a:extLst>
            </p:cNvPr>
            <p:cNvSpPr/>
            <p:nvPr/>
          </p:nvSpPr>
          <p:spPr>
            <a:xfrm>
              <a:off x="10554379" y="2180746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19" name="グループ化 418">
            <a:extLst>
              <a:ext uri="{FF2B5EF4-FFF2-40B4-BE49-F238E27FC236}">
                <ns2:creationId id="{EFD820B2-9F06-009B-96BD-8F6B1FB0524E}"/>
              </a:ext>
            </a:extLst>
          </p:cNvPr>
          <p:cNvGrpSpPr/>
          <p:nvPr/>
        </p:nvGrpSpPr>
        <p:grpSpPr>
          <a:xfrm>
            <a:off x="10554379" y="2461118"/>
            <a:ext cx="1237584" cy="396000"/>
            <a:chOff x="10554379" y="2480070"/>
            <a:chExt cx="1237584" cy="396000"/>
          </a:xfrm>
        </p:grpSpPr>
        <p:sp>
          <p:nvSpPr>
            <p:cNvPr id="102" name="正方形/長方形 58">
              <a:extLst>
                <a:ext uri="{FF2B5EF4-FFF2-40B4-BE49-F238E27FC236}">
                  <ns2:creationId id="{3E427CAF-A755-A7C3-9885-EDE08A7B08DE}"/>
                </a:ext>
              </a:extLst>
            </p:cNvPr>
            <p:cNvSpPr/>
            <p:nvPr/>
          </p:nvSpPr>
          <p:spPr>
            <a:xfrm>
              <a:off x="10554379" y="2480070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正方形/長方形 58">
              <a:extLst>
                <a:ext uri="{FF2B5EF4-FFF2-40B4-BE49-F238E27FC236}">
                  <ns2:creationId id="{D7F36F94-5BDF-3AF4-EC8A-85C733CD80CA}"/>
                </a:ext>
              </a:extLst>
            </p:cNvPr>
            <p:cNvSpPr/>
            <p:nvPr/>
          </p:nvSpPr>
          <p:spPr>
            <a:xfrm>
              <a:off x="10554379" y="2624070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20" name="グループ化 419">
            <a:extLst>
              <a:ext uri="{FF2B5EF4-FFF2-40B4-BE49-F238E27FC236}">
                <ns2:creationId id="{F45751EF-2353-DDD8-6D95-B47353CD5E27}"/>
              </a:ext>
            </a:extLst>
          </p:cNvPr>
          <p:cNvGrpSpPr/>
          <p:nvPr/>
        </p:nvGrpSpPr>
        <p:grpSpPr>
          <a:xfrm>
            <a:off x="10554379" y="2885490"/>
            <a:ext cx="1237584" cy="648001"/>
            <a:chOff x="10554379" y="2923394"/>
            <a:chExt cx="1237584" cy="648001"/>
          </a:xfrm>
        </p:grpSpPr>
        <p:sp>
          <p:nvSpPr>
            <p:cNvPr id="103" name="正方形/長方形 58">
              <a:extLst>
                <a:ext uri="{FF2B5EF4-FFF2-40B4-BE49-F238E27FC236}">
                  <ns2:creationId id="{778F841D-A00C-AE4B-83F2-26A5BB2A1B25}"/>
                </a:ext>
              </a:extLst>
            </p:cNvPr>
            <p:cNvSpPr/>
            <p:nvPr/>
          </p:nvSpPr>
          <p:spPr>
            <a:xfrm>
              <a:off x="10554379" y="2923394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58">
              <a:extLst>
                <a:ext uri="{FF2B5EF4-FFF2-40B4-BE49-F238E27FC236}">
                  <ns2:creationId id="{00077501-985D-C548-508F-765A5CF83C66}"/>
                </a:ext>
              </a:extLst>
            </p:cNvPr>
            <p:cNvSpPr/>
            <p:nvPr/>
          </p:nvSpPr>
          <p:spPr>
            <a:xfrm>
              <a:off x="10554379" y="3067395"/>
              <a:ext cx="1237584" cy="50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1" name="グループ化 420">
            <a:extLst>
              <a:ext uri="{FF2B5EF4-FFF2-40B4-BE49-F238E27FC236}">
                <ns2:creationId id="{B7853194-4D9B-DFAE-11CC-AC9AC77C3F9D}"/>
              </a:ext>
            </a:extLst>
          </p:cNvPr>
          <p:cNvGrpSpPr/>
          <p:nvPr/>
        </p:nvGrpSpPr>
        <p:grpSpPr>
          <a:xfrm>
            <a:off x="10554378" y="3561863"/>
            <a:ext cx="1237585" cy="396000"/>
            <a:chOff x="10554378" y="3614629"/>
            <a:chExt cx="1237585" cy="396000"/>
          </a:xfrm>
        </p:grpSpPr>
        <p:sp>
          <p:nvSpPr>
            <p:cNvPr id="104" name="正方形/長方形 58">
              <a:extLst>
                <a:ext uri="{FF2B5EF4-FFF2-40B4-BE49-F238E27FC236}">
                  <ns2:creationId id="{7E870286-2A4F-4627-4D87-DDD47E98FECF}"/>
                </a:ext>
              </a:extLst>
            </p:cNvPr>
            <p:cNvSpPr/>
            <p:nvPr/>
          </p:nvSpPr>
          <p:spPr>
            <a:xfrm>
              <a:off x="10554379" y="3614629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6" name="正方形/長方形 58">
              <a:extLst>
                <a:ext uri="{FF2B5EF4-FFF2-40B4-BE49-F238E27FC236}">
                  <ns2:creationId id="{65819C81-D204-6FAE-74F6-FF294D7E7C43}"/>
                </a:ext>
              </a:extLst>
            </p:cNvPr>
            <p:cNvSpPr/>
            <p:nvPr/>
          </p:nvSpPr>
          <p:spPr>
            <a:xfrm>
              <a:off x="10554378" y="3758629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5" name="グループ化 424">
            <a:extLst>
              <a:ext uri="{FF2B5EF4-FFF2-40B4-BE49-F238E27FC236}">
                <ns2:creationId id="{FF0CCDB6-A8BA-F06A-8D40-44BF0EEEE726}"/>
              </a:ext>
            </a:extLst>
          </p:cNvPr>
          <p:cNvGrpSpPr/>
          <p:nvPr/>
        </p:nvGrpSpPr>
        <p:grpSpPr>
          <a:xfrm>
            <a:off x="10554379" y="3986235"/>
            <a:ext cx="1237585" cy="503999"/>
            <a:chOff x="10554379" y="3872747"/>
            <a:chExt cx="1237585" cy="503999"/>
          </a:xfrm>
        </p:grpSpPr>
        <p:sp>
          <p:nvSpPr>
            <p:cNvPr id="105" name="正方形/長方形 58">
              <a:extLst>
                <a:ext uri="{FF2B5EF4-FFF2-40B4-BE49-F238E27FC236}">
                  <ns2:creationId id="{DF52F3BF-3B7F-52FD-043E-711937AC0B39}"/>
                </a:ext>
              </a:extLst>
            </p:cNvPr>
            <p:cNvSpPr/>
            <p:nvPr/>
          </p:nvSpPr>
          <p:spPr>
            <a:xfrm>
              <a:off x="10554379" y="3872747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7" name="正方形/長方形 58">
              <a:extLst>
                <a:ext uri="{FF2B5EF4-FFF2-40B4-BE49-F238E27FC236}">
                  <ns2:creationId id="{6D43524A-FD31-D35C-5E93-7ABDDF3E4003}"/>
                </a:ext>
              </a:extLst>
            </p:cNvPr>
            <p:cNvSpPr/>
            <p:nvPr/>
          </p:nvSpPr>
          <p:spPr>
            <a:xfrm>
              <a:off x="10554380" y="4016746"/>
              <a:ext cx="1237584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4" name="グループ化 423">
            <a:extLst>
              <a:ext uri="{FF2B5EF4-FFF2-40B4-BE49-F238E27FC236}">
                <ns2:creationId id="{234E5AE0-CC10-E823-AAEA-39DB247D9CE5}"/>
              </a:ext>
            </a:extLst>
          </p:cNvPr>
          <p:cNvGrpSpPr/>
          <p:nvPr/>
        </p:nvGrpSpPr>
        <p:grpSpPr>
          <a:xfrm>
            <a:off x="10554379" y="4518606"/>
            <a:ext cx="1237584" cy="1332128"/>
            <a:chOff x="10554379" y="4376746"/>
            <a:chExt cx="1237584" cy="1332128"/>
          </a:xfrm>
        </p:grpSpPr>
        <p:sp>
          <p:nvSpPr>
            <p:cNvPr id="106" name="正方形/長方形 58">
              <a:extLst>
                <a:ext uri="{FF2B5EF4-FFF2-40B4-BE49-F238E27FC236}">
                  <ns2:creationId id="{9C5D6FFE-4AC6-4373-48DB-7EC66547FE46}"/>
                </a:ext>
              </a:extLst>
            </p:cNvPr>
            <p:cNvSpPr/>
            <p:nvPr/>
          </p:nvSpPr>
          <p:spPr>
            <a:xfrm>
              <a:off x="10554379" y="4376746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8" name="正方形/長方形 58">
              <a:extLst>
                <a:ext uri="{FF2B5EF4-FFF2-40B4-BE49-F238E27FC236}">
                  <ns2:creationId id="{E40D03DA-6A5D-6B79-2DC6-81C0C7338B65}"/>
                </a:ext>
              </a:extLst>
            </p:cNvPr>
            <p:cNvSpPr/>
            <p:nvPr/>
          </p:nvSpPr>
          <p:spPr>
            <a:xfrm>
              <a:off x="10554379" y="4520746"/>
              <a:ext cx="1237584" cy="118812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641340075"/>
      </p:ext>
    </p:extLst>
  </p:cSld>
  <p:clrMapOvr>
    <a:masterClrMapping/>
  </p:clrMapOvr>
</p:sld>
</file>

<file path=ppt/slides/slide3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D9BBF70-6BF3-B0E1-DF2A-700193B97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四角形: 角を丸くする 11">
            <a:extLst>
              <a:ext uri="{FF2B5EF4-FFF2-40B4-BE49-F238E27FC236}">
                <ns2:creationId id="{BB104A51-5B63-0120-46DF-5F1C488A6478}"/>
              </a:ext>
            </a:extLst>
          </p:cNvPr>
          <p:cNvSpPr/>
          <p:nvPr/>
        </p:nvSpPr>
        <p:spPr>
          <a:xfrm>
            <a:off x="8339799" y="2555947"/>
            <a:ext cx="3492000" cy="826971"/>
          </a:xfrm>
          <a:prstGeom prst="roundRect">
            <a:avLst>
              <a:gd name="adj" fmla="val 9627"/>
            </a:avLst>
          </a:prstGeom>
          <a:solidFill>
            <a:srgbClr val="EDEDED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四角形: 角を丸くする 8">
            <a:extLst>
              <a:ext uri="{FF2B5EF4-FFF2-40B4-BE49-F238E27FC236}">
                <ns2:creationId id="{A6BCB382-22CB-7FD9-29C8-FE8CF69AEC49}"/>
              </a:ext>
            </a:extLst>
          </p:cNvPr>
          <p:cNvSpPr/>
          <p:nvPr/>
        </p:nvSpPr>
        <p:spPr>
          <a:xfrm>
            <a:off x="1400010" y="3522101"/>
            <a:ext cx="1114467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57493838-55EB-6DAF-DB0E-4184EA493D6A}"/>
              </a:ext>
            </a:extLst>
          </p:cNvPr>
          <p:cNvSpPr/>
          <p:nvPr/>
        </p:nvSpPr>
        <p:spPr>
          <a:xfrm>
            <a:off x="2968290" y="3522101"/>
            <a:ext cx="1736886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" name="四角形: 角を丸くする 7">
            <a:extLst>
              <a:ext uri="{FF2B5EF4-FFF2-40B4-BE49-F238E27FC236}">
                <ns2:creationId id="{70B9A377-FCB4-C9B2-C036-A82DB62CA05A}"/>
              </a:ext>
            </a:extLst>
          </p:cNvPr>
          <p:cNvSpPr/>
          <p:nvPr/>
        </p:nvSpPr>
        <p:spPr>
          <a:xfrm>
            <a:off x="2234069" y="3031078"/>
            <a:ext cx="2504805" cy="34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286C245-1E17-3BF7-1162-5B2310C7D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E9E30D5F-EA35-9A3A-6B0B-F6BA6921C52C}"/>
              </a:ext>
            </a:extLst>
          </p:cNvPr>
          <p:cNvSpPr/>
          <p:nvPr/>
        </p:nvSpPr>
        <p:spPr>
          <a:xfrm>
            <a:off x="329906" y="4280702"/>
            <a:ext cx="864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4E71F1A0-464E-436D-D481-9A5C668EE66A}"/>
              </a:ext>
            </a:extLst>
          </p:cNvPr>
          <p:cNvSpPr/>
          <p:nvPr/>
        </p:nvSpPr>
        <p:spPr>
          <a:xfrm>
            <a:off x="1256399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7CF7F124-D019-0F68-2A4E-A0D6D0731AE6}"/>
              </a:ext>
            </a:extLst>
          </p:cNvPr>
          <p:cNvSpPr/>
          <p:nvPr/>
        </p:nvSpPr>
        <p:spPr>
          <a:xfrm>
            <a:off x="4799474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731C1762-9A5A-CB6C-8A70-56E5B5275880}"/>
              </a:ext>
            </a:extLst>
          </p:cNvPr>
          <p:cNvSpPr/>
          <p:nvPr/>
        </p:nvSpPr>
        <p:spPr>
          <a:xfrm>
            <a:off x="8342550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Excel</a:t>
            </a:r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3551E5E8-A05E-929F-FB73-336A1996F329}"/>
              </a:ext>
            </a:extLst>
          </p:cNvPr>
          <p:cNvSpPr/>
          <p:nvPr/>
        </p:nvSpPr>
        <p:spPr>
          <a:xfrm>
            <a:off x="329906" y="5899432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93EE7EF4-0891-063C-3C4D-F4052739CC31}"/>
              </a:ext>
            </a:extLst>
          </p:cNvPr>
          <p:cNvSpPr/>
          <p:nvPr/>
        </p:nvSpPr>
        <p:spPr>
          <a:xfrm>
            <a:off x="329906" y="6052114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38C2A010-47C1-375F-14FA-DD9A950E07DF}"/>
              </a:ext>
            </a:extLst>
          </p:cNvPr>
          <p:cNvSpPr/>
          <p:nvPr/>
        </p:nvSpPr>
        <p:spPr>
          <a:xfrm>
            <a:off x="329906" y="6204797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7E104783-D693-FFF0-5E05-206B623EC1B4}"/>
              </a:ext>
            </a:extLst>
          </p:cNvPr>
          <p:cNvSpPr/>
          <p:nvPr/>
        </p:nvSpPr>
        <p:spPr>
          <a:xfrm>
            <a:off x="329906" y="4577385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+mn-ea"/>
              </a:rPr>
            </a:br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71DF2012-FA2B-A191-FFE0-FC2A3B5E5C34}"/>
              </a:ext>
            </a:extLst>
          </p:cNvPr>
          <p:cNvSpPr/>
          <p:nvPr/>
        </p:nvSpPr>
        <p:spPr>
          <a:xfrm>
            <a:off x="329906" y="5018068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1E9CBB82-BE5C-AD6B-446F-9D2ADB2F22FF}"/>
              </a:ext>
            </a:extLst>
          </p:cNvPr>
          <p:cNvSpPr/>
          <p:nvPr/>
        </p:nvSpPr>
        <p:spPr>
          <a:xfrm>
            <a:off x="329906" y="5458750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C9BC933D-D248-D142-9525-C43A7FB55555}"/>
              </a:ext>
            </a:extLst>
          </p:cNvPr>
          <p:cNvSpPr/>
          <p:nvPr/>
        </p:nvSpPr>
        <p:spPr>
          <a:xfrm>
            <a:off x="1256399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BI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(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) 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9DEF0C87-4373-28CF-ADEA-45047B79C1BF}"/>
              </a:ext>
            </a:extLst>
          </p:cNvPr>
          <p:cNvSpPr/>
          <p:nvPr/>
        </p:nvSpPr>
        <p:spPr>
          <a:xfrm>
            <a:off x="4805776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)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)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 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DA1FF7F8-7E22-8A97-B8D4-D2FA1340B8F6}"/>
              </a:ext>
            </a:extLst>
          </p:cNvPr>
          <p:cNvSpPr/>
          <p:nvPr/>
        </p:nvSpPr>
        <p:spPr>
          <a:xfrm>
            <a:off x="8355154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Excel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69B0B53D-47D1-ADDD-7894-FB3369B2BC84}"/>
              </a:ext>
            </a:extLst>
          </p:cNvPr>
          <p:cNvSpPr/>
          <p:nvPr/>
        </p:nvSpPr>
        <p:spPr>
          <a:xfrm>
            <a:off x="1256399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578C5F5D-1765-7334-79D7-212AB0CD4F1B}"/>
              </a:ext>
            </a:extLst>
          </p:cNvPr>
          <p:cNvSpPr/>
          <p:nvPr/>
        </p:nvSpPr>
        <p:spPr>
          <a:xfrm>
            <a:off x="4799474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CF5C15FD-BCB7-11CC-C4DD-90070D886EB7}"/>
              </a:ext>
            </a:extLst>
          </p:cNvPr>
          <p:cNvSpPr/>
          <p:nvPr/>
        </p:nvSpPr>
        <p:spPr>
          <a:xfrm>
            <a:off x="8348852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1" name="正方形/長方形 40">
            <a:extLst>
              <a:ext uri="{FF2B5EF4-FFF2-40B4-BE49-F238E27FC236}">
                <ns2:creationId id="{23761E37-C8A0-5BEC-B88A-D0617B512D51}"/>
              </a:ext>
            </a:extLst>
          </p:cNvPr>
          <p:cNvSpPr/>
          <p:nvPr/>
        </p:nvSpPr>
        <p:spPr>
          <a:xfrm>
            <a:off x="125639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en-US" altLang="ja-JP" sz="9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9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94C373C3-488F-C948-3A1F-D7AF056EF702}"/>
              </a:ext>
            </a:extLst>
          </p:cNvPr>
          <p:cNvSpPr/>
          <p:nvPr/>
        </p:nvSpPr>
        <p:spPr>
          <a:xfrm>
            <a:off x="4796251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/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EF95DD38-7D07-83EB-4B65-512FEEB1F09C}"/>
              </a:ext>
            </a:extLst>
          </p:cNvPr>
          <p:cNvSpPr/>
          <p:nvPr/>
        </p:nvSpPr>
        <p:spPr>
          <a:xfrm>
            <a:off x="834562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168400">
              <a:lnSpc>
                <a:spcPts val="1100"/>
              </a:lnSpc>
            </a:pPr>
            <a:r>
              <a:rPr lang="en-US" altLang="ja-JP" sz="75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750">
              <a:solidFill>
                <a:srgbClr val="1F1F1F"/>
              </a:solidFill>
              <a:latin typeface="+mn-ea"/>
            </a:endParaRP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CC68B045-BFEE-F3C6-A8E6-D4BFAFDB47AE}"/>
              </a:ext>
            </a:extLst>
          </p:cNvPr>
          <p:cNvSpPr/>
          <p:nvPr/>
        </p:nvSpPr>
        <p:spPr>
          <a:xfrm>
            <a:off x="4827741" y="5466878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5A69A924-5222-AE3B-E1DA-10C1CD00A1B3}"/>
              </a:ext>
            </a:extLst>
          </p:cNvPr>
          <p:cNvSpPr/>
          <p:nvPr/>
        </p:nvSpPr>
        <p:spPr>
          <a:xfrm>
            <a:off x="4827741" y="5603639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四角形: 角を丸くする 46">
            <a:extLst>
              <a:ext uri="{FF2B5EF4-FFF2-40B4-BE49-F238E27FC236}">
                <ns2:creationId id="{FC0072D3-44E9-4B6A-364D-1F5A3B25F871}"/>
              </a:ext>
            </a:extLst>
          </p:cNvPr>
          <p:cNvSpPr/>
          <p:nvPr/>
        </p:nvSpPr>
        <p:spPr>
          <a:xfrm>
            <a:off x="4827741" y="5740400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D01E3F6F-8798-692E-2E6F-13EAFB9000EE}"/>
              </a:ext>
            </a:extLst>
          </p:cNvPr>
          <p:cNvSpPr/>
          <p:nvPr/>
        </p:nvSpPr>
        <p:spPr>
          <a:xfrm>
            <a:off x="4821651" y="5025763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2" name="四角形: 角を丸くする 51">
            <a:extLst>
              <a:ext uri="{FF2B5EF4-FFF2-40B4-BE49-F238E27FC236}">
                <ns2:creationId id="{DF74D01D-3262-8F4C-3E4B-84057CD9DD28}"/>
              </a:ext>
            </a:extLst>
          </p:cNvPr>
          <p:cNvSpPr/>
          <p:nvPr/>
        </p:nvSpPr>
        <p:spPr>
          <a:xfrm>
            <a:off x="4821651" y="5162524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14B0EA14-058B-0278-1278-BDD13AE9255E}"/>
              </a:ext>
            </a:extLst>
          </p:cNvPr>
          <p:cNvSpPr/>
          <p:nvPr/>
        </p:nvSpPr>
        <p:spPr>
          <a:xfrm>
            <a:off x="4821651" y="5299285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3F9CBED-EA14-3E29-15AA-7B75C61A0A53}"/>
              </a:ext>
            </a:extLst>
          </p:cNvPr>
          <p:cNvSpPr/>
          <p:nvPr/>
        </p:nvSpPr>
        <p:spPr>
          <a:xfrm>
            <a:off x="1262069" y="5025763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295448B-5DCB-F55B-545F-F52C9D8FA353}"/>
              </a:ext>
            </a:extLst>
          </p:cNvPr>
          <p:cNvSpPr/>
          <p:nvPr/>
        </p:nvSpPr>
        <p:spPr>
          <a:xfrm>
            <a:off x="1262069" y="5166132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D059F886-7A0D-F6EA-9E4E-4D7AB0FB2DB3}"/>
              </a:ext>
            </a:extLst>
          </p:cNvPr>
          <p:cNvSpPr/>
          <p:nvPr/>
        </p:nvSpPr>
        <p:spPr>
          <a:xfrm>
            <a:off x="1262069" y="5306068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5B481FD8-7993-FE64-BF00-9540EAF7D9BA}"/>
              </a:ext>
            </a:extLst>
          </p:cNvPr>
          <p:cNvSpPr/>
          <p:nvPr/>
        </p:nvSpPr>
        <p:spPr>
          <a:xfrm>
            <a:off x="1262069" y="5467251"/>
            <a:ext cx="972000" cy="118800"/>
          </a:xfrm>
          <a:prstGeom prst="roundRect">
            <a:avLst>
              <a:gd name="adj" fmla="val 15152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四角形: 角を丸くする 61">
            <a:extLst>
              <a:ext uri="{FF2B5EF4-FFF2-40B4-BE49-F238E27FC236}">
                <ns2:creationId id="{C626EE43-8583-A75C-B19E-896D40C006C3}"/>
              </a:ext>
            </a:extLst>
          </p:cNvPr>
          <p:cNvSpPr/>
          <p:nvPr/>
        </p:nvSpPr>
        <p:spPr>
          <a:xfrm>
            <a:off x="1262069" y="561240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四角形: 角を丸くする 64">
            <a:extLst>
              <a:ext uri="{FF2B5EF4-FFF2-40B4-BE49-F238E27FC236}">
                <ns2:creationId id="{97171107-67C5-362D-20C8-4A59A9608ECE}"/>
              </a:ext>
            </a:extLst>
          </p:cNvPr>
          <p:cNvSpPr/>
          <p:nvPr/>
        </p:nvSpPr>
        <p:spPr>
          <a:xfrm>
            <a:off x="8355154" y="5025763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DD6613B5-6E12-E9D8-7E4F-53A6CDDCE104}"/>
              </a:ext>
            </a:extLst>
          </p:cNvPr>
          <p:cNvSpPr/>
          <p:nvPr/>
        </p:nvSpPr>
        <p:spPr>
          <a:xfrm>
            <a:off x="8355154" y="5167194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B3DF743E-0D50-C8A2-41E9-9E4759F66874}"/>
              </a:ext>
            </a:extLst>
          </p:cNvPr>
          <p:cNvSpPr/>
          <p:nvPr/>
        </p:nvSpPr>
        <p:spPr>
          <a:xfrm>
            <a:off x="8355154" y="5303955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AA2DDDEA-2096-8B74-E0DD-1F641FC66DAA}"/>
              </a:ext>
            </a:extLst>
          </p:cNvPr>
          <p:cNvSpPr/>
          <p:nvPr/>
        </p:nvSpPr>
        <p:spPr>
          <a:xfrm>
            <a:off x="8341103" y="5467635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33824876-275F-B8C8-FFBA-E40EF68219CA}"/>
              </a:ext>
            </a:extLst>
          </p:cNvPr>
          <p:cNvSpPr/>
          <p:nvPr/>
        </p:nvSpPr>
        <p:spPr>
          <a:xfrm>
            <a:off x="8341103" y="5604396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四角形: 角を丸くする 73">
            <a:extLst>
              <a:ext uri="{FF2B5EF4-FFF2-40B4-BE49-F238E27FC236}">
                <ns2:creationId id="{75C1748F-D0F7-172D-4594-3B8A3EA46FD5}"/>
              </a:ext>
            </a:extLst>
          </p:cNvPr>
          <p:cNvSpPr/>
          <p:nvPr/>
        </p:nvSpPr>
        <p:spPr>
          <a:xfrm>
            <a:off x="8341103" y="5741157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四角形: 角を丸くする 62">
            <a:extLst>
              <a:ext uri="{FF2B5EF4-FFF2-40B4-BE49-F238E27FC236}">
                <ns2:creationId id="{4461A169-6750-1F7F-9EAF-972AD543E6A0}"/>
              </a:ext>
            </a:extLst>
          </p:cNvPr>
          <p:cNvSpPr/>
          <p:nvPr/>
        </p:nvSpPr>
        <p:spPr>
          <a:xfrm>
            <a:off x="1262069" y="574675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74606A87-96D3-F662-5537-08057156955C}"/>
              </a:ext>
            </a:extLst>
          </p:cNvPr>
          <p:cNvGrpSpPr/>
          <p:nvPr/>
        </p:nvGrpSpPr>
        <p:grpSpPr>
          <a:xfrm>
            <a:off x="2518618" y="5898797"/>
            <a:ext cx="967562" cy="413365"/>
            <a:chOff x="2518618" y="5898797"/>
            <a:chExt cx="967562" cy="413365"/>
          </a:xfrm>
        </p:grpSpPr>
        <p:sp>
          <p:nvSpPr>
            <p:cNvPr id="77" name="正方形/長方形 76">
              <a:extLst>
                <a:ext uri="{FF2B5EF4-FFF2-40B4-BE49-F238E27FC236}">
                  <ns2:creationId id="{BA14CFD3-675B-2F36-5684-B2A0B0269740}"/>
                </a:ext>
              </a:extLst>
            </p:cNvPr>
            <p:cNvSpPr/>
            <p:nvPr/>
          </p:nvSpPr>
          <p:spPr>
            <a:xfrm>
              <a:off x="2518618" y="5898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DF82E85-7BE8-37D6-662D-A970B7695D73}"/>
                </a:ext>
              </a:extLst>
            </p:cNvPr>
            <p:cNvSpPr/>
            <p:nvPr/>
          </p:nvSpPr>
          <p:spPr>
            <a:xfrm>
              <a:off x="2518618" y="605148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33679F7-D0C5-362D-B414-C628C438E94F}"/>
                </a:ext>
              </a:extLst>
            </p:cNvPr>
            <p:cNvSpPr/>
            <p:nvPr/>
          </p:nvSpPr>
          <p:spPr>
            <a:xfrm>
              <a:off x="2518618" y="620416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2A8F3F8-8958-1B61-8E62-C659FE88DDE5}"/>
                </a:ext>
              </a:extLst>
            </p:cNvPr>
            <p:cNvSpPr/>
            <p:nvPr/>
          </p:nvSpPr>
          <p:spPr>
            <a:xfrm>
              <a:off x="2874180" y="5898797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523FC7A9-73DC-1C7D-C73D-6FF967EAFDBE}"/>
                </a:ext>
              </a:extLst>
            </p:cNvPr>
            <p:cNvSpPr/>
            <p:nvPr/>
          </p:nvSpPr>
          <p:spPr>
            <a:xfrm>
              <a:off x="2874180" y="6051480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3C37A3A3-E2E5-08ED-0F46-37C05ED70887}"/>
                </a:ext>
              </a:extLst>
            </p:cNvPr>
            <p:cNvSpPr/>
            <p:nvPr/>
          </p:nvSpPr>
          <p:spPr>
            <a:xfrm>
              <a:off x="2874180" y="6204162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2" name="直線コネクタ 111">
            <a:extLst>
              <a:ext uri="{FF2B5EF4-FFF2-40B4-BE49-F238E27FC236}">
                <ns2:creationId id="{A83A0EA3-BCEC-A6DD-472B-F6D77FA94F32}"/>
              </a:ext>
            </a:extLst>
          </p:cNvPr>
          <p:cNvCxnSpPr>
            <a:cxnSpLocks/>
          </p:cNvCxnSpPr>
          <p:nvPr/>
        </p:nvCxnSpPr>
        <p:spPr>
          <a:xfrm>
            <a:off x="1256399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線コネクタ 113">
            <a:extLst>
              <a:ext uri="{FF2B5EF4-FFF2-40B4-BE49-F238E27FC236}">
                <ns2:creationId id="{0333C909-B67F-321B-CBC3-794D2A5ADD1F}"/>
              </a:ext>
            </a:extLst>
          </p:cNvPr>
          <p:cNvCxnSpPr>
            <a:cxnSpLocks/>
          </p:cNvCxnSpPr>
          <p:nvPr/>
        </p:nvCxnSpPr>
        <p:spPr>
          <a:xfrm>
            <a:off x="1256399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8" name="グループ化 247">
            <a:extLst>
              <a:ext uri="{FF2B5EF4-FFF2-40B4-BE49-F238E27FC236}">
                <ns2:creationId id="{7ACC9EAA-5ABA-AB97-73AD-A4126B8CA296}"/>
              </a:ext>
            </a:extLst>
          </p:cNvPr>
          <p:cNvGrpSpPr/>
          <p:nvPr/>
        </p:nvGrpSpPr>
        <p:grpSpPr>
          <a:xfrm>
            <a:off x="6025693" y="5899432"/>
            <a:ext cx="1039562" cy="413365"/>
            <a:chOff x="6025693" y="5899432"/>
            <a:chExt cx="1039562" cy="413365"/>
          </a:xfrm>
        </p:grpSpPr>
        <p:sp>
          <p:nvSpPr>
            <p:cNvPr id="91" name="正方形/長方形 90">
              <a:extLst>
                <a:ext uri="{FF2B5EF4-FFF2-40B4-BE49-F238E27FC236}">
                  <ns2:creationId id="{D0389E5A-E9F4-9F1C-F002-D39E17EB94E1}"/>
                </a:ext>
              </a:extLst>
            </p:cNvPr>
            <p:cNvSpPr/>
            <p:nvPr/>
          </p:nvSpPr>
          <p:spPr>
            <a:xfrm>
              <a:off x="6025693" y="589943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E4FA515F-BF24-66E2-A743-65835708E5DE}"/>
                </a:ext>
              </a:extLst>
            </p:cNvPr>
            <p:cNvSpPr/>
            <p:nvPr/>
          </p:nvSpPr>
          <p:spPr>
            <a:xfrm>
              <a:off x="6025693" y="605211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3F4ACA2-18E5-F6DC-F720-8B2441B790FC}"/>
                </a:ext>
              </a:extLst>
            </p:cNvPr>
            <p:cNvSpPr/>
            <p:nvPr/>
          </p:nvSpPr>
          <p:spPr>
            <a:xfrm>
              <a:off x="6025693" y="6204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D47F6CD3-7F79-AB75-5514-8C7D6A388257}"/>
                </a:ext>
              </a:extLst>
            </p:cNvPr>
            <p:cNvSpPr/>
            <p:nvPr/>
          </p:nvSpPr>
          <p:spPr>
            <a:xfrm>
              <a:off x="6381255" y="5899432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CDC08C84-0F6C-29FC-48A6-96C062210F03}"/>
                </a:ext>
              </a:extLst>
            </p:cNvPr>
            <p:cNvSpPr/>
            <p:nvPr/>
          </p:nvSpPr>
          <p:spPr>
            <a:xfrm>
              <a:off x="6381255" y="605211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B417111-8583-1A30-4650-3803B863B66F}"/>
                </a:ext>
              </a:extLst>
            </p:cNvPr>
            <p:cNvSpPr/>
            <p:nvPr/>
          </p:nvSpPr>
          <p:spPr>
            <a:xfrm>
              <a:off x="6381255" y="6204797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5" name="直線コネクタ 114">
            <a:extLst>
              <a:ext uri="{FF2B5EF4-FFF2-40B4-BE49-F238E27FC236}">
                <ns2:creationId id="{D685DFDA-DE68-B7CF-6791-E5B9C9A45309}"/>
              </a:ext>
            </a:extLst>
          </p:cNvPr>
          <p:cNvCxnSpPr>
            <a:cxnSpLocks/>
          </p:cNvCxnSpPr>
          <p:nvPr/>
        </p:nvCxnSpPr>
        <p:spPr>
          <a:xfrm>
            <a:off x="4799474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線コネクタ 115">
            <a:extLst>
              <a:ext uri="{FF2B5EF4-FFF2-40B4-BE49-F238E27FC236}">
                <ns2:creationId id="{8CFFF319-2690-E827-4F17-D83F07A9BC8C}"/>
              </a:ext>
            </a:extLst>
          </p:cNvPr>
          <p:cNvCxnSpPr>
            <a:cxnSpLocks/>
          </p:cNvCxnSpPr>
          <p:nvPr/>
        </p:nvCxnSpPr>
        <p:spPr>
          <a:xfrm>
            <a:off x="4799474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7" name="グループ化 246">
            <a:extLst>
              <a:ext uri="{FF2B5EF4-FFF2-40B4-BE49-F238E27FC236}">
                <ns2:creationId id="{8FF03E89-14C8-EF2D-77EE-6AC58ECCF2D0}"/>
              </a:ext>
            </a:extLst>
          </p:cNvPr>
          <p:cNvGrpSpPr/>
          <p:nvPr/>
        </p:nvGrpSpPr>
        <p:grpSpPr>
          <a:xfrm>
            <a:off x="9568769" y="5895360"/>
            <a:ext cx="1039562" cy="413365"/>
            <a:chOff x="9568769" y="5895360"/>
            <a:chExt cx="1039562" cy="413365"/>
          </a:xfrm>
        </p:grpSpPr>
        <p:sp>
          <p:nvSpPr>
            <p:cNvPr id="99" name="正方形/長方形 98">
              <a:extLst>
                <a:ext uri="{FF2B5EF4-FFF2-40B4-BE49-F238E27FC236}">
                  <ns2:creationId id="{62CD0385-871D-22DC-7F7B-8BBDD6AE58F2}"/>
                </a:ext>
              </a:extLst>
            </p:cNvPr>
            <p:cNvSpPr/>
            <p:nvPr/>
          </p:nvSpPr>
          <p:spPr>
            <a:xfrm>
              <a:off x="9568769" y="589536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65E4EE19-8ABB-B496-A9E5-A87A62CA4A1E}"/>
                </a:ext>
              </a:extLst>
            </p:cNvPr>
            <p:cNvSpPr/>
            <p:nvPr/>
          </p:nvSpPr>
          <p:spPr>
            <a:xfrm>
              <a:off x="9568769" y="6048043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7EF6C9C-140E-3A18-124F-249D355F4B87}"/>
                </a:ext>
              </a:extLst>
            </p:cNvPr>
            <p:cNvSpPr/>
            <p:nvPr/>
          </p:nvSpPr>
          <p:spPr>
            <a:xfrm>
              <a:off x="9568769" y="620072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EB1F158-27B2-B3F5-0051-21AFB1315960}"/>
                </a:ext>
              </a:extLst>
            </p:cNvPr>
            <p:cNvSpPr/>
            <p:nvPr/>
          </p:nvSpPr>
          <p:spPr>
            <a:xfrm>
              <a:off x="9924331" y="5895360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81BF82DA-D2A5-B7BD-57D8-A3378E157CC7}"/>
                </a:ext>
              </a:extLst>
            </p:cNvPr>
            <p:cNvSpPr/>
            <p:nvPr/>
          </p:nvSpPr>
          <p:spPr>
            <a:xfrm>
              <a:off x="9924331" y="6048043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79C954F1-1B86-709E-CF8F-8C9CE0114EDD}"/>
                </a:ext>
              </a:extLst>
            </p:cNvPr>
            <p:cNvSpPr/>
            <p:nvPr/>
          </p:nvSpPr>
          <p:spPr>
            <a:xfrm>
              <a:off x="9924331" y="620072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20" name="直線コネクタ 119">
            <a:extLst>
              <a:ext uri="{FF2B5EF4-FFF2-40B4-BE49-F238E27FC236}">
                <ns2:creationId id="{E880DE19-5105-3CEA-18F6-834E40D15601}"/>
              </a:ext>
            </a:extLst>
          </p:cNvPr>
          <p:cNvCxnSpPr>
            <a:cxnSpLocks/>
          </p:cNvCxnSpPr>
          <p:nvPr/>
        </p:nvCxnSpPr>
        <p:spPr>
          <a:xfrm>
            <a:off x="8342550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線コネクタ 120">
            <a:extLst>
              <a:ext uri="{FF2B5EF4-FFF2-40B4-BE49-F238E27FC236}">
                <ns2:creationId id="{93334AA6-3D0F-6834-F279-227113E6F851}"/>
              </a:ext>
            </a:extLst>
          </p:cNvPr>
          <p:cNvCxnSpPr>
            <a:cxnSpLocks/>
          </p:cNvCxnSpPr>
          <p:nvPr/>
        </p:nvCxnSpPr>
        <p:spPr>
          <a:xfrm>
            <a:off x="8342550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正方形/長方形 123">
            <a:extLst>
              <a:ext uri="{FF2B5EF4-FFF2-40B4-BE49-F238E27FC236}">
                <ns2:creationId id="{A738D230-FCFE-6003-2FDB-86E19864C6A9}"/>
              </a:ext>
            </a:extLst>
          </p:cNvPr>
          <p:cNvSpPr/>
          <p:nvPr/>
        </p:nvSpPr>
        <p:spPr>
          <a:xfrm>
            <a:off x="334962" y="1640204"/>
            <a:ext cx="2952000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0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25" name="正方形/長方形 124">
            <a:extLst>
              <a:ext uri="{FF2B5EF4-FFF2-40B4-BE49-F238E27FC236}">
                <ns2:creationId id="{667DF6EE-F016-4E50-3107-DCB86785835B}"/>
              </a:ext>
            </a:extLst>
          </p:cNvPr>
          <p:cNvSpPr/>
          <p:nvPr/>
        </p:nvSpPr>
        <p:spPr>
          <a:xfrm>
            <a:off x="334963" y="1838004"/>
            <a:ext cx="864000" cy="252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5F4DDD0E-498C-F6E8-67CA-B82C846CE3EF}"/>
              </a:ext>
            </a:extLst>
          </p:cNvPr>
          <p:cNvSpPr/>
          <p:nvPr/>
        </p:nvSpPr>
        <p:spPr>
          <a:xfrm>
            <a:off x="334283" y="2124975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967B466-4F22-D3A8-93D4-8E6BB60CADB8}"/>
              </a:ext>
            </a:extLst>
          </p:cNvPr>
          <p:cNvSpPr/>
          <p:nvPr/>
        </p:nvSpPr>
        <p:spPr>
          <a:xfrm>
            <a:off x="334283" y="2555946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71607ABC-4694-56CB-05EA-D6F806FC2169}"/>
              </a:ext>
            </a:extLst>
          </p:cNvPr>
          <p:cNvSpPr/>
          <p:nvPr/>
        </p:nvSpPr>
        <p:spPr>
          <a:xfrm>
            <a:off x="334283" y="2986917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900">
                <a:solidFill>
                  <a:schemeClr val="tx1"/>
                </a:solidFill>
                <a:latin typeface="+mn-ea"/>
              </a:rPr>
            </a:br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663FBCE6-033D-D0FB-C095-3A3743DC255D}"/>
              </a:ext>
            </a:extLst>
          </p:cNvPr>
          <p:cNvSpPr/>
          <p:nvPr/>
        </p:nvSpPr>
        <p:spPr>
          <a:xfrm>
            <a:off x="334283" y="341788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endParaRPr kumimoji="1" lang="en-US" altLang="ja-JP" sz="900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)</a:t>
            </a:r>
            <a:endParaRPr kumimoji="1" lang="ja-JP" altLang="en-US" sz="9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37BBB108-637E-5D27-6C15-F781FF97BAAD}"/>
              </a:ext>
            </a:extLst>
          </p:cNvPr>
          <p:cNvSpPr/>
          <p:nvPr/>
        </p:nvSpPr>
        <p:spPr>
          <a:xfrm>
            <a:off x="334283" y="384885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bg1"/>
                </a:solidFill>
                <a:latin typeface="+mn-ea"/>
              </a:rPr>
              <a:t>BI</a:t>
            </a:r>
            <a:endParaRPr kumimoji="1" lang="en-US" altLang="ja-JP" sz="9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ns2:creationId id="{DFCE26B0-116E-3DD6-4B01-DFC55E54A3AB}"/>
              </a:ext>
            </a:extLst>
          </p:cNvPr>
          <p:cNvSpPr/>
          <p:nvPr/>
        </p:nvSpPr>
        <p:spPr>
          <a:xfrm>
            <a:off x="1251242" y="1838004"/>
            <a:ext cx="3492000" cy="252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11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6" name="四角形: 角を丸くする 135">
            <a:extLst>
              <a:ext uri="{FF2B5EF4-FFF2-40B4-BE49-F238E27FC236}">
                <ns2:creationId id="{9F896ADA-F504-6ED7-F938-9161ADDAF8A4}"/>
              </a:ext>
            </a:extLst>
          </p:cNvPr>
          <p:cNvSpPr/>
          <p:nvPr/>
        </p:nvSpPr>
        <p:spPr>
          <a:xfrm>
            <a:off x="1251242" y="2555946"/>
            <a:ext cx="3492000" cy="396000"/>
          </a:xfrm>
          <a:prstGeom prst="roundRect">
            <a:avLst/>
          </a:prstGeom>
          <a:solidFill>
            <a:srgbClr val="CCCCCC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BEE91ECB-BB5F-AB83-6B65-9B75D30FD782}"/>
              </a:ext>
            </a:extLst>
          </p:cNvPr>
          <p:cNvSpPr/>
          <p:nvPr/>
        </p:nvSpPr>
        <p:spPr>
          <a:xfrm>
            <a:off x="1251242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A17ED88E-4DA6-0E66-F2D3-269ABD318A83}"/>
              </a:ext>
            </a:extLst>
          </p:cNvPr>
          <p:cNvSpPr/>
          <p:nvPr/>
        </p:nvSpPr>
        <p:spPr>
          <a:xfrm>
            <a:off x="1251242" y="337944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1" name="グラフィックス 150" descr="データベース 単色塗りつぶし">
            <a:extLst>
              <a:ext uri="{FF2B5EF4-FFF2-40B4-BE49-F238E27FC236}">
                <ns2:creationId id="{F47B56F8-3E83-1B8F-2A73-2A0E38FB19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1790217" y="2142975"/>
            <a:ext cx="180000" cy="180000"/>
          </a:xfrm>
          <a:prstGeom prst="rect">
            <a:avLst/>
          </a:prstGeom>
        </p:spPr>
      </p:pic>
      <p:pic>
        <p:nvPicPr>
          <p:cNvPr id="152" name="グラフィックス 151" descr="世界 単色塗りつぶし">
            <a:extLst>
              <a:ext uri="{FF2B5EF4-FFF2-40B4-BE49-F238E27FC236}">
                <ns2:creationId id="{FEEE5B0D-0872-8D11-D466-BAB322AD41E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1970217" y="2142975"/>
            <a:ext cx="180000" cy="180000"/>
          </a:xfrm>
          <a:prstGeom prst="rect">
            <a:avLst/>
          </a:prstGeom>
        </p:spPr>
      </p:pic>
      <p:sp>
        <p:nvSpPr>
          <p:cNvPr id="153" name="正方形/長方形 152">
            <a:extLst>
              <a:ext uri="{FF2B5EF4-FFF2-40B4-BE49-F238E27FC236}">
                <ns2:creationId id="{BA1DAF5E-1BE5-6329-BED6-D1D339C0C791}"/>
              </a:ext>
            </a:extLst>
          </p:cNvPr>
          <p:cNvSpPr/>
          <p:nvPr/>
        </p:nvSpPr>
        <p:spPr>
          <a:xfrm>
            <a:off x="2184154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4" name="直線矢印コネクタ 153">
            <a:extLst>
              <a:ext uri="{FF2B5EF4-FFF2-40B4-BE49-F238E27FC236}">
                <ns2:creationId id="{D8697F9D-8257-AA91-59AA-0FDB8DC6B0CB}"/>
              </a:ext>
            </a:extLst>
          </p:cNvPr>
          <p:cNvCxnSpPr>
            <a:cxnSpLocks/>
            <a:stCxn id="153" idx="2"/>
            <a:endCxn id="136" idx="0"/>
          </p:cNvCxnSpPr>
          <p:nvPr/>
        </p:nvCxnSpPr>
        <p:spPr>
          <a:xfrm flipH="1">
            <a:off x="2997242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正方形/長方形 154">
            <a:extLst>
              <a:ext uri="{FF2B5EF4-FFF2-40B4-BE49-F238E27FC236}">
                <ns2:creationId id="{BA8B073F-3118-C06C-1486-932CC1E21B48}"/>
              </a:ext>
            </a:extLst>
          </p:cNvPr>
          <p:cNvSpPr/>
          <p:nvPr/>
        </p:nvSpPr>
        <p:spPr>
          <a:xfrm>
            <a:off x="3118926" y="2394461"/>
            <a:ext cx="972000" cy="10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API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56" name="グラフィックス 155" descr="データベース 単色塗りつぶし">
            <a:extLst>
              <a:ext uri="{FF2B5EF4-FFF2-40B4-BE49-F238E27FC236}">
                <ns2:creationId id="{497F0F5B-8A35-A484-6981-EFB538AE402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2788290" y="3060552"/>
            <a:ext cx="180000" cy="180000"/>
          </a:xfrm>
          <a:prstGeom prst="rect">
            <a:avLst/>
          </a:prstGeom>
        </p:spPr>
      </p:pic>
      <p:pic>
        <p:nvPicPr>
          <p:cNvPr id="157" name="グラフィックス 156" descr="データベース 単色塗りつぶし">
            <a:extLst>
              <a:ext uri="{FF2B5EF4-FFF2-40B4-BE49-F238E27FC236}">
                <ns2:creationId id="{843F4DEF-4CCC-0964-6C4A-FF22A3372CA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3776876" y="3060552"/>
            <a:ext cx="180000" cy="180000"/>
          </a:xfrm>
          <a:prstGeom prst="rect">
            <a:avLst/>
          </a:prstGeom>
        </p:spPr>
      </p:pic>
      <p:pic>
        <p:nvPicPr>
          <p:cNvPr id="159" name="グラフィックス 158" descr="同期中のクラウド 単色塗りつぶし">
            <a:extLst>
              <a:ext uri="{FF2B5EF4-FFF2-40B4-BE49-F238E27FC236}">
                <ns2:creationId id="{30302B28-751E-0AA1-0BB8-65FEEF390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563912" y="3060552"/>
            <a:ext cx="180000" cy="180000"/>
          </a:xfrm>
          <a:prstGeom prst="rect">
            <a:avLst/>
          </a:prstGeom>
        </p:spPr>
      </p:pic>
      <p:sp>
        <p:nvSpPr>
          <p:cNvPr id="160" name="正方形/長方形 159">
            <a:extLst>
              <a:ext uri="{FF2B5EF4-FFF2-40B4-BE49-F238E27FC236}">
                <ns2:creationId id="{F4362932-3CDA-EE64-295B-69A3CE71420B}"/>
              </a:ext>
            </a:extLst>
          </p:cNvPr>
          <p:cNvSpPr/>
          <p:nvPr/>
        </p:nvSpPr>
        <p:spPr>
          <a:xfrm>
            <a:off x="1252132" y="3232406"/>
            <a:ext cx="792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FCAC9534-7D02-C9AC-0E50-CF2916537453}"/>
              </a:ext>
            </a:extLst>
          </p:cNvPr>
          <p:cNvSpPr/>
          <p:nvPr/>
        </p:nvSpPr>
        <p:spPr>
          <a:xfrm>
            <a:off x="2317207" y="3232406"/>
            <a:ext cx="1116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ns2:creationId id="{E1547963-565D-1E17-B398-2BB39129CF31}"/>
              </a:ext>
            </a:extLst>
          </p:cNvPr>
          <p:cNvSpPr/>
          <p:nvPr/>
        </p:nvSpPr>
        <p:spPr>
          <a:xfrm>
            <a:off x="3706282" y="3232406"/>
            <a:ext cx="324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8BA330C0-3B25-B21E-4B82-824E0FF1D4B8}"/>
              </a:ext>
            </a:extLst>
          </p:cNvPr>
          <p:cNvSpPr/>
          <p:nvPr/>
        </p:nvSpPr>
        <p:spPr>
          <a:xfrm>
            <a:off x="4057176" y="3109798"/>
            <a:ext cx="648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65" name="グラフィックス 164" descr="プロセッサ 単色塗りつぶし">
            <a:extLst>
              <a:ext uri="{FF2B5EF4-FFF2-40B4-BE49-F238E27FC236}">
                <ns2:creationId id="{3401E105-B657-7484-1A7D-22A3E9F678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1442050" y="3566184"/>
            <a:ext cx="180000" cy="180000"/>
          </a:xfrm>
          <a:prstGeom prst="rect">
            <a:avLst/>
          </a:prstGeom>
        </p:spPr>
      </p:pic>
      <p:pic>
        <p:nvPicPr>
          <p:cNvPr id="168" name="グラフィックス 167" descr="警告 単色塗りつぶし">
            <a:extLst>
              <a:ext uri="{FF2B5EF4-FFF2-40B4-BE49-F238E27FC236}">
                <ns2:creationId id="{72C25FEE-E149-C865-B22C-661A4EAC9E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042227" y="3558101"/>
            <a:ext cx="180000" cy="180000"/>
          </a:xfrm>
          <a:prstGeom prst="rect">
            <a:avLst/>
          </a:prstGeom>
        </p:spPr>
      </p:pic>
      <p:sp>
        <p:nvSpPr>
          <p:cNvPr id="170" name="正方形/長方形 169">
            <a:extLst>
              <a:ext uri="{FF2B5EF4-FFF2-40B4-BE49-F238E27FC236}">
                <ns2:creationId id="{E61309ED-8E50-051A-17B0-4CC6A455F349}"/>
              </a:ext>
            </a:extLst>
          </p:cNvPr>
          <p:cNvSpPr/>
          <p:nvPr/>
        </p:nvSpPr>
        <p:spPr>
          <a:xfrm>
            <a:off x="3102916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4" name="正方形/長方形 133">
            <a:extLst>
              <a:ext uri="{FF2B5EF4-FFF2-40B4-BE49-F238E27FC236}">
                <ns2:creationId id="{651E8F3E-2585-F60A-E7E6-5026A5BC82DC}"/>
              </a:ext>
            </a:extLst>
          </p:cNvPr>
          <p:cNvSpPr/>
          <p:nvPr/>
        </p:nvSpPr>
        <p:spPr>
          <a:xfrm>
            <a:off x="14625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1CFEA723-5CA1-6FA4-4961-E3D3D3791789}"/>
              </a:ext>
            </a:extLst>
          </p:cNvPr>
          <p:cNvSpPr/>
          <p:nvPr/>
        </p:nvSpPr>
        <p:spPr>
          <a:xfrm>
            <a:off x="1251242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493C1FCA-5EB9-18EF-43F0-80DBBD493A59}"/>
              </a:ext>
            </a:extLst>
          </p:cNvPr>
          <p:cNvSpPr/>
          <p:nvPr/>
        </p:nvSpPr>
        <p:spPr>
          <a:xfrm>
            <a:off x="4795521" y="1838004"/>
            <a:ext cx="3492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FFFFFF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FFFFFF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1" name="四角形: 角を丸くする 140">
            <a:extLst>
              <a:ext uri="{FF2B5EF4-FFF2-40B4-BE49-F238E27FC236}">
                <ns2:creationId id="{F2287AF7-7620-C054-4628-B206CDECDA7A}"/>
              </a:ext>
            </a:extLst>
          </p:cNvPr>
          <p:cNvSpPr/>
          <p:nvPr/>
        </p:nvSpPr>
        <p:spPr>
          <a:xfrm>
            <a:off x="4795521" y="2555946"/>
            <a:ext cx="3492000" cy="396000"/>
          </a:xfrm>
          <a:prstGeom prst="round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lang="en-US" altLang="ja-JP" sz="80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0000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8EC20BA1-49AF-AB58-C48B-1F7E28377A7E}"/>
              </a:ext>
            </a:extLst>
          </p:cNvPr>
          <p:cNvSpPr/>
          <p:nvPr/>
        </p:nvSpPr>
        <p:spPr>
          <a:xfrm>
            <a:off x="4795521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ns2:creationId id="{54BECECD-00EA-051B-6DBF-FA4765CE4042}"/>
              </a:ext>
            </a:extLst>
          </p:cNvPr>
          <p:cNvSpPr/>
          <p:nvPr/>
        </p:nvSpPr>
        <p:spPr>
          <a:xfrm>
            <a:off x="4795521" y="3506869"/>
            <a:ext cx="3492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>
              <a:solidFill>
                <a:schemeClr val="tx1"/>
              </a:solidFill>
              <a:latin typeface="+mn-ea"/>
            </a:endParaRPr>
          </a:p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72" name="グラフィックス 171" descr="データベース 単色塗りつぶし">
            <a:extLst>
              <a:ext uri="{FF2B5EF4-FFF2-40B4-BE49-F238E27FC236}">
                <ns2:creationId id="{698DBF87-B65D-8B6F-52AB-8F550BFE58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5314394" y="2142975"/>
            <a:ext cx="180000" cy="180000"/>
          </a:xfrm>
          <a:prstGeom prst="rect">
            <a:avLst/>
          </a:prstGeom>
        </p:spPr>
      </p:pic>
      <p:pic>
        <p:nvPicPr>
          <p:cNvPr id="173" name="グラフィックス 172" descr="世界 単色塗りつぶし">
            <a:extLst>
              <a:ext uri="{FF2B5EF4-FFF2-40B4-BE49-F238E27FC236}">
                <ns2:creationId id="{14429DF4-ABD4-BC50-E3A1-0D18997FFC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5494394" y="2142975"/>
            <a:ext cx="180000" cy="180000"/>
          </a:xfrm>
          <a:prstGeom prst="rect">
            <a:avLst/>
          </a:prstGeom>
        </p:spPr>
      </p:pic>
      <p:sp>
        <p:nvSpPr>
          <p:cNvPr id="174" name="正方形/長方形 173">
            <a:extLst>
              <a:ext uri="{FF2B5EF4-FFF2-40B4-BE49-F238E27FC236}">
                <ns2:creationId id="{C451A1FF-02EE-7B16-03BE-D2FE74E534A9}"/>
              </a:ext>
            </a:extLst>
          </p:cNvPr>
          <p:cNvSpPr/>
          <p:nvPr/>
        </p:nvSpPr>
        <p:spPr>
          <a:xfrm>
            <a:off x="5708331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5" name="直線矢印コネクタ 174">
            <a:extLst>
              <a:ext uri="{FF2B5EF4-FFF2-40B4-BE49-F238E27FC236}">
                <ns2:creationId id="{C1B65776-5F1D-BE12-9EBF-9A5370EF1934}"/>
              </a:ext>
            </a:extLst>
          </p:cNvPr>
          <p:cNvCxnSpPr>
            <a:cxnSpLocks/>
            <a:stCxn id="174" idx="2"/>
            <a:endCxn id="141" idx="0"/>
          </p:cNvCxnSpPr>
          <p:nvPr/>
        </p:nvCxnSpPr>
        <p:spPr>
          <a:xfrm flipH="1">
            <a:off x="6541521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正方形/長方形 175">
            <a:extLst>
              <a:ext uri="{FF2B5EF4-FFF2-40B4-BE49-F238E27FC236}">
                <ns2:creationId id="{7FE2BBC4-083F-8596-37C2-BD5AF5795F7A}"/>
              </a:ext>
            </a:extLst>
          </p:cNvPr>
          <p:cNvSpPr/>
          <p:nvPr/>
        </p:nvSpPr>
        <p:spPr>
          <a:xfrm>
            <a:off x="6599442" y="2349232"/>
            <a:ext cx="129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0000"/>
                </a:solidFill>
                <a:latin typeface="+mn-ea"/>
              </a:rPr>
            </a:br>
            <a:r>
              <a:rPr kumimoji="1" lang="en-US" altLang="ja-JP" sz="700" dirty="0">
                <a:solidFill>
                  <a:srgbClr val="000000"/>
                </a:solidFill>
                <a:latin typeface="+mn-ea"/>
              </a:rPr>
              <a:t>(</a:t>
            </a:r>
            <a:r>
              <a:rPr lang="en-US" altLang="ja-JP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2E7DC82F-215B-83DF-14FA-71265891203E}"/>
              </a:ext>
            </a:extLst>
          </p:cNvPr>
          <p:cNvSpPr/>
          <p:nvPr/>
        </p:nvSpPr>
        <p:spPr>
          <a:xfrm>
            <a:off x="7243521" y="2961792"/>
            <a:ext cx="1044000" cy="21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78" name="四角形: 角を丸くする 177">
            <a:extLst>
              <a:ext uri="{FF2B5EF4-FFF2-40B4-BE49-F238E27FC236}">
                <ns2:creationId id="{7FA95C17-FD7E-E153-AF18-67E8B6B1A968}"/>
              </a:ext>
            </a:extLst>
          </p:cNvPr>
          <p:cNvSpPr/>
          <p:nvPr/>
        </p:nvSpPr>
        <p:spPr>
          <a:xfrm>
            <a:off x="5238893" y="3187637"/>
            <a:ext cx="1080000" cy="180000"/>
          </a:xfrm>
          <a:prstGeom prst="roundRect">
            <a:avLst/>
          </a:prstGeom>
          <a:solidFill>
            <a:srgbClr val="008000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四角形: 角を丸くする 178">
            <a:extLst>
              <a:ext uri="{FF2B5EF4-FFF2-40B4-BE49-F238E27FC236}">
                <ns2:creationId id="{48ECBCD3-B8CD-F9AF-80CA-3981C7DA49D5}"/>
              </a:ext>
            </a:extLst>
          </p:cNvPr>
          <p:cNvSpPr/>
          <p:nvPr/>
        </p:nvSpPr>
        <p:spPr>
          <a:xfrm>
            <a:off x="6762265" y="3187637"/>
            <a:ext cx="1080000" cy="180000"/>
          </a:xfrm>
          <a:prstGeom prst="roundRect">
            <a:avLst/>
          </a:prstGeom>
          <a:solidFill>
            <a:srgbClr val="99CC9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82" name="グラフィックス 181" descr="Web デザイン 単色塗りつぶし">
            <a:extLst>
              <a:ext uri="{FF2B5EF4-FFF2-40B4-BE49-F238E27FC236}">
                <ns2:creationId id="{6F0B6600-69A6-85C6-DA36-5A46F9CE0D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40090" y="3993252"/>
            <a:ext cx="180000" cy="180000"/>
          </a:xfrm>
          <a:prstGeom prst="rect">
            <a:avLst/>
          </a:prstGeom>
        </p:spPr>
      </p:pic>
      <p:grpSp>
        <p:nvGrpSpPr>
          <p:cNvPr id="214" name="グループ化 213">
            <a:extLst>
              <a:ext uri="{FF2B5EF4-FFF2-40B4-BE49-F238E27FC236}">
                <ns2:creationId id="{16A6473D-4D4C-AD03-4CDF-3329E7507119}"/>
              </a:ext>
            </a:extLst>
          </p:cNvPr>
          <p:cNvGrpSpPr/>
          <p:nvPr/>
        </p:nvGrpSpPr>
        <p:grpSpPr>
          <a:xfrm>
            <a:off x="4795521" y="3824301"/>
            <a:ext cx="3492000" cy="402951"/>
            <a:chOff x="4791953" y="3824301"/>
            <a:chExt cx="3492000" cy="402951"/>
          </a:xfrm>
        </p:grpSpPr>
        <p:sp>
          <p:nvSpPr>
            <p:cNvPr id="144" name="正方形/長方形 143">
              <a:extLst>
                <a:ext uri="{FF2B5EF4-FFF2-40B4-BE49-F238E27FC236}">
                  <ns2:creationId id="{100DEA02-871D-9685-8D2A-47EFEA7E2586}"/>
                </a:ext>
              </a:extLst>
            </p:cNvPr>
            <p:cNvSpPr/>
            <p:nvPr/>
          </p:nvSpPr>
          <p:spPr>
            <a:xfrm>
              <a:off x="4791953" y="3824301"/>
              <a:ext cx="3492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243CA6C-A8E1-B1BD-A405-ED92810436FE}"/>
                </a:ext>
              </a:extLst>
            </p:cNvPr>
            <p:cNvSpPr/>
            <p:nvPr/>
          </p:nvSpPr>
          <p:spPr>
            <a:xfrm>
              <a:off x="4997610" y="3939252"/>
              <a:ext cx="1428978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83" name="グループ化 182">
              <a:extLst>
                <a:ext uri="{FF2B5EF4-FFF2-40B4-BE49-F238E27FC236}">
                  <ns2:creationId id="{D5C48762-4BD1-052F-C1C7-473C38A67A14}"/>
                </a:ext>
              </a:extLst>
            </p:cNvPr>
            <p:cNvGrpSpPr/>
            <p:nvPr/>
          </p:nvGrpSpPr>
          <p:grpSpPr>
            <a:xfrm>
              <a:off x="6637936" y="3939252"/>
              <a:ext cx="1428978" cy="288000"/>
              <a:chOff x="6637936" y="3986877"/>
              <a:chExt cx="1428978" cy="288000"/>
            </a:xfrm>
          </p:grpSpPr>
          <p:sp>
            <p:nvSpPr>
              <p:cNvPr id="184" name="正方形/長方形 183">
                <a:extLst>
                  <a:ext uri="{FF2B5EF4-FFF2-40B4-BE49-F238E27FC236}">
                    <ns2:creationId id="{5A159D31-93BC-AE58-506E-7FD247447CE0}"/>
                  </a:ext>
                </a:extLst>
              </p:cNvPr>
              <p:cNvSpPr/>
              <p:nvPr/>
            </p:nvSpPr>
            <p:spPr>
              <a:xfrm>
                <a:off x="6637936" y="3986877"/>
                <a:ext cx="1428978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85" name="グラフィックス 184" descr="会議 単色塗りつぶし">
                <a:extLst>
                  <a:ext uri="{FF2B5EF4-FFF2-40B4-BE49-F238E27FC236}">
                    <ns2:creationId id="{E27F8C9D-6C22-FB71-EA19-08AD37119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676848" y="4023557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128" name="正方形/長方形 127">
            <a:extLst>
              <a:ext uri="{FF2B5EF4-FFF2-40B4-BE49-F238E27FC236}">
                <ns2:creationId id="{98B1B0A7-1E4E-8FC0-DFFA-25E04905F2B7}"/>
              </a:ext>
            </a:extLst>
          </p:cNvPr>
          <p:cNvSpPr/>
          <p:nvPr/>
        </p:nvSpPr>
        <p:spPr>
          <a:xfrm>
            <a:off x="8343230" y="1838004"/>
            <a:ext cx="3492000" cy="252000"/>
          </a:xfrm>
          <a:prstGeom prst="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65F6B639-6BFC-FE63-7DF5-054BB8C58301}"/>
              </a:ext>
            </a:extLst>
          </p:cNvPr>
          <p:cNvSpPr/>
          <p:nvPr/>
        </p:nvSpPr>
        <p:spPr>
          <a:xfrm>
            <a:off x="8339799" y="211799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四角形: 角を丸くする 147">
            <a:extLst>
              <a:ext uri="{FF2B5EF4-FFF2-40B4-BE49-F238E27FC236}">
                <ns2:creationId id="{E5EB98B3-2A82-C0C9-2151-7A4DD0FFF4FD}"/>
              </a:ext>
            </a:extLst>
          </p:cNvPr>
          <p:cNvSpPr/>
          <p:nvPr/>
        </p:nvSpPr>
        <p:spPr>
          <a:xfrm>
            <a:off x="8339799" y="3522573"/>
            <a:ext cx="3492000" cy="252000"/>
          </a:xfrm>
          <a:prstGeom prst="roundRect">
            <a:avLst/>
          </a:prstGeom>
          <a:solidFill>
            <a:srgbClr val="EDEDED"/>
          </a:solidFill>
          <a:ln w="9525">
            <a:solidFill>
              <a:srgbClr val="EDED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Excel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49" name="正方形/長方形 148">
            <a:extLst>
              <a:ext uri="{FF2B5EF4-FFF2-40B4-BE49-F238E27FC236}">
                <ns2:creationId id="{87EE7A08-D603-90B2-C8C7-60826290A34F}"/>
              </a:ext>
            </a:extLst>
          </p:cNvPr>
          <p:cNvSpPr/>
          <p:nvPr/>
        </p:nvSpPr>
        <p:spPr>
          <a:xfrm>
            <a:off x="8339799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87" name="グラフィックス 186" descr="データベース 単色塗りつぶし">
            <a:extLst>
              <a:ext uri="{FF2B5EF4-FFF2-40B4-BE49-F238E27FC236}">
                <ns2:creationId id="{C854F183-BE52-E0F2-E333-87E5CCE606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8884179" y="2142975"/>
            <a:ext cx="180000" cy="180000"/>
          </a:xfrm>
          <a:prstGeom prst="rect">
            <a:avLst/>
          </a:prstGeom>
        </p:spPr>
      </p:pic>
      <p:pic>
        <p:nvPicPr>
          <p:cNvPr id="188" name="グラフィックス 187" descr="世界 単色塗りつぶし">
            <a:extLst>
              <a:ext uri="{FF2B5EF4-FFF2-40B4-BE49-F238E27FC236}">
                <ns2:creationId id="{C8906B98-B413-5E6F-BEC5-2E001C9D30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9064179" y="2142975"/>
            <a:ext cx="180000" cy="180000"/>
          </a:xfrm>
          <a:prstGeom prst="rect">
            <a:avLst/>
          </a:prstGeom>
        </p:spPr>
      </p:pic>
      <p:sp>
        <p:nvSpPr>
          <p:cNvPr id="189" name="正方形/長方形 188">
            <a:extLst>
              <a:ext uri="{FF2B5EF4-FFF2-40B4-BE49-F238E27FC236}">
                <ns2:creationId id="{3A595B98-4FE4-D91A-D6A7-BC565C8DF35B}"/>
              </a:ext>
            </a:extLst>
          </p:cNvPr>
          <p:cNvSpPr/>
          <p:nvPr/>
        </p:nvSpPr>
        <p:spPr>
          <a:xfrm>
            <a:off x="9278116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7B4B376B-D0E2-9A24-01E2-FE70E9CBB767}"/>
              </a:ext>
            </a:extLst>
          </p:cNvPr>
          <p:cNvSpPr/>
          <p:nvPr/>
        </p:nvSpPr>
        <p:spPr>
          <a:xfrm>
            <a:off x="10073819" y="2340461"/>
            <a:ext cx="1008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90" name="直線矢印コネクタ 189">
            <a:extLst>
              <a:ext uri="{FF2B5EF4-FFF2-40B4-BE49-F238E27FC236}">
                <ns2:creationId id="{4512B7AB-BA41-A935-2279-724BC465E14B}"/>
              </a:ext>
            </a:extLst>
          </p:cNvPr>
          <p:cNvCxnSpPr>
            <a:cxnSpLocks/>
            <a:stCxn id="189" idx="2"/>
            <a:endCxn id="12" idx="0"/>
          </p:cNvCxnSpPr>
          <p:nvPr/>
        </p:nvCxnSpPr>
        <p:spPr>
          <a:xfrm flipH="1">
            <a:off x="10085799" y="2340975"/>
            <a:ext cx="0" cy="21497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3" name="グループ化 232">
            <a:extLst>
              <a:ext uri="{FF2B5EF4-FFF2-40B4-BE49-F238E27FC236}">
                <ns2:creationId id="{BB0CBB32-0969-6BFA-F95B-76E6619C50D1}"/>
              </a:ext>
            </a:extLst>
          </p:cNvPr>
          <p:cNvGrpSpPr/>
          <p:nvPr/>
        </p:nvGrpSpPr>
        <p:grpSpPr>
          <a:xfrm>
            <a:off x="8795914" y="2645946"/>
            <a:ext cx="1260000" cy="216000"/>
            <a:chOff x="8699195" y="2597001"/>
            <a:chExt cx="1260000" cy="216000"/>
          </a:xfrm>
        </p:grpSpPr>
        <p:pic>
          <p:nvPicPr>
            <p:cNvPr id="193" name="グラフィックス 192" descr="ユーザー 単色塗りつぶし">
              <a:extLst>
                <a:ext uri="{FF2B5EF4-FFF2-40B4-BE49-F238E27FC236}">
                  <ns2:creationId id="{272833F6-D37D-4836-7A73-B19132E6A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699195" y="2615001"/>
              <a:ext cx="180000" cy="180000"/>
            </a:xfrm>
            <a:prstGeom prst="rect">
              <a:avLst/>
            </a:prstGeom>
          </p:spPr>
        </p:pic>
        <p:sp>
          <p:nvSpPr>
            <p:cNvPr id="194" name="正方形/長方形 193">
              <a:extLst>
                <a:ext uri="{FF2B5EF4-FFF2-40B4-BE49-F238E27FC236}">
                  <ns2:creationId id="{2910CB08-620F-86D5-D5D7-3CC25B96239E}"/>
                </a:ext>
              </a:extLst>
            </p:cNvPr>
            <p:cNvSpPr/>
            <p:nvPr/>
          </p:nvSpPr>
          <p:spPr>
            <a:xfrm>
              <a:off x="8699195" y="2597001"/>
              <a:ext cx="126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+mn-ea"/>
                </a:rPr>
                <a:t>Excel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95" name="四角形: 角を丸くする 194">
            <a:extLst>
              <a:ext uri="{FF2B5EF4-FFF2-40B4-BE49-F238E27FC236}">
                <ns2:creationId id="{2326C861-1FC8-F3CD-ADF5-A5248CC2DA45}"/>
              </a:ext>
            </a:extLst>
          </p:cNvPr>
          <p:cNvSpPr/>
          <p:nvPr/>
        </p:nvSpPr>
        <p:spPr>
          <a:xfrm>
            <a:off x="10295682" y="3076917"/>
            <a:ext cx="1080000" cy="216000"/>
          </a:xfrm>
          <a:prstGeom prst="round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グループ化 237">
            <a:extLst>
              <a:ext uri="{FF2B5EF4-FFF2-40B4-BE49-F238E27FC236}">
                <ns2:creationId id="{61460E5E-E675-2787-6CB8-11743D33FFA7}"/>
              </a:ext>
            </a:extLst>
          </p:cNvPr>
          <p:cNvGrpSpPr/>
          <p:nvPr/>
        </p:nvGrpSpPr>
        <p:grpSpPr>
          <a:xfrm>
            <a:off x="8795914" y="3076917"/>
            <a:ext cx="1476000" cy="216000"/>
            <a:chOff x="8760994" y="3055133"/>
            <a:chExt cx="1476000" cy="216000"/>
          </a:xfrm>
        </p:grpSpPr>
        <p:pic>
          <p:nvPicPr>
            <p:cNvPr id="197" name="グラフィックス 196" descr="開いたフォルダー 単色塗りつぶし">
              <a:extLst>
                <a:ext uri="{FF2B5EF4-FFF2-40B4-BE49-F238E27FC236}">
                  <ns2:creationId id="{6750914E-D517-E1AF-FBDD-63B37D6663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760994" y="3073133"/>
              <a:ext cx="180000" cy="180000"/>
            </a:xfrm>
            <a:prstGeom prst="rect">
              <a:avLst/>
            </a:prstGeom>
          </p:spPr>
        </p:pic>
        <p:sp>
          <p:nvSpPr>
            <p:cNvPr id="199" name="正方形/長方形 198">
              <a:extLst>
                <a:ext uri="{FF2B5EF4-FFF2-40B4-BE49-F238E27FC236}">
                  <ns2:creationId id="{F7B33DBA-BE2D-E7FD-63D6-F9F5C99F9368}"/>
                </a:ext>
              </a:extLst>
            </p:cNvPr>
            <p:cNvSpPr/>
            <p:nvPr/>
          </p:nvSpPr>
          <p:spPr>
            <a:xfrm>
              <a:off x="8760994" y="3055133"/>
              <a:ext cx="147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37" name="グループ化 236">
            <a:extLst>
              <a:ext uri="{FF2B5EF4-FFF2-40B4-BE49-F238E27FC236}">
                <ns2:creationId id="{005ABC05-95AA-8EAF-FEEB-A67E090C2E92}"/>
              </a:ext>
            </a:extLst>
          </p:cNvPr>
          <p:cNvGrpSpPr/>
          <p:nvPr/>
        </p:nvGrpSpPr>
        <p:grpSpPr>
          <a:xfrm>
            <a:off x="10295682" y="2645946"/>
            <a:ext cx="720000" cy="216000"/>
            <a:chOff x="10326329" y="2645946"/>
            <a:chExt cx="720000" cy="216000"/>
          </a:xfrm>
        </p:grpSpPr>
        <p:sp>
          <p:nvSpPr>
            <p:cNvPr id="200" name="正方形/長方形 199">
              <a:extLst>
                <a:ext uri="{FF2B5EF4-FFF2-40B4-BE49-F238E27FC236}">
                  <ns2:creationId id="{7517B51C-9769-5DEA-65C6-DD02DDF391A7}"/>
                </a:ext>
              </a:extLst>
            </p:cNvPr>
            <p:cNvSpPr/>
            <p:nvPr/>
          </p:nvSpPr>
          <p:spPr>
            <a:xfrm>
              <a:off x="10326329" y="2645946"/>
              <a:ext cx="7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01" name="図 200">
              <a:extLst>
                <a:ext uri="{FF2B5EF4-FFF2-40B4-BE49-F238E27FC236}">
                  <ns2:creationId id="{63B5923B-7854-6A00-DA2A-EE9FD82CE9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326329" y="2686607"/>
              <a:ext cx="144000" cy="134678"/>
            </a:xfrm>
            <a:prstGeom prst="rect">
              <a:avLst/>
            </a:prstGeom>
          </p:spPr>
        </p:pic>
      </p:grpSp>
      <p:sp>
        <p:nvSpPr>
          <p:cNvPr id="202" name="正方形/長方形 201">
            <a:extLst>
              <a:ext uri="{FF2B5EF4-FFF2-40B4-BE49-F238E27FC236}">
                <ns2:creationId id="{940A1783-4A6F-0F96-2F43-124F62EEC457}"/>
              </a:ext>
            </a:extLst>
          </p:cNvPr>
          <p:cNvSpPr/>
          <p:nvPr/>
        </p:nvSpPr>
        <p:spPr>
          <a:xfrm>
            <a:off x="10146637" y="3395534"/>
            <a:ext cx="1687248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BF1E471E-DD15-F245-B94A-E7184B7A547D}"/>
              </a:ext>
            </a:extLst>
          </p:cNvPr>
          <p:cNvSpPr/>
          <p:nvPr/>
        </p:nvSpPr>
        <p:spPr>
          <a:xfrm>
            <a:off x="8622964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Excel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4" name="正方形/長方形 203">
            <a:extLst>
              <a:ext uri="{FF2B5EF4-FFF2-40B4-BE49-F238E27FC236}">
                <ns2:creationId id="{057F73A6-73D9-3997-8596-EAB05A438A14}"/>
              </a:ext>
            </a:extLst>
          </p:cNvPr>
          <p:cNvSpPr/>
          <p:nvPr/>
        </p:nvSpPr>
        <p:spPr>
          <a:xfrm>
            <a:off x="102632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3" name="直線矢印コネクタ 12">
            <a:extLst>
              <a:ext uri="{FF2B5EF4-FFF2-40B4-BE49-F238E27FC236}">
                <ns2:creationId id="{9E2D605E-1BBA-7C69-E1C1-63FAEC6030D3}"/>
              </a:ext>
            </a:extLst>
          </p:cNvPr>
          <p:cNvCxnSpPr>
            <a:cxnSpLocks/>
          </p:cNvCxnSpPr>
          <p:nvPr/>
        </p:nvCxnSpPr>
        <p:spPr>
          <a:xfrm>
            <a:off x="2997242" y="2951946"/>
            <a:ext cx="0" cy="7913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矢印コネクタ 13">
            <a:extLst>
              <a:ext uri="{FF2B5EF4-FFF2-40B4-BE49-F238E27FC236}">
                <ns2:creationId id="{0FB73753-2893-E9EE-8DF9-4425C4168181}"/>
              </a:ext>
            </a:extLst>
          </p:cNvPr>
          <p:cNvCxnSpPr>
            <a:cxnSpLocks/>
          </p:cNvCxnSpPr>
          <p:nvPr/>
        </p:nvCxnSpPr>
        <p:spPr>
          <a:xfrm>
            <a:off x="6532432" y="2973993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矢印コネクタ 14">
            <a:extLst>
              <a:ext uri="{FF2B5EF4-FFF2-40B4-BE49-F238E27FC236}">
                <ns2:creationId id="{D57E47EB-9E59-CC6B-A8C6-F6FE23D0454F}"/>
              </a:ext>
            </a:extLst>
          </p:cNvPr>
          <p:cNvCxnSpPr>
            <a:cxnSpLocks/>
            <a:stCxn id="12" idx="2"/>
            <a:endCxn id="148" idx="0"/>
          </p:cNvCxnSpPr>
          <p:nvPr/>
        </p:nvCxnSpPr>
        <p:spPr>
          <a:xfrm>
            <a:off x="10085799" y="3382918"/>
            <a:ext cx="0" cy="139655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矢印コネクタ 23">
            <a:extLst>
              <a:ext uri="{FF2B5EF4-FFF2-40B4-BE49-F238E27FC236}">
                <ns2:creationId id="{8F57C3C6-2457-C725-0A4F-D48BE2DE9671}"/>
              </a:ext>
            </a:extLst>
          </p:cNvPr>
          <p:cNvCxnSpPr>
            <a:cxnSpLocks/>
          </p:cNvCxnSpPr>
          <p:nvPr/>
        </p:nvCxnSpPr>
        <p:spPr>
          <a:xfrm>
            <a:off x="6535267" y="3333222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C20169A-7EAC-9587-53ED-7DE9FD58C4A0}"/>
              </a:ext>
            </a:extLst>
          </p:cNvPr>
          <p:cNvCxnSpPr>
            <a:stCxn id="162" idx="2"/>
          </p:cNvCxnSpPr>
          <p:nvPr/>
        </p:nvCxnSpPr>
        <p:spPr>
          <a:xfrm rot="5400000">
            <a:off x="2830476" y="2484295"/>
            <a:ext cx="164574" cy="1911038"/>
          </a:xfrm>
          <a:prstGeom prst="bentConnector3">
            <a:avLst>
              <a:gd name="adj1" fmla="val 35753"/>
            </a:avLst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矢印コネクタ 59">
            <a:extLst>
              <a:ext uri="{FF2B5EF4-FFF2-40B4-BE49-F238E27FC236}">
                <ns2:creationId id="{A687001D-887C-1C28-1622-C3E317130B03}"/>
              </a:ext>
            </a:extLst>
          </p:cNvPr>
          <p:cNvCxnSpPr>
            <a:cxnSpLocks/>
          </p:cNvCxnSpPr>
          <p:nvPr/>
        </p:nvCxnSpPr>
        <p:spPr>
          <a:xfrm>
            <a:off x="4301328" y="3352601"/>
            <a:ext cx="0" cy="144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コネクタ: カギ線 117">
            <a:extLst>
              <a:ext uri="{FF2B5EF4-FFF2-40B4-BE49-F238E27FC236}">
                <ns2:creationId id="{38692A20-8B42-5A30-56DB-2D9DF7209B89}"/>
              </a:ext>
            </a:extLst>
          </p:cNvPr>
          <p:cNvCxnSpPr>
            <a:cxnSpLocks/>
          </p:cNvCxnSpPr>
          <p:nvPr/>
        </p:nvCxnSpPr>
        <p:spPr>
          <a:xfrm rot="16200000" flipH="1">
            <a:off x="4733111" y="1400978"/>
            <a:ext cx="72000" cy="5184067"/>
          </a:xfrm>
          <a:prstGeom prst="bentConnector4">
            <a:avLst>
              <a:gd name="adj1" fmla="val -125243"/>
              <a:gd name="adj2" fmla="val 99997"/>
            </a:avLst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コネクタ: カギ線 211">
            <a:extLst>
              <a:ext uri="{FF2B5EF4-FFF2-40B4-BE49-F238E27FC236}">
                <ns2:creationId id="{B60F2650-81E7-DC96-E00D-9B7785635119}"/>
              </a:ext>
            </a:extLst>
          </p:cNvPr>
          <p:cNvCxnSpPr>
            <a:cxnSpLocks/>
            <a:endCxn id="170" idx="0"/>
          </p:cNvCxnSpPr>
          <p:nvPr/>
        </p:nvCxnSpPr>
        <p:spPr>
          <a:xfrm rot="5400000">
            <a:off x="3715755" y="3886258"/>
            <a:ext cx="216000" cy="0"/>
          </a:xfrm>
          <a:prstGeom prst="bentConnector3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コネクタ: カギ線 217">
            <a:extLst>
              <a:ext uri="{FF2B5EF4-FFF2-40B4-BE49-F238E27FC236}">
                <ns2:creationId id="{5EC7C1FC-A1EA-A17B-271F-1CE6561FAE90}"/>
              </a:ext>
            </a:extLst>
          </p:cNvPr>
          <p:cNvCxnSpPr>
            <a:cxnSpLocks/>
            <a:endCxn id="181" idx="0"/>
          </p:cNvCxnSpPr>
          <p:nvPr/>
        </p:nvCxnSpPr>
        <p:spPr>
          <a:xfrm>
            <a:off x="3817405" y="3870314"/>
            <a:ext cx="1898262" cy="108000"/>
          </a:xfrm>
          <a:prstGeom prst="bentConnector2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線矢印コネクタ 228">
            <a:extLst>
              <a:ext uri="{FF2B5EF4-FFF2-40B4-BE49-F238E27FC236}">
                <ns2:creationId id="{38C14E27-CDE3-D0B0-4FB9-B32EC6885819}"/>
              </a:ext>
            </a:extLst>
          </p:cNvPr>
          <p:cNvCxnSpPr>
            <a:cxnSpLocks/>
          </p:cNvCxnSpPr>
          <p:nvPr/>
        </p:nvCxnSpPr>
        <p:spPr>
          <a:xfrm>
            <a:off x="6536301" y="3755296"/>
            <a:ext cx="0" cy="108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テキスト プレースホルダー 2">
            <a:extLst>
              <a:ext uri="{FF2B5EF4-FFF2-40B4-BE49-F238E27FC236}">
                <ns2:creationId id="{F9FA3274-ABEE-C786-5B40-8874757A51A3}"/>
              </a:ext>
            </a:extLst>
          </p:cNvPr>
          <p:cNvSpPr txBox="1">
            <a:spLocks/>
          </p:cNvSpPr>
          <p:nvPr/>
        </p:nvSpPr>
        <p:spPr>
          <a:xfrm>
            <a:off x="375444" y="927318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Meiryo UI" panose="020B0604030504040204" pitchFamily="50" charset="-128"/>
              <a:buChar char="▶"/>
            </a:pPr>
            <a:r>
              <a:rPr lang="en-US" altLang="ja-JP" dirty="0"/>
              <a:t>API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5:creationId val="23619510"/>
      </p:ext>
    </p:extLst>
  </p:cSld>
  <p:clrMapOvr>
    <a:masterClrMapping/>
  </p:clrMapOvr>
</p:sld>
</file>

<file path=ppt/slides/slide3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5FF040-32E6-8F09-D9F0-69D838F3C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AFD2AB-9BB9-39B1-A9E8-431BAA5381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2B97CC-00DA-8784-1FE2-C8C5A3F8E7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XX</a:t>
            </a:r>
          </a:p>
        </p:txBody>
      </p:sp>
      <p:grpSp>
        <p:nvGrpSpPr>
          <p:cNvPr id="152" name="グループ化 151">
            <a:extLst>
              <a:ext uri="{FF2B5EF4-FFF2-40B4-BE49-F238E27FC236}">
                <ns2:creationId id="{0402064A-318F-14DE-BB0B-81080B26CB76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30" name="グループ化 129">
              <a:extLst>
                <a:ext uri="{FF2B5EF4-FFF2-40B4-BE49-F238E27FC236}">
                  <ns2:creationId id="{99EC698B-5072-9F90-013C-2CBBFDC518C4}"/>
                </a:ext>
              </a:extLst>
            </p:cNvPr>
            <p:cNvGrpSpPr/>
            <p:nvPr/>
          </p:nvGrpSpPr>
          <p:grpSpPr>
            <a:xfrm>
              <a:off x="334963" y="3143250"/>
              <a:ext cx="1252537" cy="2271183"/>
              <a:chOff x="334963" y="3143250"/>
              <a:chExt cx="1252537" cy="2271183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73C7A1F7-2FC9-7C6E-9C83-841B76E55007}"/>
                  </a:ext>
                </a:extLst>
              </p:cNvPr>
              <p:cNvSpPr/>
              <p:nvPr/>
            </p:nvSpPr>
            <p:spPr>
              <a:xfrm>
                <a:off x="334963" y="3143250"/>
                <a:ext cx="1252537" cy="2271183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6" name="グラフィックス 15" descr="羽ペン 単色塗りつぶし">
                <a:extLst>
                  <a:ext uri="{FF2B5EF4-FFF2-40B4-BE49-F238E27FC236}">
                    <ns2:creationId id="{F8D4840D-1963-DF08-EE25-F90E3D1592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165225" y="4992158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60A96445-4B52-BCFF-B58F-1D26B93D0F2B}"/>
                </a:ext>
              </a:extLst>
            </p:cNvPr>
            <p:cNvGrpSpPr/>
            <p:nvPr/>
          </p:nvGrpSpPr>
          <p:grpSpPr>
            <a:xfrm>
              <a:off x="334963" y="5480050"/>
              <a:ext cx="1252537" cy="828675"/>
              <a:chOff x="334963" y="5480050"/>
              <a:chExt cx="1252537" cy="828675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720A66-8C8F-4426-1A3E-7B871C3E283E}"/>
                  </a:ext>
                </a:extLst>
              </p:cNvPr>
              <p:cNvSpPr/>
              <p:nvPr/>
            </p:nvSpPr>
            <p:spPr>
              <a:xfrm>
                <a:off x="334963" y="5480050"/>
                <a:ext cx="1252537" cy="8286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7" name="グラフィックス 16" descr="日毎カレンダー 単色塗りつぶし">
                <a:extLst>
                  <a:ext uri="{FF2B5EF4-FFF2-40B4-BE49-F238E27FC236}">
                    <ns2:creationId id="{0CFA54EC-CF6A-1B77-EB42-BFCB8C454C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1165225" y="58864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42C895F9-E2DE-E8C4-E7F9-6592CBD25D83}"/>
                </a:ext>
              </a:extLst>
            </p:cNvPr>
            <p:cNvGrpSpPr/>
            <p:nvPr/>
          </p:nvGrpSpPr>
          <p:grpSpPr>
            <a:xfrm>
              <a:off x="334963" y="2289175"/>
              <a:ext cx="1252537" cy="793750"/>
              <a:chOff x="334963" y="2289175"/>
              <a:chExt cx="1252537" cy="793750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357324FA-4C90-91B1-E200-E7B9EBD285C6}"/>
                  </a:ext>
                </a:extLst>
              </p:cNvPr>
              <p:cNvSpPr/>
              <p:nvPr/>
            </p:nvSpPr>
            <p:spPr>
              <a:xfrm>
                <a:off x="334963" y="2289175"/>
                <a:ext cx="1252537" cy="79375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CB5391B2-1F5C-DC79-3376-34C5B5AC48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165225" y="26606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6" name="グループ化 125">
              <a:extLst>
                <a:ext uri="{FF2B5EF4-FFF2-40B4-BE49-F238E27FC236}">
                  <ns2:creationId id="{5B73AB36-ED5F-9C38-41F7-4E1694B7F745}"/>
                </a:ext>
              </a:extLst>
            </p:cNvPr>
            <p:cNvGrpSpPr/>
            <p:nvPr/>
          </p:nvGrpSpPr>
          <p:grpSpPr>
            <a:xfrm>
              <a:off x="334963" y="1628775"/>
              <a:ext cx="1252537" cy="600075"/>
              <a:chOff x="334963" y="1628775"/>
              <a:chExt cx="1252537" cy="600075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18AD5D-86A7-9FAC-89CD-75D8EF1EE3AE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252537" cy="6000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9" name="グラフィックス 18" descr="ドキュメント 単色塗りつぶし">
                <a:extLst>
                  <a:ext uri="{FF2B5EF4-FFF2-40B4-BE49-F238E27FC236}">
                    <ns2:creationId id="{159AD296-7207-98AD-8412-1B3F5F5921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165225" y="1806575"/>
                <a:ext cx="422275" cy="422275"/>
              </a:xfrm>
              <a:prstGeom prst="rect">
                <a:avLst/>
              </a:prstGeom>
            </p:spPr>
          </p:pic>
        </p:grpSp>
        <p:sp>
          <p:nvSpPr>
            <p:cNvPr id="20" name="正方形/長方形 19">
              <a:extLst>
                <a:ext uri="{FF2B5EF4-FFF2-40B4-BE49-F238E27FC236}">
                  <ns2:creationId id="{F42A13CF-ED97-41C6-8F80-C0AC9CCA3E96}"/>
                </a:ext>
              </a:extLst>
            </p:cNvPr>
            <p:cNvSpPr/>
            <p:nvPr/>
          </p:nvSpPr>
          <p:spPr>
            <a:xfrm>
              <a:off x="1655763" y="1628775"/>
              <a:ext cx="10201274" cy="6000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0F0B813C-8623-2970-ECD4-59B5B45E2C15}"/>
                </a:ext>
              </a:extLst>
            </p:cNvPr>
            <p:cNvSpPr/>
            <p:nvPr/>
          </p:nvSpPr>
          <p:spPr>
            <a:xfrm>
              <a:off x="1655763" y="2289175"/>
              <a:ext cx="3671887" cy="79375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CA6BD69-2A98-78DD-A2AA-207D343577E1}"/>
                </a:ext>
              </a:extLst>
            </p:cNvPr>
            <p:cNvSpPr/>
            <p:nvPr/>
          </p:nvSpPr>
          <p:spPr>
            <a:xfrm>
              <a:off x="5503863" y="2289175"/>
              <a:ext cx="241077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C8DDBF9F-31DD-A301-88A8-44B036F2E40E}"/>
                </a:ext>
              </a:extLst>
            </p:cNvPr>
            <p:cNvSpPr/>
            <p:nvPr/>
          </p:nvSpPr>
          <p:spPr>
            <a:xfrm>
              <a:off x="8006080" y="2289175"/>
              <a:ext cx="385095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38DF1F31-6D75-49E4-89A8-B8BE23567FA3}"/>
                </a:ext>
              </a:extLst>
            </p:cNvPr>
            <p:cNvGrpSpPr/>
            <p:nvPr/>
          </p:nvGrpSpPr>
          <p:grpSpPr>
            <a:xfrm>
              <a:off x="1655764" y="5480050"/>
              <a:ext cx="10201274" cy="828675"/>
              <a:chOff x="1655764" y="5372100"/>
              <a:chExt cx="10201274" cy="828675"/>
            </a:xfrm>
          </p:grpSpPr>
          <p:sp>
            <p:nvSpPr>
              <p:cNvPr id="28" name="Freeform 5">
                <a:extLst>
                  <a:ext uri="{FF2B5EF4-FFF2-40B4-BE49-F238E27FC236}">
                    <ns2:creationId id="{C82515B6-06A5-22DF-3B2F-90E4B9B1FABD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1655764" y="5372100"/>
                <a:ext cx="3400425" cy="312420"/>
              </a:xfrm>
              <a:prstGeom prst="homePlate">
                <a:avLst>
                  <a:gd name="adj" fmla="val 31857"/>
                </a:avLst>
              </a:prstGeom>
              <a:solidFill>
                <a:schemeClr val="accent5">
                  <a:alpha val="70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Freeform 5">
                <a:extLst>
                  <a:ext uri="{FF2B5EF4-FFF2-40B4-BE49-F238E27FC236}">
                    <ns2:creationId id="{ACF6C051-853B-5C8C-2E07-25783E978B38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5056189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>
                  <a:alpha val="85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Freeform 5">
                <a:extLst>
                  <a:ext uri="{FF2B5EF4-FFF2-40B4-BE49-F238E27FC236}">
                    <ns2:creationId id="{FF8A22CA-DAE1-0234-DDE9-0FB821DF5E6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8456613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281CE0-F6C2-099E-F671-AEEBD7D3B823}"/>
                  </a:ext>
                </a:extLst>
              </p:cNvPr>
              <p:cNvSpPr/>
              <p:nvPr/>
            </p:nvSpPr>
            <p:spPr>
              <a:xfrm>
                <a:off x="165576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48866ED-8C22-8010-01B9-801C2D7EC4D5}"/>
                  </a:ext>
                </a:extLst>
              </p:cNvPr>
              <p:cNvSpPr/>
              <p:nvPr/>
            </p:nvSpPr>
            <p:spPr>
              <a:xfrm>
                <a:off x="5056189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16502FFB-A3A1-3A8D-FC45-9C645FB3E34E}"/>
                  </a:ext>
                </a:extLst>
              </p:cNvPr>
              <p:cNvSpPr/>
              <p:nvPr/>
            </p:nvSpPr>
            <p:spPr>
              <a:xfrm>
                <a:off x="845661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</p:grpSp>
        <p:sp>
          <p:nvSpPr>
            <p:cNvPr id="39" name="正方形/長方形 38">
              <a:extLst>
                <a:ext uri="{FF2B5EF4-FFF2-40B4-BE49-F238E27FC236}">
                  <ns2:creationId id="{996CD1C5-1C5C-8292-00E1-1E948F73566C}"/>
                </a:ext>
              </a:extLst>
            </p:cNvPr>
            <p:cNvSpPr/>
            <p:nvPr/>
          </p:nvSpPr>
          <p:spPr>
            <a:xfrm>
              <a:off x="1655765" y="3143250"/>
              <a:ext cx="1087435" cy="54236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6FEF3FBF-7EDF-63FD-76D5-12E3F303B10F}"/>
                </a:ext>
              </a:extLst>
            </p:cNvPr>
            <p:cNvCxnSpPr/>
            <p:nvPr/>
          </p:nvCxnSpPr>
          <p:spPr>
            <a:xfrm>
              <a:off x="2743200" y="3143250"/>
              <a:ext cx="0" cy="542363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正方形/長方形 43">
              <a:extLst>
                <a:ext uri="{FF2B5EF4-FFF2-40B4-BE49-F238E27FC236}">
                  <ns2:creationId id="{EDC8921F-5654-8916-73FC-7EC96A554170}"/>
                </a:ext>
              </a:extLst>
            </p:cNvPr>
            <p:cNvSpPr/>
            <p:nvPr/>
          </p:nvSpPr>
          <p:spPr>
            <a:xfrm>
              <a:off x="1655765" y="3760738"/>
              <a:ext cx="1087435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E3DF1491-F0C0-D01D-6FEF-E03FE0DD21ED}"/>
                </a:ext>
              </a:extLst>
            </p:cNvPr>
            <p:cNvCxnSpPr/>
            <p:nvPr/>
          </p:nvCxnSpPr>
          <p:spPr>
            <a:xfrm>
              <a:off x="2743200" y="3760738"/>
              <a:ext cx="0" cy="1028238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96608E2F-1710-9138-013C-D87B164ABD9E}"/>
                </a:ext>
              </a:extLst>
            </p:cNvPr>
            <p:cNvSpPr/>
            <p:nvPr/>
          </p:nvSpPr>
          <p:spPr>
            <a:xfrm>
              <a:off x="1655765" y="4864100"/>
              <a:ext cx="1087435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79C00EF1-A5D8-E586-D023-E440D0CD1E12}"/>
                </a:ext>
              </a:extLst>
            </p:cNvPr>
            <p:cNvCxnSpPr/>
            <p:nvPr/>
          </p:nvCxnSpPr>
          <p:spPr>
            <a:xfrm>
              <a:off x="2743200" y="4864100"/>
              <a:ext cx="0" cy="550334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F3D66348-984C-DEA5-9F25-173EC58D6793}"/>
                </a:ext>
              </a:extLst>
            </p:cNvPr>
            <p:cNvSpPr/>
            <p:nvPr/>
          </p:nvSpPr>
          <p:spPr>
            <a:xfrm>
              <a:off x="2870203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8C24A8AB-6ED0-2656-0227-A9FA169F896B}"/>
                </a:ext>
              </a:extLst>
            </p:cNvPr>
            <p:cNvSpPr/>
            <p:nvPr/>
          </p:nvSpPr>
          <p:spPr>
            <a:xfrm>
              <a:off x="5140476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2B21368-D441-8213-2B81-DBCC44740431}"/>
                </a:ext>
              </a:extLst>
            </p:cNvPr>
            <p:cNvSpPr/>
            <p:nvPr/>
          </p:nvSpPr>
          <p:spPr>
            <a:xfrm>
              <a:off x="7410750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4803EFF-99B9-490E-A5F0-E22102B51EF2}"/>
                </a:ext>
              </a:extLst>
            </p:cNvPr>
            <p:cNvSpPr/>
            <p:nvPr/>
          </p:nvSpPr>
          <p:spPr>
            <a:xfrm>
              <a:off x="9681024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B27A277-7F29-92F6-7421-051E155E0581}"/>
                </a:ext>
              </a:extLst>
            </p:cNvPr>
            <p:cNvSpPr/>
            <p:nvPr/>
          </p:nvSpPr>
          <p:spPr>
            <a:xfrm>
              <a:off x="2870203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D05FC98-09B5-00C9-87AD-D49316BF5D02}"/>
                </a:ext>
              </a:extLst>
            </p:cNvPr>
            <p:cNvSpPr/>
            <p:nvPr/>
          </p:nvSpPr>
          <p:spPr>
            <a:xfrm>
              <a:off x="5140476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0A43031-2F3D-5011-E542-95882884839B}"/>
                </a:ext>
              </a:extLst>
            </p:cNvPr>
            <p:cNvSpPr/>
            <p:nvPr/>
          </p:nvSpPr>
          <p:spPr>
            <a:xfrm>
              <a:off x="7410750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r>
                <a:rPr lang="ja-JP" altLang="fr-FR" sz="1400">
                  <a:solidFill>
                    <a:schemeClr val="tx1"/>
                  </a:solidFill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</a:rPr>
                <a:t>(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ED115C5E-5874-5F0B-CBDD-4A07E80CC032}"/>
                </a:ext>
              </a:extLst>
            </p:cNvPr>
            <p:cNvSpPr/>
            <p:nvPr/>
          </p:nvSpPr>
          <p:spPr>
            <a:xfrm>
              <a:off x="9681024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8790CF3D-FFB0-4969-A0E3-FC6C0612900E}"/>
                </a:ext>
              </a:extLst>
            </p:cNvPr>
            <p:cNvSpPr/>
            <p:nvPr/>
          </p:nvSpPr>
          <p:spPr>
            <a:xfrm>
              <a:off x="2870203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078F14F-95C6-A2C5-2946-84952149543F}"/>
                </a:ext>
              </a:extLst>
            </p:cNvPr>
            <p:cNvSpPr/>
            <p:nvPr/>
          </p:nvSpPr>
          <p:spPr>
            <a:xfrm>
              <a:off x="5140477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9D2B6FF-6065-3857-1985-D87C66C25435}"/>
                </a:ext>
              </a:extLst>
            </p:cNvPr>
            <p:cNvSpPr/>
            <p:nvPr/>
          </p:nvSpPr>
          <p:spPr>
            <a:xfrm>
              <a:off x="7410751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16815890-3FDB-7F9F-DE66-6E1DB8231F97}"/>
                </a:ext>
              </a:extLst>
            </p:cNvPr>
            <p:cNvSpPr/>
            <p:nvPr/>
          </p:nvSpPr>
          <p:spPr>
            <a:xfrm>
              <a:off x="9681024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zh-TW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120" name="直線コネクタ 119">
              <a:extLst>
                <a:ext uri="{FF2B5EF4-FFF2-40B4-BE49-F238E27FC236}">
                  <ns2:creationId id="{028B7B2E-0155-ABAB-5C99-CD2719C33C82}"/>
                </a:ext>
              </a:extLst>
            </p:cNvPr>
            <p:cNvCxnSpPr/>
            <p:nvPr/>
          </p:nvCxnSpPr>
          <p:spPr>
            <a:xfrm>
              <a:off x="1655763" y="2259013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79C01F2-4BA2-01C7-35C3-52DE6EA37B86}"/>
                </a:ext>
              </a:extLst>
            </p:cNvPr>
            <p:cNvCxnSpPr/>
            <p:nvPr/>
          </p:nvCxnSpPr>
          <p:spPr>
            <a:xfrm>
              <a:off x="1655763" y="3113088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ns2:creationId id="{45E76786-2787-68C2-487E-137910A92EEB}"/>
                </a:ext>
              </a:extLst>
            </p:cNvPr>
            <p:cNvCxnSpPr/>
            <p:nvPr/>
          </p:nvCxnSpPr>
          <p:spPr>
            <a:xfrm>
              <a:off x="1655763" y="5447242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ns2:creationId id="{E2B445CD-2088-0FA3-F289-FCB67A3A8AF6}"/>
                </a:ext>
              </a:extLst>
            </p:cNvPr>
            <p:cNvCxnSpPr/>
            <p:nvPr/>
          </p:nvCxnSpPr>
          <p:spPr>
            <a:xfrm>
              <a:off x="2870203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21948D08-EBBF-0036-E2CE-E1B970F64848}"/>
                </a:ext>
              </a:extLst>
            </p:cNvPr>
            <p:cNvCxnSpPr/>
            <p:nvPr/>
          </p:nvCxnSpPr>
          <p:spPr>
            <a:xfrm>
              <a:off x="5140477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ns2:creationId id="{583C18B4-87E4-DA0F-F388-7EBDA8D44C26}"/>
                </a:ext>
              </a:extLst>
            </p:cNvPr>
            <p:cNvCxnSpPr/>
            <p:nvPr/>
          </p:nvCxnSpPr>
          <p:spPr>
            <a:xfrm>
              <a:off x="7410751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線コネクタ 146">
              <a:extLst>
                <a:ext uri="{FF2B5EF4-FFF2-40B4-BE49-F238E27FC236}">
                  <ns2:creationId id="{C534E575-6502-61B8-6179-20938D39257A}"/>
                </a:ext>
              </a:extLst>
            </p:cNvPr>
            <p:cNvCxnSpPr/>
            <p:nvPr/>
          </p:nvCxnSpPr>
          <p:spPr>
            <a:xfrm>
              <a:off x="9681025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ネットワーク図 単色塗りつぶし">
              <a:extLst>
                <a:ext uri="{FF2B5EF4-FFF2-40B4-BE49-F238E27FC236}">
                  <ns2:creationId id="{AC1B88B1-5730-34FC-0B39-EDBBE9821B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2933701" y="3203294"/>
              <a:ext cx="422275" cy="422275"/>
            </a:xfrm>
            <a:prstGeom prst="rect">
              <a:avLst/>
            </a:prstGeom>
          </p:spPr>
        </p:pic>
        <p:pic>
          <p:nvPicPr>
            <p:cNvPr id="149" name="グラフィックス 148" descr="在宅勤務デスク 単色塗りつぶし">
              <a:extLst>
                <a:ext uri="{FF2B5EF4-FFF2-40B4-BE49-F238E27FC236}">
                  <ns2:creationId id="{C6CEA43A-EAC1-912E-45F8-8EF982C8B8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401353" y="3203294"/>
              <a:ext cx="422275" cy="422275"/>
            </a:xfrm>
            <a:prstGeom prst="rect">
              <a:avLst/>
            </a:prstGeom>
          </p:spPr>
        </p:pic>
        <p:pic>
          <p:nvPicPr>
            <p:cNvPr id="150" name="グラフィックス 149" descr="プログラマー男性 単色塗りつぶし">
              <a:extLst>
                <a:ext uri="{FF2B5EF4-FFF2-40B4-BE49-F238E27FC236}">
                  <ns2:creationId id="{D920CE68-A79E-FE5E-CE53-AF05242D0A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640644" y="3203294"/>
              <a:ext cx="422275" cy="422275"/>
            </a:xfrm>
            <a:prstGeom prst="rect">
              <a:avLst/>
            </a:prstGeom>
          </p:spPr>
        </p:pic>
        <p:pic>
          <p:nvPicPr>
            <p:cNvPr id="151" name="グラフィックス 150" descr="小槌 単色塗りつぶし">
              <a:extLst>
                <a:ext uri="{FF2B5EF4-FFF2-40B4-BE49-F238E27FC236}">
                  <ns2:creationId id="{711A97EB-B60D-85F4-E39E-2181A00B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9707567" y="3203294"/>
              <a:ext cx="422275" cy="422275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440231452"/>
      </p:ext>
    </p:extLst>
  </p:cSld>
  <p:clrMapOvr>
    <a:masterClrMapping/>
  </p:clrMapOvr>
</p:sld>
</file>

<file path=ppt/slides/slide3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77CA52-9C29-2081-8A53-CDBD912B9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F35A00-06D6-ABF9-CF4C-C2281DBCB5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E54378B-FC8A-2374-B9E6-38F3D475197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26D0C8C1-E4BF-112A-AF85-33063A8430C2}"/>
              </a:ext>
            </a:extLst>
          </p:cNvPr>
          <p:cNvGrpSpPr/>
          <p:nvPr/>
        </p:nvGrpSpPr>
        <p:grpSpPr>
          <a:xfrm>
            <a:off x="334964" y="5881687"/>
            <a:ext cx="11522074" cy="427039"/>
            <a:chOff x="334963" y="5881687"/>
            <a:chExt cx="11522074" cy="427039"/>
          </a:xfrm>
        </p:grpSpPr>
        <p:sp>
          <p:nvSpPr>
            <p:cNvPr id="6" name="正方形/長方形 5">
              <a:extLst>
                <a:ext uri="{FF2B5EF4-FFF2-40B4-BE49-F238E27FC236}">
                  <ns2:creationId id="{F24BA9D5-A490-243E-DC51-88C693EE286F}"/>
                </a:ext>
              </a:extLst>
            </p:cNvPr>
            <p:cNvSpPr/>
            <p:nvPr/>
          </p:nvSpPr>
          <p:spPr>
            <a:xfrm>
              <a:off x="334963" y="5881687"/>
              <a:ext cx="2023608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C1EEB9C-F01E-7B23-75EB-7A21732411DD}"/>
                </a:ext>
              </a:extLst>
            </p:cNvPr>
            <p:cNvSpPr/>
            <p:nvPr/>
          </p:nvSpPr>
          <p:spPr>
            <a:xfrm>
              <a:off x="2358571" y="5881687"/>
              <a:ext cx="9498466" cy="427038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 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)</a:t>
              </a:r>
              <a:endParaRPr lang="ja-JP" altLang="en-US" sz="1600" b="1" spc="300" dirty="0">
                <a:solidFill>
                  <a:schemeClr val="accent5"/>
                </a:solidFill>
              </a:endParaRPr>
            </a:p>
          </p:txBody>
        </p:sp>
        <p:pic>
          <p:nvPicPr>
            <p:cNvPr id="9" name="グラフィックス 8" descr="右向き指示マーク 単色塗りつぶし">
              <a:extLst>
                <a:ext uri="{FF2B5EF4-FFF2-40B4-BE49-F238E27FC236}">
                  <ns2:creationId id="{CCC519CC-C5EE-FB39-AC07-88EB26329B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17991" y="5881688"/>
              <a:ext cx="427038" cy="427038"/>
            </a:xfrm>
            <a:prstGeom prst="rect">
              <a:avLst/>
            </a:prstGeom>
          </p:spPr>
        </p:pic>
      </p:grpSp>
      <p:grpSp>
        <p:nvGrpSpPr>
          <p:cNvPr id="85" name="グループ化 84">
            <a:extLst>
              <a:ext uri="{FF2B5EF4-FFF2-40B4-BE49-F238E27FC236}">
                <ns2:creationId id="{B0616E74-A0D1-0894-00EE-AE6A85BD9D4E}"/>
              </a:ext>
            </a:extLst>
          </p:cNvPr>
          <p:cNvGrpSpPr/>
          <p:nvPr/>
        </p:nvGrpSpPr>
        <p:grpSpPr>
          <a:xfrm>
            <a:off x="334965" y="5574375"/>
            <a:ext cx="11522074" cy="270408"/>
            <a:chOff x="334965" y="5465332"/>
            <a:chExt cx="11522074" cy="270408"/>
          </a:xfrm>
        </p:grpSpPr>
        <p:cxnSp>
          <p:nvCxnSpPr>
            <p:cNvPr id="12" name="直線コネクタ 11">
              <a:extLst>
                <a:ext uri="{FF2B5EF4-FFF2-40B4-BE49-F238E27FC236}">
                  <ns2:creationId id="{48BCB2B3-B26E-262E-FA47-EB3F96E03E2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36A1A143-01B4-77A7-1F8C-9E0B24E227B8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15" name="円/楕円 8">
                <a:extLst>
                  <a:ext uri="{FF2B5EF4-FFF2-40B4-BE49-F238E27FC236}">
                    <ns2:creationId id="{518FB5F8-7EF2-6219-D15A-6A3B6B6E175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D00059CA-A2C1-6708-433A-C313B5D1CA1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1E301848-6627-2EEE-0EA0-C2B90FD387DB}"/>
              </a:ext>
            </a:extLst>
          </p:cNvPr>
          <p:cNvGrpSpPr/>
          <p:nvPr/>
        </p:nvGrpSpPr>
        <p:grpSpPr>
          <a:xfrm>
            <a:off x="334964" y="5110432"/>
            <a:ext cx="11522074" cy="427040"/>
            <a:chOff x="334964" y="5081542"/>
            <a:chExt cx="11522074" cy="427040"/>
          </a:xfrm>
        </p:grpSpPr>
        <p:sp>
          <p:nvSpPr>
            <p:cNvPr id="26" name="正方形/長方形 25">
              <a:extLst>
                <a:ext uri="{FF2B5EF4-FFF2-40B4-BE49-F238E27FC236}">
                  <ns2:creationId id="{FE9AABB9-E24C-DD5E-4CD8-4088BB3197C4}"/>
                </a:ext>
              </a:extLst>
            </p:cNvPr>
            <p:cNvSpPr/>
            <p:nvPr/>
          </p:nvSpPr>
          <p:spPr>
            <a:xfrm>
              <a:off x="334964" y="5081543"/>
              <a:ext cx="2023608" cy="42703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1FA4A2-5AEA-5113-8F8E-C78015A75EE6}"/>
                </a:ext>
              </a:extLst>
            </p:cNvPr>
            <p:cNvSpPr/>
            <p:nvPr/>
          </p:nvSpPr>
          <p:spPr>
            <a:xfrm>
              <a:off x="2358572" y="5081543"/>
              <a:ext cx="9498466" cy="42703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pic>
          <p:nvPicPr>
            <p:cNvPr id="31" name="グラフィックス 30" descr="リスト 単色塗りつぶし">
              <a:extLst>
                <a:ext uri="{FF2B5EF4-FFF2-40B4-BE49-F238E27FC236}">
                  <ns2:creationId id="{00244446-30AD-80FD-ABC2-C0D08614EC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8163" y="5081543"/>
              <a:ext cx="427038" cy="427038"/>
            </a:xfrm>
            <a:prstGeom prst="rect">
              <a:avLst/>
            </a:prstGeom>
          </p:spPr>
        </p:pic>
        <p:sp>
          <p:nvSpPr>
            <p:cNvPr id="37" name="正方形/長方形 36">
              <a:extLst>
                <a:ext uri="{FF2B5EF4-FFF2-40B4-BE49-F238E27FC236}">
                  <ns2:creationId id="{F1136EA7-B34A-11C8-50F7-FF028BFC80EA}"/>
                </a:ext>
              </a:extLst>
            </p:cNvPr>
            <p:cNvSpPr/>
            <p:nvPr/>
          </p:nvSpPr>
          <p:spPr>
            <a:xfrm>
              <a:off x="2358573" y="5081543"/>
              <a:ext cx="3579826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B30DA8-3770-E6ED-FA4E-650FF4168246}"/>
                </a:ext>
              </a:extLst>
            </p:cNvPr>
            <p:cNvSpPr/>
            <p:nvPr/>
          </p:nvSpPr>
          <p:spPr>
            <a:xfrm>
              <a:off x="6252634" y="5081542"/>
              <a:ext cx="5604404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～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08AF4542-CB32-97C0-4EB3-203EDCCACC98}"/>
                </a:ext>
              </a:extLst>
            </p:cNvPr>
            <p:cNvSpPr/>
            <p:nvPr/>
          </p:nvSpPr>
          <p:spPr>
            <a:xfrm rot="5400000">
              <a:off x="5921595" y="5192973"/>
              <a:ext cx="347842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1CF52E31-8D1F-D411-94B2-2AE4CD88A0C3}"/>
              </a:ext>
            </a:extLst>
          </p:cNvPr>
          <p:cNvGrpSpPr/>
          <p:nvPr/>
        </p:nvGrpSpPr>
        <p:grpSpPr>
          <a:xfrm>
            <a:off x="334963" y="3825692"/>
            <a:ext cx="4586287" cy="1233348"/>
            <a:chOff x="334963" y="3597894"/>
            <a:chExt cx="4586287" cy="1233348"/>
          </a:xfrm>
        </p:grpSpPr>
        <p:sp>
          <p:nvSpPr>
            <p:cNvPr id="43" name="正方形/長方形 42">
              <a:extLst>
                <a:ext uri="{FF2B5EF4-FFF2-40B4-BE49-F238E27FC236}">
                  <ns2:creationId id="{E2A255D9-C688-B9BB-C22F-946F9D358106}"/>
                </a:ext>
              </a:extLst>
            </p:cNvPr>
            <p:cNvSpPr/>
            <p:nvPr/>
          </p:nvSpPr>
          <p:spPr>
            <a:xfrm>
              <a:off x="334963" y="3597894"/>
              <a:ext cx="4586287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B7F4215-5E8A-9F72-F59D-7FA2E0A8911C}"/>
                </a:ext>
              </a:extLst>
            </p:cNvPr>
            <p:cNvSpPr/>
            <p:nvPr/>
          </p:nvSpPr>
          <p:spPr>
            <a:xfrm>
              <a:off x="334963" y="3910724"/>
              <a:ext cx="4586287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  <a:endParaRPr lang="ja-JP" altLang="en-US" sz="1300" dirty="0">
                <a:solidFill>
                  <a:schemeClr val="accent5"/>
                </a:solidFill>
              </a:endParaRPr>
            </a:p>
          </p:txBody>
        </p:sp>
        <p:pic>
          <p:nvPicPr>
            <p:cNvPr id="54" name="グラフィックス 53" descr="的中 単色塗りつぶし">
              <a:extLst>
                <a:ext uri="{FF2B5EF4-FFF2-40B4-BE49-F238E27FC236}">
                  <ns2:creationId id="{533705BD-1EE1-3E06-DAA5-3D31B40AB2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80277" y="3597894"/>
              <a:ext cx="312831" cy="312831"/>
            </a:xfrm>
            <a:prstGeom prst="rect">
              <a:avLst/>
            </a:prstGeom>
          </p:spPr>
        </p:pic>
      </p:grpSp>
      <p:grpSp>
        <p:nvGrpSpPr>
          <p:cNvPr id="94" name="グループ化 93">
            <a:extLst>
              <a:ext uri="{FF2B5EF4-FFF2-40B4-BE49-F238E27FC236}">
                <ns2:creationId id="{D356AB61-7E49-6801-BE52-5FE75E6A399C}"/>
              </a:ext>
            </a:extLst>
          </p:cNvPr>
          <p:cNvGrpSpPr/>
          <p:nvPr/>
        </p:nvGrpSpPr>
        <p:grpSpPr>
          <a:xfrm>
            <a:off x="334962" y="1628775"/>
            <a:ext cx="11522075" cy="1867191"/>
            <a:chOff x="334962" y="1628775"/>
            <a:chExt cx="11522075" cy="1867191"/>
          </a:xfrm>
        </p:grpSpPr>
        <p:sp>
          <p:nvSpPr>
            <p:cNvPr id="66" name="正方形/長方形 65">
              <a:extLst>
                <a:ext uri="{FF2B5EF4-FFF2-40B4-BE49-F238E27FC236}">
                  <ns2:creationId id="{0DAA4858-6834-BE12-F12D-61B58C833B0C}"/>
                </a:ext>
              </a:extLst>
            </p:cNvPr>
            <p:cNvSpPr/>
            <p:nvPr/>
          </p:nvSpPr>
          <p:spPr>
            <a:xfrm>
              <a:off x="334963" y="1766256"/>
              <a:ext cx="11522074" cy="17297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8EEB7C95-4C54-6FD6-BC4B-1D5B732FF91B}"/>
                </a:ext>
              </a:extLst>
            </p:cNvPr>
            <p:cNvSpPr/>
            <p:nvPr/>
          </p:nvSpPr>
          <p:spPr>
            <a:xfrm>
              <a:off x="617991" y="1628775"/>
              <a:ext cx="1575117" cy="274963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C082AE5-0EA4-6E47-6FD3-F9730D87671B}"/>
                </a:ext>
              </a:extLst>
            </p:cNvPr>
            <p:cNvSpPr/>
            <p:nvPr/>
          </p:nvSpPr>
          <p:spPr>
            <a:xfrm>
              <a:off x="334962" y="1940055"/>
              <a:ext cx="5291138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 err="1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68" name="二等辺三角形 67">
              <a:extLst>
                <a:ext uri="{FF2B5EF4-FFF2-40B4-BE49-F238E27FC236}">
                  <ns2:creationId id="{135F8CC4-E2AC-8D9B-FDB6-3F8BF35169C5}"/>
                </a:ext>
              </a:extLst>
            </p:cNvPr>
            <p:cNvSpPr/>
            <p:nvPr/>
          </p:nvSpPr>
          <p:spPr>
            <a:xfrm rot="5400000">
              <a:off x="5161899" y="2638425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5471C4AC-77EB-1DAA-2A44-C5B54607D735}"/>
                </a:ext>
              </a:extLst>
            </p:cNvPr>
            <p:cNvSpPr/>
            <p:nvPr/>
          </p:nvSpPr>
          <p:spPr>
            <a:xfrm>
              <a:off x="5959698" y="1940055"/>
              <a:ext cx="293453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endParaRPr lang="en-US" altLang="ja-JP" sz="1300" dirty="0">
                <a:solidFill>
                  <a:schemeClr val="tx1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」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0" name="二等辺三角形 69">
              <a:extLst>
                <a:ext uri="{FF2B5EF4-FFF2-40B4-BE49-F238E27FC236}">
                  <ns2:creationId id="{4DC9CEC2-A7E4-728D-A0FA-1C22E3A683FA}"/>
                </a:ext>
              </a:extLst>
            </p:cNvPr>
            <p:cNvSpPr/>
            <p:nvPr/>
          </p:nvSpPr>
          <p:spPr>
            <a:xfrm rot="5400000">
              <a:off x="8461364" y="2638426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6CE25DA-0C2D-E654-0EBB-27BD6B9FF952}"/>
                </a:ext>
              </a:extLst>
            </p:cNvPr>
            <p:cNvSpPr/>
            <p:nvPr/>
          </p:nvSpPr>
          <p:spPr>
            <a:xfrm>
              <a:off x="9237133" y="1940055"/>
              <a:ext cx="261292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/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</a:p>
          </p:txBody>
        </p:sp>
      </p:grpSp>
      <p:grpSp>
        <p:nvGrpSpPr>
          <p:cNvPr id="87" name="グループ化 86">
            <a:extLst>
              <a:ext uri="{FF2B5EF4-FFF2-40B4-BE49-F238E27FC236}">
                <ns2:creationId id="{8DFB7C3E-195C-531E-E706-4D35C92B0580}"/>
              </a:ext>
            </a:extLst>
          </p:cNvPr>
          <p:cNvGrpSpPr/>
          <p:nvPr/>
        </p:nvGrpSpPr>
        <p:grpSpPr>
          <a:xfrm>
            <a:off x="5007022" y="3825692"/>
            <a:ext cx="6850015" cy="1233349"/>
            <a:chOff x="5007022" y="3597894"/>
            <a:chExt cx="6850015" cy="1233349"/>
          </a:xfrm>
        </p:grpSpPr>
        <p:sp>
          <p:nvSpPr>
            <p:cNvPr id="57" name="正方形/長方形 56">
              <a:extLst>
                <a:ext uri="{FF2B5EF4-FFF2-40B4-BE49-F238E27FC236}">
                  <ns2:creationId id="{8BCB0DDB-921A-5272-6332-260A5E34561D}"/>
                </a:ext>
              </a:extLst>
            </p:cNvPr>
            <p:cNvSpPr/>
            <p:nvPr/>
          </p:nvSpPr>
          <p:spPr>
            <a:xfrm>
              <a:off x="5007022" y="3597894"/>
              <a:ext cx="6850015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62" name="グラフィックス 61" descr="山形の矢印 単色塗りつぶし">
              <a:extLst>
                <a:ext uri="{FF2B5EF4-FFF2-40B4-BE49-F238E27FC236}">
                  <ns2:creationId id="{78A152BD-27A1-19DF-4346-F104AB527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381829" y="3597894"/>
              <a:ext cx="312831" cy="312831"/>
            </a:xfrm>
            <a:prstGeom prst="rect">
              <a:avLst/>
            </a:prstGeom>
          </p:spPr>
        </p:pic>
        <p:sp>
          <p:nvSpPr>
            <p:cNvPr id="83" name="正方形/長方形 82">
              <a:extLst>
                <a:ext uri="{FF2B5EF4-FFF2-40B4-BE49-F238E27FC236}">
                  <ns2:creationId id="{1BBD3E65-1CF4-C63F-6050-631E5D89610D}"/>
                </a:ext>
              </a:extLst>
            </p:cNvPr>
            <p:cNvSpPr/>
            <p:nvPr/>
          </p:nvSpPr>
          <p:spPr>
            <a:xfrm>
              <a:off x="5007022" y="3910725"/>
              <a:ext cx="6850015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9C561651-5150-9FEA-D160-3CFBE8F181A2}"/>
              </a:ext>
            </a:extLst>
          </p:cNvPr>
          <p:cNvGrpSpPr/>
          <p:nvPr/>
        </p:nvGrpSpPr>
        <p:grpSpPr>
          <a:xfrm>
            <a:off x="334965" y="3525625"/>
            <a:ext cx="11522074" cy="270408"/>
            <a:chOff x="334965" y="5465332"/>
            <a:chExt cx="11522074" cy="270408"/>
          </a:xfrm>
        </p:grpSpPr>
        <p:cxnSp>
          <p:nvCxnSpPr>
            <p:cNvPr id="90" name="直線コネクタ 89">
              <a:extLst>
                <a:ext uri="{FF2B5EF4-FFF2-40B4-BE49-F238E27FC236}">
                  <ns2:creationId id="{E969B4D5-0FBD-891D-3373-DB390400A09D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グループ化 90">
              <a:extLst>
                <a:ext uri="{FF2B5EF4-FFF2-40B4-BE49-F238E27FC236}">
                  <ns2:creationId id="{13629B1B-0FB2-EA1F-5B8A-98E778BF6E83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92" name="円/楕円 8">
                <a:extLst>
                  <a:ext uri="{FF2B5EF4-FFF2-40B4-BE49-F238E27FC236}">
                    <ns2:creationId id="{99FFC8E2-CDF4-C2F6-17D0-C0F94A5E65B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93" name="グラフィックス 92">
                <a:extLst>
                  <a:ext uri="{FF2B5EF4-FFF2-40B4-BE49-F238E27FC236}">
                    <ns2:creationId id="{2DD48B24-761E-2763-86DB-4E974524FD02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859543933"/>
      </p:ext>
    </p:extLst>
  </p:cSld>
  <p:clrMapOvr>
    <a:masterClrMapping/>
  </p:clrMapOvr>
</p:sld>
</file>

<file path=ppt/slides/slide3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DBBF02-45B0-0B7E-AA7E-183EC04D4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35183F3-FD06-7630-D641-7C0C75BDE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64EED3-CAC4-A0C5-BC4D-25B9884C44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lang="en-US" altLang="ja-JP"/>
              <a:t>XX</a:t>
            </a:r>
            <a:r>
              <a:rPr kumimoji="1" lang="ja-JP" altLang="en-US"/>
              <a:t>XX</a:t>
            </a:r>
          </a:p>
        </p:txBody>
      </p:sp>
      <p:grpSp>
        <p:nvGrpSpPr>
          <p:cNvPr id="329" name="グループ化 328">
            <a:extLst>
              <a:ext uri="{FF2B5EF4-FFF2-40B4-BE49-F238E27FC236}">
                <ns2:creationId id="{11ADFC6C-16A1-D544-FF99-39BA9178D49F}"/>
              </a:ext>
            </a:extLst>
          </p:cNvPr>
          <p:cNvGrpSpPr/>
          <p:nvPr/>
        </p:nvGrpSpPr>
        <p:grpSpPr>
          <a:xfrm>
            <a:off x="6143613" y="1628775"/>
            <a:ext cx="5734151" cy="4690971"/>
            <a:chOff x="6143613" y="1628775"/>
            <a:chExt cx="5734151" cy="4690971"/>
          </a:xfrm>
        </p:grpSpPr>
        <p:grpSp>
          <p:nvGrpSpPr>
            <p:cNvPr id="271" name="グループ化 270">
              <a:extLst>
                <a:ext uri="{FF2B5EF4-FFF2-40B4-BE49-F238E27FC236}">
                  <ns2:creationId id="{33F0FA7A-72E2-1D12-78E0-61FC4DA52D03}"/>
                </a:ext>
              </a:extLst>
            </p:cNvPr>
            <p:cNvGrpSpPr/>
            <p:nvPr/>
          </p:nvGrpSpPr>
          <p:grpSpPr>
            <a:xfrm>
              <a:off x="6143615" y="2090011"/>
              <a:ext cx="1988708" cy="279271"/>
              <a:chOff x="6606682" y="2090011"/>
              <a:chExt cx="1988708" cy="279271"/>
            </a:xfrm>
          </p:grpSpPr>
          <p:sp>
            <p:nvSpPr>
              <p:cNvPr id="10" name="table_TWformat_1_1">
                <a:extLst>
                  <a:ext uri="{FF2B5EF4-FFF2-40B4-BE49-F238E27FC236}">
                    <ns2:creationId id="{9FE6687B-3E87-83E9-7590-76AC090EE5AB}"/>
                  </a:ext>
                </a:extLst>
              </p:cNvPr>
              <p:cNvSpPr txBox="1"/>
              <p:nvPr/>
            </p:nvSpPr>
            <p:spPr>
              <a:xfrm>
                <a:off x="6606682" y="2090011"/>
                <a:ext cx="1980000" cy="21647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11" name="Straight Connector 50">
                <a:extLst>
                  <a:ext uri="{FF2B5EF4-FFF2-40B4-BE49-F238E27FC236}">
                    <ns2:creationId id="{4D54B947-CC48-5903-96C6-2DADD64FF9BA}"/>
                  </a:ext>
                </a:extLst>
              </p:cNvPr>
              <p:cNvCxnSpPr/>
              <p:nvPr/>
            </p:nvCxnSpPr>
            <p:spPr>
              <a:xfrm>
                <a:off x="6615390" y="2369282"/>
                <a:ext cx="1980000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2" name="グループ化 311">
              <a:extLst>
                <a:ext uri="{FF2B5EF4-FFF2-40B4-BE49-F238E27FC236}">
                  <ns2:creationId id="{B97C1F52-0165-0973-65AA-670FA8C747BA}"/>
                </a:ext>
              </a:extLst>
            </p:cNvPr>
            <p:cNvGrpSpPr/>
            <p:nvPr/>
          </p:nvGrpSpPr>
          <p:grpSpPr>
            <a:xfrm>
              <a:off x="6143615" y="5566914"/>
              <a:ext cx="2016002" cy="752832"/>
              <a:chOff x="6143615" y="5566914"/>
              <a:chExt cx="2016002" cy="752832"/>
            </a:xfrm>
          </p:grpSpPr>
          <p:sp>
            <p:nvSpPr>
              <p:cNvPr id="9" name="table_TWformat_5_1">
                <a:extLst>
                  <a:ext uri="{FF2B5EF4-FFF2-40B4-BE49-F238E27FC236}">
                    <ns2:creationId id="{6C471005-AB22-44A5-9585-F4BA3978584D}"/>
                  </a:ext>
                </a:extLst>
              </p:cNvPr>
              <p:cNvSpPr txBox="1"/>
              <p:nvPr/>
            </p:nvSpPr>
            <p:spPr>
              <a:xfrm>
                <a:off x="6143617" y="5566914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5" name="table_TWformat_5_1">
                <a:extLst>
                  <a:ext uri="{FF2B5EF4-FFF2-40B4-BE49-F238E27FC236}">
                    <ns2:creationId id="{99140914-B3F1-3419-6B7A-160DC9DD9B73}"/>
                  </a:ext>
                </a:extLst>
              </p:cNvPr>
              <p:cNvSpPr txBox="1"/>
              <p:nvPr/>
            </p:nvSpPr>
            <p:spPr>
              <a:xfrm>
                <a:off x="6143615" y="605366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6" name="table_TWformat_3_1">
                <a:extLst>
                  <a:ext uri="{FF2B5EF4-FFF2-40B4-BE49-F238E27FC236}">
                    <ns2:creationId id="{F8BC05EB-25A5-679C-8898-060A685A75D9}"/>
                  </a:ext>
                </a:extLst>
              </p:cNvPr>
              <p:cNvSpPr txBox="1"/>
              <p:nvPr/>
            </p:nvSpPr>
            <p:spPr>
              <a:xfrm>
                <a:off x="6782207" y="5613833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166" name="グラフィックス 165" descr="ユーザー 単色塗りつぶし">
                <a:extLst>
                  <a:ext uri="{FF2B5EF4-FFF2-40B4-BE49-F238E27FC236}">
                    <ns2:creationId id="{6401983B-3153-C6E7-CC0D-762502C54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51616" y="566892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55DC07E6-10E7-8474-FED7-C59275311681}"/>
                </a:ext>
              </a:extLst>
            </p:cNvPr>
            <p:cNvGrpSpPr/>
            <p:nvPr/>
          </p:nvGrpSpPr>
          <p:grpSpPr>
            <a:xfrm>
              <a:off x="6143615" y="4783260"/>
              <a:ext cx="2016000" cy="750705"/>
              <a:chOff x="6143615" y="4783260"/>
              <a:chExt cx="2016000" cy="750705"/>
            </a:xfrm>
          </p:grpSpPr>
          <p:sp>
            <p:nvSpPr>
              <p:cNvPr id="184" name="table_TWformat_5_1">
                <a:extLst>
                  <a:ext uri="{FF2B5EF4-FFF2-40B4-BE49-F238E27FC236}">
                    <ns2:creationId id="{0FAD4270-ACB7-9630-91E0-F1C45E62E20F}"/>
                  </a:ext>
                </a:extLst>
              </p:cNvPr>
              <p:cNvSpPr txBox="1"/>
              <p:nvPr/>
            </p:nvSpPr>
            <p:spPr>
              <a:xfrm>
                <a:off x="6143615" y="4783260"/>
                <a:ext cx="2016000" cy="75040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85" name="table_TWformat_3_1">
                <a:extLst>
                  <a:ext uri="{FF2B5EF4-FFF2-40B4-BE49-F238E27FC236}">
                    <ns2:creationId id="{14DBCCCD-C2BA-76FA-1733-2639E4FAA42C}"/>
                  </a:ext>
                </a:extLst>
              </p:cNvPr>
              <p:cNvSpPr txBox="1"/>
              <p:nvPr/>
            </p:nvSpPr>
            <p:spPr>
              <a:xfrm>
                <a:off x="6782205" y="4834464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pic>
            <p:nvPicPr>
              <p:cNvPr id="193" name="グラフィックス 192" descr="ユーザー 単色塗りつぶし">
                <a:extLst>
                  <a:ext uri="{FF2B5EF4-FFF2-40B4-BE49-F238E27FC236}">
                    <ns2:creationId id="{DA403C00-DE2D-B303-ABB8-309AE41A5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4" y="484482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194" name="table_TWformat_5_1">
                <a:extLst>
                  <a:ext uri="{FF2B5EF4-FFF2-40B4-BE49-F238E27FC236}">
                    <ns2:creationId id="{3C7527E0-D3B5-EEDD-96B5-7A7EA5676D6D}"/>
                  </a:ext>
                </a:extLst>
              </p:cNvPr>
              <p:cNvSpPr txBox="1"/>
              <p:nvPr/>
            </p:nvSpPr>
            <p:spPr>
              <a:xfrm>
                <a:off x="6143615" y="526788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</a:p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60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3FD6A2CD-2727-7AAA-BA1E-E2AB2EDCE1B5}"/>
                </a:ext>
              </a:extLst>
            </p:cNvPr>
            <p:cNvGrpSpPr/>
            <p:nvPr/>
          </p:nvGrpSpPr>
          <p:grpSpPr>
            <a:xfrm>
              <a:off x="6143615" y="3999336"/>
              <a:ext cx="2029618" cy="750475"/>
              <a:chOff x="6143615" y="3999336"/>
              <a:chExt cx="2029618" cy="750475"/>
            </a:xfrm>
          </p:grpSpPr>
          <p:sp>
            <p:nvSpPr>
              <p:cNvPr id="196" name="table_TWformat_5_1">
                <a:extLst>
                  <a:ext uri="{FF2B5EF4-FFF2-40B4-BE49-F238E27FC236}">
                    <ns2:creationId id="{3852779D-C8AB-8DD7-7F05-80533D4AA356}"/>
                  </a:ext>
                </a:extLst>
              </p:cNvPr>
              <p:cNvSpPr txBox="1"/>
              <p:nvPr/>
            </p:nvSpPr>
            <p:spPr>
              <a:xfrm>
                <a:off x="6157233" y="3999336"/>
                <a:ext cx="2016000" cy="750475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4" name="table_TWformat_4_1">
                <a:extLst>
                  <a:ext uri="{FF2B5EF4-FFF2-40B4-BE49-F238E27FC236}">
                    <ns2:creationId id="{9E00AF87-0EFC-6F1C-F458-C9F19F1523E0}"/>
                  </a:ext>
                </a:extLst>
              </p:cNvPr>
              <p:cNvSpPr txBox="1"/>
              <p:nvPr/>
            </p:nvSpPr>
            <p:spPr>
              <a:xfrm>
                <a:off x="6143615" y="446548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97" name="グラフィックス 196" descr="ユーザー 単色塗りつぶし">
                <a:extLst>
                  <a:ext uri="{FF2B5EF4-FFF2-40B4-BE49-F238E27FC236}">
                    <ns2:creationId id="{0A49BF18-EE0F-306E-76FB-EB3BDC9851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6" y="4069621"/>
                <a:ext cx="396000" cy="396000"/>
              </a:xfrm>
              <a:prstGeom prst="rect">
                <a:avLst/>
              </a:prstGeom>
            </p:spPr>
          </p:pic>
          <p:sp>
            <p:nvSpPr>
              <p:cNvPr id="26" name="table_TWformat_3_1">
                <a:extLst>
                  <a:ext uri="{FF2B5EF4-FFF2-40B4-BE49-F238E27FC236}">
                    <ns2:creationId id="{9121DAB9-2BE5-B986-ABC8-76B35E22F5EF}"/>
                  </a:ext>
                </a:extLst>
              </p:cNvPr>
              <p:cNvSpPr txBox="1"/>
              <p:nvPr/>
            </p:nvSpPr>
            <p:spPr>
              <a:xfrm>
                <a:off x="6795823" y="4066247"/>
                <a:ext cx="1314000" cy="616653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F402F2F-C8E7-4C58-7021-F270DAD77AAB}"/>
                </a:ext>
              </a:extLst>
            </p:cNvPr>
            <p:cNvGrpSpPr/>
            <p:nvPr/>
          </p:nvGrpSpPr>
          <p:grpSpPr>
            <a:xfrm>
              <a:off x="6143615" y="3215340"/>
              <a:ext cx="2016000" cy="750613"/>
              <a:chOff x="6143615" y="3215340"/>
              <a:chExt cx="2016000" cy="750613"/>
            </a:xfrm>
          </p:grpSpPr>
          <p:sp>
            <p:nvSpPr>
              <p:cNvPr id="199" name="table_TWformat_5_1">
                <a:extLst>
                  <a:ext uri="{FF2B5EF4-FFF2-40B4-BE49-F238E27FC236}">
                    <ns2:creationId id="{BB4B7C6F-EAC7-B0B2-A9B4-0BE67FAEE6CE}"/>
                  </a:ext>
                </a:extLst>
              </p:cNvPr>
              <p:cNvSpPr txBox="1"/>
              <p:nvPr/>
            </p:nvSpPr>
            <p:spPr>
              <a:xfrm>
                <a:off x="6143615" y="3215340"/>
                <a:ext cx="2016000" cy="750613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" name="table_TWformat_3_1">
                <a:extLst>
                  <a:ext uri="{FF2B5EF4-FFF2-40B4-BE49-F238E27FC236}">
                    <ns2:creationId id="{EA309FFF-D51B-7DCA-9225-365BFD8CE832}"/>
                  </a:ext>
                </a:extLst>
              </p:cNvPr>
              <p:cNvSpPr txBox="1"/>
              <p:nvPr/>
            </p:nvSpPr>
            <p:spPr>
              <a:xfrm>
                <a:off x="6143615" y="369632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1" name="table_TWformat_3_1">
                <a:extLst>
                  <a:ext uri="{FF2B5EF4-FFF2-40B4-BE49-F238E27FC236}">
                    <ns2:creationId id="{9B4F9E89-98CD-603E-4FB9-47CAAC1B7768}"/>
                  </a:ext>
                </a:extLst>
              </p:cNvPr>
              <p:cNvSpPr txBox="1"/>
              <p:nvPr/>
            </p:nvSpPr>
            <p:spPr>
              <a:xfrm>
                <a:off x="6782205" y="3266647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(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)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204" name="グラフィックス 203" descr="オフィス ワーカー (男性) 単色塗りつぶし">
                <a:extLst>
                  <a:ext uri="{FF2B5EF4-FFF2-40B4-BE49-F238E27FC236}">
                    <ns2:creationId id="{5ED9333D-59C5-5D29-E429-6E07E3FED1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6251614" y="327144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04" name="グループ化 303">
              <a:extLst>
                <a:ext uri="{FF2B5EF4-FFF2-40B4-BE49-F238E27FC236}">
                  <ns2:creationId id="{57E17342-39D8-59CA-A542-FE3055DCEDE2}"/>
                </a:ext>
              </a:extLst>
            </p:cNvPr>
            <p:cNvGrpSpPr/>
            <p:nvPr/>
          </p:nvGrpSpPr>
          <p:grpSpPr>
            <a:xfrm>
              <a:off x="6143613" y="2440256"/>
              <a:ext cx="2016003" cy="741839"/>
              <a:chOff x="6143613" y="2440256"/>
              <a:chExt cx="2016003" cy="741839"/>
            </a:xfrm>
          </p:grpSpPr>
          <p:sp>
            <p:nvSpPr>
              <p:cNvPr id="206" name="table_TWformat_5_1">
                <a:extLst>
                  <a:ext uri="{FF2B5EF4-FFF2-40B4-BE49-F238E27FC236}">
                    <ns2:creationId id="{5927F4C3-7323-31F6-1F23-415DE34AB63E}"/>
                  </a:ext>
                </a:extLst>
              </p:cNvPr>
              <p:cNvSpPr txBox="1"/>
              <p:nvPr/>
            </p:nvSpPr>
            <p:spPr>
              <a:xfrm>
                <a:off x="6143616" y="2440256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207" name="table_TWformat_3_1">
                <a:extLst>
                  <a:ext uri="{FF2B5EF4-FFF2-40B4-BE49-F238E27FC236}">
                    <ns2:creationId id="{8577EA63-B490-95ED-0C0B-B7C9061E8F3C}"/>
                  </a:ext>
                </a:extLst>
              </p:cNvPr>
              <p:cNvSpPr txBox="1"/>
              <p:nvPr/>
            </p:nvSpPr>
            <p:spPr>
              <a:xfrm>
                <a:off x="6782208" y="2487176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br>
                  <a:rPr lang="en-US" altLang="ja-JP" sz="1000"/>
                </a:br>
                <a:r>
                  <a:rPr lang="ja-JP" altLang="en-US" sz="1000"/>
                  <a:t>XX</a:t>
                </a:r>
                <a:endParaRPr lang="en-US" altLang="ja-JP" sz="1000"/>
              </a:p>
            </p:txBody>
          </p:sp>
          <p:grpSp>
            <p:nvGrpSpPr>
              <p:cNvPr id="303" name="グループ化 302">
                <a:extLst>
                  <a:ext uri="{FF2B5EF4-FFF2-40B4-BE49-F238E27FC236}">
                    <ns2:creationId id="{49AF2065-FE0C-A4FD-84F7-DFE87B373824}"/>
                  </a:ext>
                </a:extLst>
              </p:cNvPr>
              <p:cNvGrpSpPr/>
              <p:nvPr/>
            </p:nvGrpSpPr>
            <p:grpSpPr>
              <a:xfrm>
                <a:off x="6143613" y="2543908"/>
                <a:ext cx="612000" cy="622153"/>
                <a:chOff x="6143613" y="2543908"/>
                <a:chExt cx="612000" cy="622153"/>
              </a:xfrm>
            </p:grpSpPr>
            <p:grpSp>
              <p:nvGrpSpPr>
                <p:cNvPr id="272" name="グループ化 271">
                  <a:extLst>
                    <a:ext uri="{FF2B5EF4-FFF2-40B4-BE49-F238E27FC236}">
                      <ns2:creationId id="{D2D2A525-6449-139C-703C-F8E4BB7CD74D}"/>
                    </a:ext>
                  </a:extLst>
                </p:cNvPr>
                <p:cNvGrpSpPr/>
                <p:nvPr/>
              </p:nvGrpSpPr>
              <p:grpSpPr>
                <a:xfrm>
                  <a:off x="6316659" y="2543908"/>
                  <a:ext cx="265909" cy="299106"/>
                  <a:chOff x="7091964" y="2543908"/>
                  <a:chExt cx="292500" cy="299106"/>
                </a:xfrm>
              </p:grpSpPr>
              <p:sp>
                <p:nvSpPr>
                  <p:cNvPr id="219" name="フリーフォーム: 図形 218">
                    <a:extLst>
                      <a:ext uri="{FF2B5EF4-FFF2-40B4-BE49-F238E27FC236}">
                        <ns2:creationId id="{251198F0-D72F-BFDE-A342-5620F4B914EB}"/>
                      </a:ext>
                    </a:extLst>
                  </p:cNvPr>
                  <p:cNvSpPr/>
                  <p:nvPr/>
                </p:nvSpPr>
                <p:spPr>
                  <a:xfrm>
                    <a:off x="7160214" y="2543908"/>
                    <a:ext cx="156000" cy="145529"/>
                  </a:xfrm>
                  <a:custGeom>
                    <a:avLst/>
                    <a:gdLst>
                      <a:gd name="csX0" fmla="*/ 156000 w 156000"/>
                      <a:gd name="csY0" fmla="*/ 39332 h 145529"/>
                      <a:gd name="csX1" fmla="*/ 107250 w 156000"/>
                      <a:gd name="csY1" fmla="*/ 0 h 145529"/>
                      <a:gd name="csX2" fmla="*/ 48750 w 156000"/>
                      <a:gd name="csY2" fmla="*/ 0 h 145529"/>
                      <a:gd name="csX3" fmla="*/ 0 w 156000"/>
                      <a:gd name="csY3" fmla="*/ 39332 h 145529"/>
                      <a:gd name="csX4" fmla="*/ 0 w 156000"/>
                      <a:gd name="csY4" fmla="*/ 145529 h 145529"/>
                      <a:gd name="csX5" fmla="*/ 156000 w 156000"/>
                      <a:gd name="csY5" fmla="*/ 145529 h 1455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</a:cxnLst>
                    <a:rect l="l" t="t" r="r" b="b"/>
                    <a:pathLst>
                      <a:path w="156000" h="145529">
                        <a:moveTo>
                          <a:pt x="156000" y="39332"/>
                        </a:moveTo>
                        <a:cubicBezTo>
                          <a:pt x="156000" y="17610"/>
                          <a:pt x="134174" y="0"/>
                          <a:pt x="107250" y="0"/>
                        </a:cubicBezTo>
                        <a:lnTo>
                          <a:pt x="48750" y="0"/>
                        </a:lnTo>
                        <a:cubicBezTo>
                          <a:pt x="21826" y="0"/>
                          <a:pt x="0" y="17610"/>
                          <a:pt x="0" y="39332"/>
                        </a:cubicBezTo>
                        <a:lnTo>
                          <a:pt x="0" y="145529"/>
                        </a:lnTo>
                        <a:lnTo>
                          <a:pt x="156000" y="145529"/>
                        </a:ln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  <p:sp>
                <p:nvSpPr>
                  <p:cNvPr id="220" name="フリーフォーム: 図形 219">
                    <a:extLst>
                      <a:ext uri="{FF2B5EF4-FFF2-40B4-BE49-F238E27FC236}">
                        <ns2:creationId id="{B85ADFD0-AB93-860D-E20A-DF641BE5F301}"/>
                      </a:ext>
                    </a:extLst>
                  </p:cNvPr>
                  <p:cNvSpPr/>
                  <p:nvPr/>
                </p:nvSpPr>
                <p:spPr>
                  <a:xfrm>
                    <a:off x="7091964" y="2642238"/>
                    <a:ext cx="292500" cy="200776"/>
                  </a:xfrm>
                  <a:custGeom>
                    <a:avLst/>
                    <a:gdLst>
                      <a:gd name="csX0" fmla="*/ 277875 w 292500"/>
                      <a:gd name="csY0" fmla="*/ 0 h 200776"/>
                      <a:gd name="csX1" fmla="*/ 253500 w 292500"/>
                      <a:gd name="csY1" fmla="*/ 0 h 200776"/>
                      <a:gd name="csX2" fmla="*/ 238875 w 292500"/>
                      <a:gd name="csY2" fmla="*/ 11800 h 200776"/>
                      <a:gd name="csX3" fmla="*/ 238875 w 292500"/>
                      <a:gd name="csY3" fmla="*/ 11800 h 200776"/>
                      <a:gd name="csX4" fmla="*/ 248625 w 292500"/>
                      <a:gd name="csY4" fmla="*/ 22876 h 200776"/>
                      <a:gd name="csX5" fmla="*/ 248625 w 292500"/>
                      <a:gd name="csY5" fmla="*/ 63101 h 200776"/>
                      <a:gd name="csX6" fmla="*/ 241751 w 292500"/>
                      <a:gd name="csY6" fmla="*/ 72969 h 200776"/>
                      <a:gd name="csX7" fmla="*/ 222646 w 292500"/>
                      <a:gd name="csY7" fmla="*/ 63077 h 200776"/>
                      <a:gd name="csX8" fmla="*/ 69849 w 292500"/>
                      <a:gd name="csY8" fmla="*/ 63077 h 200776"/>
                      <a:gd name="csX9" fmla="*/ 50749 w 292500"/>
                      <a:gd name="csY9" fmla="*/ 72969 h 200776"/>
                      <a:gd name="csX10" fmla="*/ 43875 w 292500"/>
                      <a:gd name="csY10" fmla="*/ 63101 h 200776"/>
                      <a:gd name="csX11" fmla="*/ 43875 w 292500"/>
                      <a:gd name="csY11" fmla="*/ 22876 h 200776"/>
                      <a:gd name="csX12" fmla="*/ 53625 w 292500"/>
                      <a:gd name="csY12" fmla="*/ 11800 h 200776"/>
                      <a:gd name="csX13" fmla="*/ 53625 w 292500"/>
                      <a:gd name="csY13" fmla="*/ 11800 h 200776"/>
                      <a:gd name="csX14" fmla="*/ 39000 w 292500"/>
                      <a:gd name="csY14" fmla="*/ 0 h 200776"/>
                      <a:gd name="csX15" fmla="*/ 14625 w 292500"/>
                      <a:gd name="csY15" fmla="*/ 0 h 200776"/>
                      <a:gd name="csX16" fmla="*/ 0 w 292500"/>
                      <a:gd name="csY16" fmla="*/ 11800 h 200776"/>
                      <a:gd name="csX17" fmla="*/ 0 w 292500"/>
                      <a:gd name="csY17" fmla="*/ 11800 h 200776"/>
                      <a:gd name="csX18" fmla="*/ 14625 w 292500"/>
                      <a:gd name="csY18" fmla="*/ 23599 h 200776"/>
                      <a:gd name="csX19" fmla="*/ 24375 w 292500"/>
                      <a:gd name="csY19" fmla="*/ 23599 h 200776"/>
                      <a:gd name="csX20" fmla="*/ 24375 w 292500"/>
                      <a:gd name="csY20" fmla="*/ 63101 h 200776"/>
                      <a:gd name="csX21" fmla="*/ 51758 w 292500"/>
                      <a:gd name="csY21" fmla="*/ 89945 h 200776"/>
                      <a:gd name="csX22" fmla="*/ 69849 w 292500"/>
                      <a:gd name="csY22" fmla="*/ 98330 h 200776"/>
                      <a:gd name="csX23" fmla="*/ 136500 w 292500"/>
                      <a:gd name="csY23" fmla="*/ 98330 h 200776"/>
                      <a:gd name="csX24" fmla="*/ 136500 w 292500"/>
                      <a:gd name="csY24" fmla="*/ 145529 h 200776"/>
                      <a:gd name="csX25" fmla="*/ 98036 w 292500"/>
                      <a:gd name="csY25" fmla="*/ 145529 h 200776"/>
                      <a:gd name="csX26" fmla="*/ 59821 w 292500"/>
                      <a:gd name="csY26" fmla="*/ 170733 h 200776"/>
                      <a:gd name="csX27" fmla="*/ 50687 w 292500"/>
                      <a:gd name="csY27" fmla="*/ 191727 h 200776"/>
                      <a:gd name="csX28" fmla="*/ 76708 w 292500"/>
                      <a:gd name="csY28" fmla="*/ 199096 h 200776"/>
                      <a:gd name="csX29" fmla="*/ 85842 w 292500"/>
                      <a:gd name="csY29" fmla="*/ 178102 h 200776"/>
                      <a:gd name="csX30" fmla="*/ 79594 w 292500"/>
                      <a:gd name="csY30" fmla="*/ 172110 h 200776"/>
                      <a:gd name="csX31" fmla="*/ 98036 w 292500"/>
                      <a:gd name="csY31" fmla="*/ 161262 h 200776"/>
                      <a:gd name="csX32" fmla="*/ 136500 w 292500"/>
                      <a:gd name="csY32" fmla="*/ 161262 h 200776"/>
                      <a:gd name="csX33" fmla="*/ 136500 w 292500"/>
                      <a:gd name="csY33" fmla="*/ 171311 h 200776"/>
                      <a:gd name="csX34" fmla="*/ 129363 w 292500"/>
                      <a:gd name="csY34" fmla="*/ 192803 h 200776"/>
                      <a:gd name="csX35" fmla="*/ 156000 w 292500"/>
                      <a:gd name="csY35" fmla="*/ 198561 h 200776"/>
                      <a:gd name="csX36" fmla="*/ 163137 w 292500"/>
                      <a:gd name="csY36" fmla="*/ 177070 h 200776"/>
                      <a:gd name="csX37" fmla="*/ 156000 w 292500"/>
                      <a:gd name="csY37" fmla="*/ 171311 h 200776"/>
                      <a:gd name="csX38" fmla="*/ 156000 w 292500"/>
                      <a:gd name="csY38" fmla="*/ 161262 h 200776"/>
                      <a:gd name="csX39" fmla="*/ 195000 w 292500"/>
                      <a:gd name="csY39" fmla="*/ 161262 h 200776"/>
                      <a:gd name="csX40" fmla="*/ 213330 w 292500"/>
                      <a:gd name="csY40" fmla="*/ 171827 h 200776"/>
                      <a:gd name="csX41" fmla="*/ 207869 w 292500"/>
                      <a:gd name="csY41" fmla="*/ 193726 h 200776"/>
                      <a:gd name="csX42" fmla="*/ 235013 w 292500"/>
                      <a:gd name="csY42" fmla="*/ 198132 h 200776"/>
                      <a:gd name="csX43" fmla="*/ 240474 w 292500"/>
                      <a:gd name="csY43" fmla="*/ 176233 h 200776"/>
                      <a:gd name="csX44" fmla="*/ 233269 w 292500"/>
                      <a:gd name="csY44" fmla="*/ 170993 h 200776"/>
                      <a:gd name="csX45" fmla="*/ 195000 w 292500"/>
                      <a:gd name="csY45" fmla="*/ 145529 h 200776"/>
                      <a:gd name="csX46" fmla="*/ 156000 w 292500"/>
                      <a:gd name="csY46" fmla="*/ 145529 h 200776"/>
                      <a:gd name="csX47" fmla="*/ 156000 w 292500"/>
                      <a:gd name="csY47" fmla="*/ 98330 h 200776"/>
                      <a:gd name="csX48" fmla="*/ 222646 w 292500"/>
                      <a:gd name="csY48" fmla="*/ 98330 h 200776"/>
                      <a:gd name="csX49" fmla="*/ 240737 w 292500"/>
                      <a:gd name="csY49" fmla="*/ 89945 h 200776"/>
                      <a:gd name="csX50" fmla="*/ 268125 w 292500"/>
                      <a:gd name="csY50" fmla="*/ 63101 h 200776"/>
                      <a:gd name="csX51" fmla="*/ 268125 w 292500"/>
                      <a:gd name="csY51" fmla="*/ 23599 h 200776"/>
                      <a:gd name="csX52" fmla="*/ 277875 w 292500"/>
                      <a:gd name="csY52" fmla="*/ 23599 h 200776"/>
                      <a:gd name="csX53" fmla="*/ 292500 w 292500"/>
                      <a:gd name="csY53" fmla="*/ 11800 h 200776"/>
                      <a:gd name="csX54" fmla="*/ 292500 w 292500"/>
                      <a:gd name="csY54" fmla="*/ 11800 h 200776"/>
                      <a:gd name="csX55" fmla="*/ 277875 w 292500"/>
                      <a:gd name="csY55" fmla="*/ 0 h 2007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  <a:cxn ang="0">
                        <a:pos x="csX16" y="csY16"/>
                      </a:cxn>
                      <a:cxn ang="0">
                        <a:pos x="csX17" y="csY17"/>
                      </a:cxn>
                      <a:cxn ang="0">
                        <a:pos x="csX18" y="csY18"/>
                      </a:cxn>
                      <a:cxn ang="0">
                        <a:pos x="csX19" y="csY19"/>
                      </a:cxn>
                      <a:cxn ang="0">
                        <a:pos x="csX20" y="csY20"/>
                      </a:cxn>
                      <a:cxn ang="0">
                        <a:pos x="csX21" y="csY21"/>
                      </a:cxn>
                      <a:cxn ang="0">
                        <a:pos x="csX22" y="csY22"/>
                      </a:cxn>
                      <a:cxn ang="0">
                        <a:pos x="csX23" y="csY23"/>
                      </a:cxn>
                      <a:cxn ang="0">
                        <a:pos x="csX24" y="csY24"/>
                      </a:cxn>
                      <a:cxn ang="0">
                        <a:pos x="csX25" y="csY25"/>
                      </a:cxn>
                      <a:cxn ang="0">
                        <a:pos x="csX26" y="csY26"/>
                      </a:cxn>
                      <a:cxn ang="0">
                        <a:pos x="csX27" y="csY27"/>
                      </a:cxn>
                      <a:cxn ang="0">
                        <a:pos x="csX28" y="csY28"/>
                      </a:cxn>
                      <a:cxn ang="0">
                        <a:pos x="csX29" y="csY29"/>
                      </a:cxn>
                      <a:cxn ang="0">
                        <a:pos x="csX30" y="csY30"/>
                      </a:cxn>
                      <a:cxn ang="0">
                        <a:pos x="csX31" y="csY31"/>
                      </a:cxn>
                      <a:cxn ang="0">
                        <a:pos x="csX32" y="csY32"/>
                      </a:cxn>
                      <a:cxn ang="0">
                        <a:pos x="csX33" y="csY33"/>
                      </a:cxn>
                      <a:cxn ang="0">
                        <a:pos x="csX34" y="csY34"/>
                      </a:cxn>
                      <a:cxn ang="0">
                        <a:pos x="csX35" y="csY35"/>
                      </a:cxn>
                      <a:cxn ang="0">
                        <a:pos x="csX36" y="csY36"/>
                      </a:cxn>
                      <a:cxn ang="0">
                        <a:pos x="csX37" y="csY37"/>
                      </a:cxn>
                      <a:cxn ang="0">
                        <a:pos x="csX38" y="csY38"/>
                      </a:cxn>
                      <a:cxn ang="0">
                        <a:pos x="csX39" y="csY39"/>
                      </a:cxn>
                      <a:cxn ang="0">
                        <a:pos x="csX40" y="csY40"/>
                      </a:cxn>
                      <a:cxn ang="0">
                        <a:pos x="csX41" y="csY41"/>
                      </a:cxn>
                      <a:cxn ang="0">
                        <a:pos x="csX42" y="csY42"/>
                      </a:cxn>
                      <a:cxn ang="0">
                        <a:pos x="csX43" y="csY43"/>
                      </a:cxn>
                      <a:cxn ang="0">
                        <a:pos x="csX44" y="csY44"/>
                      </a:cxn>
                      <a:cxn ang="0">
                        <a:pos x="csX45" y="csY45"/>
                      </a:cxn>
                      <a:cxn ang="0">
                        <a:pos x="csX46" y="csY46"/>
                      </a:cxn>
                      <a:cxn ang="0">
                        <a:pos x="csX47" y="csY47"/>
                      </a:cxn>
                      <a:cxn ang="0">
                        <a:pos x="csX48" y="csY48"/>
                      </a:cxn>
                      <a:cxn ang="0">
                        <a:pos x="csX49" y="csY49"/>
                      </a:cxn>
                      <a:cxn ang="0">
                        <a:pos x="csX50" y="csY50"/>
                      </a:cxn>
                      <a:cxn ang="0">
                        <a:pos x="csX51" y="csY51"/>
                      </a:cxn>
                      <a:cxn ang="0">
                        <a:pos x="csX52" y="csY52"/>
                      </a:cxn>
                      <a:cxn ang="0">
                        <a:pos x="csX53" y="csY53"/>
                      </a:cxn>
                      <a:cxn ang="0">
                        <a:pos x="csX54" y="csY54"/>
                      </a:cxn>
                      <a:cxn ang="0">
                        <a:pos x="csX55" y="csY55"/>
                      </a:cxn>
                    </a:cxnLst>
                    <a:rect l="l" t="t" r="r" b="b"/>
                    <a:pathLst>
                      <a:path w="292500" h="200776">
                        <a:moveTo>
                          <a:pt x="277875" y="0"/>
                        </a:moveTo>
                        <a:lnTo>
                          <a:pt x="253500" y="0"/>
                        </a:lnTo>
                        <a:cubicBezTo>
                          <a:pt x="245423" y="0"/>
                          <a:pt x="238875" y="5283"/>
                          <a:pt x="238875" y="11800"/>
                        </a:cubicBezTo>
                        <a:lnTo>
                          <a:pt x="238875" y="11800"/>
                        </a:lnTo>
                        <a:cubicBezTo>
                          <a:pt x="238886" y="16786"/>
                          <a:pt x="242794" y="21224"/>
                          <a:pt x="248625" y="22876"/>
                        </a:cubicBezTo>
                        <a:lnTo>
                          <a:pt x="248625" y="63101"/>
                        </a:lnTo>
                        <a:cubicBezTo>
                          <a:pt x="248614" y="67130"/>
                          <a:pt x="246012" y="70866"/>
                          <a:pt x="241751" y="72969"/>
                        </a:cubicBezTo>
                        <a:cubicBezTo>
                          <a:pt x="238320" y="66947"/>
                          <a:pt x="230861" y="63085"/>
                          <a:pt x="222646" y="63077"/>
                        </a:cubicBezTo>
                        <a:lnTo>
                          <a:pt x="69849" y="63077"/>
                        </a:lnTo>
                        <a:cubicBezTo>
                          <a:pt x="61636" y="63086"/>
                          <a:pt x="54179" y="66949"/>
                          <a:pt x="50749" y="72969"/>
                        </a:cubicBezTo>
                        <a:cubicBezTo>
                          <a:pt x="46488" y="70866"/>
                          <a:pt x="43886" y="67130"/>
                          <a:pt x="43875" y="63101"/>
                        </a:cubicBezTo>
                        <a:lnTo>
                          <a:pt x="43875" y="22876"/>
                        </a:lnTo>
                        <a:cubicBezTo>
                          <a:pt x="49705" y="21222"/>
                          <a:pt x="53611" y="16785"/>
                          <a:pt x="53625" y="11800"/>
                        </a:cubicBezTo>
                        <a:lnTo>
                          <a:pt x="53625" y="11800"/>
                        </a:lnTo>
                        <a:cubicBezTo>
                          <a:pt x="53625" y="5283"/>
                          <a:pt x="47077" y="0"/>
                          <a:pt x="39000" y="0"/>
                        </a:cubicBezTo>
                        <a:lnTo>
                          <a:pt x="14625" y="0"/>
                        </a:lnTo>
                        <a:cubicBezTo>
                          <a:pt x="6548" y="0"/>
                          <a:pt x="0" y="5283"/>
                          <a:pt x="0" y="11800"/>
                        </a:cubicBezTo>
                        <a:lnTo>
                          <a:pt x="0" y="11800"/>
                        </a:lnTo>
                        <a:cubicBezTo>
                          <a:pt x="0" y="18317"/>
                          <a:pt x="6548" y="23599"/>
                          <a:pt x="14625" y="23599"/>
                        </a:cubicBezTo>
                        <a:lnTo>
                          <a:pt x="24375" y="23599"/>
                        </a:lnTo>
                        <a:lnTo>
                          <a:pt x="24375" y="63101"/>
                        </a:lnTo>
                        <a:cubicBezTo>
                          <a:pt x="24396" y="76173"/>
                          <a:pt x="35861" y="87413"/>
                          <a:pt x="51758" y="89945"/>
                        </a:cubicBezTo>
                        <a:cubicBezTo>
                          <a:pt x="55522" y="95128"/>
                          <a:pt x="62403" y="98317"/>
                          <a:pt x="69849" y="98330"/>
                        </a:cubicBezTo>
                        <a:lnTo>
                          <a:pt x="136500" y="98330"/>
                        </a:lnTo>
                        <a:lnTo>
                          <a:pt x="136500" y="145529"/>
                        </a:lnTo>
                        <a:lnTo>
                          <a:pt x="98036" y="145529"/>
                        </a:lnTo>
                        <a:cubicBezTo>
                          <a:pt x="79499" y="145549"/>
                          <a:pt x="63532" y="156080"/>
                          <a:pt x="59821" y="170733"/>
                        </a:cubicBezTo>
                        <a:cubicBezTo>
                          <a:pt x="50114" y="174495"/>
                          <a:pt x="46024" y="183895"/>
                          <a:pt x="50687" y="191727"/>
                        </a:cubicBezTo>
                        <a:cubicBezTo>
                          <a:pt x="55350" y="199559"/>
                          <a:pt x="67000" y="202859"/>
                          <a:pt x="76708" y="199096"/>
                        </a:cubicBezTo>
                        <a:cubicBezTo>
                          <a:pt x="86415" y="195334"/>
                          <a:pt x="90505" y="185935"/>
                          <a:pt x="85842" y="178102"/>
                        </a:cubicBezTo>
                        <a:cubicBezTo>
                          <a:pt x="84418" y="175712"/>
                          <a:pt x="82270" y="173650"/>
                          <a:pt x="79594" y="172110"/>
                        </a:cubicBezTo>
                        <a:cubicBezTo>
                          <a:pt x="82193" y="165660"/>
                          <a:pt x="89630" y="161285"/>
                          <a:pt x="98036" y="161262"/>
                        </a:cubicBezTo>
                        <a:lnTo>
                          <a:pt x="136500" y="161262"/>
                        </a:lnTo>
                        <a:lnTo>
                          <a:pt x="136500" y="171311"/>
                        </a:lnTo>
                        <a:cubicBezTo>
                          <a:pt x="127173" y="175656"/>
                          <a:pt x="123978" y="185278"/>
                          <a:pt x="129363" y="192803"/>
                        </a:cubicBezTo>
                        <a:cubicBezTo>
                          <a:pt x="134747" y="200328"/>
                          <a:pt x="146673" y="202906"/>
                          <a:pt x="156000" y="198561"/>
                        </a:cubicBezTo>
                        <a:cubicBezTo>
                          <a:pt x="165327" y="194217"/>
                          <a:pt x="168522" y="184595"/>
                          <a:pt x="163137" y="177070"/>
                        </a:cubicBezTo>
                        <a:cubicBezTo>
                          <a:pt x="161426" y="174678"/>
                          <a:pt x="158964" y="172692"/>
                          <a:pt x="156000" y="171311"/>
                        </a:cubicBezTo>
                        <a:lnTo>
                          <a:pt x="156000" y="161262"/>
                        </a:lnTo>
                        <a:lnTo>
                          <a:pt x="195000" y="161262"/>
                        </a:lnTo>
                        <a:cubicBezTo>
                          <a:pt x="203272" y="161281"/>
                          <a:pt x="210625" y="165519"/>
                          <a:pt x="213330" y="171827"/>
                        </a:cubicBezTo>
                        <a:cubicBezTo>
                          <a:pt x="204326" y="176657"/>
                          <a:pt x="201882" y="186462"/>
                          <a:pt x="207869" y="193726"/>
                        </a:cubicBezTo>
                        <a:cubicBezTo>
                          <a:pt x="213856" y="200991"/>
                          <a:pt x="226009" y="202963"/>
                          <a:pt x="235013" y="198132"/>
                        </a:cubicBezTo>
                        <a:cubicBezTo>
                          <a:pt x="244016" y="193302"/>
                          <a:pt x="246461" y="183497"/>
                          <a:pt x="240474" y="176233"/>
                        </a:cubicBezTo>
                        <a:cubicBezTo>
                          <a:pt x="238655" y="174026"/>
                          <a:pt x="236177" y="172224"/>
                          <a:pt x="233269" y="170993"/>
                        </a:cubicBezTo>
                        <a:cubicBezTo>
                          <a:pt x="229689" y="156219"/>
                          <a:pt x="213658" y="145552"/>
                          <a:pt x="195000" y="145529"/>
                        </a:cubicBezTo>
                        <a:lnTo>
                          <a:pt x="156000" y="145529"/>
                        </a:lnTo>
                        <a:lnTo>
                          <a:pt x="156000" y="98330"/>
                        </a:lnTo>
                        <a:lnTo>
                          <a:pt x="222646" y="98330"/>
                        </a:lnTo>
                        <a:cubicBezTo>
                          <a:pt x="230092" y="98318"/>
                          <a:pt x="236974" y="95128"/>
                          <a:pt x="240737" y="89945"/>
                        </a:cubicBezTo>
                        <a:cubicBezTo>
                          <a:pt x="256634" y="87412"/>
                          <a:pt x="268100" y="76173"/>
                          <a:pt x="268125" y="63101"/>
                        </a:cubicBezTo>
                        <a:lnTo>
                          <a:pt x="268125" y="23599"/>
                        </a:lnTo>
                        <a:lnTo>
                          <a:pt x="277875" y="23599"/>
                        </a:lnTo>
                        <a:cubicBezTo>
                          <a:pt x="285952" y="23599"/>
                          <a:pt x="292500" y="18317"/>
                          <a:pt x="292500" y="11800"/>
                        </a:cubicBezTo>
                        <a:lnTo>
                          <a:pt x="292500" y="11800"/>
                        </a:lnTo>
                        <a:cubicBezTo>
                          <a:pt x="292500" y="5283"/>
                          <a:pt x="285952" y="0"/>
                          <a:pt x="277875" y="0"/>
                        </a:cubicBez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</p:grpSp>
            <p:sp>
              <p:nvSpPr>
                <p:cNvPr id="211" name="table_TWformat_2_1">
                  <a:extLst>
                    <a:ext uri="{FF2B5EF4-FFF2-40B4-BE49-F238E27FC236}">
                      <ns2:creationId id="{BBAA4DD0-7B5B-D4B5-02E1-F66D02DE7946}"/>
                    </a:ext>
                  </a:extLst>
                </p:cNvPr>
                <p:cNvSpPr txBox="1"/>
                <p:nvPr/>
              </p:nvSpPr>
              <p:spPr>
                <a:xfrm>
                  <a:off x="6143613" y="2899983"/>
                  <a:ext cx="612000" cy="266078"/>
                </a:xfrm>
                <a:prstGeom prst="rect">
                  <a:avLst/>
                </a:prstGeom>
                <a:noFill/>
              </p:spPr>
              <p:txBody>
                <a:bodyPr vert="horz" wrap="square" lIns="0" tIns="0" rIns="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29" name="table_TWformat_1_3">
              <a:extLst>
                <a:ext uri="{FF2B5EF4-FFF2-40B4-BE49-F238E27FC236}">
                  <ns2:creationId id="{3504E761-9FCC-4748-FE7D-1C68A6389D9E}"/>
                </a:ext>
              </a:extLst>
            </p:cNvPr>
            <p:cNvSpPr txBox="1"/>
            <p:nvPr/>
          </p:nvSpPr>
          <p:spPr>
            <a:xfrm>
              <a:off x="8195822" y="2090011"/>
              <a:ext cx="3663818" cy="21647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latin typeface="+mn-ea"/>
                </a:rPr>
                <a:t>XX</a:t>
              </a:r>
              <a:r>
                <a:rPr kumimoji="1" lang="en-US" altLang="ja-JP" sz="1400">
                  <a:latin typeface="+mn-ea"/>
                </a:rPr>
                <a:t>(</a:t>
              </a:r>
              <a:r>
                <a:rPr kumimoji="1" lang="ja-JP" altLang="en-US" sz="1400">
                  <a:latin typeface="+mn-ea"/>
                </a:rPr>
                <a:t>例</a:t>
              </a:r>
              <a:r>
                <a:rPr kumimoji="1" lang="en-US" altLang="ja-JP" sz="1400">
                  <a:latin typeface="+mn-ea"/>
                </a:rPr>
                <a:t>)</a:t>
              </a:r>
              <a:endParaRPr kumimoji="1" lang="ja-JP" altLang="en-US" sz="1400">
                <a:latin typeface="+mn-ea"/>
              </a:endParaRPr>
            </a:p>
          </p:txBody>
        </p:sp>
        <p:sp>
          <p:nvSpPr>
            <p:cNvPr id="49" name="テキスト ボックス 18">
              <a:extLst>
                <a:ext uri="{FF2B5EF4-FFF2-40B4-BE49-F238E27FC236}">
                  <ns2:creationId id="{B86BBB1C-CA26-010F-49F0-1DB34B052723}"/>
                </a:ext>
              </a:extLst>
            </p:cNvPr>
            <p:cNvSpPr txBox="1"/>
            <p:nvPr/>
          </p:nvSpPr>
          <p:spPr>
            <a:xfrm>
              <a:off x="9202760" y="3999198"/>
              <a:ext cx="2664595" cy="227903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2" name="テキスト ボックス 18">
              <a:extLst>
                <a:ext uri="{FF2B5EF4-FFF2-40B4-BE49-F238E27FC236}">
                  <ns2:creationId id="{BB4463DC-1D03-A41F-61AA-50756103DCFB}"/>
                </a:ext>
              </a:extLst>
            </p:cNvPr>
            <p:cNvSpPr txBox="1"/>
            <p:nvPr/>
          </p:nvSpPr>
          <p:spPr>
            <a:xfrm>
              <a:off x="9202760" y="4260484"/>
              <a:ext cx="2664595" cy="22763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grpSp>
          <p:nvGrpSpPr>
            <p:cNvPr id="307" name="グループ化 306">
              <a:extLst>
                <a:ext uri="{FF2B5EF4-FFF2-40B4-BE49-F238E27FC236}">
                  <ns2:creationId id="{57C3C541-E04D-6728-EAEB-1D729A6C08F9}"/>
                </a:ext>
              </a:extLst>
            </p:cNvPr>
            <p:cNvGrpSpPr/>
            <p:nvPr/>
          </p:nvGrpSpPr>
          <p:grpSpPr>
            <a:xfrm>
              <a:off x="8217857" y="3999336"/>
              <a:ext cx="915954" cy="750475"/>
              <a:chOff x="8217857" y="3999336"/>
              <a:chExt cx="915954" cy="750475"/>
            </a:xfrm>
          </p:grpSpPr>
          <p:sp>
            <p:nvSpPr>
              <p:cNvPr id="47" name="テキスト ボックス 18">
                <a:extLst>
                  <a:ext uri="{FF2B5EF4-FFF2-40B4-BE49-F238E27FC236}">
                    <ns2:creationId id="{266A41A4-ABF4-B908-200A-E191774E35BC}"/>
                  </a:ext>
                </a:extLst>
              </p:cNvPr>
              <p:cNvSpPr txBox="1"/>
              <p:nvPr/>
            </p:nvSpPr>
            <p:spPr>
              <a:xfrm>
                <a:off x="8217857" y="3999336"/>
                <a:ext cx="915954" cy="227903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50" name="テキスト ボックス 18">
                <a:extLst>
                  <a:ext uri="{FF2B5EF4-FFF2-40B4-BE49-F238E27FC236}">
                    <ns2:creationId id="{CF66E015-35E8-50F7-648A-37D0F453CFB2}"/>
                  </a:ext>
                </a:extLst>
              </p:cNvPr>
              <p:cNvSpPr txBox="1"/>
              <p:nvPr/>
            </p:nvSpPr>
            <p:spPr>
              <a:xfrm>
                <a:off x="8217857" y="4260894"/>
                <a:ext cx="915954" cy="22763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テキスト ボックス 18">
                <a:extLst>
                  <a:ext uri="{FF2B5EF4-FFF2-40B4-BE49-F238E27FC236}">
                    <ns2:creationId id="{DA15A7DE-3795-3112-2934-DE87E2B1C332}"/>
                  </a:ext>
                </a:extLst>
              </p:cNvPr>
              <p:cNvSpPr txBox="1"/>
              <p:nvPr/>
            </p:nvSpPr>
            <p:spPr>
              <a:xfrm>
                <a:off x="8217857" y="4522077"/>
                <a:ext cx="915954" cy="227734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55" name="テキスト ボックス 18">
              <a:extLst>
                <a:ext uri="{FF2B5EF4-FFF2-40B4-BE49-F238E27FC236}">
                  <ns2:creationId id="{CE7F812D-97E4-4612-C6B4-37EE94330847}"/>
                </a:ext>
              </a:extLst>
            </p:cNvPr>
            <p:cNvSpPr txBox="1"/>
            <p:nvPr/>
          </p:nvSpPr>
          <p:spPr>
            <a:xfrm>
              <a:off x="9202760" y="4521770"/>
              <a:ext cx="2664595" cy="227734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8" name="テキスト ボックス 18">
              <a:extLst>
                <a:ext uri="{FF2B5EF4-FFF2-40B4-BE49-F238E27FC236}">
                  <ns2:creationId id="{E3DD075C-E502-E59C-1DDB-A5E738B4E8E4}"/>
                </a:ext>
              </a:extLst>
            </p:cNvPr>
            <p:cNvSpPr txBox="1"/>
            <p:nvPr/>
          </p:nvSpPr>
          <p:spPr>
            <a:xfrm>
              <a:off x="9202760" y="4783056"/>
              <a:ext cx="2664595" cy="22783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br>
                <a:rPr lang="en-US" altLang="ja-JP" sz="800"/>
              </a:b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61" name="テキスト ボックス 18">
              <a:extLst>
                <a:ext uri="{FF2B5EF4-FFF2-40B4-BE49-F238E27FC236}">
                  <ns2:creationId id="{65E79394-2E0C-52CA-C1D6-565A626B9527}"/>
                </a:ext>
              </a:extLst>
            </p:cNvPr>
            <p:cNvSpPr txBox="1"/>
            <p:nvPr/>
          </p:nvSpPr>
          <p:spPr>
            <a:xfrm>
              <a:off x="9202760" y="5044342"/>
              <a:ext cx="2664595" cy="227940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09" name="グループ化 308">
              <a:extLst>
                <a:ext uri="{FF2B5EF4-FFF2-40B4-BE49-F238E27FC236}">
                  <ns2:creationId id="{27E8D338-E38D-21D5-3D42-50F251ACD729}"/>
                </a:ext>
              </a:extLst>
            </p:cNvPr>
            <p:cNvGrpSpPr/>
            <p:nvPr/>
          </p:nvGrpSpPr>
          <p:grpSpPr>
            <a:xfrm>
              <a:off x="8217857" y="4783260"/>
              <a:ext cx="915954" cy="750409"/>
              <a:chOff x="8217857" y="4783260"/>
              <a:chExt cx="915954" cy="750409"/>
            </a:xfrm>
          </p:grpSpPr>
          <p:sp>
            <p:nvSpPr>
              <p:cNvPr id="56" name="テキスト ボックス 18">
                <a:extLst>
                  <a:ext uri="{FF2B5EF4-FFF2-40B4-BE49-F238E27FC236}">
                    <ns2:creationId id="{1A2A4FD0-F2FD-8FFA-2236-E57BB3B03B4D}"/>
                  </a:ext>
                </a:extLst>
              </p:cNvPr>
              <p:cNvSpPr txBox="1"/>
              <p:nvPr/>
            </p:nvSpPr>
            <p:spPr>
              <a:xfrm>
                <a:off x="8217857" y="4783260"/>
                <a:ext cx="915954" cy="22783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18">
                <a:extLst>
                  <a:ext uri="{FF2B5EF4-FFF2-40B4-BE49-F238E27FC236}">
                    <ns2:creationId id="{91378978-5B74-0527-CF2A-AB0E03113EA0}"/>
                  </a:ext>
                </a:extLst>
              </p:cNvPr>
              <p:cNvSpPr txBox="1"/>
              <p:nvPr/>
            </p:nvSpPr>
            <p:spPr>
              <a:xfrm>
                <a:off x="8217857" y="5044443"/>
                <a:ext cx="915954" cy="22794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2" name="テキスト ボックス 18">
                <a:extLst>
                  <a:ext uri="{FF2B5EF4-FFF2-40B4-BE49-F238E27FC236}">
                    <ns2:creationId id="{84FD9DD0-007C-EEA2-B62A-B976D368D0BD}"/>
                  </a:ext>
                </a:extLst>
              </p:cNvPr>
              <p:cNvSpPr txBox="1"/>
              <p:nvPr/>
            </p:nvSpPr>
            <p:spPr>
              <a:xfrm>
                <a:off x="8217857" y="5305628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128" name="テキスト ボックス 18">
              <a:extLst>
                <a:ext uri="{FF2B5EF4-FFF2-40B4-BE49-F238E27FC236}">
                  <ns2:creationId id="{D727AA81-DFB8-628A-4E76-5BB1F8502C4F}"/>
                </a:ext>
              </a:extLst>
            </p:cNvPr>
            <p:cNvSpPr txBox="1"/>
            <p:nvPr/>
          </p:nvSpPr>
          <p:spPr>
            <a:xfrm>
              <a:off x="9202760" y="5305628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131" name="テキスト ボックス 18">
              <a:extLst>
                <a:ext uri="{FF2B5EF4-FFF2-40B4-BE49-F238E27FC236}">
                  <ns2:creationId id="{5B72EB90-C34B-B920-3CD1-4FCF16F2E05A}"/>
                </a:ext>
              </a:extLst>
            </p:cNvPr>
            <p:cNvSpPr txBox="1"/>
            <p:nvPr/>
          </p:nvSpPr>
          <p:spPr>
            <a:xfrm>
              <a:off x="9202760" y="5566914"/>
              <a:ext cx="2664595" cy="35429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099A81BC-5320-8496-F474-7D146A97CCD0}"/>
                </a:ext>
              </a:extLst>
            </p:cNvPr>
            <p:cNvGrpSpPr/>
            <p:nvPr/>
          </p:nvGrpSpPr>
          <p:grpSpPr>
            <a:xfrm>
              <a:off x="8217857" y="5566914"/>
              <a:ext cx="915954" cy="741839"/>
              <a:chOff x="8217857" y="5566914"/>
              <a:chExt cx="915954" cy="741839"/>
            </a:xfrm>
          </p:grpSpPr>
          <p:sp>
            <p:nvSpPr>
              <p:cNvPr id="129" name="テキスト ボックス 18">
                <a:extLst>
                  <a:ext uri="{FF2B5EF4-FFF2-40B4-BE49-F238E27FC236}">
                    <ns2:creationId id="{2A6BCA55-E652-41F7-067B-6661EAAE26EA}"/>
                  </a:ext>
                </a:extLst>
              </p:cNvPr>
              <p:cNvSpPr txBox="1"/>
              <p:nvPr/>
            </p:nvSpPr>
            <p:spPr>
              <a:xfrm>
                <a:off x="8217857" y="5566914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2" name="テキスト ボックス 18">
                <a:extLst>
                  <a:ext uri="{FF2B5EF4-FFF2-40B4-BE49-F238E27FC236}">
                    <ns2:creationId id="{F89BDA68-FDE9-93AA-1FC7-5DF2B796601A}"/>
                  </a:ext>
                </a:extLst>
              </p:cNvPr>
              <p:cNvSpPr txBox="1"/>
              <p:nvPr/>
            </p:nvSpPr>
            <p:spPr>
              <a:xfrm>
                <a:off x="8217857" y="5954457"/>
                <a:ext cx="915954" cy="354296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34" name="テキスト ボックス 18">
              <a:extLst>
                <a:ext uri="{FF2B5EF4-FFF2-40B4-BE49-F238E27FC236}">
                  <ns2:creationId id="{762917B8-DBE8-E5AF-6F4F-D0080A2ED25D}"/>
                </a:ext>
              </a:extLst>
            </p:cNvPr>
            <p:cNvSpPr txBox="1"/>
            <p:nvPr/>
          </p:nvSpPr>
          <p:spPr>
            <a:xfrm>
              <a:off x="9190676" y="5954458"/>
              <a:ext cx="2664595" cy="354296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fr-FR" altLang="ja-JP" sz="800"/>
              </a:br>
              <a:r>
                <a:rPr lang="ja-JP" altLang="en-US" sz="800"/>
                <a:t>XX</a:t>
              </a:r>
              <a:r>
                <a:rPr lang="en-US" altLang="ja-JP" sz="800"/>
                <a:t>AI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39" name="テキスト ボックス 18">
              <a:extLst>
                <a:ext uri="{FF2B5EF4-FFF2-40B4-BE49-F238E27FC236}">
                  <ns2:creationId id="{EC5FA46F-F4F4-C5AC-1C91-078E74C5AB0D}"/>
                </a:ext>
              </a:extLst>
            </p:cNvPr>
            <p:cNvSpPr txBox="1"/>
            <p:nvPr/>
          </p:nvSpPr>
          <p:spPr>
            <a:xfrm>
              <a:off x="9202760" y="3215340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" name="テキスト ボックス 18">
              <a:extLst>
                <a:ext uri="{FF2B5EF4-FFF2-40B4-BE49-F238E27FC236}">
                  <ns2:creationId id="{4636CE87-5E5D-C097-D014-4E5B7A5EBF87}"/>
                </a:ext>
              </a:extLst>
            </p:cNvPr>
            <p:cNvSpPr txBox="1"/>
            <p:nvPr/>
          </p:nvSpPr>
          <p:spPr>
            <a:xfrm>
              <a:off x="9176404" y="3476626"/>
              <a:ext cx="2664595" cy="227869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(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4" name="テキスト ボックス 18">
              <a:extLst>
                <a:ext uri="{FF2B5EF4-FFF2-40B4-BE49-F238E27FC236}">
                  <ns2:creationId id="{CA171003-CDD9-3764-DF4A-2277A42F55CE}"/>
                </a:ext>
              </a:extLst>
            </p:cNvPr>
            <p:cNvSpPr txBox="1"/>
            <p:nvPr/>
          </p:nvSpPr>
          <p:spPr>
            <a:xfrm>
              <a:off x="9202760" y="3737912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305" name="グループ化 304">
              <a:extLst>
                <a:ext uri="{FF2B5EF4-FFF2-40B4-BE49-F238E27FC236}">
                  <ns2:creationId id="{0B791790-DE6E-553F-4194-FF38197AF3A0}"/>
                </a:ext>
              </a:extLst>
            </p:cNvPr>
            <p:cNvGrpSpPr/>
            <p:nvPr/>
          </p:nvGrpSpPr>
          <p:grpSpPr>
            <a:xfrm>
              <a:off x="8217857" y="3215340"/>
              <a:ext cx="915954" cy="750613"/>
              <a:chOff x="8217857" y="3215340"/>
              <a:chExt cx="915954" cy="750613"/>
            </a:xfrm>
          </p:grpSpPr>
          <p:sp>
            <p:nvSpPr>
              <p:cNvPr id="37" name="テキスト ボックス 18">
                <a:extLst>
                  <a:ext uri="{FF2B5EF4-FFF2-40B4-BE49-F238E27FC236}">
                    <ns2:creationId id="{BAFAEC7B-8AF0-BBB3-7416-095F894A5A6E}"/>
                  </a:ext>
                </a:extLst>
              </p:cNvPr>
              <p:cNvSpPr txBox="1"/>
              <p:nvPr/>
            </p:nvSpPr>
            <p:spPr>
              <a:xfrm>
                <a:off x="8217857" y="3215340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40" name="テキスト ボックス 18">
                <a:extLst>
                  <a:ext uri="{FF2B5EF4-FFF2-40B4-BE49-F238E27FC236}">
                    <ns2:creationId id="{276722E1-0943-209F-8643-A7D08184F743}"/>
                  </a:ext>
                </a:extLst>
              </p:cNvPr>
              <p:cNvSpPr txBox="1"/>
              <p:nvPr/>
            </p:nvSpPr>
            <p:spPr>
              <a:xfrm>
                <a:off x="8217857" y="3476798"/>
                <a:ext cx="915954" cy="227869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7" name="テキスト ボックス 18">
                <a:extLst>
                  <a:ext uri="{FF2B5EF4-FFF2-40B4-BE49-F238E27FC236}">
                    <ns2:creationId id="{5300D2CC-E864-4993-2E17-186EB548A671}"/>
                  </a:ext>
                </a:extLst>
              </p:cNvPr>
              <p:cNvSpPr txBox="1"/>
              <p:nvPr/>
            </p:nvSpPr>
            <p:spPr>
              <a:xfrm>
                <a:off x="8217857" y="3737912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30" name="Straight Connector 49">
              <a:extLst>
                <a:ext uri="{FF2B5EF4-FFF2-40B4-BE49-F238E27FC236}">
                  <ns2:creationId id="{36ADDD05-99CE-79A0-76CA-2C320760A13F}"/>
                </a:ext>
              </a:extLst>
            </p:cNvPr>
            <p:cNvCxnSpPr/>
            <p:nvPr/>
          </p:nvCxnSpPr>
          <p:spPr>
            <a:xfrm>
              <a:off x="8195822" y="2369282"/>
              <a:ext cx="36638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" name="グループ化 301">
              <a:extLst>
                <a:ext uri="{FF2B5EF4-FFF2-40B4-BE49-F238E27FC236}">
                  <ns2:creationId id="{9D6F22A8-A7F4-0057-DD97-143B0ABD3A23}"/>
                </a:ext>
              </a:extLst>
            </p:cNvPr>
            <p:cNvGrpSpPr/>
            <p:nvPr/>
          </p:nvGrpSpPr>
          <p:grpSpPr>
            <a:xfrm>
              <a:off x="8217857" y="2440256"/>
              <a:ext cx="3659907" cy="741839"/>
              <a:chOff x="8217857" y="2440256"/>
              <a:chExt cx="3659907" cy="741839"/>
            </a:xfrm>
          </p:grpSpPr>
          <p:sp>
            <p:nvSpPr>
              <p:cNvPr id="33" name="テキスト ボックス 18">
                <a:extLst>
                  <a:ext uri="{FF2B5EF4-FFF2-40B4-BE49-F238E27FC236}">
                    <ns2:creationId id="{2A5977AD-1BFF-B2D2-81E8-D03EC7E71D30}"/>
                  </a:ext>
                </a:extLst>
              </p:cNvPr>
              <p:cNvSpPr txBox="1"/>
              <p:nvPr/>
            </p:nvSpPr>
            <p:spPr>
              <a:xfrm>
                <a:off x="9202760" y="2440256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1" name="テキスト ボックス 18">
                <a:extLst>
                  <a:ext uri="{FF2B5EF4-FFF2-40B4-BE49-F238E27FC236}">
                    <ns2:creationId id="{3230C21D-7A43-7CE4-836C-F753A673506A}"/>
                  </a:ext>
                </a:extLst>
              </p:cNvPr>
              <p:cNvSpPr txBox="1"/>
              <p:nvPr/>
            </p:nvSpPr>
            <p:spPr>
              <a:xfrm>
                <a:off x="8217857" y="2440256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4" name="テキスト ボックス 18">
                <a:extLst>
                  <a:ext uri="{FF2B5EF4-FFF2-40B4-BE49-F238E27FC236}">
                    <ns2:creationId id="{D42D2649-D65B-3A82-E330-5DC0BB655ADD}"/>
                  </a:ext>
                </a:extLst>
              </p:cNvPr>
              <p:cNvSpPr txBox="1"/>
              <p:nvPr/>
            </p:nvSpPr>
            <p:spPr>
              <a:xfrm>
                <a:off x="8217857" y="2827798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6" name="テキスト ボックス 18">
                <a:extLst>
                  <a:ext uri="{FF2B5EF4-FFF2-40B4-BE49-F238E27FC236}">
                    <ns2:creationId id="{688AD293-EAE4-D7A6-9CC3-021553BDF453}"/>
                  </a:ext>
                </a:extLst>
              </p:cNvPr>
              <p:cNvSpPr txBox="1"/>
              <p:nvPr/>
            </p:nvSpPr>
            <p:spPr>
              <a:xfrm>
                <a:off x="9202760" y="2827798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50" name="直線コネクタ 249">
                <a:extLst>
                  <a:ext uri="{FF2B5EF4-FFF2-40B4-BE49-F238E27FC236}">
                    <ns2:creationId id="{0A1EF0C5-DE5B-586A-7707-E165CFFCF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92352" y="2807655"/>
                <a:ext cx="2685412" cy="7042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グループ化 21">
              <a:extLst>
                <a:ext uri="{FF2B5EF4-FFF2-40B4-BE49-F238E27FC236}">
                  <ns2:creationId id="{64569769-AF94-15EF-3F94-5444264B9BC3}"/>
                </a:ext>
              </a:extLst>
            </p:cNvPr>
            <p:cNvGrpSpPr/>
            <p:nvPr/>
          </p:nvGrpSpPr>
          <p:grpSpPr>
            <a:xfrm>
              <a:off x="6143615" y="1628775"/>
              <a:ext cx="5723740" cy="396000"/>
              <a:chOff x="6143615" y="1628775"/>
              <a:chExt cx="5723740" cy="396000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325E7B60-C0B3-8C85-1C06-9E2A05ADE536}"/>
                  </a:ext>
                </a:extLst>
              </p:cNvPr>
              <p:cNvSpPr/>
              <p:nvPr/>
            </p:nvSpPr>
            <p:spPr>
              <a:xfrm>
                <a:off x="6143615" y="1628775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64" name="グラフィックス 263" descr="性別 単色塗りつぶし">
                <a:extLst>
                  <a:ext uri="{FF2B5EF4-FFF2-40B4-BE49-F238E27FC236}">
                    <ns2:creationId id="{E76B4FE3-EECF-3EAC-641E-938D547439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275982" y="16490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290" name="直線コネクタ 289">
              <a:extLst>
                <a:ext uri="{FF2B5EF4-FFF2-40B4-BE49-F238E27FC236}">
                  <ns2:creationId id="{1C2E6F54-B06B-2CA8-0AA0-482F6F83A0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19519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877A67E-9225-E055-E02C-6543A405A91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45648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FD1914BD-24D6-3B5D-24C1-140E3D97D04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71776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E35BBFBE-597C-D69A-C122-B011066360A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97905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7B4D3163-EAE1-166D-80F2-2B69D9CE5C10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24034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E30BE794-19A6-259A-20C9-71A997FEA328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76291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1B18A2A4-7CE2-5F6F-E5E5-4369C214EB26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50162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ns2:creationId id="{ECB57334-053A-3A5D-137E-4200BBE67BA4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02419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ns2:creationId id="{3E959535-AC35-4575-00EB-A6DEAB2A880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28548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ns2:creationId id="{601C46A7-EABB-AA2C-A363-98E803787422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54677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8E31BBA9-0A8B-70F2-E373-FE1CBDB9AF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934313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8" name="グループ化 327">
            <a:extLst>
              <a:ext uri="{FF2B5EF4-FFF2-40B4-BE49-F238E27FC236}">
                <ns2:creationId id="{D97F8E4C-6328-FD04-B751-7E966A50B56E}"/>
              </a:ext>
            </a:extLst>
          </p:cNvPr>
          <p:cNvGrpSpPr/>
          <p:nvPr/>
        </p:nvGrpSpPr>
        <p:grpSpPr>
          <a:xfrm>
            <a:off x="334962" y="1628773"/>
            <a:ext cx="5723741" cy="4681461"/>
            <a:chOff x="334962" y="1628773"/>
            <a:chExt cx="5723741" cy="4681461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CE5C11AF-7A66-6155-1F19-BFECA23630FE}"/>
                </a:ext>
              </a:extLst>
            </p:cNvPr>
            <p:cNvCxnSpPr>
              <a:cxnSpLocks/>
              <a:stCxn id="153" idx="0"/>
              <a:endCxn id="139" idx="2"/>
            </p:cNvCxnSpPr>
            <p:nvPr/>
          </p:nvCxnSpPr>
          <p:spPr>
            <a:xfrm flipH="1" flipV="1">
              <a:off x="3064172" y="2603813"/>
              <a:ext cx="5950" cy="1072716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グループ化 16">
              <a:extLst>
                <a:ext uri="{FF2B5EF4-FFF2-40B4-BE49-F238E27FC236}">
                  <ns2:creationId id="{84A95BC5-0CC1-39EE-2493-4D112977E86E}"/>
                </a:ext>
              </a:extLst>
            </p:cNvPr>
            <p:cNvGrpSpPr/>
            <p:nvPr/>
          </p:nvGrpSpPr>
          <p:grpSpPr>
            <a:xfrm>
              <a:off x="2344172" y="2066000"/>
              <a:ext cx="1440000" cy="537813"/>
              <a:chOff x="2596677" y="2142200"/>
              <a:chExt cx="1440000" cy="537813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5C6A4903-433A-7A31-FB8E-1B10AEA6C3F9}"/>
                  </a:ext>
                </a:extLst>
              </p:cNvPr>
              <p:cNvSpPr/>
              <p:nvPr/>
            </p:nvSpPr>
            <p:spPr>
              <a:xfrm>
                <a:off x="2596677" y="2142200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FB578A73-C764-0BA3-11C4-0023791041E1}"/>
                  </a:ext>
                </a:extLst>
              </p:cNvPr>
              <p:cNvSpPr/>
              <p:nvPr/>
            </p:nvSpPr>
            <p:spPr>
              <a:xfrm>
                <a:off x="2596677" y="2358200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" name="グループ化 17">
              <a:extLst>
                <a:ext uri="{FF2B5EF4-FFF2-40B4-BE49-F238E27FC236}">
                  <ns2:creationId id="{EF8C8643-93EE-59B0-54E3-775F7AB021FE}"/>
                </a:ext>
              </a:extLst>
            </p:cNvPr>
            <p:cNvGrpSpPr/>
            <p:nvPr/>
          </p:nvGrpSpPr>
          <p:grpSpPr>
            <a:xfrm>
              <a:off x="2344172" y="2736075"/>
              <a:ext cx="1440000" cy="537813"/>
              <a:chOff x="2596677" y="2786875"/>
              <a:chExt cx="1440000" cy="537813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242F90D2-C0CC-3509-74C8-83AE16EB2C0C}"/>
                  </a:ext>
                </a:extLst>
              </p:cNvPr>
              <p:cNvSpPr/>
              <p:nvPr/>
            </p:nvSpPr>
            <p:spPr>
              <a:xfrm>
                <a:off x="2596677" y="2786875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8CA8D02B-5E60-5C3F-3A38-BC12A4572409}"/>
                  </a:ext>
                </a:extLst>
              </p:cNvPr>
              <p:cNvSpPr/>
              <p:nvPr/>
            </p:nvSpPr>
            <p:spPr>
              <a:xfrm>
                <a:off x="2596677" y="3002875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FC2DC56B-AE3E-537B-7F21-ABBFC92542EC}"/>
                </a:ext>
              </a:extLst>
            </p:cNvPr>
            <p:cNvGrpSpPr/>
            <p:nvPr/>
          </p:nvGrpSpPr>
          <p:grpSpPr>
            <a:xfrm>
              <a:off x="4618703" y="2223238"/>
              <a:ext cx="1440000" cy="537813"/>
              <a:chOff x="4733003" y="2377526"/>
              <a:chExt cx="1440000" cy="537813"/>
            </a:xfrm>
          </p:grpSpPr>
          <p:sp>
            <p:nvSpPr>
              <p:cNvPr id="145" name="正方形/長方形 144">
                <a:extLst>
                  <a:ext uri="{FF2B5EF4-FFF2-40B4-BE49-F238E27FC236}">
                    <ns2:creationId id="{31B2662A-67F1-574B-AA3C-D282B58B0159}"/>
                  </a:ext>
                </a:extLst>
              </p:cNvPr>
              <p:cNvSpPr/>
              <p:nvPr/>
            </p:nvSpPr>
            <p:spPr>
              <a:xfrm>
                <a:off x="4733003" y="2377526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B692B93D-1819-DBE2-1B64-91797244D0EF}"/>
                  </a:ext>
                </a:extLst>
              </p:cNvPr>
              <p:cNvSpPr/>
              <p:nvPr/>
            </p:nvSpPr>
            <p:spPr>
              <a:xfrm>
                <a:off x="4733003" y="2593526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2CD62190-145C-3406-2A45-F7CC50268D72}"/>
                </a:ext>
              </a:extLst>
            </p:cNvPr>
            <p:cNvGrpSpPr/>
            <p:nvPr/>
          </p:nvGrpSpPr>
          <p:grpSpPr>
            <a:xfrm>
              <a:off x="4618703" y="2857101"/>
              <a:ext cx="1440000" cy="641486"/>
              <a:chOff x="4733003" y="3022201"/>
              <a:chExt cx="1440000" cy="641486"/>
            </a:xfrm>
          </p:grpSpPr>
          <p:sp>
            <p:nvSpPr>
              <p:cNvPr id="149" name="正方形/長方形 148">
                <a:extLst>
                  <a:ext uri="{FF2B5EF4-FFF2-40B4-BE49-F238E27FC236}">
                    <ns2:creationId id="{C16D9F1E-66AD-4301-8AAA-1E9793024285}"/>
                  </a:ext>
                </a:extLst>
              </p:cNvPr>
              <p:cNvSpPr/>
              <p:nvPr/>
            </p:nvSpPr>
            <p:spPr>
              <a:xfrm>
                <a:off x="4733003" y="3022201"/>
                <a:ext cx="1440000" cy="257638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231FEFFC-0282-1D79-90CE-31B40E0C704A}"/>
                  </a:ext>
                </a:extLst>
              </p:cNvPr>
              <p:cNvSpPr/>
              <p:nvPr/>
            </p:nvSpPr>
            <p:spPr>
              <a:xfrm>
                <a:off x="4733003" y="3279839"/>
                <a:ext cx="1440000" cy="38384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ja-JP" altLang="en-US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51" name="正方形/長方形 150">
              <a:extLst>
                <a:ext uri="{FF2B5EF4-FFF2-40B4-BE49-F238E27FC236}">
                  <ns2:creationId id="{7735408D-E1F2-53C6-12AA-A2F28A342743}"/>
                </a:ext>
              </a:extLst>
            </p:cNvPr>
            <p:cNvSpPr/>
            <p:nvPr/>
          </p:nvSpPr>
          <p:spPr>
            <a:xfrm>
              <a:off x="939734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ABFD9F57-F446-9D1D-12AA-27BE96AB9836}"/>
                </a:ext>
              </a:extLst>
            </p:cNvPr>
            <p:cNvGrpSpPr/>
            <p:nvPr/>
          </p:nvGrpSpPr>
          <p:grpSpPr>
            <a:xfrm>
              <a:off x="334963" y="4201829"/>
              <a:ext cx="504000" cy="648001"/>
              <a:chOff x="334961" y="4201829"/>
              <a:chExt cx="540000" cy="648001"/>
            </a:xfrm>
          </p:grpSpPr>
          <p:sp>
            <p:nvSpPr>
              <p:cNvPr id="157" name="正方形/長方形 156">
                <a:extLst>
                  <a:ext uri="{FF2B5EF4-FFF2-40B4-BE49-F238E27FC236}">
                    <ns2:creationId id="{8B70012A-816E-DC1A-52A7-DEE1D4395843}"/>
                  </a:ext>
                </a:extLst>
              </p:cNvPr>
              <p:cNvSpPr/>
              <p:nvPr/>
            </p:nvSpPr>
            <p:spPr>
              <a:xfrm>
                <a:off x="334961" y="4201830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  <a:endParaRPr kumimoji="0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161" name="直線コネクタ 160">
                <a:extLst>
                  <a:ext uri="{FF2B5EF4-FFF2-40B4-BE49-F238E27FC236}">
                    <ns2:creationId id="{18B6A81A-CC9C-9F62-3343-960E7EFBED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201829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FFDB6FEF-2BB1-75C5-2983-93AEA14CC7EF}"/>
                </a:ext>
              </a:extLst>
            </p:cNvPr>
            <p:cNvGrpSpPr/>
            <p:nvPr/>
          </p:nvGrpSpPr>
          <p:grpSpPr>
            <a:xfrm>
              <a:off x="334963" y="4935377"/>
              <a:ext cx="504000" cy="648001"/>
              <a:chOff x="334961" y="4935377"/>
              <a:chExt cx="540000" cy="648001"/>
            </a:xfrm>
          </p:grpSpPr>
          <p:sp>
            <p:nvSpPr>
              <p:cNvPr id="158" name="正方形/長方形 157">
                <a:extLst>
                  <a:ext uri="{FF2B5EF4-FFF2-40B4-BE49-F238E27FC236}">
                    <ns2:creationId id="{A0A9D840-9763-6EC0-3118-C2B366EE283F}"/>
                  </a:ext>
                </a:extLst>
              </p:cNvPr>
              <p:cNvSpPr/>
              <p:nvPr/>
            </p:nvSpPr>
            <p:spPr>
              <a:xfrm>
                <a:off x="334961" y="4935377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</a:b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ADC7E04D-E017-543B-EEAD-3D431F6129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935378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669C20F3-F85A-CD30-7CC8-1685B73D6F59}"/>
                </a:ext>
              </a:extLst>
            </p:cNvPr>
            <p:cNvGrpSpPr/>
            <p:nvPr/>
          </p:nvGrpSpPr>
          <p:grpSpPr>
            <a:xfrm>
              <a:off x="334963" y="5662234"/>
              <a:ext cx="504000" cy="648000"/>
              <a:chOff x="334961" y="5662234"/>
              <a:chExt cx="540000" cy="648000"/>
            </a:xfrm>
          </p:grpSpPr>
          <p:sp>
            <p:nvSpPr>
              <p:cNvPr id="159" name="正方形/長方形 158">
                <a:extLst>
                  <a:ext uri="{FF2B5EF4-FFF2-40B4-BE49-F238E27FC236}">
                    <ns2:creationId id="{F4B9B143-CDF9-0927-5001-05792BB7D369}"/>
                  </a:ext>
                </a:extLst>
              </p:cNvPr>
              <p:cNvSpPr/>
              <p:nvPr/>
            </p:nvSpPr>
            <p:spPr>
              <a:xfrm>
                <a:off x="334961" y="5662234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94C3A0C9-6280-D168-F87F-16783931C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5662234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正方形/長方形 168">
              <a:extLst>
                <a:ext uri="{FF2B5EF4-FFF2-40B4-BE49-F238E27FC236}">
                  <ns2:creationId id="{B576E8B7-D3A1-615F-C8BB-2369C874257F}"/>
                </a:ext>
              </a:extLst>
            </p:cNvPr>
            <p:cNvSpPr/>
            <p:nvPr/>
          </p:nvSpPr>
          <p:spPr>
            <a:xfrm>
              <a:off x="939734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B431B064-B81E-041D-48D7-55186CD9510E}"/>
                </a:ext>
              </a:extLst>
            </p:cNvPr>
            <p:cNvSpPr/>
            <p:nvPr/>
          </p:nvSpPr>
          <p:spPr>
            <a:xfrm>
              <a:off x="939734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D90093A4-1FEE-6C4F-DFA4-CFA288552FAF}"/>
                </a:ext>
              </a:extLst>
            </p:cNvPr>
            <p:cNvSpPr/>
            <p:nvPr/>
          </p:nvSpPr>
          <p:spPr>
            <a:xfrm>
              <a:off x="939734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792C298A-BFC5-D407-B491-C78799DC5855}"/>
                </a:ext>
              </a:extLst>
            </p:cNvPr>
            <p:cNvSpPr/>
            <p:nvPr/>
          </p:nvSpPr>
          <p:spPr>
            <a:xfrm>
              <a:off x="1797928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6D17375-0BE2-E17C-E3E4-0A6C533E8C5A}"/>
                </a:ext>
              </a:extLst>
            </p:cNvPr>
            <p:cNvSpPr/>
            <p:nvPr/>
          </p:nvSpPr>
          <p:spPr>
            <a:xfrm>
              <a:off x="1797928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34E4A1D6-6B64-BCB2-8CDD-9EC16C1AF225}"/>
                </a:ext>
              </a:extLst>
            </p:cNvPr>
            <p:cNvSpPr/>
            <p:nvPr/>
          </p:nvSpPr>
          <p:spPr>
            <a:xfrm>
              <a:off x="1797928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1A25ECF8-91D5-DE79-BB16-5641F6AF1A3D}"/>
                </a:ext>
              </a:extLst>
            </p:cNvPr>
            <p:cNvSpPr/>
            <p:nvPr/>
          </p:nvSpPr>
          <p:spPr>
            <a:xfrm>
              <a:off x="1797928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br>
                <a:rPr lang="fr-FR" altLang="ja-JP" sz="1000">
                  <a:solidFill>
                    <a:srgbClr val="000000"/>
                  </a:solidFill>
                </a:rPr>
              </a:b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5C7D138E-3CC3-B557-9309-3CCE7E7DC056}"/>
                </a:ext>
              </a:extLst>
            </p:cNvPr>
            <p:cNvSpPr/>
            <p:nvPr/>
          </p:nvSpPr>
          <p:spPr>
            <a:xfrm>
              <a:off x="2656122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F5F4FDAC-C08E-5973-4BE3-DF2947177364}"/>
                </a:ext>
              </a:extLst>
            </p:cNvPr>
            <p:cNvSpPr/>
            <p:nvPr/>
          </p:nvSpPr>
          <p:spPr>
            <a:xfrm>
              <a:off x="2656122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1E89F9C6-C528-7546-851E-22702FBC5AF6}"/>
                </a:ext>
              </a:extLst>
            </p:cNvPr>
            <p:cNvSpPr/>
            <p:nvPr/>
          </p:nvSpPr>
          <p:spPr>
            <a:xfrm>
              <a:off x="2656122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924064ED-101E-24BF-B7ED-0173A425A78B}"/>
                </a:ext>
              </a:extLst>
            </p:cNvPr>
            <p:cNvSpPr/>
            <p:nvPr/>
          </p:nvSpPr>
          <p:spPr>
            <a:xfrm>
              <a:off x="2656122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028AC00D-7048-FF6D-A0C3-EC6FFA93A65A}"/>
                </a:ext>
              </a:extLst>
            </p:cNvPr>
            <p:cNvSpPr/>
            <p:nvPr/>
          </p:nvSpPr>
          <p:spPr>
            <a:xfrm>
              <a:off x="3514316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8E5E2897-979F-2428-BC90-A2F884489F48}"/>
                </a:ext>
              </a:extLst>
            </p:cNvPr>
            <p:cNvSpPr/>
            <p:nvPr/>
          </p:nvSpPr>
          <p:spPr>
            <a:xfrm>
              <a:off x="3514316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9EF4EC27-9898-02CC-870F-2582A0EB0B65}"/>
                </a:ext>
              </a:extLst>
            </p:cNvPr>
            <p:cNvSpPr/>
            <p:nvPr/>
          </p:nvSpPr>
          <p:spPr>
            <a:xfrm>
              <a:off x="3514316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93C928F6-4928-C3C5-B121-CC7B93154547}"/>
                </a:ext>
              </a:extLst>
            </p:cNvPr>
            <p:cNvSpPr/>
            <p:nvPr/>
          </p:nvSpPr>
          <p:spPr>
            <a:xfrm>
              <a:off x="3514316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br>
                <a:rPr lang="en-US" altLang="zh-TW" sz="1000">
                  <a:solidFill>
                    <a:srgbClr val="000000"/>
                  </a:solidFill>
                </a:rPr>
              </a:b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03AEC9A6-300C-7322-F59E-0B49D59EFDF4}"/>
                </a:ext>
              </a:extLst>
            </p:cNvPr>
            <p:cNvSpPr/>
            <p:nvPr/>
          </p:nvSpPr>
          <p:spPr>
            <a:xfrm>
              <a:off x="4372510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35817AF2-3931-E7A5-E715-294510B92696}"/>
                </a:ext>
              </a:extLst>
            </p:cNvPr>
            <p:cNvSpPr/>
            <p:nvPr/>
          </p:nvSpPr>
          <p:spPr>
            <a:xfrm>
              <a:off x="4372509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3DB7EBAB-032E-700E-DCF7-7B43C2AE632C}"/>
                </a:ext>
              </a:extLst>
            </p:cNvPr>
            <p:cNvSpPr/>
            <p:nvPr/>
          </p:nvSpPr>
          <p:spPr>
            <a:xfrm>
              <a:off x="4372509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7F475856-347E-FCF5-FB7C-D101E06562A5}"/>
                </a:ext>
              </a:extLst>
            </p:cNvPr>
            <p:cNvSpPr/>
            <p:nvPr/>
          </p:nvSpPr>
          <p:spPr>
            <a:xfrm>
              <a:off x="4372509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FB96D705-30A9-2315-E499-783527AC9C53}"/>
                </a:ext>
              </a:extLst>
            </p:cNvPr>
            <p:cNvSpPr/>
            <p:nvPr/>
          </p:nvSpPr>
          <p:spPr>
            <a:xfrm>
              <a:off x="5230703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4AED14E-03AA-4C05-71CF-6E0F2BB7B37D}"/>
                </a:ext>
              </a:extLst>
            </p:cNvPr>
            <p:cNvSpPr/>
            <p:nvPr/>
          </p:nvSpPr>
          <p:spPr>
            <a:xfrm>
              <a:off x="5230703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067F5639-4CE8-908E-E67F-4B3413844D02}"/>
                </a:ext>
              </a:extLst>
            </p:cNvPr>
            <p:cNvSpPr/>
            <p:nvPr/>
          </p:nvSpPr>
          <p:spPr>
            <a:xfrm>
              <a:off x="5230703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78C31CA5-83A8-7FAD-2AA8-26931914AB80}"/>
                </a:ext>
              </a:extLst>
            </p:cNvPr>
            <p:cNvSpPr/>
            <p:nvPr/>
          </p:nvSpPr>
          <p:spPr>
            <a:xfrm>
              <a:off x="5230703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0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7" name="グループ化 316">
              <a:extLst>
                <a:ext uri="{FF2B5EF4-FFF2-40B4-BE49-F238E27FC236}">
                  <ns2:creationId id="{18988F49-6C7C-250A-87E3-3DA4B93406A5}"/>
                </a:ext>
              </a:extLst>
            </p:cNvPr>
            <p:cNvGrpSpPr/>
            <p:nvPr/>
          </p:nvGrpSpPr>
          <p:grpSpPr>
            <a:xfrm>
              <a:off x="334963" y="2066000"/>
              <a:ext cx="1368000" cy="1207888"/>
              <a:chOff x="334963" y="2066000"/>
              <a:chExt cx="1368000" cy="1207888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5E814028-B560-1ECE-D408-B0D2F9CF65D6}"/>
                  </a:ext>
                </a:extLst>
              </p:cNvPr>
              <p:cNvSpPr/>
              <p:nvPr/>
            </p:nvSpPr>
            <p:spPr>
              <a:xfrm>
                <a:off x="334963" y="2066000"/>
                <a:ext cx="1368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14CFA503-F07E-285E-4221-DC8DAB718522}"/>
                  </a:ext>
                </a:extLst>
              </p:cNvPr>
              <p:cNvSpPr/>
              <p:nvPr/>
            </p:nvSpPr>
            <p:spPr>
              <a:xfrm>
                <a:off x="334963" y="2282000"/>
                <a:ext cx="1368000" cy="99188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4226580-6BEF-1D20-F433-DA684ED690A9}"/>
                </a:ext>
              </a:extLst>
            </p:cNvPr>
            <p:cNvGrpSpPr/>
            <p:nvPr/>
          </p:nvGrpSpPr>
          <p:grpSpPr>
            <a:xfrm>
              <a:off x="334962" y="1628773"/>
              <a:ext cx="5723740" cy="396000"/>
              <a:chOff x="334962" y="1628773"/>
              <a:chExt cx="5723740" cy="396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5937F238-1F05-5CF4-7AC3-6A5F69F26FFA}"/>
                  </a:ext>
                </a:extLst>
              </p:cNvPr>
              <p:cNvSpPr/>
              <p:nvPr/>
            </p:nvSpPr>
            <p:spPr>
              <a:xfrm>
                <a:off x="334962" y="1628773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10" name="グラフィックス 209" descr="フローチャート 単色塗りつぶし">
                <a:extLst>
                  <a:ext uri="{FF2B5EF4-FFF2-40B4-BE49-F238E27FC236}">
                    <ns2:creationId id="{50BADFED-FA90-7B30-EE4F-1CD948EE5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408715" y="1634342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22" name="矢印: 左右 221">
              <a:extLst>
                <a:ext uri="{FF2B5EF4-FFF2-40B4-BE49-F238E27FC236}">
                  <ns2:creationId id="{2CD4DCFD-FE35-5109-E4FE-C272C46673A1}"/>
                </a:ext>
              </a:extLst>
            </p:cNvPr>
            <p:cNvSpPr/>
            <p:nvPr/>
          </p:nvSpPr>
          <p:spPr>
            <a:xfrm>
              <a:off x="1717613" y="2376042"/>
              <a:ext cx="627759" cy="601384"/>
            </a:xfrm>
            <a:prstGeom prst="leftRightArrow">
              <a:avLst>
                <a:gd name="adj1" fmla="val 54224"/>
                <a:gd name="adj2" fmla="val 2888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0"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A79A723B-1F1B-90F0-7E89-4C5E17064E1B}"/>
                </a:ext>
              </a:extLst>
            </p:cNvPr>
            <p:cNvCxnSpPr>
              <a:cxnSpLocks/>
              <a:stCxn id="146" idx="2"/>
              <a:endCxn id="149" idx="0"/>
            </p:cNvCxnSpPr>
            <p:nvPr/>
          </p:nvCxnSpPr>
          <p:spPr>
            <a:xfrm>
              <a:off x="5338703" y="2761051"/>
              <a:ext cx="0" cy="9605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コネクタ: カギ線 318">
              <a:extLst>
                <a:ext uri="{FF2B5EF4-FFF2-40B4-BE49-F238E27FC236}">
                  <ns2:creationId id="{43398F20-FB74-7BBB-3999-E1F444E56664}"/>
                </a:ext>
              </a:extLst>
            </p:cNvPr>
            <p:cNvCxnSpPr>
              <a:stCxn id="151" idx="0"/>
              <a:endCxn id="155" idx="0"/>
            </p:cNvCxnSpPr>
            <p:nvPr/>
          </p:nvCxnSpPr>
          <p:spPr>
            <a:xfrm rot="5400000" flipH="1" flipV="1">
              <a:off x="3070122" y="1960141"/>
              <a:ext cx="12700" cy="3432776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コネクタ: カギ線 320">
              <a:extLst>
                <a:ext uri="{FF2B5EF4-FFF2-40B4-BE49-F238E27FC236}">
                  <ns2:creationId id="{AD05B1A0-79D7-1B72-8BFD-8862AF942EDE}"/>
                </a:ext>
              </a:extLst>
            </p:cNvPr>
            <p:cNvCxnSpPr>
              <a:stCxn id="152" idx="0"/>
              <a:endCxn id="154" idx="0"/>
            </p:cNvCxnSpPr>
            <p:nvPr/>
          </p:nvCxnSpPr>
          <p:spPr>
            <a:xfrm rot="5400000" flipH="1" flipV="1">
              <a:off x="3070122" y="2818335"/>
              <a:ext cx="12700" cy="1716388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直線コネクタ 326">
              <a:extLst>
                <a:ext uri="{FF2B5EF4-FFF2-40B4-BE49-F238E27FC236}">
                  <ns2:creationId id="{25AE3DC9-AC56-B9F0-7C0C-14400B61FA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64172" y="3363813"/>
              <a:ext cx="1554531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135056215"/>
      </p:ext>
    </p:extLst>
  </p:cSld>
  <p:clrMapOvr>
    <a:masterClrMapping/>
  </p:clrMapOvr>
</p:sld>
</file>

<file path=ppt/slides/slide3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C5DD2C-3928-0218-60DB-9757C251B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47DC19C-6D80-D3A5-6FB4-20FF5A1532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</a:p>
        </p:txBody>
      </p:sp>
      <p:sp>
        <p:nvSpPr>
          <p:cNvPr id="202" name="テキスト プレースホルダー 2">
            <a:extLst>
              <a:ext uri="{FF2B5EF4-FFF2-40B4-BE49-F238E27FC236}">
                <ns2:creationId id="{4C299365-5243-5DC6-BEE3-D2F051534F2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363400F8-4959-179F-07DA-CAD95CEF18EF}"/>
              </a:ext>
            </a:extLst>
          </p:cNvPr>
          <p:cNvGrpSpPr/>
          <p:nvPr/>
        </p:nvGrpSpPr>
        <p:grpSpPr>
          <a:xfrm>
            <a:off x="334962" y="1341437"/>
            <a:ext cx="11540007" cy="287337"/>
            <a:chOff x="334962" y="1341437"/>
            <a:chExt cx="11540007" cy="287337"/>
          </a:xfrm>
        </p:grpSpPr>
        <p:sp>
          <p:nvSpPr>
            <p:cNvPr id="11" name="正方形/長方形 10">
              <a:extLst>
                <a:ext uri="{FF2B5EF4-FFF2-40B4-BE49-F238E27FC236}">
                  <ns2:creationId id="{43A06B0B-0362-FF4A-BBCD-C6261FAC74C3}"/>
                </a:ext>
              </a:extLst>
            </p:cNvPr>
            <p:cNvSpPr/>
            <p:nvPr/>
          </p:nvSpPr>
          <p:spPr>
            <a:xfrm>
              <a:off x="334962" y="1341437"/>
              <a:ext cx="11540007" cy="287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fr-FR" altLang="ja-JP" sz="1200" b="1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(</a:t>
              </a: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)</a:t>
              </a:r>
              <a:endParaRPr kumimoji="0" lang="ja-JP" altLang="ja-JP" sz="1200" b="1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5" name="グラフィックス 4" descr="日毎カレンダー 枠線">
              <a:extLst>
                <a:ext uri="{FF2B5EF4-FFF2-40B4-BE49-F238E27FC236}">
                  <ns2:creationId id="{E5434E93-7E2B-E640-2CF3-993BE0D4CA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341437"/>
              <a:ext cx="287337" cy="287337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7BA3440A-F89D-A195-3219-3CB2C2C06BBE}"/>
              </a:ext>
            </a:extLst>
          </p:cNvPr>
          <p:cNvGrpSpPr/>
          <p:nvPr/>
        </p:nvGrpSpPr>
        <p:grpSpPr>
          <a:xfrm>
            <a:off x="334962" y="1634874"/>
            <a:ext cx="11528736" cy="4674752"/>
            <a:chOff x="334962" y="1634874"/>
            <a:chExt cx="11528736" cy="4674752"/>
          </a:xfrm>
        </p:grpSpPr>
        <p:sp>
          <p:nvSpPr>
            <p:cNvPr id="17" name="正方形/長方形 16">
              <a:extLst>
                <a:ext uri="{FF2B5EF4-FFF2-40B4-BE49-F238E27FC236}">
                  <ns2:creationId id="{B8DFFA02-C5DC-A917-C9D9-848D4116F943}"/>
                </a:ext>
              </a:extLst>
            </p:cNvPr>
            <p:cNvSpPr/>
            <p:nvPr/>
          </p:nvSpPr>
          <p:spPr>
            <a:xfrm>
              <a:off x="334962" y="2391867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72E5975-6B51-621C-E5EB-61C61CECF188}"/>
                </a:ext>
              </a:extLst>
            </p:cNvPr>
            <p:cNvSpPr/>
            <p:nvPr/>
          </p:nvSpPr>
          <p:spPr>
            <a:xfrm>
              <a:off x="334962" y="295469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 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5B3476-559E-9E3C-8A35-91FAF2DDF0AC}"/>
                </a:ext>
              </a:extLst>
            </p:cNvPr>
            <p:cNvSpPr/>
            <p:nvPr/>
          </p:nvSpPr>
          <p:spPr>
            <a:xfrm>
              <a:off x="334962" y="3329906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</a:t>
              </a:r>
              <a:br>
                <a:rPr kumimoji="0" lang="en-US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5960DEB-3DA5-3889-E25B-7833081D98BA}"/>
                </a:ext>
              </a:extLst>
            </p:cNvPr>
            <p:cNvSpPr/>
            <p:nvPr/>
          </p:nvSpPr>
          <p:spPr>
            <a:xfrm>
              <a:off x="334962" y="201665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9284103D-855A-3A07-F868-A96D4A4E2E9F}"/>
                </a:ext>
              </a:extLst>
            </p:cNvPr>
            <p:cNvSpPr/>
            <p:nvPr/>
          </p:nvSpPr>
          <p:spPr>
            <a:xfrm>
              <a:off x="334962" y="389273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F4958980-DEE4-8E64-3E23-22C1E78CE3FF}"/>
                </a:ext>
              </a:extLst>
            </p:cNvPr>
            <p:cNvSpPr/>
            <p:nvPr/>
          </p:nvSpPr>
          <p:spPr>
            <a:xfrm>
              <a:off x="334962" y="445555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CDA7251-5888-43FA-B053-0A1FD5D9E029}"/>
                </a:ext>
              </a:extLst>
            </p:cNvPr>
            <p:cNvSpPr/>
            <p:nvPr/>
          </p:nvSpPr>
          <p:spPr>
            <a:xfrm>
              <a:off x="334962" y="4643163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47DF1EE6-6E89-1E78-C19E-7B8232790365}"/>
                </a:ext>
              </a:extLst>
            </p:cNvPr>
            <p:cNvSpPr/>
            <p:nvPr/>
          </p:nvSpPr>
          <p:spPr>
            <a:xfrm>
              <a:off x="334962" y="4080339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1D583FE-6077-2B7B-D1CE-8810DE3CD7C8}"/>
                </a:ext>
              </a:extLst>
            </p:cNvPr>
            <p:cNvSpPr/>
            <p:nvPr/>
          </p:nvSpPr>
          <p:spPr>
            <a:xfrm>
              <a:off x="334962" y="501837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8AE862BA-A33C-5743-BE12-68E70E11D71F}"/>
                </a:ext>
              </a:extLst>
            </p:cNvPr>
            <p:cNvSpPr/>
            <p:nvPr/>
          </p:nvSpPr>
          <p:spPr>
            <a:xfrm>
              <a:off x="334962" y="5581203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2C7322F5-55D7-94B1-13A5-1F18EF2D2A21}"/>
                </a:ext>
              </a:extLst>
            </p:cNvPr>
            <p:cNvSpPr/>
            <p:nvPr/>
          </p:nvSpPr>
          <p:spPr>
            <a:xfrm>
              <a:off x="334962" y="5205987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FBBA2EFE-E79A-6472-ED21-33604A85964A}"/>
                </a:ext>
              </a:extLst>
            </p:cNvPr>
            <p:cNvSpPr/>
            <p:nvPr/>
          </p:nvSpPr>
          <p:spPr>
            <a:xfrm>
              <a:off x="334962" y="539359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EEFB8E-C80B-82C0-E77B-D397C4902AC9}"/>
                </a:ext>
              </a:extLst>
            </p:cNvPr>
            <p:cNvSpPr/>
            <p:nvPr/>
          </p:nvSpPr>
          <p:spPr>
            <a:xfrm>
              <a:off x="334962" y="576881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4220D20-F483-C6BD-9E37-8953852F70B6}"/>
                </a:ext>
              </a:extLst>
            </p:cNvPr>
            <p:cNvSpPr/>
            <p:nvPr/>
          </p:nvSpPr>
          <p:spPr>
            <a:xfrm>
              <a:off x="334962" y="595641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6DBC5374-D8FD-A8D4-4FD8-E26FBEF9A47E}"/>
                </a:ext>
              </a:extLst>
            </p:cNvPr>
            <p:cNvSpPr/>
            <p:nvPr/>
          </p:nvSpPr>
          <p:spPr>
            <a:xfrm>
              <a:off x="334962" y="6144026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3876AA9C-C64C-B667-4971-EDDD66F88D68}"/>
                </a:ext>
              </a:extLst>
            </p:cNvPr>
            <p:cNvGrpSpPr/>
            <p:nvPr/>
          </p:nvGrpSpPr>
          <p:grpSpPr>
            <a:xfrm>
              <a:off x="1440361" y="1843891"/>
              <a:ext cx="3455024" cy="4465735"/>
              <a:chOff x="1440361" y="1843891"/>
              <a:chExt cx="3343511" cy="4465735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B2FC91C5-5357-7661-9367-6085B458FA46}"/>
                  </a:ext>
                </a:extLst>
              </p:cNvPr>
              <p:cNvGrpSpPr/>
              <p:nvPr/>
            </p:nvGrpSpPr>
            <p:grpSpPr>
              <a:xfrm>
                <a:off x="1440361" y="1843891"/>
                <a:ext cx="3343511" cy="149667"/>
                <a:chOff x="1290759" y="1872300"/>
                <a:chExt cx="636588" cy="149667"/>
              </a:xfrm>
            </p:grpSpPr>
            <p:sp>
              <p:nvSpPr>
                <p:cNvPr id="7" name="table_TWformat_1_1">
                  <a:extLst>
                    <a:ext uri="{FF2B5EF4-FFF2-40B4-BE49-F238E27FC236}">
                      <ns2:creationId id="{5FB43CA4-E913-2773-76C5-6AF3733735DE}"/>
                    </a:ext>
                  </a:extLst>
                </p:cNvPr>
                <p:cNvSpPr txBox="1"/>
                <p:nvPr/>
              </p:nvSpPr>
              <p:spPr>
                <a:xfrm>
                  <a:off x="1290759" y="1872300"/>
                  <a:ext cx="636588" cy="149667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kumimoji="0" lang="ja-JP" altLang="ja-JP" sz="80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  <a:endParaRPr lang="ja-JP" altLang="en-US" sz="8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8" name="Straight Connector 50">
                  <a:extLst>
                    <a:ext uri="{FF2B5EF4-FFF2-40B4-BE49-F238E27FC236}">
                      <ns2:creationId id="{C6DD0AD9-6758-C06E-8184-E21833FE4DE5}"/>
                    </a:ext>
                  </a:extLst>
                </p:cNvPr>
                <p:cNvCxnSpPr/>
                <p:nvPr/>
              </p:nvCxnSpPr>
              <p:spPr>
                <a:xfrm>
                  <a:off x="1290759" y="2021967"/>
                  <a:ext cx="636588" cy="0"/>
                </a:xfrm>
                <a:prstGeom prst="line">
                  <a:avLst/>
                </a:prstGeom>
                <a:ln w="9525">
                  <a:solidFill>
                    <a:srgbClr val="41414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" name="正方形/長方形 14">
                <a:extLst>
                  <a:ext uri="{FF2B5EF4-FFF2-40B4-BE49-F238E27FC236}">
                    <ns2:creationId id="{2EAC9227-87B8-3DDE-7531-EAB77D4F0BC0}"/>
                  </a:ext>
                </a:extLst>
              </p:cNvPr>
              <p:cNvSpPr/>
              <p:nvPr/>
            </p:nvSpPr>
            <p:spPr>
              <a:xfrm>
                <a:off x="1440361" y="201665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7306141-002D-78FD-E3B8-5BEB486ACDC4}"/>
                  </a:ext>
                </a:extLst>
              </p:cNvPr>
              <p:cNvSpPr/>
              <p:nvPr/>
            </p:nvSpPr>
            <p:spPr>
              <a:xfrm>
                <a:off x="1440361" y="220425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8641A6B9-1276-39EE-3C44-3C690265DA92}"/>
                  </a:ext>
                </a:extLst>
              </p:cNvPr>
              <p:cNvSpPr/>
              <p:nvPr/>
            </p:nvSpPr>
            <p:spPr>
              <a:xfrm>
                <a:off x="1440361" y="239186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A66C28B-7823-12FB-07B9-784992F610A5}"/>
                  </a:ext>
                </a:extLst>
              </p:cNvPr>
              <p:cNvSpPr/>
              <p:nvPr/>
            </p:nvSpPr>
            <p:spPr>
              <a:xfrm>
                <a:off x="1440361" y="257947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F5CE70E-C61B-A8FD-738A-32511B1FEEB5}"/>
                  </a:ext>
                </a:extLst>
              </p:cNvPr>
              <p:cNvSpPr/>
              <p:nvPr/>
            </p:nvSpPr>
            <p:spPr>
              <a:xfrm>
                <a:off x="1440361" y="276708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3EFCA75-0719-8855-965B-E4CDA8E278A8}"/>
                  </a:ext>
                </a:extLst>
              </p:cNvPr>
              <p:cNvSpPr/>
              <p:nvPr/>
            </p:nvSpPr>
            <p:spPr>
              <a:xfrm>
                <a:off x="1440361" y="295469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866C23B4-D6C1-804C-28DA-7E7FD4495C78}"/>
                  </a:ext>
                </a:extLst>
              </p:cNvPr>
              <p:cNvSpPr/>
              <p:nvPr/>
            </p:nvSpPr>
            <p:spPr>
              <a:xfrm>
                <a:off x="1440361" y="314229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D6D395B2-29EB-62E1-BAFE-E2E88DC71971}"/>
                  </a:ext>
                </a:extLst>
              </p:cNvPr>
              <p:cNvSpPr/>
              <p:nvPr/>
            </p:nvSpPr>
            <p:spPr>
              <a:xfrm>
                <a:off x="1440361" y="332990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70A604-F1C3-18A5-14C1-8AA0D0D097B2}"/>
                  </a:ext>
                </a:extLst>
              </p:cNvPr>
              <p:cNvSpPr/>
              <p:nvPr/>
            </p:nvSpPr>
            <p:spPr>
              <a:xfrm>
                <a:off x="1440361" y="351751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B4730A49-9D7A-DBC3-3CD4-9924D1AD252F}"/>
                  </a:ext>
                </a:extLst>
              </p:cNvPr>
              <p:cNvSpPr/>
              <p:nvPr/>
            </p:nvSpPr>
            <p:spPr>
              <a:xfrm>
                <a:off x="1440361" y="370512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7C0087E5-AE6F-C547-113B-58748A5BD8B9}"/>
                  </a:ext>
                </a:extLst>
              </p:cNvPr>
              <p:cNvSpPr/>
              <p:nvPr/>
            </p:nvSpPr>
            <p:spPr>
              <a:xfrm>
                <a:off x="1440361" y="389273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B7751CB-DDF2-9492-BC99-7EB190FC6B24}"/>
                  </a:ext>
                </a:extLst>
              </p:cNvPr>
              <p:cNvSpPr/>
              <p:nvPr/>
            </p:nvSpPr>
            <p:spPr>
              <a:xfrm>
                <a:off x="1440361" y="408033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8C0C5418-1D13-9EE4-1B76-FEDC614333F4}"/>
                  </a:ext>
                </a:extLst>
              </p:cNvPr>
              <p:cNvSpPr/>
              <p:nvPr/>
            </p:nvSpPr>
            <p:spPr>
              <a:xfrm>
                <a:off x="1440361" y="426794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B52DD81C-B5DA-D134-810B-5275C82C8959}"/>
                  </a:ext>
                </a:extLst>
              </p:cNvPr>
              <p:cNvSpPr/>
              <p:nvPr/>
            </p:nvSpPr>
            <p:spPr>
              <a:xfrm>
                <a:off x="1440361" y="445555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765A2F7-45D0-9E30-E656-428EFA0F2BCB}"/>
                  </a:ext>
                </a:extLst>
              </p:cNvPr>
              <p:cNvSpPr/>
              <p:nvPr/>
            </p:nvSpPr>
            <p:spPr>
              <a:xfrm>
                <a:off x="1440361" y="464316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B4C4BC70-EC60-F192-54F5-4EAF98A67FF4}"/>
                  </a:ext>
                </a:extLst>
              </p:cNvPr>
              <p:cNvSpPr/>
              <p:nvPr/>
            </p:nvSpPr>
            <p:spPr>
              <a:xfrm>
                <a:off x="1440361" y="483077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3D9CEC8A-5FA8-6858-2BEB-6C5058B41EE5}"/>
                  </a:ext>
                </a:extLst>
              </p:cNvPr>
              <p:cNvSpPr/>
              <p:nvPr/>
            </p:nvSpPr>
            <p:spPr>
              <a:xfrm>
                <a:off x="1440361" y="501837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53D3F66-316B-0084-7487-26061FBFD0C6}"/>
                  </a:ext>
                </a:extLst>
              </p:cNvPr>
              <p:cNvSpPr/>
              <p:nvPr/>
            </p:nvSpPr>
            <p:spPr>
              <a:xfrm>
                <a:off x="1440361" y="520598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fr-FR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B28265A9-5BED-6F13-57E3-9F88573DE927}"/>
                  </a:ext>
                </a:extLst>
              </p:cNvPr>
              <p:cNvSpPr/>
              <p:nvPr/>
            </p:nvSpPr>
            <p:spPr>
              <a:xfrm>
                <a:off x="1440361" y="539359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53F36619-E79C-0744-1E90-4E60818707B2}"/>
                  </a:ext>
                </a:extLst>
              </p:cNvPr>
              <p:cNvSpPr/>
              <p:nvPr/>
            </p:nvSpPr>
            <p:spPr>
              <a:xfrm>
                <a:off x="1440361" y="558120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b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4EEC622-F53E-134E-1889-620EB153FFA5}"/>
                  </a:ext>
                </a:extLst>
              </p:cNvPr>
              <p:cNvSpPr/>
              <p:nvPr/>
            </p:nvSpPr>
            <p:spPr>
              <a:xfrm>
                <a:off x="1440361" y="576881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D9A3480-8C7D-CF09-DC41-E1E0F9F677A8}"/>
                  </a:ext>
                </a:extLst>
              </p:cNvPr>
              <p:cNvSpPr/>
              <p:nvPr/>
            </p:nvSpPr>
            <p:spPr>
              <a:xfrm>
                <a:off x="1440361" y="595641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7D4D33B5-9CC3-280F-A3B2-36649F451EE4}"/>
                  </a:ext>
                </a:extLst>
              </p:cNvPr>
              <p:cNvSpPr/>
              <p:nvPr/>
            </p:nvSpPr>
            <p:spPr>
              <a:xfrm>
                <a:off x="1440361" y="6144026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49" name="正方形/長方形 48">
              <a:extLst>
                <a:ext uri="{FF2B5EF4-FFF2-40B4-BE49-F238E27FC236}">
                  <ns2:creationId id="{A5334CFB-B088-E3C3-829D-B41673B7BD3D}"/>
                </a:ext>
              </a:extLst>
            </p:cNvPr>
            <p:cNvSpPr/>
            <p:nvPr/>
          </p:nvSpPr>
          <p:spPr>
            <a:xfrm>
              <a:off x="4959349" y="201665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B264657E-52A5-9E48-EB96-C9D7E8A49FB0}"/>
                </a:ext>
              </a:extLst>
            </p:cNvPr>
            <p:cNvSpPr/>
            <p:nvPr/>
          </p:nvSpPr>
          <p:spPr>
            <a:xfrm>
              <a:off x="4959348" y="220425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6E2CA8F-3135-1E30-AB50-692E98E50AB4}"/>
                </a:ext>
              </a:extLst>
            </p:cNvPr>
            <p:cNvSpPr/>
            <p:nvPr/>
          </p:nvSpPr>
          <p:spPr>
            <a:xfrm>
              <a:off x="4959348" y="239186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D149A522-7023-D466-D539-F7FB2CE8C7D8}"/>
                </a:ext>
              </a:extLst>
            </p:cNvPr>
            <p:cNvSpPr/>
            <p:nvPr/>
          </p:nvSpPr>
          <p:spPr>
            <a:xfrm>
              <a:off x="5304184" y="257947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57F7AF9-A2FF-015D-874D-98A5C0C66D56}"/>
                </a:ext>
              </a:extLst>
            </p:cNvPr>
            <p:cNvSpPr/>
            <p:nvPr/>
          </p:nvSpPr>
          <p:spPr>
            <a:xfrm>
              <a:off x="5304184" y="276708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07B02DB9-00A5-207B-C502-1642A5EA911C}"/>
                </a:ext>
              </a:extLst>
            </p:cNvPr>
            <p:cNvSpPr/>
            <p:nvPr/>
          </p:nvSpPr>
          <p:spPr>
            <a:xfrm>
              <a:off x="4959348" y="295469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5BCD2ED2-60DB-FA9E-881D-08B57CF56EBA}"/>
                </a:ext>
              </a:extLst>
            </p:cNvPr>
            <p:cNvSpPr/>
            <p:nvPr/>
          </p:nvSpPr>
          <p:spPr>
            <a:xfrm>
              <a:off x="5649020" y="314229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42828EC-F694-E1E7-2B66-50B17015EAEE}"/>
                </a:ext>
              </a:extLst>
            </p:cNvPr>
            <p:cNvSpPr/>
            <p:nvPr/>
          </p:nvSpPr>
          <p:spPr>
            <a:xfrm>
              <a:off x="5993856" y="3329906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EDA32F98-1DB9-DAB1-8D94-5551CDD858D0}"/>
                </a:ext>
              </a:extLst>
            </p:cNvPr>
            <p:cNvSpPr/>
            <p:nvPr/>
          </p:nvSpPr>
          <p:spPr>
            <a:xfrm>
              <a:off x="5993856" y="351751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3D41044D-E764-AC4D-8BCD-886CABD2032D}"/>
                </a:ext>
              </a:extLst>
            </p:cNvPr>
            <p:cNvSpPr/>
            <p:nvPr/>
          </p:nvSpPr>
          <p:spPr>
            <a:xfrm>
              <a:off x="5993857" y="370512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6BA3E33A-779B-C1FC-F7A3-11175CC53A70}"/>
                </a:ext>
              </a:extLst>
            </p:cNvPr>
            <p:cNvSpPr/>
            <p:nvPr/>
          </p:nvSpPr>
          <p:spPr>
            <a:xfrm>
              <a:off x="6338692" y="389273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E65B6D3-4B10-0C7A-833A-32569C8CF938}"/>
                </a:ext>
              </a:extLst>
            </p:cNvPr>
            <p:cNvSpPr/>
            <p:nvPr/>
          </p:nvSpPr>
          <p:spPr>
            <a:xfrm>
              <a:off x="6338692" y="408033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B538A300-F1A9-5095-8FDF-59379CC2CA38}"/>
                </a:ext>
              </a:extLst>
            </p:cNvPr>
            <p:cNvSpPr/>
            <p:nvPr/>
          </p:nvSpPr>
          <p:spPr>
            <a:xfrm>
              <a:off x="6683528" y="426794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0DDADE1A-39FF-5D47-3A13-E16C3CC6C5E6}"/>
                </a:ext>
              </a:extLst>
            </p:cNvPr>
            <p:cNvSpPr/>
            <p:nvPr/>
          </p:nvSpPr>
          <p:spPr>
            <a:xfrm>
              <a:off x="7373201" y="445555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18318B8-D402-9C60-AA37-F10FC7631FEC}"/>
                </a:ext>
              </a:extLst>
            </p:cNvPr>
            <p:cNvSpPr/>
            <p:nvPr/>
          </p:nvSpPr>
          <p:spPr>
            <a:xfrm>
              <a:off x="7718036" y="464316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0156C737-EA98-4E34-C339-22DF5E8ECC08}"/>
                </a:ext>
              </a:extLst>
            </p:cNvPr>
            <p:cNvSpPr/>
            <p:nvPr/>
          </p:nvSpPr>
          <p:spPr>
            <a:xfrm>
              <a:off x="8062872" y="483077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21D45F07-4830-B4E7-88F0-FEB4D820E4E6}"/>
                </a:ext>
              </a:extLst>
            </p:cNvPr>
            <p:cNvSpPr/>
            <p:nvPr/>
          </p:nvSpPr>
          <p:spPr>
            <a:xfrm>
              <a:off x="8407708" y="501837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0CD3D915-8AF0-611D-27CA-CEC87EC897B8}"/>
                </a:ext>
              </a:extLst>
            </p:cNvPr>
            <p:cNvSpPr/>
            <p:nvPr/>
          </p:nvSpPr>
          <p:spPr>
            <a:xfrm>
              <a:off x="8370025" y="520598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CE1FF1A6-452E-D9EF-4294-449488FDC5B0}"/>
                </a:ext>
              </a:extLst>
            </p:cNvPr>
            <p:cNvSpPr/>
            <p:nvPr/>
          </p:nvSpPr>
          <p:spPr>
            <a:xfrm>
              <a:off x="9379699" y="5393595"/>
              <a:ext cx="2483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505E77E5-362A-BA1E-75D3-92EEB5B30E7A}"/>
                </a:ext>
              </a:extLst>
            </p:cNvPr>
            <p:cNvSpPr/>
            <p:nvPr/>
          </p:nvSpPr>
          <p:spPr>
            <a:xfrm>
              <a:off x="9989901" y="5581203"/>
              <a:ext cx="1872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A9DE2B3-BA5D-5A89-49B6-46ECBC3A6CB4}"/>
                </a:ext>
              </a:extLst>
            </p:cNvPr>
            <p:cNvSpPr/>
            <p:nvPr/>
          </p:nvSpPr>
          <p:spPr>
            <a:xfrm>
              <a:off x="9413900" y="5768811"/>
              <a:ext cx="2447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71646E87-F91B-BB6E-6717-5552C8922F6C}"/>
                </a:ext>
              </a:extLst>
            </p:cNvPr>
            <p:cNvSpPr/>
            <p:nvPr/>
          </p:nvSpPr>
          <p:spPr>
            <a:xfrm>
              <a:off x="9734940" y="5956419"/>
              <a:ext cx="212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44C202B3-41BE-A93B-C277-C5016D758E43}"/>
                </a:ext>
              </a:extLst>
            </p:cNvPr>
            <p:cNvSpPr/>
            <p:nvPr/>
          </p:nvSpPr>
          <p:spPr>
            <a:xfrm>
              <a:off x="9374942" y="6144026"/>
              <a:ext cx="248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cxnSp>
          <p:nvCxnSpPr>
            <p:cNvPr id="158" name="直線コネクタ 157">
              <a:extLst>
                <a:ext uri="{FF2B5EF4-FFF2-40B4-BE49-F238E27FC236}">
                  <ns2:creationId id="{F3FB2F66-063C-0B49-9FA1-31CF82461A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16065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ns2:creationId id="{574D7881-9184-E4A2-8960-834BDABC7C06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34825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3FAB469A-E9E4-E9F5-DE89-135721DFAAD4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535867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ns2:creationId id="{B46363EB-5220-3C0E-1424-5BF9276DB302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47390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ns2:creationId id="{2A9B598B-EAEF-B886-8071-C3387F4FACC7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91108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E33C4ED-1E41-8780-F011-56400DC867D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3098691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8336F421-3758-C591-7E5D-E1E6EB25FFD0}"/>
                </a:ext>
              </a:extLst>
            </p:cNvPr>
            <p:cNvCxnSpPr>
              <a:cxnSpLocks/>
            </p:cNvCxnSpPr>
            <p:nvPr/>
          </p:nvCxnSpPr>
          <p:spPr>
            <a:xfrm>
              <a:off x="5649021" y="3286299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A4A8D7C6-5164-4369-EEFC-0AA9568D3B9D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723475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ADF1425-A9E0-1BA9-91F2-C98212A5A4EC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66151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E4E263F0-D30F-7B7B-BEFC-D00FC992F95B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849123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34886A59-AD5B-0E1E-0CA0-FD41F1F28AFE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03673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52B87947-099F-D2AD-772C-E94B53B173D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224339"/>
              <a:ext cx="135059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B3AB2C0-46B5-B69C-A781-EB2E4646F125}"/>
                </a:ext>
              </a:extLst>
            </p:cNvPr>
            <p:cNvCxnSpPr>
              <a:cxnSpLocks/>
            </p:cNvCxnSpPr>
            <p:nvPr/>
          </p:nvCxnSpPr>
          <p:spPr>
            <a:xfrm>
              <a:off x="6683529" y="4411947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03B017E4-6DA3-E44C-B0F5-6DE9BF99C512}"/>
                </a:ext>
              </a:extLst>
            </p:cNvPr>
            <p:cNvCxnSpPr>
              <a:cxnSpLocks/>
            </p:cNvCxnSpPr>
            <p:nvPr/>
          </p:nvCxnSpPr>
          <p:spPr>
            <a:xfrm>
              <a:off x="7373201" y="459955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985E51C-BA27-5227-D82F-13D4BCFCF723}"/>
                </a:ext>
              </a:extLst>
            </p:cNvPr>
            <p:cNvCxnSpPr>
              <a:cxnSpLocks/>
            </p:cNvCxnSpPr>
            <p:nvPr/>
          </p:nvCxnSpPr>
          <p:spPr>
            <a:xfrm>
              <a:off x="7718036" y="478716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293E4BFF-D8F4-53B0-CBAF-F7CBB338BB6A}"/>
                </a:ext>
              </a:extLst>
            </p:cNvPr>
            <p:cNvCxnSpPr>
              <a:cxnSpLocks/>
            </p:cNvCxnSpPr>
            <p:nvPr/>
          </p:nvCxnSpPr>
          <p:spPr>
            <a:xfrm>
              <a:off x="8062872" y="497477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EB8E7F4D-08E7-295B-1EB7-35A547DE3DA7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162379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373B228F-E283-E0A0-17C0-10C15D729D84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349987"/>
              <a:ext cx="204027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CC28D259-3AA4-BA90-D4EC-F5D5A3DDDD24}"/>
                </a:ext>
              </a:extLst>
            </p:cNvPr>
            <p:cNvCxnSpPr>
              <a:cxnSpLocks/>
            </p:cNvCxnSpPr>
            <p:nvPr/>
          </p:nvCxnSpPr>
          <p:spPr>
            <a:xfrm>
              <a:off x="9442216" y="554347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013B4BFF-9F01-8F9A-F8A2-95694AB6F400}"/>
                </a:ext>
              </a:extLst>
            </p:cNvPr>
            <p:cNvCxnSpPr>
              <a:cxnSpLocks/>
            </p:cNvCxnSpPr>
            <p:nvPr/>
          </p:nvCxnSpPr>
          <p:spPr>
            <a:xfrm>
              <a:off x="10476724" y="572520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AB4051BD-B896-139B-4D6D-2E95BF345C03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591281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81AA1595-7F2A-ADC9-5B1E-6A178274828F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610041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8426A99D-CE1B-2771-EDB1-2F9A137C9F68}"/>
                </a:ext>
              </a:extLst>
            </p:cNvPr>
            <p:cNvCxnSpPr>
              <a:cxnSpLocks/>
            </p:cNvCxnSpPr>
            <p:nvPr/>
          </p:nvCxnSpPr>
          <p:spPr>
            <a:xfrm>
              <a:off x="11511241" y="6288026"/>
              <a:ext cx="3477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AAE1239B-5C46-3BEF-618C-E7C4973E4DF6}"/>
                </a:ext>
              </a:extLst>
            </p:cNvPr>
            <p:cNvSpPr/>
            <p:nvPr/>
          </p:nvSpPr>
          <p:spPr>
            <a:xfrm>
              <a:off x="4959349" y="1641224"/>
              <a:ext cx="2385107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DAEF0FB-92F6-C068-CAE5-27AD5276B151}"/>
                </a:ext>
              </a:extLst>
            </p:cNvPr>
            <p:cNvSpPr/>
            <p:nvPr/>
          </p:nvSpPr>
          <p:spPr>
            <a:xfrm>
              <a:off x="7373201" y="1634874"/>
              <a:ext cx="4109286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DC30A9-BFA4-8C1D-FB74-9498643CC91F}"/>
                </a:ext>
              </a:extLst>
            </p:cNvPr>
            <p:cNvSpPr/>
            <p:nvPr/>
          </p:nvSpPr>
          <p:spPr>
            <a:xfrm>
              <a:off x="495934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FE37DC5-DAF3-B789-8729-B2D884EF471B}"/>
                </a:ext>
              </a:extLst>
            </p:cNvPr>
            <p:cNvSpPr/>
            <p:nvPr/>
          </p:nvSpPr>
          <p:spPr>
            <a:xfrm>
              <a:off x="530418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F019FF00-3C70-6F15-710A-76B84B2021F4}"/>
                </a:ext>
              </a:extLst>
            </p:cNvPr>
            <p:cNvSpPr/>
            <p:nvPr/>
          </p:nvSpPr>
          <p:spPr>
            <a:xfrm>
              <a:off x="564902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F99239A2-7869-7966-C0FC-8AED36C270AB}"/>
                </a:ext>
              </a:extLst>
            </p:cNvPr>
            <p:cNvSpPr/>
            <p:nvPr/>
          </p:nvSpPr>
          <p:spPr>
            <a:xfrm>
              <a:off x="599385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DF28F8B1-176A-FECE-00C4-26E58B020501}"/>
                </a:ext>
              </a:extLst>
            </p:cNvPr>
            <p:cNvSpPr/>
            <p:nvPr/>
          </p:nvSpPr>
          <p:spPr>
            <a:xfrm>
              <a:off x="633869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5847618-E45E-83B7-1C34-468170264D25}"/>
                </a:ext>
              </a:extLst>
            </p:cNvPr>
            <p:cNvSpPr/>
            <p:nvPr/>
          </p:nvSpPr>
          <p:spPr>
            <a:xfrm>
              <a:off x="668352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705161C5-D213-28F4-B7B1-E2B4785F9BEA}"/>
                </a:ext>
              </a:extLst>
            </p:cNvPr>
            <p:cNvSpPr/>
            <p:nvPr/>
          </p:nvSpPr>
          <p:spPr>
            <a:xfrm>
              <a:off x="702836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B839AFC-54DF-2C1E-EAD3-69188BF702DE}"/>
                </a:ext>
              </a:extLst>
            </p:cNvPr>
            <p:cNvSpPr/>
            <p:nvPr/>
          </p:nvSpPr>
          <p:spPr>
            <a:xfrm>
              <a:off x="737320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96B41D19-0679-77D6-5CBE-8811A76BE3FA}"/>
                </a:ext>
              </a:extLst>
            </p:cNvPr>
            <p:cNvSpPr/>
            <p:nvPr/>
          </p:nvSpPr>
          <p:spPr>
            <a:xfrm>
              <a:off x="771803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F92D5-D761-F234-969A-256BFFA67FC0}"/>
                </a:ext>
              </a:extLst>
            </p:cNvPr>
            <p:cNvSpPr/>
            <p:nvPr/>
          </p:nvSpPr>
          <p:spPr>
            <a:xfrm>
              <a:off x="806287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79266BFA-3293-388D-EB72-D29D3DC05E4E}"/>
                </a:ext>
              </a:extLst>
            </p:cNvPr>
            <p:cNvSpPr/>
            <p:nvPr/>
          </p:nvSpPr>
          <p:spPr>
            <a:xfrm>
              <a:off x="840770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39BC78BA-E05F-4BF1-6F5F-46F516B58177}"/>
                </a:ext>
              </a:extLst>
            </p:cNvPr>
            <p:cNvSpPr/>
            <p:nvPr/>
          </p:nvSpPr>
          <p:spPr>
            <a:xfrm>
              <a:off x="8752544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97B8A16E-6078-8128-9B0C-8D1ED6464F4D}"/>
                </a:ext>
              </a:extLst>
            </p:cNvPr>
            <p:cNvSpPr/>
            <p:nvPr/>
          </p:nvSpPr>
          <p:spPr>
            <a:xfrm>
              <a:off x="9097380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0D84715D-7110-3258-A6EA-4FB4356E08F7}"/>
                </a:ext>
              </a:extLst>
            </p:cNvPr>
            <p:cNvGrpSpPr/>
            <p:nvPr/>
          </p:nvGrpSpPr>
          <p:grpSpPr>
            <a:xfrm>
              <a:off x="9442216" y="1764285"/>
              <a:ext cx="1005763" cy="108000"/>
              <a:chOff x="9106094" y="1764285"/>
              <a:chExt cx="1145476" cy="10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B4E8630-15DE-FBBB-8CCE-10405A4BB63D}"/>
                  </a:ext>
                </a:extLst>
              </p:cNvPr>
              <p:cNvSpPr/>
              <p:nvPr/>
            </p:nvSpPr>
            <p:spPr>
              <a:xfrm>
                <a:off x="9106094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63E757D1-A099-18DF-B47B-18A1A43E55E4}"/>
                  </a:ext>
                </a:extLst>
              </p:cNvPr>
              <p:cNvSpPr/>
              <p:nvPr/>
            </p:nvSpPr>
            <p:spPr>
              <a:xfrm>
                <a:off x="9498832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3A687C-4560-EF8D-32E9-190E8E4DDA68}"/>
                  </a:ext>
                </a:extLst>
              </p:cNvPr>
              <p:cNvSpPr/>
              <p:nvPr/>
            </p:nvSpPr>
            <p:spPr>
              <a:xfrm>
                <a:off x="9891570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016D64A0-EB79-3AFE-C014-D08DBC778209}"/>
                </a:ext>
              </a:extLst>
            </p:cNvPr>
            <p:cNvGrpSpPr/>
            <p:nvPr/>
          </p:nvGrpSpPr>
          <p:grpSpPr>
            <a:xfrm>
              <a:off x="10476724" y="1764285"/>
              <a:ext cx="660927" cy="108000"/>
              <a:chOff x="10284308" y="1764285"/>
              <a:chExt cx="752738" cy="108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D54D5253-138F-CF33-6DAA-B3F0BA2E4E6D}"/>
                  </a:ext>
                </a:extLst>
              </p:cNvPr>
              <p:cNvSpPr/>
              <p:nvPr/>
            </p:nvSpPr>
            <p:spPr>
              <a:xfrm>
                <a:off x="10284308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61685321-2843-A7E0-1F31-1FFB67AC5CB8}"/>
                  </a:ext>
                </a:extLst>
              </p:cNvPr>
              <p:cNvSpPr/>
              <p:nvPr/>
            </p:nvSpPr>
            <p:spPr>
              <a:xfrm>
                <a:off x="10677046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6E237224-0177-10AE-F730-A986ACA6809C}"/>
                </a:ext>
              </a:extLst>
            </p:cNvPr>
            <p:cNvSpPr/>
            <p:nvPr/>
          </p:nvSpPr>
          <p:spPr>
            <a:xfrm>
              <a:off x="11166396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F9087C2A-2103-9E61-348D-61913E140FE2}"/>
                </a:ext>
              </a:extLst>
            </p:cNvPr>
            <p:cNvSpPr/>
            <p:nvPr/>
          </p:nvSpPr>
          <p:spPr>
            <a:xfrm>
              <a:off x="11511240" y="1764285"/>
              <a:ext cx="347700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52A47F07-669F-C268-1404-2CDDFCCE547C}"/>
                </a:ext>
              </a:extLst>
            </p:cNvPr>
            <p:cNvSpPr/>
            <p:nvPr/>
          </p:nvSpPr>
          <p:spPr>
            <a:xfrm>
              <a:off x="11511240" y="1635124"/>
              <a:ext cx="347700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E95D303B-8046-543E-E3E6-DBC289C4D59B}"/>
                </a:ext>
              </a:extLst>
            </p:cNvPr>
            <p:cNvGrpSpPr/>
            <p:nvPr/>
          </p:nvGrpSpPr>
          <p:grpSpPr>
            <a:xfrm>
              <a:off x="6338693" y="1885557"/>
              <a:ext cx="2040271" cy="108000"/>
              <a:chOff x="6338693" y="1885557"/>
              <a:chExt cx="2040271" cy="108000"/>
            </a:xfrm>
          </p:grpSpPr>
          <p:sp>
            <p:nvSpPr>
              <p:cNvPr id="21" name="山形 24">
                <a:extLst>
                  <a:ext uri="{FF2B5EF4-FFF2-40B4-BE49-F238E27FC236}">
                    <ns2:creationId id="{7B1F6F4E-8BB5-68CF-58B9-D1309F64353A}"/>
                  </a:ext>
                </a:extLst>
              </p:cNvPr>
              <p:cNvSpPr/>
              <p:nvPr/>
            </p:nvSpPr>
            <p:spPr>
              <a:xfrm>
                <a:off x="6338693" y="1885557"/>
                <a:ext cx="2040271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latin typeface="+mn-ea"/>
                  </a:rPr>
                  <a:t>XX</a:t>
                </a:r>
                <a:endParaRPr kumimoji="1" lang="ja-JP" altLang="en-US" sz="7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85" name="グラフィックス 84" descr="ネットワーク図 単色塗りつぶし">
                <a:extLst>
                  <a:ext uri="{FF2B5EF4-FFF2-40B4-BE49-F238E27FC236}">
                    <ns2:creationId id="{DE3A8FF0-005D-50D9-F924-0C4D939D93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668915" y="1903557"/>
                <a:ext cx="63218" cy="72000"/>
              </a:xfrm>
              <a:prstGeom prst="rect">
                <a:avLst/>
              </a:prstGeom>
            </p:spPr>
          </p:pic>
        </p:grpSp>
        <p:grpSp>
          <p:nvGrpSpPr>
            <p:cNvPr id="157" name="グループ化 156">
              <a:extLst>
                <a:ext uri="{FF2B5EF4-FFF2-40B4-BE49-F238E27FC236}">
                  <ns2:creationId id="{972A919B-6A1F-4E48-CA33-7C15FF26B8C1}"/>
                </a:ext>
              </a:extLst>
            </p:cNvPr>
            <p:cNvGrpSpPr/>
            <p:nvPr/>
          </p:nvGrpSpPr>
          <p:grpSpPr>
            <a:xfrm>
              <a:off x="10476725" y="1885557"/>
              <a:ext cx="1382216" cy="108000"/>
              <a:chOff x="10284309" y="1885557"/>
              <a:chExt cx="1574223" cy="108000"/>
            </a:xfrm>
          </p:grpSpPr>
          <p:sp>
            <p:nvSpPr>
              <p:cNvPr id="22" name="山形 25">
                <a:extLst>
                  <a:ext uri="{FF2B5EF4-FFF2-40B4-BE49-F238E27FC236}">
                    <ns2:creationId id="{54A0D7ED-9235-CA9B-698A-F2975BE409A0}"/>
                  </a:ext>
                </a:extLst>
              </p:cNvPr>
              <p:cNvSpPr/>
              <p:nvPr/>
            </p:nvSpPr>
            <p:spPr>
              <a:xfrm>
                <a:off x="10284309" y="1885557"/>
                <a:ext cx="1574223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" rIns="28800" bIns="28800" rtlCol="0" anchor="ctr"/>
              <a:lstStyle/>
              <a:p>
                <a:pPr algn="ctr">
                  <a:lnSpc>
                    <a:spcPts val="700"/>
                  </a:lnSpc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  <a:endParaRPr lang="ja-JP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15" name="グラフィックス 114" descr="最大化 単色塗りつぶし">
                <a:extLst>
                  <a:ext uri="{FF2B5EF4-FFF2-40B4-BE49-F238E27FC236}">
                    <ns2:creationId id="{E6EA806F-9907-6798-25D7-05F35A1D0C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0605585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03B4194-DFCD-FB8C-ED89-21CB5763DA0E}"/>
                </a:ext>
              </a:extLst>
            </p:cNvPr>
            <p:cNvGrpSpPr/>
            <p:nvPr/>
          </p:nvGrpSpPr>
          <p:grpSpPr>
            <a:xfrm>
              <a:off x="8407708" y="1885557"/>
              <a:ext cx="2040271" cy="108000"/>
              <a:chOff x="7927879" y="1885557"/>
              <a:chExt cx="2323690" cy="108000"/>
            </a:xfrm>
          </p:grpSpPr>
          <p:sp>
            <p:nvSpPr>
              <p:cNvPr id="23" name="山形 24">
                <a:extLst>
                  <a:ext uri="{FF2B5EF4-FFF2-40B4-BE49-F238E27FC236}">
                    <ns2:creationId id="{BCC0C727-6227-6202-2B98-F1A09200231A}"/>
                  </a:ext>
                </a:extLst>
              </p:cNvPr>
              <p:cNvSpPr/>
              <p:nvPr/>
            </p:nvSpPr>
            <p:spPr>
              <a:xfrm>
                <a:off x="7927879" y="1885557"/>
                <a:ext cx="2323690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</a:p>
            </p:txBody>
          </p:sp>
          <p:pic>
            <p:nvPicPr>
              <p:cNvPr id="135" name="グラフィックス 134" descr="サーバー 単色塗りつぶし">
                <a:extLst>
                  <a:ext uri="{FF2B5EF4-FFF2-40B4-BE49-F238E27FC236}">
                    <ns2:creationId id="{6D828A59-675B-4801-FB27-7F67A03768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545821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82" name="グループ化 181">
              <a:extLst>
                <a:ext uri="{FF2B5EF4-FFF2-40B4-BE49-F238E27FC236}">
                  <ns2:creationId id="{DA783F3C-42EA-0B56-274B-DA3F7B3C12C0}"/>
                </a:ext>
              </a:extLst>
            </p:cNvPr>
            <p:cNvGrpSpPr/>
            <p:nvPr/>
          </p:nvGrpSpPr>
          <p:grpSpPr>
            <a:xfrm>
              <a:off x="4959349" y="1885558"/>
              <a:ext cx="1350599" cy="108000"/>
              <a:chOff x="4000500" y="1885558"/>
              <a:chExt cx="1538214" cy="108000"/>
            </a:xfrm>
          </p:grpSpPr>
          <p:sp>
            <p:nvSpPr>
              <p:cNvPr id="20" name="ホームベース 23">
                <a:extLst>
                  <a:ext uri="{FF2B5EF4-FFF2-40B4-BE49-F238E27FC236}">
                    <ns2:creationId id="{D9626CDA-6847-E9C9-9B9F-48FBB630361C}"/>
                  </a:ext>
                </a:extLst>
              </p:cNvPr>
              <p:cNvSpPr/>
              <p:nvPr/>
            </p:nvSpPr>
            <p:spPr>
              <a:xfrm>
                <a:off x="4000500" y="1885558"/>
                <a:ext cx="1538214" cy="108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700">
                  <a:solidFill>
                    <a:srgbClr val="FFFFFF"/>
                  </a:solidFill>
                  <a:latin typeface="+mn-ea"/>
                </a:endParaRPr>
              </a:p>
            </p:txBody>
          </p:sp>
          <p:pic>
            <p:nvPicPr>
              <p:cNvPr id="183" name="グラフィックス 182" descr="クリップボード 単色塗りつぶし">
                <a:extLst>
                  <a:ext uri="{FF2B5EF4-FFF2-40B4-BE49-F238E27FC236}">
                    <ns2:creationId id="{17384081-6E19-5D67-C49F-AE38A7C256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203504" y="1903557"/>
                <a:ext cx="72000" cy="72000"/>
              </a:xfrm>
              <a:prstGeom prst="rect">
                <a:avLst/>
              </a:prstGeom>
            </p:spPr>
          </p:pic>
        </p:grpSp>
        <p:cxnSp>
          <p:nvCxnSpPr>
            <p:cNvPr id="90" name="Straight Connector 41">
              <a:extLst>
                <a:ext uri="{FF2B5EF4-FFF2-40B4-BE49-F238E27FC236}">
                  <ns2:creationId id="{6A3436D3-BD44-C505-0EB6-1A0F823AC116}"/>
                </a:ext>
              </a:extLst>
            </p:cNvPr>
            <p:cNvCxnSpPr/>
            <p:nvPr/>
          </p:nvCxnSpPr>
          <p:spPr>
            <a:xfrm>
              <a:off x="4959349" y="238086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41">
              <a:extLst>
                <a:ext uri="{FF2B5EF4-FFF2-40B4-BE49-F238E27FC236}">
                  <ns2:creationId id="{D3E5D8B2-25A2-D6B3-BB0A-F293916876C3}"/>
                </a:ext>
              </a:extLst>
            </p:cNvPr>
            <p:cNvCxnSpPr/>
            <p:nvPr/>
          </p:nvCxnSpPr>
          <p:spPr>
            <a:xfrm>
              <a:off x="4959349" y="294368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41">
              <a:extLst>
                <a:ext uri="{FF2B5EF4-FFF2-40B4-BE49-F238E27FC236}">
                  <ns2:creationId id="{B7BC5BDF-5BFB-2C78-DFA0-9ECC7BB13219}"/>
                </a:ext>
              </a:extLst>
            </p:cNvPr>
            <p:cNvCxnSpPr/>
            <p:nvPr/>
          </p:nvCxnSpPr>
          <p:spPr>
            <a:xfrm>
              <a:off x="4959349" y="331890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41">
              <a:extLst>
                <a:ext uri="{FF2B5EF4-FFF2-40B4-BE49-F238E27FC236}">
                  <ns2:creationId id="{EB4C8A9A-2C1C-4318-FC89-850F1F236D1D}"/>
                </a:ext>
              </a:extLst>
            </p:cNvPr>
            <p:cNvCxnSpPr/>
            <p:nvPr/>
          </p:nvCxnSpPr>
          <p:spPr>
            <a:xfrm>
              <a:off x="4959349" y="388172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41">
              <a:extLst>
                <a:ext uri="{FF2B5EF4-FFF2-40B4-BE49-F238E27FC236}">
                  <ns2:creationId id="{537ED7F0-8AEC-5D49-6479-ED3C65E1C578}"/>
                </a:ext>
              </a:extLst>
            </p:cNvPr>
            <p:cNvCxnSpPr/>
            <p:nvPr/>
          </p:nvCxnSpPr>
          <p:spPr>
            <a:xfrm>
              <a:off x="4959349" y="406933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41">
              <a:extLst>
                <a:ext uri="{FF2B5EF4-FFF2-40B4-BE49-F238E27FC236}">
                  <ns2:creationId id="{7600BDA9-E6C4-8AA7-0B3B-DB5D0FBEC071}"/>
                </a:ext>
              </a:extLst>
            </p:cNvPr>
            <p:cNvCxnSpPr/>
            <p:nvPr/>
          </p:nvCxnSpPr>
          <p:spPr>
            <a:xfrm>
              <a:off x="4959349" y="444455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41">
              <a:extLst>
                <a:ext uri="{FF2B5EF4-FFF2-40B4-BE49-F238E27FC236}">
                  <ns2:creationId id="{CDAF98C3-5975-AAA8-42CB-D36DFABD74E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463215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41">
              <a:extLst>
                <a:ext uri="{FF2B5EF4-FFF2-40B4-BE49-F238E27FC236}">
                  <ns2:creationId id="{895C65AD-CE11-7DA2-8163-334411EC134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00737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41">
              <a:extLst>
                <a:ext uri="{FF2B5EF4-FFF2-40B4-BE49-F238E27FC236}">
                  <ns2:creationId id="{0B30F54E-83C9-ABB6-E421-23649E78E1D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38259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41">
              <a:extLst>
                <a:ext uri="{FF2B5EF4-FFF2-40B4-BE49-F238E27FC236}">
                  <ns2:creationId id="{37D6E772-CDB3-013F-3321-2B57E633093E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19498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41">
              <a:extLst>
                <a:ext uri="{FF2B5EF4-FFF2-40B4-BE49-F238E27FC236}">
                  <ns2:creationId id="{738F4D69-59EC-5D61-F8F1-E7D61521FD32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57019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41">
              <a:extLst>
                <a:ext uri="{FF2B5EF4-FFF2-40B4-BE49-F238E27FC236}">
                  <ns2:creationId id="{38E27DF1-AFA5-C6EF-40A0-14B47D992CA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75780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41">
              <a:extLst>
                <a:ext uri="{FF2B5EF4-FFF2-40B4-BE49-F238E27FC236}">
                  <ns2:creationId id="{9A24AA5D-3236-2BF8-9E4F-488549677B1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94541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41">
              <a:extLst>
                <a:ext uri="{FF2B5EF4-FFF2-40B4-BE49-F238E27FC236}">
                  <ns2:creationId id="{7C1CEB41-4EBB-4E24-CD44-F1D873D7090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613302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4881968"/>
      </p:ext>
    </p:extLst>
  </p:cSld>
  <p:clrMapOvr>
    <a:masterClrMapping/>
  </p:clrMapOvr>
</p:sld>
</file>

<file path=ppt/slides/slide31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9C9DED-0309-6686-9899-A87CF394B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255A6AF-F0FD-E5D9-F2FC-98165C3E9B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9" name="テキスト プレースホルダー 2">
            <a:extLst>
              <a:ext uri="{FF2B5EF4-FFF2-40B4-BE49-F238E27FC236}">
                <ns2:creationId id="{6191B540-2CE3-230F-B2F2-4E5A7063C6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416"/>
          </a:xfrm>
        </p:spPr>
        <p:txBody>
          <a:bodyPr wrap="square">
            <a:noAutofit/>
          </a:bodyPr>
          <a:lstStyle/>
          <a:p>
            <a:pPr marL="355600" indent="-355600"/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47" name="グループ化 46">
            <a:extLst>
              <a:ext uri="{FF2B5EF4-FFF2-40B4-BE49-F238E27FC236}">
                <ns2:creationId id="{957B3BC0-B533-02E6-88E8-06B1A00EA527}"/>
              </a:ext>
            </a:extLst>
          </p:cNvPr>
          <p:cNvGrpSpPr/>
          <p:nvPr/>
        </p:nvGrpSpPr>
        <p:grpSpPr>
          <a:xfrm>
            <a:off x="339187" y="1632584"/>
            <a:ext cx="11517850" cy="468000"/>
            <a:chOff x="339187" y="1632584"/>
            <a:chExt cx="11517850" cy="468000"/>
          </a:xfrm>
        </p:grpSpPr>
        <p:sp>
          <p:nvSpPr>
            <p:cNvPr id="106" name="正方形/長方形 105">
              <a:extLst>
                <a:ext uri="{FF2B5EF4-FFF2-40B4-BE49-F238E27FC236}">
                  <ns2:creationId id="{1B630E47-C4EC-A1F0-8184-842485CF4575}"/>
                </a:ext>
              </a:extLst>
            </p:cNvPr>
            <p:cNvSpPr/>
            <p:nvPr/>
          </p:nvSpPr>
          <p:spPr>
            <a:xfrm>
              <a:off x="339187" y="1632584"/>
              <a:ext cx="432000" cy="46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800E618-B677-E8F6-D57C-0C33C87B024C}"/>
                </a:ext>
              </a:extLst>
            </p:cNvPr>
            <p:cNvSpPr/>
            <p:nvPr/>
          </p:nvSpPr>
          <p:spPr>
            <a:xfrm>
              <a:off x="771186" y="1632584"/>
              <a:ext cx="11085851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PH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2C22012-5251-C1BC-73DF-1FCC0DACC332}"/>
                </a:ext>
              </a:extLst>
            </p:cNvPr>
            <p:cNvSpPr/>
            <p:nvPr/>
          </p:nvSpPr>
          <p:spPr>
            <a:xfrm>
              <a:off x="3185464" y="1638299"/>
              <a:ext cx="85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274A325-A4A8-D333-F2A7-4AE863A2B373}"/>
                </a:ext>
              </a:extLst>
            </p:cNvPr>
            <p:cNvSpPr/>
            <p:nvPr/>
          </p:nvSpPr>
          <p:spPr>
            <a:xfrm>
              <a:off x="3185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B7697EB-D27E-3C61-3DFA-2C4FBA797115}"/>
                </a:ext>
              </a:extLst>
            </p:cNvPr>
            <p:cNvSpPr/>
            <p:nvPr/>
          </p:nvSpPr>
          <p:spPr>
            <a:xfrm>
              <a:off x="6119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BA0147AD-2C9C-218D-06CC-2B85D3196E88}"/>
                </a:ext>
              </a:extLst>
            </p:cNvPr>
            <p:cNvSpPr/>
            <p:nvPr/>
          </p:nvSpPr>
          <p:spPr>
            <a:xfrm>
              <a:off x="9053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2" name="直線コネクタ 111">
              <a:extLst>
                <a:ext uri="{FF2B5EF4-FFF2-40B4-BE49-F238E27FC236}">
                  <ns2:creationId id="{4FE2430E-0455-DE1A-1C64-0851FADCB634}"/>
                </a:ext>
              </a:extLst>
            </p:cNvPr>
            <p:cNvCxnSpPr>
              <a:cxnSpLocks/>
            </p:cNvCxnSpPr>
            <p:nvPr/>
          </p:nvCxnSpPr>
          <p:spPr>
            <a:xfrm>
              <a:off x="3081890" y="1650584"/>
              <a:ext cx="0" cy="396000"/>
            </a:xfrm>
            <a:prstGeom prst="line">
              <a:avLst/>
            </a:prstGeom>
            <a:ln w="38100">
              <a:solidFill>
                <a:srgbClr val="008000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feld 2">
            <a:extLst>
              <a:ext uri="{FF2B5EF4-FFF2-40B4-BE49-F238E27FC236}">
                <ns2:creationId id="{DE7610F1-D243-745D-C951-9EBB0329C457}"/>
              </a:ext>
            </a:extLst>
          </p:cNvPr>
          <p:cNvSpPr txBox="1"/>
          <p:nvPr/>
        </p:nvSpPr>
        <p:spPr bwMode="auto">
          <a:xfrm>
            <a:off x="371474" y="6366279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※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XX</a:t>
            </a:r>
            <a:endParaRPr lang="en-PH" sz="1000" dirty="0">
              <a:solidFill>
                <a:srgbClr val="FFFFFF">
                  <a:lumMod val="50000"/>
                </a:srgbClr>
              </a:solidFill>
              <a:latin typeface="Meiryo UI" panose="020B0604030504040204" pitchFamily="34" charset="-128"/>
              <a:ea typeface="Meiryo UI" panose="020B0604030504040204" pitchFamily="34" charset="-128"/>
              <a:cs typeface="Arial" pitchFamily="34" charset="0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83DE36BB-34AB-F2F2-ECEB-7BC4855965C7}"/>
              </a:ext>
            </a:extLst>
          </p:cNvPr>
          <p:cNvGrpSpPr/>
          <p:nvPr/>
        </p:nvGrpSpPr>
        <p:grpSpPr>
          <a:xfrm>
            <a:off x="341184" y="2112035"/>
            <a:ext cx="11512816" cy="4195685"/>
            <a:chOff x="341184" y="2112035"/>
            <a:chExt cx="11512816" cy="4195685"/>
          </a:xfrm>
        </p:grpSpPr>
        <p:sp>
          <p:nvSpPr>
            <p:cNvPr id="68" name="正方形/長方形 67">
              <a:extLst>
                <a:ext uri="{FF2B5EF4-FFF2-40B4-BE49-F238E27FC236}">
                  <ns2:creationId id="{34A6B7DA-C953-7E6E-9447-F3CA7E290847}"/>
                </a:ext>
              </a:extLst>
            </p:cNvPr>
            <p:cNvSpPr/>
            <p:nvPr/>
          </p:nvSpPr>
          <p:spPr>
            <a:xfrm>
              <a:off x="10808877" y="2130035"/>
              <a:ext cx="1044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75E018E6-A996-28D4-7DE0-A37D55488298}"/>
                </a:ext>
              </a:extLst>
            </p:cNvPr>
            <p:cNvSpPr/>
            <p:nvPr/>
          </p:nvSpPr>
          <p:spPr>
            <a:xfrm>
              <a:off x="10808877" y="3389964"/>
              <a:ext cx="1044000" cy="93438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E30708E7-C3B6-041B-3CD4-2D8FABC515CE}"/>
                </a:ext>
              </a:extLst>
            </p:cNvPr>
            <p:cNvSpPr/>
            <p:nvPr/>
          </p:nvSpPr>
          <p:spPr>
            <a:xfrm>
              <a:off x="10808877" y="4352710"/>
              <a:ext cx="1044000" cy="9343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u="sng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0" name="直線コネクタ 79">
              <a:extLst>
                <a:ext uri="{FF2B5EF4-FFF2-40B4-BE49-F238E27FC236}">
                  <ns2:creationId id="{4E0A55BE-F438-861E-AD5A-540A3283059B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337885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3DFFAF4F-FBC8-F479-FF85-1C63F4827183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4341603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83443DF5-F846-8FBF-640C-1B8D701E0F16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530434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C8CC86DC-2945-793F-95A6-63BD740F20B7}"/>
                </a:ext>
              </a:extLst>
            </p:cNvPr>
            <p:cNvGrpSpPr/>
            <p:nvPr/>
          </p:nvGrpSpPr>
          <p:grpSpPr>
            <a:xfrm>
              <a:off x="743473" y="2112035"/>
              <a:ext cx="2160000" cy="252000"/>
              <a:chOff x="743473" y="2117837"/>
              <a:chExt cx="2160000" cy="252000"/>
            </a:xfrm>
          </p:grpSpPr>
          <p:sp>
            <p:nvSpPr>
              <p:cNvPr id="67" name="四角形: 角を丸くする 66">
                <a:extLst>
                  <a:ext uri="{FF2B5EF4-FFF2-40B4-BE49-F238E27FC236}">
                    <ns2:creationId id="{A7A8293B-3E50-BA54-E5A8-2F9218CF3B2E}"/>
                  </a:ext>
                </a:extLst>
              </p:cNvPr>
              <p:cNvSpPr/>
              <p:nvPr/>
            </p:nvSpPr>
            <p:spPr>
              <a:xfrm>
                <a:off x="743473" y="2135837"/>
                <a:ext cx="2160000" cy="21600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14" name="グラフィックス 113" descr="評価 単色塗りつぶし">
                <a:extLst>
                  <a:ext uri="{FF2B5EF4-FFF2-40B4-BE49-F238E27FC236}">
                    <ns2:creationId id="{26D7E9EE-0E90-0874-3D45-C5B03E97E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50416" y="2117837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DADC2CC8-7E34-FCCC-6AB4-01F2C572D48B}"/>
                </a:ext>
              </a:extLst>
            </p:cNvPr>
            <p:cNvGrpSpPr/>
            <p:nvPr/>
          </p:nvGrpSpPr>
          <p:grpSpPr>
            <a:xfrm>
              <a:off x="743470" y="2375485"/>
              <a:ext cx="10010725" cy="1044000"/>
              <a:chOff x="743473" y="2369105"/>
              <a:chExt cx="10010725" cy="1044000"/>
            </a:xfrm>
          </p:grpSpPr>
          <p:sp>
            <p:nvSpPr>
              <p:cNvPr id="93" name="ホームベース 13">
                <a:extLst>
                  <a:ext uri="{FF2B5EF4-FFF2-40B4-BE49-F238E27FC236}">
                    <ns2:creationId id="{D6E4FF86-D930-DFD7-2902-1887B4CC5E01}"/>
                  </a:ext>
                </a:extLst>
              </p:cNvPr>
              <p:cNvSpPr/>
              <p:nvPr/>
            </p:nvSpPr>
            <p:spPr>
              <a:xfrm rot="5400000">
                <a:off x="527473" y="2585105"/>
                <a:ext cx="1044000" cy="61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3" name="グループ化 12">
                <a:extLst>
                  <a:ext uri="{FF2B5EF4-FFF2-40B4-BE49-F238E27FC236}">
                    <ns2:creationId id="{6477367E-C046-98C6-C777-E352D3DD0A63}"/>
                  </a:ext>
                </a:extLst>
              </p:cNvPr>
              <p:cNvGrpSpPr/>
              <p:nvPr/>
            </p:nvGrpSpPr>
            <p:grpSpPr>
              <a:xfrm>
                <a:off x="1410154" y="2422932"/>
                <a:ext cx="9344044" cy="936346"/>
                <a:chOff x="1410154" y="2368932"/>
                <a:chExt cx="9344044" cy="936346"/>
              </a:xfrm>
            </p:grpSpPr>
            <p:sp>
              <p:nvSpPr>
                <p:cNvPr id="24" name="正方形/長方形 23">
                  <a:extLst>
                    <a:ext uri="{FF2B5EF4-FFF2-40B4-BE49-F238E27FC236}">
                      <ns2:creationId id="{21060C57-CE9E-9BC2-ECF4-C2BEDA17BF2F}"/>
                    </a:ext>
                  </a:extLst>
                </p:cNvPr>
                <p:cNvSpPr/>
                <p:nvPr/>
              </p:nvSpPr>
              <p:spPr>
                <a:xfrm>
                  <a:off x="4382198" y="2729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BD1A8C02-48E5-BCBC-9D44-11F2B7FE26F2}"/>
                    </a:ext>
                  </a:extLst>
                </p:cNvPr>
                <p:cNvSpPr/>
                <p:nvPr/>
              </p:nvSpPr>
              <p:spPr>
                <a:xfrm>
                  <a:off x="4382198" y="2368932"/>
                  <a:ext cx="6372000" cy="3024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「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5E5735B0-0486-76EF-1838-9A9749E55EE3}"/>
                    </a:ext>
                  </a:extLst>
                </p:cNvPr>
                <p:cNvSpPr/>
                <p:nvPr/>
              </p:nvSpPr>
              <p:spPr>
                <a:xfrm>
                  <a:off x="5174198" y="2729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91A057D6-705F-D3F4-789D-49DA2BE9F517}"/>
                    </a:ext>
                  </a:extLst>
                </p:cNvPr>
                <p:cNvSpPr/>
                <p:nvPr/>
              </p:nvSpPr>
              <p:spPr>
                <a:xfrm>
                  <a:off x="4382198" y="3053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16D00D93-EB18-9CFA-29E7-0DCF4A9E4653}"/>
                    </a:ext>
                  </a:extLst>
                </p:cNvPr>
                <p:cNvSpPr/>
                <p:nvPr/>
              </p:nvSpPr>
              <p:spPr>
                <a:xfrm>
                  <a:off x="5174198" y="3053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1" name="正方形/長方形 20">
                  <a:extLst>
                    <a:ext uri="{FF2B5EF4-FFF2-40B4-BE49-F238E27FC236}">
                      <ns2:creationId id="{4F304EDA-15A7-5604-02DF-1C6417066713}"/>
                    </a:ext>
                  </a:extLst>
                </p:cNvPr>
                <p:cNvSpPr/>
                <p:nvPr/>
              </p:nvSpPr>
              <p:spPr>
                <a:xfrm>
                  <a:off x="3175517" y="2368932"/>
                  <a:ext cx="1152000" cy="3024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DD5A3DDD-73D4-4F27-0C99-DC6E6B819285}"/>
                    </a:ext>
                  </a:extLst>
                </p:cNvPr>
                <p:cNvSpPr/>
                <p:nvPr/>
              </p:nvSpPr>
              <p:spPr>
                <a:xfrm>
                  <a:off x="3175517" y="2729278"/>
                  <a:ext cx="1152000" cy="57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77" name="直線コネクタ 76">
                  <a:extLst>
                    <a:ext uri="{FF2B5EF4-FFF2-40B4-BE49-F238E27FC236}">
                      <ns2:creationId id="{6C031687-E47D-4EB8-4CAA-3FBA9B33F6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2700305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0F5DAF95-B502-00EF-8F25-3FF1F58EFD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01727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7E0C1849-161C-2971-565A-A67A6DFA76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2729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線コネクタ 84">
                  <a:extLst>
                    <a:ext uri="{FF2B5EF4-FFF2-40B4-BE49-F238E27FC236}">
                      <ns2:creationId id="{5C99C763-0306-42C9-383E-F0FF8B50AD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3053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Freeform 14">
                  <a:extLst>
                    <a:ext uri="{FF2B5EF4-FFF2-40B4-BE49-F238E27FC236}">
                      <ns2:creationId id="{09FC9FA3-C114-6D6F-D2E7-5339D1E03AE4}"/>
                    </a:ext>
                  </a:extLst>
                </p:cNvPr>
                <p:cNvSpPr/>
                <p:nvPr/>
              </p:nvSpPr>
              <p:spPr>
                <a:xfrm rot="10800000">
                  <a:off x="1410155" y="2368932"/>
                  <a:ext cx="648000" cy="936000"/>
                </a:xfrm>
                <a:custGeom>
                  <a:avLst/>
                  <a:gdLst>
                    <a:gd name="connsiteX0" fmla="*/ 633877 w 5480051"/>
                    <a:gd name="connsiteY0" fmla="*/ 0 h 1029039"/>
                    <a:gd name="connsiteX1" fmla="*/ 4846175 w 5480051"/>
                    <a:gd name="connsiteY1" fmla="*/ 0 h 1029039"/>
                    <a:gd name="connsiteX2" fmla="*/ 5480051 w 5480051"/>
                    <a:gd name="connsiteY2" fmla="*/ 1029039 h 1029039"/>
                    <a:gd name="connsiteX3" fmla="*/ 0 w 5480051"/>
                    <a:gd name="connsiteY3" fmla="*/ 1029039 h 1029039"/>
                    <a:gd name="connsiteX4" fmla="*/ 633877 w 5480051"/>
                    <a:gd name="connsiteY4" fmla="*/ 0 h 102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80051" h="1029039">
                      <a:moveTo>
                        <a:pt x="633877" y="0"/>
                      </a:moveTo>
                      <a:lnTo>
                        <a:pt x="4846175" y="0"/>
                      </a:lnTo>
                      <a:lnTo>
                        <a:pt x="5480051" y="1029039"/>
                      </a:lnTo>
                      <a:lnTo>
                        <a:pt x="0" y="1029039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2" name="正方形/長方形 101">
                  <a:extLst>
                    <a:ext uri="{FF2B5EF4-FFF2-40B4-BE49-F238E27FC236}">
                      <ns2:creationId id="{4CC40B6A-7C87-7C31-DE63-0C9B2FF7847A}"/>
                    </a:ext>
                  </a:extLst>
                </p:cNvPr>
                <p:cNvSpPr/>
                <p:nvPr/>
              </p:nvSpPr>
              <p:spPr>
                <a:xfrm>
                  <a:off x="1410154" y="276493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5A47DBD-1F15-5F6D-DAFA-4EDE29D652C0}"/>
                    </a:ext>
                  </a:extLst>
                </p:cNvPr>
                <p:cNvSpPr/>
                <p:nvPr/>
              </p:nvSpPr>
              <p:spPr>
                <a:xfrm>
                  <a:off x="2112836" y="2369278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8" name="グラフィックス 117" descr="棒グラフ (上昇) 単色塗りつぶし">
                  <a:extLst>
                    <a:ext uri="{FF2B5EF4-FFF2-40B4-BE49-F238E27FC236}">
                      <ns2:creationId id="{ED6DA8CB-DD11-3C8C-45B8-2229310ADA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017278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" name="グループ化 11">
              <a:extLst>
                <a:ext uri="{FF2B5EF4-FFF2-40B4-BE49-F238E27FC236}">
                  <ns2:creationId id="{0CE27E09-D2AF-0C03-3EF6-586A97846658}"/>
                </a:ext>
              </a:extLst>
            </p:cNvPr>
            <p:cNvGrpSpPr/>
            <p:nvPr/>
          </p:nvGrpSpPr>
          <p:grpSpPr>
            <a:xfrm>
              <a:off x="743470" y="3338230"/>
              <a:ext cx="10010725" cy="1044000"/>
              <a:chOff x="743473" y="3336632"/>
              <a:chExt cx="10010725" cy="1044000"/>
            </a:xfrm>
          </p:grpSpPr>
          <p:sp>
            <p:nvSpPr>
              <p:cNvPr id="94" name="山形 14">
                <a:extLst>
                  <a:ext uri="{FF2B5EF4-FFF2-40B4-BE49-F238E27FC236}">
                    <ns2:creationId id="{8E9683EC-D368-FDBF-4162-B5040983DBAE}"/>
                  </a:ext>
                </a:extLst>
              </p:cNvPr>
              <p:cNvSpPr/>
              <p:nvPr/>
            </p:nvSpPr>
            <p:spPr>
              <a:xfrm rot="5400000">
                <a:off x="527473" y="3552632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ns2:creationId id="{ABFD7D22-18F7-2FE8-5137-1B6374856032}"/>
                  </a:ext>
                </a:extLst>
              </p:cNvPr>
              <p:cNvGrpSpPr/>
              <p:nvPr/>
            </p:nvGrpSpPr>
            <p:grpSpPr>
              <a:xfrm>
                <a:off x="1410154" y="3390632"/>
                <a:ext cx="9344044" cy="936000"/>
                <a:chOff x="1410154" y="3346234"/>
                <a:chExt cx="9344044" cy="936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3DEB5E06-C9CD-7689-41D8-F8316B6F7C45}"/>
                    </a:ext>
                  </a:extLst>
                </p:cNvPr>
                <p:cNvSpPr/>
                <p:nvPr/>
              </p:nvSpPr>
              <p:spPr>
                <a:xfrm>
                  <a:off x="4382198" y="3346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8E89F56B-DB26-EB47-31D3-8B6D37DDCDC9}"/>
                    </a:ext>
                  </a:extLst>
                </p:cNvPr>
                <p:cNvSpPr/>
                <p:nvPr/>
              </p:nvSpPr>
              <p:spPr>
                <a:xfrm>
                  <a:off x="4382198" y="3850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・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」 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AE305977-B7FD-32F2-BEF5-21B3C080638C}"/>
                    </a:ext>
                  </a:extLst>
                </p:cNvPr>
                <p:cNvSpPr/>
                <p:nvPr/>
              </p:nvSpPr>
              <p:spPr>
                <a:xfrm>
                  <a:off x="3175517" y="3346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7B70ED31-3A84-89B3-87DD-2EA7689C2881}"/>
                    </a:ext>
                  </a:extLst>
                </p:cNvPr>
                <p:cNvSpPr/>
                <p:nvPr/>
              </p:nvSpPr>
              <p:spPr>
                <a:xfrm>
                  <a:off x="3175517" y="3850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6" name="直線コネクタ 85">
                  <a:extLst>
                    <a:ext uri="{FF2B5EF4-FFF2-40B4-BE49-F238E27FC236}">
                      <ns2:creationId id="{29E42D7B-41AB-28A7-BE02-1726738314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814234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Freeform 15">
                  <a:extLst>
                    <a:ext uri="{FF2B5EF4-FFF2-40B4-BE49-F238E27FC236}">
                      <ns2:creationId id="{5010BBDB-0B71-73D4-C6A7-2D3AE4F73D2F}"/>
                    </a:ext>
                  </a:extLst>
                </p:cNvPr>
                <p:cNvSpPr/>
                <p:nvPr/>
              </p:nvSpPr>
              <p:spPr>
                <a:xfrm rot="10800000">
                  <a:off x="1493169" y="3346234"/>
                  <a:ext cx="481970" cy="936000"/>
                </a:xfrm>
                <a:custGeom>
                  <a:avLst/>
                  <a:gdLst>
                    <a:gd name="connsiteX0" fmla="*/ 633877 w 4075954"/>
                    <a:gd name="connsiteY0" fmla="*/ 0 h 1029041"/>
                    <a:gd name="connsiteX1" fmla="*/ 3442077 w 4075954"/>
                    <a:gd name="connsiteY1" fmla="*/ 0 h 1029041"/>
                    <a:gd name="connsiteX2" fmla="*/ 4075954 w 4075954"/>
                    <a:gd name="connsiteY2" fmla="*/ 1029041 h 1029041"/>
                    <a:gd name="connsiteX3" fmla="*/ 0 w 4075954"/>
                    <a:gd name="connsiteY3" fmla="*/ 1029041 h 1029041"/>
                    <a:gd name="connsiteX4" fmla="*/ 633877 w 4075954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5954" h="1029041">
                      <a:moveTo>
                        <a:pt x="633877" y="0"/>
                      </a:moveTo>
                      <a:lnTo>
                        <a:pt x="3442077" y="0"/>
                      </a:lnTo>
                      <a:lnTo>
                        <a:pt x="4075954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6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52B4CB5E-71F3-F339-7903-4AE84DC69CB6}"/>
                    </a:ext>
                  </a:extLst>
                </p:cNvPr>
                <p:cNvSpPr/>
                <p:nvPr/>
              </p:nvSpPr>
              <p:spPr>
                <a:xfrm>
                  <a:off x="1410154" y="3742234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650FB83C-5E60-7C08-2F10-7F16E2965684}"/>
                    </a:ext>
                  </a:extLst>
                </p:cNvPr>
                <p:cNvSpPr/>
                <p:nvPr/>
              </p:nvSpPr>
              <p:spPr>
                <a:xfrm>
                  <a:off x="2112836" y="3346234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20" name="グラフィックス 119" descr="質問 単色塗りつぶし">
                  <a:extLst>
                    <a:ext uri="{FF2B5EF4-FFF2-40B4-BE49-F238E27FC236}">
                      <ns2:creationId id="{D8BE60CF-2D0B-774D-F2F2-3CAB703573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994234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C9103C12-56B1-32CD-6211-B630C78192F8}"/>
                </a:ext>
              </a:extLst>
            </p:cNvPr>
            <p:cNvGrpSpPr/>
            <p:nvPr/>
          </p:nvGrpSpPr>
          <p:grpSpPr>
            <a:xfrm>
              <a:off x="743473" y="4300975"/>
              <a:ext cx="10010725" cy="1044000"/>
              <a:chOff x="743473" y="4303986"/>
              <a:chExt cx="10010725" cy="1044000"/>
            </a:xfrm>
          </p:grpSpPr>
          <p:sp>
            <p:nvSpPr>
              <p:cNvPr id="95" name="山形 14">
                <a:extLst>
                  <a:ext uri="{FF2B5EF4-FFF2-40B4-BE49-F238E27FC236}">
                    <ns2:creationId id="{6A4BDE76-5A93-AC99-543A-D293D7774CDA}"/>
                  </a:ext>
                </a:extLst>
              </p:cNvPr>
              <p:cNvSpPr/>
              <p:nvPr/>
            </p:nvSpPr>
            <p:spPr>
              <a:xfrm rot="5400000">
                <a:off x="527473" y="4519986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C716BB23-FC79-5DEA-75FE-2E7F2FF0F1CA}"/>
                  </a:ext>
                </a:extLst>
              </p:cNvPr>
              <p:cNvGrpSpPr/>
              <p:nvPr/>
            </p:nvGrpSpPr>
            <p:grpSpPr>
              <a:xfrm>
                <a:off x="1410154" y="4357986"/>
                <a:ext cx="9344044" cy="936000"/>
                <a:chOff x="1410154" y="4332869"/>
                <a:chExt cx="9344044" cy="936000"/>
              </a:xfrm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0FD7BED7-99F1-5280-838B-DAF0524F72C3}"/>
                    </a:ext>
                  </a:extLst>
                </p:cNvPr>
                <p:cNvSpPr/>
                <p:nvPr/>
              </p:nvSpPr>
              <p:spPr>
                <a:xfrm>
                  <a:off x="4382198" y="4332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437227C9-D0F9-E4DF-63CB-F9D5808804B7}"/>
                    </a:ext>
                  </a:extLst>
                </p:cNvPr>
                <p:cNvSpPr/>
                <p:nvPr/>
              </p:nvSpPr>
              <p:spPr>
                <a:xfrm>
                  <a:off x="4382198" y="4656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×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『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43D7A6C2-8D2D-F809-71D2-85E6E899A6D3}"/>
                    </a:ext>
                  </a:extLst>
                </p:cNvPr>
                <p:cNvSpPr/>
                <p:nvPr/>
              </p:nvSpPr>
              <p:spPr>
                <a:xfrm>
                  <a:off x="4382198" y="4980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2479E36C-3F65-22D2-4ECC-BF8273E18BC0}"/>
                    </a:ext>
                  </a:extLst>
                </p:cNvPr>
                <p:cNvSpPr/>
                <p:nvPr/>
              </p:nvSpPr>
              <p:spPr>
                <a:xfrm>
                  <a:off x="3175517" y="4656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BFD78C2E-7715-5619-A9EB-BF68D6F1975B}"/>
                    </a:ext>
                  </a:extLst>
                </p:cNvPr>
                <p:cNvSpPr/>
                <p:nvPr/>
              </p:nvSpPr>
              <p:spPr>
                <a:xfrm>
                  <a:off x="3175517" y="4332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0AED4CF0-D96A-A432-F655-E22C2620B1B6}"/>
                    </a:ext>
                  </a:extLst>
                </p:cNvPr>
                <p:cNvSpPr/>
                <p:nvPr/>
              </p:nvSpPr>
              <p:spPr>
                <a:xfrm>
                  <a:off x="3175517" y="4980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8" name="直線コネクタ 87">
                  <a:extLst>
                    <a:ext uri="{FF2B5EF4-FFF2-40B4-BE49-F238E27FC236}">
                      <ns2:creationId id="{AABFA3F6-D7A2-F397-577D-2978289E68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638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A8F947D2-DAB7-465F-3A4D-5BAC87A410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962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" name="Freeform 16">
                  <a:extLst>
                    <a:ext uri="{FF2B5EF4-FFF2-40B4-BE49-F238E27FC236}">
                      <ns2:creationId id="{148456CD-4F3E-AECA-AF2B-3A966D8777A4}"/>
                    </a:ext>
                  </a:extLst>
                </p:cNvPr>
                <p:cNvSpPr/>
                <p:nvPr/>
              </p:nvSpPr>
              <p:spPr>
                <a:xfrm rot="10800000">
                  <a:off x="1576184" y="4332869"/>
                  <a:ext cx="315939" cy="936000"/>
                </a:xfrm>
                <a:custGeom>
                  <a:avLst/>
                  <a:gdLst>
                    <a:gd name="connsiteX0" fmla="*/ 633878 w 2671856"/>
                    <a:gd name="connsiteY0" fmla="*/ 0 h 1029041"/>
                    <a:gd name="connsiteX1" fmla="*/ 2037978 w 2671856"/>
                    <a:gd name="connsiteY1" fmla="*/ 0 h 1029041"/>
                    <a:gd name="connsiteX2" fmla="*/ 2671856 w 2671856"/>
                    <a:gd name="connsiteY2" fmla="*/ 1029041 h 1029041"/>
                    <a:gd name="connsiteX3" fmla="*/ 0 w 2671856"/>
                    <a:gd name="connsiteY3" fmla="*/ 1029041 h 1029041"/>
                    <a:gd name="connsiteX4" fmla="*/ 633878 w 2671856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1856" h="1029041">
                      <a:moveTo>
                        <a:pt x="633878" y="0"/>
                      </a:moveTo>
                      <a:lnTo>
                        <a:pt x="2037978" y="0"/>
                      </a:lnTo>
                      <a:lnTo>
                        <a:pt x="2671856" y="1029041"/>
                      </a:lnTo>
                      <a:lnTo>
                        <a:pt x="0" y="1029041"/>
                      </a:lnTo>
                      <a:lnTo>
                        <a:pt x="633878" y="0"/>
                      </a:lnTo>
                      <a:close/>
                    </a:path>
                  </a:pathLst>
                </a:custGeom>
                <a:solidFill>
                  <a:srgbClr val="008000">
                    <a:alpha val="8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0539B906-E61E-3476-C635-5DB7388DE20A}"/>
                    </a:ext>
                  </a:extLst>
                </p:cNvPr>
                <p:cNvSpPr/>
                <p:nvPr/>
              </p:nvSpPr>
              <p:spPr>
                <a:xfrm>
                  <a:off x="1410154" y="4728869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" name="正方形/長方形 17">
                  <a:extLst>
                    <a:ext uri="{FF2B5EF4-FFF2-40B4-BE49-F238E27FC236}">
                      <ns2:creationId id="{F5B4257B-6553-0754-3F39-BB63100CBB0C}"/>
                    </a:ext>
                  </a:extLst>
                </p:cNvPr>
                <p:cNvSpPr/>
                <p:nvPr/>
              </p:nvSpPr>
              <p:spPr>
                <a:xfrm>
                  <a:off x="2112836" y="4332869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900" baseline="300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※</a:t>
                  </a:r>
                  <a:endParaRPr kumimoji="1" lang="ja-JP" altLang="en-US" sz="900" baseline="300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9" name="グラフィックス 28" descr="チェックマークの付いた盾 単色塗りつぶし">
                  <a:extLst>
                    <a:ext uri="{FF2B5EF4-FFF2-40B4-BE49-F238E27FC236}">
                      <ns2:creationId id="{71CC777C-55B0-2D21-914E-583A4A9A7B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2832836" y="49808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" name="グループ化 8">
              <a:extLst>
                <a:ext uri="{FF2B5EF4-FFF2-40B4-BE49-F238E27FC236}">
                  <ns2:creationId id="{7A788233-1D0D-F8C5-A561-A1113EDE40FA}"/>
                </a:ext>
              </a:extLst>
            </p:cNvPr>
            <p:cNvGrpSpPr/>
            <p:nvPr/>
          </p:nvGrpSpPr>
          <p:grpSpPr>
            <a:xfrm>
              <a:off x="743473" y="5263720"/>
              <a:ext cx="10010725" cy="1044000"/>
              <a:chOff x="743473" y="5263720"/>
              <a:chExt cx="10010725" cy="1044000"/>
            </a:xfrm>
          </p:grpSpPr>
          <p:sp>
            <p:nvSpPr>
              <p:cNvPr id="96" name="山形 14">
                <a:extLst>
                  <a:ext uri="{FF2B5EF4-FFF2-40B4-BE49-F238E27FC236}">
                    <ns2:creationId id="{B8BF02B9-9A38-9E31-CD83-EA32CC8D1E16}"/>
                  </a:ext>
                </a:extLst>
              </p:cNvPr>
              <p:cNvSpPr/>
              <p:nvPr/>
            </p:nvSpPr>
            <p:spPr>
              <a:xfrm rot="5400000">
                <a:off x="527473" y="5479720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31F1D173-4EFE-F4F2-46BD-92AB89EE86D0}"/>
                  </a:ext>
                </a:extLst>
              </p:cNvPr>
              <p:cNvGrpSpPr/>
              <p:nvPr/>
            </p:nvGrpSpPr>
            <p:grpSpPr>
              <a:xfrm>
                <a:off x="1410154" y="5317720"/>
                <a:ext cx="9344044" cy="936000"/>
                <a:chOff x="1410154" y="5328952"/>
                <a:chExt cx="9344044" cy="93600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E967DD0B-212D-9DE0-7D61-2981E731354E}"/>
                    </a:ext>
                  </a:extLst>
                </p:cNvPr>
                <p:cNvSpPr/>
                <p:nvPr/>
              </p:nvSpPr>
              <p:spPr>
                <a:xfrm>
                  <a:off x="3175517" y="5328952"/>
                  <a:ext cx="1152000" cy="29605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2F49560E-870C-859F-62F7-798F23917B6A}"/>
                    </a:ext>
                  </a:extLst>
                </p:cNvPr>
                <p:cNvSpPr/>
                <p:nvPr/>
              </p:nvSpPr>
              <p:spPr>
                <a:xfrm>
                  <a:off x="4382198" y="5328952"/>
                  <a:ext cx="6372000" cy="296057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53C1E863-3073-3B77-A815-EE3B74DDD3E3}"/>
                    </a:ext>
                  </a:extLst>
                </p:cNvPr>
                <p:cNvSpPr/>
                <p:nvPr/>
              </p:nvSpPr>
              <p:spPr>
                <a:xfrm>
                  <a:off x="3175518" y="5699887"/>
                  <a:ext cx="7578678" cy="56506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lvl="2" indent="-85725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、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92" name="直線コネクタ 91">
                  <a:extLst>
                    <a:ext uri="{FF2B5EF4-FFF2-40B4-BE49-F238E27FC236}">
                      <ns2:creationId id="{27D4B50F-247F-BEDA-A028-1DC2E1834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566244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7" name="Freeform 18">
                  <a:extLst>
                    <a:ext uri="{FF2B5EF4-FFF2-40B4-BE49-F238E27FC236}">
                      <ns2:creationId id="{5FF2D634-4117-7F0B-9600-E2B11EC70213}"/>
                    </a:ext>
                  </a:extLst>
                </p:cNvPr>
                <p:cNvSpPr/>
                <p:nvPr/>
              </p:nvSpPr>
              <p:spPr>
                <a:xfrm rot="10800000">
                  <a:off x="1659200" y="5328952"/>
                  <a:ext cx="149908" cy="936000"/>
                </a:xfrm>
                <a:custGeom>
                  <a:avLst/>
                  <a:gdLst>
                    <a:gd name="connsiteX0" fmla="*/ 633877 w 1267755"/>
                    <a:gd name="connsiteY0" fmla="*/ 0 h 1029041"/>
                    <a:gd name="connsiteX1" fmla="*/ 1267755 w 1267755"/>
                    <a:gd name="connsiteY1" fmla="*/ 1029041 h 1029041"/>
                    <a:gd name="connsiteX2" fmla="*/ 0 w 1267755"/>
                    <a:gd name="connsiteY2" fmla="*/ 1029041 h 1029041"/>
                    <a:gd name="connsiteX3" fmla="*/ 633877 w 1267755"/>
                    <a:gd name="connsiteY3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7755" h="1029041">
                      <a:moveTo>
                        <a:pt x="633877" y="0"/>
                      </a:moveTo>
                      <a:lnTo>
                        <a:pt x="1267755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/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E80E56CA-611B-7A2D-6D63-20F2F42F52A0}"/>
                    </a:ext>
                  </a:extLst>
                </p:cNvPr>
                <p:cNvSpPr/>
                <p:nvPr/>
              </p:nvSpPr>
              <p:spPr>
                <a:xfrm>
                  <a:off x="1410154" y="572495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0" name="正方形/長方形 19">
                  <a:extLst>
                    <a:ext uri="{FF2B5EF4-FFF2-40B4-BE49-F238E27FC236}">
                      <ns2:creationId id="{EC234F64-6BD3-EBF2-3A34-A1272E0B72A3}"/>
                    </a:ext>
                  </a:extLst>
                </p:cNvPr>
                <p:cNvSpPr/>
                <p:nvPr/>
              </p:nvSpPr>
              <p:spPr>
                <a:xfrm>
                  <a:off x="2112836" y="5328952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</a:p>
              </p:txBody>
            </p:sp>
            <p:pic>
              <p:nvPicPr>
                <p:cNvPr id="30" name="グラフィックス 29" descr="意思決定図 単色塗りつぶし">
                  <a:extLst>
                    <a:ext uri="{FF2B5EF4-FFF2-40B4-BE49-F238E27FC236}">
                      <ns2:creationId id="{C59DF150-BCFF-A868-F401-F14387BA93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2832836" y="5976952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3" name="正方形/長方形 22">
              <a:extLst>
                <a:ext uri="{FF2B5EF4-FFF2-40B4-BE49-F238E27FC236}">
                  <ns2:creationId id="{270899D4-79CD-BC27-50B1-FD2B2D1E24A4}"/>
                </a:ext>
              </a:extLst>
            </p:cNvPr>
            <p:cNvSpPr/>
            <p:nvPr/>
          </p:nvSpPr>
          <p:spPr>
            <a:xfrm>
              <a:off x="748000" y="4337716"/>
              <a:ext cx="11106000" cy="965019"/>
            </a:xfrm>
            <a:prstGeom prst="rect">
              <a:avLst/>
            </a:prstGeom>
            <a:noFill/>
            <a:ln w="38100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フリーフォーム: 図形 18">
              <a:extLst>
                <a:ext uri="{FF2B5EF4-FFF2-40B4-BE49-F238E27FC236}">
                  <ns2:creationId id="{ED3ECABB-AC8D-62F2-FE83-B9BB96C03C3F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16200000" flipV="1">
              <a:off x="351087" y="4594322"/>
              <a:ext cx="432000" cy="451806"/>
            </a:xfrm>
            <a:custGeom>
              <a:avLst/>
              <a:gdLst>
                <a:gd name="csX0" fmla="*/ 360000 w 360000"/>
                <a:gd name="csY0" fmla="*/ 376507 h 376507"/>
                <a:gd name="csX1" fmla="*/ 360000 w 360000"/>
                <a:gd name="csY1" fmla="*/ 70507 h 376507"/>
                <a:gd name="csX2" fmla="*/ 213753 w 360000"/>
                <a:gd name="csY2" fmla="*/ 70507 h 376507"/>
                <a:gd name="csX3" fmla="*/ 178499 w 360000"/>
                <a:gd name="csY3" fmla="*/ 0 h 376507"/>
                <a:gd name="csX4" fmla="*/ 143246 w 360000"/>
                <a:gd name="csY4" fmla="*/ 70507 h 376507"/>
                <a:gd name="csX5" fmla="*/ 0 w 360000"/>
                <a:gd name="csY5" fmla="*/ 70507 h 376507"/>
                <a:gd name="csX6" fmla="*/ 0 w 360000"/>
                <a:gd name="csY6" fmla="*/ 376507 h 37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000" h="376507">
                  <a:moveTo>
                    <a:pt x="360000" y="376507"/>
                  </a:moveTo>
                  <a:lnTo>
                    <a:pt x="360000" y="70507"/>
                  </a:lnTo>
                  <a:lnTo>
                    <a:pt x="213753" y="70507"/>
                  </a:lnTo>
                  <a:lnTo>
                    <a:pt x="178499" y="0"/>
                  </a:lnTo>
                  <a:lnTo>
                    <a:pt x="143246" y="70507"/>
                  </a:lnTo>
                  <a:lnTo>
                    <a:pt x="0" y="70507"/>
                  </a:lnTo>
                  <a:lnTo>
                    <a:pt x="0" y="376507"/>
                  </a:ln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rgbClr val="ED7D31"/>
              </a:solidFill>
              <a:miter lim="800000"/>
              <a:headEnd/>
              <a:tailEnd/>
            </a:ln>
          </p:spPr>
          <p:txBody>
            <a:bodyPr rot="10800000" vert="eaVert" wrap="square" lIns="0" tIns="1800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ja-JP" sz="1100" b="1" dirty="0">
                  <a:solidFill>
                    <a:srgbClr val="ED7D31"/>
                  </a:solidFill>
                  <a:latin typeface="Meiryo UI" panose="020B0604030504040204" pitchFamily="34" charset="-128"/>
                  <a:ea typeface="Meiryo UI" panose="020B0604030504040204" pitchFamily="34" charset="-128"/>
                  <a:cs typeface="Arial" pitchFamily="34" charset="0"/>
                </a:rPr>
                <a:t>XX</a:t>
              </a:r>
              <a:endParaRPr lang="ja-JP" altLang="en-US" sz="1100" b="1" dirty="0">
                <a:solidFill>
                  <a:srgbClr val="ED7D31"/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endParaRP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04144FC1-68EA-6491-FC57-57759D86AC9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2346035"/>
              <a:ext cx="104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F8B2908-6C47-9837-4592-FC815437C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4338528"/>
              <a:ext cx="1044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121109386"/>
      </p:ext>
    </p:extLst>
  </p:cSld>
  <p:clrMapOvr>
    <a:masterClrMapping/>
  </p:clrMapOvr>
</p:sld>
</file>

<file path=ppt/slides/slide3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D3029B-1118-3D61-F9FF-833DBCE7B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E56AA0C-93CB-5754-0EA9-F80916E3E5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3973B51-8897-985B-B717-BA41269BB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993D5AD6-A3DC-3319-4738-DBEEA7AC6DCB}"/>
              </a:ext>
            </a:extLst>
          </p:cNvPr>
          <p:cNvGrpSpPr/>
          <p:nvPr/>
        </p:nvGrpSpPr>
        <p:grpSpPr>
          <a:xfrm>
            <a:off x="3870003" y="5846884"/>
            <a:ext cx="4457068" cy="479425"/>
            <a:chOff x="3907614" y="5829300"/>
            <a:chExt cx="4457068" cy="479425"/>
          </a:xfrm>
        </p:grpSpPr>
        <p:sp>
          <p:nvSpPr>
            <p:cNvPr id="73" name="正方形/長方形 72">
              <a:extLst>
                <a:ext uri="{FF2B5EF4-FFF2-40B4-BE49-F238E27FC236}">
                  <ns2:creationId id="{F0CF26F0-86A5-7244-D1B5-C590AE55BFEB}"/>
                </a:ext>
              </a:extLst>
            </p:cNvPr>
            <p:cNvSpPr/>
            <p:nvPr/>
          </p:nvSpPr>
          <p:spPr>
            <a:xfrm>
              <a:off x="4364183" y="5829300"/>
              <a:ext cx="4000499" cy="4794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74" name="グラフィックス 73" descr="事業の成長 単色塗りつぶし">
              <a:extLst>
                <a:ext uri="{FF2B5EF4-FFF2-40B4-BE49-F238E27FC236}">
                  <ns2:creationId id="{9AD71771-2077-3D4D-50AF-B90246B98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907614" y="5829300"/>
              <a:ext cx="456568" cy="479425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D172F1AA-B4C2-5149-3DD2-C53AF04532AC}"/>
              </a:ext>
            </a:extLst>
          </p:cNvPr>
          <p:cNvGrpSpPr/>
          <p:nvPr/>
        </p:nvGrpSpPr>
        <p:grpSpPr>
          <a:xfrm>
            <a:off x="334963" y="5500579"/>
            <a:ext cx="11527147" cy="375450"/>
            <a:chOff x="334963" y="5412659"/>
            <a:chExt cx="11527147" cy="37545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CDFDB78D-DB43-366B-D16F-A8F1530E236E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600385"/>
              <a:ext cx="115271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グループ化 76">
              <a:extLst>
                <a:ext uri="{FF2B5EF4-FFF2-40B4-BE49-F238E27FC236}">
                  <ns2:creationId id="{A75E1847-B344-03B3-B5C0-73AA4BD3FBC3}"/>
                </a:ext>
              </a:extLst>
            </p:cNvPr>
            <p:cNvGrpSpPr/>
            <p:nvPr/>
          </p:nvGrpSpPr>
          <p:grpSpPr>
            <a:xfrm rot="5400000">
              <a:off x="5910812" y="5419897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78" name="円/楕円 8">
                <a:extLst>
                  <a:ext uri="{FF2B5EF4-FFF2-40B4-BE49-F238E27FC236}">
                    <ns2:creationId id="{FFBB3063-2EBA-7CCA-DD08-62E06B6903D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9" name="グラフィックス 78">
                <a:extLst>
                  <a:ext uri="{FF2B5EF4-FFF2-40B4-BE49-F238E27FC236}">
                    <ns2:creationId id="{8F21B4C3-2CC5-0DD0-FE61-965FFD185B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420B991B-B5C6-C83C-2EC2-E75D8F1C2A46}"/>
              </a:ext>
            </a:extLst>
          </p:cNvPr>
          <p:cNvGrpSpPr/>
          <p:nvPr/>
        </p:nvGrpSpPr>
        <p:grpSpPr>
          <a:xfrm>
            <a:off x="334962" y="1628775"/>
            <a:ext cx="11522076" cy="3834505"/>
            <a:chOff x="334962" y="1628775"/>
            <a:chExt cx="11522076" cy="3834505"/>
          </a:xfrm>
        </p:grpSpPr>
        <p:grpSp>
          <p:nvGrpSpPr>
            <p:cNvPr id="31" name="グループ化 30">
              <a:extLst>
                <a:ext uri="{FF2B5EF4-FFF2-40B4-BE49-F238E27FC236}">
                  <ns2:creationId id="{C34ED101-A3C8-66AA-8955-077F01E19D06}"/>
                </a:ext>
              </a:extLst>
            </p:cNvPr>
            <p:cNvGrpSpPr/>
            <p:nvPr/>
          </p:nvGrpSpPr>
          <p:grpSpPr>
            <a:xfrm>
              <a:off x="8464074" y="1643783"/>
              <a:ext cx="1219060" cy="243008"/>
              <a:chOff x="7010900" y="1628775"/>
              <a:chExt cx="1092208" cy="243008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C6DC401C-B412-952F-B323-1D489391721D}"/>
                  </a:ext>
                </a:extLst>
              </p:cNvPr>
              <p:cNvSpPr txBox="1"/>
              <p:nvPr/>
            </p:nvSpPr>
            <p:spPr>
              <a:xfrm>
                <a:off x="7010900" y="1628775"/>
                <a:ext cx="109220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KGI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4A2F4672-5F0B-DE43-3B55-A7CE437634EC}"/>
                  </a:ext>
                </a:extLst>
              </p:cNvPr>
              <p:cNvCxnSpPr/>
              <p:nvPr/>
            </p:nvCxnSpPr>
            <p:spPr>
              <a:xfrm>
                <a:off x="7010900" y="1871783"/>
                <a:ext cx="10922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" name="グループ化 33">
              <a:extLst>
                <a:ext uri="{FF2B5EF4-FFF2-40B4-BE49-F238E27FC236}">
                  <ns2:creationId id="{5E24BFCA-7970-F87B-3CD6-F993447F9D38}"/>
                </a:ext>
              </a:extLst>
            </p:cNvPr>
            <p:cNvGrpSpPr/>
            <p:nvPr/>
          </p:nvGrpSpPr>
          <p:grpSpPr>
            <a:xfrm>
              <a:off x="10218420" y="1628775"/>
              <a:ext cx="1638618" cy="243008"/>
              <a:chOff x="8226649" y="1628775"/>
              <a:chExt cx="1832578" cy="243008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D441BCA-B6FA-9F3D-DD1C-E18CC09301AC}"/>
                  </a:ext>
                </a:extLst>
              </p:cNvPr>
              <p:cNvSpPr txBox="1"/>
              <p:nvPr/>
            </p:nvSpPr>
            <p:spPr>
              <a:xfrm>
                <a:off x="8226649" y="1628775"/>
                <a:ext cx="183257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KPI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27B3C4D7-CA7F-FF5E-4384-0F545D393A4B}"/>
                  </a:ext>
                </a:extLst>
              </p:cNvPr>
              <p:cNvCxnSpPr/>
              <p:nvPr/>
            </p:nvCxnSpPr>
            <p:spPr>
              <a:xfrm>
                <a:off x="8226649" y="1871783"/>
                <a:ext cx="18325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グループ化 43">
              <a:extLst>
                <a:ext uri="{FF2B5EF4-FFF2-40B4-BE49-F238E27FC236}">
                  <ns2:creationId id="{6A1C308D-6774-71C1-6327-96F0E5E10BE1}"/>
                </a:ext>
              </a:extLst>
            </p:cNvPr>
            <p:cNvGrpSpPr/>
            <p:nvPr/>
          </p:nvGrpSpPr>
          <p:grpSpPr>
            <a:xfrm>
              <a:off x="3917398" y="1871783"/>
              <a:ext cx="4362276" cy="2913687"/>
              <a:chOff x="3917398" y="1977280"/>
              <a:chExt cx="4362276" cy="2808190"/>
            </a:xfrm>
          </p:grpSpPr>
          <p:sp>
            <p:nvSpPr>
              <p:cNvPr id="13" name="フリーフォーム: 図形 12">
                <a:extLst>
                  <a:ext uri="{FF2B5EF4-FFF2-40B4-BE49-F238E27FC236}">
                    <ns2:creationId id="{64FD05EA-51AA-1B0C-36E2-D77A9D808240}"/>
                  </a:ext>
                </a:extLst>
              </p:cNvPr>
              <p:cNvSpPr/>
              <p:nvPr/>
            </p:nvSpPr>
            <p:spPr>
              <a:xfrm rot="1342632">
                <a:off x="5567285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5" name="フリーフォーム: 図形 14">
                <a:extLst>
                  <a:ext uri="{FF2B5EF4-FFF2-40B4-BE49-F238E27FC236}">
                    <ns2:creationId id="{1D812146-B9FA-B7A1-B9E4-0B915CE84558}"/>
                  </a:ext>
                </a:extLst>
              </p:cNvPr>
              <p:cNvSpPr/>
              <p:nvPr/>
            </p:nvSpPr>
            <p:spPr>
              <a:xfrm rot="1342632">
                <a:off x="3917398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フリーフォーム: 図形 17">
                <a:extLst>
                  <a:ext uri="{FF2B5EF4-FFF2-40B4-BE49-F238E27FC236}">
                    <ns2:creationId id="{10CB9974-75D7-F8D6-D5CE-CCBEB3ADEC9F}"/>
                  </a:ext>
                </a:extLst>
              </p:cNvPr>
              <p:cNvSpPr/>
              <p:nvPr/>
            </p:nvSpPr>
            <p:spPr>
              <a:xfrm rot="1342632">
                <a:off x="4742341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フリーフォーム: 図形 19">
                <a:extLst>
                  <a:ext uri="{FF2B5EF4-FFF2-40B4-BE49-F238E27FC236}">
                    <ns2:creationId id="{2FD0B334-DF37-4906-C94F-74892648101D}"/>
                  </a:ext>
                </a:extLst>
              </p:cNvPr>
              <p:cNvSpPr/>
              <p:nvPr/>
            </p:nvSpPr>
            <p:spPr>
              <a:xfrm rot="20257368" flipH="1">
                <a:off x="5899558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1" name="フリーフォーム: 図形 20">
                <a:extLst>
                  <a:ext uri="{FF2B5EF4-FFF2-40B4-BE49-F238E27FC236}">
                    <ns2:creationId id="{F2EED69C-85A7-B807-1D47-50D111A19A9F}"/>
                  </a:ext>
                </a:extLst>
              </p:cNvPr>
              <p:cNvSpPr/>
              <p:nvPr/>
            </p:nvSpPr>
            <p:spPr>
              <a:xfrm rot="20257368" flipH="1">
                <a:off x="5834962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3" name="フリーフォーム: 図形 22">
                <a:extLst>
                  <a:ext uri="{FF2B5EF4-FFF2-40B4-BE49-F238E27FC236}">
                    <ns2:creationId id="{D84CB90B-B6CF-190A-A377-57ABA12E0739}"/>
                  </a:ext>
                </a:extLst>
              </p:cNvPr>
              <p:cNvSpPr/>
              <p:nvPr/>
            </p:nvSpPr>
            <p:spPr>
              <a:xfrm rot="20257368" flipH="1">
                <a:off x="5867260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093D717A-8A3E-9082-62C3-6A5192D04476}"/>
                  </a:ext>
                </a:extLst>
              </p:cNvPr>
              <p:cNvSpPr/>
              <p:nvPr/>
            </p:nvSpPr>
            <p:spPr>
              <a:xfrm>
                <a:off x="5218187" y="4394459"/>
                <a:ext cx="1760698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7CC8D1CA-40BD-55F4-B641-71B521F451A6}"/>
                  </a:ext>
                </a:extLst>
              </p:cNvPr>
              <p:cNvSpPr/>
              <p:nvPr/>
            </p:nvSpPr>
            <p:spPr>
              <a:xfrm>
                <a:off x="5218188" y="3311777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6336727-BE5E-3AA6-3539-5BA2EF2A76ED}"/>
                  </a:ext>
                </a:extLst>
              </p:cNvPr>
              <p:cNvSpPr/>
              <p:nvPr/>
            </p:nvSpPr>
            <p:spPr>
              <a:xfrm>
                <a:off x="5218188" y="2324642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E288B124-D141-5261-6D8B-7C785A3B4EE7}"/>
                </a:ext>
              </a:extLst>
            </p:cNvPr>
            <p:cNvGrpSpPr/>
            <p:nvPr/>
          </p:nvGrpSpPr>
          <p:grpSpPr>
            <a:xfrm>
              <a:off x="334962" y="2939568"/>
              <a:ext cx="3392966" cy="1278056"/>
              <a:chOff x="334962" y="2939568"/>
              <a:chExt cx="3392966" cy="1278056"/>
            </a:xfrm>
          </p:grpSpPr>
          <p:sp>
            <p:nvSpPr>
              <p:cNvPr id="48" name="正方形/長方形 47">
                <a:extLst>
                  <a:ext uri="{FF2B5EF4-FFF2-40B4-BE49-F238E27FC236}">
                    <ns2:creationId id="{09E22AC0-BD1E-0F4C-01C2-7A5104380AEA}"/>
                  </a:ext>
                </a:extLst>
              </p:cNvPr>
              <p:cNvSpPr/>
              <p:nvPr/>
            </p:nvSpPr>
            <p:spPr>
              <a:xfrm>
                <a:off x="334962" y="2939568"/>
                <a:ext cx="3392966" cy="1278056"/>
              </a:xfrm>
              <a:prstGeom prst="rect">
                <a:avLst/>
              </a:prstGeom>
              <a:solidFill>
                <a:srgbClr val="7FBF7F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883DE244-8240-D251-0F2A-B6BD060E8B4A}"/>
                  </a:ext>
                </a:extLst>
              </p:cNvPr>
              <p:cNvSpPr/>
              <p:nvPr/>
            </p:nvSpPr>
            <p:spPr>
              <a:xfrm>
                <a:off x="420475" y="3323535"/>
                <a:ext cx="3221941" cy="8567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zh-TW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B59BD30-40A1-A11F-F14B-471F8250790F}"/>
                </a:ext>
              </a:extLst>
            </p:cNvPr>
            <p:cNvGrpSpPr/>
            <p:nvPr/>
          </p:nvGrpSpPr>
          <p:grpSpPr>
            <a:xfrm>
              <a:off x="334962" y="1935934"/>
              <a:ext cx="3392966" cy="896312"/>
              <a:chOff x="334962" y="1935934"/>
              <a:chExt cx="3392966" cy="896312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5C945A38-1E24-19C9-0FC6-972E1E83B79B}"/>
                  </a:ext>
                </a:extLst>
              </p:cNvPr>
              <p:cNvSpPr/>
              <p:nvPr/>
            </p:nvSpPr>
            <p:spPr>
              <a:xfrm>
                <a:off x="334962" y="1935934"/>
                <a:ext cx="3392966" cy="896312"/>
              </a:xfrm>
              <a:prstGeom prst="rect">
                <a:avLst/>
              </a:prstGeom>
              <a:solidFill>
                <a:srgbClr val="CCE6C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9AA6984D-ED60-8E1F-8AEB-2F71D129A826}"/>
                  </a:ext>
                </a:extLst>
              </p:cNvPr>
              <p:cNvSpPr/>
              <p:nvPr/>
            </p:nvSpPr>
            <p:spPr>
              <a:xfrm>
                <a:off x="420475" y="2330521"/>
                <a:ext cx="3221941" cy="4547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7C72F114-6CB6-E7B8-D303-1ED4B023CD60}"/>
                  </a:ext>
                </a:extLst>
              </p:cNvPr>
              <p:cNvSpPr/>
              <p:nvPr/>
            </p:nvSpPr>
            <p:spPr>
              <a:xfrm>
                <a:off x="420475" y="2505187"/>
                <a:ext cx="3221941" cy="2800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4CBE76EA-BD68-484D-7D51-F472F9FB0B8C}"/>
                </a:ext>
              </a:extLst>
            </p:cNvPr>
            <p:cNvGrpSpPr/>
            <p:nvPr/>
          </p:nvGrpSpPr>
          <p:grpSpPr>
            <a:xfrm>
              <a:off x="334962" y="4324946"/>
              <a:ext cx="3392966" cy="1138332"/>
              <a:chOff x="334962" y="4324946"/>
              <a:chExt cx="3392966" cy="1138332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77EA44DE-C736-5C91-AC90-61BD734C8980}"/>
                  </a:ext>
                </a:extLst>
              </p:cNvPr>
              <p:cNvSpPr/>
              <p:nvPr/>
            </p:nvSpPr>
            <p:spPr>
              <a:xfrm>
                <a:off x="334962" y="4324946"/>
                <a:ext cx="3392966" cy="1138332"/>
              </a:xfrm>
              <a:prstGeom prst="rect">
                <a:avLst/>
              </a:prstGeom>
              <a:solidFill>
                <a:srgbClr val="4CA64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A39C6AC-4F3A-07B0-345C-1780D00EDF45}"/>
                  </a:ext>
                </a:extLst>
              </p:cNvPr>
              <p:cNvSpPr/>
              <p:nvPr/>
            </p:nvSpPr>
            <p:spPr>
              <a:xfrm>
                <a:off x="420475" y="4727842"/>
                <a:ext cx="3221941" cy="68798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8" name="グループ化 27">
              <a:extLst>
                <a:ext uri="{FF2B5EF4-FFF2-40B4-BE49-F238E27FC236}">
                  <ns2:creationId id="{29BEACCB-6D5A-AF35-0FC9-0C2DD1572C94}"/>
                </a:ext>
              </a:extLst>
            </p:cNvPr>
            <p:cNvGrpSpPr/>
            <p:nvPr/>
          </p:nvGrpSpPr>
          <p:grpSpPr>
            <a:xfrm>
              <a:off x="334962" y="1628775"/>
              <a:ext cx="3392966" cy="243008"/>
              <a:chOff x="334962" y="1628775"/>
              <a:chExt cx="3392966" cy="243008"/>
            </a:xfrm>
          </p:grpSpPr>
          <p:grpSp>
            <p:nvGrpSpPr>
              <p:cNvPr id="35" name="グループ化 34">
                <a:extLst>
                  <a:ext uri="{FF2B5EF4-FFF2-40B4-BE49-F238E27FC236}">
                    <ns2:creationId id="{ABF985AC-D3E7-5767-025D-DA57D428D77B}"/>
                  </a:ext>
                </a:extLst>
              </p:cNvPr>
              <p:cNvGrpSpPr/>
              <p:nvPr/>
            </p:nvGrpSpPr>
            <p:grpSpPr>
              <a:xfrm>
                <a:off x="334962" y="1628775"/>
                <a:ext cx="3392966" cy="243008"/>
                <a:chOff x="2866460" y="1628775"/>
                <a:chExt cx="1566111" cy="243008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CCBB0B86-6372-FD68-D9DE-017A25D1AED6}"/>
                    </a:ext>
                  </a:extLst>
                </p:cNvPr>
                <p:cNvSpPr txBox="1"/>
                <p:nvPr/>
              </p:nvSpPr>
              <p:spPr>
                <a:xfrm>
                  <a:off x="2866460" y="1628775"/>
                  <a:ext cx="1566111" cy="243008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  <p:cxnSp>
              <p:nvCxnSpPr>
                <p:cNvPr id="29" name="直線コネクタ 28">
                  <a:extLst>
                    <a:ext uri="{FF2B5EF4-FFF2-40B4-BE49-F238E27FC236}">
                      <ns2:creationId id="{28686C86-691F-AFEB-8D8B-D543E767CBC1}"/>
                    </a:ext>
                  </a:extLst>
                </p:cNvPr>
                <p:cNvCxnSpPr/>
                <p:nvPr/>
              </p:nvCxnSpPr>
              <p:spPr>
                <a:xfrm>
                  <a:off x="2866460" y="1871783"/>
                  <a:ext cx="156611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25B53FCE-5A02-4483-94DC-031736AC78B2}"/>
                  </a:ext>
                </a:extLst>
              </p:cNvPr>
              <p:cNvGrpSpPr/>
              <p:nvPr/>
            </p:nvGrpSpPr>
            <p:grpSpPr>
              <a:xfrm>
                <a:off x="2740894" y="1674448"/>
                <a:ext cx="987033" cy="133185"/>
                <a:chOff x="2923922" y="1674448"/>
                <a:chExt cx="987033" cy="13318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0B9A0982-1507-A470-3292-73CFD48C0BFD}"/>
                    </a:ext>
                  </a:extLst>
                </p:cNvPr>
                <p:cNvSpPr/>
                <p:nvPr/>
              </p:nvSpPr>
              <p:spPr>
                <a:xfrm>
                  <a:off x="2923922" y="1674448"/>
                  <a:ext cx="259081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6304305B-77DF-A7D7-96D4-987CDE634413}"/>
                    </a:ext>
                  </a:extLst>
                </p:cNvPr>
                <p:cNvSpPr/>
                <p:nvPr/>
              </p:nvSpPr>
              <p:spPr>
                <a:xfrm>
                  <a:off x="3219599" y="1674448"/>
                  <a:ext cx="691356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89" name="正方形/長方形 88">
              <a:extLst>
                <a:ext uri="{FF2B5EF4-FFF2-40B4-BE49-F238E27FC236}">
                  <ns2:creationId id="{D813E9E6-3A35-D4A6-8C6F-D256860102D0}"/>
                </a:ext>
              </a:extLst>
            </p:cNvPr>
            <p:cNvSpPr/>
            <p:nvPr/>
          </p:nvSpPr>
          <p:spPr>
            <a:xfrm>
              <a:off x="8464074" y="2676372"/>
              <a:ext cx="1219060" cy="123815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4D09936-0F20-43E9-3C6A-D20F3EF0B13A}"/>
                </a:ext>
              </a:extLst>
            </p:cNvPr>
            <p:cNvGrpSpPr/>
            <p:nvPr/>
          </p:nvGrpSpPr>
          <p:grpSpPr>
            <a:xfrm>
              <a:off x="10218420" y="4324947"/>
              <a:ext cx="1638618" cy="1138333"/>
              <a:chOff x="10218420" y="3767474"/>
              <a:chExt cx="1638618" cy="1448807"/>
            </a:xfrm>
            <a:solidFill>
              <a:srgbClr val="4CA64C">
                <a:alpha val="30000"/>
              </a:srgbClr>
            </a:solidFill>
          </p:grpSpPr>
          <p:sp>
            <p:nvSpPr>
              <p:cNvPr id="4" name="正方形/長方形 3">
                <a:extLst>
                  <a:ext uri="{FF2B5EF4-FFF2-40B4-BE49-F238E27FC236}">
                    <ns2:creationId id="{B2C3B6A0-CBF3-070E-13BA-12C905529494}"/>
                  </a:ext>
                </a:extLst>
              </p:cNvPr>
              <p:cNvSpPr/>
              <p:nvPr/>
            </p:nvSpPr>
            <p:spPr>
              <a:xfrm>
                <a:off x="10218420" y="3767474"/>
                <a:ext cx="1638618" cy="576755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58F45FFA-57BB-35D7-19EB-A6D7D6A1EC76}"/>
                  </a:ext>
                </a:extLst>
              </p:cNvPr>
              <p:cNvSpPr/>
              <p:nvPr/>
            </p:nvSpPr>
            <p:spPr>
              <a:xfrm>
                <a:off x="10218420" y="4418810"/>
                <a:ext cx="1638618" cy="797471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6" name="正方形/長方形 5">
              <a:extLst>
                <a:ext uri="{FF2B5EF4-FFF2-40B4-BE49-F238E27FC236}">
                  <ns2:creationId id="{C0BBF7BC-7495-41D4-39F3-BE25DB8AAA65}"/>
                </a:ext>
              </a:extLst>
            </p:cNvPr>
            <p:cNvSpPr/>
            <p:nvPr/>
          </p:nvSpPr>
          <p:spPr>
            <a:xfrm>
              <a:off x="10218420" y="2939568"/>
              <a:ext cx="1638618" cy="1278056"/>
            </a:xfrm>
            <a:prstGeom prst="rect">
              <a:avLst/>
            </a:prstGeom>
            <a:solidFill>
              <a:srgbClr val="7FBF7F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87DD7AFA-1EAB-D975-0584-51D22632EBCA}"/>
                </a:ext>
              </a:extLst>
            </p:cNvPr>
            <p:cNvSpPr/>
            <p:nvPr/>
          </p:nvSpPr>
          <p:spPr>
            <a:xfrm>
              <a:off x="10218420" y="1935934"/>
              <a:ext cx="1638618" cy="896312"/>
            </a:xfrm>
            <a:prstGeom prst="rect">
              <a:avLst/>
            </a:prstGeom>
            <a:solidFill>
              <a:srgbClr val="CCE6C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0C9E2D62-7D9A-D1AA-D705-D6813C431537}"/>
                </a:ext>
              </a:extLst>
            </p:cNvPr>
            <p:cNvCxnSpPr>
              <a:cxnSpLocks/>
              <a:stCxn id="89" idx="3"/>
              <a:endCxn id="7" idx="1"/>
            </p:cNvCxnSpPr>
            <p:nvPr/>
          </p:nvCxnSpPr>
          <p:spPr>
            <a:xfrm flipV="1">
              <a:off x="9683134" y="2384090"/>
              <a:ext cx="535286" cy="9113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コネクタ: カギ線 11">
              <a:extLst>
                <a:ext uri="{FF2B5EF4-FFF2-40B4-BE49-F238E27FC236}">
                  <ns2:creationId id="{C353602C-8163-5557-2DEF-133A7021753F}"/>
                </a:ext>
              </a:extLst>
            </p:cNvPr>
            <p:cNvCxnSpPr>
              <a:cxnSpLocks/>
              <a:stCxn id="89" idx="3"/>
              <a:endCxn id="6" idx="1"/>
            </p:cNvCxnSpPr>
            <p:nvPr/>
          </p:nvCxnSpPr>
          <p:spPr>
            <a:xfrm>
              <a:off x="9683134" y="3295450"/>
              <a:ext cx="535286" cy="28314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コネクタ: カギ線 16">
              <a:extLst>
                <a:ext uri="{FF2B5EF4-FFF2-40B4-BE49-F238E27FC236}">
                  <ns2:creationId id="{2D911944-FBFF-C80F-27EB-ECB96FB13AE9}"/>
                </a:ext>
              </a:extLst>
            </p:cNvPr>
            <p:cNvCxnSpPr>
              <a:cxnSpLocks/>
              <a:stCxn id="89" idx="3"/>
              <a:endCxn id="4" idx="1"/>
            </p:cNvCxnSpPr>
            <p:nvPr/>
          </p:nvCxnSpPr>
          <p:spPr>
            <a:xfrm>
              <a:off x="9683134" y="3295450"/>
              <a:ext cx="535286" cy="125607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23718601-829C-D46E-63B2-27F65285D710}"/>
                </a:ext>
              </a:extLst>
            </p:cNvPr>
            <p:cNvCxnSpPr>
              <a:cxnSpLocks/>
              <a:stCxn id="89" idx="3"/>
              <a:endCxn id="5" idx="1"/>
            </p:cNvCxnSpPr>
            <p:nvPr/>
          </p:nvCxnSpPr>
          <p:spPr>
            <a:xfrm>
              <a:off x="9683134" y="3295450"/>
              <a:ext cx="535286" cy="18545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矢印コネクタ 40">
              <a:extLst>
                <a:ext uri="{FF2B5EF4-FFF2-40B4-BE49-F238E27FC236}">
                  <ns2:creationId id="{71741E52-5146-7D9A-C6F2-D5434DF55931}"/>
                </a:ext>
              </a:extLst>
            </p:cNvPr>
            <p:cNvCxnSpPr>
              <a:cxnSpLocks/>
              <a:stCxn id="89" idx="1"/>
            </p:cNvCxnSpPr>
            <p:nvPr/>
          </p:nvCxnSpPr>
          <p:spPr>
            <a:xfrm flipH="1">
              <a:off x="7503160" y="3295450"/>
              <a:ext cx="960914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矢印コネクタ 54">
              <a:extLst>
                <a:ext uri="{FF2B5EF4-FFF2-40B4-BE49-F238E27FC236}">
                  <ns2:creationId id="{23DD7A3C-9A03-A261-9E7F-4126879DBC40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2195165"/>
              <a:ext cx="1692167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EA81A744-CA85-4FAF-51C5-F4CC72621AD2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3124516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矢印コネクタ 61">
              <a:extLst>
                <a:ext uri="{FF2B5EF4-FFF2-40B4-BE49-F238E27FC236}">
                  <ns2:creationId id="{094542E6-FEF0-71CD-508D-7B6624F6E9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4758690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43510874"/>
      </p:ext>
    </p:extLst>
  </p:cSld>
  <p:clrMapOvr>
    <a:masterClrMapping/>
  </p:clrMapOvr>
</p:sld>
</file>

<file path=ppt/slides/slide31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0E46F2-B033-271F-0F27-61EFF39911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ichtungspfeil 1">
            <a:extLst>
              <a:ext uri="{FF2B5EF4-FFF2-40B4-BE49-F238E27FC236}">
                <ns2:creationId id="{DAE26464-CB0A-5623-E4B8-3B9F9336946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1" y="2113665"/>
            <a:ext cx="11527485" cy="3542398"/>
          </a:xfrm>
          <a:prstGeom prst="homePlate">
            <a:avLst>
              <a:gd name="adj" fmla="val 1067360"/>
            </a:avLst>
          </a:prstGeom>
          <a:gradFill>
            <a:gsLst>
              <a:gs pos="0">
                <a:schemeClr val="accent5">
                  <a:alpha val="1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20000"/>
                  <a:lumMod val="10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marL="0" marR="0" lvl="0" indent="3227388" algn="l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43C27E-BD2E-194A-6133-0FFDFF241DAE}"/>
              </a:ext>
            </a:extLst>
          </p:cNvPr>
          <p:cNvSpPr/>
          <p:nvPr/>
        </p:nvSpPr>
        <p:spPr>
          <a:xfrm>
            <a:off x="1746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3FDAB2E4-B68C-2B20-1898-075ACD76C971}"/>
              </a:ext>
            </a:extLst>
          </p:cNvPr>
          <p:cNvSpPr/>
          <p:nvPr/>
        </p:nvSpPr>
        <p:spPr>
          <a:xfrm>
            <a:off x="342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DD67146-E214-977D-FFD2-DEA17A633927}"/>
              </a:ext>
            </a:extLst>
          </p:cNvPr>
          <p:cNvSpPr/>
          <p:nvPr/>
        </p:nvSpPr>
        <p:spPr>
          <a:xfrm>
            <a:off x="1746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ED08CA4-39F2-B44B-141D-A33A38B1BFA4}"/>
              </a:ext>
            </a:extLst>
          </p:cNvPr>
          <p:cNvSpPr/>
          <p:nvPr/>
        </p:nvSpPr>
        <p:spPr>
          <a:xfrm>
            <a:off x="3132767" y="2113665"/>
            <a:ext cx="291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C35001F-A02A-C8EA-07EF-1F81610F6F98}"/>
              </a:ext>
            </a:extLst>
          </p:cNvPr>
          <p:cNvSpPr/>
          <p:nvPr/>
        </p:nvSpPr>
        <p:spPr>
          <a:xfrm>
            <a:off x="313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DADE3453-F4DC-4ADB-5A56-1F72FAE8F4B9}"/>
              </a:ext>
            </a:extLst>
          </p:cNvPr>
          <p:cNvSpPr/>
          <p:nvPr/>
        </p:nvSpPr>
        <p:spPr>
          <a:xfrm>
            <a:off x="4131971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B07D07F-FBDC-6984-6521-D304D3C63C7C}"/>
              </a:ext>
            </a:extLst>
          </p:cNvPr>
          <p:cNvSpPr/>
          <p:nvPr/>
        </p:nvSpPr>
        <p:spPr>
          <a:xfrm>
            <a:off x="511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F92A433C-9E58-A8AA-DBD6-4BA0FAD3EE8F}"/>
              </a:ext>
            </a:extLst>
          </p:cNvPr>
          <p:cNvSpPr/>
          <p:nvPr/>
        </p:nvSpPr>
        <p:spPr>
          <a:xfrm>
            <a:off x="6103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988359AC-43EE-EF92-4AEB-207073655854}"/>
              </a:ext>
            </a:extLst>
          </p:cNvPr>
          <p:cNvSpPr/>
          <p:nvPr/>
        </p:nvSpPr>
        <p:spPr>
          <a:xfrm>
            <a:off x="6103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FF2B6846-E196-81B0-95A8-3F77CD240F67}"/>
              </a:ext>
            </a:extLst>
          </p:cNvPr>
          <p:cNvSpPr/>
          <p:nvPr/>
        </p:nvSpPr>
        <p:spPr>
          <a:xfrm>
            <a:off x="9055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ns2:creationId id="{E2CF0CD4-D7E2-2A44-6BFC-56D3DB0834E1}"/>
              </a:ext>
            </a:extLst>
          </p:cNvPr>
          <p:cNvSpPr/>
          <p:nvPr/>
        </p:nvSpPr>
        <p:spPr>
          <a:xfrm>
            <a:off x="9055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8A5AF5-423A-D383-1D15-AE682E3353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E073B29-6B17-748C-8FAD-F10C99B137D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8" name="正方形/長方形 62">
            <a:extLst>
              <a:ext uri="{FF2B5EF4-FFF2-40B4-BE49-F238E27FC236}">
                <ns2:creationId id="{B3974E19-5EAD-C86F-F146-52D5E8A9F660}"/>
              </a:ext>
            </a:extLst>
          </p:cNvPr>
          <p:cNvSpPr/>
          <p:nvPr/>
        </p:nvSpPr>
        <p:spPr>
          <a:xfrm>
            <a:off x="342447" y="1628775"/>
            <a:ext cx="273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" name="正方形/長方形 62">
            <a:extLst>
              <a:ext uri="{FF2B5EF4-FFF2-40B4-BE49-F238E27FC236}">
                <ns2:creationId id="{32B54D66-BA8A-04EC-94FE-10789D98ECDC}"/>
              </a:ext>
            </a:extLst>
          </p:cNvPr>
          <p:cNvSpPr/>
          <p:nvPr/>
        </p:nvSpPr>
        <p:spPr>
          <a:xfrm>
            <a:off x="3132767" y="1628775"/>
            <a:ext cx="291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" name="正方形/長方形 62">
            <a:extLst>
              <a:ext uri="{FF2B5EF4-FFF2-40B4-BE49-F238E27FC236}">
                <ns2:creationId id="{498CD491-0DAC-3E39-67F4-84A5FBE6E121}"/>
              </a:ext>
            </a:extLst>
          </p:cNvPr>
          <p:cNvSpPr/>
          <p:nvPr/>
        </p:nvSpPr>
        <p:spPr>
          <a:xfrm>
            <a:off x="6103087" y="1628775"/>
            <a:ext cx="5760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2" name="正方形/長方形 62">
            <a:extLst>
              <a:ext uri="{FF2B5EF4-FFF2-40B4-BE49-F238E27FC236}">
                <ns2:creationId id="{9B302130-9DF1-8344-F146-6D540B3F9430}"/>
              </a:ext>
            </a:extLst>
          </p:cNvPr>
          <p:cNvSpPr/>
          <p:nvPr/>
        </p:nvSpPr>
        <p:spPr>
          <a:xfrm>
            <a:off x="6116276" y="2113665"/>
            <a:ext cx="5868000" cy="36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D8441BF3-32B6-E069-2EA6-745B8A2C7A83}"/>
              </a:ext>
            </a:extLst>
          </p:cNvPr>
          <p:cNvSpPr/>
          <p:nvPr/>
        </p:nvSpPr>
        <p:spPr>
          <a:xfrm>
            <a:off x="342447" y="5656063"/>
            <a:ext cx="1008000" cy="648000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7F93545D-E80D-66A8-12A9-6161712B211B}"/>
              </a:ext>
            </a:extLst>
          </p:cNvPr>
          <p:cNvSpPr/>
          <p:nvPr/>
        </p:nvSpPr>
        <p:spPr>
          <a:xfrm>
            <a:off x="1350447" y="5656063"/>
            <a:ext cx="10512000" cy="648000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6B79BFE7-7DEE-D54F-011A-09AFD163A52E}"/>
              </a:ext>
            </a:extLst>
          </p:cNvPr>
          <p:cNvSpPr/>
          <p:nvPr/>
        </p:nvSpPr>
        <p:spPr>
          <a:xfrm>
            <a:off x="6144629" y="3157684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E09C165-9BED-5F13-B3D3-00BE7E3D368B}"/>
              </a:ext>
            </a:extLst>
          </p:cNvPr>
          <p:cNvSpPr/>
          <p:nvPr/>
        </p:nvSpPr>
        <p:spPr>
          <a:xfrm>
            <a:off x="6144629" y="3572519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E464A489-510F-CC0C-0E62-15CAF02FE98C}"/>
              </a:ext>
            </a:extLst>
          </p:cNvPr>
          <p:cNvSpPr/>
          <p:nvPr/>
        </p:nvSpPr>
        <p:spPr>
          <a:xfrm>
            <a:off x="6504629" y="3157684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7B69C343-D714-F0C8-3A62-3EB1F08E058E}"/>
              </a:ext>
            </a:extLst>
          </p:cNvPr>
          <p:cNvSpPr/>
          <p:nvPr/>
        </p:nvSpPr>
        <p:spPr>
          <a:xfrm>
            <a:off x="6504629" y="3572519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519ABC2B-381C-759B-4222-939A1135D15E}"/>
              </a:ext>
            </a:extLst>
          </p:cNvPr>
          <p:cNvSpPr/>
          <p:nvPr/>
        </p:nvSpPr>
        <p:spPr>
          <a:xfrm>
            <a:off x="6138919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4D084EBB-AEB2-F226-28AC-48CFCAC954BF}"/>
              </a:ext>
            </a:extLst>
          </p:cNvPr>
          <p:cNvSpPr/>
          <p:nvPr/>
        </p:nvSpPr>
        <p:spPr>
          <a:xfrm>
            <a:off x="6138919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CE7E6512-865E-8E6E-550A-7846B29A924F}"/>
              </a:ext>
            </a:extLst>
          </p:cNvPr>
          <p:cNvSpPr/>
          <p:nvPr/>
        </p:nvSpPr>
        <p:spPr>
          <a:xfrm>
            <a:off x="6498919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4391662D-C50A-AAD9-422D-EA4BAC6F83D4}"/>
              </a:ext>
            </a:extLst>
          </p:cNvPr>
          <p:cNvSpPr/>
          <p:nvPr/>
        </p:nvSpPr>
        <p:spPr>
          <a:xfrm>
            <a:off x="6498919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923EFAD7-A706-EE57-EE68-A656E39C3F72}"/>
              </a:ext>
            </a:extLst>
          </p:cNvPr>
          <p:cNvSpPr/>
          <p:nvPr/>
        </p:nvSpPr>
        <p:spPr>
          <a:xfrm>
            <a:off x="9096145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F01A6D13-C4D1-1438-0D5A-7EB35D040A69}"/>
              </a:ext>
            </a:extLst>
          </p:cNvPr>
          <p:cNvSpPr/>
          <p:nvPr/>
        </p:nvSpPr>
        <p:spPr>
          <a:xfrm>
            <a:off x="9096145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ns2:creationId id="{84C5E9E0-20FC-BB49-8179-A0E1B1ADCB8C}"/>
              </a:ext>
            </a:extLst>
          </p:cNvPr>
          <p:cNvSpPr/>
          <p:nvPr/>
        </p:nvSpPr>
        <p:spPr>
          <a:xfrm>
            <a:off x="9456144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KPI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FD6887E7-B19B-BCFC-4F60-5A2C2B176E91}"/>
              </a:ext>
            </a:extLst>
          </p:cNvPr>
          <p:cNvSpPr/>
          <p:nvPr/>
        </p:nvSpPr>
        <p:spPr>
          <a:xfrm>
            <a:off x="9456144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CMO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7E10F697-4845-5732-6C15-0F96504BB24F}"/>
              </a:ext>
            </a:extLst>
          </p:cNvPr>
          <p:cNvSpPr/>
          <p:nvPr/>
        </p:nvSpPr>
        <p:spPr>
          <a:xfrm>
            <a:off x="9096144" y="3158543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BAC46431-BC45-D0EB-1B25-67BA74FDED97}"/>
              </a:ext>
            </a:extLst>
          </p:cNvPr>
          <p:cNvSpPr/>
          <p:nvPr/>
        </p:nvSpPr>
        <p:spPr>
          <a:xfrm>
            <a:off x="9096144" y="3573378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088044BC-8B87-B964-C67B-A51B6AD944C5}"/>
              </a:ext>
            </a:extLst>
          </p:cNvPr>
          <p:cNvSpPr/>
          <p:nvPr/>
        </p:nvSpPr>
        <p:spPr>
          <a:xfrm>
            <a:off x="9456144" y="3158543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ns2:creationId id="{56DB9800-E063-3670-33CD-EA2D869F2970}"/>
              </a:ext>
            </a:extLst>
          </p:cNvPr>
          <p:cNvSpPr/>
          <p:nvPr/>
        </p:nvSpPr>
        <p:spPr>
          <a:xfrm>
            <a:off x="9456144" y="3573378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pic>
        <p:nvPicPr>
          <p:cNvPr id="64" name="グラフィックス 63" descr="ペン 単色塗りつぶし">
            <a:extLst>
              <a:ext uri="{FF2B5EF4-FFF2-40B4-BE49-F238E27FC236}">
                <ns2:creationId id="{5B0BF98E-582E-719A-C2F5-A1AF5C1EB4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2742822" y="3489090"/>
            <a:ext cx="288000" cy="288000"/>
          </a:xfrm>
          <a:prstGeom prst="rect">
            <a:avLst/>
          </a:prstGeom>
        </p:spPr>
      </p:pic>
      <p:pic>
        <p:nvPicPr>
          <p:cNvPr id="70" name="グラフィックス 69" descr="クリップボード 単色塗りつぶし">
            <a:extLst>
              <a:ext uri="{FF2B5EF4-FFF2-40B4-BE49-F238E27FC236}">
                <ns2:creationId id="{44F8337A-7606-19AE-4D07-E2857AB5079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4732347" y="5216491"/>
            <a:ext cx="288000" cy="288000"/>
          </a:xfrm>
          <a:prstGeom prst="rect">
            <a:avLst/>
          </a:prstGeom>
        </p:spPr>
      </p:pic>
      <p:pic>
        <p:nvPicPr>
          <p:cNvPr id="74" name="グラフィックス 73" descr="手のひらと植物 単色塗りつぶし">
            <a:extLst>
              <a:ext uri="{FF2B5EF4-FFF2-40B4-BE49-F238E27FC236}">
                <ns2:creationId id="{35456081-B103-0CF2-3B28-D3FDD9B01CF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363087" y="4114216"/>
            <a:ext cx="288000" cy="288000"/>
          </a:xfrm>
          <a:prstGeom prst="rect">
            <a:avLst/>
          </a:prstGeom>
        </p:spPr>
      </p:pic>
      <p:pic>
        <p:nvPicPr>
          <p:cNvPr id="76" name="グラフィックス 75" descr="葉 単色塗りつぶし">
            <a:extLst>
              <a:ext uri="{FF2B5EF4-FFF2-40B4-BE49-F238E27FC236}">
                <ns2:creationId id="{8A0C6E5F-F4B7-1416-8F7D-A0725CA44AC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363087" y="2557290"/>
            <a:ext cx="288000" cy="288000"/>
          </a:xfrm>
          <a:prstGeom prst="rect">
            <a:avLst/>
          </a:prstGeom>
        </p:spPr>
      </p:pic>
      <p:pic>
        <p:nvPicPr>
          <p:cNvPr id="78" name="グラフィックス 77" descr="ユーザー 単色塗りつぶし">
            <a:extLst>
              <a:ext uri="{FF2B5EF4-FFF2-40B4-BE49-F238E27FC236}">
                <ns2:creationId id="{4F490B1B-6C43-D55B-C2E7-D8AD9E4BF0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5713142" y="5216491"/>
            <a:ext cx="288000" cy="288000"/>
          </a:xfrm>
          <a:prstGeom prst="rect">
            <a:avLst/>
          </a:prstGeom>
        </p:spPr>
      </p:pic>
      <p:pic>
        <p:nvPicPr>
          <p:cNvPr id="80" name="グラフィックス 79" descr="キー 単色塗りつぶし">
            <a:extLst>
              <a:ext uri="{FF2B5EF4-FFF2-40B4-BE49-F238E27FC236}">
                <ns2:creationId id="{5782B172-F7B1-A028-AD3E-C5603FFB6B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3733143" y="5216491"/>
            <a:ext cx="288000" cy="288000"/>
          </a:xfrm>
          <a:prstGeom prst="rect">
            <a:avLst/>
          </a:prstGeom>
        </p:spPr>
      </p:pic>
      <p:pic>
        <p:nvPicPr>
          <p:cNvPr id="82" name="グラフィックス 81" descr="ロック 単色塗りつぶし">
            <a:extLst>
              <a:ext uri="{FF2B5EF4-FFF2-40B4-BE49-F238E27FC236}">
                <ns2:creationId id="{5EF55190-419C-3B85-1BAC-E1B8A1418E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2742822" y="5216491"/>
            <a:ext cx="288000" cy="288000"/>
          </a:xfrm>
          <a:prstGeom prst="rect">
            <a:avLst/>
          </a:prstGeom>
        </p:spPr>
      </p:pic>
      <p:pic>
        <p:nvPicPr>
          <p:cNvPr id="86" name="グラフィックス 85" descr="ブロックチェーン 単色塗りつぶし">
            <a:extLst>
              <a:ext uri="{FF2B5EF4-FFF2-40B4-BE49-F238E27FC236}">
                <ns2:creationId id="{3297163D-8106-A9A2-E14F-BF39CCFFE8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338822" y="5216492"/>
            <a:ext cx="288000" cy="288000"/>
          </a:xfrm>
          <a:prstGeom prst="rect">
            <a:avLst/>
          </a:prstGeom>
        </p:spPr>
      </p:pic>
      <p:pic>
        <p:nvPicPr>
          <p:cNvPr id="88" name="グラフィックス 87" descr="サーバー 単色塗りつぶし">
            <a:extLst>
              <a:ext uri="{FF2B5EF4-FFF2-40B4-BE49-F238E27FC236}">
                <ns2:creationId id="{D49467CA-5926-0071-2605-C18C94B39A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1"/>
              </a:ext>
            </a:extLst>
          </a:blip>
          <a:stretch>
            <a:fillRect/>
          </a:stretch>
        </p:blipFill>
        <p:spPr>
          <a:xfrm>
            <a:off x="10315087" y="4114216"/>
            <a:ext cx="288000" cy="288000"/>
          </a:xfrm>
          <a:prstGeom prst="rect">
            <a:avLst/>
          </a:prstGeom>
        </p:spPr>
      </p:pic>
      <p:pic>
        <p:nvPicPr>
          <p:cNvPr id="92" name="グラフィックス 91" descr="棒グラフ 単色塗りつぶし">
            <a:extLst>
              <a:ext uri="{FF2B5EF4-FFF2-40B4-BE49-F238E27FC236}">
                <ns2:creationId id="{9D00F3F9-4FAC-C847-5EE7-9BF0A52C3D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10315087" y="2557290"/>
            <a:ext cx="288000" cy="288000"/>
          </a:xfrm>
          <a:prstGeom prst="rect">
            <a:avLst/>
          </a:prstGeom>
        </p:spPr>
      </p:pic>
      <p:pic>
        <p:nvPicPr>
          <p:cNvPr id="94" name="グラフィックス 93" descr="折り紙 単色塗りつぶし">
            <a:extLst>
              <a:ext uri="{FF2B5EF4-FFF2-40B4-BE49-F238E27FC236}">
                <ns2:creationId id="{304E6D4D-998B-44E6-A4DB-466669471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3300419" y="1682775"/>
            <a:ext cx="324000" cy="324000"/>
          </a:xfrm>
          <a:prstGeom prst="rect">
            <a:avLst/>
          </a:prstGeom>
        </p:spPr>
      </p:pic>
      <p:pic>
        <p:nvPicPr>
          <p:cNvPr id="96" name="グラフィックス 95" descr="世界 単色塗りつぶし">
            <a:extLst>
              <a:ext uri="{FF2B5EF4-FFF2-40B4-BE49-F238E27FC236}">
                <ns2:creationId id="{662A3071-ED43-101E-FE0F-283089B336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4"/>
              </a:ext>
            </a:extLst>
          </a:blip>
          <a:stretch>
            <a:fillRect/>
          </a:stretch>
        </p:blipFill>
        <p:spPr>
          <a:xfrm>
            <a:off x="512899" y="1682775"/>
            <a:ext cx="324000" cy="324000"/>
          </a:xfrm>
          <a:prstGeom prst="rect">
            <a:avLst/>
          </a:prstGeom>
        </p:spPr>
      </p:pic>
      <p:pic>
        <p:nvPicPr>
          <p:cNvPr id="98" name="グラフィックス 97" descr="的中 単色塗りつぶし">
            <a:extLst>
              <a:ext uri="{FF2B5EF4-FFF2-40B4-BE49-F238E27FC236}">
                <ns2:creationId id="{7CA89AE5-6ADB-7334-89FF-2342FC7A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5"/>
              </a:ext>
            </a:extLst>
          </a:blip>
          <a:stretch>
            <a:fillRect/>
          </a:stretch>
        </p:blipFill>
        <p:spPr>
          <a:xfrm>
            <a:off x="468313" y="5836063"/>
            <a:ext cx="288000" cy="288000"/>
          </a:xfrm>
          <a:prstGeom prst="rect">
            <a:avLst/>
          </a:prstGeom>
        </p:spPr>
      </p:pic>
      <p:pic>
        <p:nvPicPr>
          <p:cNvPr id="100" name="グラフィックス 99" descr="バッジ: チェックマーク 1 単色塗りつぶし">
            <a:extLst>
              <a:ext uri="{FF2B5EF4-FFF2-40B4-BE49-F238E27FC236}">
                <ns2:creationId id="{96C275DC-C57A-E811-ACE3-50DF4E056E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6"/>
              </a:ext>
            </a:extLst>
          </a:blip>
          <a:stretch>
            <a:fillRect/>
          </a:stretch>
        </p:blipFill>
        <p:spPr>
          <a:xfrm>
            <a:off x="5713142" y="3489091"/>
            <a:ext cx="288000" cy="288000"/>
          </a:xfrm>
          <a:prstGeom prst="rect">
            <a:avLst/>
          </a:prstGeom>
        </p:spPr>
      </p:pic>
      <p:pic>
        <p:nvPicPr>
          <p:cNvPr id="102" name="グラフィックス 101" descr="都市 単色塗りつぶし">
            <a:extLst>
              <a:ext uri="{FF2B5EF4-FFF2-40B4-BE49-F238E27FC236}">
                <ns2:creationId id="{1D1485E1-12A4-4D4D-4F5E-0431389CDD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7"/>
              </a:ext>
            </a:extLst>
          </a:blip>
          <a:stretch>
            <a:fillRect/>
          </a:stretch>
        </p:blipFill>
        <p:spPr>
          <a:xfrm>
            <a:off x="6254815" y="1682775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419AAAC0-8E57-B2F8-A878-C87110C3C90A}"/>
              </a:ext>
            </a:extLst>
          </p:cNvPr>
          <p:cNvSpPr/>
          <p:nvPr/>
        </p:nvSpPr>
        <p:spPr>
          <a:xfrm>
            <a:off x="342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90" name="グラフィックス 89" descr="クラウド コンピューティング 単色塗りつぶし">
            <a:extLst>
              <a:ext uri="{FF2B5EF4-FFF2-40B4-BE49-F238E27FC236}">
                <ns2:creationId id="{505ADC3E-6803-B887-FFB1-3A998094B2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8"/>
              </a:ext>
            </a:extLst>
          </a:blip>
          <a:stretch>
            <a:fillRect/>
          </a:stretch>
        </p:blipFill>
        <p:spPr>
          <a:xfrm>
            <a:off x="1338822" y="3489091"/>
            <a:ext cx="288000" cy="288000"/>
          </a:xfrm>
          <a:prstGeom prst="rect">
            <a:avLst/>
          </a:prstGeom>
        </p:spPr>
      </p:pic>
      <p:sp>
        <p:nvSpPr>
          <p:cNvPr id="18" name="正方形/長方形 17">
            <a:extLst>
              <a:ext uri="{FF2B5EF4-FFF2-40B4-BE49-F238E27FC236}">
                <ns2:creationId id="{C71A1C72-70FB-1D80-7AD2-E5440874042A}"/>
              </a:ext>
            </a:extLst>
          </p:cNvPr>
          <p:cNvSpPr/>
          <p:nvPr/>
        </p:nvSpPr>
        <p:spPr>
          <a:xfrm>
            <a:off x="1746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E1B05BC7-78B5-033A-9AF5-E5F46E08F0BE}"/>
              </a:ext>
            </a:extLst>
          </p:cNvPr>
          <p:cNvSpPr/>
          <p:nvPr/>
        </p:nvSpPr>
        <p:spPr>
          <a:xfrm>
            <a:off x="342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B59B8B2-21F3-1678-1210-BF1FED1A6C6C}"/>
              </a:ext>
            </a:extLst>
          </p:cNvPr>
          <p:cNvSpPr/>
          <p:nvPr/>
        </p:nvSpPr>
        <p:spPr>
          <a:xfrm>
            <a:off x="1746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0EBB9C71-5D06-EBA8-4D19-555E4AC4C7AE}"/>
              </a:ext>
            </a:extLst>
          </p:cNvPr>
          <p:cNvSpPr/>
          <p:nvPr/>
        </p:nvSpPr>
        <p:spPr>
          <a:xfrm>
            <a:off x="3132767" y="2966781"/>
            <a:ext cx="2916000" cy="54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6DA462C-642D-1439-9655-6F1DD8E38B41}"/>
              </a:ext>
            </a:extLst>
          </p:cNvPr>
          <p:cNvSpPr/>
          <p:nvPr/>
        </p:nvSpPr>
        <p:spPr>
          <a:xfrm>
            <a:off x="313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D04E1FF3-729D-9F98-90CF-C2FFC00DE5D4}"/>
              </a:ext>
            </a:extLst>
          </p:cNvPr>
          <p:cNvSpPr/>
          <p:nvPr/>
        </p:nvSpPr>
        <p:spPr>
          <a:xfrm>
            <a:off x="4131971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747274D1-42F8-9D27-CB42-794D5BCBE74E}"/>
              </a:ext>
            </a:extLst>
          </p:cNvPr>
          <p:cNvSpPr/>
          <p:nvPr/>
        </p:nvSpPr>
        <p:spPr>
          <a:xfrm>
            <a:off x="511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12A4F5D8-B99D-0267-3ACB-E392F77FC677}"/>
              </a:ext>
            </a:extLst>
          </p:cNvPr>
          <p:cNvSpPr/>
          <p:nvPr/>
        </p:nvSpPr>
        <p:spPr>
          <a:xfrm>
            <a:off x="342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2392127265"/>
      </p:ext>
    </p:extLst>
  </p:cSld>
  <p:clrMapOvr>
    <a:masterClrMapping/>
  </p:clrMapOvr>
</p:sld>
</file>

<file path=ppt/slides/slide32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BC2306D-C0AC-AACF-110E-0A2D798350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6ECF74F-9D78-B623-8CFB-695CE49D76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383146-E811-CAF9-15C8-FE2EEC68F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43" name="正方形/長方形 62">
            <a:extLst>
              <a:ext uri="{FF2B5EF4-FFF2-40B4-BE49-F238E27FC236}">
                <ns2:creationId id="{E042563F-9A39-5EF6-C9D8-A85E74FD1E81}"/>
              </a:ext>
            </a:extLst>
          </p:cNvPr>
          <p:cNvSpPr/>
          <p:nvPr/>
        </p:nvSpPr>
        <p:spPr>
          <a:xfrm>
            <a:off x="488489" y="2220917"/>
            <a:ext cx="7776000" cy="151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「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円: 塗りつぶしなし 43">
            <a:extLst>
              <a:ext uri="{FF2B5EF4-FFF2-40B4-BE49-F238E27FC236}">
                <ns2:creationId id="{D1BFC118-2E19-0453-A7F4-7DCF1B006D56}"/>
              </a:ext>
            </a:extLst>
          </p:cNvPr>
          <p:cNvSpPr/>
          <p:nvPr/>
        </p:nvSpPr>
        <p:spPr>
          <a:xfrm rot="2700000">
            <a:off x="3832298" y="2631918"/>
            <a:ext cx="1036689" cy="1037742"/>
          </a:xfrm>
          <a:prstGeom prst="donut">
            <a:avLst>
              <a:gd name="adj" fmla="val 2010"/>
            </a:avLst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575757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62">
            <a:extLst>
              <a:ext uri="{FF2B5EF4-FFF2-40B4-BE49-F238E27FC236}">
                <ns2:creationId id="{44BC0E93-2C60-D345-095F-ECDCC33BE3E8}"/>
              </a:ext>
            </a:extLst>
          </p:cNvPr>
          <p:cNvSpPr/>
          <p:nvPr/>
        </p:nvSpPr>
        <p:spPr>
          <a:xfrm>
            <a:off x="513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59" name="background">
            <a:extLst>
              <a:ext uri="{FF2B5EF4-FFF2-40B4-BE49-F238E27FC236}">
                <ns2:creationId id="{67673E81-CB81-9951-0C14-4A9F7791C0E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663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2">
            <a:extLst>
              <a:ext uri="{FF2B5EF4-FFF2-40B4-BE49-F238E27FC236}">
                <ns2:creationId id="{D893189C-3F33-EAB2-A39A-2C78C69E0CAE}"/>
              </a:ext>
            </a:extLst>
          </p:cNvPr>
          <p:cNvSpPr/>
          <p:nvPr/>
        </p:nvSpPr>
        <p:spPr>
          <a:xfrm>
            <a:off x="513073" y="5197788"/>
            <a:ext cx="7740000" cy="11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background">
            <a:extLst>
              <a:ext uri="{FF2B5EF4-FFF2-40B4-BE49-F238E27FC236}">
                <ns2:creationId id="{1A3CD3B0-CDB9-A222-DEF8-68C0E9C661A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347663" y="5124281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7" name="正方形/長方形 62">
            <a:extLst>
              <a:ext uri="{FF2B5EF4-FFF2-40B4-BE49-F238E27FC236}">
                <ns2:creationId id="{2ED71E5B-A429-8287-CE35-DFCF907F05A3}"/>
              </a:ext>
            </a:extLst>
          </p:cNvPr>
          <p:cNvSpPr/>
          <p:nvPr/>
        </p:nvSpPr>
        <p:spPr>
          <a:xfrm>
            <a:off x="861350" y="2652067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9" name="正方形/長方形 62">
            <a:extLst>
              <a:ext uri="{FF2B5EF4-FFF2-40B4-BE49-F238E27FC236}">
                <ns2:creationId id="{5EE2BBA4-2760-70B6-2ADD-1C326397ECB7}"/>
              </a:ext>
            </a:extLst>
          </p:cNvPr>
          <p:cNvSpPr/>
          <p:nvPr/>
        </p:nvSpPr>
        <p:spPr>
          <a:xfrm>
            <a:off x="861350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1" name="正方形/長方形 62">
            <a:extLst>
              <a:ext uri="{FF2B5EF4-FFF2-40B4-BE49-F238E27FC236}">
                <ns2:creationId id="{30D71B88-701D-6248-502B-8BA1D7641F8E}"/>
              </a:ext>
            </a:extLst>
          </p:cNvPr>
          <p:cNvSpPr/>
          <p:nvPr/>
        </p:nvSpPr>
        <p:spPr>
          <a:xfrm>
            <a:off x="5006119" y="2652067"/>
            <a:ext cx="3061482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62">
            <a:extLst>
              <a:ext uri="{FF2B5EF4-FFF2-40B4-BE49-F238E27FC236}">
                <ns2:creationId id="{99CA0EF0-4F76-33FB-22E2-3E8C5AC0C124}"/>
              </a:ext>
            </a:extLst>
          </p:cNvPr>
          <p:cNvSpPr/>
          <p:nvPr/>
        </p:nvSpPr>
        <p:spPr>
          <a:xfrm>
            <a:off x="5006119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0B8DA641-83DB-99BA-15CE-4E4E96598B00}"/>
              </a:ext>
            </a:extLst>
          </p:cNvPr>
          <p:cNvSpPr/>
          <p:nvPr/>
        </p:nvSpPr>
        <p:spPr>
          <a:xfrm>
            <a:off x="709029" y="4270701"/>
            <a:ext cx="684000" cy="18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・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73">
            <a:extLst>
              <a:ext uri="{FF2B5EF4-FFF2-40B4-BE49-F238E27FC236}">
                <ns2:creationId id="{7EA78541-1274-1812-C6D7-CC3DAE131D4F}"/>
              </a:ext>
            </a:extLst>
          </p:cNvPr>
          <p:cNvSpPr/>
          <p:nvPr/>
        </p:nvSpPr>
        <p:spPr>
          <a:xfrm>
            <a:off x="709029" y="4470868"/>
            <a:ext cx="684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C1061BEC-4294-7CC0-B366-929E1A99E6A9}"/>
              </a:ext>
            </a:extLst>
          </p:cNvPr>
          <p:cNvSpPr/>
          <p:nvPr/>
        </p:nvSpPr>
        <p:spPr>
          <a:xfrm>
            <a:off x="1393029" y="4270701"/>
            <a:ext cx="2808000" cy="18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34380D20-470B-6B14-B107-BD74908DF5EF}"/>
              </a:ext>
            </a:extLst>
          </p:cNvPr>
          <p:cNvSpPr/>
          <p:nvPr/>
        </p:nvSpPr>
        <p:spPr>
          <a:xfrm>
            <a:off x="1393029" y="4470868"/>
            <a:ext cx="2808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0CBF98EF-AF33-8409-B94F-9DA5A4FA507A}"/>
              </a:ext>
            </a:extLst>
          </p:cNvPr>
          <p:cNvSpPr/>
          <p:nvPr/>
        </p:nvSpPr>
        <p:spPr>
          <a:xfrm>
            <a:off x="718555" y="4777918"/>
            <a:ext cx="3492000" cy="2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Tx/>
              <a:buFont typeface="Yu Gothic" panose="020B0400000000000000" pitchFamily="34" charset="-128"/>
              <a:buChar char="※"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8" name="正方形/長方形 62">
            <a:extLst>
              <a:ext uri="{FF2B5EF4-FFF2-40B4-BE49-F238E27FC236}">
                <ns2:creationId id="{122DA47D-BE7E-A82F-773A-750C95AC95E4}"/>
              </a:ext>
            </a:extLst>
          </p:cNvPr>
          <p:cNvSpPr/>
          <p:nvPr/>
        </p:nvSpPr>
        <p:spPr>
          <a:xfrm>
            <a:off x="4509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61" name="background">
            <a:extLst>
              <a:ext uri="{FF2B5EF4-FFF2-40B4-BE49-F238E27FC236}">
                <ns2:creationId id="{67F16494-9152-FF06-FE89-855918EF00F9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324037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0AD15969-68D8-3D34-8915-71F00DB3454B}"/>
              </a:ext>
            </a:extLst>
          </p:cNvPr>
          <p:cNvSpPr/>
          <p:nvPr/>
        </p:nvSpPr>
        <p:spPr>
          <a:xfrm>
            <a:off x="4665796" y="4375386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E3E2AEAC-ED25-4127-9ADE-9A13F58A042F}"/>
              </a:ext>
            </a:extLst>
          </p:cNvPr>
          <p:cNvSpPr/>
          <p:nvPr/>
        </p:nvSpPr>
        <p:spPr>
          <a:xfrm>
            <a:off x="4665796" y="4690491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33883CD-34DE-1B24-E8D4-0E572536B275}"/>
              </a:ext>
            </a:extLst>
          </p:cNvPr>
          <p:cNvSpPr/>
          <p:nvPr/>
        </p:nvSpPr>
        <p:spPr>
          <a:xfrm>
            <a:off x="5493796" y="4375386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900" dirty="0">
                <a:solidFill>
                  <a:prstClr val="black"/>
                </a:solidFill>
                <a:latin typeface="Meiryo UI"/>
                <a:ea typeface="Meiryo UI"/>
              </a:rPr>
              <a:t> 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3ABA84B7-3E02-F5E1-A069-F98091EA6C72}"/>
              </a:ext>
            </a:extLst>
          </p:cNvPr>
          <p:cNvSpPr/>
          <p:nvPr/>
        </p:nvSpPr>
        <p:spPr>
          <a:xfrm>
            <a:off x="5493796" y="4690491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6" name="正方形/長方形 62">
            <a:extLst>
              <a:ext uri="{FF2B5EF4-FFF2-40B4-BE49-F238E27FC236}">
                <ns2:creationId id="{C155DC93-B812-F7AA-2659-5403DC871E58}"/>
              </a:ext>
            </a:extLst>
          </p:cNvPr>
          <p:cNvSpPr/>
          <p:nvPr/>
        </p:nvSpPr>
        <p:spPr>
          <a:xfrm>
            <a:off x="513073" y="5197788"/>
            <a:ext cx="2520000" cy="111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AutoShape 2">
            <a:extLst>
              <a:ext uri="{FF2B5EF4-FFF2-40B4-BE49-F238E27FC236}">
                <ns2:creationId id="{256CE9C8-5EDC-46C2-68D2-54A4E92A0A2B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10800000" flipH="1">
            <a:off x="8392486" y="3239427"/>
            <a:ext cx="357219" cy="1964705"/>
          </a:xfrm>
          <a:prstGeom prst="homePlate">
            <a:avLst>
              <a:gd name="adj" fmla="val 10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8CEA22E8-7564-77C1-140B-3479CCA75782}"/>
              </a:ext>
            </a:extLst>
          </p:cNvPr>
          <p:cNvGrpSpPr/>
          <p:nvPr/>
        </p:nvGrpSpPr>
        <p:grpSpPr>
          <a:xfrm>
            <a:off x="8877703" y="2129768"/>
            <a:ext cx="2963305" cy="4184020"/>
            <a:chOff x="8877703" y="2129768"/>
            <a:chExt cx="2963305" cy="4184020"/>
          </a:xfrm>
        </p:grpSpPr>
        <p:sp>
          <p:nvSpPr>
            <p:cNvPr id="64" name="正方形/長方形 62">
              <a:extLst>
                <a:ext uri="{FF2B5EF4-FFF2-40B4-BE49-F238E27FC236}">
                  <ns2:creationId id="{C87B084C-CCCD-2BBD-3B5B-629597A89A6F}"/>
                </a:ext>
              </a:extLst>
            </p:cNvPr>
            <p:cNvSpPr/>
            <p:nvPr/>
          </p:nvSpPr>
          <p:spPr>
            <a:xfrm>
              <a:off x="8877703" y="2129768"/>
              <a:ext cx="699072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5" name="正方形/長方形 62">
              <a:extLst>
                <a:ext uri="{FF2B5EF4-FFF2-40B4-BE49-F238E27FC236}">
                  <ns2:creationId id="{5717F16A-EAD3-BFA7-B24E-04C040B165F9}"/>
                </a:ext>
              </a:extLst>
            </p:cNvPr>
            <p:cNvSpPr/>
            <p:nvPr/>
          </p:nvSpPr>
          <p:spPr>
            <a:xfrm>
              <a:off x="9612775" y="2129768"/>
              <a:ext cx="2228231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8" name="正方形/長方形 62">
              <a:extLst>
                <a:ext uri="{FF2B5EF4-FFF2-40B4-BE49-F238E27FC236}">
                  <ns2:creationId id="{90F3BF5C-1BC3-475A-B8BF-442DEA7C57C7}"/>
                </a:ext>
              </a:extLst>
            </p:cNvPr>
            <p:cNvSpPr/>
            <p:nvPr/>
          </p:nvSpPr>
          <p:spPr>
            <a:xfrm>
              <a:off x="8877704" y="2600220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9" name="正方形/長方形 62">
              <a:extLst>
                <a:ext uri="{FF2B5EF4-FFF2-40B4-BE49-F238E27FC236}">
                  <ns2:creationId id="{234EF001-DF68-F850-2369-8DB3F407DD12}"/>
                </a:ext>
              </a:extLst>
            </p:cNvPr>
            <p:cNvSpPr/>
            <p:nvPr/>
          </p:nvSpPr>
          <p:spPr>
            <a:xfrm>
              <a:off x="9612776" y="2600220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en-US" altLang="zh-TW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00" name="正方形/長方形 62">
              <a:extLst>
                <a:ext uri="{FF2B5EF4-FFF2-40B4-BE49-F238E27FC236}">
                  <ns2:creationId id="{62492E50-10FE-5FAA-DCBE-15176BDC309C}"/>
                </a:ext>
              </a:extLst>
            </p:cNvPr>
            <p:cNvSpPr/>
            <p:nvPr/>
          </p:nvSpPr>
          <p:spPr>
            <a:xfrm>
              <a:off x="8877704" y="3574076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1" name="正方形/長方形 62">
              <a:extLst>
                <a:ext uri="{FF2B5EF4-FFF2-40B4-BE49-F238E27FC236}">
                  <ns2:creationId id="{2F8150F5-EEB9-3BAE-A119-078CA802082F}"/>
                </a:ext>
              </a:extLst>
            </p:cNvPr>
            <p:cNvSpPr/>
            <p:nvPr/>
          </p:nvSpPr>
          <p:spPr>
            <a:xfrm>
              <a:off x="9612776" y="3574076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2" name="正方形/長方形 62">
              <a:extLst>
                <a:ext uri="{FF2B5EF4-FFF2-40B4-BE49-F238E27FC236}">
                  <ns2:creationId id="{70D722A0-A970-9BA1-8CB0-E97ACC4C9160}"/>
                </a:ext>
              </a:extLst>
            </p:cNvPr>
            <p:cNvSpPr/>
            <p:nvPr/>
          </p:nvSpPr>
          <p:spPr>
            <a:xfrm>
              <a:off x="8877704" y="4547932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3" name="正方形/長方形 62">
              <a:extLst>
                <a:ext uri="{FF2B5EF4-FFF2-40B4-BE49-F238E27FC236}">
                  <ns2:creationId id="{CBE1BD96-ABCF-D1A7-3063-C0EB1DF1D16C}"/>
                </a:ext>
              </a:extLst>
            </p:cNvPr>
            <p:cNvSpPr/>
            <p:nvPr/>
          </p:nvSpPr>
          <p:spPr>
            <a:xfrm>
              <a:off x="9612776" y="4547932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br>
                <a:rPr lang="en-US" altLang="ja-JP" sz="1300" dirty="0">
                  <a:solidFill>
                    <a:srgbClr val="008D2E"/>
                  </a:solidFill>
                  <a:latin typeface="Meiryo UI"/>
                  <a:ea typeface="Meiryo UI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4" name="正方形/長方形 62">
              <a:extLst>
                <a:ext uri="{FF2B5EF4-FFF2-40B4-BE49-F238E27FC236}">
                  <ns2:creationId id="{973DD317-F07E-6082-0433-B79C1E06037B}"/>
                </a:ext>
              </a:extLst>
            </p:cNvPr>
            <p:cNvSpPr/>
            <p:nvPr/>
          </p:nvSpPr>
          <p:spPr>
            <a:xfrm>
              <a:off x="8877704" y="5521788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5" name="正方形/長方形 62">
              <a:extLst>
                <a:ext uri="{FF2B5EF4-FFF2-40B4-BE49-F238E27FC236}">
                  <ns2:creationId id="{144E21AB-4A9C-BF96-1230-8CF0D7E3FBDE}"/>
                </a:ext>
              </a:extLst>
            </p:cNvPr>
            <p:cNvSpPr/>
            <p:nvPr/>
          </p:nvSpPr>
          <p:spPr>
            <a:xfrm>
              <a:off x="9612776" y="5521788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B188C40E-B8B1-D156-3946-F11F4464F926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4" y="3483148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D90DD8F-CFD0-926C-D7F0-4077B307041D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4457004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0853920C-69B8-1990-A693-A10F44B0F8D1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5430860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6CE215D-40CD-1E54-45AC-F67BF0626B9E}"/>
                </a:ext>
              </a:extLst>
            </p:cNvPr>
            <p:cNvCxnSpPr/>
            <p:nvPr/>
          </p:nvCxnSpPr>
          <p:spPr>
            <a:xfrm>
              <a:off x="8877703" y="3483148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059A980D-244C-90ED-C8EB-38BF2AF2A71C}"/>
                </a:ext>
              </a:extLst>
            </p:cNvPr>
            <p:cNvCxnSpPr/>
            <p:nvPr/>
          </p:nvCxnSpPr>
          <p:spPr>
            <a:xfrm>
              <a:off x="8877703" y="4457004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E2487961-44D9-45B6-5648-100269CB9FB6}"/>
                </a:ext>
              </a:extLst>
            </p:cNvPr>
            <p:cNvCxnSpPr/>
            <p:nvPr/>
          </p:nvCxnSpPr>
          <p:spPr>
            <a:xfrm>
              <a:off x="8877703" y="5430860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5" name="グラフィックス 114" descr="小槌 単色塗りつぶし">
              <a:extLst>
                <a:ext uri="{FF2B5EF4-FFF2-40B4-BE49-F238E27FC236}">
                  <ns2:creationId id="{60D8B4D3-6A77-0B55-51C1-B56A28DC4A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9083239" y="2716576"/>
              <a:ext cx="288000" cy="288000"/>
            </a:xfrm>
            <a:prstGeom prst="rect">
              <a:avLst/>
            </a:prstGeom>
          </p:spPr>
        </p:pic>
        <p:pic>
          <p:nvPicPr>
            <p:cNvPr id="121" name="グラフィックス 120" descr="棒グラフ 単色塗りつぶし">
              <a:extLst>
                <a:ext uri="{FF2B5EF4-FFF2-40B4-BE49-F238E27FC236}">
                  <ns2:creationId id="{CC3D32AB-C177-1BCE-06AE-AE833CE01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9083239" y="3709326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基本図形 単色塗りつぶし">
              <a:extLst>
                <a:ext uri="{FF2B5EF4-FFF2-40B4-BE49-F238E27FC236}">
                  <ns2:creationId id="{8B1BE156-4DE7-8568-1AE8-C3337887A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083240" y="5674548"/>
              <a:ext cx="288000" cy="288000"/>
            </a:xfrm>
            <a:prstGeom prst="rect">
              <a:avLst/>
            </a:prstGeom>
          </p:spPr>
        </p:pic>
        <p:pic>
          <p:nvPicPr>
            <p:cNvPr id="127" name="グラフィックス 126" descr="チェックリスト 単色塗りつぶし">
              <a:extLst>
                <a:ext uri="{FF2B5EF4-FFF2-40B4-BE49-F238E27FC236}">
                  <ns2:creationId id="{A4034DE2-556E-15B7-8AA1-0DECF55AE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9083239" y="4658810"/>
              <a:ext cx="288000" cy="288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A4516F2F-A8F0-0401-F5FD-1B7166544320}"/>
              </a:ext>
            </a:extLst>
          </p:cNvPr>
          <p:cNvGrpSpPr/>
          <p:nvPr/>
        </p:nvGrpSpPr>
        <p:grpSpPr>
          <a:xfrm>
            <a:off x="8877703" y="1628775"/>
            <a:ext cx="2963304" cy="432000"/>
            <a:chOff x="8877703" y="1628775"/>
            <a:chExt cx="2963304" cy="432000"/>
          </a:xfrm>
        </p:grpSpPr>
        <p:sp>
          <p:nvSpPr>
            <p:cNvPr id="7" name="正方形/長方形 62">
              <a:extLst>
                <a:ext uri="{FF2B5EF4-FFF2-40B4-BE49-F238E27FC236}">
                  <ns2:creationId id="{42F8324A-B75A-04F8-7B2B-93F0727C95CF}"/>
                </a:ext>
              </a:extLst>
            </p:cNvPr>
            <p:cNvSpPr/>
            <p:nvPr/>
          </p:nvSpPr>
          <p:spPr>
            <a:xfrm>
              <a:off x="8877703" y="1628775"/>
              <a:ext cx="2963304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1" name="グラフィックス 130" descr="手当て 単色塗りつぶし">
              <a:extLst>
                <a:ext uri="{FF2B5EF4-FFF2-40B4-BE49-F238E27FC236}">
                  <ns2:creationId id="{45D95F00-9E3F-3023-A338-A6D991670F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13735" y="1664775"/>
              <a:ext cx="360000" cy="360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9BB9832B-93E7-95DD-7048-5B9F8BEBF526}"/>
              </a:ext>
            </a:extLst>
          </p:cNvPr>
          <p:cNvGrpSpPr/>
          <p:nvPr/>
        </p:nvGrpSpPr>
        <p:grpSpPr>
          <a:xfrm>
            <a:off x="342447" y="1628775"/>
            <a:ext cx="7920000" cy="432000"/>
            <a:chOff x="342447" y="1628775"/>
            <a:chExt cx="7920000" cy="432000"/>
          </a:xfrm>
        </p:grpSpPr>
        <p:sp>
          <p:nvSpPr>
            <p:cNvPr id="5" name="正方形/長方形 62">
              <a:extLst>
                <a:ext uri="{FF2B5EF4-FFF2-40B4-BE49-F238E27FC236}">
                  <ns2:creationId id="{D51D286F-4892-1331-AAE3-6D9AC4835334}"/>
                </a:ext>
              </a:extLst>
            </p:cNvPr>
            <p:cNvSpPr/>
            <p:nvPr/>
          </p:nvSpPr>
          <p:spPr>
            <a:xfrm>
              <a:off x="342447" y="1628775"/>
              <a:ext cx="7920000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3" name="グラフィックス 132" descr="ペン 単色塗りつぶし">
              <a:extLst>
                <a:ext uri="{FF2B5EF4-FFF2-40B4-BE49-F238E27FC236}">
                  <ns2:creationId id="{BAC663B8-4031-2E21-9274-3AD06A4730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488489" y="1664775"/>
              <a:ext cx="360000" cy="360000"/>
            </a:xfrm>
            <a:prstGeom prst="rect">
              <a:avLst/>
            </a:prstGeom>
          </p:spPr>
        </p:pic>
      </p:grpSp>
      <p:pic>
        <p:nvPicPr>
          <p:cNvPr id="137" name="グラフィックス 136" descr="矢印付きの円 単色塗りつぶし">
            <a:extLst>
              <a:ext uri="{FF2B5EF4-FFF2-40B4-BE49-F238E27FC236}">
                <ns2:creationId id="{0D4260D8-8509-640F-70DA-BC557D3B88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1171620" y="7102487"/>
            <a:ext cx="288000" cy="288000"/>
          </a:xfrm>
          <a:prstGeom prst="rect">
            <a:avLst/>
          </a:prstGeom>
        </p:spPr>
      </p:pic>
      <p:grpSp>
        <p:nvGrpSpPr>
          <p:cNvPr id="146" name="グループ化 145">
            <a:extLst>
              <a:ext uri="{FF2B5EF4-FFF2-40B4-BE49-F238E27FC236}">
                <ns2:creationId id="{7FC67DC4-3717-6326-1F95-4447FB036956}"/>
              </a:ext>
            </a:extLst>
          </p:cNvPr>
          <p:cNvGrpSpPr/>
          <p:nvPr/>
        </p:nvGrpSpPr>
        <p:grpSpPr>
          <a:xfrm>
            <a:off x="3761457" y="2629227"/>
            <a:ext cx="360000" cy="360000"/>
            <a:chOff x="3786041" y="2629227"/>
            <a:chExt cx="360000" cy="360000"/>
          </a:xfrm>
        </p:grpSpPr>
        <p:sp>
          <p:nvSpPr>
            <p:cNvPr id="49" name="フローチャート: 結合子 48">
              <a:extLst>
                <a:ext uri="{FF2B5EF4-FFF2-40B4-BE49-F238E27FC236}">
                  <ns2:creationId id="{FC115556-844E-8BAF-16E8-30A74DE3B8C0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9" name="グラフィックス 138" descr="教室 単色塗りつぶし">
              <a:extLst>
                <a:ext uri="{FF2B5EF4-FFF2-40B4-BE49-F238E27FC236}">
                  <ns2:creationId id="{9DA628CE-3DA2-D2A9-E321-805334CF62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858040" y="2701226"/>
              <a:ext cx="216000" cy="216000"/>
            </a:xfrm>
            <a:prstGeom prst="rect">
              <a:avLst/>
            </a:prstGeom>
          </p:spPr>
        </p:pic>
      </p:grpSp>
      <p:grpSp>
        <p:nvGrpSpPr>
          <p:cNvPr id="147" name="グループ化 146">
            <a:extLst>
              <a:ext uri="{FF2B5EF4-FFF2-40B4-BE49-F238E27FC236}">
                <ns2:creationId id="{B8C0853D-5AA8-A3ED-BE92-7694DBA3B355}"/>
              </a:ext>
            </a:extLst>
          </p:cNvPr>
          <p:cNvGrpSpPr/>
          <p:nvPr/>
        </p:nvGrpSpPr>
        <p:grpSpPr>
          <a:xfrm>
            <a:off x="3761457" y="3288465"/>
            <a:ext cx="360000" cy="360000"/>
            <a:chOff x="3786041" y="3288465"/>
            <a:chExt cx="360000" cy="360000"/>
          </a:xfrm>
        </p:grpSpPr>
        <p:sp>
          <p:nvSpPr>
            <p:cNvPr id="51" name="フローチャート: 結合子 50">
              <a:extLst>
                <a:ext uri="{FF2B5EF4-FFF2-40B4-BE49-F238E27FC236}">
                  <ns2:creationId id="{2EA95B15-5D6C-6552-84D5-60E67C40120F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3288465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1" name="グラフィックス 140" descr="完了 単色塗りつぶし">
              <a:extLst>
                <a:ext uri="{FF2B5EF4-FFF2-40B4-BE49-F238E27FC236}">
                  <ns2:creationId id="{821EE4B6-C7CC-4C34-6678-5B1F5E3C73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5"/>
                </a:ext>
              </a:extLst>
            </a:blip>
            <a:stretch>
              <a:fillRect/>
            </a:stretch>
          </p:blipFill>
          <p:spPr>
            <a:xfrm>
              <a:off x="3858040" y="3360465"/>
              <a:ext cx="216000" cy="216000"/>
            </a:xfrm>
            <a:prstGeom prst="rect">
              <a:avLst/>
            </a:prstGeom>
          </p:spPr>
        </p:pic>
      </p:grpSp>
      <p:grpSp>
        <p:nvGrpSpPr>
          <p:cNvPr id="149" name="グループ化 148">
            <a:extLst>
              <a:ext uri="{FF2B5EF4-FFF2-40B4-BE49-F238E27FC236}">
                <ns2:creationId id="{CDCE7CAA-A13D-0C94-39B7-6766CF64BA83}"/>
              </a:ext>
            </a:extLst>
          </p:cNvPr>
          <p:cNvGrpSpPr/>
          <p:nvPr/>
        </p:nvGrpSpPr>
        <p:grpSpPr>
          <a:xfrm>
            <a:off x="4530331" y="3288464"/>
            <a:ext cx="360000" cy="360000"/>
            <a:chOff x="4554915" y="3288464"/>
            <a:chExt cx="360000" cy="360000"/>
          </a:xfrm>
        </p:grpSpPr>
        <p:sp>
          <p:nvSpPr>
            <p:cNvPr id="47" name="フローチャート: 結合子 46">
              <a:extLst>
                <a:ext uri="{FF2B5EF4-FFF2-40B4-BE49-F238E27FC236}">
                  <ns2:creationId id="{1FBE0FC9-E38B-C4DE-F5B5-DCD895B9E714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3288464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3" name="グラフィックス 142" descr="ホールド ジェスチャ 単色塗りつぶし">
              <a:extLst>
                <a:ext uri="{FF2B5EF4-FFF2-40B4-BE49-F238E27FC236}">
                  <ns2:creationId id="{C3645BAB-710F-4BD8-0EFA-0322890FFD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6"/>
                </a:ext>
              </a:extLst>
            </a:blip>
            <a:stretch>
              <a:fillRect/>
            </a:stretch>
          </p:blipFill>
          <p:spPr>
            <a:xfrm>
              <a:off x="4626914" y="3360464"/>
              <a:ext cx="216000" cy="216000"/>
            </a:xfrm>
            <a:prstGeom prst="rect">
              <a:avLst/>
            </a:prstGeom>
          </p:spPr>
        </p:pic>
      </p:grpSp>
      <p:grpSp>
        <p:nvGrpSpPr>
          <p:cNvPr id="148" name="グループ化 147">
            <a:extLst>
              <a:ext uri="{FF2B5EF4-FFF2-40B4-BE49-F238E27FC236}">
                <ns2:creationId id="{31C32410-570F-0104-F609-C3AEB1FF5AFA}"/>
              </a:ext>
            </a:extLst>
          </p:cNvPr>
          <p:cNvGrpSpPr/>
          <p:nvPr/>
        </p:nvGrpSpPr>
        <p:grpSpPr>
          <a:xfrm>
            <a:off x="4530331" y="2629227"/>
            <a:ext cx="360000" cy="360000"/>
            <a:chOff x="4554915" y="2629227"/>
            <a:chExt cx="360000" cy="360000"/>
          </a:xfrm>
        </p:grpSpPr>
        <p:sp>
          <p:nvSpPr>
            <p:cNvPr id="45" name="フローチャート: 結合子 44">
              <a:extLst>
                <a:ext uri="{FF2B5EF4-FFF2-40B4-BE49-F238E27FC236}">
                  <ns2:creationId id="{F7B75EBF-8239-F8A0-A39E-455F0579285E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5" name="グラフィックス 144" descr="マーケティング 単色塗りつぶし">
              <a:extLst>
                <a:ext uri="{FF2B5EF4-FFF2-40B4-BE49-F238E27FC236}">
                  <ns2:creationId id="{5B40AD8D-E120-FDC4-AB5B-5E6403DA56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7"/>
                </a:ext>
              </a:extLst>
            </a:blip>
            <a:stretch>
              <a:fillRect/>
            </a:stretch>
          </p:blipFill>
          <p:spPr>
            <a:xfrm>
              <a:off x="4626914" y="2701227"/>
              <a:ext cx="216000" cy="216000"/>
            </a:xfrm>
            <a:prstGeom prst="rect">
              <a:avLst/>
            </a:prstGeom>
          </p:spPr>
        </p:pic>
      </p:grpSp>
      <p:sp>
        <p:nvSpPr>
          <p:cNvPr id="31" name="background">
            <a:extLst>
              <a:ext uri="{FF2B5EF4-FFF2-40B4-BE49-F238E27FC236}">
                <ns2:creationId id="{483529EB-5949-7F6B-17D8-78FC8294F0C3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47663" y="2118835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75" name="グループ化 174">
            <a:extLst>
              <a:ext uri="{FF2B5EF4-FFF2-40B4-BE49-F238E27FC236}">
                <ns2:creationId id="{8EE8C467-053E-9011-EBEB-4B25759C06F3}"/>
              </a:ext>
            </a:extLst>
          </p:cNvPr>
          <p:cNvGrpSpPr/>
          <p:nvPr/>
        </p:nvGrpSpPr>
        <p:grpSpPr>
          <a:xfrm>
            <a:off x="3133041" y="5380922"/>
            <a:ext cx="4934560" cy="789218"/>
            <a:chOff x="3133041" y="5380922"/>
            <a:chExt cx="4934560" cy="789218"/>
          </a:xfrm>
        </p:grpSpPr>
        <p:sp>
          <p:nvSpPr>
            <p:cNvPr id="83" name="正方形/長方形 82">
              <a:extLst>
                <a:ext uri="{FF2B5EF4-FFF2-40B4-BE49-F238E27FC236}">
                  <ns2:creationId id="{A91B7CA4-2291-078F-1F61-E532E75E070F}"/>
                </a:ext>
              </a:extLst>
            </p:cNvPr>
            <p:cNvSpPr/>
            <p:nvPr/>
          </p:nvSpPr>
          <p:spPr>
            <a:xfrm>
              <a:off x="3133041" y="5380922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BD006923-273B-9F9D-8346-1B7792354AB0}"/>
                </a:ext>
              </a:extLst>
            </p:cNvPr>
            <p:cNvSpPr/>
            <p:nvPr/>
          </p:nvSpPr>
          <p:spPr>
            <a:xfrm>
              <a:off x="3133041" y="5810140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6F828D4-86EB-F87B-D857-53F4AAC13ABB}"/>
                </a:ext>
              </a:extLst>
            </p:cNvPr>
            <p:cNvSpPr/>
            <p:nvPr/>
          </p:nvSpPr>
          <p:spPr>
            <a:xfrm>
              <a:off x="3987528" y="5380922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C09273C-F147-9E15-4608-4E590519AA20}"/>
                </a:ext>
              </a:extLst>
            </p:cNvPr>
            <p:cNvSpPr/>
            <p:nvPr/>
          </p:nvSpPr>
          <p:spPr>
            <a:xfrm>
              <a:off x="5364714" y="5380922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C078B4D3-8DAB-FE20-ADA8-F2AED942A823}"/>
                </a:ext>
              </a:extLst>
            </p:cNvPr>
            <p:cNvSpPr/>
            <p:nvPr/>
          </p:nvSpPr>
          <p:spPr>
            <a:xfrm>
              <a:off x="6627601" y="5380922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5C234183-1EC5-A896-25CE-CA2B9836A4C9}"/>
                </a:ext>
              </a:extLst>
            </p:cNvPr>
            <p:cNvSpPr/>
            <p:nvPr/>
          </p:nvSpPr>
          <p:spPr>
            <a:xfrm>
              <a:off x="3987528" y="5810140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E119BF1-B4E3-FA70-0196-70FD165A5F27}"/>
                </a:ext>
              </a:extLst>
            </p:cNvPr>
            <p:cNvSpPr/>
            <p:nvPr/>
          </p:nvSpPr>
          <p:spPr>
            <a:xfrm>
              <a:off x="5364714" y="5810140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1895A8A1-7859-2AE6-EE43-CE10EBD0A684}"/>
                </a:ext>
              </a:extLst>
            </p:cNvPr>
            <p:cNvSpPr/>
            <p:nvPr/>
          </p:nvSpPr>
          <p:spPr>
            <a:xfrm>
              <a:off x="6602417" y="5810140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72" name="直線コネクタ 171">
              <a:extLst>
                <a:ext uri="{FF2B5EF4-FFF2-40B4-BE49-F238E27FC236}">
                  <ns2:creationId id="{C343E6DB-17B9-4FE1-8D70-5F68F62B12AF}"/>
                </a:ext>
              </a:extLst>
            </p:cNvPr>
            <p:cNvCxnSpPr/>
            <p:nvPr/>
          </p:nvCxnSpPr>
          <p:spPr>
            <a:xfrm>
              <a:off x="3987528" y="5775531"/>
              <a:ext cx="129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68EA043-F3C4-82BA-F604-64BF993C5203}"/>
                </a:ext>
              </a:extLst>
            </p:cNvPr>
            <p:cNvCxnSpPr/>
            <p:nvPr/>
          </p:nvCxnSpPr>
          <p:spPr>
            <a:xfrm>
              <a:off x="5364714" y="5775531"/>
              <a:ext cx="122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138CF921-B7B7-2019-5897-3E79D524ECA7}"/>
                </a:ext>
              </a:extLst>
            </p:cNvPr>
            <p:cNvCxnSpPr/>
            <p:nvPr/>
          </p:nvCxnSpPr>
          <p:spPr>
            <a:xfrm>
              <a:off x="6627601" y="5775531"/>
              <a:ext cx="1440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33194008"/>
      </p:ext>
    </p:extLst>
  </p:cSld>
  <p:clrMapOvr>
    <a:masterClrMapping/>
  </p:clrMapOvr>
</p:sld>
</file>

<file path=ppt/slides/slide32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91C80CC-46FA-84BC-BC6E-B44B70E99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20ABE-BE0E-F0D1-FEE8-37559DF40F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01B2CDB-45EC-9435-7F49-91567AADC3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57" name="Group 156">
            <a:extLst>
              <a:ext uri="{FF2B5EF4-FFF2-40B4-BE49-F238E27FC236}">
                <ns2:creationId id="{DAA831DD-F536-08B7-357F-28962348D44D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154" name="Richtungspfeil 1">
              <a:extLst>
                <a:ext uri="{FF2B5EF4-FFF2-40B4-BE49-F238E27FC236}">
                  <ns2:creationId id="{8AC39542-D7FB-B63D-6579-FC75A22D5B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379370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bg1">
                    <a:lumMod val="85000"/>
                    <a:alpha val="10000"/>
                  </a:schemeClr>
                </a:gs>
                <a:gs pos="100000">
                  <a:schemeClr val="bg1">
                    <a:lumMod val="75000"/>
                  </a:schemeClr>
                </a:gs>
                <a:gs pos="90000">
                  <a:schemeClr val="bg1">
                    <a:lumMod val="85000"/>
                    <a:alpha val="5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A5FA797B-65DD-0BA0-4047-4F75E1EB5D0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6593381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9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30000"/>
                    <a:lumMod val="99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6EE53A80-CE18-9922-758A-A831BB96311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1" name="table_TWformat_txt_2_1">
              <a:extLst>
                <a:ext uri="{FF2B5EF4-FFF2-40B4-BE49-F238E27FC236}">
                  <ns2:creationId id="{5D0B2DB1-35ED-65EE-05EE-1119752C6BAB}"/>
                </a:ext>
              </a:extLst>
            </p:cNvPr>
            <p:cNvSpPr/>
            <p:nvPr/>
          </p:nvSpPr>
          <p:spPr>
            <a:xfrm>
              <a:off x="334963" y="1905895"/>
              <a:ext cx="980757" cy="1068763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504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table_TWformat_txt_1_2">
              <a:extLst>
                <a:ext uri="{FF2B5EF4-FFF2-40B4-BE49-F238E27FC236}">
                  <ns2:creationId id="{A882C636-29AD-1EDC-6FEE-38D591C8DDD4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1" name="table_TWformat_txt_2_2">
              <a:extLst>
                <a:ext uri="{FF2B5EF4-FFF2-40B4-BE49-F238E27FC236}">
                  <ns2:creationId id="{74F71106-144E-C5AD-2966-E402AA6FB464}"/>
                </a:ext>
              </a:extLst>
            </p:cNvPr>
            <p:cNvSpPr/>
            <p:nvPr/>
          </p:nvSpPr>
          <p:spPr>
            <a:xfrm>
              <a:off x="1375749" y="190589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2" name="table_TWformat_txt_3_2">
              <a:extLst>
                <a:ext uri="{FF2B5EF4-FFF2-40B4-BE49-F238E27FC236}">
                  <ns2:creationId id="{68853FE2-A675-4558-D65E-66EE80E107DC}"/>
                </a:ext>
              </a:extLst>
            </p:cNvPr>
            <p:cNvSpPr/>
            <p:nvPr/>
          </p:nvSpPr>
          <p:spPr>
            <a:xfrm>
              <a:off x="1375749" y="3017252"/>
              <a:ext cx="1303401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3" name="table_TWformat_txt_4_2">
              <a:extLst>
                <a:ext uri="{FF2B5EF4-FFF2-40B4-BE49-F238E27FC236}">
                  <ns2:creationId id="{7BAA1D4D-D9D9-1A40-1D34-B4431EC3BA53}"/>
                </a:ext>
              </a:extLst>
            </p:cNvPr>
            <p:cNvSpPr/>
            <p:nvPr/>
          </p:nvSpPr>
          <p:spPr>
            <a:xfrm>
              <a:off x="1375749" y="412860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4" name="table_TWformat_txt_5_2">
              <a:extLst>
                <a:ext uri="{FF2B5EF4-FFF2-40B4-BE49-F238E27FC236}">
                  <ns2:creationId id="{D6C45FAC-609F-9587-36EB-6AAE335304B0}"/>
                </a:ext>
              </a:extLst>
            </p:cNvPr>
            <p:cNvSpPr/>
            <p:nvPr/>
          </p:nvSpPr>
          <p:spPr>
            <a:xfrm>
              <a:off x="1375749" y="5239962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86" name="table_TWformat_line_2_2">
              <a:extLst>
                <a:ext uri="{FF2B5EF4-FFF2-40B4-BE49-F238E27FC236}">
                  <ns2:creationId id="{E673E3A7-844F-619E-35DA-5D35B89C0B64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table_TWformat_line_3_2">
              <a:extLst>
                <a:ext uri="{FF2B5EF4-FFF2-40B4-BE49-F238E27FC236}">
                  <ns2:creationId id="{31337823-76FA-E97C-790C-CA0EA9CAB65D}"/>
                </a:ext>
              </a:extLst>
            </p:cNvPr>
            <p:cNvCxnSpPr/>
            <p:nvPr/>
          </p:nvCxnSpPr>
          <p:spPr>
            <a:xfrm>
              <a:off x="1375749" y="299595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table_TWformat_line_4_2">
              <a:extLst>
                <a:ext uri="{FF2B5EF4-FFF2-40B4-BE49-F238E27FC236}">
                  <ns2:creationId id="{1575CB9F-ED33-B369-1529-CD45184041A7}"/>
                </a:ext>
              </a:extLst>
            </p:cNvPr>
            <p:cNvCxnSpPr/>
            <p:nvPr/>
          </p:nvCxnSpPr>
          <p:spPr>
            <a:xfrm>
              <a:off x="1375749" y="4107309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table_TWformat_line_5_2">
              <a:extLst>
                <a:ext uri="{FF2B5EF4-FFF2-40B4-BE49-F238E27FC236}">
                  <ns2:creationId id="{5452C9AA-FB77-1BC7-B5FD-38B017D04B66}"/>
                </a:ext>
              </a:extLst>
            </p:cNvPr>
            <p:cNvCxnSpPr/>
            <p:nvPr/>
          </p:nvCxnSpPr>
          <p:spPr>
            <a:xfrm>
              <a:off x="1375749" y="521866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able_TWformat_txt_1_3">
              <a:extLst>
                <a:ext uri="{FF2B5EF4-FFF2-40B4-BE49-F238E27FC236}">
                  <ns2:creationId id="{3B5B6EDE-2C37-2630-DDB8-1A558D7EEA3F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table_TWformat_txt_2_3">
              <a:extLst>
                <a:ext uri="{FF2B5EF4-FFF2-40B4-BE49-F238E27FC236}">
                  <ns2:creationId id="{48839CA7-ABD9-881C-A880-BB8C3F651B44}"/>
                </a:ext>
              </a:extLst>
            </p:cNvPr>
            <p:cNvSpPr/>
            <p:nvPr/>
          </p:nvSpPr>
          <p:spPr>
            <a:xfrm>
              <a:off x="2739179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1" name="table_TWformat_txt_3_3">
              <a:extLst>
                <a:ext uri="{FF2B5EF4-FFF2-40B4-BE49-F238E27FC236}">
                  <ns2:creationId id="{C140B06F-CCC2-BAD0-08A7-8B21E4A1FA24}"/>
                </a:ext>
              </a:extLst>
            </p:cNvPr>
            <p:cNvSpPr/>
            <p:nvPr/>
          </p:nvSpPr>
          <p:spPr>
            <a:xfrm>
              <a:off x="2739179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table_TWformat_txt_4_3">
              <a:extLst>
                <a:ext uri="{FF2B5EF4-FFF2-40B4-BE49-F238E27FC236}">
                  <ns2:creationId id="{534CC243-101A-67E2-1662-7CD2F5D5B160}"/>
                </a:ext>
              </a:extLst>
            </p:cNvPr>
            <p:cNvSpPr/>
            <p:nvPr/>
          </p:nvSpPr>
          <p:spPr>
            <a:xfrm>
              <a:off x="2739179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0" name="table_TWformat_txt_5_3">
              <a:extLst>
                <a:ext uri="{FF2B5EF4-FFF2-40B4-BE49-F238E27FC236}">
                  <ns2:creationId id="{DF658DEC-9A7C-CA26-57BB-2C2414A19875}"/>
                </a:ext>
              </a:extLst>
            </p:cNvPr>
            <p:cNvSpPr/>
            <p:nvPr/>
          </p:nvSpPr>
          <p:spPr>
            <a:xfrm>
              <a:off x="2739179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64" name="table_TWformat_line_2_3">
              <a:extLst>
                <a:ext uri="{FF2B5EF4-FFF2-40B4-BE49-F238E27FC236}">
                  <ns2:creationId id="{21C7BE13-0BF7-35B2-3110-B798265C793C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table_TWformat_line_3_3">
              <a:extLst>
                <a:ext uri="{FF2B5EF4-FFF2-40B4-BE49-F238E27FC236}">
                  <ns2:creationId id="{EE80896E-EB22-E901-F4AF-F59B98DFCB83}"/>
                </a:ext>
              </a:extLst>
            </p:cNvPr>
            <p:cNvCxnSpPr/>
            <p:nvPr/>
          </p:nvCxnSpPr>
          <p:spPr>
            <a:xfrm>
              <a:off x="2739179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table_TWformat_line_4_3">
              <a:extLst>
                <a:ext uri="{FF2B5EF4-FFF2-40B4-BE49-F238E27FC236}">
                  <ns2:creationId id="{4E84A473-DFF0-F381-715F-BEDE501549DF}"/>
                </a:ext>
              </a:extLst>
            </p:cNvPr>
            <p:cNvCxnSpPr/>
            <p:nvPr/>
          </p:nvCxnSpPr>
          <p:spPr>
            <a:xfrm>
              <a:off x="2739179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table_TWformat_line_5_3">
              <a:extLst>
                <a:ext uri="{FF2B5EF4-FFF2-40B4-BE49-F238E27FC236}">
                  <ns2:creationId id="{F1EDF36D-D5DF-9BA1-F898-74AC84491B69}"/>
                </a:ext>
              </a:extLst>
            </p:cNvPr>
            <p:cNvCxnSpPr/>
            <p:nvPr/>
          </p:nvCxnSpPr>
          <p:spPr>
            <a:xfrm>
              <a:off x="2739179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txt_1_4">
              <a:extLst>
                <a:ext uri="{FF2B5EF4-FFF2-40B4-BE49-F238E27FC236}">
                  <ns2:creationId id="{CA729490-1995-9560-AE32-EC1E6C94E0B1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" name="table_TWformat_line_2_4">
              <a:extLst>
                <a:ext uri="{FF2B5EF4-FFF2-40B4-BE49-F238E27FC236}">
                  <ns2:creationId id="{3C54660B-0293-6116-7786-4D579BDF8240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able_TWformat_txt_2_4">
              <a:extLst>
                <a:ext uri="{FF2B5EF4-FFF2-40B4-BE49-F238E27FC236}">
                  <ns2:creationId id="{76799EB1-144B-4AB1-23C0-6409C67C177F}"/>
                </a:ext>
              </a:extLst>
            </p:cNvPr>
            <p:cNvSpPr/>
            <p:nvPr/>
          </p:nvSpPr>
          <p:spPr>
            <a:xfrm>
              <a:off x="4102610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0" name="table_TWformat_txt_3_4">
              <a:extLst>
                <a:ext uri="{FF2B5EF4-FFF2-40B4-BE49-F238E27FC236}">
                  <ns2:creationId id="{E440BEEA-12AF-51A3-9F51-F3B9E39226A9}"/>
                </a:ext>
              </a:extLst>
            </p:cNvPr>
            <p:cNvSpPr/>
            <p:nvPr/>
          </p:nvSpPr>
          <p:spPr>
            <a:xfrm>
              <a:off x="4102610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2" name="table_TWformat_txt_4_4">
              <a:extLst>
                <a:ext uri="{FF2B5EF4-FFF2-40B4-BE49-F238E27FC236}">
                  <ns2:creationId id="{8E59F1A0-ABF2-17DD-B05D-69827A582183}"/>
                </a:ext>
              </a:extLst>
            </p:cNvPr>
            <p:cNvSpPr/>
            <p:nvPr/>
          </p:nvSpPr>
          <p:spPr>
            <a:xfrm>
              <a:off x="4102610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4" name="table_TWformat_txt_5_4">
              <a:extLst>
                <a:ext uri="{FF2B5EF4-FFF2-40B4-BE49-F238E27FC236}">
                  <ns2:creationId id="{E0FD9977-482C-688A-AEE2-971F86A4D7BE}"/>
                </a:ext>
              </a:extLst>
            </p:cNvPr>
            <p:cNvSpPr/>
            <p:nvPr/>
          </p:nvSpPr>
          <p:spPr>
            <a:xfrm>
              <a:off x="4102610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」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31" name="table_TWformat_line_3_4">
              <a:extLst>
                <a:ext uri="{FF2B5EF4-FFF2-40B4-BE49-F238E27FC236}">
                  <ns2:creationId id="{C29C965B-572F-16F1-0CB3-3F08223F811F}"/>
                </a:ext>
              </a:extLst>
            </p:cNvPr>
            <p:cNvCxnSpPr/>
            <p:nvPr/>
          </p:nvCxnSpPr>
          <p:spPr>
            <a:xfrm>
              <a:off x="4102610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table_TWformat_line_4_4">
              <a:extLst>
                <a:ext uri="{FF2B5EF4-FFF2-40B4-BE49-F238E27FC236}">
                  <ns2:creationId id="{1F4FE30B-98E1-849C-8D47-A5BE446A74AC}"/>
                </a:ext>
              </a:extLst>
            </p:cNvPr>
            <p:cNvCxnSpPr/>
            <p:nvPr/>
          </p:nvCxnSpPr>
          <p:spPr>
            <a:xfrm>
              <a:off x="4102610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table_TWformat_line_5_4">
              <a:extLst>
                <a:ext uri="{FF2B5EF4-FFF2-40B4-BE49-F238E27FC236}">
                  <ns2:creationId id="{6CA5E921-C82F-D7CA-1A29-CC853D894B93}"/>
                </a:ext>
              </a:extLst>
            </p:cNvPr>
            <p:cNvCxnSpPr/>
            <p:nvPr/>
          </p:nvCxnSpPr>
          <p:spPr>
            <a:xfrm>
              <a:off x="4102610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txt_1_5">
              <a:extLst>
                <a:ext uri="{FF2B5EF4-FFF2-40B4-BE49-F238E27FC236}">
                  <ns2:creationId id="{15F5C59E-93CA-68A9-007E-D6CA9C6E7D27}"/>
                </a:ext>
              </a:extLst>
            </p:cNvPr>
            <p:cNvSpPr/>
            <p:nvPr/>
          </p:nvSpPr>
          <p:spPr>
            <a:xfrm>
              <a:off x="5466041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8" name="table_TWformat_line_2_5">
              <a:extLst>
                <a:ext uri="{FF2B5EF4-FFF2-40B4-BE49-F238E27FC236}">
                  <ns2:creationId id="{97B72150-EFAD-3BFE-7A98-514B56FD8A6F}"/>
                </a:ext>
              </a:extLst>
            </p:cNvPr>
            <p:cNvCxnSpPr/>
            <p:nvPr/>
          </p:nvCxnSpPr>
          <p:spPr>
            <a:xfrm>
              <a:off x="5466041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txt_1_6">
              <a:extLst>
                <a:ext uri="{FF2B5EF4-FFF2-40B4-BE49-F238E27FC236}">
                  <ns2:creationId id="{3D021E5D-C619-100B-7926-F67888E880FB}"/>
                </a:ext>
              </a:extLst>
            </p:cNvPr>
            <p:cNvSpPr/>
            <p:nvPr/>
          </p:nvSpPr>
          <p:spPr>
            <a:xfrm>
              <a:off x="7616382" y="1628776"/>
              <a:ext cx="2090314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47" name="table_TWformat_line_2_6">
              <a:extLst>
                <a:ext uri="{FF2B5EF4-FFF2-40B4-BE49-F238E27FC236}">
                  <ns2:creationId id="{4DC0896C-20AA-720B-DB3E-D6561B5C6017}"/>
                </a:ext>
              </a:extLst>
            </p:cNvPr>
            <p:cNvCxnSpPr/>
            <p:nvPr/>
          </p:nvCxnSpPr>
          <p:spPr>
            <a:xfrm>
              <a:off x="7616382" y="1884599"/>
              <a:ext cx="209031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able_TWformat_txt_1_7">
              <a:extLst>
                <a:ext uri="{FF2B5EF4-FFF2-40B4-BE49-F238E27FC236}">
                  <ns2:creationId id="{2B742F90-6458-3C2A-A469-3D894DEB9921}"/>
                </a:ext>
              </a:extLst>
            </p:cNvPr>
            <p:cNvSpPr/>
            <p:nvPr/>
          </p:nvSpPr>
          <p:spPr>
            <a:xfrm>
              <a:off x="9766725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56" name="table_TWformat_line_2_7">
              <a:extLst>
                <a:ext uri="{FF2B5EF4-FFF2-40B4-BE49-F238E27FC236}">
                  <ns2:creationId id="{E76371A3-DDE4-819A-2870-66EF3D1CA8A3}"/>
                </a:ext>
              </a:extLst>
            </p:cNvPr>
            <p:cNvCxnSpPr/>
            <p:nvPr/>
          </p:nvCxnSpPr>
          <p:spPr>
            <a:xfrm>
              <a:off x="9766725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table_TWformat_line_2_2">
              <a:extLst>
                <a:ext uri="{FF2B5EF4-FFF2-40B4-BE49-F238E27FC236}">
                  <ns2:creationId id="{F7F06029-FA74-A561-72D9-5A772AC2DBC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table_TWformat_txt_2_4">
              <a:extLst>
                <a:ext uri="{FF2B5EF4-FFF2-40B4-BE49-F238E27FC236}">
                  <ns2:creationId id="{F995FB76-9362-3E71-46C4-B03AAE35947B}"/>
                </a:ext>
              </a:extLst>
            </p:cNvPr>
            <p:cNvSpPr/>
            <p:nvPr/>
          </p:nvSpPr>
          <p:spPr>
            <a:xfrm>
              <a:off x="5466040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8" name="table_TWformat_txt_4_4">
              <a:extLst>
                <a:ext uri="{FF2B5EF4-FFF2-40B4-BE49-F238E27FC236}">
                  <ns2:creationId id="{EBCCACA7-1C67-94DF-25F1-9600BB4E685C}"/>
                </a:ext>
              </a:extLst>
            </p:cNvPr>
            <p:cNvSpPr/>
            <p:nvPr/>
          </p:nvSpPr>
          <p:spPr>
            <a:xfrm>
              <a:off x="5466040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9" name="table_TWformat_txt_5_4">
              <a:extLst>
                <a:ext uri="{FF2B5EF4-FFF2-40B4-BE49-F238E27FC236}">
                  <ns2:creationId id="{37040CFC-D331-C65D-8CF6-C65C418A04F7}"/>
                </a:ext>
              </a:extLst>
            </p:cNvPr>
            <p:cNvSpPr/>
            <p:nvPr/>
          </p:nvSpPr>
          <p:spPr>
            <a:xfrm>
              <a:off x="5466040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1" name="table_TWformat_line_4_4">
              <a:extLst>
                <a:ext uri="{FF2B5EF4-FFF2-40B4-BE49-F238E27FC236}">
                  <ns2:creationId id="{447C9B99-6602-96EA-0225-D9F3233A7796}"/>
                </a:ext>
              </a:extLst>
            </p:cNvPr>
            <p:cNvCxnSpPr/>
            <p:nvPr/>
          </p:nvCxnSpPr>
          <p:spPr>
            <a:xfrm>
              <a:off x="5466040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table_TWformat_line_5_4">
              <a:extLst>
                <a:ext uri="{FF2B5EF4-FFF2-40B4-BE49-F238E27FC236}">
                  <ns2:creationId id="{1C6FCFE4-C321-A4B9-5AB4-CA0730E1ECCE}"/>
                </a:ext>
              </a:extLst>
            </p:cNvPr>
            <p:cNvCxnSpPr/>
            <p:nvPr/>
          </p:nvCxnSpPr>
          <p:spPr>
            <a:xfrm>
              <a:off x="5466040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able_TWformat_txt_2_4">
              <a:extLst>
                <a:ext uri="{FF2B5EF4-FFF2-40B4-BE49-F238E27FC236}">
                  <ns2:creationId id="{FEDCF262-69FC-8081-A818-E67D26661B53}"/>
                </a:ext>
              </a:extLst>
            </p:cNvPr>
            <p:cNvSpPr/>
            <p:nvPr/>
          </p:nvSpPr>
          <p:spPr>
            <a:xfrm>
              <a:off x="7612764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5" name="table_TWformat_txt_4_4">
              <a:extLst>
                <a:ext uri="{FF2B5EF4-FFF2-40B4-BE49-F238E27FC236}">
                  <ns2:creationId id="{E07EE5EE-48BB-AAC5-523D-EDB3ABEF19EA}"/>
                </a:ext>
              </a:extLst>
            </p:cNvPr>
            <p:cNvSpPr/>
            <p:nvPr/>
          </p:nvSpPr>
          <p:spPr>
            <a:xfrm>
              <a:off x="7612764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6" name="table_TWformat_txt_5_4">
              <a:extLst>
                <a:ext uri="{FF2B5EF4-FFF2-40B4-BE49-F238E27FC236}">
                  <ns2:creationId id="{0EDE5C88-5239-AA67-7835-F6838CF8AA46}"/>
                </a:ext>
              </a:extLst>
            </p:cNvPr>
            <p:cNvSpPr/>
            <p:nvPr/>
          </p:nvSpPr>
          <p:spPr>
            <a:xfrm>
              <a:off x="7612764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7" name="table_TWformat_line_4_4">
              <a:extLst>
                <a:ext uri="{FF2B5EF4-FFF2-40B4-BE49-F238E27FC236}">
                  <ns2:creationId id="{812B5EA6-C360-B569-493A-DADD6DF2A947}"/>
                </a:ext>
              </a:extLst>
            </p:cNvPr>
            <p:cNvCxnSpPr/>
            <p:nvPr/>
          </p:nvCxnSpPr>
          <p:spPr>
            <a:xfrm>
              <a:off x="7612764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table_TWformat_line_5_4">
              <a:extLst>
                <a:ext uri="{FF2B5EF4-FFF2-40B4-BE49-F238E27FC236}">
                  <ns2:creationId id="{FC6DEA46-CD82-5BA5-BFB2-3AC611A049F6}"/>
                </a:ext>
              </a:extLst>
            </p:cNvPr>
            <p:cNvCxnSpPr/>
            <p:nvPr/>
          </p:nvCxnSpPr>
          <p:spPr>
            <a:xfrm>
              <a:off x="7612764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table_TWformat_txt_2_4">
              <a:extLst>
                <a:ext uri="{FF2B5EF4-FFF2-40B4-BE49-F238E27FC236}">
                  <ns2:creationId id="{2DE09AC2-955C-864D-F2F9-53DE6734BFCA}"/>
                </a:ext>
              </a:extLst>
            </p:cNvPr>
            <p:cNvSpPr/>
            <p:nvPr/>
          </p:nvSpPr>
          <p:spPr>
            <a:xfrm>
              <a:off x="9766725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1" name="table_TWformat_txt_4_4">
              <a:extLst>
                <a:ext uri="{FF2B5EF4-FFF2-40B4-BE49-F238E27FC236}">
                  <ns2:creationId id="{2530F334-445A-7F5B-6A6B-8B41CD5AC36C}"/>
                </a:ext>
              </a:extLst>
            </p:cNvPr>
            <p:cNvSpPr/>
            <p:nvPr/>
          </p:nvSpPr>
          <p:spPr>
            <a:xfrm>
              <a:off x="9766725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2" name="table_TWformat_txt_5_4">
              <a:extLst>
                <a:ext uri="{FF2B5EF4-FFF2-40B4-BE49-F238E27FC236}">
                  <ns2:creationId id="{A32D06C3-3636-1894-4FAB-DBA4C497B054}"/>
                </a:ext>
              </a:extLst>
            </p:cNvPr>
            <p:cNvSpPr/>
            <p:nvPr/>
          </p:nvSpPr>
          <p:spPr>
            <a:xfrm>
              <a:off x="9766725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33" name="table_TWformat_line_4_4">
              <a:extLst>
                <a:ext uri="{FF2B5EF4-FFF2-40B4-BE49-F238E27FC236}">
                  <ns2:creationId id="{EFDBC39D-867C-0077-0307-C6979DE1E6C1}"/>
                </a:ext>
              </a:extLst>
            </p:cNvPr>
            <p:cNvCxnSpPr/>
            <p:nvPr/>
          </p:nvCxnSpPr>
          <p:spPr>
            <a:xfrm>
              <a:off x="9766725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table_TWformat_line_5_4">
              <a:extLst>
                <a:ext uri="{FF2B5EF4-FFF2-40B4-BE49-F238E27FC236}">
                  <ns2:creationId id="{0C5062D4-CDEC-11F9-E0D4-A61E4639F198}"/>
                </a:ext>
              </a:extLst>
            </p:cNvPr>
            <p:cNvCxnSpPr/>
            <p:nvPr/>
          </p:nvCxnSpPr>
          <p:spPr>
            <a:xfrm>
              <a:off x="9766725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4" name="Group 143">
              <a:extLst>
                <a:ext uri="{FF2B5EF4-FFF2-40B4-BE49-F238E27FC236}">
                  <ns2:creationId id="{52A70D66-EEB4-5CFF-750A-0FDB38E96273}"/>
                </a:ext>
              </a:extLst>
            </p:cNvPr>
            <p:cNvGrpSpPr/>
            <p:nvPr/>
          </p:nvGrpSpPr>
          <p:grpSpPr>
            <a:xfrm>
              <a:off x="334963" y="5239961"/>
              <a:ext cx="980757" cy="1068763"/>
              <a:chOff x="334963" y="5239961"/>
              <a:chExt cx="980757" cy="1068763"/>
            </a:xfrm>
          </p:grpSpPr>
          <p:sp>
            <p:nvSpPr>
              <p:cNvPr id="94" name="table_TWformat_txt_5_1">
                <a:extLst>
                  <a:ext uri="{FF2B5EF4-FFF2-40B4-BE49-F238E27FC236}">
                    <ns2:creationId id="{C80C27CC-E88E-5349-DA96-DAD769CEC778}"/>
                  </a:ext>
                </a:extLst>
              </p:cNvPr>
              <p:cNvSpPr/>
              <p:nvPr/>
            </p:nvSpPr>
            <p:spPr>
              <a:xfrm>
                <a:off x="334963" y="5239961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6" name="Graphic 135" descr="Open hand with plant with solid fill">
                <a:extLst>
                  <a:ext uri="{FF2B5EF4-FFF2-40B4-BE49-F238E27FC236}">
                    <ns2:creationId id="{B589FD4D-C60E-85FE-D8CD-7506805F4C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95891" y="544745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3" name="Group 142">
              <a:extLst>
                <a:ext uri="{FF2B5EF4-FFF2-40B4-BE49-F238E27FC236}">
                  <ns2:creationId id="{3602813A-CD04-CA39-B165-82C86945E2F0}"/>
                </a:ext>
              </a:extLst>
            </p:cNvPr>
            <p:cNvGrpSpPr/>
            <p:nvPr/>
          </p:nvGrpSpPr>
          <p:grpSpPr>
            <a:xfrm>
              <a:off x="334963" y="4128606"/>
              <a:ext cx="980757" cy="1068763"/>
              <a:chOff x="334963" y="4128606"/>
              <a:chExt cx="980757" cy="1068763"/>
            </a:xfrm>
          </p:grpSpPr>
          <p:sp>
            <p:nvSpPr>
              <p:cNvPr id="93" name="table_TWformat_txt_4_1">
                <a:extLst>
                  <a:ext uri="{FF2B5EF4-FFF2-40B4-BE49-F238E27FC236}">
                    <ns2:creationId id="{4CB629DF-E3BF-09B8-E82D-AC4ABCC1AB11}"/>
                  </a:ext>
                </a:extLst>
              </p:cNvPr>
              <p:cNvSpPr/>
              <p:nvPr/>
            </p:nvSpPr>
            <p:spPr>
              <a:xfrm>
                <a:off x="334963" y="4128606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8" name="Graphic 137" descr="Document with solid fill">
                <a:extLst>
                  <a:ext uri="{FF2B5EF4-FFF2-40B4-BE49-F238E27FC236}">
                    <ns2:creationId id="{1927C4DF-FC04-0AF2-475B-B69435AA6F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95891" y="428300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5" name="Group 144">
              <a:extLst>
                <a:ext uri="{FF2B5EF4-FFF2-40B4-BE49-F238E27FC236}">
                  <ns2:creationId id="{73C15C1D-DE9F-3A60-A05E-CACA836A9688}"/>
                </a:ext>
              </a:extLst>
            </p:cNvPr>
            <p:cNvGrpSpPr/>
            <p:nvPr/>
          </p:nvGrpSpPr>
          <p:grpSpPr>
            <a:xfrm>
              <a:off x="334963" y="3017251"/>
              <a:ext cx="980757" cy="1068761"/>
              <a:chOff x="334963" y="3017251"/>
              <a:chExt cx="980757" cy="1068761"/>
            </a:xfrm>
          </p:grpSpPr>
          <p:sp>
            <p:nvSpPr>
              <p:cNvPr id="92" name="table_TWformat_txt_3_1">
                <a:extLst>
                  <a:ext uri="{FF2B5EF4-FFF2-40B4-BE49-F238E27FC236}">
                    <ns2:creationId id="{8E589824-2538-4F2C-9300-62A68F47EE17}"/>
                  </a:ext>
                </a:extLst>
              </p:cNvPr>
              <p:cNvSpPr/>
              <p:nvPr/>
            </p:nvSpPr>
            <p:spPr>
              <a:xfrm>
                <a:off x="334963" y="3017251"/>
                <a:ext cx="980757" cy="1068761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40" name="Graphic 139" descr="Remote work with solid fill">
                <a:extLst>
                  <a:ext uri="{FF2B5EF4-FFF2-40B4-BE49-F238E27FC236}">
                    <ns2:creationId id="{A67E835E-CCFD-92C6-43D6-B36E9495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5891" y="3188400"/>
                <a:ext cx="458900" cy="458900"/>
              </a:xfrm>
              <a:prstGeom prst="rect">
                <a:avLst/>
              </a:prstGeom>
            </p:spPr>
          </p:pic>
        </p:grpSp>
        <p:pic>
          <p:nvPicPr>
            <p:cNvPr id="142" name="Graphic 141" descr="Information with solid fill">
              <a:extLst>
                <a:ext uri="{FF2B5EF4-FFF2-40B4-BE49-F238E27FC236}">
                  <ns2:creationId id="{71E67716-3466-E42F-B0E8-3834B2576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595891" y="2068400"/>
              <a:ext cx="458900" cy="458900"/>
            </a:xfrm>
            <a:prstGeom prst="rect">
              <a:avLst/>
            </a:prstGeom>
          </p:spPr>
        </p:pic>
        <p:pic>
          <p:nvPicPr>
            <p:cNvPr id="147" name="Graphic 146" descr="Workflow with solid fill">
              <a:extLst>
                <a:ext uri="{FF2B5EF4-FFF2-40B4-BE49-F238E27FC236}">
                  <ns2:creationId id="{7F4452DA-C946-49F3-BE32-687E5AD39E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10458937" y="2005482"/>
              <a:ext cx="705886" cy="705886"/>
            </a:xfrm>
            <a:prstGeom prst="rect">
              <a:avLst/>
            </a:prstGeom>
          </p:spPr>
        </p:pic>
        <p:pic>
          <p:nvPicPr>
            <p:cNvPr id="149" name="Graphic 148" descr="Cycle with people with solid fill">
              <a:extLst>
                <a:ext uri="{FF2B5EF4-FFF2-40B4-BE49-F238E27FC236}">
                  <ns2:creationId id="{4853DC4F-FCB6-23F7-0880-34D884C7E7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304977" y="2005482"/>
              <a:ext cx="705886" cy="705886"/>
            </a:xfrm>
            <a:prstGeom prst="rect">
              <a:avLst/>
            </a:prstGeom>
          </p:spPr>
        </p:pic>
        <p:grpSp>
          <p:nvGrpSpPr>
            <p:cNvPr id="153" name="Group 152">
              <a:extLst>
                <a:ext uri="{FF2B5EF4-FFF2-40B4-BE49-F238E27FC236}">
                  <ns2:creationId id="{9ADBA412-94F5-4E34-CAB9-08F32C37B7B2}"/>
                </a:ext>
              </a:extLst>
            </p:cNvPr>
            <p:cNvGrpSpPr/>
            <p:nvPr/>
          </p:nvGrpSpPr>
          <p:grpSpPr>
            <a:xfrm>
              <a:off x="6158254" y="2005482"/>
              <a:ext cx="705886" cy="705886"/>
              <a:chOff x="6158254" y="2005482"/>
              <a:chExt cx="705886" cy="705886"/>
            </a:xfrm>
          </p:grpSpPr>
          <p:pic>
            <p:nvPicPr>
              <p:cNvPr id="151" name="Graphic 150" descr="Route (Two Pins With A Path) with solid fill">
                <a:extLst>
                  <a:ext uri="{FF2B5EF4-FFF2-40B4-BE49-F238E27FC236}">
                    <ns2:creationId id="{5609D2B5-DD41-1A9B-165D-D597455B93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158254" y="2005482"/>
                <a:ext cx="705886" cy="705886"/>
              </a:xfrm>
              <a:prstGeom prst="rect">
                <a:avLst/>
              </a:prstGeom>
            </p:spPr>
          </p:pic>
          <p:sp>
            <p:nvSpPr>
              <p:cNvPr id="152" name="Multiplication Sign 151">
                <a:extLst>
                  <a:ext uri="{FF2B5EF4-FFF2-40B4-BE49-F238E27FC236}">
                    <ns2:creationId id="{D07D4802-A7DB-09C4-4BC8-197D56C53205}"/>
                  </a:ext>
                </a:extLst>
              </p:cNvPr>
              <p:cNvSpPr/>
              <p:nvPr/>
            </p:nvSpPr>
            <p:spPr>
              <a:xfrm>
                <a:off x="6392862" y="2238664"/>
                <a:ext cx="220374" cy="220374"/>
              </a:xfrm>
              <a:prstGeom prst="mathMultiply">
                <a:avLst>
                  <a:gd name="adj1" fmla="val 8379"/>
                </a:avLst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4182344898"/>
      </p:ext>
    </p:extLst>
  </p:cSld>
  <p:clrMapOvr>
    <a:masterClrMapping/>
  </p:clrMapOvr>
</p:sld>
</file>

<file path=ppt/slides/slide3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D682E34-E2B2-DA47-E97F-EAAC81A99C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E802F8-EEB3-C67B-CB49-2DF81E4676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48A2C11-0060-E8E0-AD62-40875A47A7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Excel</a:t>
            </a:r>
            <a:r>
              <a:rPr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DE55FA46-B498-6619-716D-764829701C53}"/>
              </a:ext>
            </a:extLst>
          </p:cNvPr>
          <p:cNvGrpSpPr/>
          <p:nvPr/>
        </p:nvGrpSpPr>
        <p:grpSpPr>
          <a:xfrm>
            <a:off x="394494" y="1641476"/>
            <a:ext cx="756000" cy="432000"/>
            <a:chOff x="5095875" y="3195000"/>
            <a:chExt cx="1224000" cy="468000"/>
          </a:xfrm>
        </p:grpSpPr>
        <p:sp>
          <p:nvSpPr>
            <p:cNvPr id="16" name="テキスト ボックス 18">
              <a:extLst>
                <a:ext uri="{FF2B5EF4-FFF2-40B4-BE49-F238E27FC236}">
                  <ns2:creationId id="{F863F140-2EA2-EC83-740F-D6508EECC84F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8" name="直線コネクタ 19">
              <a:extLst>
                <a:ext uri="{FF2B5EF4-FFF2-40B4-BE49-F238E27FC236}">
                  <ns2:creationId id="{BD00C7F8-D420-36AA-33D9-146834DF4C09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3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グループ化 18">
            <a:extLst>
              <a:ext uri="{FF2B5EF4-FFF2-40B4-BE49-F238E27FC236}">
                <ns2:creationId id="{9673E61D-100E-7CC6-0339-124BCEC440C6}"/>
              </a:ext>
            </a:extLst>
          </p:cNvPr>
          <p:cNvGrpSpPr/>
          <p:nvPr/>
        </p:nvGrpSpPr>
        <p:grpSpPr>
          <a:xfrm>
            <a:off x="394494" y="2145365"/>
            <a:ext cx="756000" cy="1728003"/>
            <a:chOff x="5095875" y="3195000"/>
            <a:chExt cx="1224000" cy="468001"/>
          </a:xfrm>
        </p:grpSpPr>
        <p:sp>
          <p:nvSpPr>
            <p:cNvPr id="20" name="テキスト ボックス 18">
              <a:extLst>
                <a:ext uri="{FF2B5EF4-FFF2-40B4-BE49-F238E27FC236}">
                  <ns2:creationId id="{DFAC1156-9448-CB13-E83F-CB74DCF4ED3B}"/>
                </a:ext>
              </a:extLst>
            </p:cNvPr>
            <p:cNvSpPr txBox="1"/>
            <p:nvPr/>
          </p:nvSpPr>
          <p:spPr>
            <a:xfrm>
              <a:off x="5095875" y="3195001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" name="直線コネクタ 19">
              <a:extLst>
                <a:ext uri="{FF2B5EF4-FFF2-40B4-BE49-F238E27FC236}">
                  <ns2:creationId id="{089EBE30-229B-1E4C-9EDD-60EE2863470C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グループ化 25">
            <a:extLst>
              <a:ext uri="{FF2B5EF4-FFF2-40B4-BE49-F238E27FC236}">
                <ns2:creationId id="{F32632FB-B695-E8F7-DD3F-A07AE17D1646}"/>
              </a:ext>
            </a:extLst>
          </p:cNvPr>
          <p:cNvGrpSpPr/>
          <p:nvPr/>
        </p:nvGrpSpPr>
        <p:grpSpPr>
          <a:xfrm>
            <a:off x="394494" y="3945264"/>
            <a:ext cx="756000" cy="1764000"/>
            <a:chOff x="5095875" y="3195000"/>
            <a:chExt cx="1224000" cy="468000"/>
          </a:xfrm>
        </p:grpSpPr>
        <p:sp>
          <p:nvSpPr>
            <p:cNvPr id="28" name="テキスト ボックス 18">
              <a:extLst>
                <a:ext uri="{FF2B5EF4-FFF2-40B4-BE49-F238E27FC236}">
                  <ns2:creationId id="{F5FEB5A2-0A42-D4D5-4A58-B993EB7CCEC6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0" name="直線コネクタ 19">
              <a:extLst>
                <a:ext uri="{FF2B5EF4-FFF2-40B4-BE49-F238E27FC236}">
                  <ns2:creationId id="{4836531E-88D5-4056-DF9A-B40668BF624B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正方形/長方形 34">
            <a:extLst>
              <a:ext uri="{FF2B5EF4-FFF2-40B4-BE49-F238E27FC236}">
                <ns2:creationId id="{E714F6DA-558C-261C-7D6B-C9AD7D8580F3}"/>
              </a:ext>
            </a:extLst>
          </p:cNvPr>
          <p:cNvSpPr/>
          <p:nvPr/>
        </p:nvSpPr>
        <p:spPr>
          <a:xfrm>
            <a:off x="122757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2FBBA64B-8C0B-26DD-2368-BD9FB2E1571D}"/>
              </a:ext>
            </a:extLst>
          </p:cNvPr>
          <p:cNvSpPr/>
          <p:nvPr/>
        </p:nvSpPr>
        <p:spPr>
          <a:xfrm>
            <a:off x="409653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F2A2A4FD-3EFB-2F0B-CA69-6AED70EB5B73}"/>
              </a:ext>
            </a:extLst>
          </p:cNvPr>
          <p:cNvSpPr/>
          <p:nvPr/>
        </p:nvSpPr>
        <p:spPr>
          <a:xfrm>
            <a:off x="696549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0E06D1BF-18E0-EA82-4713-E750B29A2A28}"/>
              </a:ext>
            </a:extLst>
          </p:cNvPr>
          <p:cNvSpPr/>
          <p:nvPr/>
        </p:nvSpPr>
        <p:spPr>
          <a:xfrm>
            <a:off x="983445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AF3364AC-04CD-F7AD-19C8-F20D9A4C7BB0}"/>
              </a:ext>
            </a:extLst>
          </p:cNvPr>
          <p:cNvSpPr/>
          <p:nvPr/>
        </p:nvSpPr>
        <p:spPr>
          <a:xfrm>
            <a:off x="122757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96C25A6F-97FA-A5D7-2CAA-872A909C94B8}"/>
              </a:ext>
            </a:extLst>
          </p:cNvPr>
          <p:cNvSpPr/>
          <p:nvPr/>
        </p:nvSpPr>
        <p:spPr>
          <a:xfrm>
            <a:off x="122757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1279E601-6461-0269-B779-C05010447A0D}"/>
              </a:ext>
            </a:extLst>
          </p:cNvPr>
          <p:cNvSpPr/>
          <p:nvPr/>
        </p:nvSpPr>
        <p:spPr>
          <a:xfrm>
            <a:off x="1227578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3C1F78A0-51D1-8293-CB2C-92288319C32E}"/>
              </a:ext>
            </a:extLst>
          </p:cNvPr>
          <p:cNvSpPr/>
          <p:nvPr/>
        </p:nvSpPr>
        <p:spPr>
          <a:xfrm>
            <a:off x="409653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7D256D61-F65F-ED77-26F7-1FFDB2E1B8FA}"/>
              </a:ext>
            </a:extLst>
          </p:cNvPr>
          <p:cNvSpPr/>
          <p:nvPr/>
        </p:nvSpPr>
        <p:spPr>
          <a:xfrm>
            <a:off x="696549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54C30D54-B0EF-B2AE-1E15-3949582371F3}"/>
              </a:ext>
            </a:extLst>
          </p:cNvPr>
          <p:cNvSpPr/>
          <p:nvPr/>
        </p:nvSpPr>
        <p:spPr>
          <a:xfrm>
            <a:off x="409653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7FA9DE42-84D7-562D-69A1-4838F8B2F7BD}"/>
              </a:ext>
            </a:extLst>
          </p:cNvPr>
          <p:cNvSpPr/>
          <p:nvPr/>
        </p:nvSpPr>
        <p:spPr>
          <a:xfrm>
            <a:off x="6965499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E565FDCB-CF07-5486-4A24-BEFA21255187}"/>
              </a:ext>
            </a:extLst>
          </p:cNvPr>
          <p:cNvSpPr/>
          <p:nvPr/>
        </p:nvSpPr>
        <p:spPr>
          <a:xfrm>
            <a:off x="983445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0D9F1643-0D06-76A4-B257-E155A9CBF60E}"/>
              </a:ext>
            </a:extLst>
          </p:cNvPr>
          <p:cNvSpPr/>
          <p:nvPr/>
        </p:nvSpPr>
        <p:spPr>
          <a:xfrm>
            <a:off x="9834457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3C97656D-D7B9-A1BE-D311-50F563832507}"/>
              </a:ext>
            </a:extLst>
          </p:cNvPr>
          <p:cNvSpPr/>
          <p:nvPr/>
        </p:nvSpPr>
        <p:spPr>
          <a:xfrm>
            <a:off x="1440643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5E0785F1-8BCD-9F88-54AE-3AAB761352A1}"/>
              </a:ext>
            </a:extLst>
          </p:cNvPr>
          <p:cNvSpPr/>
          <p:nvPr/>
        </p:nvSpPr>
        <p:spPr>
          <a:xfrm>
            <a:off x="4142581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D95AEEB5-4FC9-1981-BFA8-9FF1A8E00D59}"/>
              </a:ext>
            </a:extLst>
          </p:cNvPr>
          <p:cNvSpPr/>
          <p:nvPr/>
        </p:nvSpPr>
        <p:spPr>
          <a:xfrm>
            <a:off x="6844519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52707D09-FA77-FE8A-2D95-751DDFBAEA94}"/>
              </a:ext>
            </a:extLst>
          </p:cNvPr>
          <p:cNvSpPr/>
          <p:nvPr/>
        </p:nvSpPr>
        <p:spPr>
          <a:xfrm>
            <a:off x="9546457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0" name="正方形/長方形 59">
            <a:extLst>
              <a:ext uri="{FF2B5EF4-FFF2-40B4-BE49-F238E27FC236}">
                <ns2:creationId id="{D03450E6-EC04-19EA-0E70-3D2D2CEAA644}"/>
              </a:ext>
            </a:extLst>
          </p:cNvPr>
          <p:cNvSpPr/>
          <p:nvPr/>
        </p:nvSpPr>
        <p:spPr>
          <a:xfrm>
            <a:off x="409653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B01D4226-D84C-FE23-94A3-95FAA0296DCD}"/>
              </a:ext>
            </a:extLst>
          </p:cNvPr>
          <p:cNvSpPr/>
          <p:nvPr/>
        </p:nvSpPr>
        <p:spPr>
          <a:xfrm>
            <a:off x="696549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761EBD93-F981-5A55-266E-22EF4AE47D9D}"/>
              </a:ext>
            </a:extLst>
          </p:cNvPr>
          <p:cNvSpPr/>
          <p:nvPr/>
        </p:nvSpPr>
        <p:spPr>
          <a:xfrm>
            <a:off x="9834457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29348070-87EB-8173-D0B7-B403008B1F83}"/>
              </a:ext>
            </a:extLst>
          </p:cNvPr>
          <p:cNvSpPr/>
          <p:nvPr/>
        </p:nvSpPr>
        <p:spPr>
          <a:xfrm>
            <a:off x="1227578" y="444926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87055B0A-0FEF-7AF0-1C04-7D1DB14FBD44}"/>
              </a:ext>
            </a:extLst>
          </p:cNvPr>
          <p:cNvSpPr/>
          <p:nvPr/>
        </p:nvSpPr>
        <p:spPr>
          <a:xfrm>
            <a:off x="409653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ISO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1984FB32-506A-A00C-3DBC-CE8A31C4AEA5}"/>
              </a:ext>
            </a:extLst>
          </p:cNvPr>
          <p:cNvSpPr/>
          <p:nvPr/>
        </p:nvSpPr>
        <p:spPr>
          <a:xfrm>
            <a:off x="696549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。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6" name="正方形/長方形 65">
            <a:extLst>
              <a:ext uri="{FF2B5EF4-FFF2-40B4-BE49-F238E27FC236}">
                <ns2:creationId id="{D1B4F2D9-81A7-4C67-A0D8-7DB78230BC8F}"/>
              </a:ext>
            </a:extLst>
          </p:cNvPr>
          <p:cNvSpPr/>
          <p:nvPr/>
        </p:nvSpPr>
        <p:spPr>
          <a:xfrm>
            <a:off x="983445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lang="en-US" altLang="ja-JP" sz="1000" dirty="0">
                <a:solidFill>
                  <a:srgbClr val="008D2E"/>
                </a:solidFill>
                <a:latin typeface="Meiryo UI"/>
                <a:ea typeface="Meiryo UI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68" name="直線矢印コネクタ 67">
            <a:extLst>
              <a:ext uri="{FF2B5EF4-FFF2-40B4-BE49-F238E27FC236}">
                <ns2:creationId id="{721215EB-CC83-F4BB-B84C-FD069D20BA69}"/>
              </a:ext>
            </a:extLst>
          </p:cNvPr>
          <p:cNvCxnSpPr>
            <a:stCxn id="43" idx="3"/>
            <a:endCxn id="47" idx="1"/>
          </p:cNvCxnSpPr>
          <p:nvPr/>
        </p:nvCxnSpPr>
        <p:spPr>
          <a:xfrm>
            <a:off x="3243578" y="365974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矢印コネクタ 68">
            <a:extLst>
              <a:ext uri="{FF2B5EF4-FFF2-40B4-BE49-F238E27FC236}">
                <ns2:creationId id="{C28C5145-EABD-6B7A-0D84-CC6581B55AAB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>
          <a:xfrm>
            <a:off x="6112538" y="365974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矢印コネクタ 69">
            <a:extLst>
              <a:ext uri="{FF2B5EF4-FFF2-40B4-BE49-F238E27FC236}">
                <ns2:creationId id="{485BE146-9407-A79B-D0DB-9A6EFE3DD550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8981499" y="365974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矢印コネクタ 74">
            <a:extLst>
              <a:ext uri="{FF2B5EF4-FFF2-40B4-BE49-F238E27FC236}">
                <ns2:creationId id="{6EC29662-3685-C665-9847-DB027EEFB21D}"/>
              </a:ext>
            </a:extLst>
          </p:cNvPr>
          <p:cNvCxnSpPr>
            <a:cxnSpLocks/>
            <a:stCxn id="44" idx="3"/>
            <a:endCxn id="60" idx="1"/>
          </p:cNvCxnSpPr>
          <p:nvPr/>
        </p:nvCxnSpPr>
        <p:spPr>
          <a:xfrm>
            <a:off x="3243578" y="416126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矢印コネクタ 75">
            <a:extLst>
              <a:ext uri="{FF2B5EF4-FFF2-40B4-BE49-F238E27FC236}">
                <ns2:creationId id="{53AEBDE7-D62B-ABF1-D7C8-5B9F229E5C78}"/>
              </a:ext>
            </a:extLst>
          </p:cNvPr>
          <p:cNvCxnSpPr>
            <a:cxnSpLocks/>
            <a:stCxn id="60" idx="3"/>
            <a:endCxn id="61" idx="1"/>
          </p:cNvCxnSpPr>
          <p:nvPr/>
        </p:nvCxnSpPr>
        <p:spPr>
          <a:xfrm>
            <a:off x="6112539" y="416126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矢印コネクタ 76">
            <a:extLst>
              <a:ext uri="{FF2B5EF4-FFF2-40B4-BE49-F238E27FC236}">
                <ns2:creationId id="{08FF72FC-EB6D-DD19-DC40-52F4756EACC5}"/>
              </a:ext>
            </a:extLst>
          </p:cNvPr>
          <p:cNvCxnSpPr>
            <a:cxnSpLocks/>
          </p:cNvCxnSpPr>
          <p:nvPr/>
        </p:nvCxnSpPr>
        <p:spPr>
          <a:xfrm>
            <a:off x="8981499" y="416126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吹き出し: 角を丸めた四角形 81">
            <a:extLst>
              <a:ext uri="{FF2B5EF4-FFF2-40B4-BE49-F238E27FC236}">
                <ns2:creationId id="{40646491-548B-2D6F-F7C0-F38642E24D1F}"/>
              </a:ext>
            </a:extLst>
          </p:cNvPr>
          <p:cNvSpPr/>
          <p:nvPr/>
        </p:nvSpPr>
        <p:spPr>
          <a:xfrm>
            <a:off x="331005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API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4" name="吹き出し: 角を丸めた四角形 83">
            <a:extLst>
              <a:ext uri="{FF2B5EF4-FFF2-40B4-BE49-F238E27FC236}">
                <ns2:creationId id="{6A81E677-B4BD-5B3A-ABEE-89BDB5ABFE38}"/>
              </a:ext>
            </a:extLst>
          </p:cNvPr>
          <p:cNvSpPr/>
          <p:nvPr/>
        </p:nvSpPr>
        <p:spPr>
          <a:xfrm>
            <a:off x="617901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5" name="吹き出し: 角を丸めた四角形 84">
            <a:extLst>
              <a:ext uri="{FF2B5EF4-FFF2-40B4-BE49-F238E27FC236}">
                <ns2:creationId id="{D09DBCC6-5D60-170F-9620-0F337B913891}"/>
              </a:ext>
            </a:extLst>
          </p:cNvPr>
          <p:cNvSpPr/>
          <p:nvPr/>
        </p:nvSpPr>
        <p:spPr>
          <a:xfrm>
            <a:off x="9047978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6" name="吹き出し: 円形 85">
            <a:extLst>
              <a:ext uri="{FF2B5EF4-FFF2-40B4-BE49-F238E27FC236}">
                <ns2:creationId id="{2C1C4BC1-FEA3-DC3E-5E80-E5288ED3CF1D}"/>
              </a:ext>
            </a:extLst>
          </p:cNvPr>
          <p:cNvSpPr/>
          <p:nvPr/>
        </p:nvSpPr>
        <p:spPr>
          <a:xfrm>
            <a:off x="331005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</a:p>
        </p:txBody>
      </p:sp>
      <p:sp>
        <p:nvSpPr>
          <p:cNvPr id="87" name="吹き出し: 円形 86">
            <a:extLst>
              <a:ext uri="{FF2B5EF4-FFF2-40B4-BE49-F238E27FC236}">
                <ns2:creationId id="{B5954FE5-2008-EE7C-04AE-9D128788DBD8}"/>
              </a:ext>
            </a:extLst>
          </p:cNvPr>
          <p:cNvSpPr/>
          <p:nvPr/>
        </p:nvSpPr>
        <p:spPr>
          <a:xfrm>
            <a:off x="617901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8" name="吹き出し: 円形 87">
            <a:extLst>
              <a:ext uri="{FF2B5EF4-FFF2-40B4-BE49-F238E27FC236}">
                <ns2:creationId id="{C4BC3C04-E2D1-89AF-664F-E46558229389}"/>
              </a:ext>
            </a:extLst>
          </p:cNvPr>
          <p:cNvSpPr/>
          <p:nvPr/>
        </p:nvSpPr>
        <p:spPr>
          <a:xfrm>
            <a:off x="904797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37" name="グループ化 136">
            <a:extLst>
              <a:ext uri="{FF2B5EF4-FFF2-40B4-BE49-F238E27FC236}">
                <ns2:creationId id="{B618B61D-C4F5-C51C-8AC4-2DD7FEDF8A83}"/>
              </a:ext>
            </a:extLst>
          </p:cNvPr>
          <p:cNvGrpSpPr/>
          <p:nvPr/>
        </p:nvGrpSpPr>
        <p:grpSpPr>
          <a:xfrm>
            <a:off x="9294457" y="5804457"/>
            <a:ext cx="504000" cy="504000"/>
            <a:chOff x="9453975" y="5804457"/>
            <a:chExt cx="504000" cy="504000"/>
          </a:xfrm>
        </p:grpSpPr>
        <p:sp>
          <p:nvSpPr>
            <p:cNvPr id="58" name="楕円 57">
              <a:extLst>
                <a:ext uri="{FF2B5EF4-FFF2-40B4-BE49-F238E27FC236}">
                  <ns2:creationId id="{3C608B24-099A-A4CD-6F80-6AFCE25537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53975" y="5804457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0" name="グラフィックス 89" descr="硬貨 単色塗りつぶし">
              <a:extLst>
                <a:ext uri="{FF2B5EF4-FFF2-40B4-BE49-F238E27FC236}">
                  <ns2:creationId id="{6ACC2BA2-1D5B-147A-9CDD-A36B0C68B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561975" y="5912456"/>
              <a:ext cx="288000" cy="288000"/>
            </a:xfrm>
            <a:prstGeom prst="rect">
              <a:avLst/>
            </a:prstGeom>
          </p:spPr>
        </p:pic>
      </p:grpSp>
      <p:grpSp>
        <p:nvGrpSpPr>
          <p:cNvPr id="136" name="グループ化 135">
            <a:extLst>
              <a:ext uri="{FF2B5EF4-FFF2-40B4-BE49-F238E27FC236}">
                <ns2:creationId id="{57AA75CA-968E-6D62-DD92-07D1D8CEDFDB}"/>
              </a:ext>
            </a:extLst>
          </p:cNvPr>
          <p:cNvGrpSpPr/>
          <p:nvPr/>
        </p:nvGrpSpPr>
        <p:grpSpPr>
          <a:xfrm>
            <a:off x="3890581" y="5802965"/>
            <a:ext cx="504000" cy="504000"/>
            <a:chOff x="3940774" y="5802965"/>
            <a:chExt cx="504000" cy="504000"/>
          </a:xfrm>
        </p:grpSpPr>
        <p:sp>
          <p:nvSpPr>
            <p:cNvPr id="54" name="楕円 53">
              <a:extLst>
                <a:ext uri="{FF2B5EF4-FFF2-40B4-BE49-F238E27FC236}">
                  <ns2:creationId id="{0C4C241F-5C87-775D-047B-391D4DEC5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40774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2" name="グラフィックス 91" descr="ブロックチェーン 単色塗りつぶし">
              <a:extLst>
                <a:ext uri="{FF2B5EF4-FFF2-40B4-BE49-F238E27FC236}">
                  <ns2:creationId id="{BE5D2A71-DDA5-A49A-6691-FE25DFFAAC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48774" y="5910965"/>
              <a:ext cx="288000" cy="288000"/>
            </a:xfrm>
            <a:prstGeom prst="rect">
              <a:avLst/>
            </a:prstGeom>
          </p:spPr>
        </p:pic>
      </p:grpSp>
      <p:pic>
        <p:nvPicPr>
          <p:cNvPr id="94" name="グラフィックス 93" descr="ブログ 単色塗りつぶし">
            <a:extLst>
              <a:ext uri="{FF2B5EF4-FFF2-40B4-BE49-F238E27FC236}">
                <ns2:creationId id="{390B59EB-A25D-B420-B55D-189237D8B5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6395018" y="2772348"/>
            <a:ext cx="288000" cy="288000"/>
          </a:xfrm>
          <a:prstGeom prst="rect">
            <a:avLst/>
          </a:prstGeom>
        </p:spPr>
      </p:pic>
      <p:grpSp>
        <p:nvGrpSpPr>
          <p:cNvPr id="135" name="グループ化 134">
            <a:extLst>
              <a:ext uri="{FF2B5EF4-FFF2-40B4-BE49-F238E27FC236}">
                <ns2:creationId id="{F294489F-039E-4CF6-07B0-ADB15AA0EC3F}"/>
              </a:ext>
            </a:extLst>
          </p:cNvPr>
          <p:cNvGrpSpPr/>
          <p:nvPr/>
        </p:nvGrpSpPr>
        <p:grpSpPr>
          <a:xfrm>
            <a:off x="1227578" y="5802965"/>
            <a:ext cx="504000" cy="504000"/>
            <a:chOff x="1227578" y="5802965"/>
            <a:chExt cx="504000" cy="504000"/>
          </a:xfrm>
        </p:grpSpPr>
        <p:sp>
          <p:nvSpPr>
            <p:cNvPr id="52" name="楕円 51">
              <a:extLst>
                <a:ext uri="{FF2B5EF4-FFF2-40B4-BE49-F238E27FC236}">
                  <ns2:creationId id="{1B5972B0-4406-24CA-1253-0B19EADC08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27578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8" name="グラフィックス 97" descr="クラウド コンピューティング 単色塗りつぶし">
              <a:extLst>
                <a:ext uri="{FF2B5EF4-FFF2-40B4-BE49-F238E27FC236}">
                  <ns2:creationId id="{4EABD739-B896-5411-E1A7-7C5B3130B1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335578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06" name="グラフィックス 105" descr="数学 単色塗りつぶし">
            <a:extLst>
              <a:ext uri="{FF2B5EF4-FFF2-40B4-BE49-F238E27FC236}">
                <ns2:creationId id="{53D1B0C5-2B8F-2954-7320-48B78B0F14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6395020" y="4514604"/>
            <a:ext cx="288000" cy="288000"/>
          </a:xfrm>
          <a:prstGeom prst="rect">
            <a:avLst/>
          </a:prstGeom>
        </p:spPr>
      </p:pic>
      <p:pic>
        <p:nvPicPr>
          <p:cNvPr id="108" name="グラフィックス 107" descr="熱望 枠線">
            <a:extLst>
              <a:ext uri="{FF2B5EF4-FFF2-40B4-BE49-F238E27FC236}">
                <ns2:creationId id="{FA4B226F-DD31-0167-864D-583D3A1168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0189340" y="1641476"/>
            <a:ext cx="432000" cy="432000"/>
          </a:xfrm>
          <a:prstGeom prst="rect">
            <a:avLst/>
          </a:prstGeom>
        </p:spPr>
      </p:pic>
      <p:pic>
        <p:nvPicPr>
          <p:cNvPr id="110" name="グラフィックス 109" descr="バッジ: チェックマーク 1 枠線">
            <a:extLst>
              <a:ext uri="{FF2B5EF4-FFF2-40B4-BE49-F238E27FC236}">
                <ns2:creationId id="{3C2386E5-494F-25BC-0726-2F75F1A386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311282" y="1641476"/>
            <a:ext cx="432000" cy="432000"/>
          </a:xfrm>
          <a:prstGeom prst="rect">
            <a:avLst/>
          </a:prstGeom>
        </p:spPr>
      </p:pic>
      <p:pic>
        <p:nvPicPr>
          <p:cNvPr id="114" name="グラフィックス 113" descr="原因と結果 単色塗りつぶし">
            <a:extLst>
              <a:ext uri="{FF2B5EF4-FFF2-40B4-BE49-F238E27FC236}">
                <ns2:creationId id="{ECB4E314-43F9-13B2-D20C-90D1EEECC4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3526058" y="4514604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クリップボード 単色塗りつぶし">
            <a:extLst>
              <a:ext uri="{FF2B5EF4-FFF2-40B4-BE49-F238E27FC236}">
                <ns2:creationId id="{B5E1F351-E9B9-37AE-55B7-6842FABC6DF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9263976" y="2772348"/>
            <a:ext cx="288000" cy="288000"/>
          </a:xfrm>
          <a:prstGeom prst="rect">
            <a:avLst/>
          </a:prstGeom>
        </p:spPr>
      </p:pic>
      <p:grpSp>
        <p:nvGrpSpPr>
          <p:cNvPr id="138" name="グループ化 137">
            <a:extLst>
              <a:ext uri="{FF2B5EF4-FFF2-40B4-BE49-F238E27FC236}">
                <ns2:creationId id="{F220C327-48F3-23C2-8256-D7B2EB65FB03}"/>
              </a:ext>
            </a:extLst>
          </p:cNvPr>
          <p:cNvGrpSpPr/>
          <p:nvPr/>
        </p:nvGrpSpPr>
        <p:grpSpPr>
          <a:xfrm>
            <a:off x="6592519" y="5802965"/>
            <a:ext cx="504000" cy="504000"/>
            <a:chOff x="6512905" y="5802965"/>
            <a:chExt cx="504000" cy="504000"/>
          </a:xfrm>
        </p:grpSpPr>
        <p:sp>
          <p:nvSpPr>
            <p:cNvPr id="56" name="楕円 55">
              <a:extLst>
                <a:ext uri="{FF2B5EF4-FFF2-40B4-BE49-F238E27FC236}">
                  <ns2:creationId id="{5F68CC38-522C-B25E-B6F2-1C13E7A01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12905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20" name="グラフィックス 119" descr="クリップボード: チェックマーク 単色塗りつぶし">
              <a:extLst>
                <a:ext uri="{FF2B5EF4-FFF2-40B4-BE49-F238E27FC236}">
                  <ns2:creationId id="{D12A518F-8E86-B749-69DF-CE15A80B3F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6620904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22" name="グラフィックス 121" descr="時計 単色塗りつぶし">
            <a:extLst>
              <a:ext uri="{FF2B5EF4-FFF2-40B4-BE49-F238E27FC236}">
                <ns2:creationId id="{D5765D4E-067A-B7FC-6BEC-1E93C4A82D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9263976" y="4514604"/>
            <a:ext cx="288000" cy="288000"/>
          </a:xfrm>
          <a:prstGeom prst="rect">
            <a:avLst/>
          </a:prstGeom>
        </p:spPr>
      </p:pic>
      <p:pic>
        <p:nvPicPr>
          <p:cNvPr id="124" name="グラフィックス 123" descr="完了 枠線">
            <a:extLst>
              <a:ext uri="{FF2B5EF4-FFF2-40B4-BE49-F238E27FC236}">
                <ns2:creationId id="{D2F89EF2-0473-2C67-CFEF-9C5E9ECE90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tretch>
            <a:fillRect/>
          </a:stretch>
        </p:blipFill>
        <p:spPr>
          <a:xfrm>
            <a:off x="1599568" y="1641476"/>
            <a:ext cx="432000" cy="432000"/>
          </a:xfrm>
          <a:prstGeom prst="rect">
            <a:avLst/>
          </a:prstGeom>
        </p:spPr>
      </p:pic>
      <p:pic>
        <p:nvPicPr>
          <p:cNvPr id="126" name="グラフィックス 125" descr="封筒 単色塗りつぶし">
            <a:extLst>
              <a:ext uri="{FF2B5EF4-FFF2-40B4-BE49-F238E27FC236}">
                <ns2:creationId id="{30AB9063-9D7A-5175-E5F6-F718FD2661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tretch>
            <a:fillRect/>
          </a:stretch>
        </p:blipFill>
        <p:spPr>
          <a:xfrm>
            <a:off x="3526059" y="2772348"/>
            <a:ext cx="288000" cy="288000"/>
          </a:xfrm>
          <a:prstGeom prst="rect">
            <a:avLst/>
          </a:prstGeom>
        </p:spPr>
      </p:pic>
      <p:pic>
        <p:nvPicPr>
          <p:cNvPr id="128" name="グラフィックス 127" descr="目 枠線">
            <a:extLst>
              <a:ext uri="{FF2B5EF4-FFF2-40B4-BE49-F238E27FC236}">
                <ns2:creationId id="{737C4817-8D71-2F69-DFD5-6F1642D0EA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7207027" y="1641476"/>
            <a:ext cx="432000" cy="432000"/>
          </a:xfrm>
          <a:prstGeom prst="rect">
            <a:avLst/>
          </a:prstGeom>
        </p:spPr>
      </p:pic>
      <p:pic>
        <p:nvPicPr>
          <p:cNvPr id="142" name="グラフィックス 141" descr="パズルのピース 単色塗りつぶし">
            <a:extLst>
              <a:ext uri="{FF2B5EF4-FFF2-40B4-BE49-F238E27FC236}">
                <ns2:creationId id="{1496E5A8-5A79-19B6-15A3-51E2D515F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592494" y="2666463"/>
            <a:ext cx="360000" cy="360000"/>
          </a:xfrm>
          <a:prstGeom prst="rect">
            <a:avLst/>
          </a:prstGeom>
        </p:spPr>
      </p:pic>
      <p:pic>
        <p:nvPicPr>
          <p:cNvPr id="144" name="グラフィックス 143" descr="評価 単色塗りつぶし">
            <a:extLst>
              <a:ext uri="{FF2B5EF4-FFF2-40B4-BE49-F238E27FC236}">
                <ns2:creationId id="{C04FEA69-49A2-C470-6A48-4A6A793A79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592494" y="4499223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ns5:creationId val="1590036966"/>
      </p:ext>
    </p:extLst>
  </p:cSld>
  <p:clrMapOvr>
    <a:masterClrMapping/>
  </p:clrMapOvr>
</p:sld>
</file>

<file path=ppt/slides/slide3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22A3740-7C61-4A5B-F837-08F7DA94AA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グループ化 22">
            <a:extLst>
              <a:ext uri="{FF2B5EF4-FFF2-40B4-BE49-F238E27FC236}">
                <ns2:creationId id="{E8353C21-CCBC-1601-E6A9-B816DD4F8BE0}"/>
              </a:ext>
            </a:extLst>
          </p:cNvPr>
          <p:cNvGrpSpPr/>
          <p:nvPr/>
        </p:nvGrpSpPr>
        <p:grpSpPr>
          <a:xfrm>
            <a:off x="341470" y="996934"/>
            <a:ext cx="11515568" cy="1010912"/>
            <a:chOff x="341470" y="996933"/>
            <a:chExt cx="11515568" cy="1173605"/>
          </a:xfrm>
        </p:grpSpPr>
        <p:sp>
          <p:nvSpPr>
            <p:cNvPr id="6" name="正方形/長方形 62">
              <a:extLst>
                <a:ext uri="{FF2B5EF4-FFF2-40B4-BE49-F238E27FC236}">
                  <ns2:creationId id="{65680FFF-DDF8-4BE8-833A-81773A2C64E5}"/>
                </a:ext>
              </a:extLst>
            </p:cNvPr>
            <p:cNvSpPr/>
            <p:nvPr/>
          </p:nvSpPr>
          <p:spPr>
            <a:xfrm>
              <a:off x="341470" y="1018608"/>
              <a:ext cx="1433990" cy="115193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077A8D53-C670-66A9-E19D-F2BA71ACA0A9}"/>
                </a:ext>
              </a:extLst>
            </p:cNvPr>
            <p:cNvGrpSpPr/>
            <p:nvPr/>
          </p:nvGrpSpPr>
          <p:grpSpPr>
            <a:xfrm>
              <a:off x="1908285" y="1030921"/>
              <a:ext cx="2387570" cy="1130870"/>
              <a:chOff x="341469" y="1509170"/>
              <a:chExt cx="2387570" cy="792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93691333-CD9C-909B-E512-ADEB8E8A44F1}"/>
                  </a:ext>
                </a:extLst>
              </p:cNvPr>
              <p:cNvSpPr/>
              <p:nvPr/>
            </p:nvSpPr>
            <p:spPr>
              <a:xfrm>
                <a:off x="341469" y="1509170"/>
                <a:ext cx="2387570" cy="792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302CC590-BC43-4792-9B3D-7E5BE5F35BB7}"/>
                  </a:ext>
                </a:extLst>
              </p:cNvPr>
              <p:cNvSpPr txBox="1"/>
              <p:nvPr/>
            </p:nvSpPr>
            <p:spPr>
              <a:xfrm>
                <a:off x="967118" y="15676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B0DF0C48-4AF6-DC2E-F15F-8814138AA88F}"/>
                  </a:ext>
                </a:extLst>
              </p:cNvPr>
              <p:cNvSpPr txBox="1"/>
              <p:nvPr/>
            </p:nvSpPr>
            <p:spPr>
              <a:xfrm>
                <a:off x="967118" y="181201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ED442C9A-6F54-A160-1554-6B652DF9F719}"/>
                  </a:ext>
                </a:extLst>
              </p:cNvPr>
              <p:cNvSpPr txBox="1"/>
              <p:nvPr/>
            </p:nvSpPr>
            <p:spPr>
              <a:xfrm>
                <a:off x="967118" y="2056335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D61FE34D-F568-B917-2E5E-BF68BD50AF04}"/>
                  </a:ext>
                </a:extLst>
              </p:cNvPr>
              <p:cNvSpPr/>
              <p:nvPr/>
            </p:nvSpPr>
            <p:spPr>
              <a:xfrm>
                <a:off x="412321" y="1552848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7D073F0C-F7FD-C6B4-F945-5F9CCA31A67D}"/>
                  </a:ext>
                </a:extLst>
              </p:cNvPr>
              <p:cNvSpPr/>
              <p:nvPr/>
            </p:nvSpPr>
            <p:spPr>
              <a:xfrm>
                <a:off x="412321" y="17971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8E75A75-7782-845B-539D-2CF010C09FF8}"/>
                  </a:ext>
                </a:extLst>
              </p:cNvPr>
              <p:cNvSpPr/>
              <p:nvPr/>
            </p:nvSpPr>
            <p:spPr>
              <a:xfrm>
                <a:off x="412321" y="2041493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DE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8EE8D84B-2BA1-7D75-714B-86444F46F41A}"/>
                </a:ext>
              </a:extLst>
            </p:cNvPr>
            <p:cNvGrpSpPr/>
            <p:nvPr/>
          </p:nvGrpSpPr>
          <p:grpSpPr>
            <a:xfrm>
              <a:off x="4428680" y="1019302"/>
              <a:ext cx="2387570" cy="546337"/>
              <a:chOff x="341469" y="2359732"/>
              <a:chExt cx="2387570" cy="546337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DA79ED39-B56C-206C-D5EE-31D8A9872F2B}"/>
                  </a:ext>
                </a:extLst>
              </p:cNvPr>
              <p:cNvSpPr/>
              <p:nvPr/>
            </p:nvSpPr>
            <p:spPr>
              <a:xfrm>
                <a:off x="341469" y="2359732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E850B750-5353-4E70-97CD-20C217A5ADCE}"/>
                  </a:ext>
                </a:extLst>
              </p:cNvPr>
              <p:cNvSpPr txBox="1"/>
              <p:nvPr/>
            </p:nvSpPr>
            <p:spPr>
              <a:xfrm>
                <a:off x="967118" y="2568639"/>
                <a:ext cx="1750331" cy="128524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D3D7F9E4-E729-47C1-42E7-5C5F09B1AC99}"/>
                  </a:ext>
                </a:extLst>
              </p:cNvPr>
              <p:cNvSpPr/>
              <p:nvPr/>
            </p:nvSpPr>
            <p:spPr>
              <a:xfrm>
                <a:off x="412321" y="2381846"/>
                <a:ext cx="614267" cy="14900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BCB142A1-AD2C-E301-BCBB-F326DCD8DDAE}"/>
                  </a:ext>
                </a:extLst>
              </p:cNvPr>
              <p:cNvSpPr/>
              <p:nvPr/>
            </p:nvSpPr>
            <p:spPr>
              <a:xfrm>
                <a:off x="412321" y="2392447"/>
                <a:ext cx="614267" cy="480907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B9CFC57B-9BD1-8B28-793E-0DA328B4B896}"/>
                </a:ext>
              </a:extLst>
            </p:cNvPr>
            <p:cNvGrpSpPr/>
            <p:nvPr/>
          </p:nvGrpSpPr>
          <p:grpSpPr>
            <a:xfrm>
              <a:off x="6949074" y="1001387"/>
              <a:ext cx="2387570" cy="1169151"/>
              <a:chOff x="341469" y="3569530"/>
              <a:chExt cx="2387570" cy="1013849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3F5E6D8C-F842-3142-07B0-1E1155F835BA}"/>
                  </a:ext>
                </a:extLst>
              </p:cNvPr>
              <p:cNvSpPr/>
              <p:nvPr/>
            </p:nvSpPr>
            <p:spPr>
              <a:xfrm>
                <a:off x="341469" y="3569530"/>
                <a:ext cx="2387570" cy="101384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EC0367FF-165C-C0F7-2124-86AEEBD84436}"/>
                  </a:ext>
                </a:extLst>
              </p:cNvPr>
              <p:cNvSpPr txBox="1"/>
              <p:nvPr/>
            </p:nvSpPr>
            <p:spPr>
              <a:xfrm>
                <a:off x="967118" y="372369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B4EDA750-3274-FC2E-4F64-5E96EB43002F}"/>
                  </a:ext>
                </a:extLst>
              </p:cNvPr>
              <p:cNvSpPr txBox="1"/>
              <p:nvPr/>
            </p:nvSpPr>
            <p:spPr>
              <a:xfrm>
                <a:off x="967118" y="406773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11D5C93D-643C-8B9D-6F9B-9DFB3BB8FA5D}"/>
                  </a:ext>
                </a:extLst>
              </p:cNvPr>
              <p:cNvSpPr txBox="1"/>
              <p:nvPr/>
            </p:nvSpPr>
            <p:spPr>
              <a:xfrm>
                <a:off x="967118" y="4312059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F58ACF5-B2F3-000A-354C-E36ACF1BC7DF}"/>
                  </a:ext>
                </a:extLst>
              </p:cNvPr>
              <p:cNvSpPr/>
              <p:nvPr/>
            </p:nvSpPr>
            <p:spPr>
              <a:xfrm>
                <a:off x="412321" y="3613209"/>
                <a:ext cx="614267" cy="40728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DCA73E9-73B1-2E73-6EDF-E5EE64741748}"/>
                  </a:ext>
                </a:extLst>
              </p:cNvPr>
              <p:cNvSpPr/>
              <p:nvPr/>
            </p:nvSpPr>
            <p:spPr>
              <a:xfrm>
                <a:off x="412321" y="4052894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2E94769-1D47-0ADB-6698-A7015AB9F95D}"/>
                  </a:ext>
                </a:extLst>
              </p:cNvPr>
              <p:cNvSpPr/>
              <p:nvPr/>
            </p:nvSpPr>
            <p:spPr>
              <a:xfrm>
                <a:off x="412321" y="429721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3CB47028-E594-6F83-0134-60F07FC42E7A}"/>
                </a:ext>
              </a:extLst>
            </p:cNvPr>
            <p:cNvGrpSpPr/>
            <p:nvPr/>
          </p:nvGrpSpPr>
          <p:grpSpPr>
            <a:xfrm>
              <a:off x="9469468" y="996933"/>
              <a:ext cx="2387570" cy="1169151"/>
              <a:chOff x="341469" y="4641943"/>
              <a:chExt cx="2387570" cy="1059467"/>
            </a:xfrm>
          </p:grpSpPr>
          <p:sp>
            <p:nvSpPr>
              <p:cNvPr id="74" name="正方形/長方形 73">
                <a:extLst>
                  <a:ext uri="{FF2B5EF4-FFF2-40B4-BE49-F238E27FC236}">
                    <ns2:creationId id="{8E9EB4F9-B39F-10AF-F4F0-BDA4D7AA3A65}"/>
                  </a:ext>
                </a:extLst>
              </p:cNvPr>
              <p:cNvSpPr/>
              <p:nvPr/>
            </p:nvSpPr>
            <p:spPr>
              <a:xfrm>
                <a:off x="341469" y="4641943"/>
                <a:ext cx="2387570" cy="105946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9" name="テキスト ボックス 78">
                <a:extLst>
                  <a:ext uri="{FF2B5EF4-FFF2-40B4-BE49-F238E27FC236}">
                    <ns2:creationId id="{3A66D12B-34E9-9DD7-9BCB-9C187CC912C2}"/>
                  </a:ext>
                </a:extLst>
              </p:cNvPr>
              <p:cNvSpPr txBox="1"/>
              <p:nvPr/>
            </p:nvSpPr>
            <p:spPr>
              <a:xfrm>
                <a:off x="967118" y="470386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22EA212D-6EC2-52E2-7753-1CE6657B5E91}"/>
                  </a:ext>
                </a:extLst>
              </p:cNvPr>
              <p:cNvSpPr txBox="1"/>
              <p:nvPr/>
            </p:nvSpPr>
            <p:spPr>
              <a:xfrm>
                <a:off x="967118" y="49481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Ins="72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PDF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1" name="テキスト ボックス 80">
                <a:extLst>
                  <a:ext uri="{FF2B5EF4-FFF2-40B4-BE49-F238E27FC236}">
                    <ns2:creationId id="{76DA1D70-7EB6-E770-97DA-7113E18EA5A3}"/>
                  </a:ext>
                </a:extLst>
              </p:cNvPr>
              <p:cNvSpPr txBox="1"/>
              <p:nvPr/>
            </p:nvSpPr>
            <p:spPr>
              <a:xfrm>
                <a:off x="967118" y="519251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Excel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テキスト ボックス 82">
                <a:extLst>
                  <a:ext uri="{FF2B5EF4-FFF2-40B4-BE49-F238E27FC236}">
                    <ns2:creationId id="{D9094260-2E38-0B45-A000-98B2196FBBC1}"/>
                  </a:ext>
                </a:extLst>
              </p:cNvPr>
              <p:cNvSpPr txBox="1"/>
              <p:nvPr/>
            </p:nvSpPr>
            <p:spPr>
              <a:xfrm>
                <a:off x="967118" y="543409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78BA932-9757-29D4-C00A-0774C06BD079}"/>
                  </a:ext>
                </a:extLst>
              </p:cNvPr>
              <p:cNvSpPr/>
              <p:nvPr/>
            </p:nvSpPr>
            <p:spPr>
              <a:xfrm>
                <a:off x="412321" y="4689025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24275CE1-B259-E116-01E8-6CA9A6F998DF}"/>
                  </a:ext>
                </a:extLst>
              </p:cNvPr>
              <p:cNvSpPr/>
              <p:nvPr/>
            </p:nvSpPr>
            <p:spPr>
              <a:xfrm>
                <a:off x="412321" y="493334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2C685189-FFA0-D17B-5483-3B78605F3021}"/>
                  </a:ext>
                </a:extLst>
              </p:cNvPr>
              <p:cNvSpPr/>
              <p:nvPr/>
            </p:nvSpPr>
            <p:spPr>
              <a:xfrm>
                <a:off x="412321" y="51776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1CEB737-6DE7-D474-8F12-059C73A60DB8}"/>
                  </a:ext>
                </a:extLst>
              </p:cNvPr>
              <p:cNvSpPr/>
              <p:nvPr/>
            </p:nvSpPr>
            <p:spPr>
              <a:xfrm>
                <a:off x="412321" y="541925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1F88BF84-AEE0-EC30-2F70-CBC688B01EE9}"/>
                </a:ext>
              </a:extLst>
            </p:cNvPr>
            <p:cNvGrpSpPr/>
            <p:nvPr/>
          </p:nvGrpSpPr>
          <p:grpSpPr>
            <a:xfrm>
              <a:off x="4428680" y="1624201"/>
              <a:ext cx="2387570" cy="546337"/>
              <a:chOff x="341469" y="2964631"/>
              <a:chExt cx="2387570" cy="546337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FC04A50-BA8B-EABE-9277-B0D07E73C5D9}"/>
                  </a:ext>
                </a:extLst>
              </p:cNvPr>
              <p:cNvSpPr/>
              <p:nvPr/>
            </p:nvSpPr>
            <p:spPr>
              <a:xfrm>
                <a:off x="341469" y="2964631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A0567C09-271C-15B0-E248-6CF139679C9E}"/>
                  </a:ext>
                </a:extLst>
              </p:cNvPr>
              <p:cNvSpPr txBox="1"/>
              <p:nvPr/>
            </p:nvSpPr>
            <p:spPr>
              <a:xfrm>
                <a:off x="967118" y="3085391"/>
                <a:ext cx="1750331" cy="304817"/>
              </a:xfrm>
              <a:prstGeom prst="rect">
                <a:avLst/>
              </a:prstGeom>
              <a:noFill/>
            </p:spPr>
            <p:txBody>
              <a:bodyPr wrap="square" rIns="36000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F99A3EB-23EA-9A2E-1D1A-307671B91B4E}"/>
                  </a:ext>
                </a:extLst>
              </p:cNvPr>
              <p:cNvSpPr/>
              <p:nvPr/>
            </p:nvSpPr>
            <p:spPr>
              <a:xfrm>
                <a:off x="412321" y="2994760"/>
                <a:ext cx="614267" cy="48846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0415D81E-FDB2-575A-0B04-7CF912F48B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: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de-DE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" name="グラフィックス 8" descr="世界 単色塗りつぶし">
            <a:extLst>
              <a:ext uri="{FF2B5EF4-FFF2-40B4-BE49-F238E27FC236}">
                <ns2:creationId id="{12F92344-2181-BA86-7C94-D833EF29E45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512899" y="1340390"/>
            <a:ext cx="324000" cy="324000"/>
          </a:xfrm>
          <a:prstGeom prst="rect">
            <a:avLst/>
          </a:prstGeom>
        </p:spPr>
      </p:pic>
      <p:sp>
        <p:nvSpPr>
          <p:cNvPr id="162" name="正方形/長方形 161">
            <a:extLst>
              <a:ext uri="{FF2B5EF4-FFF2-40B4-BE49-F238E27FC236}">
                <ns2:creationId id="{3BCBABB2-0060-6309-C8F8-D73A7B844A8B}"/>
              </a:ext>
            </a:extLst>
          </p:cNvPr>
          <p:cNvSpPr/>
          <p:nvPr/>
        </p:nvSpPr>
        <p:spPr>
          <a:xfrm>
            <a:off x="4297724" y="2666730"/>
            <a:ext cx="3489591" cy="2194852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14" name="グループ化 113">
            <a:extLst>
              <a:ext uri="{FF2B5EF4-FFF2-40B4-BE49-F238E27FC236}">
                <ns2:creationId id="{C3AAFA3F-D7AB-277C-E549-9841772B969A}"/>
              </a:ext>
            </a:extLst>
          </p:cNvPr>
          <p:cNvGrpSpPr/>
          <p:nvPr/>
        </p:nvGrpSpPr>
        <p:grpSpPr>
          <a:xfrm>
            <a:off x="4654980" y="2748073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16" name="正方形/長方形 115">
              <a:extLst>
                <a:ext uri="{FF2B5EF4-FFF2-40B4-BE49-F238E27FC236}">
                  <ns2:creationId id="{AE92D8AE-314E-F069-A3C0-AAEF52EEBBDE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0D59881-E80D-1A51-2291-F20AF797C398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19" name="グループ化 118">
            <a:extLst>
              <a:ext uri="{FF2B5EF4-FFF2-40B4-BE49-F238E27FC236}">
                <ns2:creationId id="{2F4BDDC4-CB2B-9122-0E22-72E0E2E197B4}"/>
              </a:ext>
            </a:extLst>
          </p:cNvPr>
          <p:cNvGrpSpPr/>
          <p:nvPr/>
        </p:nvGrpSpPr>
        <p:grpSpPr>
          <a:xfrm>
            <a:off x="4654980" y="3478215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1" name="正方形/長方形 120">
              <a:extLst>
                <a:ext uri="{FF2B5EF4-FFF2-40B4-BE49-F238E27FC236}">
                  <ns2:creationId id="{D076D335-8C2C-22DC-7962-A2CE2953FCDB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ISO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6E144551-2C23-9D0D-7B23-F518BB53E424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「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24" name="グループ化 123">
            <a:extLst>
              <a:ext uri="{FF2B5EF4-FFF2-40B4-BE49-F238E27FC236}">
                <ns2:creationId id="{9282D5CE-0FA4-0DAE-C8BD-EAD904A52F39}"/>
              </a:ext>
            </a:extLst>
          </p:cNvPr>
          <p:cNvGrpSpPr/>
          <p:nvPr/>
        </p:nvGrpSpPr>
        <p:grpSpPr>
          <a:xfrm>
            <a:off x="4654980" y="4208358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6" name="正方形/長方形 125">
              <a:extLst>
                <a:ext uri="{FF2B5EF4-FFF2-40B4-BE49-F238E27FC236}">
                  <ns2:creationId id="{870B609C-1115-82D9-5D01-6F9C35C89BFC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AI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3F6BEF5-7700-C606-1C12-D6BEED9C5EAD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36" name="正方形/長方形 135">
            <a:extLst>
              <a:ext uri="{FF2B5EF4-FFF2-40B4-BE49-F238E27FC236}">
                <ns2:creationId id="{FA4E3E94-CB59-B2F2-42F9-BB42786BCA52}"/>
              </a:ext>
            </a:extLst>
          </p:cNvPr>
          <p:cNvSpPr/>
          <p:nvPr/>
        </p:nvSpPr>
        <p:spPr>
          <a:xfrm>
            <a:off x="4654981" y="5628034"/>
            <a:ext cx="2916000" cy="681639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3" name="正方形/長方形 62">
            <a:extLst>
              <a:ext uri="{FF2B5EF4-FFF2-40B4-BE49-F238E27FC236}">
                <ns2:creationId id="{0BD0AFCB-E8D0-8E38-1380-BC596AAC506E}"/>
              </a:ext>
            </a:extLst>
          </p:cNvPr>
          <p:cNvSpPr/>
          <p:nvPr/>
        </p:nvSpPr>
        <p:spPr>
          <a:xfrm>
            <a:off x="588292" y="2232455"/>
            <a:ext cx="267878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円/楕円 19">
            <a:extLst>
              <a:ext uri="{FF2B5EF4-FFF2-40B4-BE49-F238E27FC236}">
                <ns2:creationId id="{021D8E15-B5DE-FD1D-B196-601995D8C3F1}"/>
              </a:ext>
            </a:extLst>
          </p:cNvPr>
          <p:cNvSpPr/>
          <p:nvPr/>
        </p:nvSpPr>
        <p:spPr>
          <a:xfrm>
            <a:off x="341469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正方形/長方形 85">
            <a:extLst>
              <a:ext uri="{FF2B5EF4-FFF2-40B4-BE49-F238E27FC236}">
                <ns2:creationId id="{58C3D4C9-C70F-C9F6-DDA8-21D3FF1B8D46}"/>
              </a:ext>
            </a:extLst>
          </p:cNvPr>
          <p:cNvSpPr/>
          <p:nvPr/>
        </p:nvSpPr>
        <p:spPr>
          <a:xfrm>
            <a:off x="341471" y="2922681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E3502063-9D4D-0977-0C2F-7F6583007386}"/>
              </a:ext>
            </a:extLst>
          </p:cNvPr>
          <p:cNvSpPr/>
          <p:nvPr/>
        </p:nvSpPr>
        <p:spPr>
          <a:xfrm>
            <a:off x="341470" y="2712475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1" name="グラフィックス 90" descr="データベース 単色塗りつぶし">
            <a:extLst>
              <a:ext uri="{FF2B5EF4-FFF2-40B4-BE49-F238E27FC236}">
                <ns2:creationId id="{5E040930-46DC-90F3-AAB8-C2FBF509AD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2712475"/>
            <a:ext cx="210207" cy="210207"/>
          </a:xfrm>
          <a:prstGeom prst="rect">
            <a:avLst/>
          </a:prstGeom>
        </p:spPr>
      </p:pic>
      <p:sp>
        <p:nvSpPr>
          <p:cNvPr id="96" name="正方形/長方形 95">
            <a:extLst>
              <a:ext uri="{FF2B5EF4-FFF2-40B4-BE49-F238E27FC236}">
                <ns2:creationId id="{D04677F9-D684-117B-92A5-8350F9AA634F}"/>
              </a:ext>
            </a:extLst>
          </p:cNvPr>
          <p:cNvSpPr/>
          <p:nvPr/>
        </p:nvSpPr>
        <p:spPr>
          <a:xfrm>
            <a:off x="341471" y="3652824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97" name="正方形/長方形 96">
            <a:extLst>
              <a:ext uri="{FF2B5EF4-FFF2-40B4-BE49-F238E27FC236}">
                <ns2:creationId id="{221288BB-DFE0-BD94-2005-5A6A0028BAA9}"/>
              </a:ext>
            </a:extLst>
          </p:cNvPr>
          <p:cNvSpPr/>
          <p:nvPr/>
        </p:nvSpPr>
        <p:spPr>
          <a:xfrm>
            <a:off x="341470" y="3442618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5" name="グラフィックス 94">
            <a:extLst>
              <a:ext uri="{FF2B5EF4-FFF2-40B4-BE49-F238E27FC236}">
                <ns2:creationId id="{269B0860-D629-08A7-2BF6-726DA38D33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3442618"/>
            <a:ext cx="210207" cy="210207"/>
          </a:xfrm>
          <a:prstGeom prst="rect">
            <a:avLst/>
          </a:prstGeom>
        </p:spPr>
      </p:pic>
      <p:sp>
        <p:nvSpPr>
          <p:cNvPr id="101" name="正方形/長方形 100">
            <a:extLst>
              <a:ext uri="{FF2B5EF4-FFF2-40B4-BE49-F238E27FC236}">
                <ns2:creationId id="{0EEDB8BC-0C8A-FDE2-C727-42AEFE988683}"/>
              </a:ext>
            </a:extLst>
          </p:cNvPr>
          <p:cNvSpPr/>
          <p:nvPr/>
        </p:nvSpPr>
        <p:spPr>
          <a:xfrm>
            <a:off x="341471" y="4382966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2" name="正方形/長方形 101">
            <a:extLst>
              <a:ext uri="{FF2B5EF4-FFF2-40B4-BE49-F238E27FC236}">
                <ns2:creationId id="{0A3F2BBA-1180-E3BE-DD64-4D986D5903CC}"/>
              </a:ext>
            </a:extLst>
          </p:cNvPr>
          <p:cNvSpPr/>
          <p:nvPr/>
        </p:nvSpPr>
        <p:spPr>
          <a:xfrm>
            <a:off x="341470" y="4172760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0" name="グラフィックス 99">
            <a:extLst>
              <a:ext uri="{FF2B5EF4-FFF2-40B4-BE49-F238E27FC236}">
                <ns2:creationId id="{4E3C2C18-50BB-BD33-898F-894851AD39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172761"/>
            <a:ext cx="210207" cy="210207"/>
          </a:xfrm>
          <a:prstGeom prst="rect">
            <a:avLst/>
          </a:prstGeom>
        </p:spPr>
      </p:pic>
      <p:sp>
        <p:nvSpPr>
          <p:cNvPr id="106" name="正方形/長方形 105">
            <a:extLst>
              <a:ext uri="{FF2B5EF4-FFF2-40B4-BE49-F238E27FC236}">
                <ns2:creationId id="{E05BB8AB-86B9-95A4-8743-8CE45982B4EA}"/>
              </a:ext>
            </a:extLst>
          </p:cNvPr>
          <p:cNvSpPr/>
          <p:nvPr/>
        </p:nvSpPr>
        <p:spPr>
          <a:xfrm>
            <a:off x="341471" y="5113109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235DDDA2-3563-2593-F37B-459FF3B2F365}"/>
              </a:ext>
            </a:extLst>
          </p:cNvPr>
          <p:cNvSpPr/>
          <p:nvPr/>
        </p:nvSpPr>
        <p:spPr>
          <a:xfrm>
            <a:off x="341470" y="4902903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5" name="グラフィックス 104">
            <a:extLst>
              <a:ext uri="{FF2B5EF4-FFF2-40B4-BE49-F238E27FC236}">
                <ns2:creationId id="{16531C69-07E6-6CE9-FC8A-5A9C2203E7E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902904"/>
            <a:ext cx="210207" cy="210207"/>
          </a:xfrm>
          <a:prstGeom prst="rect">
            <a:avLst/>
          </a:prstGeom>
        </p:spPr>
      </p:pic>
      <p:sp>
        <p:nvSpPr>
          <p:cNvPr id="111" name="正方形/長方形 110">
            <a:extLst>
              <a:ext uri="{FF2B5EF4-FFF2-40B4-BE49-F238E27FC236}">
                <ns2:creationId id="{0EDB74FD-448C-D468-7868-AFC27DBA5C7D}"/>
              </a:ext>
            </a:extLst>
          </p:cNvPr>
          <p:cNvSpPr/>
          <p:nvPr/>
        </p:nvSpPr>
        <p:spPr>
          <a:xfrm>
            <a:off x="341471" y="5843252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PDF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ns2:creationId id="{1439BABC-5257-8204-AB29-ACF1A103B788}"/>
              </a:ext>
            </a:extLst>
          </p:cNvPr>
          <p:cNvSpPr/>
          <p:nvPr/>
        </p:nvSpPr>
        <p:spPr>
          <a:xfrm>
            <a:off x="341470" y="5633046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1999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10" name="グラフィックス 109" descr="フォルダー 単色塗りつぶし">
            <a:extLst>
              <a:ext uri="{FF2B5EF4-FFF2-40B4-BE49-F238E27FC236}">
                <ns2:creationId id="{778B68D2-0690-B13C-D00D-9CEDA5C01F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/>
        </p:blipFill>
        <p:spPr>
          <a:xfrm>
            <a:off x="819579" y="5633046"/>
            <a:ext cx="210207" cy="210207"/>
          </a:xfrm>
          <a:prstGeom prst="rect">
            <a:avLst/>
          </a:prstGeom>
        </p:spPr>
      </p:pic>
      <p:sp>
        <p:nvSpPr>
          <p:cNvPr id="18" name="正方形/長方形 62">
            <a:extLst>
              <a:ext uri="{FF2B5EF4-FFF2-40B4-BE49-F238E27FC236}">
                <ns2:creationId id="{9F33F29F-6516-A8B7-9E9E-A68C2CF52B96}"/>
              </a:ext>
            </a:extLst>
          </p:cNvPr>
          <p:cNvSpPr/>
          <p:nvPr/>
        </p:nvSpPr>
        <p:spPr>
          <a:xfrm>
            <a:off x="8789064" y="2232455"/>
            <a:ext cx="305096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円/楕円 21">
            <a:extLst>
              <a:ext uri="{FF2B5EF4-FFF2-40B4-BE49-F238E27FC236}">
                <ns2:creationId id="{FFADEB1F-F894-1C26-3F36-860805B00E8D}"/>
              </a:ext>
            </a:extLst>
          </p:cNvPr>
          <p:cNvSpPr/>
          <p:nvPr/>
        </p:nvSpPr>
        <p:spPr>
          <a:xfrm>
            <a:off x="8542240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DC2DFB75-6473-0572-5DF8-334AD508E334}"/>
              </a:ext>
            </a:extLst>
          </p:cNvPr>
          <p:cNvSpPr/>
          <p:nvPr/>
        </p:nvSpPr>
        <p:spPr>
          <a:xfrm>
            <a:off x="8924027" y="2704040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4" name="円/楕円 143">
            <a:extLst>
              <a:ext uri="{FF2B5EF4-FFF2-40B4-BE49-F238E27FC236}">
                <ns2:creationId id="{06E0FB80-9147-0EF2-F70B-F30A7826D1F9}"/>
              </a:ext>
            </a:extLst>
          </p:cNvPr>
          <p:cNvSpPr/>
          <p:nvPr/>
        </p:nvSpPr>
        <p:spPr>
          <a:xfrm>
            <a:off x="8732608" y="2673468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54728C7F-999C-C156-DD56-4A711A2A59F5}"/>
              </a:ext>
            </a:extLst>
          </p:cNvPr>
          <p:cNvSpPr/>
          <p:nvPr/>
        </p:nvSpPr>
        <p:spPr>
          <a:xfrm>
            <a:off x="8924027" y="343926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6" name="円/楕円 145">
            <a:extLst>
              <a:ext uri="{FF2B5EF4-FFF2-40B4-BE49-F238E27FC236}">
                <ns2:creationId id="{BDF4AE63-07E0-89F7-C809-5997DDD32217}"/>
              </a:ext>
            </a:extLst>
          </p:cNvPr>
          <p:cNvSpPr/>
          <p:nvPr/>
        </p:nvSpPr>
        <p:spPr>
          <a:xfrm>
            <a:off x="8732608" y="340869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BFABF9A7-5CC6-BE9A-CA79-A51480FC1EC0}"/>
              </a:ext>
            </a:extLst>
          </p:cNvPr>
          <p:cNvSpPr/>
          <p:nvPr/>
        </p:nvSpPr>
        <p:spPr>
          <a:xfrm>
            <a:off x="8924027" y="416453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8" name="円/楕円 147">
            <a:extLst>
              <a:ext uri="{FF2B5EF4-FFF2-40B4-BE49-F238E27FC236}">
                <ns2:creationId id="{4AA2A5D4-B26E-2009-7216-D3FE5A371740}"/>
              </a:ext>
            </a:extLst>
          </p:cNvPr>
          <p:cNvSpPr/>
          <p:nvPr/>
        </p:nvSpPr>
        <p:spPr>
          <a:xfrm>
            <a:off x="8732608" y="413396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50" name="グラフィックス 149" descr="バッジ: チェックマーク 単色塗りつぶし">
            <a:extLst>
              <a:ext uri="{FF2B5EF4-FFF2-40B4-BE49-F238E27FC236}">
                <ns2:creationId id="{0DACF7BA-AD5B-4F18-5B81-ABAC89935D20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1497038" y="4473363"/>
            <a:ext cx="360000" cy="360000"/>
          </a:xfrm>
          <a:prstGeom prst="rect">
            <a:avLst/>
          </a:prstGeom>
        </p:spPr>
      </p:pic>
      <p:pic>
        <p:nvPicPr>
          <p:cNvPr id="152" name="グラフィックス 151" descr="在庫検索 単色塗りつぶし">
            <a:extLst>
              <a:ext uri="{FF2B5EF4-FFF2-40B4-BE49-F238E27FC236}">
                <ns2:creationId id="{95935066-45DB-B764-FDFE-CF1D909D83D6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497038" y="3748093"/>
            <a:ext cx="360000" cy="360000"/>
          </a:xfrm>
          <a:prstGeom prst="rect">
            <a:avLst/>
          </a:prstGeom>
        </p:spPr>
      </p:pic>
      <p:pic>
        <p:nvPicPr>
          <p:cNvPr id="154" name="グラフィックス 153" descr="小槌 単色塗りつぶし">
            <a:extLst>
              <a:ext uri="{FF2B5EF4-FFF2-40B4-BE49-F238E27FC236}">
                <ns2:creationId id="{7CB9AFFC-F1EE-AEE7-766A-5713AB43F43C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1497038" y="3012870"/>
            <a:ext cx="360000" cy="36000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A6E9F4C4-1B60-3786-C8E0-8AECF2FB19C6}"/>
              </a:ext>
            </a:extLst>
          </p:cNvPr>
          <p:cNvGrpSpPr/>
          <p:nvPr/>
        </p:nvGrpSpPr>
        <p:grpSpPr>
          <a:xfrm>
            <a:off x="3973780" y="2232455"/>
            <a:ext cx="3891913" cy="331801"/>
            <a:chOff x="3895402" y="2232455"/>
            <a:chExt cx="3891913" cy="331801"/>
          </a:xfrm>
        </p:grpSpPr>
        <p:sp>
          <p:nvSpPr>
            <p:cNvPr id="15" name="正方形/長方形 62">
              <a:extLst>
                <a:ext uri="{FF2B5EF4-FFF2-40B4-BE49-F238E27FC236}">
                  <ns2:creationId id="{B8559815-9184-4756-98FE-15F4B7EEC8E1}"/>
                </a:ext>
              </a:extLst>
            </p:cNvPr>
            <p:cNvSpPr/>
            <p:nvPr/>
          </p:nvSpPr>
          <p:spPr>
            <a:xfrm>
              <a:off x="4085183" y="2232455"/>
              <a:ext cx="3702132" cy="33180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" name="円/楕円 20">
              <a:extLst>
                <a:ext uri="{FF2B5EF4-FFF2-40B4-BE49-F238E27FC236}">
                  <ns2:creationId id="{17AA52FB-FCFB-738B-F498-6D65E74C75F8}"/>
                </a:ext>
              </a:extLst>
            </p:cNvPr>
            <p:cNvSpPr/>
            <p:nvPr/>
          </p:nvSpPr>
          <p:spPr>
            <a:xfrm>
              <a:off x="3895402" y="2244224"/>
              <a:ext cx="288000" cy="288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de-DE" altLang="ja-DE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68" name="グループ化 167">
            <a:extLst>
              <a:ext uri="{FF2B5EF4-FFF2-40B4-BE49-F238E27FC236}">
                <ns2:creationId id="{2317A539-DAB2-7BC6-0327-F3A9E2EE038A}"/>
              </a:ext>
            </a:extLst>
          </p:cNvPr>
          <p:cNvGrpSpPr/>
          <p:nvPr/>
        </p:nvGrpSpPr>
        <p:grpSpPr>
          <a:xfrm>
            <a:off x="4125050" y="2599590"/>
            <a:ext cx="396000" cy="396000"/>
            <a:chOff x="5788290" y="2831351"/>
            <a:chExt cx="650132" cy="650132"/>
          </a:xfrm>
        </p:grpSpPr>
        <p:sp>
          <p:nvSpPr>
            <p:cNvPr id="167" name="円/楕円 166">
              <a:extLst>
                <a:ext uri="{FF2B5EF4-FFF2-40B4-BE49-F238E27FC236}">
                  <ns2:creationId id="{8E1BF2D4-54E1-1D8B-71BF-20E21CAF6058}"/>
                </a:ext>
              </a:extLst>
            </p:cNvPr>
            <p:cNvSpPr/>
            <p:nvPr/>
          </p:nvSpPr>
          <p:spPr>
            <a:xfrm>
              <a:off x="5788290" y="2831351"/>
              <a:ext cx="650132" cy="65013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164" name="グラフィックス 163" descr="同期中のクラウド 単色塗りつぶし">
              <a:extLst>
                <a:ext uri="{FF2B5EF4-FFF2-40B4-BE49-F238E27FC236}">
                  <ns2:creationId id="{0E4FC906-1E62-4CC5-B60B-BF4AF29065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866674" y="2909736"/>
              <a:ext cx="493363" cy="493363"/>
            </a:xfrm>
            <a:prstGeom prst="rect">
              <a:avLst/>
            </a:prstGeom>
          </p:spPr>
        </p:pic>
      </p:grpSp>
      <p:sp>
        <p:nvSpPr>
          <p:cNvPr id="183" name="三角形 182">
            <a:extLst>
              <a:ext uri="{FF2B5EF4-FFF2-40B4-BE49-F238E27FC236}">
                <ns2:creationId id="{20ED5DEE-D937-B4CF-9B09-12FAD09C7189}"/>
              </a:ext>
            </a:extLst>
          </p:cNvPr>
          <p:cNvSpPr/>
          <p:nvPr/>
        </p:nvSpPr>
        <p:spPr>
          <a:xfrm rot="5400000">
            <a:off x="7229151" y="3522660"/>
            <a:ext cx="2242641" cy="466841"/>
          </a:xfrm>
          <a:prstGeom prst="triangle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テキスト ボックス 183">
            <a:extLst>
              <a:ext uri="{FF2B5EF4-FFF2-40B4-BE49-F238E27FC236}">
                <ns2:creationId id="{C4130940-E4E2-9F89-4227-62A9F8497284}"/>
              </a:ext>
            </a:extLst>
          </p:cNvPr>
          <p:cNvSpPr txBox="1"/>
          <p:nvPr/>
        </p:nvSpPr>
        <p:spPr>
          <a:xfrm>
            <a:off x="8629675" y="5175701"/>
            <a:ext cx="1920719" cy="52322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186" name="カギ線コネクタ 185">
            <a:extLst>
              <a:ext uri="{FF2B5EF4-FFF2-40B4-BE49-F238E27FC236}">
                <ns2:creationId id="{8B09ECBF-F02F-1EA0-9BCD-2D139BBA739F}"/>
              </a:ext>
            </a:extLst>
          </p:cNvPr>
          <p:cNvCxnSpPr>
            <a:cxnSpLocks/>
            <a:stCxn id="183" idx="5"/>
            <a:endCxn id="184" idx="1"/>
          </p:cNvCxnSpPr>
          <p:nvPr/>
        </p:nvCxnSpPr>
        <p:spPr>
          <a:xfrm rot="16200000" flipH="1">
            <a:off x="7929788" y="4737424"/>
            <a:ext cx="1120570" cy="279204"/>
          </a:xfrm>
          <a:prstGeom prst="bentConnector2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D056F58-955C-D8B2-8FEE-39F2E9430405}"/>
              </a:ext>
            </a:extLst>
          </p:cNvPr>
          <p:cNvGrpSpPr/>
          <p:nvPr/>
        </p:nvGrpSpPr>
        <p:grpSpPr>
          <a:xfrm>
            <a:off x="3255619" y="3038321"/>
            <a:ext cx="1389600" cy="3285004"/>
            <a:chOff x="3248144" y="3038321"/>
            <a:chExt cx="1051736" cy="3285004"/>
          </a:xfrm>
        </p:grpSpPr>
        <p:cxnSp>
          <p:nvCxnSpPr>
            <p:cNvPr id="170" name="直線矢印コネクタ 169">
              <a:extLst>
                <a:ext uri="{FF2B5EF4-FFF2-40B4-BE49-F238E27FC236}">
                  <ns2:creationId id="{4C77A7F0-DE60-5637-6340-713480D58C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48144" y="3047530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矢印コネクタ 170">
              <a:extLst>
                <a:ext uri="{FF2B5EF4-FFF2-40B4-BE49-F238E27FC236}">
                  <ns2:creationId id="{8CA5A030-FE5E-A238-8F6F-12F86A1EF3E2}"/>
                </a:ext>
              </a:extLst>
            </p:cNvPr>
            <p:cNvCxnSpPr/>
            <p:nvPr/>
          </p:nvCxnSpPr>
          <p:spPr>
            <a:xfrm flipV="1">
              <a:off x="3248144" y="4507815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矢印コネクタ 171">
              <a:extLst>
                <a:ext uri="{FF2B5EF4-FFF2-40B4-BE49-F238E27FC236}">
                  <ns2:creationId id="{590CE81A-EB7A-8802-DA3F-A5F3130DB35F}"/>
                </a:ext>
              </a:extLst>
            </p:cNvPr>
            <p:cNvCxnSpPr/>
            <p:nvPr/>
          </p:nvCxnSpPr>
          <p:spPr>
            <a:xfrm flipV="1">
              <a:off x="3248144" y="3777672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矢印コネクタ 172">
              <a:extLst>
                <a:ext uri="{FF2B5EF4-FFF2-40B4-BE49-F238E27FC236}">
                  <ns2:creationId id="{478064D2-3A9E-1F2A-5E53-DA0CE8BA7AEB}"/>
                </a:ext>
              </a:extLst>
            </p:cNvPr>
            <p:cNvCxnSpPr>
              <a:cxnSpLocks/>
            </p:cNvCxnSpPr>
            <p:nvPr/>
          </p:nvCxnSpPr>
          <p:spPr>
            <a:xfrm>
              <a:off x="3248144" y="5233911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22570668-66A8-4384-CB1D-091623588EF5}"/>
                </a:ext>
              </a:extLst>
            </p:cNvPr>
            <p:cNvSpPr txBox="1"/>
            <p:nvPr/>
          </p:nvSpPr>
          <p:spPr>
            <a:xfrm>
              <a:off x="3538884" y="3038321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61534D9B-7A32-AD13-1CD3-513CC4557371}"/>
                </a:ext>
              </a:extLst>
            </p:cNvPr>
            <p:cNvSpPr txBox="1"/>
            <p:nvPr/>
          </p:nvSpPr>
          <p:spPr>
            <a:xfrm>
              <a:off x="3525714" y="3777672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072DE9FF-9E66-08DF-39C0-B20A324CC843}"/>
                </a:ext>
              </a:extLst>
            </p:cNvPr>
            <p:cNvSpPr txBox="1"/>
            <p:nvPr/>
          </p:nvSpPr>
          <p:spPr>
            <a:xfrm>
              <a:off x="3538884" y="4503767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2E7389C2-AF9A-4AF4-298B-3234842690BF}"/>
                </a:ext>
              </a:extLst>
            </p:cNvPr>
            <p:cNvSpPr txBox="1"/>
            <p:nvPr/>
          </p:nvSpPr>
          <p:spPr>
            <a:xfrm>
              <a:off x="3538884" y="5206228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179" name="直線矢印コネクタ 178">
              <a:extLst>
                <a:ext uri="{FF2B5EF4-FFF2-40B4-BE49-F238E27FC236}">
                  <ns2:creationId id="{261EEE36-ED39-F0D8-767F-DEC9AE3C8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50539" y="5999536"/>
              <a:ext cx="1046947" cy="0"/>
            </a:xfrm>
            <a:prstGeom prst="straightConnector1">
              <a:avLst/>
            </a:prstGeom>
            <a:ln w="3810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テキスト ボックス 179">
              <a:extLst>
                <a:ext uri="{FF2B5EF4-FFF2-40B4-BE49-F238E27FC236}">
                  <ns2:creationId id="{7AA8B471-8463-2CE7-2E1C-7B26FFEABBD6}"/>
                </a:ext>
              </a:extLst>
            </p:cNvPr>
            <p:cNvSpPr txBox="1"/>
            <p:nvPr/>
          </p:nvSpPr>
          <p:spPr>
            <a:xfrm>
              <a:off x="3441192" y="5984771"/>
              <a:ext cx="6919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テキスト ボックス 189">
              <a:extLst>
                <a:ext uri="{FF2B5EF4-FFF2-40B4-BE49-F238E27FC236}">
                  <ns2:creationId id="{F9449D25-6AB6-B7F4-FFF5-306CC0790D4C}"/>
                </a:ext>
              </a:extLst>
            </p:cNvPr>
            <p:cNvSpPr txBox="1"/>
            <p:nvPr/>
          </p:nvSpPr>
          <p:spPr>
            <a:xfrm>
              <a:off x="3430560" y="5623173"/>
              <a:ext cx="7332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DE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/ </a:t>
              </a: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BD923122-53E3-DABF-6252-7DA76A7E2917}"/>
              </a:ext>
            </a:extLst>
          </p:cNvPr>
          <p:cNvGrpSpPr/>
          <p:nvPr/>
        </p:nvGrpSpPr>
        <p:grpSpPr>
          <a:xfrm>
            <a:off x="4654980" y="4888019"/>
            <a:ext cx="2916002" cy="691510"/>
            <a:chOff x="4654980" y="4888019"/>
            <a:chExt cx="2916002" cy="691510"/>
          </a:xfrm>
        </p:grpSpPr>
        <p:sp>
          <p:nvSpPr>
            <p:cNvPr id="131" name="正方形/長方形 130">
              <a:extLst>
                <a:ext uri="{FF2B5EF4-FFF2-40B4-BE49-F238E27FC236}">
                  <ns2:creationId id="{69A7B91C-6270-6AC9-1624-FC412E88118C}"/>
                </a:ext>
              </a:extLst>
            </p:cNvPr>
            <p:cNvSpPr/>
            <p:nvPr/>
          </p:nvSpPr>
          <p:spPr>
            <a:xfrm>
              <a:off x="4661464" y="4888019"/>
              <a:ext cx="2903033" cy="69151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251999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57E2D50B-C2CA-912D-88B5-14B39586C06A}"/>
                </a:ext>
              </a:extLst>
            </p:cNvPr>
            <p:cNvSpPr/>
            <p:nvPr/>
          </p:nvSpPr>
          <p:spPr>
            <a:xfrm>
              <a:off x="4654980" y="5013832"/>
              <a:ext cx="2916001" cy="2102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" name="グラフィックス 2" descr="地球: 南北アメリカ 単色塗りつぶし">
              <a:extLst>
                <a:ext uri="{FF2B5EF4-FFF2-40B4-BE49-F238E27FC236}">
                  <ns2:creationId id="{375F8779-1A4C-6944-6576-1955A6D587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210982" y="521952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78343891"/>
      </p:ext>
    </p:extLst>
  </p:cSld>
  <p:clrMapOvr>
    <a:masterClrMapping/>
  </p:clrMapOvr>
</p:sld>
</file>

<file path=ppt/slides/slide3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4DEC2A4-9AD7-102A-05DB-DA8EC01F7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線矢印コネクタ 1">
            <a:extLst>
              <a:ext uri="{FF2B5EF4-FFF2-40B4-BE49-F238E27FC236}">
                <ns2:creationId id="{7179CF9A-F9B2-63BE-0F1E-A1A830CCD21F}"/>
              </a:ext>
            </a:extLst>
          </p:cNvPr>
          <p:cNvCxnSpPr>
            <a:cxnSpLocks/>
          </p:cNvCxnSpPr>
          <p:nvPr/>
        </p:nvCxnSpPr>
        <p:spPr>
          <a:xfrm>
            <a:off x="2832138" y="426934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正方形/長方形 62">
            <a:extLst>
              <a:ext uri="{FF2B5EF4-FFF2-40B4-BE49-F238E27FC236}">
                <ns2:creationId id="{22A7835E-5275-6D46-0989-DFC7C49ABEED}"/>
              </a:ext>
            </a:extLst>
          </p:cNvPr>
          <p:cNvSpPr/>
          <p:nvPr/>
        </p:nvSpPr>
        <p:spPr>
          <a:xfrm>
            <a:off x="1608138" y="223438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4" name="直線矢印コネクタ 443">
            <a:extLst>
              <a:ext uri="{FF2B5EF4-FFF2-40B4-BE49-F238E27FC236}">
                <ns2:creationId id="{E1C4A854-7A25-A104-2251-1044AC5DC333}"/>
              </a:ext>
            </a:extLst>
          </p:cNvPr>
          <p:cNvCxnSpPr>
            <a:cxnSpLocks/>
            <a:stCxn id="71" idx="3"/>
          </p:cNvCxnSpPr>
          <p:nvPr/>
        </p:nvCxnSpPr>
        <p:spPr>
          <a:xfrm>
            <a:off x="2832138" y="239638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タイトル 1">
            <a:extLst>
              <a:ext uri="{FF2B5EF4-FFF2-40B4-BE49-F238E27FC236}">
                <ns2:creationId id="{3901909A-706E-D079-DEDA-DEBE5FCC9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7" name="テキスト プレースホルダー 2">
            <a:extLst>
              <a:ext uri="{FF2B5EF4-FFF2-40B4-BE49-F238E27FC236}">
                <ns2:creationId id="{651F3151-E13D-8066-FA49-8D02CC53A1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sp>
        <p:nvSpPr>
          <p:cNvPr id="27" name="ホームベース 64">
            <a:extLst>
              <a:ext uri="{FF2B5EF4-FFF2-40B4-BE49-F238E27FC236}">
                <ns2:creationId id="{D6768A9F-B81C-C144-650E-A7ADD623E3A7}"/>
              </a:ext>
            </a:extLst>
          </p:cNvPr>
          <p:cNvSpPr/>
          <p:nvPr/>
        </p:nvSpPr>
        <p:spPr>
          <a:xfrm>
            <a:off x="334963" y="1628775"/>
            <a:ext cx="3780000" cy="553169"/>
          </a:xfrm>
          <a:prstGeom prst="homePlate">
            <a:avLst>
              <a:gd name="adj" fmla="val 18206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9" name="山形 65">
            <a:extLst>
              <a:ext uri="{FF2B5EF4-FFF2-40B4-BE49-F238E27FC236}">
                <ns2:creationId id="{59312F78-A035-30B6-1370-479043BD126E}"/>
              </a:ext>
            </a:extLst>
          </p:cNvPr>
          <p:cNvSpPr/>
          <p:nvPr/>
        </p:nvSpPr>
        <p:spPr>
          <a:xfrm>
            <a:off x="4107250" y="1628775"/>
            <a:ext cx="378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1" name="山形 66">
            <a:extLst>
              <a:ext uri="{FF2B5EF4-FFF2-40B4-BE49-F238E27FC236}">
                <ns2:creationId id="{2463305C-D692-C47C-E86F-06C2D89C827F}"/>
              </a:ext>
            </a:extLst>
          </p:cNvPr>
          <p:cNvSpPr/>
          <p:nvPr/>
        </p:nvSpPr>
        <p:spPr>
          <a:xfrm>
            <a:off x="10427824" y="1628775"/>
            <a:ext cx="144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2" name="山形 65">
            <a:extLst>
              <a:ext uri="{FF2B5EF4-FFF2-40B4-BE49-F238E27FC236}">
                <ns2:creationId id="{2977F93D-F40D-CF88-5B58-314E81C21BD0}"/>
              </a:ext>
            </a:extLst>
          </p:cNvPr>
          <p:cNvSpPr/>
          <p:nvPr/>
        </p:nvSpPr>
        <p:spPr>
          <a:xfrm>
            <a:off x="7879537" y="1628775"/>
            <a:ext cx="2556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3" name="正方形/長方形 62">
            <a:extLst>
              <a:ext uri="{FF2B5EF4-FFF2-40B4-BE49-F238E27FC236}">
                <ns2:creationId id="{3C459D47-389C-03CC-DAE7-5B24836DB7CC}"/>
              </a:ext>
            </a:extLst>
          </p:cNvPr>
          <p:cNvSpPr/>
          <p:nvPr/>
        </p:nvSpPr>
        <p:spPr>
          <a:xfrm>
            <a:off x="334963" y="2234383"/>
            <a:ext cx="1224000" cy="324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62">
            <a:extLst>
              <a:ext uri="{FF2B5EF4-FFF2-40B4-BE49-F238E27FC236}">
                <ns2:creationId id="{480B3C38-9899-2470-3F59-714CB76DC689}"/>
              </a:ext>
            </a:extLst>
          </p:cNvPr>
          <p:cNvSpPr/>
          <p:nvPr/>
        </p:nvSpPr>
        <p:spPr>
          <a:xfrm>
            <a:off x="334963" y="2610427"/>
            <a:ext cx="612000" cy="3708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630235F4-5F99-9326-8575-660F4D2C0A64}"/>
              </a:ext>
            </a:extLst>
          </p:cNvPr>
          <p:cNvSpPr/>
          <p:nvPr/>
        </p:nvSpPr>
        <p:spPr>
          <a:xfrm>
            <a:off x="982963" y="2608975"/>
            <a:ext cx="576000" cy="1080000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62">
            <a:extLst>
              <a:ext uri="{FF2B5EF4-FFF2-40B4-BE49-F238E27FC236}">
                <ns2:creationId id="{C2C3D5D7-688D-8A13-A57F-D2F75B54B16C}"/>
              </a:ext>
            </a:extLst>
          </p:cNvPr>
          <p:cNvSpPr/>
          <p:nvPr/>
        </p:nvSpPr>
        <p:spPr>
          <a:xfrm>
            <a:off x="982963" y="3726118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62">
            <a:extLst>
              <a:ext uri="{FF2B5EF4-FFF2-40B4-BE49-F238E27FC236}">
                <ns2:creationId id="{8304D64E-0C0F-BBAC-2FF9-976C03EC4CF6}"/>
              </a:ext>
            </a:extLst>
          </p:cNvPr>
          <p:cNvSpPr/>
          <p:nvPr/>
        </p:nvSpPr>
        <p:spPr>
          <a:xfrm>
            <a:off x="982963" y="4481935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62">
            <a:extLst>
              <a:ext uri="{FF2B5EF4-FFF2-40B4-BE49-F238E27FC236}">
                <ns2:creationId id="{2A6BE964-2469-94CA-157B-9F182B4787F4}"/>
              </a:ext>
            </a:extLst>
          </p:cNvPr>
          <p:cNvSpPr/>
          <p:nvPr/>
        </p:nvSpPr>
        <p:spPr>
          <a:xfrm>
            <a:off x="982963" y="5231119"/>
            <a:ext cx="576000" cy="32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7" name="正方形/長方形 62">
            <a:extLst>
              <a:ext uri="{FF2B5EF4-FFF2-40B4-BE49-F238E27FC236}">
                <ns2:creationId id="{B7BEA296-5D9C-0344-E427-FBF5A9F255BE}"/>
              </a:ext>
            </a:extLst>
          </p:cNvPr>
          <p:cNvSpPr/>
          <p:nvPr/>
        </p:nvSpPr>
        <p:spPr>
          <a:xfrm>
            <a:off x="982963" y="5598427"/>
            <a:ext cx="576000" cy="720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2" name="正方形/長方形 62">
            <a:extLst>
              <a:ext uri="{FF2B5EF4-FFF2-40B4-BE49-F238E27FC236}">
                <ns2:creationId id="{87C883D6-A592-A894-E099-38000907A24B}"/>
              </a:ext>
            </a:extLst>
          </p:cNvPr>
          <p:cNvSpPr/>
          <p:nvPr/>
        </p:nvSpPr>
        <p:spPr>
          <a:xfrm>
            <a:off x="1608138" y="260897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62">
            <a:extLst>
              <a:ext uri="{FF2B5EF4-FFF2-40B4-BE49-F238E27FC236}">
                <ns2:creationId id="{6F195C17-8EEC-616F-57AC-048949886420}"/>
              </a:ext>
            </a:extLst>
          </p:cNvPr>
          <p:cNvSpPr/>
          <p:nvPr/>
        </p:nvSpPr>
        <p:spPr>
          <a:xfrm>
            <a:off x="1608138" y="298356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62">
            <a:extLst>
              <a:ext uri="{FF2B5EF4-FFF2-40B4-BE49-F238E27FC236}">
                <ns2:creationId id="{2FDE6A75-11FA-6934-9B5B-1FBFF6EC9DA0}"/>
              </a:ext>
            </a:extLst>
          </p:cNvPr>
          <p:cNvSpPr/>
          <p:nvPr/>
        </p:nvSpPr>
        <p:spPr>
          <a:xfrm>
            <a:off x="1608138" y="335815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8" name="正方形/長方形 62">
            <a:extLst>
              <a:ext uri="{FF2B5EF4-FFF2-40B4-BE49-F238E27FC236}">
                <ns2:creationId id="{936FA88A-A5EE-08F5-AAC4-F9E88634166E}"/>
              </a:ext>
            </a:extLst>
          </p:cNvPr>
          <p:cNvSpPr/>
          <p:nvPr/>
        </p:nvSpPr>
        <p:spPr>
          <a:xfrm>
            <a:off x="1608138" y="373275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9" name="正方形/長方形 62">
            <a:extLst>
              <a:ext uri="{FF2B5EF4-FFF2-40B4-BE49-F238E27FC236}">
                <ns2:creationId id="{8114887F-252D-C400-25BD-334D3B67B1A0}"/>
              </a:ext>
            </a:extLst>
          </p:cNvPr>
          <p:cNvSpPr/>
          <p:nvPr/>
        </p:nvSpPr>
        <p:spPr>
          <a:xfrm>
            <a:off x="1608138" y="410734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0" name="正方形/長方形 62">
            <a:extLst>
              <a:ext uri="{FF2B5EF4-FFF2-40B4-BE49-F238E27FC236}">
                <ns2:creationId id="{3D5D983E-7689-4965-B29E-35912423AD26}"/>
              </a:ext>
            </a:extLst>
          </p:cNvPr>
          <p:cNvSpPr/>
          <p:nvPr/>
        </p:nvSpPr>
        <p:spPr>
          <a:xfrm>
            <a:off x="1608138" y="448193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1" name="正方形/長方形 62">
            <a:extLst>
              <a:ext uri="{FF2B5EF4-FFF2-40B4-BE49-F238E27FC236}">
                <ns2:creationId id="{5BB51513-8D6E-50F2-80C6-18552B5E5812}"/>
              </a:ext>
            </a:extLst>
          </p:cNvPr>
          <p:cNvSpPr/>
          <p:nvPr/>
        </p:nvSpPr>
        <p:spPr>
          <a:xfrm>
            <a:off x="1608138" y="48565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3" name="正方形/長方形 62">
            <a:extLst>
              <a:ext uri="{FF2B5EF4-FFF2-40B4-BE49-F238E27FC236}">
                <ns2:creationId id="{0FD37002-006D-CA06-9498-51EA9F789959}"/>
              </a:ext>
            </a:extLst>
          </p:cNvPr>
          <p:cNvSpPr/>
          <p:nvPr/>
        </p:nvSpPr>
        <p:spPr>
          <a:xfrm>
            <a:off x="1608138" y="523111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62">
            <a:extLst>
              <a:ext uri="{FF2B5EF4-FFF2-40B4-BE49-F238E27FC236}">
                <ns2:creationId id="{C1D20CDF-7717-D35B-0CFB-64959157CAF7}"/>
              </a:ext>
            </a:extLst>
          </p:cNvPr>
          <p:cNvSpPr/>
          <p:nvPr/>
        </p:nvSpPr>
        <p:spPr>
          <a:xfrm>
            <a:off x="1608138" y="560571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1" name="正方形/長方形 62">
            <a:extLst>
              <a:ext uri="{FF2B5EF4-FFF2-40B4-BE49-F238E27FC236}">
                <ns2:creationId id="{DAAE4665-3861-15D9-3328-4BA742CBEF17}"/>
              </a:ext>
            </a:extLst>
          </p:cNvPr>
          <p:cNvSpPr/>
          <p:nvPr/>
        </p:nvSpPr>
        <p:spPr>
          <a:xfrm>
            <a:off x="1608138" y="59944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0" name="正方形/長方形 62">
            <a:extLst>
              <a:ext uri="{FF2B5EF4-FFF2-40B4-BE49-F238E27FC236}">
                <ns2:creationId id="{A4C77318-25DA-D4BF-DA4C-EA7B43B09786}"/>
              </a:ext>
            </a:extLst>
          </p:cNvPr>
          <p:cNvSpPr/>
          <p:nvPr/>
        </p:nvSpPr>
        <p:spPr>
          <a:xfrm>
            <a:off x="4107250" y="2558383"/>
            <a:ext cx="3636000" cy="374946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252000" rIns="36000" bIns="3600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9" name="楕円 98">
            <a:extLst>
              <a:ext uri="{FF2B5EF4-FFF2-40B4-BE49-F238E27FC236}">
                <ns2:creationId id="{3392FB16-25A7-AB11-B072-0B2D48D72344}"/>
              </a:ext>
            </a:extLst>
          </p:cNvPr>
          <p:cNvSpPr/>
          <p:nvPr/>
        </p:nvSpPr>
        <p:spPr>
          <a:xfrm>
            <a:off x="4107250" y="2279622"/>
            <a:ext cx="3636000" cy="504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0" name="正方形/長方形 62">
            <a:extLst>
              <a:ext uri="{FF2B5EF4-FFF2-40B4-BE49-F238E27FC236}">
                <ns2:creationId id="{6A172A3E-4784-BA89-D90B-DE55C16DF5A9}"/>
              </a:ext>
            </a:extLst>
          </p:cNvPr>
          <p:cNvSpPr/>
          <p:nvPr/>
        </p:nvSpPr>
        <p:spPr>
          <a:xfrm>
            <a:off x="9430892" y="2234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1" name="正方形/長方形 62">
            <a:extLst>
              <a:ext uri="{FF2B5EF4-FFF2-40B4-BE49-F238E27FC236}">
                <ns2:creationId id="{94187736-F7BE-C0C2-24BF-EF5560E7C27A}"/>
              </a:ext>
            </a:extLst>
          </p:cNvPr>
          <p:cNvSpPr/>
          <p:nvPr/>
        </p:nvSpPr>
        <p:spPr>
          <a:xfrm>
            <a:off x="9430892" y="3350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02" name="正方形/長方形 62">
            <a:extLst>
              <a:ext uri="{FF2B5EF4-FFF2-40B4-BE49-F238E27FC236}">
                <ns2:creationId id="{A8D2A6EA-51EF-3CDF-5324-F5D9C5B6CDE0}"/>
              </a:ext>
            </a:extLst>
          </p:cNvPr>
          <p:cNvSpPr/>
          <p:nvPr/>
        </p:nvSpPr>
        <p:spPr>
          <a:xfrm>
            <a:off x="9430892" y="4466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4" name="正方形/長方形 62">
            <a:extLst>
              <a:ext uri="{FF2B5EF4-FFF2-40B4-BE49-F238E27FC236}">
                <ns2:creationId id="{5886ED74-C5A4-3A97-3C6D-B958D0A4BCBE}"/>
              </a:ext>
            </a:extLst>
          </p:cNvPr>
          <p:cNvSpPr/>
          <p:nvPr/>
        </p:nvSpPr>
        <p:spPr>
          <a:xfrm>
            <a:off x="10427824" y="2234383"/>
            <a:ext cx="1332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6" name="正方形/長方形 62">
            <a:extLst>
              <a:ext uri="{FF2B5EF4-FFF2-40B4-BE49-F238E27FC236}">
                <ns2:creationId id="{02B3A9F7-D286-15B4-A74A-62AED03AF308}"/>
              </a:ext>
            </a:extLst>
          </p:cNvPr>
          <p:cNvSpPr/>
          <p:nvPr/>
        </p:nvSpPr>
        <p:spPr>
          <a:xfrm>
            <a:off x="10427824" y="4790383"/>
            <a:ext cx="1332000" cy="39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8" name="正方形/長方形 62">
            <a:extLst>
              <a:ext uri="{FF2B5EF4-FFF2-40B4-BE49-F238E27FC236}">
                <ns2:creationId id="{1C577A98-65EB-6E07-120C-0A046B2270F3}"/>
              </a:ext>
            </a:extLst>
          </p:cNvPr>
          <p:cNvSpPr/>
          <p:nvPr/>
        </p:nvSpPr>
        <p:spPr>
          <a:xfrm>
            <a:off x="9430892" y="5582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410" name="グラフィックス 409" descr="開いたフォルダー 単色塗りつぶし">
            <a:extLst>
              <a:ext uri="{FF2B5EF4-FFF2-40B4-BE49-F238E27FC236}">
                <ns2:creationId id="{566FE10C-81F1-EC57-BE99-E1C4F9D380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288383"/>
            <a:ext cx="216000" cy="216000"/>
          </a:xfrm>
          <a:prstGeom prst="rect">
            <a:avLst/>
          </a:prstGeom>
        </p:spPr>
      </p:pic>
      <p:pic>
        <p:nvPicPr>
          <p:cNvPr id="412" name="グラフィックス 411" descr="データベース 単色塗りつぶし">
            <a:extLst>
              <a:ext uri="{FF2B5EF4-FFF2-40B4-BE49-F238E27FC236}">
                <ns2:creationId id="{FC77578C-ABDA-8338-3F5C-0EE305EE61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037567"/>
            <a:ext cx="216000" cy="216000"/>
          </a:xfrm>
          <a:prstGeom prst="rect">
            <a:avLst/>
          </a:prstGeom>
        </p:spPr>
      </p:pic>
      <p:pic>
        <p:nvPicPr>
          <p:cNvPr id="413" name="グラフィックス 412" descr="開いたフォルダー 単色塗りつぶし">
            <a:extLst>
              <a:ext uri="{FF2B5EF4-FFF2-40B4-BE49-F238E27FC236}">
                <ns2:creationId id="{F7378AD2-CED3-6603-7B37-0641607C8F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662975"/>
            <a:ext cx="216000" cy="216000"/>
          </a:xfrm>
          <a:prstGeom prst="rect">
            <a:avLst/>
          </a:prstGeom>
        </p:spPr>
      </p:pic>
      <p:pic>
        <p:nvPicPr>
          <p:cNvPr id="414" name="グラフィックス 413" descr="開いたフォルダー 単色塗りつぶし">
            <a:extLst>
              <a:ext uri="{FF2B5EF4-FFF2-40B4-BE49-F238E27FC236}">
                <ns2:creationId id="{E31F0744-9D94-0DBE-7BD7-61C3C2ACA89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161344"/>
            <a:ext cx="216000" cy="216000"/>
          </a:xfrm>
          <a:prstGeom prst="rect">
            <a:avLst/>
          </a:prstGeom>
        </p:spPr>
      </p:pic>
      <p:pic>
        <p:nvPicPr>
          <p:cNvPr id="415" name="グラフィックス 414" descr="開いたフォルダー 単色塗りつぶし">
            <a:extLst>
              <a:ext uri="{FF2B5EF4-FFF2-40B4-BE49-F238E27FC236}">
                <ns2:creationId id="{8910A731-DCF6-AEE3-18A0-87C4CA64EC6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535935"/>
            <a:ext cx="216000" cy="216000"/>
          </a:xfrm>
          <a:prstGeom prst="rect">
            <a:avLst/>
          </a:prstGeom>
        </p:spPr>
      </p:pic>
      <p:pic>
        <p:nvPicPr>
          <p:cNvPr id="416" name="グラフィックス 415" descr="開いたフォルダー 単色塗りつぶし">
            <a:extLst>
              <a:ext uri="{FF2B5EF4-FFF2-40B4-BE49-F238E27FC236}">
                <ns2:creationId id="{170438AC-5753-FB05-3BA3-85166B2BB2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910527"/>
            <a:ext cx="216000" cy="216000"/>
          </a:xfrm>
          <a:prstGeom prst="rect">
            <a:avLst/>
          </a:prstGeom>
        </p:spPr>
      </p:pic>
      <p:pic>
        <p:nvPicPr>
          <p:cNvPr id="417" name="グラフィックス 416" descr="開いたフォルダー 単色塗りつぶし">
            <a:extLst>
              <a:ext uri="{FF2B5EF4-FFF2-40B4-BE49-F238E27FC236}">
                <ns2:creationId id="{29936E28-B0EF-158A-B6AD-3FE9F9CE76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6048427"/>
            <a:ext cx="216000" cy="216000"/>
          </a:xfrm>
          <a:prstGeom prst="rect">
            <a:avLst/>
          </a:prstGeom>
        </p:spPr>
      </p:pic>
      <p:pic>
        <p:nvPicPr>
          <p:cNvPr id="418" name="グラフィックス 417" descr="データベース 単色塗りつぶし">
            <a:extLst>
              <a:ext uri="{FF2B5EF4-FFF2-40B4-BE49-F238E27FC236}">
                <ns2:creationId id="{84DD7387-A288-C2D3-60B1-D8AA197437A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412159"/>
            <a:ext cx="216000" cy="216000"/>
          </a:xfrm>
          <a:prstGeom prst="rect">
            <a:avLst/>
          </a:prstGeom>
        </p:spPr>
      </p:pic>
      <p:pic>
        <p:nvPicPr>
          <p:cNvPr id="419" name="グラフィックス 418" descr="データベース 単色塗りつぶし">
            <a:extLst>
              <a:ext uri="{FF2B5EF4-FFF2-40B4-BE49-F238E27FC236}">
                <ns2:creationId id="{507BE0CA-692B-418C-2887-EB378E4B49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786751"/>
            <a:ext cx="216000" cy="216000"/>
          </a:xfrm>
          <a:prstGeom prst="rect">
            <a:avLst/>
          </a:prstGeom>
        </p:spPr>
      </p:pic>
      <p:pic>
        <p:nvPicPr>
          <p:cNvPr id="420" name="グラフィックス 419" descr="データベース 単色塗りつぶし">
            <a:extLst>
              <a:ext uri="{FF2B5EF4-FFF2-40B4-BE49-F238E27FC236}">
                <ns2:creationId id="{6937D0F9-513E-074F-308D-EE6E0FE90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285119"/>
            <a:ext cx="216000" cy="216000"/>
          </a:xfrm>
          <a:prstGeom prst="rect">
            <a:avLst/>
          </a:prstGeom>
        </p:spPr>
      </p:pic>
      <p:pic>
        <p:nvPicPr>
          <p:cNvPr id="421" name="グラフィックス 420" descr="データベース 単色塗りつぶし">
            <a:extLst>
              <a:ext uri="{FF2B5EF4-FFF2-40B4-BE49-F238E27FC236}">
                <ns2:creationId id="{690039AD-0FCC-C16C-9009-2E0227A4FF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659711"/>
            <a:ext cx="216000" cy="216000"/>
          </a:xfrm>
          <a:prstGeom prst="rect">
            <a:avLst/>
          </a:prstGeom>
        </p:spPr>
      </p:pic>
      <p:grpSp>
        <p:nvGrpSpPr>
          <p:cNvPr id="437" name="グループ化 436">
            <a:extLst>
              <a:ext uri="{FF2B5EF4-FFF2-40B4-BE49-F238E27FC236}">
                <ns2:creationId id="{E1D46FF2-D935-02B1-E65F-06093BBF5B33}"/>
              </a:ext>
            </a:extLst>
          </p:cNvPr>
          <p:cNvGrpSpPr/>
          <p:nvPr/>
        </p:nvGrpSpPr>
        <p:grpSpPr>
          <a:xfrm>
            <a:off x="4263927" y="3522023"/>
            <a:ext cx="3322645" cy="2535307"/>
            <a:chOff x="4284960" y="3522023"/>
            <a:chExt cx="3322645" cy="2535307"/>
          </a:xfrm>
        </p:grpSpPr>
        <p:sp>
          <p:nvSpPr>
            <p:cNvPr id="381" name="円: 塗りつぶしなし 380">
              <a:extLst>
                <a:ext uri="{FF2B5EF4-FFF2-40B4-BE49-F238E27FC236}">
                  <ns2:creationId id="{3D6683CE-2B54-79EA-CD07-707E5098CBA0}"/>
                </a:ext>
              </a:extLst>
            </p:cNvPr>
            <p:cNvSpPr/>
            <p:nvPr/>
          </p:nvSpPr>
          <p:spPr>
            <a:xfrm>
              <a:off x="5026399" y="4196907"/>
              <a:ext cx="1798754" cy="1800583"/>
            </a:xfrm>
            <a:prstGeom prst="donut">
              <a:avLst>
                <a:gd name="adj" fmla="val 1543"/>
              </a:avLst>
            </a:prstGeom>
            <a:solidFill>
              <a:schemeClr val="bg1">
                <a:lumMod val="5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テキスト ボックス 72">
              <a:extLst>
                <a:ext uri="{FF2B5EF4-FFF2-40B4-BE49-F238E27FC236}">
                  <ns2:creationId id="{3E238F22-1FED-32B1-2BEB-6ABB9AECE9F9}"/>
                </a:ext>
              </a:extLst>
            </p:cNvPr>
            <p:cNvSpPr txBox="1"/>
            <p:nvPr/>
          </p:nvSpPr>
          <p:spPr>
            <a:xfrm>
              <a:off x="5369798" y="3522023"/>
              <a:ext cx="108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5" name="テキスト ボックス 72">
              <a:extLst>
                <a:ext uri="{FF2B5EF4-FFF2-40B4-BE49-F238E27FC236}">
                  <ns2:creationId id="{E4CADB94-6603-35C7-E8AF-5065AD0A8948}"/>
                </a:ext>
              </a:extLst>
            </p:cNvPr>
            <p:cNvSpPr txBox="1"/>
            <p:nvPr/>
          </p:nvSpPr>
          <p:spPr>
            <a:xfrm>
              <a:off x="4284960" y="4661100"/>
              <a:ext cx="504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6" name="テキスト ボックス 72">
              <a:extLst>
                <a:ext uri="{FF2B5EF4-FFF2-40B4-BE49-F238E27FC236}">
                  <ns2:creationId id="{BA8E6636-6C8A-654D-D31B-0CC5EC130442}"/>
                </a:ext>
              </a:extLst>
            </p:cNvPr>
            <p:cNvSpPr txBox="1"/>
            <p:nvPr/>
          </p:nvSpPr>
          <p:spPr>
            <a:xfrm>
              <a:off x="7031605" y="4661100"/>
              <a:ext cx="576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7" name="テキスト ボックス 72">
              <a:extLst>
                <a:ext uri="{FF2B5EF4-FFF2-40B4-BE49-F238E27FC236}">
                  <ns2:creationId id="{2F729860-EF45-36C5-6D85-7E621C9AF328}"/>
                </a:ext>
              </a:extLst>
            </p:cNvPr>
            <p:cNvSpPr txBox="1"/>
            <p:nvPr/>
          </p:nvSpPr>
          <p:spPr>
            <a:xfrm>
              <a:off x="4469228" y="5589330"/>
              <a:ext cx="648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8" name="テキスト ボックス 72">
              <a:extLst>
                <a:ext uri="{FF2B5EF4-FFF2-40B4-BE49-F238E27FC236}">
                  <ns2:creationId id="{6085B8FF-BF7C-2D59-27A0-4E8E8BA51D67}"/>
                </a:ext>
              </a:extLst>
            </p:cNvPr>
            <p:cNvSpPr txBox="1"/>
            <p:nvPr/>
          </p:nvSpPr>
          <p:spPr>
            <a:xfrm>
              <a:off x="6729076" y="5589331"/>
              <a:ext cx="72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432" name="グループ化 431">
              <a:extLst>
                <a:ext uri="{FF2B5EF4-FFF2-40B4-BE49-F238E27FC236}">
                  <ns2:creationId id="{B8DC95E2-1117-09CC-D749-69F4057F6B94}"/>
                </a:ext>
              </a:extLst>
            </p:cNvPr>
            <p:cNvGrpSpPr/>
            <p:nvPr/>
          </p:nvGrpSpPr>
          <p:grpSpPr>
            <a:xfrm>
              <a:off x="5637776" y="3916986"/>
              <a:ext cx="576000" cy="576000"/>
              <a:chOff x="5637776" y="3916986"/>
              <a:chExt cx="576000" cy="576000"/>
            </a:xfrm>
          </p:grpSpPr>
          <p:sp>
            <p:nvSpPr>
              <p:cNvPr id="384" name="フローチャート: 結合子 27">
                <a:extLst>
                  <a:ext uri="{FF2B5EF4-FFF2-40B4-BE49-F238E27FC236}">
                    <ns2:creationId id="{35AAF78E-C5C4-F4C6-EF81-B816EC9A96E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7776" y="3916986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3" name="グラフィックス 422" descr="人工知能 単色塗りつぶし">
                <a:extLst>
                  <a:ext uri="{FF2B5EF4-FFF2-40B4-BE49-F238E27FC236}">
                    <ns2:creationId id="{3F3AAC3A-3805-F991-4E6A-77CD695300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781776" y="406098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3" name="グループ化 432">
              <a:extLst>
                <a:ext uri="{FF2B5EF4-FFF2-40B4-BE49-F238E27FC236}">
                  <ns2:creationId id="{9D50E9C5-D1A1-D64C-36DF-1A1E6C438A7C}"/>
                </a:ext>
              </a:extLst>
            </p:cNvPr>
            <p:cNvGrpSpPr/>
            <p:nvPr/>
          </p:nvGrpSpPr>
          <p:grpSpPr>
            <a:xfrm>
              <a:off x="6120894" y="5481330"/>
              <a:ext cx="576000" cy="576000"/>
              <a:chOff x="6120894" y="5481330"/>
              <a:chExt cx="576000" cy="576000"/>
            </a:xfrm>
          </p:grpSpPr>
          <p:sp>
            <p:nvSpPr>
              <p:cNvPr id="386" name="フローチャート: 結合子 35">
                <a:extLst>
                  <a:ext uri="{FF2B5EF4-FFF2-40B4-BE49-F238E27FC236}">
                    <ns2:creationId id="{98674024-0F4D-4929-8E9A-9DA151A13F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94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5" name="グラフィックス 424" descr="棒グラフ 単色塗りつぶし">
                <a:extLst>
                  <a:ext uri="{FF2B5EF4-FFF2-40B4-BE49-F238E27FC236}">
                    <ns2:creationId id="{B3ACBBCA-D6FB-6D0E-9999-08D334DAEC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264894" y="562533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4" name="グループ化 433">
              <a:extLst>
                <a:ext uri="{FF2B5EF4-FFF2-40B4-BE49-F238E27FC236}">
                  <ns2:creationId id="{F91A3EA8-09D7-4B40-C526-91AE1789D5AE}"/>
                </a:ext>
              </a:extLst>
            </p:cNvPr>
            <p:cNvGrpSpPr/>
            <p:nvPr/>
          </p:nvGrpSpPr>
          <p:grpSpPr>
            <a:xfrm>
              <a:off x="5124936" y="5481330"/>
              <a:ext cx="576000" cy="576000"/>
              <a:chOff x="5124936" y="5481330"/>
              <a:chExt cx="576000" cy="576000"/>
            </a:xfrm>
          </p:grpSpPr>
          <p:sp>
            <p:nvSpPr>
              <p:cNvPr id="388" name="フローチャート: 結合子 35">
                <a:extLst>
                  <a:ext uri="{FF2B5EF4-FFF2-40B4-BE49-F238E27FC236}">
                    <ns2:creationId id="{D9FE65A2-953A-F4AD-523A-CC88DA09E3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124936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7" name="グラフィックス 426" descr="チェックマークを付けたチェック ボックス 単色塗りつぶし">
                <a:extLst>
                  <a:ext uri="{FF2B5EF4-FFF2-40B4-BE49-F238E27FC236}">
                    <ns2:creationId id="{5B3E4B88-C48D-FAAF-3A87-4FD53400D7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268937" y="562533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6" name="グループ化 435">
              <a:extLst>
                <a:ext uri="{FF2B5EF4-FFF2-40B4-BE49-F238E27FC236}">
                  <ns2:creationId id="{67C00EC7-A53C-F999-7854-762E9B939034}"/>
                </a:ext>
              </a:extLst>
            </p:cNvPr>
            <p:cNvGrpSpPr/>
            <p:nvPr/>
          </p:nvGrpSpPr>
          <p:grpSpPr>
            <a:xfrm>
              <a:off x="6425952" y="4589637"/>
              <a:ext cx="576000" cy="576000"/>
              <a:chOff x="6425952" y="4589637"/>
              <a:chExt cx="576000" cy="576000"/>
            </a:xfrm>
          </p:grpSpPr>
          <p:sp>
            <p:nvSpPr>
              <p:cNvPr id="390" name="フローチャート: 結合子 27">
                <a:extLst>
                  <a:ext uri="{FF2B5EF4-FFF2-40B4-BE49-F238E27FC236}">
                    <ns2:creationId id="{26E85036-E95C-F7EA-3CD0-37BDE2DFE2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25952" y="4589637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9" name="グラフィックス 428" descr="化学薬品 単色塗りつぶし">
                <a:extLst>
                  <a:ext uri="{FF2B5EF4-FFF2-40B4-BE49-F238E27FC236}">
                    <ns2:creationId id="{A0E0E110-97A3-3E98-0BDA-2EF2286BD5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69952" y="473363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5" name="グループ化 434">
              <a:extLst>
                <a:ext uri="{FF2B5EF4-FFF2-40B4-BE49-F238E27FC236}">
                  <ns2:creationId id="{0F2BBEF2-0C58-BF65-0ED0-649FD6F6A797}"/>
                </a:ext>
              </a:extLst>
            </p:cNvPr>
            <p:cNvGrpSpPr/>
            <p:nvPr/>
          </p:nvGrpSpPr>
          <p:grpSpPr>
            <a:xfrm>
              <a:off x="4817644" y="4553100"/>
              <a:ext cx="576000" cy="576000"/>
              <a:chOff x="4817644" y="4553100"/>
              <a:chExt cx="576000" cy="576000"/>
            </a:xfrm>
          </p:grpSpPr>
          <p:sp>
            <p:nvSpPr>
              <p:cNvPr id="382" name="フローチャート: 結合子 381">
                <a:extLst>
                  <a:ext uri="{FF2B5EF4-FFF2-40B4-BE49-F238E27FC236}">
                    <ns2:creationId id="{CB9EAE0F-03C0-2C86-16ED-653C6D691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17644" y="455310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31" name="グラフィックス 430" descr="目 単色塗りつぶし">
                <a:extLst>
                  <a:ext uri="{FF2B5EF4-FFF2-40B4-BE49-F238E27FC236}">
                    <ns2:creationId id="{0388954E-55A8-54AF-DA35-D869B255D4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961644" y="4697101"/>
                <a:ext cx="288000" cy="288000"/>
              </a:xfrm>
              <a:prstGeom prst="rect">
                <a:avLst/>
              </a:prstGeom>
            </p:spPr>
          </p:pic>
        </p:grpSp>
      </p:grpSp>
      <p:pic>
        <p:nvPicPr>
          <p:cNvPr id="438" name="グラフィックス 437" descr="開いたフォルダー 単色塗りつぶし">
            <a:extLst>
              <a:ext uri="{FF2B5EF4-FFF2-40B4-BE49-F238E27FC236}">
                <ns2:creationId id="{9BC86452-AE2C-92EE-F756-7BB196C39C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2486383"/>
            <a:ext cx="216000" cy="216000"/>
          </a:xfrm>
          <a:prstGeom prst="rect">
            <a:avLst/>
          </a:prstGeom>
        </p:spPr>
      </p:pic>
      <p:pic>
        <p:nvPicPr>
          <p:cNvPr id="439" name="グラフィックス 438" descr="開いたフォルダー 単色塗りつぶし">
            <a:extLst>
              <a:ext uri="{FF2B5EF4-FFF2-40B4-BE49-F238E27FC236}">
                <ns2:creationId id="{FC96D06C-3174-56CB-7618-E355BF48D67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3602383"/>
            <a:ext cx="216000" cy="216000"/>
          </a:xfrm>
          <a:prstGeom prst="rect">
            <a:avLst/>
          </a:prstGeom>
        </p:spPr>
      </p:pic>
      <p:pic>
        <p:nvPicPr>
          <p:cNvPr id="440" name="グラフィックス 439" descr="開いたフォルダー 単色塗りつぶし">
            <a:extLst>
              <a:ext uri="{FF2B5EF4-FFF2-40B4-BE49-F238E27FC236}">
                <ns2:creationId id="{220BB8D5-0126-9C7E-ED32-1D70F26877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4718383"/>
            <a:ext cx="216000" cy="216000"/>
          </a:xfrm>
          <a:prstGeom prst="rect">
            <a:avLst/>
          </a:prstGeom>
        </p:spPr>
      </p:pic>
      <p:pic>
        <p:nvPicPr>
          <p:cNvPr id="441" name="グラフィックス 440" descr="開いたフォルダー 単色塗りつぶし">
            <a:extLst>
              <a:ext uri="{FF2B5EF4-FFF2-40B4-BE49-F238E27FC236}">
                <ns2:creationId id="{9628E49F-9E18-6FF3-6800-C1F33A5E8C0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5834383"/>
            <a:ext cx="216000" cy="216000"/>
          </a:xfrm>
          <a:prstGeom prst="rect">
            <a:avLst/>
          </a:prstGeom>
        </p:spPr>
      </p:pic>
      <p:pic>
        <p:nvPicPr>
          <p:cNvPr id="442" name="グラフィックス 441" descr="開いたフォルダー 単色塗りつぶし">
            <a:extLst>
              <a:ext uri="{FF2B5EF4-FFF2-40B4-BE49-F238E27FC236}">
                <ns2:creationId id="{0081E66F-274A-4512-F883-9A8638818F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0566106" y="2486383"/>
            <a:ext cx="216000" cy="216000"/>
          </a:xfrm>
          <a:prstGeom prst="rect">
            <a:avLst/>
          </a:prstGeom>
        </p:spPr>
      </p:pic>
      <p:sp>
        <p:nvSpPr>
          <p:cNvPr id="93" name="正方形/長方形 62">
            <a:extLst>
              <a:ext uri="{FF2B5EF4-FFF2-40B4-BE49-F238E27FC236}">
                <ns2:creationId id="{9ED63775-75EA-35F1-92D7-411FF6FAC75D}"/>
              </a:ext>
            </a:extLst>
          </p:cNvPr>
          <p:cNvSpPr/>
          <p:nvPr/>
        </p:nvSpPr>
        <p:spPr>
          <a:xfrm>
            <a:off x="2881313" y="2234383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6" name="直線矢印コネクタ 445">
            <a:extLst>
              <a:ext uri="{FF2B5EF4-FFF2-40B4-BE49-F238E27FC236}">
                <ns2:creationId id="{78E9D83F-4C68-4AA7-F490-01A791D461B6}"/>
              </a:ext>
            </a:extLst>
          </p:cNvPr>
          <p:cNvCxnSpPr>
            <a:cxnSpLocks/>
          </p:cNvCxnSpPr>
          <p:nvPr/>
        </p:nvCxnSpPr>
        <p:spPr>
          <a:xfrm>
            <a:off x="2832138" y="277097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直線矢印コネクタ 446">
            <a:extLst>
              <a:ext uri="{FF2B5EF4-FFF2-40B4-BE49-F238E27FC236}">
                <ns2:creationId id="{EF904C5C-7761-EC70-E578-0B14B3EF7B3B}"/>
              </a:ext>
            </a:extLst>
          </p:cNvPr>
          <p:cNvCxnSpPr>
            <a:cxnSpLocks/>
          </p:cNvCxnSpPr>
          <p:nvPr/>
        </p:nvCxnSpPr>
        <p:spPr>
          <a:xfrm>
            <a:off x="2832138" y="314556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直線矢印コネクタ 449">
            <a:extLst>
              <a:ext uri="{FF2B5EF4-FFF2-40B4-BE49-F238E27FC236}">
                <ns2:creationId id="{6F4B4393-F490-FEE0-B218-14135EDEF91C}"/>
              </a:ext>
            </a:extLst>
          </p:cNvPr>
          <p:cNvCxnSpPr>
            <a:cxnSpLocks/>
          </p:cNvCxnSpPr>
          <p:nvPr/>
        </p:nvCxnSpPr>
        <p:spPr>
          <a:xfrm>
            <a:off x="2832138" y="352015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直線矢印コネクタ 450">
            <a:extLst>
              <a:ext uri="{FF2B5EF4-FFF2-40B4-BE49-F238E27FC236}">
                <ns2:creationId id="{8D1592ED-DDF3-DFD1-D6DD-B0A7A643E4DE}"/>
              </a:ext>
            </a:extLst>
          </p:cNvPr>
          <p:cNvCxnSpPr>
            <a:cxnSpLocks/>
          </p:cNvCxnSpPr>
          <p:nvPr/>
        </p:nvCxnSpPr>
        <p:spPr>
          <a:xfrm>
            <a:off x="2832138" y="3894751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直線矢印コネクタ 451">
            <a:extLst>
              <a:ext uri="{FF2B5EF4-FFF2-40B4-BE49-F238E27FC236}">
                <ns2:creationId id="{28F009EF-889D-6283-4E88-E03F47D9A257}"/>
              </a:ext>
            </a:extLst>
          </p:cNvPr>
          <p:cNvCxnSpPr>
            <a:cxnSpLocks/>
          </p:cNvCxnSpPr>
          <p:nvPr/>
        </p:nvCxnSpPr>
        <p:spPr>
          <a:xfrm>
            <a:off x="2832138" y="464393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直線矢印コネクタ 452">
            <a:extLst>
              <a:ext uri="{FF2B5EF4-FFF2-40B4-BE49-F238E27FC236}">
                <ns2:creationId id="{0897762C-1CC4-D3A8-5C61-3B95466988E5}"/>
              </a:ext>
            </a:extLst>
          </p:cNvPr>
          <p:cNvCxnSpPr>
            <a:cxnSpLocks/>
          </p:cNvCxnSpPr>
          <p:nvPr/>
        </p:nvCxnSpPr>
        <p:spPr>
          <a:xfrm>
            <a:off x="2832138" y="50185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直線矢印コネクタ 453">
            <a:extLst>
              <a:ext uri="{FF2B5EF4-FFF2-40B4-BE49-F238E27FC236}">
                <ns2:creationId id="{E0E8F891-6A63-BC5C-2441-E24126F90E60}"/>
              </a:ext>
            </a:extLst>
          </p:cNvPr>
          <p:cNvCxnSpPr>
            <a:cxnSpLocks/>
          </p:cNvCxnSpPr>
          <p:nvPr/>
        </p:nvCxnSpPr>
        <p:spPr>
          <a:xfrm>
            <a:off x="2832138" y="539311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直線矢印コネクタ 454">
            <a:extLst>
              <a:ext uri="{FF2B5EF4-FFF2-40B4-BE49-F238E27FC236}">
                <ns2:creationId id="{B595A241-23AA-C688-F450-F6256CCD8DEF}"/>
              </a:ext>
            </a:extLst>
          </p:cNvPr>
          <p:cNvCxnSpPr>
            <a:cxnSpLocks/>
          </p:cNvCxnSpPr>
          <p:nvPr/>
        </p:nvCxnSpPr>
        <p:spPr>
          <a:xfrm>
            <a:off x="2832138" y="5767710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直線矢印コネクタ 455">
            <a:extLst>
              <a:ext uri="{FF2B5EF4-FFF2-40B4-BE49-F238E27FC236}">
                <ns2:creationId id="{95AB4CCD-C4A9-A919-F924-CEFAFBD387B0}"/>
              </a:ext>
            </a:extLst>
          </p:cNvPr>
          <p:cNvCxnSpPr>
            <a:cxnSpLocks/>
          </p:cNvCxnSpPr>
          <p:nvPr/>
        </p:nvCxnSpPr>
        <p:spPr>
          <a:xfrm>
            <a:off x="2832138" y="61564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正方形/長方形 62">
            <a:extLst>
              <a:ext uri="{FF2B5EF4-FFF2-40B4-BE49-F238E27FC236}">
                <ns2:creationId id="{FA94AC3D-92E6-E73C-4D2F-E84CAE77563A}"/>
              </a:ext>
            </a:extLst>
          </p:cNvPr>
          <p:cNvSpPr/>
          <p:nvPr/>
        </p:nvSpPr>
        <p:spPr>
          <a:xfrm>
            <a:off x="2881313" y="2623863"/>
            <a:ext cx="1008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6" name="正方形/長方形 62">
            <a:extLst>
              <a:ext uri="{FF2B5EF4-FFF2-40B4-BE49-F238E27FC236}">
                <ns2:creationId id="{33F5EC32-9898-055D-3D85-85B04CCA896D}"/>
              </a:ext>
            </a:extLst>
          </p:cNvPr>
          <p:cNvSpPr/>
          <p:nvPr/>
        </p:nvSpPr>
        <p:spPr>
          <a:xfrm>
            <a:off x="2881313" y="3732750"/>
            <a:ext cx="1008000" cy="2196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正方形/長方形 62">
            <a:extLst>
              <a:ext uri="{FF2B5EF4-FFF2-40B4-BE49-F238E27FC236}">
                <ns2:creationId id="{ADFB7719-E0A2-BBDC-D8C3-3528B3E7A666}"/>
              </a:ext>
            </a:extLst>
          </p:cNvPr>
          <p:cNvSpPr/>
          <p:nvPr/>
        </p:nvSpPr>
        <p:spPr>
          <a:xfrm>
            <a:off x="2881313" y="5980308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58" name="直線コネクタ 457">
            <a:extLst>
              <a:ext uri="{FF2B5EF4-FFF2-40B4-BE49-F238E27FC236}">
                <ns2:creationId id="{D448FE09-BC85-92FD-5EC2-D487896F8D8A}"/>
              </a:ext>
            </a:extLst>
          </p:cNvPr>
          <p:cNvCxnSpPr/>
          <p:nvPr/>
        </p:nvCxnSpPr>
        <p:spPr>
          <a:xfrm>
            <a:off x="7802947" y="4464427"/>
            <a:ext cx="68700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正方形/長方形 62">
            <a:extLst>
              <a:ext uri="{FF2B5EF4-FFF2-40B4-BE49-F238E27FC236}">
                <ns2:creationId id="{8C35358D-530D-4E1C-F30C-E6AC9D949AFC}"/>
              </a:ext>
            </a:extLst>
          </p:cNvPr>
          <p:cNvSpPr/>
          <p:nvPr/>
        </p:nvSpPr>
        <p:spPr>
          <a:xfrm>
            <a:off x="7878320" y="2234383"/>
            <a:ext cx="468000" cy="4068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自動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0" name="コネクタ: カギ線 459">
            <a:extLst>
              <a:ext uri="{FF2B5EF4-FFF2-40B4-BE49-F238E27FC236}">
                <ns2:creationId id="{1543E5E3-FB04-8881-B2DE-085AAD664DC7}"/>
              </a:ext>
            </a:extLst>
          </p:cNvPr>
          <p:cNvCxnSpPr>
            <a:stCxn id="400" idx="1"/>
            <a:endCxn id="408" idx="1"/>
          </p:cNvCxnSpPr>
          <p:nvPr/>
        </p:nvCxnSpPr>
        <p:spPr>
          <a:xfrm rot="10800000" flipV="1">
            <a:off x="9430892" y="2594383"/>
            <a:ext cx="12700" cy="3348000"/>
          </a:xfrm>
          <a:prstGeom prst="bentConnector3">
            <a:avLst>
              <a:gd name="adj1" fmla="val 7550000"/>
            </a:avLst>
          </a:prstGeom>
          <a:ln w="9525">
            <a:solidFill>
              <a:schemeClr val="tx1"/>
            </a:solidFill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7" name="正方形/長方形 62">
            <a:extLst>
              <a:ext uri="{FF2B5EF4-FFF2-40B4-BE49-F238E27FC236}">
                <ns2:creationId id="{8A913FB7-71F7-F44D-6516-0632512A9DBE}"/>
              </a:ext>
            </a:extLst>
          </p:cNvPr>
          <p:cNvSpPr/>
          <p:nvPr/>
        </p:nvSpPr>
        <p:spPr>
          <a:xfrm>
            <a:off x="8600606" y="2234383"/>
            <a:ext cx="576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5" name="直線矢印コネクタ 464">
            <a:extLst>
              <a:ext uri="{FF2B5EF4-FFF2-40B4-BE49-F238E27FC236}">
                <ns2:creationId id="{E5CDD673-12B4-6181-B46F-B18D7ED48431}"/>
              </a:ext>
            </a:extLst>
          </p:cNvPr>
          <p:cNvCxnSpPr>
            <a:cxnSpLocks/>
            <a:stCxn id="401" idx="1"/>
          </p:cNvCxnSpPr>
          <p:nvPr/>
        </p:nvCxnSpPr>
        <p:spPr>
          <a:xfrm flipH="1">
            <a:off x="8489950" y="3710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直線矢印コネクタ 466">
            <a:extLst>
              <a:ext uri="{FF2B5EF4-FFF2-40B4-BE49-F238E27FC236}">
                <ns2:creationId id="{E1BABEA7-F19D-B136-197E-FE49C88B06B0}"/>
              </a:ext>
            </a:extLst>
          </p:cNvPr>
          <p:cNvCxnSpPr>
            <a:cxnSpLocks/>
            <a:stCxn id="402" idx="1"/>
          </p:cNvCxnSpPr>
          <p:nvPr/>
        </p:nvCxnSpPr>
        <p:spPr>
          <a:xfrm flipH="1">
            <a:off x="8489950" y="4826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0" name="グラフィックス 469" descr="ユーザー 単色塗りつぶし">
            <a:extLst>
              <a:ext uri="{FF2B5EF4-FFF2-40B4-BE49-F238E27FC236}">
                <ns2:creationId id="{008286AC-5351-69DC-F3EF-F7D4362232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0877825" y="4358383"/>
            <a:ext cx="432000" cy="432000"/>
          </a:xfrm>
          <a:prstGeom prst="rect">
            <a:avLst/>
          </a:prstGeom>
        </p:spPr>
      </p:pic>
      <p:cxnSp>
        <p:nvCxnSpPr>
          <p:cNvPr id="472" name="直線矢印コネクタ 471">
            <a:extLst>
              <a:ext uri="{FF2B5EF4-FFF2-40B4-BE49-F238E27FC236}">
                <ns2:creationId id="{F93133D2-FBF4-66FE-DFB8-7BF0FF0178E8}"/>
              </a:ext>
            </a:extLst>
          </p:cNvPr>
          <p:cNvCxnSpPr>
            <a:stCxn id="470" idx="0"/>
            <a:endCxn id="404" idx="2"/>
          </p:cNvCxnSpPr>
          <p:nvPr/>
        </p:nvCxnSpPr>
        <p:spPr>
          <a:xfrm flipH="1" flipV="1">
            <a:off x="11093824" y="2954383"/>
            <a:ext cx="1" cy="140400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正方形/長方形 62">
            <a:extLst>
              <a:ext uri="{FF2B5EF4-FFF2-40B4-BE49-F238E27FC236}">
                <ns2:creationId id="{74E0107A-DD76-AEB6-9FD3-4B9C519BDA44}"/>
              </a:ext>
            </a:extLst>
          </p:cNvPr>
          <p:cNvSpPr/>
          <p:nvPr/>
        </p:nvSpPr>
        <p:spPr>
          <a:xfrm>
            <a:off x="10427824" y="3288559"/>
            <a:ext cx="1332000" cy="612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991579607"/>
      </p:ext>
    </p:extLst>
  </p:cSld>
  <p:clrMapOvr>
    <a:masterClrMapping/>
  </p:clrMapOvr>
</p:sld>
</file>

<file path=ppt/slides/slide3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849FD4-2726-5FB3-E952-B1EA9337BC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D0FFE0F-3A5B-0913-93C3-DB8A21354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cxnSp>
        <p:nvCxnSpPr>
          <p:cNvPr id="5" name="Straight Connector 4">
            <a:extLst>
              <a:ext uri="{FF2B5EF4-FFF2-40B4-BE49-F238E27FC236}">
                <ns2:creationId id="{7B448DE4-270E-91C0-21E8-05BA97F71D26}"/>
              </a:ext>
            </a:extLst>
          </p:cNvPr>
          <p:cNvCxnSpPr>
            <a:cxnSpLocks/>
          </p:cNvCxnSpPr>
          <p:nvPr/>
        </p:nvCxnSpPr>
        <p:spPr>
          <a:xfrm flipH="1" flipV="1">
            <a:off x="335255" y="3987065"/>
            <a:ext cx="1786947" cy="189209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35">
            <a:extLst>
              <a:ext uri="{FF2B5EF4-FFF2-40B4-BE49-F238E27FC236}">
                <ns2:creationId id="{5B5AFB19-FC5A-2570-57A9-5B399548E0EE}"/>
              </a:ext>
            </a:extLst>
          </p:cNvPr>
          <p:cNvCxnSpPr>
            <a:cxnSpLocks/>
          </p:cNvCxnSpPr>
          <p:nvPr/>
        </p:nvCxnSpPr>
        <p:spPr>
          <a:xfrm flipH="1">
            <a:off x="339157" y="3079228"/>
            <a:ext cx="1782526" cy="919366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ns2:creationId id="{E5C61269-825B-580D-5EF1-B1F0DE043C30}"/>
              </a:ext>
            </a:extLst>
          </p:cNvPr>
          <p:cNvCxnSpPr>
            <a:cxnSpLocks/>
            <a:stCxn id="26" idx="2"/>
          </p:cNvCxnSpPr>
          <p:nvPr/>
        </p:nvCxnSpPr>
        <p:spPr>
          <a:xfrm flipH="1">
            <a:off x="477817" y="4011962"/>
            <a:ext cx="224015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ns2:creationId id="{0C9196B3-CCA1-E074-1573-78576D5E4B16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2121683" y="2146495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ns2:creationId id="{696777B5-E336-6ED8-D066-3E68394DAD3C}"/>
              </a:ext>
            </a:extLst>
          </p:cNvPr>
          <p:cNvCxnSpPr>
            <a:cxnSpLocks/>
            <a:stCxn id="32" idx="2"/>
          </p:cNvCxnSpPr>
          <p:nvPr/>
        </p:nvCxnSpPr>
        <p:spPr>
          <a:xfrm flipH="1">
            <a:off x="2121683" y="5877430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ns2:creationId id="{D7545559-DAAF-4447-2B6A-E7D0DD3802F6}"/>
              </a:ext>
            </a:extLst>
          </p:cNvPr>
          <p:cNvCxnSpPr>
            <a:cxnSpLocks/>
            <a:stCxn id="29" idx="2"/>
          </p:cNvCxnSpPr>
          <p:nvPr/>
        </p:nvCxnSpPr>
        <p:spPr>
          <a:xfrm flipH="1">
            <a:off x="2121683" y="4944697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ns2:creationId id="{7E42C707-DCB9-3691-1086-BA45D675E14D}"/>
              </a:ext>
            </a:extLst>
          </p:cNvPr>
          <p:cNvCxnSpPr>
            <a:cxnSpLocks/>
            <a:stCxn id="23" idx="2"/>
          </p:cNvCxnSpPr>
          <p:nvPr/>
        </p:nvCxnSpPr>
        <p:spPr>
          <a:xfrm flipH="1">
            <a:off x="2121683" y="3079228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楕円 3">
            <a:extLst>
              <a:ext uri="{FF2B5EF4-FFF2-40B4-BE49-F238E27FC236}">
                <ns2:creationId id="{98B78614-5096-EAC5-2959-61758B79EE76}"/>
              </a:ext>
            </a:extLst>
          </p:cNvPr>
          <p:cNvSpPr/>
          <p:nvPr/>
        </p:nvSpPr>
        <p:spPr>
          <a:xfrm>
            <a:off x="2717976" y="1723794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楕円 3">
            <a:extLst>
              <a:ext uri="{FF2B5EF4-FFF2-40B4-BE49-F238E27FC236}">
                <ns2:creationId id="{71B9E4A0-5388-0B0D-C45D-0DC24A3319E6}"/>
              </a:ext>
            </a:extLst>
          </p:cNvPr>
          <p:cNvSpPr/>
          <p:nvPr/>
        </p:nvSpPr>
        <p:spPr>
          <a:xfrm>
            <a:off x="2717976" y="2656527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楕円 3">
            <a:extLst>
              <a:ext uri="{FF2B5EF4-FFF2-40B4-BE49-F238E27FC236}">
                <ns2:creationId id="{C0E1D73F-64FB-5E95-8242-7E94EA1BF7F7}"/>
              </a:ext>
            </a:extLst>
          </p:cNvPr>
          <p:cNvSpPr/>
          <p:nvPr/>
        </p:nvSpPr>
        <p:spPr>
          <a:xfrm>
            <a:off x="2717976" y="3589261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9" name="楕円 3">
            <a:extLst>
              <a:ext uri="{FF2B5EF4-FFF2-40B4-BE49-F238E27FC236}">
                <ns2:creationId id="{778FFAA4-1CFB-8338-46FD-633EB19EF180}"/>
              </a:ext>
            </a:extLst>
          </p:cNvPr>
          <p:cNvSpPr/>
          <p:nvPr/>
        </p:nvSpPr>
        <p:spPr>
          <a:xfrm>
            <a:off x="2717976" y="4521996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楕円 3">
            <a:extLst>
              <a:ext uri="{FF2B5EF4-FFF2-40B4-BE49-F238E27FC236}">
                <ns2:creationId id="{348FAE60-C7B0-4FBA-3422-78F98327032C}"/>
              </a:ext>
            </a:extLst>
          </p:cNvPr>
          <p:cNvSpPr/>
          <p:nvPr/>
        </p:nvSpPr>
        <p:spPr>
          <a:xfrm>
            <a:off x="2717976" y="5454729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cxnSp>
        <p:nvCxnSpPr>
          <p:cNvPr id="34" name="Straight Connector 30">
            <a:extLst>
              <a:ext uri="{FF2B5EF4-FFF2-40B4-BE49-F238E27FC236}">
                <ns2:creationId id="{192C0498-F473-EBE1-84C7-058DDD3287A6}"/>
              </a:ext>
            </a:extLst>
          </p:cNvPr>
          <p:cNvCxnSpPr>
            <a:cxnSpLocks/>
          </p:cNvCxnSpPr>
          <p:nvPr/>
        </p:nvCxnSpPr>
        <p:spPr>
          <a:xfrm flipH="1">
            <a:off x="339157" y="2146495"/>
            <a:ext cx="1782526" cy="186546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5">
            <a:extLst>
              <a:ext uri="{FF2B5EF4-FFF2-40B4-BE49-F238E27FC236}">
                <ns2:creationId id="{5A71FF12-258B-213E-9A3D-FB30EDAA7A5A}"/>
              </a:ext>
            </a:extLst>
          </p:cNvPr>
          <p:cNvCxnSpPr>
            <a:cxnSpLocks/>
          </p:cNvCxnSpPr>
          <p:nvPr/>
        </p:nvCxnSpPr>
        <p:spPr>
          <a:xfrm flipH="1" flipV="1">
            <a:off x="339157" y="3945404"/>
            <a:ext cx="1782526" cy="999292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6">
            <a:extLst>
              <a:ext uri="{FF2B5EF4-FFF2-40B4-BE49-F238E27FC236}">
                <ns2:creationId id="{5D2CE62C-0D21-23F8-7D51-4BF026261DA6}"/>
              </a:ext>
            </a:extLst>
          </p:cNvPr>
          <p:cNvCxnSpPr>
            <a:cxnSpLocks/>
            <a:stCxn id="40" idx="3"/>
            <a:endCxn id="40" idx="1"/>
          </p:cNvCxnSpPr>
          <p:nvPr/>
        </p:nvCxnSpPr>
        <p:spPr>
          <a:xfrm>
            <a:off x="336942" y="2710856"/>
            <a:ext cx="0" cy="255241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楕円 2">
            <a:extLst>
              <a:ext uri="{FF2B5EF4-FFF2-40B4-BE49-F238E27FC236}">
                <ns2:creationId id="{E5131F9D-AB16-A520-86C1-7DC87B3CBD03}"/>
              </a:ext>
            </a:extLst>
          </p:cNvPr>
          <p:cNvSpPr/>
          <p:nvPr/>
        </p:nvSpPr>
        <p:spPr>
          <a:xfrm>
            <a:off x="-1447800" y="2200376"/>
            <a:ext cx="3573386" cy="3573385"/>
          </a:xfrm>
          <a:prstGeom prst="arc">
            <a:avLst>
              <a:gd name="adj1" fmla="val 16200000"/>
              <a:gd name="adj2" fmla="val 5407509"/>
            </a:avLst>
          </a:prstGeom>
          <a:solidFill>
            <a:schemeClr val="bg1"/>
          </a:solidFill>
          <a:ln w="2540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39" name="Freeform 44">
            <a:extLst>
              <a:ext uri="{FF2B5EF4-FFF2-40B4-BE49-F238E27FC236}">
                <ns2:creationId id="{8F8ECA5D-5710-7F5B-3E13-1A43F2C172EC}"/>
              </a:ext>
            </a:extLst>
          </p:cNvPr>
          <p:cNvSpPr/>
          <p:nvPr/>
        </p:nvSpPr>
        <p:spPr>
          <a:xfrm>
            <a:off x="331526" y="2312253"/>
            <a:ext cx="1674815" cy="3349630"/>
          </a:xfrm>
          <a:custGeom>
            <a:avLst/>
            <a:gdLst>
              <a:gd name="connsiteX0" fmla="*/ 0 w 1800000"/>
              <a:gd name="connsiteY0" fmla="*/ 0 h 3600000"/>
              <a:gd name="connsiteX1" fmla="*/ 1800000 w 1800000"/>
              <a:gd name="connsiteY1" fmla="*/ 1800000 h 3600000"/>
              <a:gd name="connsiteX2" fmla="*/ 0 w 1800000"/>
              <a:gd name="connsiteY2" fmla="*/ 3600000 h 36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00000" h="3600000">
                <a:moveTo>
                  <a:pt x="0" y="0"/>
                </a:moveTo>
                <a:cubicBezTo>
                  <a:pt x="994113" y="0"/>
                  <a:pt x="1800000" y="805887"/>
                  <a:pt x="1800000" y="1800000"/>
                </a:cubicBezTo>
                <a:cubicBezTo>
                  <a:pt x="1800000" y="2794113"/>
                  <a:pt x="994113" y="3600000"/>
                  <a:pt x="0" y="3600000"/>
                </a:cubicBez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0" name="楕円 3">
            <a:extLst>
              <a:ext uri="{FF2B5EF4-FFF2-40B4-BE49-F238E27FC236}">
                <ns2:creationId id="{563F8185-F0E5-7A36-8862-B4D520C0ADDA}"/>
              </a:ext>
            </a:extLst>
          </p:cNvPr>
          <p:cNvSpPr/>
          <p:nvPr/>
        </p:nvSpPr>
        <p:spPr>
          <a:xfrm>
            <a:off x="-939267" y="2710856"/>
            <a:ext cx="2552418" cy="2552418"/>
          </a:xfrm>
          <a:prstGeom prst="pie">
            <a:avLst>
              <a:gd name="adj1" fmla="val 16205533"/>
              <a:gd name="adj2" fmla="val 5412291"/>
            </a:avLst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68000" tIns="1368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CF87860C-A344-6601-AAFC-C1B1BC487129}"/>
              </a:ext>
            </a:extLst>
          </p:cNvPr>
          <p:cNvGrpSpPr/>
          <p:nvPr/>
        </p:nvGrpSpPr>
        <p:grpSpPr>
          <a:xfrm>
            <a:off x="3519836" y="1672200"/>
            <a:ext cx="8340204" cy="948590"/>
            <a:chOff x="3519836" y="1629200"/>
            <a:chExt cx="8340204" cy="948590"/>
          </a:xfrm>
        </p:grpSpPr>
        <p:sp>
          <p:nvSpPr>
            <p:cNvPr id="9" name="テキスト ボックス 72">
              <a:extLst>
                <a:ext uri="{FF2B5EF4-FFF2-40B4-BE49-F238E27FC236}">
                  <ns2:creationId id="{F41ACF5F-E2CB-5D0B-6367-5E1FF7043BCE}"/>
                </a:ext>
              </a:extLst>
            </p:cNvPr>
            <p:cNvSpPr txBox="1"/>
            <p:nvPr/>
          </p:nvSpPr>
          <p:spPr>
            <a:xfrm>
              <a:off x="3519836" y="1629200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ns2:creationId id="{D47D74C9-BC61-B4E5-653E-2BB86F00990F}"/>
                </a:ext>
              </a:extLst>
            </p:cNvPr>
            <p:cNvGrpSpPr/>
            <p:nvPr/>
          </p:nvGrpSpPr>
          <p:grpSpPr>
            <a:xfrm>
              <a:off x="3721100" y="1879600"/>
              <a:ext cx="8138940" cy="643188"/>
              <a:chOff x="3721100" y="1917700"/>
              <a:chExt cx="8138940" cy="540000"/>
            </a:xfrm>
          </p:grpSpPr>
          <p:sp>
            <p:nvSpPr>
              <p:cNvPr id="50" name="Rectangle 49">
                <a:extLst>
                  <a:ext uri="{FF2B5EF4-FFF2-40B4-BE49-F238E27FC236}">
                    <ns2:creationId id="{492F3100-2192-3C81-106D-C7F6C8E92C44}"/>
                  </a:ext>
                </a:extLst>
              </p:cNvPr>
              <p:cNvSpPr/>
              <p:nvPr/>
            </p:nvSpPr>
            <p:spPr>
              <a:xfrm>
                <a:off x="372110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1" name="Rectangle 50">
                <a:extLst>
                  <a:ext uri="{FF2B5EF4-FFF2-40B4-BE49-F238E27FC236}">
                    <ns2:creationId id="{FB255420-696C-5591-EC5B-B043660B4035}"/>
                  </a:ext>
                </a:extLst>
              </p:cNvPr>
              <p:cNvSpPr/>
              <p:nvPr/>
            </p:nvSpPr>
            <p:spPr>
              <a:xfrm>
                <a:off x="648882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ns2:creationId id="{65848203-FEBD-5D98-CFD2-935C4305CD0D}"/>
                  </a:ext>
                </a:extLst>
              </p:cNvPr>
              <p:cNvSpPr/>
              <p:nvPr/>
            </p:nvSpPr>
            <p:spPr>
              <a:xfrm>
                <a:off x="925654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7" name="グループ化 6">
            <a:extLst>
              <a:ext uri="{FF2B5EF4-FFF2-40B4-BE49-F238E27FC236}">
                <ns2:creationId id="{49F71912-76E2-419B-1197-6DAE09F34CB3}"/>
              </a:ext>
            </a:extLst>
          </p:cNvPr>
          <p:cNvGrpSpPr/>
          <p:nvPr/>
        </p:nvGrpSpPr>
        <p:grpSpPr>
          <a:xfrm>
            <a:off x="3519836" y="2604933"/>
            <a:ext cx="8340204" cy="948590"/>
            <a:chOff x="3519836" y="2561933"/>
            <a:chExt cx="8340204" cy="948590"/>
          </a:xfrm>
        </p:grpSpPr>
        <p:sp>
          <p:nvSpPr>
            <p:cNvPr id="15" name="テキスト ボックス 72">
              <a:extLst>
                <a:ext uri="{FF2B5EF4-FFF2-40B4-BE49-F238E27FC236}">
                  <ns2:creationId id="{97F08E16-C814-6AAC-BE8C-18F863EA7004}"/>
                </a:ext>
              </a:extLst>
            </p:cNvPr>
            <p:cNvSpPr txBox="1"/>
            <p:nvPr/>
          </p:nvSpPr>
          <p:spPr>
            <a:xfrm>
              <a:off x="3519836" y="2561933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ns2:creationId id="{30D449B2-CA2D-BBAD-8924-6D77ACD582C8}"/>
                </a:ext>
              </a:extLst>
            </p:cNvPr>
            <p:cNvGrpSpPr/>
            <p:nvPr/>
          </p:nvGrpSpPr>
          <p:grpSpPr>
            <a:xfrm>
              <a:off x="3721100" y="2816559"/>
              <a:ext cx="8138940" cy="643188"/>
              <a:chOff x="3721100" y="2823332"/>
              <a:chExt cx="8138940" cy="540000"/>
            </a:xfrm>
          </p:grpSpPr>
          <p:sp>
            <p:nvSpPr>
              <p:cNvPr id="53" name="Rectangle 52">
                <a:extLst>
                  <a:ext uri="{FF2B5EF4-FFF2-40B4-BE49-F238E27FC236}">
                    <ns2:creationId id="{999468F4-4EB9-CE82-9654-F0CA977289E2}"/>
                  </a:ext>
                </a:extLst>
              </p:cNvPr>
              <p:cNvSpPr/>
              <p:nvPr/>
            </p:nvSpPr>
            <p:spPr>
              <a:xfrm>
                <a:off x="372110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9A90BDF6-CFA1-AC6C-B02C-457A0E87EE97}"/>
                  </a:ext>
                </a:extLst>
              </p:cNvPr>
              <p:cNvSpPr/>
              <p:nvPr/>
            </p:nvSpPr>
            <p:spPr>
              <a:xfrm>
                <a:off x="648882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F97855CF-A84B-7E09-4574-B8C9A94DCE26}"/>
                  </a:ext>
                </a:extLst>
              </p:cNvPr>
              <p:cNvSpPr/>
              <p:nvPr/>
            </p:nvSpPr>
            <p:spPr>
              <a:xfrm>
                <a:off x="925654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19" name="グループ化 18">
            <a:extLst>
              <a:ext uri="{FF2B5EF4-FFF2-40B4-BE49-F238E27FC236}">
                <ns2:creationId id="{93A974D0-3C18-D6C8-F374-6D991176F3E1}"/>
              </a:ext>
            </a:extLst>
          </p:cNvPr>
          <p:cNvGrpSpPr/>
          <p:nvPr/>
        </p:nvGrpSpPr>
        <p:grpSpPr>
          <a:xfrm>
            <a:off x="3519836" y="3537667"/>
            <a:ext cx="8340204" cy="948590"/>
            <a:chOff x="3519836" y="3494668"/>
            <a:chExt cx="8340204" cy="948590"/>
          </a:xfrm>
        </p:grpSpPr>
        <p:sp>
          <p:nvSpPr>
            <p:cNvPr id="16" name="テキスト ボックス 72">
              <a:extLst>
                <a:ext uri="{FF2B5EF4-FFF2-40B4-BE49-F238E27FC236}">
                  <ns2:creationId id="{EC06FE0C-7A86-0CA4-CD3E-96501F61348A}"/>
                </a:ext>
              </a:extLst>
            </p:cNvPr>
            <p:cNvSpPr txBox="1"/>
            <p:nvPr/>
          </p:nvSpPr>
          <p:spPr>
            <a:xfrm>
              <a:off x="3519836" y="3494668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ns2:creationId id="{39649290-FB7A-E620-2169-F0A82A52B9DC}"/>
                </a:ext>
              </a:extLst>
            </p:cNvPr>
            <p:cNvGrpSpPr/>
            <p:nvPr/>
          </p:nvGrpSpPr>
          <p:grpSpPr>
            <a:xfrm>
              <a:off x="3721100" y="3753518"/>
              <a:ext cx="8138940" cy="643188"/>
              <a:chOff x="3721100" y="3800071"/>
              <a:chExt cx="8138940" cy="540000"/>
            </a:xfrm>
          </p:grpSpPr>
          <p:sp>
            <p:nvSpPr>
              <p:cNvPr id="56" name="Rectangle 55">
                <a:extLst>
                  <a:ext uri="{FF2B5EF4-FFF2-40B4-BE49-F238E27FC236}">
                    <ns2:creationId id="{9CB7C72A-6478-3719-5061-85C58622F063}"/>
                  </a:ext>
                </a:extLst>
              </p:cNvPr>
              <p:cNvSpPr/>
              <p:nvPr/>
            </p:nvSpPr>
            <p:spPr>
              <a:xfrm>
                <a:off x="372110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BFBAEAC2-63C6-7F5F-56C0-D7018F3C0A1E}"/>
                  </a:ext>
                </a:extLst>
              </p:cNvPr>
              <p:cNvSpPr/>
              <p:nvPr/>
            </p:nvSpPr>
            <p:spPr>
              <a:xfrm>
                <a:off x="648882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8" name="Rectangle 57">
                <a:extLst>
                  <a:ext uri="{FF2B5EF4-FFF2-40B4-BE49-F238E27FC236}">
                    <ns2:creationId id="{CCB2334B-9D91-8C20-E6C8-B292A93F7645}"/>
                  </a:ext>
                </a:extLst>
              </p:cNvPr>
              <p:cNvSpPr/>
              <p:nvPr/>
            </p:nvSpPr>
            <p:spPr>
              <a:xfrm>
                <a:off x="925654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ns2:creationId id="{E1607AA6-5DED-0E56-096A-A4258914D75D}"/>
              </a:ext>
            </a:extLst>
          </p:cNvPr>
          <p:cNvGrpSpPr/>
          <p:nvPr/>
        </p:nvGrpSpPr>
        <p:grpSpPr>
          <a:xfrm>
            <a:off x="3519836" y="4470402"/>
            <a:ext cx="8336540" cy="948590"/>
            <a:chOff x="3519836" y="4427402"/>
            <a:chExt cx="8336540" cy="948590"/>
          </a:xfrm>
        </p:grpSpPr>
        <p:sp>
          <p:nvSpPr>
            <p:cNvPr id="17" name="テキスト ボックス 72">
              <a:extLst>
                <a:ext uri="{FF2B5EF4-FFF2-40B4-BE49-F238E27FC236}">
                  <ns2:creationId id="{A17074B6-32FB-E907-5275-09A65F3991AB}"/>
                </a:ext>
              </a:extLst>
            </p:cNvPr>
            <p:cNvSpPr txBox="1"/>
            <p:nvPr/>
          </p:nvSpPr>
          <p:spPr>
            <a:xfrm>
              <a:off x="3519836" y="4427402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ns2:creationId id="{70937D77-05D5-173E-299F-339811529F6C}"/>
                </a:ext>
              </a:extLst>
            </p:cNvPr>
            <p:cNvGrpSpPr/>
            <p:nvPr/>
          </p:nvGrpSpPr>
          <p:grpSpPr>
            <a:xfrm>
              <a:off x="3721100" y="4690477"/>
              <a:ext cx="5371220" cy="643188"/>
              <a:chOff x="3721100" y="4688800"/>
              <a:chExt cx="5371220" cy="540000"/>
            </a:xfrm>
          </p:grpSpPr>
          <p:sp>
            <p:nvSpPr>
              <p:cNvPr id="59" name="Rectangle 58">
                <a:extLst>
                  <a:ext uri="{FF2B5EF4-FFF2-40B4-BE49-F238E27FC236}">
                    <ns2:creationId id="{511D6648-3702-1D49-6549-B2D8E12E4CC0}"/>
                  </a:ext>
                </a:extLst>
              </p:cNvPr>
              <p:cNvSpPr/>
              <p:nvPr/>
            </p:nvSpPr>
            <p:spPr>
              <a:xfrm>
                <a:off x="372110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7C19D247-7E9F-3404-DA7B-F107B1EF0BC3}"/>
                  </a:ext>
                </a:extLst>
              </p:cNvPr>
              <p:cNvSpPr/>
              <p:nvPr/>
            </p:nvSpPr>
            <p:spPr>
              <a:xfrm>
                <a:off x="648882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2" name="グループ化 21">
            <a:extLst>
              <a:ext uri="{FF2B5EF4-FFF2-40B4-BE49-F238E27FC236}">
                <ns2:creationId id="{A1CE6F8F-C340-CA77-5B83-D41856AB0ADC}"/>
              </a:ext>
            </a:extLst>
          </p:cNvPr>
          <p:cNvGrpSpPr/>
          <p:nvPr/>
        </p:nvGrpSpPr>
        <p:grpSpPr>
          <a:xfrm>
            <a:off x="3519836" y="5403135"/>
            <a:ext cx="8336540" cy="948590"/>
            <a:chOff x="3519836" y="5360135"/>
            <a:chExt cx="8336540" cy="948590"/>
          </a:xfrm>
        </p:grpSpPr>
        <p:sp>
          <p:nvSpPr>
            <p:cNvPr id="18" name="テキスト ボックス 72">
              <a:extLst>
                <a:ext uri="{FF2B5EF4-FFF2-40B4-BE49-F238E27FC236}">
                  <ns2:creationId id="{D5F6832D-EC10-D052-F5BE-CB517255AB2D}"/>
                </a:ext>
              </a:extLst>
            </p:cNvPr>
            <p:cNvSpPr txBox="1"/>
            <p:nvPr/>
          </p:nvSpPr>
          <p:spPr>
            <a:xfrm>
              <a:off x="3519836" y="5360135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69" name="Group 68">
              <a:extLst>
                <a:ext uri="{FF2B5EF4-FFF2-40B4-BE49-F238E27FC236}">
                  <ns2:creationId id="{1425DB3C-C79E-A747-A590-963C8C589421}"/>
                </a:ext>
              </a:extLst>
            </p:cNvPr>
            <p:cNvGrpSpPr/>
            <p:nvPr/>
          </p:nvGrpSpPr>
          <p:grpSpPr>
            <a:xfrm>
              <a:off x="3721100" y="5627437"/>
              <a:ext cx="5371220" cy="643188"/>
              <a:chOff x="3721100" y="5752867"/>
              <a:chExt cx="5371220" cy="540000"/>
            </a:xfrm>
          </p:grpSpPr>
          <p:sp>
            <p:nvSpPr>
              <p:cNvPr id="62" name="Rectangle 61">
                <a:extLst>
                  <a:ext uri="{FF2B5EF4-FFF2-40B4-BE49-F238E27FC236}">
                    <ns2:creationId id="{25F7CF9B-BF5E-D9E9-7D82-687C983843B9}"/>
                  </a:ext>
                </a:extLst>
              </p:cNvPr>
              <p:cNvSpPr/>
              <p:nvPr/>
            </p:nvSpPr>
            <p:spPr>
              <a:xfrm>
                <a:off x="372110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0F4266E9-6071-49B4-4897-49588C93B0E4}"/>
                  </a:ext>
                </a:extLst>
              </p:cNvPr>
              <p:cNvSpPr/>
              <p:nvPr/>
            </p:nvSpPr>
            <p:spPr>
              <a:xfrm>
                <a:off x="648882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pic>
        <p:nvPicPr>
          <p:cNvPr id="72" name="Graphic 71" descr="Full Brick Wall with solid fill">
            <a:extLst>
              <a:ext uri="{FF2B5EF4-FFF2-40B4-BE49-F238E27FC236}">
                <ns2:creationId id="{196925F5-5F16-9E1C-67CD-E3C9F6609C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77817" y="3562868"/>
            <a:ext cx="849600" cy="849600"/>
          </a:xfrm>
          <a:prstGeom prst="rect">
            <a:avLst/>
          </a:prstGeom>
        </p:spPr>
      </p:pic>
      <p:pic>
        <p:nvPicPr>
          <p:cNvPr id="74" name="Graphic 73" descr="Exit with solid fill">
            <a:extLst>
              <a:ext uri="{FF2B5EF4-FFF2-40B4-BE49-F238E27FC236}">
                <ns2:creationId id="{13C6EBF5-F3F6-C55F-7F6D-2AF4CADE4C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780677" y="5517430"/>
            <a:ext cx="720000" cy="720000"/>
          </a:xfrm>
          <a:prstGeom prst="rect">
            <a:avLst/>
          </a:prstGeom>
        </p:spPr>
      </p:pic>
      <p:pic>
        <p:nvPicPr>
          <p:cNvPr id="76" name="Graphic 75" descr="Hierarchy with solid fill">
            <a:extLst>
              <a:ext uri="{FF2B5EF4-FFF2-40B4-BE49-F238E27FC236}">
                <ns2:creationId id="{5394E6E2-C166-D78E-4351-241A6F4681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780677" y="4584697"/>
            <a:ext cx="720000" cy="720000"/>
          </a:xfrm>
          <a:prstGeom prst="rect">
            <a:avLst/>
          </a:prstGeom>
        </p:spPr>
      </p:pic>
      <p:pic>
        <p:nvPicPr>
          <p:cNvPr id="80" name="Graphic 79" descr="Circles with arrows with solid fill">
            <a:extLst>
              <a:ext uri="{FF2B5EF4-FFF2-40B4-BE49-F238E27FC236}">
                <ns2:creationId id="{D63C9FBA-F931-F189-E9D2-01EE3C13CA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780677" y="3651962"/>
            <a:ext cx="720000" cy="720000"/>
          </a:xfrm>
          <a:prstGeom prst="rect">
            <a:avLst/>
          </a:prstGeom>
        </p:spPr>
      </p:pic>
      <p:pic>
        <p:nvPicPr>
          <p:cNvPr id="82" name="Graphic 81" descr="Database with solid fill">
            <a:extLst>
              <a:ext uri="{FF2B5EF4-FFF2-40B4-BE49-F238E27FC236}">
                <ns2:creationId id="{3F3C27C9-971A-04E9-C355-7DEE265C6ED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780677" y="2719228"/>
            <a:ext cx="720000" cy="720000"/>
          </a:xfrm>
          <a:prstGeom prst="rect">
            <a:avLst/>
          </a:prstGeom>
        </p:spPr>
      </p:pic>
      <p:pic>
        <p:nvPicPr>
          <p:cNvPr id="84" name="Graphic 83" descr="Clipboard Checked with solid fill">
            <a:extLst>
              <a:ext uri="{FF2B5EF4-FFF2-40B4-BE49-F238E27FC236}">
                <ns2:creationId id="{103D3E4B-E488-F605-6C34-BB11DAC40C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780677" y="1786495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ns5:creationId val="1653420550"/>
      </p:ext>
    </p:extLst>
  </p:cSld>
  <p:clrMapOvr>
    <a:masterClrMapping/>
  </p:clrMapOvr>
</p:sld>
</file>

<file path=ppt/slides/slide32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3536568-08D5-3BF2-98A9-B071C1D15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3982073-8C65-5A5A-57D7-06A157C83C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E295C1-65AA-C4FC-FBC5-946BEB18B2B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32" name="Group 131">
            <a:extLst>
              <a:ext uri="{FF2B5EF4-FFF2-40B4-BE49-F238E27FC236}">
                <ns2:creationId id="{ACA1F6FA-C941-0EDA-1C88-6DD9229F3D64}"/>
              </a:ext>
            </a:extLst>
          </p:cNvPr>
          <p:cNvGrpSpPr/>
          <p:nvPr/>
        </p:nvGrpSpPr>
        <p:grpSpPr>
          <a:xfrm>
            <a:off x="336119" y="1628775"/>
            <a:ext cx="11520919" cy="4679950"/>
            <a:chOff x="336119" y="1628775"/>
            <a:chExt cx="11520919" cy="4679950"/>
          </a:xfrm>
        </p:grpSpPr>
        <p:grpSp>
          <p:nvGrpSpPr>
            <p:cNvPr id="125" name="Group 124">
              <a:extLst>
                <a:ext uri="{FF2B5EF4-FFF2-40B4-BE49-F238E27FC236}">
                  <ns2:creationId id="{D4DBBD38-18B0-995B-71A1-B5C0E121CE8A}"/>
                </a:ext>
              </a:extLst>
            </p:cNvPr>
            <p:cNvGrpSpPr/>
            <p:nvPr/>
          </p:nvGrpSpPr>
          <p:grpSpPr>
            <a:xfrm>
              <a:off x="7285038" y="2597363"/>
              <a:ext cx="4572000" cy="3711362"/>
              <a:chOff x="7285038" y="2597363"/>
              <a:chExt cx="4572000" cy="3711362"/>
            </a:xfrm>
          </p:grpSpPr>
          <p:sp>
            <p:nvSpPr>
              <p:cNvPr id="26" name="TextBox 25">
                <a:extLst>
                  <a:ext uri="{FF2B5EF4-FFF2-40B4-BE49-F238E27FC236}">
                    <ns2:creationId id="{6EDE6FC8-EA44-3231-8C44-109077B027DA}"/>
                  </a:ext>
                </a:extLst>
              </p:cNvPr>
              <p:cNvSpPr txBox="1"/>
              <p:nvPr/>
            </p:nvSpPr>
            <p:spPr>
              <a:xfrm>
                <a:off x="7285038" y="2597363"/>
                <a:ext cx="4572000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4" name="Group 123">
                <a:extLst>
                  <a:ext uri="{FF2B5EF4-FFF2-40B4-BE49-F238E27FC236}">
                    <ns2:creationId id="{0D90E039-9FC7-952A-FCD7-BBC0790112E7}"/>
                  </a:ext>
                </a:extLst>
              </p:cNvPr>
              <p:cNvGrpSpPr/>
              <p:nvPr/>
            </p:nvGrpSpPr>
            <p:grpSpPr>
              <a:xfrm>
                <a:off x="7285038" y="3056862"/>
                <a:ext cx="4570842" cy="1527923"/>
                <a:chOff x="7285038" y="3056862"/>
                <a:chExt cx="4570842" cy="1527923"/>
              </a:xfrm>
            </p:grpSpPr>
            <p:sp>
              <p:nvSpPr>
                <p:cNvPr id="53" name="Rectangle: Rounded Corners 52">
                  <a:extLst>
                    <a:ext uri="{FF2B5EF4-FFF2-40B4-BE49-F238E27FC236}">
                      <ns2:creationId id="{B88D9643-BB38-A719-B02C-6E2E7D7C7300}"/>
                    </a:ext>
                  </a:extLst>
                </p:cNvPr>
                <p:cNvSpPr/>
                <p:nvPr/>
              </p:nvSpPr>
              <p:spPr>
                <a:xfrm>
                  <a:off x="7437437" y="3124197"/>
                  <a:ext cx="4418443" cy="1460588"/>
                </a:xfrm>
                <a:prstGeom prst="roundRect">
                  <a:avLst>
                    <a:gd name="adj" fmla="val 3697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5" name="background">
                  <a:extLst>
                    <a:ext uri="{FF2B5EF4-FFF2-40B4-BE49-F238E27FC236}">
                      <ns2:creationId id="{B112E2E8-EE86-B031-F36D-570A3E01CDA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85038" y="305686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1" name="Graphic 90" descr="Downward trend graph with solid fill">
                  <a:extLst>
                    <a:ext uri="{FF2B5EF4-FFF2-40B4-BE49-F238E27FC236}">
                      <ns2:creationId id="{7F7C4CFF-E034-8FE6-E9AD-0E8C413F0A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3972785"/>
                  <a:ext cx="612000" cy="612000"/>
                </a:xfrm>
                <a:prstGeom prst="rect">
                  <a:avLst/>
                </a:prstGeom>
              </p:spPr>
            </p:pic>
          </p:grpSp>
          <p:grpSp>
            <p:nvGrpSpPr>
              <p:cNvPr id="123" name="Group 122">
                <a:extLst>
                  <a:ext uri="{FF2B5EF4-FFF2-40B4-BE49-F238E27FC236}">
                    <ns2:creationId id="{8D2D3B35-7430-00C6-C1AF-B81BE2860B79}"/>
                  </a:ext>
                </a:extLst>
              </p:cNvPr>
              <p:cNvGrpSpPr/>
              <p:nvPr/>
            </p:nvGrpSpPr>
            <p:grpSpPr>
              <a:xfrm>
                <a:off x="7285038" y="4692688"/>
                <a:ext cx="4570842" cy="1616037"/>
                <a:chOff x="7285038" y="4692688"/>
                <a:chExt cx="4570842" cy="1616037"/>
              </a:xfrm>
            </p:grpSpPr>
            <p:sp>
              <p:nvSpPr>
                <p:cNvPr id="54" name="Rectangle: Rounded Corners 53">
                  <a:extLst>
                    <a:ext uri="{FF2B5EF4-FFF2-40B4-BE49-F238E27FC236}">
                      <ns2:creationId id="{249D0827-1268-E506-2502-5ABA9A341188}"/>
                    </a:ext>
                  </a:extLst>
                </p:cNvPr>
                <p:cNvSpPr/>
                <p:nvPr/>
              </p:nvSpPr>
              <p:spPr>
                <a:xfrm>
                  <a:off x="7437437" y="4750475"/>
                  <a:ext cx="4418443" cy="1558250"/>
                </a:xfrm>
                <a:prstGeom prst="roundRect">
                  <a:avLst>
                    <a:gd name="adj" fmla="val 3465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6" name="background">
                  <a:extLst>
                    <a:ext uri="{FF2B5EF4-FFF2-40B4-BE49-F238E27FC236}">
                      <ns2:creationId id="{EC81D67D-F9C9-9354-B0D1-338444367D7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85038" y="469268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3" name="Graphic 92" descr="Upward trend with solid fill">
                  <a:extLst>
                    <a:ext uri="{FF2B5EF4-FFF2-40B4-BE49-F238E27FC236}">
                      <ns2:creationId id="{18232298-9B19-9130-8FD8-62354D21BD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5696725"/>
                  <a:ext cx="612000" cy="612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Group 130">
              <a:extLst>
                <a:ext uri="{FF2B5EF4-FFF2-40B4-BE49-F238E27FC236}">
                  <ns2:creationId id="{6BDCB0BD-02B5-F2C0-7198-DA94231D006A}"/>
                </a:ext>
              </a:extLst>
            </p:cNvPr>
            <p:cNvGrpSpPr/>
            <p:nvPr/>
          </p:nvGrpSpPr>
          <p:grpSpPr>
            <a:xfrm>
              <a:off x="345122" y="1628775"/>
              <a:ext cx="11511916" cy="860425"/>
              <a:chOff x="345122" y="1628775"/>
              <a:chExt cx="11511916" cy="860425"/>
            </a:xfrm>
          </p:grpSpPr>
          <p:sp>
            <p:nvSpPr>
              <p:cNvPr id="7" name="Rectangle 6">
                <a:extLst>
                  <a:ext uri="{FF2B5EF4-FFF2-40B4-BE49-F238E27FC236}">
                    <ns2:creationId id="{AC22D26E-12AB-EB6C-A80B-11E58FA1994E}"/>
                  </a:ext>
                </a:extLst>
              </p:cNvPr>
              <p:cNvSpPr/>
              <p:nvPr/>
            </p:nvSpPr>
            <p:spPr>
              <a:xfrm>
                <a:off x="345122" y="1628775"/>
                <a:ext cx="1106488" cy="860425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Rectangle 9">
                <a:extLst>
                  <a:ext uri="{FF2B5EF4-FFF2-40B4-BE49-F238E27FC236}">
                    <ns2:creationId id="{3B892642-F187-19C2-E477-FEAD6107E131}"/>
                  </a:ext>
                </a:extLst>
              </p:cNvPr>
              <p:cNvSpPr/>
              <p:nvPr/>
            </p:nvSpPr>
            <p:spPr>
              <a:xfrm>
                <a:off x="1451610" y="1628775"/>
                <a:ext cx="10405428" cy="86042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ns2:creationId id="{C3BD650B-FFE5-92B7-7B66-19048CB3F585}"/>
                  </a:ext>
                </a:extLst>
              </p:cNvPr>
              <p:cNvGrpSpPr/>
              <p:nvPr/>
            </p:nvGrpSpPr>
            <p:grpSpPr>
              <a:xfrm>
                <a:off x="8435481" y="1725930"/>
                <a:ext cx="3337419" cy="679133"/>
                <a:chOff x="8435481" y="1725930"/>
                <a:chExt cx="3337419" cy="679133"/>
              </a:xfrm>
            </p:grpSpPr>
            <p:sp>
              <p:nvSpPr>
                <p:cNvPr id="16" name="Rectangle 15">
                  <a:extLst>
                    <a:ext uri="{FF2B5EF4-FFF2-40B4-BE49-F238E27FC236}">
                      <ns2:creationId id="{34232DAA-DF04-9CA8-47E6-ECA28E389639}"/>
                    </a:ext>
                  </a:extLst>
                </p:cNvPr>
                <p:cNvSpPr/>
                <p:nvPr/>
              </p:nvSpPr>
              <p:spPr>
                <a:xfrm>
                  <a:off x="8435481" y="1725930"/>
                  <a:ext cx="1250223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ns2:creationId id="{2A2C8B5A-1337-594F-E6C1-91D4478B7D90}"/>
                    </a:ext>
                  </a:extLst>
                </p:cNvPr>
                <p:cNvSpPr/>
                <p:nvPr/>
              </p:nvSpPr>
              <p:spPr>
                <a:xfrm>
                  <a:off x="9698256" y="1725930"/>
                  <a:ext cx="2074644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1" name="Graphic 100" descr="Document with solid fill">
                  <a:extLst>
                    <a:ext uri="{FF2B5EF4-FFF2-40B4-BE49-F238E27FC236}">
                      <ns2:creationId id="{88E492D1-2EDE-D3AC-DDDA-E581B24651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940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29" name="Group 128">
                <a:extLst>
                  <a:ext uri="{FF2B5EF4-FFF2-40B4-BE49-F238E27FC236}">
                    <ns2:creationId id="{7D2651BC-C95D-F4DD-3747-7416E0D8C014}"/>
                  </a:ext>
                </a:extLst>
              </p:cNvPr>
              <p:cNvGrpSpPr/>
              <p:nvPr/>
            </p:nvGrpSpPr>
            <p:grpSpPr>
              <a:xfrm>
                <a:off x="4994981" y="1725930"/>
                <a:ext cx="3337419" cy="679133"/>
                <a:chOff x="4994981" y="1725930"/>
                <a:chExt cx="3337419" cy="679133"/>
              </a:xfrm>
            </p:grpSpPr>
            <p:sp>
              <p:nvSpPr>
                <p:cNvPr id="15" name="Rectangle 14">
                  <a:extLst>
                    <a:ext uri="{FF2B5EF4-FFF2-40B4-BE49-F238E27FC236}">
                      <ns2:creationId id="{DD7D00B7-DEF4-DFC2-E169-6F0D43826101}"/>
                    </a:ext>
                  </a:extLst>
                </p:cNvPr>
                <p:cNvSpPr/>
                <p:nvPr/>
              </p:nvSpPr>
              <p:spPr>
                <a:xfrm>
                  <a:off x="4994981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ns2:creationId id="{A4DCE2E2-B7A7-E80E-232A-E81734A0ADD2}"/>
                    </a:ext>
                  </a:extLst>
                </p:cNvPr>
                <p:cNvSpPr/>
                <p:nvPr/>
              </p:nvSpPr>
              <p:spPr>
                <a:xfrm>
                  <a:off x="6257755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3" name="Graphic 102" descr="Fire with solid fill">
                  <a:extLst>
                    <a:ext uri="{FF2B5EF4-FFF2-40B4-BE49-F238E27FC236}">
                      <ns2:creationId id="{23EA45E0-9332-1C05-C5D5-9CA17C748C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535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30" name="Group 129">
                <a:extLst>
                  <a:ext uri="{FF2B5EF4-FFF2-40B4-BE49-F238E27FC236}">
                    <ns2:creationId id="{78CFFB23-D0CA-A80F-B892-644CD5FC6ED6}"/>
                  </a:ext>
                </a:extLst>
              </p:cNvPr>
              <p:cNvGrpSpPr/>
              <p:nvPr/>
            </p:nvGrpSpPr>
            <p:grpSpPr>
              <a:xfrm>
                <a:off x="1554480" y="1725930"/>
                <a:ext cx="3337419" cy="679133"/>
                <a:chOff x="1554480" y="1725930"/>
                <a:chExt cx="3337419" cy="679133"/>
              </a:xfrm>
            </p:grpSpPr>
            <p:sp>
              <p:nvSpPr>
                <p:cNvPr id="14" name="Rectangle 13">
                  <a:extLst>
                    <a:ext uri="{FF2B5EF4-FFF2-40B4-BE49-F238E27FC236}">
                      <ns2:creationId id="{5F98826F-80FA-DD1B-565C-8EC3A6E3D37A}"/>
                    </a:ext>
                  </a:extLst>
                </p:cNvPr>
                <p:cNvSpPr/>
                <p:nvPr/>
              </p:nvSpPr>
              <p:spPr>
                <a:xfrm>
                  <a:off x="1554480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ns2:creationId id="{FBF13BEF-4BB7-F88D-0CD6-E7BD1DC8B0DD}"/>
                    </a:ext>
                  </a:extLst>
                </p:cNvPr>
                <p:cNvSpPr/>
                <p:nvPr/>
              </p:nvSpPr>
              <p:spPr>
                <a:xfrm>
                  <a:off x="2817254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5" name="Graphic 104" descr="Medieval Armor with solid fill">
                  <a:extLst>
                    <a:ext uri="{FF2B5EF4-FFF2-40B4-BE49-F238E27FC236}">
                      <ns2:creationId id="{12B0B057-1C11-8A37-0758-459B6C94AD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13095" y="1867496"/>
                  <a:ext cx="396000" cy="39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7" name="Group 126">
              <a:extLst>
                <a:ext uri="{FF2B5EF4-FFF2-40B4-BE49-F238E27FC236}">
                  <ns2:creationId id="{14994273-1DE4-6EDF-A9C3-F61F4A2E601E}"/>
                </a:ext>
              </a:extLst>
            </p:cNvPr>
            <p:cNvGrpSpPr/>
            <p:nvPr/>
          </p:nvGrpSpPr>
          <p:grpSpPr>
            <a:xfrm>
              <a:off x="336119" y="2597363"/>
              <a:ext cx="6836206" cy="3711026"/>
              <a:chOff x="336119" y="2597363"/>
              <a:chExt cx="6836206" cy="3711026"/>
            </a:xfrm>
          </p:grpSpPr>
          <p:sp>
            <p:nvSpPr>
              <p:cNvPr id="24" name="TextBox 23">
                <a:extLst>
                  <a:ext uri="{FF2B5EF4-FFF2-40B4-BE49-F238E27FC236}">
                    <ns2:creationId id="{898ED8CC-12C8-A81C-78F4-2E82982AFACD}"/>
                  </a:ext>
                </a:extLst>
              </p:cNvPr>
              <p:cNvSpPr txBox="1"/>
              <p:nvPr/>
            </p:nvSpPr>
            <p:spPr>
              <a:xfrm>
                <a:off x="345123" y="2597363"/>
                <a:ext cx="6827202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</a:p>
            </p:txBody>
          </p:sp>
          <p:grpSp>
            <p:nvGrpSpPr>
              <p:cNvPr id="126" name="Group 125">
                <a:extLst>
                  <a:ext uri="{FF2B5EF4-FFF2-40B4-BE49-F238E27FC236}">
                    <ns2:creationId id="{A940108B-D1C3-D921-1649-E7EB8E262A27}"/>
                  </a:ext>
                </a:extLst>
              </p:cNvPr>
              <p:cNvGrpSpPr/>
              <p:nvPr/>
            </p:nvGrpSpPr>
            <p:grpSpPr>
              <a:xfrm>
                <a:off x="336119" y="3056862"/>
                <a:ext cx="6827203" cy="3251527"/>
                <a:chOff x="336119" y="3056862"/>
                <a:chExt cx="6827203" cy="3251527"/>
              </a:xfrm>
            </p:grpSpPr>
            <p:sp>
              <p:nvSpPr>
                <p:cNvPr id="27" name="Rectangle 26">
                  <a:extLst>
                    <a:ext uri="{FF2B5EF4-FFF2-40B4-BE49-F238E27FC236}">
                      <ns2:creationId id="{44C53E8B-50EA-BE5A-D19F-0357821B7A6C}"/>
                    </a:ext>
                  </a:extLst>
                </p:cNvPr>
                <p:cNvSpPr/>
                <p:nvPr/>
              </p:nvSpPr>
              <p:spPr>
                <a:xfrm>
                  <a:off x="336119" y="3056862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ns2:creationId id="{289F0138-0329-8EA2-333E-BA2DD57F1906}"/>
                    </a:ext>
                  </a:extLst>
                </p:cNvPr>
                <p:cNvSpPr/>
                <p:nvPr/>
              </p:nvSpPr>
              <p:spPr>
                <a:xfrm>
                  <a:off x="336119" y="3716744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TW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ns2:creationId id="{DEA0861C-F829-1B20-F5BC-1A4F7E4AD50B}"/>
                    </a:ext>
                  </a:extLst>
                </p:cNvPr>
                <p:cNvSpPr/>
                <p:nvPr/>
              </p:nvSpPr>
              <p:spPr>
                <a:xfrm>
                  <a:off x="336119" y="4376626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ns2:creationId id="{D907B8D8-5523-EE6B-D4E8-8EA16FD07F7E}"/>
                    </a:ext>
                  </a:extLst>
                </p:cNvPr>
                <p:cNvSpPr/>
                <p:nvPr/>
              </p:nvSpPr>
              <p:spPr>
                <a:xfrm>
                  <a:off x="336119" y="5036508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" name="Rectangle 30">
                  <a:extLst>
                    <a:ext uri="{FF2B5EF4-FFF2-40B4-BE49-F238E27FC236}">
                      <ns2:creationId id="{9AC989B0-AD0A-CD75-9FB6-1F6C7172A579}"/>
                    </a:ext>
                  </a:extLst>
                </p:cNvPr>
                <p:cNvSpPr/>
                <p:nvPr/>
              </p:nvSpPr>
              <p:spPr>
                <a:xfrm>
                  <a:off x="336119" y="5696389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Rectangle 32">
                  <a:extLst>
                    <a:ext uri="{FF2B5EF4-FFF2-40B4-BE49-F238E27FC236}">
                      <ns2:creationId id="{680F77BA-4AD2-FF87-ECF7-7B9740C06C90}"/>
                    </a:ext>
                  </a:extLst>
                </p:cNvPr>
                <p:cNvSpPr/>
                <p:nvPr/>
              </p:nvSpPr>
              <p:spPr>
                <a:xfrm>
                  <a:off x="1259789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ns2:creationId id="{8F0B182C-F083-A57D-ADF0-353FEB71EFA0}"/>
                    </a:ext>
                  </a:extLst>
                </p:cNvPr>
                <p:cNvSpPr/>
                <p:nvPr/>
              </p:nvSpPr>
              <p:spPr>
                <a:xfrm>
                  <a:off x="1259789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Excel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ns2:creationId id="{AEC435F7-30E6-D9CE-1E86-CED1E4EA2DF7}"/>
                    </a:ext>
                  </a:extLst>
                </p:cNvPr>
                <p:cNvSpPr/>
                <p:nvPr/>
              </p:nvSpPr>
              <p:spPr>
                <a:xfrm>
                  <a:off x="1259789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ns2:creationId id="{37A2A677-D473-9681-F3D0-1BDA7E709F30}"/>
                    </a:ext>
                  </a:extLst>
                </p:cNvPr>
                <p:cNvSpPr/>
                <p:nvPr/>
              </p:nvSpPr>
              <p:spPr>
                <a:xfrm>
                  <a:off x="1259789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ns2:creationId id="{8C6C5B14-1BD2-3DF3-9835-55CC52DA0E68}"/>
                    </a:ext>
                  </a:extLst>
                </p:cNvPr>
                <p:cNvSpPr/>
                <p:nvPr/>
              </p:nvSpPr>
              <p:spPr>
                <a:xfrm>
                  <a:off x="1259789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ns2:creationId id="{FDA7F55B-CA77-087E-2EC4-5A3AC92085BB}"/>
                    </a:ext>
                  </a:extLst>
                </p:cNvPr>
                <p:cNvSpPr/>
                <p:nvPr/>
              </p:nvSpPr>
              <p:spPr>
                <a:xfrm>
                  <a:off x="3261193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A1BB55A4-BA8D-7A61-F21F-8F2FABB49538}"/>
                    </a:ext>
                  </a:extLst>
                </p:cNvPr>
                <p:cNvSpPr/>
                <p:nvPr/>
              </p:nvSpPr>
              <p:spPr>
                <a:xfrm>
                  <a:off x="3261193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API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ns2:creationId id="{56427761-BB0F-C81C-AEAB-D35E9A138AAC}"/>
                    </a:ext>
                  </a:extLst>
                </p:cNvPr>
                <p:cNvSpPr/>
                <p:nvPr/>
              </p:nvSpPr>
              <p:spPr>
                <a:xfrm>
                  <a:off x="3261193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ns2:creationId id="{B307055C-3C87-6B3A-CEF4-ACA9DB437096}"/>
                    </a:ext>
                  </a:extLst>
                </p:cNvPr>
                <p:cNvSpPr/>
                <p:nvPr/>
              </p:nvSpPr>
              <p:spPr>
                <a:xfrm>
                  <a:off x="3261193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ns2:creationId id="{5AE2AEDC-4162-4B5D-E5CB-B8C8C58B6A5A}"/>
                    </a:ext>
                  </a:extLst>
                </p:cNvPr>
                <p:cNvSpPr/>
                <p:nvPr/>
              </p:nvSpPr>
              <p:spPr>
                <a:xfrm>
                  <a:off x="3261193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ns2:creationId id="{330F4432-0E68-CDC8-4626-29E7DB001941}"/>
                    </a:ext>
                  </a:extLst>
                </p:cNvPr>
                <p:cNvSpPr/>
                <p:nvPr/>
              </p:nvSpPr>
              <p:spPr>
                <a:xfrm>
                  <a:off x="5262597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ROI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ns2:creationId id="{CADBDAB9-F258-9DEA-F972-2219D5481B0E}"/>
                    </a:ext>
                  </a:extLst>
                </p:cNvPr>
                <p:cNvSpPr/>
                <p:nvPr/>
              </p:nvSpPr>
              <p:spPr>
                <a:xfrm>
                  <a:off x="5262597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ns2:creationId id="{5626D65A-6470-E12D-9046-F15610B577F7}"/>
                    </a:ext>
                  </a:extLst>
                </p:cNvPr>
                <p:cNvSpPr/>
                <p:nvPr/>
              </p:nvSpPr>
              <p:spPr>
                <a:xfrm>
                  <a:off x="5262597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ns2:creationId id="{2D1786EE-900A-6F89-36B8-8E5A97233D05}"/>
                    </a:ext>
                  </a:extLst>
                </p:cNvPr>
                <p:cNvSpPr/>
                <p:nvPr/>
              </p:nvSpPr>
              <p:spPr>
                <a:xfrm>
                  <a:off x="5262597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7" name="Rectangle 46">
                  <a:extLst>
                    <a:ext uri="{FF2B5EF4-FFF2-40B4-BE49-F238E27FC236}">
                      <ns2:creationId id="{A58E7478-BB6C-38C6-5D9C-EDC5113D1D28}"/>
                    </a:ext>
                  </a:extLst>
                </p:cNvPr>
                <p:cNvSpPr/>
                <p:nvPr/>
              </p:nvSpPr>
              <p:spPr>
                <a:xfrm>
                  <a:off x="5262597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95" name="Graphic 94" descr="Piggy Bank with solid fill">
                  <a:extLst>
                    <a:ext uri="{FF2B5EF4-FFF2-40B4-BE49-F238E27FC236}">
                      <ns2:creationId id="{42240C07-2790-6BE2-2AA1-1B26BD5CCA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38797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7" name="Graphic 96" descr="Star with solid fill">
                  <a:extLst>
                    <a:ext uri="{FF2B5EF4-FFF2-40B4-BE49-F238E27FC236}">
                      <ns2:creationId id="{B1F2A239-C4C8-DD56-8F07-BDD47EA067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2493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9" name="Graphic 98" descr="Marker with solid fill">
                  <a:extLst>
                    <a:ext uri="{FF2B5EF4-FFF2-40B4-BE49-F238E27FC236}">
                      <ns2:creationId id="{BEEFDDF1-C83E-9052-0E03-214472B2A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01089" y="3164862"/>
                  <a:ext cx="396000" cy="396000"/>
                </a:xfrm>
                <a:prstGeom prst="rect">
                  <a:avLst/>
                </a:prstGeom>
              </p:spPr>
            </p:pic>
            <p:cxnSp>
              <p:nvCxnSpPr>
                <p:cNvPr id="113" name="Straight Connector 112">
                  <a:extLst>
                    <a:ext uri="{FF2B5EF4-FFF2-40B4-BE49-F238E27FC236}">
                      <ns2:creationId id="{7B06084C-7524-628D-F6AD-760C551754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Straight Connector 114">
                  <a:extLst>
                    <a:ext uri="{FF2B5EF4-FFF2-40B4-BE49-F238E27FC236}">
                      <ns2:creationId id="{F6536EB9-F9FC-B537-18D4-DA4111CCFB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ns2:creationId id="{9F6C1956-64D1-2822-D3C3-DCF08D28F8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ns2:creationId id="{B5715DC5-27CC-40D5-4FA8-029C5DC908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Straight Connector 117">
                  <a:extLst>
                    <a:ext uri="{FF2B5EF4-FFF2-40B4-BE49-F238E27FC236}">
                      <ns2:creationId id="{B12C71C7-9BF2-428E-61D6-966070953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Straight Connector 118">
                  <a:extLst>
                    <a:ext uri="{FF2B5EF4-FFF2-40B4-BE49-F238E27FC236}">
                      <ns2:creationId id="{0D366469-3659-387A-7880-0D3EED9250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Straight Connector 119">
                  <a:extLst>
                    <a:ext uri="{FF2B5EF4-FFF2-40B4-BE49-F238E27FC236}">
                      <ns2:creationId id="{6B3228AA-2A0E-09C1-5101-AAFDB0BA5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>
                  <a:extLst>
                    <a:ext uri="{FF2B5EF4-FFF2-40B4-BE49-F238E27FC236}">
                      <ns2:creationId id="{E81A0824-0F07-E50C-DEEF-2695CADE4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Straight Connector 121">
                  <a:extLst>
                    <a:ext uri="{FF2B5EF4-FFF2-40B4-BE49-F238E27FC236}">
                      <ns2:creationId id="{D367E503-BC0D-34F2-8C70-1E60705CA8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4077210781"/>
      </p:ext>
    </p:extLst>
  </p:cSld>
  <p:clrMapOvr>
    <a:masterClrMapping/>
  </p:clrMapOvr>
</p:sld>
</file>

<file path=ppt/slides/slide3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EE7E12-3E2C-5BC4-8F0B-485C4CA66A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DCED11-3023-59D0-4D55-C6AC4BEF91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FE5C54A0-22ED-5539-7CE6-AF22974AD4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0D06E4CE-9EFC-4205-24A3-E5683C30FF10}"/>
              </a:ext>
            </a:extLst>
          </p:cNvPr>
          <p:cNvGrpSpPr/>
          <p:nvPr/>
        </p:nvGrpSpPr>
        <p:grpSpPr>
          <a:xfrm>
            <a:off x="334963" y="1639020"/>
            <a:ext cx="11522074" cy="427038"/>
            <a:chOff x="334963" y="1639020"/>
            <a:chExt cx="11522074" cy="427038"/>
          </a:xfrm>
        </p:grpSpPr>
        <p:sp>
          <p:nvSpPr>
            <p:cNvPr id="10" name="正方形/長方形 9">
              <a:extLst>
                <a:ext uri="{FF2B5EF4-FFF2-40B4-BE49-F238E27FC236}">
                  <ns2:creationId id="{159AECCD-7C64-600C-3D52-83BC9B389E1E}"/>
                </a:ext>
              </a:extLst>
            </p:cNvPr>
            <p:cNvSpPr/>
            <p:nvPr/>
          </p:nvSpPr>
          <p:spPr>
            <a:xfrm>
              <a:off x="334963" y="1639020"/>
              <a:ext cx="1597469" cy="427038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24000" tIns="0" rIns="0" bIns="36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3A4195A-93E8-59F3-93A6-5103F1328C03}"/>
                </a:ext>
              </a:extLst>
            </p:cNvPr>
            <p:cNvSpPr/>
            <p:nvPr/>
          </p:nvSpPr>
          <p:spPr>
            <a:xfrm>
              <a:off x="1999488" y="1639020"/>
              <a:ext cx="9857549" cy="4270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" name="グラフィックス 15" descr="拡大鏡 単色塗りつぶし">
              <a:extLst>
                <a:ext uri="{FF2B5EF4-FFF2-40B4-BE49-F238E27FC236}">
                  <ns2:creationId id="{937A71D9-C091-D051-E07E-26FB6FB28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6948" y="1726539"/>
              <a:ext cx="252000" cy="252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D6D1C2A-6AD9-2804-4E70-C6DB624BC416}"/>
              </a:ext>
            </a:extLst>
          </p:cNvPr>
          <p:cNvGrpSpPr/>
          <p:nvPr/>
        </p:nvGrpSpPr>
        <p:grpSpPr>
          <a:xfrm>
            <a:off x="334964" y="2209888"/>
            <a:ext cx="5761037" cy="4098837"/>
            <a:chOff x="334964" y="2209888"/>
            <a:chExt cx="5761037" cy="4098837"/>
          </a:xfrm>
        </p:grpSpPr>
        <p:sp>
          <p:nvSpPr>
            <p:cNvPr id="18" name="正方形/長方形 17">
              <a:extLst>
                <a:ext uri="{FF2B5EF4-FFF2-40B4-BE49-F238E27FC236}">
                  <ns2:creationId id="{C35F613C-169C-7073-6AC6-B77B72840ACB}"/>
                </a:ext>
              </a:extLst>
            </p:cNvPr>
            <p:cNvSpPr/>
            <p:nvPr/>
          </p:nvSpPr>
          <p:spPr>
            <a:xfrm>
              <a:off x="334964" y="2889250"/>
              <a:ext cx="321252" cy="297822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B876FA3E-8D2C-2228-2541-E5E434E78ED4}"/>
                </a:ext>
              </a:extLst>
            </p:cNvPr>
            <p:cNvSpPr/>
            <p:nvPr/>
          </p:nvSpPr>
          <p:spPr>
            <a:xfrm>
              <a:off x="798995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CE07BDE-BADF-E1F8-11D0-082C1A1F4F12}"/>
                </a:ext>
              </a:extLst>
            </p:cNvPr>
            <p:cNvSpPr/>
            <p:nvPr/>
          </p:nvSpPr>
          <p:spPr>
            <a:xfrm>
              <a:off x="3474498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AD4A2F76-10C8-8085-18C4-49F250A7189F}"/>
                </a:ext>
              </a:extLst>
            </p:cNvPr>
            <p:cNvSpPr/>
            <p:nvPr/>
          </p:nvSpPr>
          <p:spPr>
            <a:xfrm>
              <a:off x="798995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8E03943-60EE-E2CA-7BD8-D227622B301E}"/>
                </a:ext>
              </a:extLst>
            </p:cNvPr>
            <p:cNvSpPr/>
            <p:nvPr/>
          </p:nvSpPr>
          <p:spPr>
            <a:xfrm>
              <a:off x="3474498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159CA488-0E81-4581-EBB3-F61A0626CC0A}"/>
                </a:ext>
              </a:extLst>
            </p:cNvPr>
            <p:cNvCxnSpPr/>
            <p:nvPr/>
          </p:nvCxnSpPr>
          <p:spPr>
            <a:xfrm>
              <a:off x="656216" y="2889250"/>
              <a:ext cx="0" cy="297822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楕円 33">
              <a:extLst>
                <a:ext uri="{FF2B5EF4-FFF2-40B4-BE49-F238E27FC236}">
                  <ns2:creationId id="{ECC79419-30F3-FD00-48CE-111F314E41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1746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" name="楕円 34">
              <a:extLst>
                <a:ext uri="{FF2B5EF4-FFF2-40B4-BE49-F238E27FC236}">
                  <ns2:creationId id="{648FAEEF-F863-7CAE-439B-F6362E2E77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07249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B8DAC3CC-1579-3CAF-60FF-3308D129EC61}"/>
                </a:ext>
              </a:extLst>
            </p:cNvPr>
            <p:cNvCxnSpPr/>
            <p:nvPr/>
          </p:nvCxnSpPr>
          <p:spPr>
            <a:xfrm>
              <a:off x="2109746" y="3100362"/>
              <a:ext cx="0" cy="255600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正方形/長方形 39">
              <a:extLst>
                <a:ext uri="{FF2B5EF4-FFF2-40B4-BE49-F238E27FC236}">
                  <ns2:creationId id="{2ACF1F37-E62B-A868-F54C-1EA23948C346}"/>
                </a:ext>
              </a:extLst>
            </p:cNvPr>
            <p:cNvSpPr/>
            <p:nvPr/>
          </p:nvSpPr>
          <p:spPr>
            <a:xfrm>
              <a:off x="831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5ABD9C1-4480-F2B2-7A62-24A77FA47793}"/>
                </a:ext>
              </a:extLst>
            </p:cNvPr>
            <p:cNvSpPr/>
            <p:nvPr/>
          </p:nvSpPr>
          <p:spPr>
            <a:xfrm>
              <a:off x="2109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楕円 43">
              <a:extLst>
                <a:ext uri="{FF2B5EF4-FFF2-40B4-BE49-F238E27FC236}">
                  <ns2:creationId id="{BF56C38A-41E0-B42C-2F83-93DD4A3034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09142" y="348763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楕円 56">
              <a:extLst>
                <a:ext uri="{FF2B5EF4-FFF2-40B4-BE49-F238E27FC236}">
                  <ns2:creationId id="{F4D282A9-B7CC-D0AE-AD94-E6380BA6D8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18938" y="4993973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楕円 57">
              <a:extLst>
                <a:ext uri="{FF2B5EF4-FFF2-40B4-BE49-F238E27FC236}">
                  <ns2:creationId id="{56E5007E-6AF9-70AE-4A94-AEF52370F1B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72745" y="3435515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9" name="楕円 58">
              <a:extLst>
                <a:ext uri="{FF2B5EF4-FFF2-40B4-BE49-F238E27FC236}">
                  <ns2:creationId id="{067E7F2A-A78E-1A9C-03F9-3351CB4E71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16251" y="3926994"/>
              <a:ext cx="540000" cy="540000"/>
            </a:xfrm>
            <a:prstGeom prst="ellipse">
              <a:avLst/>
            </a:prstGeom>
            <a:solidFill>
              <a:srgbClr val="008000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楕円 59">
              <a:extLst>
                <a:ext uri="{FF2B5EF4-FFF2-40B4-BE49-F238E27FC236}">
                  <ns2:creationId id="{94BF84AF-3699-675D-FE24-8D7F1670E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72496" y="3159000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楕円 67">
              <a:extLst>
                <a:ext uri="{FF2B5EF4-FFF2-40B4-BE49-F238E27FC236}">
                  <ns2:creationId id="{5BEA5EA4-2E80-3C43-1A6E-3A2FABFF9E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618103" y="3769201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楕円 68">
              <a:extLst>
                <a:ext uri="{FF2B5EF4-FFF2-40B4-BE49-F238E27FC236}">
                  <ns2:creationId id="{757D50FE-6DEA-9B3E-EDDF-4B6292D6B4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1590" y="5010036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" name="楕円 69">
              <a:extLst>
                <a:ext uri="{FF2B5EF4-FFF2-40B4-BE49-F238E27FC236}">
                  <ns2:creationId id="{5BB1959A-566E-1E01-AADB-E586BEC74B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29435" y="4551014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楕円 70">
              <a:extLst>
                <a:ext uri="{FF2B5EF4-FFF2-40B4-BE49-F238E27FC236}">
                  <ns2:creationId id="{0512CAE1-E8C1-8384-C5E2-4DE30E3FD7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7603" y="4319662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2" name="楕円 71">
              <a:extLst>
                <a:ext uri="{FF2B5EF4-FFF2-40B4-BE49-F238E27FC236}">
                  <ns2:creationId id="{16239D38-7539-B913-4581-D4D0A074D5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4187" y="417745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3827C2D1-D413-4B48-7DB8-BA8CD2C184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22355" y="4718012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楕円 95">
              <a:extLst>
                <a:ext uri="{FF2B5EF4-FFF2-40B4-BE49-F238E27FC236}">
                  <ns2:creationId id="{4D770089-15F7-FFAB-C062-ED1CA31CF3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76271" y="4104228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852E368-3737-05FC-7C16-7EFE44EE0F49}"/>
                </a:ext>
              </a:extLst>
            </p:cNvPr>
            <p:cNvGrpSpPr/>
            <p:nvPr/>
          </p:nvGrpSpPr>
          <p:grpSpPr>
            <a:xfrm>
              <a:off x="798994" y="2209888"/>
              <a:ext cx="5297005" cy="291957"/>
              <a:chOff x="334962" y="2209888"/>
              <a:chExt cx="5761038" cy="291957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921F72D5-33E6-910F-FCD2-8104F48F82C3}"/>
                  </a:ext>
                </a:extLst>
              </p:cNvPr>
              <p:cNvSpPr/>
              <p:nvPr/>
            </p:nvSpPr>
            <p:spPr>
              <a:xfrm>
                <a:off x="334962" y="2209888"/>
                <a:ext cx="5728285" cy="23640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" name="直線コネクタ 3">
                <a:extLst>
                  <a:ext uri="{FF2B5EF4-FFF2-40B4-BE49-F238E27FC236}">
                    <ns2:creationId id="{16536D60-9A19-A74B-59B6-86245C4EF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2501845"/>
                <a:ext cx="576103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" name="グループ化 20">
            <a:extLst>
              <a:ext uri="{FF2B5EF4-FFF2-40B4-BE49-F238E27FC236}">
                <ns2:creationId id="{1FFD086F-51EC-2857-D404-76A8E61C46AE}"/>
              </a:ext>
            </a:extLst>
          </p:cNvPr>
          <p:cNvGrpSpPr/>
          <p:nvPr/>
        </p:nvGrpSpPr>
        <p:grpSpPr>
          <a:xfrm>
            <a:off x="6422571" y="2256515"/>
            <a:ext cx="5434467" cy="4052209"/>
            <a:chOff x="6422571" y="2256515"/>
            <a:chExt cx="5434467" cy="4052209"/>
          </a:xfrm>
        </p:grpSpPr>
        <p:sp>
          <p:nvSpPr>
            <p:cNvPr id="181" name="二等辺三角形 180">
              <a:extLst>
                <a:ext uri="{FF2B5EF4-FFF2-40B4-BE49-F238E27FC236}">
                  <ns2:creationId id="{F697D1C5-7E5E-7F72-D449-A9F1D6A838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3354230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3" name="十字形 182">
              <a:extLst>
                <a:ext uri="{FF2B5EF4-FFF2-40B4-BE49-F238E27FC236}">
                  <ns2:creationId id="{09049A52-5DCE-2B60-FB57-44CFD7EA85C5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10765293" y="3843630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6" name="二等辺三角形 185">
              <a:extLst>
                <a:ext uri="{FF2B5EF4-FFF2-40B4-BE49-F238E27FC236}">
                  <ns2:creationId id="{F931943B-B74C-3ACF-0254-6573851153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4369828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7" name="二等辺三角形 186">
              <a:extLst>
                <a:ext uri="{FF2B5EF4-FFF2-40B4-BE49-F238E27FC236}">
                  <ns2:creationId id="{A510147B-5DE9-2758-3F77-8D2EE66CCA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4" name="楕円 193">
              <a:extLst>
                <a:ext uri="{FF2B5EF4-FFF2-40B4-BE49-F238E27FC236}">
                  <ns2:creationId id="{3DF8FEA9-D771-7CE6-CFDA-D59C8707CF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4877228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5" name="楕円 194">
              <a:extLst>
                <a:ext uri="{FF2B5EF4-FFF2-40B4-BE49-F238E27FC236}">
                  <ns2:creationId id="{6C81D2AF-A195-240F-A56C-8F0E653C93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53850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2" name="十字形 181">
              <a:extLst>
                <a:ext uri="{FF2B5EF4-FFF2-40B4-BE49-F238E27FC236}">
                  <ns2:creationId id="{353F4702-55BE-1C7C-6A7A-9802537BA56A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3" y="33358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4" name="十字形 183">
              <a:extLst>
                <a:ext uri="{FF2B5EF4-FFF2-40B4-BE49-F238E27FC236}">
                  <ns2:creationId id="{7B27B5BE-7ECD-F508-FFA2-8E47DC92474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38436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5" name="十字形 184">
              <a:extLst>
                <a:ext uri="{FF2B5EF4-FFF2-40B4-BE49-F238E27FC236}">
                  <ns2:creationId id="{9B2DBF14-EECC-0809-5891-D6C8227B34D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5874824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90" name="二等辺三角形 189">
              <a:extLst>
                <a:ext uri="{FF2B5EF4-FFF2-40B4-BE49-F238E27FC236}">
                  <ns2:creationId id="{24863B2E-4E0C-CB1C-2A4A-7D8ACAC13E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5385425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1" name="二等辺三角形 190">
              <a:extLst>
                <a:ext uri="{FF2B5EF4-FFF2-40B4-BE49-F238E27FC236}">
                  <ns2:creationId id="{AA9071EF-DEAE-00BA-49BB-35B438003A4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4877626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grpSp>
          <p:nvGrpSpPr>
            <p:cNvPr id="199" name="グループ化 198">
              <a:extLst>
                <a:ext uri="{FF2B5EF4-FFF2-40B4-BE49-F238E27FC236}">
                  <ns2:creationId id="{151337FD-2717-940D-0EEC-9900C5EC1BD5}"/>
                </a:ext>
              </a:extLst>
            </p:cNvPr>
            <p:cNvGrpSpPr/>
            <p:nvPr/>
          </p:nvGrpSpPr>
          <p:grpSpPr>
            <a:xfrm>
              <a:off x="8959805" y="4369429"/>
              <a:ext cx="360000" cy="360000"/>
              <a:chOff x="12774326" y="914400"/>
              <a:chExt cx="360000" cy="360000"/>
            </a:xfrm>
          </p:grpSpPr>
          <p:sp>
            <p:nvSpPr>
              <p:cNvPr id="200" name="楕円 199">
                <a:extLst>
                  <a:ext uri="{FF2B5EF4-FFF2-40B4-BE49-F238E27FC236}">
                    <ns2:creationId id="{0AE4E016-2256-7AE3-2527-6180467BDB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201" name="楕円 200">
                <a:extLst>
                  <a:ext uri="{FF2B5EF4-FFF2-40B4-BE49-F238E27FC236}">
                    <ns2:creationId id="{034C91FA-7001-433D-D3CC-B2DD83004D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180" name="楕円 179">
              <a:extLst>
                <a:ext uri="{FF2B5EF4-FFF2-40B4-BE49-F238E27FC236}">
                  <ns2:creationId id="{0A7E2817-8F6E-8EBB-96C7-02D7972DFC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353832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8" name="二等辺三角形 187">
              <a:extLst>
                <a:ext uri="{FF2B5EF4-FFF2-40B4-BE49-F238E27FC236}">
                  <ns2:creationId id="{279415C6-86F0-59AC-2676-ED4B7E13F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9" name="二等辺三角形 188">
              <a:extLst>
                <a:ext uri="{FF2B5EF4-FFF2-40B4-BE49-F238E27FC236}">
                  <ns2:creationId id="{F03053FD-0045-47E7-0B39-79FD1E713F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385422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2" name="楕円 191">
              <a:extLst>
                <a:ext uri="{FF2B5EF4-FFF2-40B4-BE49-F238E27FC236}">
                  <ns2:creationId id="{C80E6795-430E-FA4E-C8CB-0DD26561A8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861630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3" name="楕円 192">
              <a:extLst>
                <a:ext uri="{FF2B5EF4-FFF2-40B4-BE49-F238E27FC236}">
                  <ns2:creationId id="{ADD2660E-A06B-49ED-C664-4A177802E0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48772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grpSp>
          <p:nvGrpSpPr>
            <p:cNvPr id="198" name="グループ化 197">
              <a:extLst>
                <a:ext uri="{FF2B5EF4-FFF2-40B4-BE49-F238E27FC236}">
                  <ns2:creationId id="{E79EFC56-BA11-9951-837C-B3EAB574F69E}"/>
                </a:ext>
              </a:extLst>
            </p:cNvPr>
            <p:cNvGrpSpPr/>
            <p:nvPr/>
          </p:nvGrpSpPr>
          <p:grpSpPr>
            <a:xfrm>
              <a:off x="7136316" y="4369428"/>
              <a:ext cx="360000" cy="360000"/>
              <a:chOff x="12774326" y="914400"/>
              <a:chExt cx="360000" cy="360000"/>
            </a:xfrm>
          </p:grpSpPr>
          <p:sp>
            <p:nvSpPr>
              <p:cNvPr id="196" name="楕円 195">
                <a:extLst>
                  <a:ext uri="{FF2B5EF4-FFF2-40B4-BE49-F238E27FC236}">
                    <ns2:creationId id="{55451D7A-1A00-0AA1-766D-AF25BA8FF9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197" name="楕円 196">
                <a:extLst>
                  <a:ext uri="{FF2B5EF4-FFF2-40B4-BE49-F238E27FC236}">
                    <ns2:creationId id="{3DBFDF48-5B28-BAF5-2A56-E890986E7A4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74" name="正方形/長方形 73">
              <a:extLst>
                <a:ext uri="{FF2B5EF4-FFF2-40B4-BE49-F238E27FC236}">
                  <ns2:creationId id="{BD8131B8-1370-74AB-D134-1818FE58F302}"/>
                </a:ext>
              </a:extLst>
            </p:cNvPr>
            <p:cNvSpPr/>
            <p:nvPr/>
          </p:nvSpPr>
          <p:spPr>
            <a:xfrm>
              <a:off x="6422571" y="2481090"/>
              <a:ext cx="5434467" cy="270000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zh-TW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4943DE3-5956-38F9-D363-00F5E18AFE42}"/>
                </a:ext>
              </a:extLst>
            </p:cNvPr>
            <p:cNvSpPr/>
            <p:nvPr/>
          </p:nvSpPr>
          <p:spPr>
            <a:xfrm>
              <a:off x="6422571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4E8CEDD2-399E-F8B5-CCD8-5E0CEDC61508}"/>
                </a:ext>
              </a:extLst>
            </p:cNvPr>
            <p:cNvSpPr/>
            <p:nvPr/>
          </p:nvSpPr>
          <p:spPr>
            <a:xfrm>
              <a:off x="8246060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56447D2B-1B12-202F-872B-CFEA16AA1C74}"/>
                </a:ext>
              </a:extLst>
            </p:cNvPr>
            <p:cNvSpPr/>
            <p:nvPr/>
          </p:nvSpPr>
          <p:spPr>
            <a:xfrm>
              <a:off x="10069549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316CE56F-2ACE-9E42-C4D7-DD2B6B744129}"/>
                </a:ext>
              </a:extLst>
            </p:cNvPr>
            <p:cNvSpPr/>
            <p:nvPr/>
          </p:nvSpPr>
          <p:spPr>
            <a:xfrm>
              <a:off x="6422571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3A093792-4795-0A49-912F-46E269448B46}"/>
                </a:ext>
              </a:extLst>
            </p:cNvPr>
            <p:cNvSpPr/>
            <p:nvPr/>
          </p:nvSpPr>
          <p:spPr>
            <a:xfrm>
              <a:off x="8246060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ED300CB-1827-6DD3-DE5B-6801CD472971}"/>
                </a:ext>
              </a:extLst>
            </p:cNvPr>
            <p:cNvSpPr/>
            <p:nvPr/>
          </p:nvSpPr>
          <p:spPr>
            <a:xfrm>
              <a:off x="10069549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A6B7C7AF-6FA5-422F-270D-30228557BF9A}"/>
                </a:ext>
              </a:extLst>
            </p:cNvPr>
            <p:cNvSpPr/>
            <p:nvPr/>
          </p:nvSpPr>
          <p:spPr>
            <a:xfrm>
              <a:off x="6422571" y="3805731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71862B97-F473-6663-07C5-7A8E8D2C0070}"/>
                </a:ext>
              </a:extLst>
            </p:cNvPr>
            <p:cNvSpPr/>
            <p:nvPr/>
          </p:nvSpPr>
          <p:spPr>
            <a:xfrm>
              <a:off x="8246060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467B5C9F-08F5-6870-CBE3-C71600BE5416}"/>
                </a:ext>
              </a:extLst>
            </p:cNvPr>
            <p:cNvSpPr/>
            <p:nvPr/>
          </p:nvSpPr>
          <p:spPr>
            <a:xfrm>
              <a:off x="10069549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21229C8-98A1-F002-AD5E-B601A6351708}"/>
                </a:ext>
              </a:extLst>
            </p:cNvPr>
            <p:cNvSpPr/>
            <p:nvPr/>
          </p:nvSpPr>
          <p:spPr>
            <a:xfrm>
              <a:off x="6422571" y="43135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CA572959-ECDF-322E-7DCF-5A7E04167555}"/>
                </a:ext>
              </a:extLst>
            </p:cNvPr>
            <p:cNvSpPr/>
            <p:nvPr/>
          </p:nvSpPr>
          <p:spPr>
            <a:xfrm>
              <a:off x="8246060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1D980D1-ACC7-ECD4-D524-2463CAA022B8}"/>
                </a:ext>
              </a:extLst>
            </p:cNvPr>
            <p:cNvSpPr/>
            <p:nvPr/>
          </p:nvSpPr>
          <p:spPr>
            <a:xfrm>
              <a:off x="10069549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57FFA1A-85D5-EA5B-3E51-FBE1CB752920}"/>
                </a:ext>
              </a:extLst>
            </p:cNvPr>
            <p:cNvSpPr/>
            <p:nvPr/>
          </p:nvSpPr>
          <p:spPr>
            <a:xfrm>
              <a:off x="6422571" y="48213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B48A04E2-DCEE-F58B-004C-E744792C4E2A}"/>
                </a:ext>
              </a:extLst>
            </p:cNvPr>
            <p:cNvSpPr/>
            <p:nvPr/>
          </p:nvSpPr>
          <p:spPr>
            <a:xfrm>
              <a:off x="8246060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43A66CFB-8989-E24A-2560-4EC474C8B598}"/>
                </a:ext>
              </a:extLst>
            </p:cNvPr>
            <p:cNvSpPr/>
            <p:nvPr/>
          </p:nvSpPr>
          <p:spPr>
            <a:xfrm>
              <a:off x="10069549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16D51529-8651-BE53-6B73-7F9D43D940EB}"/>
                </a:ext>
              </a:extLst>
            </p:cNvPr>
            <p:cNvSpPr/>
            <p:nvPr/>
          </p:nvSpPr>
          <p:spPr>
            <a:xfrm>
              <a:off x="6422571" y="5329125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B7094D9D-B862-1807-1DD9-4F9EE73B8D9D}"/>
                </a:ext>
              </a:extLst>
            </p:cNvPr>
            <p:cNvSpPr/>
            <p:nvPr/>
          </p:nvSpPr>
          <p:spPr>
            <a:xfrm>
              <a:off x="8246060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736C60E-E71B-F187-1C90-38D37541D809}"/>
                </a:ext>
              </a:extLst>
            </p:cNvPr>
            <p:cNvSpPr/>
            <p:nvPr/>
          </p:nvSpPr>
          <p:spPr>
            <a:xfrm>
              <a:off x="10069549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F1FAAD34-A7CD-23A6-AE8D-B356CFA16841}"/>
                </a:ext>
              </a:extLst>
            </p:cNvPr>
            <p:cNvSpPr/>
            <p:nvPr/>
          </p:nvSpPr>
          <p:spPr>
            <a:xfrm>
              <a:off x="6422571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9E43C697-598E-966B-C971-4BD15C61CAD5}"/>
                </a:ext>
              </a:extLst>
            </p:cNvPr>
            <p:cNvSpPr/>
            <p:nvPr/>
          </p:nvSpPr>
          <p:spPr>
            <a:xfrm>
              <a:off x="8246060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D83D95A1-147A-D912-1503-2ECC325C9D16}"/>
                </a:ext>
              </a:extLst>
            </p:cNvPr>
            <p:cNvSpPr/>
            <p:nvPr/>
          </p:nvSpPr>
          <p:spPr>
            <a:xfrm>
              <a:off x="10069549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65" name="直線コネクタ 164">
              <a:extLst>
                <a:ext uri="{FF2B5EF4-FFF2-40B4-BE49-F238E27FC236}">
                  <ns2:creationId id="{BC7F74CC-F125-BD7E-5B0E-23B43B31D974}"/>
                </a:ext>
              </a:extLst>
            </p:cNvPr>
            <p:cNvCxnSpPr/>
            <p:nvPr/>
          </p:nvCxnSpPr>
          <p:spPr>
            <a:xfrm>
              <a:off x="6422571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F7AF8BB5-6DBB-19CA-C836-0B5A988779D9}"/>
                </a:ext>
              </a:extLst>
            </p:cNvPr>
            <p:cNvCxnSpPr/>
            <p:nvPr/>
          </p:nvCxnSpPr>
          <p:spPr>
            <a:xfrm>
              <a:off x="6422571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7A5795BB-B2C0-C329-CEC7-AC2A12B66EF7}"/>
                </a:ext>
              </a:extLst>
            </p:cNvPr>
            <p:cNvCxnSpPr/>
            <p:nvPr/>
          </p:nvCxnSpPr>
          <p:spPr>
            <a:xfrm>
              <a:off x="6422571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7C4BC261-E9D7-AB44-CB14-7226F3BF1BA1}"/>
                </a:ext>
              </a:extLst>
            </p:cNvPr>
            <p:cNvCxnSpPr/>
            <p:nvPr/>
          </p:nvCxnSpPr>
          <p:spPr>
            <a:xfrm>
              <a:off x="6422571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82A86577-051B-DFEE-07ED-EDC51C3007BA}"/>
                </a:ext>
              </a:extLst>
            </p:cNvPr>
            <p:cNvCxnSpPr/>
            <p:nvPr/>
          </p:nvCxnSpPr>
          <p:spPr>
            <a:xfrm>
              <a:off x="6422571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0F39C3F5-D90F-0CFF-7940-38EA5848E9A1}"/>
                </a:ext>
              </a:extLst>
            </p:cNvPr>
            <p:cNvCxnSpPr/>
            <p:nvPr/>
          </p:nvCxnSpPr>
          <p:spPr>
            <a:xfrm>
              <a:off x="8246060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18F3127B-0FDE-1381-2178-E0E26C146B05}"/>
                </a:ext>
              </a:extLst>
            </p:cNvPr>
            <p:cNvCxnSpPr/>
            <p:nvPr/>
          </p:nvCxnSpPr>
          <p:spPr>
            <a:xfrm>
              <a:off x="8246060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41902450-17B5-BA56-0689-1AA4E12CB733}"/>
                </a:ext>
              </a:extLst>
            </p:cNvPr>
            <p:cNvCxnSpPr/>
            <p:nvPr/>
          </p:nvCxnSpPr>
          <p:spPr>
            <a:xfrm>
              <a:off x="8246060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250C0EDA-B9A9-4AE3-C009-54148612FB19}"/>
                </a:ext>
              </a:extLst>
            </p:cNvPr>
            <p:cNvCxnSpPr/>
            <p:nvPr/>
          </p:nvCxnSpPr>
          <p:spPr>
            <a:xfrm>
              <a:off x="8246060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9187AA2D-DE7E-EF48-7908-9C4F9D20B408}"/>
                </a:ext>
              </a:extLst>
            </p:cNvPr>
            <p:cNvCxnSpPr/>
            <p:nvPr/>
          </p:nvCxnSpPr>
          <p:spPr>
            <a:xfrm>
              <a:off x="8246060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7FB8BDE0-0F3C-C8AE-638D-240A41B03959}"/>
                </a:ext>
              </a:extLst>
            </p:cNvPr>
            <p:cNvCxnSpPr/>
            <p:nvPr/>
          </p:nvCxnSpPr>
          <p:spPr>
            <a:xfrm>
              <a:off x="10069548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10A2A74F-8E20-7AC1-078A-84F06827B701}"/>
                </a:ext>
              </a:extLst>
            </p:cNvPr>
            <p:cNvCxnSpPr/>
            <p:nvPr/>
          </p:nvCxnSpPr>
          <p:spPr>
            <a:xfrm>
              <a:off x="10069548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1F48C9F3-700F-07AC-29E9-4F24A64ED071}"/>
                </a:ext>
              </a:extLst>
            </p:cNvPr>
            <p:cNvCxnSpPr/>
            <p:nvPr/>
          </p:nvCxnSpPr>
          <p:spPr>
            <a:xfrm>
              <a:off x="10069548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9D3F9268-CF6D-1365-2935-D15AD11BFDAD}"/>
                </a:ext>
              </a:extLst>
            </p:cNvPr>
            <p:cNvCxnSpPr/>
            <p:nvPr/>
          </p:nvCxnSpPr>
          <p:spPr>
            <a:xfrm>
              <a:off x="10069548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F96A7C90-350B-DF73-CCCB-A0088E3FBD26}"/>
                </a:ext>
              </a:extLst>
            </p:cNvPr>
            <p:cNvCxnSpPr/>
            <p:nvPr/>
          </p:nvCxnSpPr>
          <p:spPr>
            <a:xfrm>
              <a:off x="10069548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A8B110ED-32EF-8BC8-266E-EDF93BDAA3ED}"/>
                </a:ext>
              </a:extLst>
            </p:cNvPr>
            <p:cNvGrpSpPr/>
            <p:nvPr/>
          </p:nvGrpSpPr>
          <p:grpSpPr>
            <a:xfrm>
              <a:off x="6422572" y="2256515"/>
              <a:ext cx="5434466" cy="185531"/>
              <a:chOff x="6422572" y="2565560"/>
              <a:chExt cx="5434466" cy="185531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3E3D322-332F-AB75-0557-682864DBD483}"/>
                  </a:ext>
                </a:extLst>
              </p:cNvPr>
              <p:cNvSpPr/>
              <p:nvPr/>
            </p:nvSpPr>
            <p:spPr>
              <a:xfrm>
                <a:off x="6422572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C14E3EF7-DE33-FF4E-E0A1-A999802C956F}"/>
                  </a:ext>
                </a:extLst>
              </p:cNvPr>
              <p:cNvSpPr/>
              <p:nvPr/>
            </p:nvSpPr>
            <p:spPr>
              <a:xfrm>
                <a:off x="8246061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4BBD763F-4B6F-07D7-2C08-0CEC281F841A}"/>
                  </a:ext>
                </a:extLst>
              </p:cNvPr>
              <p:cNvSpPr/>
              <p:nvPr/>
            </p:nvSpPr>
            <p:spPr>
              <a:xfrm>
                <a:off x="10069550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F35332CC-670C-A5BE-7EE9-F50BC00D1ADD}"/>
                  </a:ext>
                </a:extLst>
              </p:cNvPr>
              <p:cNvSpPr/>
              <p:nvPr/>
            </p:nvSpPr>
            <p:spPr>
              <a:xfrm>
                <a:off x="6921668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619E398-6360-D8B9-B279-B5F12FC2D8C3}"/>
                  </a:ext>
                </a:extLst>
              </p:cNvPr>
              <p:cNvSpPr/>
              <p:nvPr/>
            </p:nvSpPr>
            <p:spPr>
              <a:xfrm>
                <a:off x="8745157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99F8FC2-3BDC-4278-24B3-F105B2AD3CD5}"/>
                  </a:ext>
                </a:extLst>
              </p:cNvPr>
              <p:cNvSpPr/>
              <p:nvPr/>
            </p:nvSpPr>
            <p:spPr>
              <a:xfrm>
                <a:off x="10568646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797816178"/>
      </p:ext>
    </p:extLst>
  </p:cSld>
  <p:clrMapOvr>
    <a:masterClrMapping/>
  </p:clrMapOvr>
</p:sld>
</file>

<file path=ppt/slides/slide3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04FFB9B-1F3F-7257-12C6-C12D0AB82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タイトル 20">
            <a:extLst>
              <a:ext uri="{FF2B5EF4-FFF2-40B4-BE49-F238E27FC236}">
                <ns2:creationId id="{36CD95E6-5CBB-6D7C-432E-47D3B45856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  <p:grpSp>
        <p:nvGrpSpPr>
          <p:cNvPr id="202" name="グループ化 201">
            <a:extLst>
              <a:ext uri="{FF2B5EF4-FFF2-40B4-BE49-F238E27FC236}">
                <ns2:creationId id="{9DAFB134-3541-DBA7-FECC-683413CB506F}"/>
              </a:ext>
            </a:extLst>
          </p:cNvPr>
          <p:cNvGrpSpPr/>
          <p:nvPr/>
        </p:nvGrpSpPr>
        <p:grpSpPr>
          <a:xfrm>
            <a:off x="426118" y="1638011"/>
            <a:ext cx="5400001" cy="396000"/>
            <a:chOff x="426118" y="1638011"/>
            <a:chExt cx="5400001" cy="396000"/>
          </a:xfrm>
        </p:grpSpPr>
        <p:sp>
          <p:nvSpPr>
            <p:cNvPr id="13" name="正方形/長方形 12">
              <a:extLst>
                <a:ext uri="{FF2B5EF4-FFF2-40B4-BE49-F238E27FC236}">
                  <ns2:creationId id="{4B211542-35CD-ECA8-06D9-BA306F83F8F3}"/>
                </a:ext>
              </a:extLst>
            </p:cNvPr>
            <p:cNvSpPr/>
            <p:nvPr/>
          </p:nvSpPr>
          <p:spPr>
            <a:xfrm>
              <a:off x="426119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9" name="直線コネクタ 18">
              <a:extLst>
                <a:ext uri="{FF2B5EF4-FFF2-40B4-BE49-F238E27FC236}">
                  <ns2:creationId id="{085628C9-F558-E0BB-A0FD-F70C6D05DDB6}"/>
                </a:ext>
              </a:extLst>
            </p:cNvPr>
            <p:cNvCxnSpPr/>
            <p:nvPr/>
          </p:nvCxnSpPr>
          <p:spPr>
            <a:xfrm>
              <a:off x="426118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繰り返し 枠線">
              <a:extLst>
                <a:ext uri="{FF2B5EF4-FFF2-40B4-BE49-F238E27FC236}">
                  <ns2:creationId id="{D2C14592-D5BC-4707-B924-C93494E104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6119" y="1638011"/>
              <a:ext cx="396000" cy="396000"/>
            </a:xfrm>
            <a:prstGeom prst="rect">
              <a:avLst/>
            </a:prstGeom>
          </p:spPr>
        </p:pic>
      </p:grpSp>
      <p:cxnSp>
        <p:nvCxnSpPr>
          <p:cNvPr id="204" name="直線コネクタ 203">
            <a:extLst>
              <a:ext uri="{FF2B5EF4-FFF2-40B4-BE49-F238E27FC236}">
                <ns2:creationId id="{6411AD79-E3EE-3187-6D77-747B6BCA14B4}"/>
              </a:ext>
            </a:extLst>
          </p:cNvPr>
          <p:cNvCxnSpPr/>
          <p:nvPr/>
        </p:nvCxnSpPr>
        <p:spPr>
          <a:xfrm>
            <a:off x="6335260" y="2114080"/>
            <a:ext cx="0" cy="4195219"/>
          </a:xfrm>
          <a:prstGeom prst="line">
            <a:avLst/>
          </a:prstGeom>
          <a:ln w="38100">
            <a:solidFill>
              <a:schemeClr val="accent2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コネクタ: カギ線 205">
            <a:extLst>
              <a:ext uri="{FF2B5EF4-FFF2-40B4-BE49-F238E27FC236}">
                <ns2:creationId id="{DBE38CFC-034C-1ECD-E856-E3EA7CB86869}"/>
              </a:ext>
            </a:extLst>
          </p:cNvPr>
          <p:cNvCxnSpPr>
            <a:cxnSpLocks/>
          </p:cNvCxnSpPr>
          <p:nvPr/>
        </p:nvCxnSpPr>
        <p:spPr>
          <a:xfrm rot="10800000" flipV="1">
            <a:off x="5812417" y="4211691"/>
            <a:ext cx="522843" cy="922032"/>
          </a:xfrm>
          <a:prstGeom prst="bentConnector3">
            <a:avLst>
              <a:gd name="adj1" fmla="val 50000"/>
            </a:avLst>
          </a:prstGeom>
          <a:ln w="38100">
            <a:gradFill>
              <a:gsLst>
                <a:gs pos="100000">
                  <a:srgbClr val="F6BE98"/>
                </a:gs>
                <a:gs pos="0">
                  <a:schemeClr val="accent2"/>
                </a:gs>
              </a:gsLst>
              <a:lin ang="0" scaled="0"/>
            </a:gra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9" name="グループ化 308">
            <a:extLst>
              <a:ext uri="{FF2B5EF4-FFF2-40B4-BE49-F238E27FC236}">
                <ns2:creationId id="{A099C980-91E6-BDC4-EB7C-A855BA357A74}"/>
              </a:ext>
            </a:extLst>
          </p:cNvPr>
          <p:cNvGrpSpPr/>
          <p:nvPr/>
        </p:nvGrpSpPr>
        <p:grpSpPr>
          <a:xfrm>
            <a:off x="9443090" y="1231717"/>
            <a:ext cx="2413717" cy="252000"/>
            <a:chOff x="9443090" y="1231717"/>
            <a:chExt cx="2413717" cy="252000"/>
          </a:xfrm>
        </p:grpSpPr>
        <p:grpSp>
          <p:nvGrpSpPr>
            <p:cNvPr id="305" name="グループ化 304">
              <a:extLst>
                <a:ext uri="{FF2B5EF4-FFF2-40B4-BE49-F238E27FC236}">
                  <ns2:creationId id="{831A905C-E436-1FCC-032B-127AEEA989D0}"/>
                </a:ext>
              </a:extLst>
            </p:cNvPr>
            <p:cNvGrpSpPr/>
            <p:nvPr/>
          </p:nvGrpSpPr>
          <p:grpSpPr>
            <a:xfrm>
              <a:off x="9443090" y="1231717"/>
              <a:ext cx="432000" cy="252000"/>
              <a:chOff x="9323721" y="1242603"/>
              <a:chExt cx="432000" cy="252000"/>
            </a:xfrm>
          </p:grpSpPr>
          <p:cxnSp>
            <p:nvCxnSpPr>
              <p:cNvPr id="229" name="直線矢印コネクタ 228">
                <a:extLst>
                  <a:ext uri="{FF2B5EF4-FFF2-40B4-BE49-F238E27FC236}">
                    <ns2:creationId id="{B79A68B4-B15C-C0B3-AC67-CCDBB426A3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449721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正方形/長方形 301">
                <a:extLst>
                  <a:ext uri="{FF2B5EF4-FFF2-40B4-BE49-F238E27FC236}">
                    <ns2:creationId id="{4C5300A6-ABAE-E6D4-E978-B8BD1C3872CC}"/>
                  </a:ext>
                </a:extLst>
              </p:cNvPr>
              <p:cNvSpPr/>
              <p:nvPr/>
            </p:nvSpPr>
            <p:spPr>
              <a:xfrm>
                <a:off x="9575721" y="1242603"/>
                <a:ext cx="18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endParaRPr lang="en-US" altLang="ja-JP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04" name="グループ化 303">
              <a:extLst>
                <a:ext uri="{FF2B5EF4-FFF2-40B4-BE49-F238E27FC236}">
                  <ns2:creationId id="{9F73BAEC-745A-FD61-B131-B08734A3D687}"/>
                </a:ext>
              </a:extLst>
            </p:cNvPr>
            <p:cNvGrpSpPr/>
            <p:nvPr/>
          </p:nvGrpSpPr>
          <p:grpSpPr>
            <a:xfrm>
              <a:off x="11064808" y="1231717"/>
              <a:ext cx="791999" cy="252000"/>
              <a:chOff x="10082559" y="1242603"/>
              <a:chExt cx="791999" cy="252000"/>
            </a:xfrm>
          </p:grpSpPr>
          <p:cxnSp>
            <p:nvCxnSpPr>
              <p:cNvPr id="230" name="直線矢印コネクタ 229">
                <a:extLst>
                  <a:ext uri="{FF2B5EF4-FFF2-40B4-BE49-F238E27FC236}">
                    <ns2:creationId id="{D3C4A9D0-6678-5E71-DC37-3368828A611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accent2"/>
                </a:solidFill>
                <a:prstDash val="dash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正方形/長方形 302">
                <a:extLst>
                  <a:ext uri="{FF2B5EF4-FFF2-40B4-BE49-F238E27FC236}">
                    <ns2:creationId id="{4820FB4B-3F42-8108-B40A-AE314D1687D8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54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767C7F8-8628-371D-F8BD-1B110D7E2762}"/>
                </a:ext>
              </a:extLst>
            </p:cNvPr>
            <p:cNvGrpSpPr/>
            <p:nvPr/>
          </p:nvGrpSpPr>
          <p:grpSpPr>
            <a:xfrm>
              <a:off x="9983950" y="1231717"/>
              <a:ext cx="971999" cy="252000"/>
              <a:chOff x="10082559" y="1242603"/>
              <a:chExt cx="971999" cy="252000"/>
            </a:xfrm>
          </p:grpSpPr>
          <p:cxnSp>
            <p:nvCxnSpPr>
              <p:cNvPr id="307" name="直線矢印コネクタ 306">
                <a:extLst>
                  <a:ext uri="{FF2B5EF4-FFF2-40B4-BE49-F238E27FC236}">
                    <ns2:creationId id="{1681A6BC-66C6-703F-A405-D3885E1347C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正方形/長方形 307">
                <a:extLst>
                  <a:ext uri="{FF2B5EF4-FFF2-40B4-BE49-F238E27FC236}">
                    <ns2:creationId id="{A840FCBF-8D88-9431-9BBB-33B06EFB5F76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72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200" name="グループ化 199">
            <a:extLst>
              <a:ext uri="{FF2B5EF4-FFF2-40B4-BE49-F238E27FC236}">
                <ns2:creationId id="{598D27D9-C5DA-DD61-79D2-2A756E48D9C0}"/>
              </a:ext>
            </a:extLst>
          </p:cNvPr>
          <p:cNvGrpSpPr/>
          <p:nvPr/>
        </p:nvGrpSpPr>
        <p:grpSpPr>
          <a:xfrm>
            <a:off x="6456805" y="1638011"/>
            <a:ext cx="5400001" cy="396000"/>
            <a:chOff x="6456805" y="1638011"/>
            <a:chExt cx="5400001" cy="396000"/>
          </a:xfrm>
        </p:grpSpPr>
        <p:sp>
          <p:nvSpPr>
            <p:cNvPr id="22" name="正方形/長方形 21">
              <a:extLst>
                <a:ext uri="{FF2B5EF4-FFF2-40B4-BE49-F238E27FC236}">
                  <ns2:creationId id="{0B5B5392-ED9D-CBE0-FB69-9AD5BD6D84E1}"/>
                </a:ext>
              </a:extLst>
            </p:cNvPr>
            <p:cNvSpPr/>
            <p:nvPr/>
          </p:nvSpPr>
          <p:spPr>
            <a:xfrm>
              <a:off x="6456806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AEA3FFD0-01E0-AE01-0FBE-6E02F188A742}"/>
                </a:ext>
              </a:extLst>
            </p:cNvPr>
            <p:cNvCxnSpPr/>
            <p:nvPr/>
          </p:nvCxnSpPr>
          <p:spPr>
            <a:xfrm>
              <a:off x="6456805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9" name="グラフィックス 198" descr="原因と結果 枠線">
              <a:extLst>
                <a:ext uri="{FF2B5EF4-FFF2-40B4-BE49-F238E27FC236}">
                  <ns2:creationId id="{2F657B37-1766-C761-B3F9-58D6180BF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456806" y="1638011"/>
              <a:ext cx="396000" cy="396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4CDC2E63-DDC6-24A1-AD8F-479C722A652F}"/>
              </a:ext>
            </a:extLst>
          </p:cNvPr>
          <p:cNvGrpSpPr/>
          <p:nvPr/>
        </p:nvGrpSpPr>
        <p:grpSpPr>
          <a:xfrm>
            <a:off x="340417" y="2113826"/>
            <a:ext cx="5485701" cy="4195474"/>
            <a:chOff x="340417" y="2113826"/>
            <a:chExt cx="5485701" cy="4195474"/>
          </a:xfrm>
        </p:grpSpPr>
        <p:pic>
          <p:nvPicPr>
            <p:cNvPr id="59" name="グラフィックス 58" descr="ユーザー 単色塗りつぶし">
              <a:extLst>
                <a:ext uri="{FF2B5EF4-FFF2-40B4-BE49-F238E27FC236}">
                  <ns2:creationId id="{9C453018-C197-5464-C813-D172070927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241332" y="3240840"/>
              <a:ext cx="540000" cy="540000"/>
            </a:xfrm>
            <a:prstGeom prst="rect">
              <a:avLst/>
            </a:prstGeom>
          </p:spPr>
        </p:pic>
        <p:sp>
          <p:nvSpPr>
            <p:cNvPr id="25" name="ホームベース 51">
              <a:extLst>
                <a:ext uri="{FF2B5EF4-FFF2-40B4-BE49-F238E27FC236}">
                  <ns2:creationId id="{B4912411-FD9A-17D5-07C5-80BFD071A127}"/>
                </a:ext>
              </a:extLst>
            </p:cNvPr>
            <p:cNvSpPr/>
            <p:nvPr/>
          </p:nvSpPr>
          <p:spPr>
            <a:xfrm>
              <a:off x="1208547" y="2113826"/>
              <a:ext cx="1548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山形 52">
              <a:extLst>
                <a:ext uri="{FF2B5EF4-FFF2-40B4-BE49-F238E27FC236}">
                  <ns2:creationId id="{9F6017FD-8812-4E26-F0E3-84B72F0916F6}"/>
                </a:ext>
              </a:extLst>
            </p:cNvPr>
            <p:cNvSpPr/>
            <p:nvPr/>
          </p:nvSpPr>
          <p:spPr>
            <a:xfrm>
              <a:off x="2737332" y="2113826"/>
              <a:ext cx="1548000" cy="288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山形 53">
              <a:extLst>
                <a:ext uri="{FF2B5EF4-FFF2-40B4-BE49-F238E27FC236}">
                  <ns2:creationId id="{F4456D2A-F9EA-D417-0DFA-2B32F4ABB8A4}"/>
                </a:ext>
              </a:extLst>
            </p:cNvPr>
            <p:cNvSpPr/>
            <p:nvPr/>
          </p:nvSpPr>
          <p:spPr>
            <a:xfrm>
              <a:off x="4266117" y="2113826"/>
              <a:ext cx="1560001" cy="288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F80126C7-7312-DF70-30E8-5C4887C89A97}"/>
                </a:ext>
              </a:extLst>
            </p:cNvPr>
            <p:cNvSpPr/>
            <p:nvPr/>
          </p:nvSpPr>
          <p:spPr>
            <a:xfrm>
              <a:off x="1208547" y="2440920"/>
              <a:ext cx="461757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8" name="グループ化 177">
              <a:extLst>
                <a:ext uri="{FF2B5EF4-FFF2-40B4-BE49-F238E27FC236}">
                  <ns2:creationId id="{E8C3D1C8-51E5-8B17-E6A5-19FA12312D7B}"/>
                </a:ext>
              </a:extLst>
            </p:cNvPr>
            <p:cNvGrpSpPr/>
            <p:nvPr/>
          </p:nvGrpSpPr>
          <p:grpSpPr>
            <a:xfrm>
              <a:off x="426117" y="2440920"/>
              <a:ext cx="684000" cy="432000"/>
              <a:chOff x="339029" y="2440920"/>
              <a:chExt cx="684000" cy="432000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93266DBC-71EA-0120-5AB8-AAD9A7801CB0}"/>
                  </a:ext>
                </a:extLst>
              </p:cNvPr>
              <p:cNvSpPr/>
              <p:nvPr/>
            </p:nvSpPr>
            <p:spPr>
              <a:xfrm>
                <a:off x="339029" y="2440920"/>
                <a:ext cx="684000" cy="43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FC63218-AE6A-4B15-5877-E6F3A9A9BD13}"/>
                  </a:ext>
                </a:extLst>
              </p:cNvPr>
              <p:cNvCxnSpPr/>
              <p:nvPr/>
            </p:nvCxnSpPr>
            <p:spPr>
              <a:xfrm>
                <a:off x="1023029" y="2440920"/>
                <a:ext cx="0" cy="432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" name="円/楕円 34">
                <a:extLst>
                  <a:ext uri="{FF2B5EF4-FFF2-40B4-BE49-F238E27FC236}">
                    <ns2:creationId id="{35296DCD-39FF-6F6D-E6F5-E26FCA7D96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467395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79" name="グループ化 178">
              <a:extLst>
                <a:ext uri="{FF2B5EF4-FFF2-40B4-BE49-F238E27FC236}">
                  <ns2:creationId id="{C21CC193-0323-5DDB-37D0-6216389A4155}"/>
                </a:ext>
              </a:extLst>
            </p:cNvPr>
            <p:cNvGrpSpPr/>
            <p:nvPr/>
          </p:nvGrpSpPr>
          <p:grpSpPr>
            <a:xfrm>
              <a:off x="426117" y="2928964"/>
              <a:ext cx="684000" cy="996375"/>
              <a:chOff x="339029" y="2928964"/>
              <a:chExt cx="684000" cy="996375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C43AC3CE-35F1-03D7-7CDD-DC8724535569}"/>
                  </a:ext>
                </a:extLst>
              </p:cNvPr>
              <p:cNvSpPr/>
              <p:nvPr/>
            </p:nvSpPr>
            <p:spPr>
              <a:xfrm>
                <a:off x="339029" y="2928965"/>
                <a:ext cx="684000" cy="99637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11327233-61BB-CFE8-F76B-E100341C64D7}"/>
                  </a:ext>
                </a:extLst>
              </p:cNvPr>
              <p:cNvCxnSpPr/>
              <p:nvPr/>
            </p:nvCxnSpPr>
            <p:spPr>
              <a:xfrm>
                <a:off x="1023029" y="2928965"/>
                <a:ext cx="0" cy="99637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円/楕円 34">
                <a:extLst>
                  <a:ext uri="{FF2B5EF4-FFF2-40B4-BE49-F238E27FC236}">
                    <ns2:creationId id="{EC0C90E4-F37A-FC69-26BC-C10D2E050B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928964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0" name="グループ化 179">
              <a:extLst>
                <a:ext uri="{FF2B5EF4-FFF2-40B4-BE49-F238E27FC236}">
                  <ns2:creationId id="{8C7FD97F-83F0-7561-5115-F0CA30D1195E}"/>
                </a:ext>
              </a:extLst>
            </p:cNvPr>
            <p:cNvGrpSpPr/>
            <p:nvPr/>
          </p:nvGrpSpPr>
          <p:grpSpPr>
            <a:xfrm>
              <a:off x="426117" y="3993008"/>
              <a:ext cx="684000" cy="1584000"/>
              <a:chOff x="339029" y="3993008"/>
              <a:chExt cx="684000" cy="1584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58D8D39-5576-FB2A-719D-2D26FF87CB45}"/>
                  </a:ext>
                </a:extLst>
              </p:cNvPr>
              <p:cNvSpPr/>
              <p:nvPr/>
            </p:nvSpPr>
            <p:spPr>
              <a:xfrm>
                <a:off x="339029" y="3993008"/>
                <a:ext cx="684000" cy="158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8" name="直線コネクタ 37">
                <a:extLst>
                  <a:ext uri="{FF2B5EF4-FFF2-40B4-BE49-F238E27FC236}">
                    <ns2:creationId id="{485A367C-8554-D00C-184B-0306B1490F03}"/>
                  </a:ext>
                </a:extLst>
              </p:cNvPr>
              <p:cNvCxnSpPr/>
              <p:nvPr/>
            </p:nvCxnSpPr>
            <p:spPr>
              <a:xfrm>
                <a:off x="1023029" y="3993008"/>
                <a:ext cx="0" cy="1584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4">
                <a:extLst>
                  <a:ext uri="{FF2B5EF4-FFF2-40B4-BE49-F238E27FC236}">
                    <ns2:creationId id="{5EB5C7F5-77A6-3C9B-45B4-C163CFBCDB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3993008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1" name="グループ化 180">
              <a:extLst>
                <a:ext uri="{FF2B5EF4-FFF2-40B4-BE49-F238E27FC236}">
                  <ns2:creationId id="{582017EF-0361-4561-B607-0DB64475ECAF}"/>
                </a:ext>
              </a:extLst>
            </p:cNvPr>
            <p:cNvGrpSpPr/>
            <p:nvPr/>
          </p:nvGrpSpPr>
          <p:grpSpPr>
            <a:xfrm>
              <a:off x="426117" y="5625357"/>
              <a:ext cx="684000" cy="683943"/>
              <a:chOff x="339029" y="5625357"/>
              <a:chExt cx="684000" cy="68394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D8C56082-EB23-F468-B9F0-DBA393BFED77}"/>
                  </a:ext>
                </a:extLst>
              </p:cNvPr>
              <p:cNvSpPr/>
              <p:nvPr/>
            </p:nvSpPr>
            <p:spPr>
              <a:xfrm>
                <a:off x="339029" y="5625358"/>
                <a:ext cx="684000" cy="68394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" name="直線コネクタ 38">
                <a:extLst>
                  <a:ext uri="{FF2B5EF4-FFF2-40B4-BE49-F238E27FC236}">
                    <ns2:creationId id="{12F0DF30-C031-89D2-A696-8E6B8CC24B1E}"/>
                  </a:ext>
                </a:extLst>
              </p:cNvPr>
              <p:cNvCxnSpPr/>
              <p:nvPr/>
            </p:nvCxnSpPr>
            <p:spPr>
              <a:xfrm>
                <a:off x="1023029" y="5625357"/>
                <a:ext cx="0" cy="683943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円/楕円 34">
                <a:extLst>
                  <a:ext uri="{FF2B5EF4-FFF2-40B4-BE49-F238E27FC236}">
                    <ns2:creationId id="{78E29837-BABC-45EF-E294-70FBB44F89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5625357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9" name="矢印: 左右 48">
              <a:extLst>
                <a:ext uri="{FF2B5EF4-FFF2-40B4-BE49-F238E27FC236}">
                  <ns2:creationId id="{484A1357-E90B-5157-5392-DE8C4500DBF5}"/>
                </a:ext>
              </a:extLst>
            </p:cNvPr>
            <p:cNvSpPr/>
            <p:nvPr/>
          </p:nvSpPr>
          <p:spPr>
            <a:xfrm>
              <a:off x="1208547" y="2656920"/>
              <a:ext cx="4617571" cy="216000"/>
            </a:xfrm>
            <a:prstGeom prst="leftRightArrow">
              <a:avLst>
                <a:gd name="adj1" fmla="val 100000"/>
                <a:gd name="adj2" fmla="val 18199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88B0F239-5139-93C6-A287-16AD652F0948}"/>
                </a:ext>
              </a:extLst>
            </p:cNvPr>
            <p:cNvSpPr/>
            <p:nvPr/>
          </p:nvSpPr>
          <p:spPr>
            <a:xfrm>
              <a:off x="1208547" y="3228975"/>
              <a:ext cx="1800000" cy="252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BAFF959E-3C24-9A18-88B1-91FE03963D2E}"/>
                </a:ext>
              </a:extLst>
            </p:cNvPr>
            <p:cNvGrpSpPr/>
            <p:nvPr/>
          </p:nvGrpSpPr>
          <p:grpSpPr>
            <a:xfrm>
              <a:off x="4131747" y="2928964"/>
              <a:ext cx="1620000" cy="252000"/>
              <a:chOff x="4044659" y="2957539"/>
              <a:chExt cx="1620000" cy="252000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8B72E639-23DD-358E-401A-02D1BDDC4BFE}"/>
                  </a:ext>
                </a:extLst>
              </p:cNvPr>
              <p:cNvSpPr/>
              <p:nvPr/>
            </p:nvSpPr>
            <p:spPr>
              <a:xfrm>
                <a:off x="4044659" y="2957539"/>
                <a:ext cx="1620000" cy="252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3" name="グラフィックス 52" descr="データベース 単色塗りつぶし">
                <a:extLst>
                  <a:ext uri="{FF2B5EF4-FFF2-40B4-BE49-F238E27FC236}">
                    <ns2:creationId id="{A6335A63-98E9-C8FF-E253-C1F8EB6D95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160382" y="2957539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54" name="正方形/長方形 53">
              <a:extLst>
                <a:ext uri="{FF2B5EF4-FFF2-40B4-BE49-F238E27FC236}">
                  <ns2:creationId id="{93A1002C-EA8A-5C5B-4F59-0E50A36E2C48}"/>
                </a:ext>
              </a:extLst>
            </p:cNvPr>
            <p:cNvSpPr/>
            <p:nvPr/>
          </p:nvSpPr>
          <p:spPr>
            <a:xfrm>
              <a:off x="4266117" y="3248884"/>
              <a:ext cx="1485630" cy="684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C690EA25-580A-58D7-39F7-07E94E52835A}"/>
                </a:ext>
              </a:extLst>
            </p:cNvPr>
            <p:cNvSpPr/>
            <p:nvPr/>
          </p:nvSpPr>
          <p:spPr>
            <a:xfrm>
              <a:off x="4324932" y="3554454"/>
              <a:ext cx="1368000" cy="324000"/>
            </a:xfrm>
            <a:prstGeom prst="roundRect">
              <a:avLst>
                <a:gd name="adj" fmla="val 5556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76162B-35C2-F254-0D54-51AD3817B514}"/>
                </a:ext>
              </a:extLst>
            </p:cNvPr>
            <p:cNvSpPr/>
            <p:nvPr/>
          </p:nvSpPr>
          <p:spPr>
            <a:xfrm>
              <a:off x="2881332" y="3673339"/>
              <a:ext cx="1260000" cy="252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C1CEF665-74BF-0EF8-6505-B6E208528247}"/>
                </a:ext>
              </a:extLst>
            </p:cNvPr>
            <p:cNvSpPr/>
            <p:nvPr/>
          </p:nvSpPr>
          <p:spPr>
            <a:xfrm>
              <a:off x="1208548" y="3480974"/>
              <a:ext cx="1672785" cy="48036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36EE6A3-5CD6-CB7B-9C7C-688E4E635937}"/>
                </a:ext>
              </a:extLst>
            </p:cNvPr>
            <p:cNvSpPr/>
            <p:nvPr/>
          </p:nvSpPr>
          <p:spPr>
            <a:xfrm>
              <a:off x="3017256" y="3047301"/>
              <a:ext cx="111449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右矢印 59">
              <a:extLst>
                <a:ext uri="{FF2B5EF4-FFF2-40B4-BE49-F238E27FC236}">
                  <ns2:creationId id="{75FCFF4C-23ED-BA2F-5C33-57ECF38145E8}"/>
                </a:ext>
              </a:extLst>
            </p:cNvPr>
            <p:cNvSpPr/>
            <p:nvPr/>
          </p:nvSpPr>
          <p:spPr>
            <a:xfrm>
              <a:off x="3879725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70000"/>
                  </a:srgbClr>
                </a:gs>
                <a:gs pos="100000">
                  <a:srgbClr val="00800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7B513FB8-EDFE-A285-EE2C-9D77358D65F0}"/>
                </a:ext>
              </a:extLst>
            </p:cNvPr>
            <p:cNvCxnSpPr>
              <a:cxnSpLocks/>
              <a:stCxn id="52" idx="1"/>
              <a:endCxn id="50" idx="0"/>
            </p:cNvCxnSpPr>
            <p:nvPr/>
          </p:nvCxnSpPr>
          <p:spPr>
            <a:xfrm rot="10800000" flipV="1">
              <a:off x="2108547" y="3012974"/>
              <a:ext cx="2023200" cy="216000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矢印コネクタ 63">
              <a:extLst>
                <a:ext uri="{FF2B5EF4-FFF2-40B4-BE49-F238E27FC236}">
                  <ns2:creationId id="{E2F62CAA-2F60-B270-10E1-A2295F6927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41332" y="3799339"/>
              <a:ext cx="12478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C94FCF1D-A370-B96F-A4F3-8FAD7A04B110}"/>
                </a:ext>
              </a:extLst>
            </p:cNvPr>
            <p:cNvCxnSpPr>
              <a:cxnSpLocks/>
              <a:stCxn id="56" idx="1"/>
              <a:endCxn id="50" idx="2"/>
            </p:cNvCxnSpPr>
            <p:nvPr/>
          </p:nvCxnSpPr>
          <p:spPr>
            <a:xfrm rot="10800000">
              <a:off x="2701332" y="3480975"/>
              <a:ext cx="180000" cy="318364"/>
            </a:xfrm>
            <a:prstGeom prst="bentConnector2">
              <a:avLst/>
            </a:prstGeom>
            <a:ln w="9525">
              <a:solidFill>
                <a:srgbClr val="008000">
                  <a:alpha val="4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正方形/長方形 69">
              <a:extLst>
                <a:ext uri="{FF2B5EF4-FFF2-40B4-BE49-F238E27FC236}">
                  <ns2:creationId id="{635E3174-3616-2513-D18B-E248084FB227}"/>
                </a:ext>
              </a:extLst>
            </p:cNvPr>
            <p:cNvSpPr/>
            <p:nvPr/>
          </p:nvSpPr>
          <p:spPr>
            <a:xfrm>
              <a:off x="3017256" y="3174352"/>
              <a:ext cx="97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右矢印 59">
              <a:extLst>
                <a:ext uri="{FF2B5EF4-FFF2-40B4-BE49-F238E27FC236}">
                  <ns2:creationId id="{7CC608CD-8FC2-8AF2-E46A-CB6ACF33061C}"/>
                </a:ext>
              </a:extLst>
            </p:cNvPr>
            <p:cNvSpPr/>
            <p:nvPr/>
          </p:nvSpPr>
          <p:spPr>
            <a:xfrm>
              <a:off x="2853694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40000"/>
                  </a:srgbClr>
                </a:gs>
                <a:gs pos="100000">
                  <a:srgbClr val="008000">
                    <a:alpha val="70000"/>
                  </a:srgb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999A05E-E907-1D00-8F0E-9A39C8A1347B}"/>
                </a:ext>
              </a:extLst>
            </p:cNvPr>
            <p:cNvSpPr/>
            <p:nvPr/>
          </p:nvSpPr>
          <p:spPr>
            <a:xfrm>
              <a:off x="1184694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7B3F4B2F-213C-9349-FC27-8BF5D2D0F2E1}"/>
                </a:ext>
              </a:extLst>
            </p:cNvPr>
            <p:cNvSpPr/>
            <p:nvPr/>
          </p:nvSpPr>
          <p:spPr>
            <a:xfrm>
              <a:off x="2145835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2D3526B1-AB37-A807-3476-640D1217B870}"/>
                </a:ext>
              </a:extLst>
            </p:cNvPr>
            <p:cNvSpPr/>
            <p:nvPr/>
          </p:nvSpPr>
          <p:spPr>
            <a:xfrm>
              <a:off x="3106976" y="5625357"/>
              <a:ext cx="1098000" cy="683943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4DAE1BD7-9EAD-E726-B318-2B64D427AA66}"/>
                </a:ext>
              </a:extLst>
            </p:cNvPr>
            <p:cNvGrpSpPr/>
            <p:nvPr/>
          </p:nvGrpSpPr>
          <p:grpSpPr>
            <a:xfrm>
              <a:off x="4266117" y="5625357"/>
              <a:ext cx="1485630" cy="683943"/>
              <a:chOff x="4179029" y="5625357"/>
              <a:chExt cx="1485630" cy="683943"/>
            </a:xfrm>
          </p:grpSpPr>
          <p:sp>
            <p:nvSpPr>
              <p:cNvPr id="86" name="正方形/長方形 85">
                <a:extLst>
                  <a:ext uri="{FF2B5EF4-FFF2-40B4-BE49-F238E27FC236}">
                    <ns2:creationId id="{5C8679BF-EEBF-6F11-C276-30B3EF293275}"/>
                  </a:ext>
                </a:extLst>
              </p:cNvPr>
              <p:cNvSpPr/>
              <p:nvPr/>
            </p:nvSpPr>
            <p:spPr>
              <a:xfrm>
                <a:off x="4179029" y="5625357"/>
                <a:ext cx="1485630" cy="6839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AF9451AA-89F9-56E9-DAE6-C560402FAD8C}"/>
                  </a:ext>
                </a:extLst>
              </p:cNvPr>
              <p:cNvSpPr/>
              <p:nvPr/>
            </p:nvSpPr>
            <p:spPr>
              <a:xfrm>
                <a:off x="4179029" y="5644407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39D2FF8-8B78-0992-71E1-D2961FEB2832}"/>
                  </a:ext>
                </a:extLst>
              </p:cNvPr>
              <p:cNvSpPr/>
              <p:nvPr/>
            </p:nvSpPr>
            <p:spPr>
              <a:xfrm>
                <a:off x="4179029" y="5859329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951C443E-9211-F030-0900-F7479F078692}"/>
                  </a:ext>
                </a:extLst>
              </p:cNvPr>
              <p:cNvSpPr/>
              <p:nvPr/>
            </p:nvSpPr>
            <p:spPr>
              <a:xfrm>
                <a:off x="4179029" y="6074250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buClr>
                    <a:srgbClr val="008000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2" name="グラフィックス 81" descr="握手 単色塗りつぶし">
                <a:extLst>
                  <a:ext uri="{FF2B5EF4-FFF2-40B4-BE49-F238E27FC236}">
                    <ns2:creationId id="{99B9B633-2E4F-B678-6301-1DF7681C7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203521" y="584132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3" name="グラフィックス 82" descr="ストップウォッチ 単色塗りつぶし">
                <a:extLst>
                  <a:ext uri="{FF2B5EF4-FFF2-40B4-BE49-F238E27FC236}">
                    <ns2:creationId id="{60756C08-D1D3-045B-7927-F20171801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4203521" y="605625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4" name="グラフィックス 83" descr="ブリーフケース 単色塗りつぶし">
                <a:extLst>
                  <a:ext uri="{FF2B5EF4-FFF2-40B4-BE49-F238E27FC236}">
                    <ns2:creationId id="{D5576742-4E39-5AE2-8C0B-2E84B61CA1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203521" y="5626407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90" name="正方形/長方形 89">
              <a:extLst>
                <a:ext uri="{FF2B5EF4-FFF2-40B4-BE49-F238E27FC236}">
                  <ns2:creationId id="{5C8DCDA3-C333-E168-0EA9-C40938C71B06}"/>
                </a:ext>
              </a:extLst>
            </p:cNvPr>
            <p:cNvSpPr/>
            <p:nvPr/>
          </p:nvSpPr>
          <p:spPr>
            <a:xfrm>
              <a:off x="4491746" y="5217008"/>
              <a:ext cx="1260000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7" name="グループ化 166">
              <a:extLst>
                <a:ext uri="{FF2B5EF4-FFF2-40B4-BE49-F238E27FC236}">
                  <ns2:creationId id="{A8679F4A-7070-3B60-2285-83929795CE2F}"/>
                </a:ext>
              </a:extLst>
            </p:cNvPr>
            <p:cNvGrpSpPr/>
            <p:nvPr/>
          </p:nvGrpSpPr>
          <p:grpSpPr>
            <a:xfrm>
              <a:off x="4842221" y="3993008"/>
              <a:ext cx="909526" cy="1187998"/>
              <a:chOff x="4755133" y="3993008"/>
              <a:chExt cx="909526" cy="1187998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4A8C6E60-43C9-38A3-2115-E7EC3E75BB11}"/>
                  </a:ext>
                </a:extLst>
              </p:cNvPr>
              <p:cNvSpPr/>
              <p:nvPr/>
            </p:nvSpPr>
            <p:spPr>
              <a:xfrm>
                <a:off x="4755133" y="3993008"/>
                <a:ext cx="900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7285B8A-058D-3910-297B-1E1029B19630}"/>
                  </a:ext>
                </a:extLst>
              </p:cNvPr>
              <p:cNvSpPr/>
              <p:nvPr/>
            </p:nvSpPr>
            <p:spPr>
              <a:xfrm>
                <a:off x="4755133" y="4281006"/>
                <a:ext cx="900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2415D55-4694-6168-C546-508F295FF526}"/>
                  </a:ext>
                </a:extLst>
              </p:cNvPr>
              <p:cNvSpPr/>
              <p:nvPr/>
            </p:nvSpPr>
            <p:spPr>
              <a:xfrm>
                <a:off x="5016659" y="4350324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25D8114-9E1A-E569-8936-EE5F865F9056}"/>
                  </a:ext>
                </a:extLst>
              </p:cNvPr>
              <p:cNvSpPr/>
              <p:nvPr/>
            </p:nvSpPr>
            <p:spPr>
              <a:xfrm>
                <a:off x="5016659" y="4623545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39ED0A56-268C-0DCB-79E1-C4EEC04E30A0}"/>
                  </a:ext>
                </a:extLst>
              </p:cNvPr>
              <p:cNvSpPr/>
              <p:nvPr/>
            </p:nvSpPr>
            <p:spPr>
              <a:xfrm>
                <a:off x="5016659" y="4896766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7" name="グラフィックス 96" descr="ブログ 単色塗りつぶし">
                <a:extLst>
                  <a:ext uri="{FF2B5EF4-FFF2-40B4-BE49-F238E27FC236}">
                    <ns2:creationId id="{01C46999-62FE-437D-523B-ADA3094E00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783709" y="462354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99" name="グラフィックス 98" descr="Web デザイン 単色塗りつぶし">
                <a:extLst>
                  <a:ext uri="{FF2B5EF4-FFF2-40B4-BE49-F238E27FC236}">
                    <ns2:creationId id="{C747B4D0-C1CE-CC7C-5992-E811B49B84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768961" y="4350324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101" name="グループ化 100">
                <a:extLst>
                  <a:ext uri="{FF2B5EF4-FFF2-40B4-BE49-F238E27FC236}">
                    <ns2:creationId id="{80FAE1DF-04A3-64E0-853C-7E7F2EBF55FF}"/>
                  </a:ext>
                </a:extLst>
              </p:cNvPr>
              <p:cNvGrpSpPr/>
              <p:nvPr/>
            </p:nvGrpSpPr>
            <p:grpSpPr>
              <a:xfrm>
                <a:off x="4768961" y="4896766"/>
                <a:ext cx="252000" cy="252000"/>
                <a:chOff x="4685235" y="4842426"/>
                <a:chExt cx="252000" cy="252000"/>
              </a:xfrm>
            </p:grpSpPr>
            <p:pic>
              <p:nvPicPr>
                <p:cNvPr id="98" name="グラフィックス 97" descr="ブラウザー ウィンドウ 単色塗りつぶし">
                  <a:extLst>
                    <a:ext uri="{FF2B5EF4-FFF2-40B4-BE49-F238E27FC236}">
                      <ns2:creationId id="{9655938E-9D8E-3918-1D5E-768E645E82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5235" y="4842426"/>
                  <a:ext cx="252000" cy="252000"/>
                </a:xfrm>
                <a:prstGeom prst="rect">
                  <a:avLst/>
                </a:prstGeom>
              </p:spPr>
            </p:pic>
            <p:pic>
              <p:nvPicPr>
                <p:cNvPr id="100" name="グラフィックス 99" descr="テーブル 単色塗りつぶし">
                  <a:extLst>
                    <a:ext uri="{FF2B5EF4-FFF2-40B4-BE49-F238E27FC236}">
                      <ns2:creationId id="{D207996C-433F-2464-D705-6F88F9FC1B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739235" y="4907002"/>
                  <a:ext cx="144000" cy="144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21" name="正方形/長方形 120">
              <a:extLst>
                <a:ext uri="{FF2B5EF4-FFF2-40B4-BE49-F238E27FC236}">
                  <ns2:creationId id="{7A00DE04-216F-7929-188B-E5BBC7F8777E}"/>
                </a:ext>
              </a:extLst>
            </p:cNvPr>
            <p:cNvSpPr/>
            <p:nvPr/>
          </p:nvSpPr>
          <p:spPr>
            <a:xfrm>
              <a:off x="3879724" y="5403140"/>
              <a:ext cx="586037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7" name="グループ化 126">
              <a:extLst>
                <a:ext uri="{FF2B5EF4-FFF2-40B4-BE49-F238E27FC236}">
                  <ns2:creationId id="{98633284-338F-C0FB-9990-637656F7D8A5}"/>
                </a:ext>
              </a:extLst>
            </p:cNvPr>
            <p:cNvGrpSpPr/>
            <p:nvPr/>
          </p:nvGrpSpPr>
          <p:grpSpPr>
            <a:xfrm>
              <a:off x="2621652" y="3993008"/>
              <a:ext cx="1044001" cy="1367997"/>
              <a:chOff x="2503317" y="3993008"/>
              <a:chExt cx="1044001" cy="1367997"/>
            </a:xfrm>
          </p:grpSpPr>
          <p:sp>
            <p:nvSpPr>
              <p:cNvPr id="103" name="正方形/長方形 102">
                <a:extLst>
                  <a:ext uri="{FF2B5EF4-FFF2-40B4-BE49-F238E27FC236}">
                    <ns2:creationId id="{D02F9369-DE2B-2341-2A42-024627815DDA}"/>
                  </a:ext>
                </a:extLst>
              </p:cNvPr>
              <p:cNvSpPr/>
              <p:nvPr/>
            </p:nvSpPr>
            <p:spPr>
              <a:xfrm>
                <a:off x="2503318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C92DE248-BE1E-0358-92A6-517C9B09F5A4}"/>
                  </a:ext>
                </a:extLst>
              </p:cNvPr>
              <p:cNvSpPr/>
              <p:nvPr/>
            </p:nvSpPr>
            <p:spPr>
              <a:xfrm>
                <a:off x="2503317" y="4856564"/>
                <a:ext cx="1044000" cy="32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GCP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2" name="グラフィックス 121" descr="データベース 単色塗りつぶし">
                <a:extLst>
                  <a:ext uri="{FF2B5EF4-FFF2-40B4-BE49-F238E27FC236}">
                    <ns2:creationId id="{437CD0D5-38B5-1C5C-8079-59DCF62F8D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2899317" y="460456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正方形/長方形 122">
                <a:extLst>
                  <a:ext uri="{FF2B5EF4-FFF2-40B4-BE49-F238E27FC236}">
                    <ns2:creationId id="{0640F3EB-27A1-8E5C-54A6-E07448171FA4}"/>
                  </a:ext>
                </a:extLst>
              </p:cNvPr>
              <p:cNvSpPr/>
              <p:nvPr/>
            </p:nvSpPr>
            <p:spPr>
              <a:xfrm>
                <a:off x="2503318" y="4281005"/>
                <a:ext cx="1044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4" name="グラフィックス 123" descr="同期中のクラウド 単色塗りつぶし">
                <a:extLst>
                  <a:ext uri="{FF2B5EF4-FFF2-40B4-BE49-F238E27FC236}">
                    <ns2:creationId id="{D4B35361-9706-1F23-8B05-0BC4B9D48D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2899317" y="43116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9" name="グループ化 158">
              <a:extLst>
                <a:ext uri="{FF2B5EF4-FFF2-40B4-BE49-F238E27FC236}">
                  <ns2:creationId id="{EF778576-0B29-BC2C-D8EF-648DF63D4277}"/>
                </a:ext>
              </a:extLst>
            </p:cNvPr>
            <p:cNvGrpSpPr/>
            <p:nvPr/>
          </p:nvGrpSpPr>
          <p:grpSpPr>
            <a:xfrm>
              <a:off x="1939173" y="3993008"/>
              <a:ext cx="648000" cy="1367999"/>
              <a:chOff x="1786648" y="3993008"/>
              <a:chExt cx="648000" cy="1367999"/>
            </a:xfrm>
          </p:grpSpPr>
          <p:sp>
            <p:nvSpPr>
              <p:cNvPr id="115" name="正方形/長方形 114">
                <a:extLst>
                  <a:ext uri="{FF2B5EF4-FFF2-40B4-BE49-F238E27FC236}">
                    <ns2:creationId id="{B3C7CB34-9F86-23DF-6A71-B7FF77DE23D4}"/>
                  </a:ext>
                </a:extLst>
              </p:cNvPr>
              <p:cNvSpPr/>
              <p:nvPr/>
            </p:nvSpPr>
            <p:spPr>
              <a:xfrm>
                <a:off x="1822648" y="4481106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E0AF505C-5993-3A44-87D4-173F1FB7EF3F}"/>
                  </a:ext>
                </a:extLst>
              </p:cNvPr>
              <p:cNvSpPr/>
              <p:nvPr/>
            </p:nvSpPr>
            <p:spPr>
              <a:xfrm>
                <a:off x="1822648" y="5164216"/>
                <a:ext cx="576000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043565E5-63E3-EA0A-FB0C-6DC2EF8F6A4C}"/>
                  </a:ext>
                </a:extLst>
              </p:cNvPr>
              <p:cNvSpPr/>
              <p:nvPr/>
            </p:nvSpPr>
            <p:spPr>
              <a:xfrm>
                <a:off x="1786648" y="4281007"/>
                <a:ext cx="648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9" name="グラフィックス 128" descr="歯車 1 つ 単色塗りつぶし">
                <a:extLst>
                  <a:ext uri="{FF2B5EF4-FFF2-40B4-BE49-F238E27FC236}">
                    <ns2:creationId id="{3D7AE622-17C9-C456-F303-0B07C69B3C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2002648" y="4281008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6" name="正方形/長方形 115">
                <a:extLst>
                  <a:ext uri="{FF2B5EF4-FFF2-40B4-BE49-F238E27FC236}">
                    <ns2:creationId id="{717F510C-EAFC-BFAD-7C88-AEFEC25228CF}"/>
                  </a:ext>
                </a:extLst>
              </p:cNvPr>
              <p:cNvSpPr/>
              <p:nvPr/>
            </p:nvSpPr>
            <p:spPr>
              <a:xfrm>
                <a:off x="1822648" y="4822661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9991B337-0136-65C8-677C-5559568A0935}"/>
                  </a:ext>
                </a:extLst>
              </p:cNvPr>
              <p:cNvSpPr/>
              <p:nvPr/>
            </p:nvSpPr>
            <p:spPr>
              <a:xfrm>
                <a:off x="1786648" y="3993008"/>
                <a:ext cx="648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サーバー 単色塗りつぶし">
                <a:extLst>
                  <a:ext uri="{FF2B5EF4-FFF2-40B4-BE49-F238E27FC236}">
                    <ns2:creationId id="{4523DBA6-9BD5-EDC5-63BA-259883C957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2002648" y="4622563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31" name="グラフィックス 130" descr="ごみ 単色塗りつぶし">
                <a:extLst>
                  <a:ext uri="{FF2B5EF4-FFF2-40B4-BE49-F238E27FC236}">
                    <ns2:creationId id="{3D92EDCB-72F6-C5B2-2D07-D542729FDC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2002648" y="496411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34" name="コネクタ: カギ線 133">
              <a:extLst>
                <a:ext uri="{FF2B5EF4-FFF2-40B4-BE49-F238E27FC236}">
                  <ns2:creationId id="{1D38982B-886F-ED90-EAAF-39CC1B06343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2969293" y="4460562"/>
              <a:ext cx="179113" cy="1620000"/>
            </a:xfrm>
            <a:prstGeom prst="bentConnector3">
              <a:avLst>
                <a:gd name="adj1" fmla="val -110545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正方形/長方形 137">
              <a:extLst>
                <a:ext uri="{FF2B5EF4-FFF2-40B4-BE49-F238E27FC236}">
                  <ns2:creationId id="{1DAB0055-5DE8-6C9B-B60D-997B5668DB86}"/>
                </a:ext>
              </a:extLst>
            </p:cNvPr>
            <p:cNvSpPr/>
            <p:nvPr/>
          </p:nvSpPr>
          <p:spPr>
            <a:xfrm>
              <a:off x="2503330" y="5365466"/>
              <a:ext cx="9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139" name="グラフィックス 138" descr="切断 単色塗りつぶし">
              <a:extLst>
                <a:ext uri="{FF2B5EF4-FFF2-40B4-BE49-F238E27FC236}">
                  <ns2:creationId id="{49258726-D73B-4E63-DBE8-6CC5D189A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904694" y="5361008"/>
              <a:ext cx="216000" cy="216000"/>
            </a:xfrm>
            <a:prstGeom prst="rect">
              <a:avLst/>
            </a:prstGeom>
          </p:spPr>
        </p:pic>
        <p:cxnSp>
          <p:nvCxnSpPr>
            <p:cNvPr id="144" name="直線矢印コネクタ 143">
              <a:extLst>
                <a:ext uri="{FF2B5EF4-FFF2-40B4-BE49-F238E27FC236}">
                  <ns2:creationId id="{EC4367CD-7760-F031-A95B-264A2CD276AC}"/>
                </a:ext>
              </a:extLst>
            </p:cNvPr>
            <p:cNvCxnSpPr>
              <a:cxnSpLocks/>
              <a:stCxn id="130" idx="3"/>
              <a:endCxn id="122" idx="1"/>
            </p:cNvCxnSpPr>
            <p:nvPr/>
          </p:nvCxnSpPr>
          <p:spPr>
            <a:xfrm>
              <a:off x="2371173" y="4730563"/>
              <a:ext cx="646479" cy="1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108">
              <a:extLst>
                <a:ext uri="{FF2B5EF4-FFF2-40B4-BE49-F238E27FC236}">
                  <ns2:creationId id="{A6E53A26-0933-1F71-195E-C1CAFFA8B55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4190936" y="5070772"/>
              <a:ext cx="229046" cy="372576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6" name="グループ化 165">
              <a:extLst>
                <a:ext uri="{FF2B5EF4-FFF2-40B4-BE49-F238E27FC236}">
                  <ns2:creationId id="{5E4C3A82-88AC-5CCB-2671-AE57C6A03266}"/>
                </a:ext>
              </a:extLst>
            </p:cNvPr>
            <p:cNvGrpSpPr/>
            <p:nvPr/>
          </p:nvGrpSpPr>
          <p:grpSpPr>
            <a:xfrm>
              <a:off x="3700132" y="3993008"/>
              <a:ext cx="1044000" cy="1187997"/>
              <a:chOff x="3613044" y="3993008"/>
              <a:chExt cx="1044000" cy="1187997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EB65154A-EA07-ED0E-D2A1-4718E4C77D15}"/>
                  </a:ext>
                </a:extLst>
              </p:cNvPr>
              <p:cNvSpPr/>
              <p:nvPr/>
            </p:nvSpPr>
            <p:spPr>
              <a:xfrm>
                <a:off x="3613044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F92390C4-5167-B24C-88F8-778C03CF19D7}"/>
                  </a:ext>
                </a:extLst>
              </p:cNvPr>
              <p:cNvSpPr/>
              <p:nvPr/>
            </p:nvSpPr>
            <p:spPr>
              <a:xfrm>
                <a:off x="3658044" y="4333655"/>
                <a:ext cx="954000" cy="216000"/>
              </a:xfrm>
              <a:prstGeom prst="roundRect">
                <a:avLst>
                  <a:gd name="adj" fmla="val 8333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4815BC99-1D99-A127-626A-7DD21EA342E1}"/>
                  </a:ext>
                </a:extLst>
              </p:cNvPr>
              <p:cNvSpPr/>
              <p:nvPr/>
            </p:nvSpPr>
            <p:spPr>
              <a:xfrm>
                <a:off x="3658044" y="4602536"/>
                <a:ext cx="954000" cy="540000"/>
              </a:xfrm>
              <a:prstGeom prst="roundRect">
                <a:avLst>
                  <a:gd name="adj" fmla="val 3333"/>
                </a:avLst>
              </a:prstGeom>
              <a:solidFill>
                <a:schemeClr val="accent2">
                  <a:alpha val="10000"/>
                </a:schemeClr>
              </a:solidFill>
              <a:ln w="9525">
                <a:solidFill>
                  <a:schemeClr val="accent2"/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3FE1F5EB-ABC5-B011-5A33-0D5ED7BF98A1}"/>
                  </a:ext>
                </a:extLst>
              </p:cNvPr>
              <p:cNvSpPr/>
              <p:nvPr/>
            </p:nvSpPr>
            <p:spPr>
              <a:xfrm>
                <a:off x="3613044" y="4281005"/>
                <a:ext cx="1044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2" name="グラフィックス 111" descr="プロセッサ 単色塗りつぶし">
                <a:extLst>
                  <a:ext uri="{FF2B5EF4-FFF2-40B4-BE49-F238E27FC236}">
                    <ns2:creationId id="{3B381834-A816-1CE6-D41B-D20C13395C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3672792" y="4333655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3" name="グラフィックス 112" descr="警告 単色塗りつぶし">
                <a:extLst>
                  <a:ext uri="{FF2B5EF4-FFF2-40B4-BE49-F238E27FC236}">
                    <ns2:creationId id="{A2ADB2B8-FAA5-08AD-A7D7-C6E37CA28F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3672792" y="4635194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クリップボード: チェックマーク 単色塗りつぶし">
                <a:extLst>
                  <a:ext uri="{FF2B5EF4-FFF2-40B4-BE49-F238E27FC236}">
                    <ns2:creationId id="{A9DEFAF3-A600-2FD1-7BF0-7E746255B8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rcRect/>
              <a:stretch/>
            </p:blipFill>
            <p:spPr>
              <a:xfrm>
                <a:off x="3672792" y="489387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60" name="コネクタ: カギ線 159">
              <a:extLst>
                <a:ext uri="{FF2B5EF4-FFF2-40B4-BE49-F238E27FC236}">
                  <ns2:creationId id="{646D9041-88E2-7F7D-5A52-EDEB1D69396C}"/>
                </a:ext>
              </a:extLst>
            </p:cNvPr>
            <p:cNvCxnSpPr>
              <a:cxnSpLocks/>
              <a:stCxn id="107" idx="3"/>
              <a:endCxn id="99" idx="1"/>
            </p:cNvCxnSpPr>
            <p:nvPr/>
          </p:nvCxnSpPr>
          <p:spPr>
            <a:xfrm flipV="1">
              <a:off x="4699132" y="447632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コネクタ: カギ線 163">
              <a:extLst>
                <a:ext uri="{FF2B5EF4-FFF2-40B4-BE49-F238E27FC236}">
                  <ns2:creationId id="{EBE24602-9C7D-DF5E-750B-51144B0E1493}"/>
                </a:ext>
              </a:extLst>
            </p:cNvPr>
            <p:cNvCxnSpPr>
              <a:cxnSpLocks/>
            </p:cNvCxnSpPr>
            <p:nvPr/>
          </p:nvCxnSpPr>
          <p:spPr>
            <a:xfrm>
              <a:off x="4699132" y="474954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矢印コネクタ 152">
              <a:extLst>
                <a:ext uri="{FF2B5EF4-FFF2-40B4-BE49-F238E27FC236}">
                  <ns2:creationId id="{A560ECEA-747C-002A-8274-45547086EE8F}"/>
                </a:ext>
              </a:extLst>
            </p:cNvPr>
            <p:cNvCxnSpPr>
              <a:cxnSpLocks/>
              <a:endCxn id="97" idx="1"/>
            </p:cNvCxnSpPr>
            <p:nvPr/>
          </p:nvCxnSpPr>
          <p:spPr>
            <a:xfrm>
              <a:off x="4699132" y="4749545"/>
              <a:ext cx="17166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正方形/長方形 132">
              <a:extLst>
                <a:ext uri="{FF2B5EF4-FFF2-40B4-BE49-F238E27FC236}">
                  <ns2:creationId id="{C792148C-0103-527D-4488-95801CD2A8F2}"/>
                </a:ext>
              </a:extLst>
            </p:cNvPr>
            <p:cNvSpPr/>
            <p:nvPr/>
          </p:nvSpPr>
          <p:spPr>
            <a:xfrm>
              <a:off x="1184694" y="3993008"/>
              <a:ext cx="720000" cy="158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1" name="グラフィックス 170" descr="データベース 単色塗りつぶし">
              <a:extLst>
                <a:ext uri="{FF2B5EF4-FFF2-40B4-BE49-F238E27FC236}">
                  <ns2:creationId id="{2751DD3E-52C1-B9F8-1AEA-80A2EB3822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1436694" y="5120058"/>
              <a:ext cx="216000" cy="216000"/>
            </a:xfrm>
            <a:prstGeom prst="rect">
              <a:avLst/>
            </a:prstGeom>
          </p:spPr>
        </p:pic>
        <p:sp>
          <p:nvSpPr>
            <p:cNvPr id="172" name="正方形/長方形 171">
              <a:extLst>
                <a:ext uri="{FF2B5EF4-FFF2-40B4-BE49-F238E27FC236}">
                  <ns2:creationId id="{1B004B87-3D90-0001-8A84-E05824F7FE15}"/>
                </a:ext>
              </a:extLst>
            </p:cNvPr>
            <p:cNvSpPr/>
            <p:nvPr/>
          </p:nvSpPr>
          <p:spPr>
            <a:xfrm>
              <a:off x="1184694" y="5303399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00018CBE-1E95-4A3E-2394-D1CC8048646B}"/>
                </a:ext>
              </a:extLst>
            </p:cNvPr>
            <p:cNvSpPr/>
            <p:nvPr/>
          </p:nvSpPr>
          <p:spPr>
            <a:xfrm>
              <a:off x="1184694" y="4845593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C7977B6-721E-A4C1-16C2-6F2ADEFF96FB}"/>
                </a:ext>
              </a:extLst>
            </p:cNvPr>
            <p:cNvSpPr/>
            <p:nvPr/>
          </p:nvSpPr>
          <p:spPr>
            <a:xfrm>
              <a:off x="1364694" y="4472466"/>
              <a:ext cx="360000" cy="144000"/>
            </a:xfrm>
            <a:prstGeom prst="roundRect">
              <a:avLst>
                <a:gd name="adj" fmla="val 12500"/>
              </a:avLst>
            </a:prstGeom>
            <a:solidFill>
              <a:schemeClr val="bg1">
                <a:lumMod val="6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pic>
          <p:nvPicPr>
            <p:cNvPr id="176" name="グラフィックス 175" descr="拡大鏡 単色塗りつぶし">
              <a:extLst>
                <a:ext uri="{FF2B5EF4-FFF2-40B4-BE49-F238E27FC236}">
                  <ns2:creationId id="{6592AEFC-0542-07C0-BA94-2C32F94AD2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rcRect/>
            <a:stretch/>
          </p:blipFill>
          <p:spPr>
            <a:xfrm>
              <a:off x="1184694" y="4101008"/>
              <a:ext cx="216000" cy="216000"/>
            </a:xfrm>
            <a:prstGeom prst="rect">
              <a:avLst/>
            </a:prstGeom>
          </p:spPr>
        </p:pic>
        <p:sp>
          <p:nvSpPr>
            <p:cNvPr id="177" name="正方形/長方形 176">
              <a:extLst>
                <a:ext uri="{FF2B5EF4-FFF2-40B4-BE49-F238E27FC236}">
                  <ns2:creationId id="{F0D8EC94-3650-9748-A9B9-1250D60F92FD}"/>
                </a:ext>
              </a:extLst>
            </p:cNvPr>
            <p:cNvSpPr/>
            <p:nvPr/>
          </p:nvSpPr>
          <p:spPr>
            <a:xfrm>
              <a:off x="1371434" y="3993008"/>
              <a:ext cx="533261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</a:p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5316437-CCEA-7CD3-FD4E-3C030963F8F7}"/>
                </a:ext>
              </a:extLst>
            </p:cNvPr>
            <p:cNvSpPr/>
            <p:nvPr/>
          </p:nvSpPr>
          <p:spPr>
            <a:xfrm>
              <a:off x="340417" y="3958146"/>
              <a:ext cx="5472000" cy="2351153"/>
            </a:xfrm>
            <a:prstGeom prst="rect">
              <a:avLst/>
            </a:prstGeom>
            <a:noFill/>
            <a:ln w="38100">
              <a:solidFill>
                <a:schemeClr val="accent2">
                  <a:alpha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BA85F5DB-988C-1085-5F5C-D4388563442E}"/>
                </a:ext>
              </a:extLst>
            </p:cNvPr>
            <p:cNvGrpSpPr/>
            <p:nvPr/>
          </p:nvGrpSpPr>
          <p:grpSpPr>
            <a:xfrm>
              <a:off x="1238952" y="4658479"/>
              <a:ext cx="611485" cy="180000"/>
              <a:chOff x="0" y="4658479"/>
              <a:chExt cx="611485" cy="180000"/>
            </a:xfrm>
          </p:grpSpPr>
          <p:sp>
            <p:nvSpPr>
              <p:cNvPr id="2" name="フローチャート: 磁気ディスク 1">
                <a:extLst>
                  <a:ext uri="{FF2B5EF4-FFF2-40B4-BE49-F238E27FC236}">
                    <ns2:creationId id="{FFBDBADB-6C9D-4EBC-D350-791C7AF96CB6}"/>
                  </a:ext>
                </a:extLst>
              </p:cNvPr>
              <p:cNvSpPr/>
              <p:nvPr/>
            </p:nvSpPr>
            <p:spPr>
              <a:xfrm>
                <a:off x="0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" name="フローチャート: 磁気ディスク 2">
                <a:extLst>
                  <a:ext uri="{FF2B5EF4-FFF2-40B4-BE49-F238E27FC236}">
                    <ns2:creationId id="{7F8D70DD-D280-5C7A-D434-6695E38FFB88}"/>
                  </a:ext>
                </a:extLst>
              </p:cNvPr>
              <p:cNvSpPr/>
              <p:nvPr/>
            </p:nvSpPr>
            <p:spPr>
              <a:xfrm>
                <a:off x="323485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47" name="コネクタ: カギ線 146">
              <a:extLst>
                <a:ext uri="{FF2B5EF4-FFF2-40B4-BE49-F238E27FC236}">
                  <ns2:creationId id="{55C7D298-312D-264C-7A5C-77125A5A7B12}"/>
                </a:ext>
              </a:extLst>
            </p:cNvPr>
            <p:cNvCxnSpPr>
              <a:cxnSpLocks/>
              <a:stCxn id="122" idx="3"/>
              <a:endCxn id="106" idx="1"/>
            </p:cNvCxnSpPr>
            <p:nvPr/>
          </p:nvCxnSpPr>
          <p:spPr>
            <a:xfrm flipV="1">
              <a:off x="3269652" y="4441655"/>
              <a:ext cx="475480" cy="288909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矢印コネクタ 144">
              <a:extLst>
                <a:ext uri="{FF2B5EF4-FFF2-40B4-BE49-F238E27FC236}">
                  <ns2:creationId id="{C41E3E79-4A41-A2D4-7C55-5FFF8262D35C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コネクタ: カギ線 149">
              <a:extLst>
                <a:ext uri="{FF2B5EF4-FFF2-40B4-BE49-F238E27FC236}">
                  <ns2:creationId id="{D55B09C3-4A17-8BBB-5295-F285BAA73A25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287997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42EFE58A-BF73-A729-C3E0-F521A8A581DD}"/>
              </a:ext>
            </a:extLst>
          </p:cNvPr>
          <p:cNvGrpSpPr/>
          <p:nvPr/>
        </p:nvGrpSpPr>
        <p:grpSpPr>
          <a:xfrm>
            <a:off x="6456804" y="2114080"/>
            <a:ext cx="5400003" cy="4195221"/>
            <a:chOff x="6456804" y="2114080"/>
            <a:chExt cx="5400003" cy="4195221"/>
          </a:xfrm>
        </p:grpSpPr>
        <p:grpSp>
          <p:nvGrpSpPr>
            <p:cNvPr id="257" name="グループ化 256">
              <a:extLst>
                <a:ext uri="{FF2B5EF4-FFF2-40B4-BE49-F238E27FC236}">
                  <ns2:creationId id="{A82F5E38-F616-B27A-18B9-752FF566C610}"/>
                </a:ext>
              </a:extLst>
            </p:cNvPr>
            <p:cNvGrpSpPr/>
            <p:nvPr/>
          </p:nvGrpSpPr>
          <p:grpSpPr>
            <a:xfrm>
              <a:off x="6737948" y="2114080"/>
              <a:ext cx="5118859" cy="1259999"/>
              <a:chOff x="6737948" y="2114080"/>
              <a:chExt cx="5118859" cy="1259999"/>
            </a:xfrm>
          </p:grpSpPr>
          <p:sp>
            <p:nvSpPr>
              <p:cNvPr id="186" name="正方形/長方形 185">
                <a:extLst>
                  <a:ext uri="{FF2B5EF4-FFF2-40B4-BE49-F238E27FC236}">
                    <ns2:creationId id="{3A195053-261F-20AB-9CAA-02D1F05A09A6}"/>
                  </a:ext>
                </a:extLst>
              </p:cNvPr>
              <p:cNvSpPr/>
              <p:nvPr/>
            </p:nvSpPr>
            <p:spPr>
              <a:xfrm>
                <a:off x="6737948" y="2402079"/>
                <a:ext cx="5118859" cy="972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AEED0DC9-096D-FE5E-3860-90C21C7DB0C7}"/>
                  </a:ext>
                </a:extLst>
              </p:cNvPr>
              <p:cNvSpPr/>
              <p:nvPr/>
            </p:nvSpPr>
            <p:spPr>
              <a:xfrm>
                <a:off x="6737948" y="2114080"/>
                <a:ext cx="5118859" cy="28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四角形: 角を丸くする 187">
                <a:extLst>
                  <a:ext uri="{FF2B5EF4-FFF2-40B4-BE49-F238E27FC236}">
                    <ns2:creationId id="{E8605252-75A7-53B6-9789-CC56C562E684}"/>
                  </a:ext>
                </a:extLst>
              </p:cNvPr>
              <p:cNvSpPr/>
              <p:nvPr/>
            </p:nvSpPr>
            <p:spPr>
              <a:xfrm>
                <a:off x="6803325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四角形: 角を丸くする 188">
                <a:extLst>
                  <a:ext uri="{FF2B5EF4-FFF2-40B4-BE49-F238E27FC236}">
                    <ns2:creationId id="{27A64921-64BC-B148-3181-DF8802DBC661}"/>
                  </a:ext>
                </a:extLst>
              </p:cNvPr>
              <p:cNvSpPr/>
              <p:nvPr/>
            </p:nvSpPr>
            <p:spPr>
              <a:xfrm>
                <a:off x="8487169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四角形: 角を丸くする 189">
                <a:extLst>
                  <a:ext uri="{FF2B5EF4-FFF2-40B4-BE49-F238E27FC236}">
                    <ns2:creationId id="{3C1F0E31-96FE-4415-BE49-CED238E9F99B}"/>
                  </a:ext>
                </a:extLst>
              </p:cNvPr>
              <p:cNvSpPr/>
              <p:nvPr/>
            </p:nvSpPr>
            <p:spPr>
              <a:xfrm>
                <a:off x="10171013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四角形: 角を丸くする 190">
                <a:extLst>
                  <a:ext uri="{FF2B5EF4-FFF2-40B4-BE49-F238E27FC236}">
                    <ns2:creationId id="{84BB92F8-2B41-8C72-CD13-AF247D2C1441}"/>
                  </a:ext>
                </a:extLst>
              </p:cNvPr>
              <p:cNvSpPr/>
              <p:nvPr/>
            </p:nvSpPr>
            <p:spPr>
              <a:xfrm>
                <a:off x="6803326" y="2982281"/>
                <a:ext cx="2493843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四角形: 角を丸くする 193">
                <a:extLst>
                  <a:ext uri="{FF2B5EF4-FFF2-40B4-BE49-F238E27FC236}">
                    <ns2:creationId id="{47F182C1-B2A5-F97C-030A-ECF158B07D95}"/>
                  </a:ext>
                </a:extLst>
              </p:cNvPr>
              <p:cNvSpPr/>
              <p:nvPr/>
            </p:nvSpPr>
            <p:spPr>
              <a:xfrm>
                <a:off x="9806811" y="2982281"/>
                <a:ext cx="1980000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5" name="直線矢印コネクタ 194">
                <a:extLst>
                  <a:ext uri="{FF2B5EF4-FFF2-40B4-BE49-F238E27FC236}">
                    <ns2:creationId id="{5248AEA8-F48D-D246-6C29-F7B0A5FF30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3324" y="2791395"/>
                <a:ext cx="0" cy="190886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コネクタ: カギ線 210">
                <a:extLst>
                  <a:ext uri="{FF2B5EF4-FFF2-40B4-BE49-F238E27FC236}">
                    <ns2:creationId id="{EFCFF2D9-2199-D26A-3B0C-DB9BC80EA1DC}"/>
                  </a:ext>
                </a:extLst>
              </p:cNvPr>
              <p:cNvCxnSpPr>
                <a:cxnSpLocks/>
                <a:stCxn id="190" idx="2"/>
                <a:endCxn id="191" idx="0"/>
              </p:cNvCxnSpPr>
              <p:nvPr/>
            </p:nvCxnSpPr>
            <p:spPr>
              <a:xfrm rot="5400000">
                <a:off x="9420188" y="1421456"/>
                <a:ext cx="190886" cy="2930765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1" name="直線矢印コネクタ 230">
              <a:extLst>
                <a:ext uri="{FF2B5EF4-FFF2-40B4-BE49-F238E27FC236}">
                  <ns2:creationId id="{CBA32B2A-AE82-02E7-49C4-1117ABF450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06805" y="3374079"/>
              <a:ext cx="0" cy="37266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D93F2BAC-1F51-DE4D-F751-CA66F0395743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57948" y="2258079"/>
              <a:ext cx="180000" cy="1488663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ホームベース 91">
              <a:extLst>
                <a:ext uri="{FF2B5EF4-FFF2-40B4-BE49-F238E27FC236}">
                  <ns2:creationId id="{D72C1737-5CE1-50EB-D178-F9F44E35D593}"/>
                </a:ext>
              </a:extLst>
            </p:cNvPr>
            <p:cNvSpPr/>
            <p:nvPr/>
          </p:nvSpPr>
          <p:spPr>
            <a:xfrm rot="5400000">
              <a:off x="7583193" y="3504371"/>
              <a:ext cx="648000" cy="540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山形 92">
              <a:extLst>
                <a:ext uri="{FF2B5EF4-FFF2-40B4-BE49-F238E27FC236}">
                  <ns2:creationId id="{5BC165CC-4EA2-F103-7B04-0EAA35D3F6A4}"/>
                </a:ext>
              </a:extLst>
            </p:cNvPr>
            <p:cNvSpPr/>
            <p:nvPr/>
          </p:nvSpPr>
          <p:spPr>
            <a:xfrm rot="5400000">
              <a:off x="7331193" y="4333992"/>
              <a:ext cx="1152000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山形 92">
              <a:extLst>
                <a:ext uri="{FF2B5EF4-FFF2-40B4-BE49-F238E27FC236}">
                  <ns2:creationId id="{4FF64D6A-790C-F498-38EF-5CE0D336349F}"/>
                </a:ext>
              </a:extLst>
            </p:cNvPr>
            <p:cNvSpPr/>
            <p:nvPr/>
          </p:nvSpPr>
          <p:spPr>
            <a:xfrm rot="5400000">
              <a:off x="7310594" y="5442702"/>
              <a:ext cx="1193198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1125003E-BAC3-54BA-5898-BC5BBD8CE42D}"/>
                </a:ext>
              </a:extLst>
            </p:cNvPr>
            <p:cNvSpPr/>
            <p:nvPr/>
          </p:nvSpPr>
          <p:spPr>
            <a:xfrm>
              <a:off x="8253393" y="3450370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3" name="コネクタ: カギ線 242">
              <a:extLst>
                <a:ext uri="{FF2B5EF4-FFF2-40B4-BE49-F238E27FC236}">
                  <ns2:creationId id="{762475BE-33A7-21AB-1A70-5C384C0BFC0C}"/>
                </a:ext>
              </a:extLst>
            </p:cNvPr>
            <p:cNvCxnSpPr>
              <a:cxnSpLocks/>
              <a:stCxn id="215" idx="3"/>
              <a:endCxn id="239" idx="2"/>
            </p:cNvCxnSpPr>
            <p:nvPr/>
          </p:nvCxnSpPr>
          <p:spPr>
            <a:xfrm flipV="1">
              <a:off x="7356804" y="3725234"/>
              <a:ext cx="280389" cy="66950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5C7B359D-DBFA-8126-928E-CC536F0623CA}"/>
                </a:ext>
              </a:extLst>
            </p:cNvPr>
            <p:cNvCxnSpPr>
              <a:cxnSpLocks/>
              <a:stCxn id="215" idx="3"/>
              <a:endCxn id="327" idx="1"/>
            </p:cNvCxnSpPr>
            <p:nvPr/>
          </p:nvCxnSpPr>
          <p:spPr>
            <a:xfrm>
              <a:off x="7356804" y="4394740"/>
              <a:ext cx="896588" cy="1415316"/>
            </a:xfrm>
            <a:prstGeom prst="bentConnector3">
              <a:avLst>
                <a:gd name="adj1" fmla="val 15659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グループ化 255">
              <a:extLst>
                <a:ext uri="{FF2B5EF4-FFF2-40B4-BE49-F238E27FC236}">
                  <ns2:creationId id="{832D3A65-1E18-4FAA-F3BE-D0E4D9CEAF47}"/>
                </a:ext>
              </a:extLst>
            </p:cNvPr>
            <p:cNvGrpSpPr/>
            <p:nvPr/>
          </p:nvGrpSpPr>
          <p:grpSpPr>
            <a:xfrm>
              <a:off x="6456804" y="3746741"/>
              <a:ext cx="900001" cy="2015999"/>
              <a:chOff x="6456804" y="3746741"/>
              <a:chExt cx="900001" cy="2015999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91BFAD51-84DE-3422-D793-60FB42487D80}"/>
                  </a:ext>
                </a:extLst>
              </p:cNvPr>
              <p:cNvSpPr/>
              <p:nvPr/>
            </p:nvSpPr>
            <p:spPr>
              <a:xfrm>
                <a:off x="6456804" y="4034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E03388EE-8EBD-505F-A428-41FC52191136}"/>
                  </a:ext>
                </a:extLst>
              </p:cNvPr>
              <p:cNvSpPr/>
              <p:nvPr/>
            </p:nvSpPr>
            <p:spPr>
              <a:xfrm>
                <a:off x="6456804" y="3746741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正方形/長方形 216">
                <a:extLst>
                  <a:ext uri="{FF2B5EF4-FFF2-40B4-BE49-F238E27FC236}">
                    <ns2:creationId id="{B8BC7BBD-EB33-7A4F-6BB8-95B4322A006F}"/>
                  </a:ext>
                </a:extLst>
              </p:cNvPr>
              <p:cNvSpPr/>
              <p:nvPr/>
            </p:nvSpPr>
            <p:spPr>
              <a:xfrm>
                <a:off x="6456804" y="5042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ED0826C9-0BCC-0E61-36B0-AB116E34126C}"/>
                  </a:ext>
                </a:extLst>
              </p:cNvPr>
              <p:cNvSpPr/>
              <p:nvPr/>
            </p:nvSpPr>
            <p:spPr>
              <a:xfrm>
                <a:off x="6456804" y="4754740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19" name="グラフィックス 218" descr="同期中のクラウド 単色塗りつぶし">
                <a:extLst>
                  <a:ext uri="{FF2B5EF4-FFF2-40B4-BE49-F238E27FC236}">
                    <ns2:creationId id="{099E8A0B-3F7D-300C-9880-1A0A12DCA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62805" y="4106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0" name="正方形/長方形 219">
                <a:extLst>
                  <a:ext uri="{FF2B5EF4-FFF2-40B4-BE49-F238E27FC236}">
                    <ns2:creationId id="{8E6794D8-1CCB-9CBB-472E-9E13C8BC2910}"/>
                  </a:ext>
                </a:extLst>
              </p:cNvPr>
              <p:cNvSpPr/>
              <p:nvPr/>
            </p:nvSpPr>
            <p:spPr>
              <a:xfrm>
                <a:off x="6456805" y="4394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3" name="グラフィックス 222" descr="オフィス ワーカー (男性) 単色塗りつぶし">
                <a:extLst>
                  <a:ext uri="{FF2B5EF4-FFF2-40B4-BE49-F238E27FC236}">
                    <ns2:creationId id="{CBDABF8D-CCBB-02D1-2743-DCD04FE00A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6762804" y="5114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4" name="正方形/長方形 223">
                <a:extLst>
                  <a:ext uri="{FF2B5EF4-FFF2-40B4-BE49-F238E27FC236}">
                    <ns2:creationId id="{98D13723-2055-5469-F6C5-92904F1BF169}"/>
                  </a:ext>
                </a:extLst>
              </p:cNvPr>
              <p:cNvSpPr/>
              <p:nvPr/>
            </p:nvSpPr>
            <p:spPr>
              <a:xfrm>
                <a:off x="6456804" y="5402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コネクタ: カギ線 248">
                <a:extLst>
                  <a:ext uri="{FF2B5EF4-FFF2-40B4-BE49-F238E27FC236}">
                    <ns2:creationId id="{07839005-8803-41B5-9A70-BF2A4390A741}"/>
                  </a:ext>
                </a:extLst>
              </p:cNvPr>
              <p:cNvCxnSpPr>
                <a:cxnSpLocks/>
                <a:stCxn id="223" idx="1"/>
                <a:endCxn id="219" idx="1"/>
              </p:cNvCxnSpPr>
              <p:nvPr/>
            </p:nvCxnSpPr>
            <p:spPr>
              <a:xfrm rot="10800000" flipH="1">
                <a:off x="6762803" y="4250740"/>
                <a:ext cx="1" cy="1008000"/>
              </a:xfrm>
              <a:prstGeom prst="bentConnector3">
                <a:avLst>
                  <a:gd name="adj1" fmla="val -22860000000"/>
                </a:avLst>
              </a:prstGeom>
              <a:ln w="9525">
                <a:solidFill>
                  <a:srgbClr val="008000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4" name="正方形/長方形 263">
              <a:extLst>
                <a:ext uri="{FF2B5EF4-FFF2-40B4-BE49-F238E27FC236}">
                  <ns2:creationId id="{D88434C8-1579-0178-8217-E7C8CAF1BFCF}"/>
                </a:ext>
              </a:extLst>
            </p:cNvPr>
            <p:cNvSpPr/>
            <p:nvPr/>
          </p:nvSpPr>
          <p:spPr>
            <a:xfrm>
              <a:off x="9500859" y="3630370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3" name="グラフィックス 272" descr="インターネット 単色塗りつぶし">
              <a:extLst>
                <a:ext uri="{FF2B5EF4-FFF2-40B4-BE49-F238E27FC236}">
                  <ns2:creationId id="{DD0ADC1C-00A2-E9EF-B13E-63206D002E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5"/>
                </a:ext>
              </a:extLst>
            </a:blip>
            <a:stretch>
              <a:fillRect/>
            </a:stretch>
          </p:blipFill>
          <p:spPr>
            <a:xfrm>
              <a:off x="8356759" y="3738370"/>
              <a:ext cx="288000" cy="288000"/>
            </a:xfrm>
            <a:prstGeom prst="rect">
              <a:avLst/>
            </a:prstGeom>
          </p:spPr>
        </p:pic>
        <p:sp>
          <p:nvSpPr>
            <p:cNvPr id="274" name="正方形/長方形 273">
              <a:extLst>
                <a:ext uri="{FF2B5EF4-FFF2-40B4-BE49-F238E27FC236}">
                  <ns2:creationId id="{30B66067-3653-18BB-2447-580350C930C6}"/>
                </a:ext>
              </a:extLst>
            </p:cNvPr>
            <p:cNvSpPr/>
            <p:nvPr/>
          </p:nvSpPr>
          <p:spPr>
            <a:xfrm>
              <a:off x="8253393" y="402773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A98B43B-43E6-F38C-BD8F-F1D0F6282C52}"/>
                </a:ext>
              </a:extLst>
            </p:cNvPr>
            <p:cNvSpPr/>
            <p:nvPr/>
          </p:nvSpPr>
          <p:spPr>
            <a:xfrm>
              <a:off x="9500859" y="420773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8" name="グラフィックス 277" descr="歯車 単色塗りつぶし">
              <a:extLst>
                <a:ext uri="{FF2B5EF4-FFF2-40B4-BE49-F238E27FC236}">
                  <ns2:creationId id="{5A741BF6-3F3C-0DDB-5600-308A62D54A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6"/>
                </a:ext>
              </a:extLst>
            </a:blip>
            <a:srcRect/>
            <a:stretch/>
          </p:blipFill>
          <p:spPr>
            <a:xfrm>
              <a:off x="8356757" y="4279734"/>
              <a:ext cx="288000" cy="288000"/>
            </a:xfrm>
            <a:prstGeom prst="rect">
              <a:avLst/>
            </a:prstGeom>
          </p:spPr>
        </p:pic>
        <p:pic>
          <p:nvPicPr>
            <p:cNvPr id="277" name="グラフィックス 276" descr="データベース 単色塗りつぶし">
              <a:extLst>
                <a:ext uri="{FF2B5EF4-FFF2-40B4-BE49-F238E27FC236}">
                  <ns2:creationId id="{6CC2F5D8-AC98-B89D-9F21-1BA4ACCAA5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8356759" y="4552646"/>
              <a:ext cx="288000" cy="288000"/>
            </a:xfrm>
            <a:prstGeom prst="rect">
              <a:avLst/>
            </a:prstGeom>
          </p:spPr>
        </p:pic>
        <p:pic>
          <p:nvPicPr>
            <p:cNvPr id="279" name="グラフィックス 278" descr="データベース 単色塗りつぶし">
              <a:extLst>
                <a:ext uri="{FF2B5EF4-FFF2-40B4-BE49-F238E27FC236}">
                  <ns2:creationId id="{CBF91328-FDCD-C3C7-232B-9D7D64ADCE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9235774" y="4552646"/>
              <a:ext cx="288000" cy="288000"/>
            </a:xfrm>
            <a:prstGeom prst="rect">
              <a:avLst/>
            </a:prstGeom>
          </p:spPr>
        </p:pic>
        <p:pic>
          <p:nvPicPr>
            <p:cNvPr id="280" name="グラフィックス 279" descr="データベース 単色塗りつぶし">
              <a:extLst>
                <a:ext uri="{FF2B5EF4-FFF2-40B4-BE49-F238E27FC236}">
                  <ns2:creationId id="{B2AFCC31-D5C4-6C8F-D1F5-9B882F46E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10114787" y="4552646"/>
              <a:ext cx="288000" cy="288000"/>
            </a:xfrm>
            <a:prstGeom prst="rect">
              <a:avLst/>
            </a:prstGeom>
          </p:spPr>
        </p:pic>
        <p:pic>
          <p:nvPicPr>
            <p:cNvPr id="281" name="グラフィックス 280" descr="ブログ 単色塗りつぶし">
              <a:extLst>
                <a:ext uri="{FF2B5EF4-FFF2-40B4-BE49-F238E27FC236}">
                  <ns2:creationId id="{2147A0B6-6530-118F-4AE4-CAF7AB5200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8"/>
                </a:ext>
              </a:extLst>
            </a:blip>
            <a:stretch>
              <a:fillRect/>
            </a:stretch>
          </p:blipFill>
          <p:spPr>
            <a:xfrm>
              <a:off x="10993799" y="4552646"/>
              <a:ext cx="288000" cy="288000"/>
            </a:xfrm>
            <a:prstGeom prst="rect">
              <a:avLst/>
            </a:prstGeom>
          </p:spPr>
        </p:pic>
        <p:sp>
          <p:nvSpPr>
            <p:cNvPr id="282" name="正方形/長方形 281">
              <a:extLst>
                <a:ext uri="{FF2B5EF4-FFF2-40B4-BE49-F238E27FC236}">
                  <ns2:creationId id="{961962E1-8252-B529-F4E1-735EBB8981BD}"/>
                </a:ext>
              </a:extLst>
            </p:cNvPr>
            <p:cNvSpPr/>
            <p:nvPr/>
          </p:nvSpPr>
          <p:spPr>
            <a:xfrm>
              <a:off x="814076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74C0E855-8837-550A-CE3C-E6957A6DF7A7}"/>
                </a:ext>
              </a:extLst>
            </p:cNvPr>
            <p:cNvSpPr/>
            <p:nvPr/>
          </p:nvSpPr>
          <p:spPr>
            <a:xfrm>
              <a:off x="9109774" y="4840646"/>
              <a:ext cx="54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7E697ACC-C657-8F4B-0857-981D4AA2EC0C}"/>
                </a:ext>
              </a:extLst>
            </p:cNvPr>
            <p:cNvSpPr/>
            <p:nvPr/>
          </p:nvSpPr>
          <p:spPr>
            <a:xfrm>
              <a:off x="9898786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9CCF51DB-8D47-FFE8-8D5B-464105104A9B}"/>
                </a:ext>
              </a:extLst>
            </p:cNvPr>
            <p:cNvSpPr/>
            <p:nvPr/>
          </p:nvSpPr>
          <p:spPr>
            <a:xfrm>
              <a:off x="1077780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87" name="直線矢印コネクタ 286">
              <a:extLst>
                <a:ext uri="{FF2B5EF4-FFF2-40B4-BE49-F238E27FC236}">
                  <ns2:creationId id="{40B7ABA4-CBAB-8500-C3AC-2245EB8C554D}"/>
                </a:ext>
              </a:extLst>
            </p:cNvPr>
            <p:cNvCxnSpPr>
              <a:cxnSpLocks/>
              <a:stCxn id="277" idx="3"/>
              <a:endCxn id="279" idx="1"/>
            </p:cNvCxnSpPr>
            <p:nvPr/>
          </p:nvCxnSpPr>
          <p:spPr>
            <a:xfrm>
              <a:off x="8644759" y="4696646"/>
              <a:ext cx="59101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矢印コネクタ 290">
              <a:extLst>
                <a:ext uri="{FF2B5EF4-FFF2-40B4-BE49-F238E27FC236}">
                  <ns2:creationId id="{A8A79A40-C0CC-E990-BA0F-DEE8FF01B9E8}"/>
                </a:ext>
              </a:extLst>
            </p:cNvPr>
            <p:cNvCxnSpPr>
              <a:cxnSpLocks/>
              <a:stCxn id="279" idx="3"/>
              <a:endCxn id="280" idx="1"/>
            </p:cNvCxnSpPr>
            <p:nvPr/>
          </p:nvCxnSpPr>
          <p:spPr>
            <a:xfrm>
              <a:off x="9523774" y="4696646"/>
              <a:ext cx="59101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矢印コネクタ 293">
              <a:extLst>
                <a:ext uri="{FF2B5EF4-FFF2-40B4-BE49-F238E27FC236}">
                  <ns2:creationId id="{B6743978-5631-E3F8-A9A8-53C1C1BAA598}"/>
                </a:ext>
              </a:extLst>
            </p:cNvPr>
            <p:cNvCxnSpPr>
              <a:cxnSpLocks/>
              <a:stCxn id="280" idx="3"/>
              <a:endCxn id="281" idx="1"/>
            </p:cNvCxnSpPr>
            <p:nvPr/>
          </p:nvCxnSpPr>
          <p:spPr>
            <a:xfrm>
              <a:off x="10402787" y="4696646"/>
              <a:ext cx="59101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7" name="グラフィックス 296" descr="歯車 1 つ 単色塗りつぶし">
              <a:extLst>
                <a:ext uri="{FF2B5EF4-FFF2-40B4-BE49-F238E27FC236}">
                  <ns2:creationId id="{C9ACF206-0D7A-94A6-EB41-72B3742AE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9"/>
                </a:ext>
              </a:extLst>
            </a:blip>
            <a:srcRect/>
            <a:stretch/>
          </p:blipFill>
          <p:spPr>
            <a:xfrm>
              <a:off x="10228610" y="4624646"/>
              <a:ext cx="216000" cy="216000"/>
            </a:xfrm>
            <a:prstGeom prst="rect">
              <a:avLst/>
            </a:prstGeom>
          </p:spPr>
        </p:pic>
        <p:cxnSp>
          <p:nvCxnSpPr>
            <p:cNvPr id="298" name="コネクタ: カギ線 297">
              <a:extLst>
                <a:ext uri="{FF2B5EF4-FFF2-40B4-BE49-F238E27FC236}">
                  <ns2:creationId id="{19513EE3-4157-9FF1-77DF-15C968D76037}"/>
                </a:ext>
              </a:extLst>
            </p:cNvPr>
            <p:cNvCxnSpPr>
              <a:cxnSpLocks/>
              <a:stCxn id="278" idx="3"/>
              <a:endCxn id="279" idx="0"/>
            </p:cNvCxnSpPr>
            <p:nvPr/>
          </p:nvCxnSpPr>
          <p:spPr>
            <a:xfrm>
              <a:off x="8644757" y="4423734"/>
              <a:ext cx="735017" cy="128912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円: 塗りつぶしなし 309">
              <a:extLst>
                <a:ext uri="{FF2B5EF4-FFF2-40B4-BE49-F238E27FC236}">
                  <ns2:creationId id="{BFED4C66-C233-E7FA-0D1E-6293C68119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886267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1" name="円: 塗りつぶしなし 310">
              <a:extLst>
                <a:ext uri="{FF2B5EF4-FFF2-40B4-BE49-F238E27FC236}">
                  <ns2:creationId id="{31786BFF-9AF8-346C-CACA-CAFEA69E91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44293" y="4571076"/>
              <a:ext cx="108000" cy="108000"/>
            </a:xfrm>
            <a:prstGeom prst="donut">
              <a:avLst/>
            </a:prstGeom>
            <a:noFill/>
            <a:ln w="19050">
              <a:solidFill>
                <a:srgbClr val="008000">
                  <a:alpha val="7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2" name="円: 塗りつぶしなし 311">
              <a:extLst>
                <a:ext uri="{FF2B5EF4-FFF2-40B4-BE49-F238E27FC236}">
                  <ns2:creationId id="{3B5F97A2-33A5-FBEA-06E3-3F6F02D41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65281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13" name="コネクタ: カギ線 312">
              <a:extLst>
                <a:ext uri="{FF2B5EF4-FFF2-40B4-BE49-F238E27FC236}">
                  <ns2:creationId id="{4B117916-0B30-D142-E671-2D8FB49FF04C}"/>
                </a:ext>
              </a:extLst>
            </p:cNvPr>
            <p:cNvCxnSpPr>
              <a:cxnSpLocks/>
              <a:stCxn id="310" idx="4"/>
              <a:endCxn id="283" idx="1"/>
            </p:cNvCxnSpPr>
            <p:nvPr/>
          </p:nvCxnSpPr>
          <p:spPr>
            <a:xfrm rot="16200000" flipH="1">
              <a:off x="8881235" y="4738107"/>
              <a:ext cx="287570" cy="169507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0" name="正方形/長方形 319">
              <a:extLst>
                <a:ext uri="{FF2B5EF4-FFF2-40B4-BE49-F238E27FC236}">
                  <ns2:creationId id="{696CFEE0-7DE7-8CEC-3DB3-881474F1E66A}"/>
                </a:ext>
              </a:extLst>
            </p:cNvPr>
            <p:cNvSpPr/>
            <p:nvPr/>
          </p:nvSpPr>
          <p:spPr>
            <a:xfrm>
              <a:off x="8253393" y="512170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EC6E5F0E-5658-EA30-83E5-20242F3BE827}"/>
                </a:ext>
              </a:extLst>
            </p:cNvPr>
            <p:cNvSpPr/>
            <p:nvPr/>
          </p:nvSpPr>
          <p:spPr>
            <a:xfrm>
              <a:off x="9500859" y="530170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4010680A-8018-A4D5-F307-C12275EB8EA4}"/>
                </a:ext>
              </a:extLst>
            </p:cNvPr>
            <p:cNvSpPr/>
            <p:nvPr/>
          </p:nvSpPr>
          <p:spPr>
            <a:xfrm>
              <a:off x="8253392" y="5666056"/>
              <a:ext cx="36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40B859A6-8FE2-6F00-5F3F-04F3FCAC547C}"/>
                </a:ext>
              </a:extLst>
            </p:cNvPr>
            <p:cNvSpPr/>
            <p:nvPr/>
          </p:nvSpPr>
          <p:spPr>
            <a:xfrm>
              <a:off x="9500859" y="5948725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5" name="円: 塗りつぶしなし 334">
              <a:extLst>
                <a:ext uri="{FF2B5EF4-FFF2-40B4-BE49-F238E27FC236}">
                  <ns2:creationId id="{D3461387-BAE5-730D-58DD-AFA45173E9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337705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6" name="円: 塗りつぶしなし 335">
              <a:extLst>
                <a:ext uri="{FF2B5EF4-FFF2-40B4-BE49-F238E27FC236}">
                  <ns2:creationId id="{82BDD699-15A5-2F47-3D09-B36EC7855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984726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7" name="円: 塗りつぶしなし 336">
              <a:extLst>
                <a:ext uri="{FF2B5EF4-FFF2-40B4-BE49-F238E27FC236}">
                  <ns2:creationId id="{6CC4B632-4A25-420D-4CFF-A719A3D74E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5" y="5666057"/>
              <a:ext cx="288000" cy="288000"/>
            </a:xfrm>
            <a:prstGeom prst="donut">
              <a:avLst/>
            </a:prstGeom>
            <a:noFill/>
            <a:ln w="25400">
              <a:solidFill>
                <a:srgbClr val="008000">
                  <a:alpha val="2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38" name="グラフィックス 337" descr="拡大鏡 単色塗りつぶし">
              <a:extLst>
                <a:ext uri="{FF2B5EF4-FFF2-40B4-BE49-F238E27FC236}">
                  <ns2:creationId id="{95DC8AE5-883E-1EE7-EE2A-81724EBC32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0"/>
                </a:ext>
              </a:extLst>
            </a:blip>
            <a:stretch>
              <a:fillRect/>
            </a:stretch>
          </p:blipFill>
          <p:spPr>
            <a:xfrm>
              <a:off x="8356759" y="5337704"/>
              <a:ext cx="287999" cy="287999"/>
            </a:xfrm>
            <a:prstGeom prst="rect">
              <a:avLst/>
            </a:prstGeom>
          </p:spPr>
        </p:pic>
        <p:pic>
          <p:nvPicPr>
            <p:cNvPr id="339" name="グラフィックス 338" descr="ブログ 単色塗りつぶし">
              <a:extLst>
                <a:ext uri="{FF2B5EF4-FFF2-40B4-BE49-F238E27FC236}">
                  <ns2:creationId id="{B0FC5D32-60AE-4B10-42F6-6AEB608A54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356758" y="5984725"/>
              <a:ext cx="287999" cy="287999"/>
            </a:xfrm>
            <a:prstGeom prst="rect">
              <a:avLst/>
            </a:prstGeom>
          </p:spPr>
        </p:pic>
        <p:pic>
          <p:nvPicPr>
            <p:cNvPr id="7" name="グラフィックス 6" descr="警告 単色塗りつぶし">
              <a:extLst>
                <a:ext uri="{FF2B5EF4-FFF2-40B4-BE49-F238E27FC236}">
                  <ns2:creationId id="{417F765E-F2B1-288C-9E7A-8A3E571D3D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940264" y="4279734"/>
              <a:ext cx="144000" cy="144000"/>
            </a:xfrm>
            <a:prstGeom prst="rect">
              <a:avLst/>
            </a:prstGeom>
          </p:spPr>
        </p:pic>
        <p:pic>
          <p:nvPicPr>
            <p:cNvPr id="8" name="グラフィックス 7" descr="警告 単色塗りつぶし">
              <a:extLst>
                <a:ext uri="{FF2B5EF4-FFF2-40B4-BE49-F238E27FC236}">
                  <ns2:creationId id="{669F94F4-9228-F5A5-A64A-5A3562F2F7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796265" y="4750858"/>
              <a:ext cx="144000" cy="144000"/>
            </a:xfrm>
            <a:prstGeom prst="rect">
              <a:avLst/>
            </a:prstGeom>
          </p:spPr>
        </p:pic>
      </p:grpSp>
      <p:sp>
        <p:nvSpPr>
          <p:cNvPr id="11" name="テキスト プレースホルダー 2">
            <a:extLst>
              <a:ext uri="{FF2B5EF4-FFF2-40B4-BE49-F238E27FC236}">
                <ns2:creationId id="{0A1D7847-0CF2-D147-61E3-259203113C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776723624"/>
      </p:ext>
    </p:extLst>
  </p:cSld>
  <p:clrMapOvr>
    <a:masterClrMapping/>
  </p:clrMapOvr>
</p:sld>
</file>

<file path=ppt/slides/slide3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BCB777-DD71-3B9C-8BE9-6E4861AED9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3A7B9-3636-2054-4009-C2258986AF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328" name="グループ化 327">
            <a:extLst>
              <a:ext uri="{FF2B5EF4-FFF2-40B4-BE49-F238E27FC236}">
                <ns2:creationId id="{5ACD238B-B1B1-8945-568A-5D5D6459D815}"/>
              </a:ext>
            </a:extLst>
          </p:cNvPr>
          <p:cNvGrpSpPr/>
          <p:nvPr/>
        </p:nvGrpSpPr>
        <p:grpSpPr>
          <a:xfrm>
            <a:off x="345848" y="1639661"/>
            <a:ext cx="11508708" cy="4669064"/>
            <a:chOff x="345848" y="1639661"/>
            <a:chExt cx="11508708" cy="4669064"/>
          </a:xfrm>
        </p:grpSpPr>
        <p:grpSp>
          <p:nvGrpSpPr>
            <p:cNvPr id="186" name="グループ化 185">
              <a:extLst>
                <a:ext uri="{FF2B5EF4-FFF2-40B4-BE49-F238E27FC236}">
                  <ns2:creationId id="{51D1C139-DFB2-B586-20CF-1307A1228539}"/>
                </a:ext>
              </a:extLst>
            </p:cNvPr>
            <p:cNvGrpSpPr/>
            <p:nvPr/>
          </p:nvGrpSpPr>
          <p:grpSpPr>
            <a:xfrm>
              <a:off x="740979" y="2581371"/>
              <a:ext cx="11113577" cy="1008000"/>
              <a:chOff x="740979" y="2642375"/>
              <a:chExt cx="11113577" cy="1008000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D5A0AEA-9517-A5E0-5D54-E53CD26C9FF6}"/>
                  </a:ext>
                </a:extLst>
              </p:cNvPr>
              <p:cNvSpPr/>
              <p:nvPr/>
            </p:nvSpPr>
            <p:spPr>
              <a:xfrm>
                <a:off x="74097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C53BCE1-3A3F-E577-3698-77518DD9A0DA}"/>
                  </a:ext>
                </a:extLst>
              </p:cNvPr>
              <p:cNvSpPr/>
              <p:nvPr/>
            </p:nvSpPr>
            <p:spPr>
              <a:xfrm>
                <a:off x="74097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61583D06-5B7D-7C06-BDFD-88B1B70C7623}"/>
                  </a:ext>
                </a:extLst>
              </p:cNvPr>
              <p:cNvSpPr/>
              <p:nvPr/>
            </p:nvSpPr>
            <p:spPr>
              <a:xfrm>
                <a:off x="160411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6821CDC6-DCA8-9F61-F238-1DB983DA5DC0}"/>
                  </a:ext>
                </a:extLst>
              </p:cNvPr>
              <p:cNvSpPr/>
              <p:nvPr/>
            </p:nvSpPr>
            <p:spPr>
              <a:xfrm>
                <a:off x="2467241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四角形: 角を丸くする 13">
                <a:extLst>
                  <a:ext uri="{FF2B5EF4-FFF2-40B4-BE49-F238E27FC236}">
                    <ns2:creationId id="{06277344-3E69-03C6-6C9D-3B00E9FC31D1}"/>
                  </a:ext>
                </a:extLst>
              </p:cNvPr>
              <p:cNvSpPr/>
              <p:nvPr/>
            </p:nvSpPr>
            <p:spPr>
              <a:xfrm>
                <a:off x="3330372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四角形: 角を丸くする 14">
                <a:extLst>
                  <a:ext uri="{FF2B5EF4-FFF2-40B4-BE49-F238E27FC236}">
                    <ns2:creationId id="{B32517C0-E9D5-6471-217C-F13777E9008C}"/>
                  </a:ext>
                </a:extLst>
              </p:cNvPr>
              <p:cNvSpPr/>
              <p:nvPr/>
            </p:nvSpPr>
            <p:spPr>
              <a:xfrm>
                <a:off x="4193503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0FE9CD82-6BFE-2FB2-42A5-2B3B5FD70054}"/>
                  </a:ext>
                </a:extLst>
              </p:cNvPr>
              <p:cNvSpPr/>
              <p:nvPr/>
            </p:nvSpPr>
            <p:spPr>
              <a:xfrm>
                <a:off x="5056634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F8E1D93F-6C03-F1D6-3AD1-C8C76F17BDED}"/>
                  </a:ext>
                </a:extLst>
              </p:cNvPr>
              <p:cNvSpPr/>
              <p:nvPr/>
            </p:nvSpPr>
            <p:spPr>
              <a:xfrm>
                <a:off x="591976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0B19858A-3908-1AC3-16FE-C13E4006692B}"/>
                  </a:ext>
                </a:extLst>
              </p:cNvPr>
              <p:cNvSpPr/>
              <p:nvPr/>
            </p:nvSpPr>
            <p:spPr>
              <a:xfrm>
                <a:off x="6782896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四角形: 角を丸くする 18">
                <a:extLst>
                  <a:ext uri="{FF2B5EF4-FFF2-40B4-BE49-F238E27FC236}">
                    <ns2:creationId id="{14EA70AD-96E6-82C1-A8F6-F448695D6F16}"/>
                  </a:ext>
                </a:extLst>
              </p:cNvPr>
              <p:cNvSpPr/>
              <p:nvPr/>
            </p:nvSpPr>
            <p:spPr>
              <a:xfrm>
                <a:off x="7646027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四角形: 角を丸くする 19">
                <a:extLst>
                  <a:ext uri="{FF2B5EF4-FFF2-40B4-BE49-F238E27FC236}">
                    <ns2:creationId id="{508A8661-BD55-2C40-074F-E514BE0BFC56}"/>
                  </a:ext>
                </a:extLst>
              </p:cNvPr>
              <p:cNvSpPr/>
              <p:nvPr/>
            </p:nvSpPr>
            <p:spPr>
              <a:xfrm>
                <a:off x="8509158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4F3BEF38-DCC9-B27D-7FF5-35CFE03ECD3C}"/>
                  </a:ext>
                </a:extLst>
              </p:cNvPr>
              <p:cNvSpPr/>
              <p:nvPr/>
            </p:nvSpPr>
            <p:spPr>
              <a:xfrm>
                <a:off x="937228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A4499D30-E148-1169-07BC-356288BB52C4}"/>
                  </a:ext>
                </a:extLst>
              </p:cNvPr>
              <p:cNvSpPr/>
              <p:nvPr/>
            </p:nvSpPr>
            <p:spPr>
              <a:xfrm>
                <a:off x="1023542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3CE415B7-03C9-F718-E93A-195E53261166}"/>
                  </a:ext>
                </a:extLst>
              </p:cNvPr>
              <p:cNvSpPr/>
              <p:nvPr/>
            </p:nvSpPr>
            <p:spPr>
              <a:xfrm>
                <a:off x="1109855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四角形: 角を丸くする 25">
                <a:extLst>
                  <a:ext uri="{FF2B5EF4-FFF2-40B4-BE49-F238E27FC236}">
                    <ns2:creationId id="{DC6CCE52-5237-6CF5-E71F-65C5CA278D1D}"/>
                  </a:ext>
                </a:extLst>
              </p:cNvPr>
              <p:cNvSpPr/>
              <p:nvPr/>
            </p:nvSpPr>
            <p:spPr>
              <a:xfrm>
                <a:off x="160411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A331C6BE-57D2-9DE3-AD02-7B9E7A116F29}"/>
                  </a:ext>
                </a:extLst>
              </p:cNvPr>
              <p:cNvSpPr/>
              <p:nvPr/>
            </p:nvSpPr>
            <p:spPr>
              <a:xfrm>
                <a:off x="2467241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C1321AF4-FFC9-D9D5-FADE-9C4257EA6355}"/>
                  </a:ext>
                </a:extLst>
              </p:cNvPr>
              <p:cNvSpPr/>
              <p:nvPr/>
            </p:nvSpPr>
            <p:spPr>
              <a:xfrm>
                <a:off x="3330372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83936E9E-374D-2841-FAD1-34DB8CC21C21}"/>
                  </a:ext>
                </a:extLst>
              </p:cNvPr>
              <p:cNvSpPr/>
              <p:nvPr/>
            </p:nvSpPr>
            <p:spPr>
              <a:xfrm>
                <a:off x="4193503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44A6D688-EF48-4D4A-03F7-DC9DDC809CE0}"/>
                  </a:ext>
                </a:extLst>
              </p:cNvPr>
              <p:cNvSpPr/>
              <p:nvPr/>
            </p:nvSpPr>
            <p:spPr>
              <a:xfrm>
                <a:off x="5056634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四角形: 角を丸くする 30">
                <a:extLst>
                  <a:ext uri="{FF2B5EF4-FFF2-40B4-BE49-F238E27FC236}">
                    <ns2:creationId id="{57172B40-E3CD-C8E1-F233-221DE0863A4D}"/>
                  </a:ext>
                </a:extLst>
              </p:cNvPr>
              <p:cNvSpPr/>
              <p:nvPr/>
            </p:nvSpPr>
            <p:spPr>
              <a:xfrm>
                <a:off x="5919765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四角形: 角を丸くする 31">
                <a:extLst>
                  <a:ext uri="{FF2B5EF4-FFF2-40B4-BE49-F238E27FC236}">
                    <ns2:creationId id="{FB2523C1-F4BC-AFD6-6B92-60C5D40943CB}"/>
                  </a:ext>
                </a:extLst>
              </p:cNvPr>
              <p:cNvSpPr/>
              <p:nvPr/>
            </p:nvSpPr>
            <p:spPr>
              <a:xfrm>
                <a:off x="678289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C5FCF5D7-FC89-68F9-394F-4AB69D9BCD2D}"/>
                  </a:ext>
                </a:extLst>
              </p:cNvPr>
              <p:cNvSpPr/>
              <p:nvPr/>
            </p:nvSpPr>
            <p:spPr>
              <a:xfrm>
                <a:off x="7646027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B96A169C-999C-5048-399C-02F2629A0923}"/>
                  </a:ext>
                </a:extLst>
              </p:cNvPr>
              <p:cNvSpPr/>
              <p:nvPr/>
            </p:nvSpPr>
            <p:spPr>
              <a:xfrm>
                <a:off x="8509158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96233D9-625F-B217-1C0A-0BB3D81DEBFC}"/>
                  </a:ext>
                </a:extLst>
              </p:cNvPr>
              <p:cNvSpPr/>
              <p:nvPr/>
            </p:nvSpPr>
            <p:spPr>
              <a:xfrm>
                <a:off x="937228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0B854234-04FB-845D-533A-BF0B70EDF5CD}"/>
                  </a:ext>
                </a:extLst>
              </p:cNvPr>
              <p:cNvSpPr/>
              <p:nvPr/>
            </p:nvSpPr>
            <p:spPr>
              <a:xfrm>
                <a:off x="1023542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8A802342-D9F1-EE43-3636-DFCF42130DF0}"/>
                  </a:ext>
                </a:extLst>
              </p:cNvPr>
              <p:cNvSpPr/>
              <p:nvPr/>
            </p:nvSpPr>
            <p:spPr>
              <a:xfrm>
                <a:off x="1109855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1" name="四角形: 角を丸くする 40">
              <a:extLst>
                <a:ext uri="{FF2B5EF4-FFF2-40B4-BE49-F238E27FC236}">
                  <ns2:creationId id="{E239B468-3556-1E6C-C676-B1544CBE63E6}"/>
                </a:ext>
              </a:extLst>
            </p:cNvPr>
            <p:cNvSpPr/>
            <p:nvPr/>
          </p:nvSpPr>
          <p:spPr>
            <a:xfrm>
              <a:off x="74097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AD239A7E-292E-D347-49A4-1FA7849E3B2A}"/>
                </a:ext>
              </a:extLst>
            </p:cNvPr>
            <p:cNvSpPr/>
            <p:nvPr/>
          </p:nvSpPr>
          <p:spPr>
            <a:xfrm>
              <a:off x="6025402" y="1639661"/>
              <a:ext cx="1440000" cy="288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25574CF8-0D62-1DBA-6AA7-79900ADB1CE7}"/>
                </a:ext>
              </a:extLst>
            </p:cNvPr>
            <p:cNvSpPr/>
            <p:nvPr/>
          </p:nvSpPr>
          <p:spPr>
            <a:xfrm>
              <a:off x="74097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0F23F561-3346-0100-4FBA-1DAF50976F40}"/>
                </a:ext>
              </a:extLst>
            </p:cNvPr>
            <p:cNvSpPr/>
            <p:nvPr/>
          </p:nvSpPr>
          <p:spPr>
            <a:xfrm>
              <a:off x="345848" y="5503082"/>
              <a:ext cx="288000" cy="805642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備考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6A4C2F00-017B-1432-1019-C913D4514E7E}"/>
                </a:ext>
              </a:extLst>
            </p:cNvPr>
            <p:cNvCxnSpPr>
              <a:cxnSpLocks/>
              <a:stCxn id="43" idx="2"/>
              <a:endCxn id="4" idx="0"/>
            </p:cNvCxnSpPr>
            <p:nvPr/>
          </p:nvCxnSpPr>
          <p:spPr>
            <a:xfrm rot="5400000">
              <a:off x="4488112" y="-146775"/>
              <a:ext cx="182855" cy="433172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CC593B62-7DEB-B502-96E1-B17B66DCF8D0}"/>
                </a:ext>
              </a:extLst>
            </p:cNvPr>
            <p:cNvCxnSpPr>
              <a:cxnSpLocks/>
              <a:stCxn id="43" idx="2"/>
              <a:endCxn id="6" idx="0"/>
            </p:cNvCxnSpPr>
            <p:nvPr/>
          </p:nvCxnSpPr>
          <p:spPr>
            <a:xfrm rot="5400000">
              <a:off x="5996574" y="1365721"/>
              <a:ext cx="186889" cy="131076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コネクタ: カギ線 54">
              <a:extLst>
                <a:ext uri="{FF2B5EF4-FFF2-40B4-BE49-F238E27FC236}">
                  <ns2:creationId id="{7948C38C-BB8D-3BEE-3BCF-DCED80B23EA7}"/>
                </a:ext>
              </a:extLst>
            </p:cNvPr>
            <p:cNvCxnSpPr>
              <a:cxnSpLocks/>
              <a:stCxn id="43" idx="2"/>
              <a:endCxn id="7" idx="0"/>
            </p:cNvCxnSpPr>
            <p:nvPr/>
          </p:nvCxnSpPr>
          <p:spPr>
            <a:xfrm rot="16200000" flipH="1">
              <a:off x="7291271" y="1381792"/>
              <a:ext cx="186889" cy="12786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コネクタ: カギ線 57">
              <a:extLst>
                <a:ext uri="{FF2B5EF4-FFF2-40B4-BE49-F238E27FC236}">
                  <ns2:creationId id="{4B44C484-AA16-7228-950B-F84C69FD41BC}"/>
                </a:ext>
              </a:extLst>
            </p:cNvPr>
            <p:cNvCxnSpPr>
              <a:cxnSpLocks/>
              <a:stCxn id="43" idx="2"/>
              <a:endCxn id="8" idx="0"/>
            </p:cNvCxnSpPr>
            <p:nvPr/>
          </p:nvCxnSpPr>
          <p:spPr>
            <a:xfrm rot="16200000" flipH="1">
              <a:off x="8585132" y="87930"/>
              <a:ext cx="186889" cy="38663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71C4ABAF-A4C2-0635-8B21-C0C63BA09813}"/>
                </a:ext>
              </a:extLst>
            </p:cNvPr>
            <p:cNvCxnSpPr>
              <a:cxnSpLocks/>
              <a:stCxn id="9" idx="0"/>
              <a:endCxn id="4" idx="2"/>
            </p:cNvCxnSpPr>
            <p:nvPr/>
          </p:nvCxnSpPr>
          <p:spPr>
            <a:xfrm rot="5400000" flipH="1" flipV="1">
              <a:off x="1674900" y="1842596"/>
              <a:ext cx="182855" cy="12946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コネクタ: カギ線 66">
              <a:extLst>
                <a:ext uri="{FF2B5EF4-FFF2-40B4-BE49-F238E27FC236}">
                  <ns2:creationId id="{4BFF83E9-A49C-D9D6-CCB0-C75178688AB2}"/>
                </a:ext>
              </a:extLst>
            </p:cNvPr>
            <p:cNvCxnSpPr>
              <a:cxnSpLocks/>
              <a:stCxn id="12" idx="0"/>
              <a:endCxn id="4" idx="2"/>
            </p:cNvCxnSpPr>
            <p:nvPr/>
          </p:nvCxnSpPr>
          <p:spPr>
            <a:xfrm rot="5400000" flipH="1" flipV="1">
              <a:off x="2106466" y="2274161"/>
              <a:ext cx="182855" cy="4315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コネクタ: カギ線 69">
              <a:extLst>
                <a:ext uri="{FF2B5EF4-FFF2-40B4-BE49-F238E27FC236}">
                  <ns2:creationId id="{8F25BE8C-F6A6-BBC1-B33D-71863EAE8BF8}"/>
                </a:ext>
              </a:extLst>
            </p:cNvPr>
            <p:cNvCxnSpPr>
              <a:cxnSpLocks/>
              <a:stCxn id="13" idx="0"/>
              <a:endCxn id="4" idx="2"/>
            </p:cNvCxnSpPr>
            <p:nvPr/>
          </p:nvCxnSpPr>
          <p:spPr>
            <a:xfrm rot="16200000" flipV="1">
              <a:off x="2538032" y="2274161"/>
              <a:ext cx="182855" cy="43156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コネクタ: カギ線 72">
              <a:extLst>
                <a:ext uri="{FF2B5EF4-FFF2-40B4-BE49-F238E27FC236}">
                  <ns2:creationId id="{6D3DBF24-97BE-8AC0-C36F-AF974F56151A}"/>
                </a:ext>
              </a:extLst>
            </p:cNvPr>
            <p:cNvCxnSpPr>
              <a:cxnSpLocks/>
              <a:stCxn id="14" idx="0"/>
              <a:endCxn id="4" idx="2"/>
            </p:cNvCxnSpPr>
            <p:nvPr/>
          </p:nvCxnSpPr>
          <p:spPr>
            <a:xfrm rot="16200000" flipV="1">
              <a:off x="2969597" y="1842596"/>
              <a:ext cx="182855" cy="129469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コネクタ: カギ線 85">
              <a:extLst>
                <a:ext uri="{FF2B5EF4-FFF2-40B4-BE49-F238E27FC236}">
                  <ns2:creationId id="{CE586E6E-9A7A-7289-C54B-BDB10AE0BB96}"/>
                </a:ext>
              </a:extLst>
            </p:cNvPr>
            <p:cNvCxnSpPr>
              <a:cxnSpLocks/>
              <a:stCxn id="15" idx="0"/>
              <a:endCxn id="6" idx="2"/>
            </p:cNvCxnSpPr>
            <p:nvPr/>
          </p:nvCxnSpPr>
          <p:spPr>
            <a:xfrm rot="5400000" flipH="1" flipV="1">
              <a:off x="4913658" y="2060396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485FE4D4-1909-2BDB-44B4-8A134296B867}"/>
                </a:ext>
              </a:extLst>
            </p:cNvPr>
            <p:cNvCxnSpPr>
              <a:cxnSpLocks/>
              <a:stCxn id="17" idx="0"/>
              <a:endCxn id="6" idx="2"/>
            </p:cNvCxnSpPr>
            <p:nvPr/>
          </p:nvCxnSpPr>
          <p:spPr>
            <a:xfrm rot="16200000" flipV="1">
              <a:off x="5776790" y="2060395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コネクタ: カギ線 92">
              <a:extLst>
                <a:ext uri="{FF2B5EF4-FFF2-40B4-BE49-F238E27FC236}">
                  <ns2:creationId id="{24440B38-76FF-D3B9-0297-8D9A0634132B}"/>
                </a:ext>
              </a:extLst>
            </p:cNvPr>
            <p:cNvCxnSpPr>
              <a:cxnSpLocks/>
              <a:stCxn id="18" idx="0"/>
              <a:endCxn id="7" idx="2"/>
            </p:cNvCxnSpPr>
            <p:nvPr/>
          </p:nvCxnSpPr>
          <p:spPr>
            <a:xfrm rot="5400000" flipH="1" flipV="1">
              <a:off x="7503052" y="2060395"/>
              <a:ext cx="178821" cy="86313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7DBFD2B2-32F8-45A6-6E82-9F2E30080D5A}"/>
                </a:ext>
              </a:extLst>
            </p:cNvPr>
            <p:cNvCxnSpPr>
              <a:cxnSpLocks/>
              <a:stCxn id="20" idx="0"/>
              <a:endCxn id="7" idx="2"/>
            </p:cNvCxnSpPr>
            <p:nvPr/>
          </p:nvCxnSpPr>
          <p:spPr>
            <a:xfrm rot="16200000" flipV="1">
              <a:off x="8366183" y="2060396"/>
              <a:ext cx="178821" cy="86313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06B34E28-998C-D6E9-0F67-7D385F47BD18}"/>
                </a:ext>
              </a:extLst>
            </p:cNvPr>
            <p:cNvCxnSpPr>
              <a:cxnSpLocks/>
              <a:stCxn id="8" idx="2"/>
              <a:endCxn id="23" idx="0"/>
            </p:cNvCxnSpPr>
            <p:nvPr/>
          </p:nvCxnSpPr>
          <p:spPr>
            <a:xfrm rot="16200000" flipH="1">
              <a:off x="10954743" y="2059558"/>
              <a:ext cx="178821" cy="8648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99">
              <a:extLst>
                <a:ext uri="{FF2B5EF4-FFF2-40B4-BE49-F238E27FC236}">
                  <ns2:creationId id="{1646F2E8-AB3B-1708-AC9D-072DB0100859}"/>
                </a:ext>
              </a:extLst>
            </p:cNvPr>
            <p:cNvCxnSpPr>
              <a:cxnSpLocks/>
              <a:stCxn id="21" idx="0"/>
              <a:endCxn id="8" idx="2"/>
            </p:cNvCxnSpPr>
            <p:nvPr/>
          </p:nvCxnSpPr>
          <p:spPr>
            <a:xfrm rot="5400000" flipH="1" flipV="1">
              <a:off x="10091610" y="2061230"/>
              <a:ext cx="178821" cy="86146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ns2:creationId id="{DCFDE769-8F22-DA70-7861-BF74ECDC9DBF}"/>
                </a:ext>
              </a:extLst>
            </p:cNvPr>
            <p:cNvCxnSpPr>
              <a:cxnSpLocks/>
              <a:stCxn id="6" idx="2"/>
              <a:endCxn id="16" idx="0"/>
            </p:cNvCxnSpPr>
            <p:nvPr/>
          </p:nvCxnSpPr>
          <p:spPr>
            <a:xfrm>
              <a:off x="5434634" y="2402550"/>
              <a:ext cx="0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ns2:creationId id="{9002B38D-7F70-B920-1D70-F83FF1820E80}"/>
                </a:ext>
              </a:extLst>
            </p:cNvPr>
            <p:cNvCxnSpPr>
              <a:cxnSpLocks/>
              <a:stCxn id="7" idx="2"/>
              <a:endCxn id="19" idx="0"/>
            </p:cNvCxnSpPr>
            <p:nvPr/>
          </p:nvCxnSpPr>
          <p:spPr>
            <a:xfrm flipH="1">
              <a:off x="8024027" y="2402550"/>
              <a:ext cx="1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F6932EC2-75EC-4968-9F8B-18D6707F9BBD}"/>
                </a:ext>
              </a:extLst>
            </p:cNvPr>
            <p:cNvCxnSpPr>
              <a:cxnSpLocks/>
              <a:stCxn id="8" idx="2"/>
              <a:endCxn id="22" idx="0"/>
            </p:cNvCxnSpPr>
            <p:nvPr/>
          </p:nvCxnSpPr>
          <p:spPr>
            <a:xfrm>
              <a:off x="10611751" y="2402550"/>
              <a:ext cx="1669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ns2:creationId id="{B5F3C208-91EB-8571-4E4A-A3C4E1C71783}"/>
                </a:ext>
              </a:extLst>
            </p:cNvPr>
            <p:cNvCxnSpPr>
              <a:cxnSpLocks/>
              <a:stCxn id="11" idx="2"/>
              <a:endCxn id="41" idx="0"/>
            </p:cNvCxnSpPr>
            <p:nvPr/>
          </p:nvCxnSpPr>
          <p:spPr>
            <a:xfrm>
              <a:off x="111897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ns2:creationId id="{9263A22B-4B7A-7E0B-D0ED-5752E7DCD9F0}"/>
                </a:ext>
              </a:extLst>
            </p:cNvPr>
            <p:cNvCxnSpPr>
              <a:cxnSpLocks/>
              <a:stCxn id="41" idx="2"/>
              <a:endCxn id="46" idx="0"/>
            </p:cNvCxnSpPr>
            <p:nvPr/>
          </p:nvCxnSpPr>
          <p:spPr>
            <a:xfrm>
              <a:off x="111897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四角形: 角を丸くする 136">
              <a:extLst>
                <a:ext uri="{FF2B5EF4-FFF2-40B4-BE49-F238E27FC236}">
                  <ns2:creationId id="{53C7DB89-6655-EFE8-0F1A-D44908D3D77B}"/>
                </a:ext>
              </a:extLst>
            </p:cNvPr>
            <p:cNvSpPr/>
            <p:nvPr/>
          </p:nvSpPr>
          <p:spPr>
            <a:xfrm>
              <a:off x="160411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四角形: 角を丸くする 137">
              <a:extLst>
                <a:ext uri="{FF2B5EF4-FFF2-40B4-BE49-F238E27FC236}">
                  <ns2:creationId id="{A580299B-6CC2-BEEE-5F36-FA5892483448}"/>
                </a:ext>
              </a:extLst>
            </p:cNvPr>
            <p:cNvSpPr/>
            <p:nvPr/>
          </p:nvSpPr>
          <p:spPr>
            <a:xfrm>
              <a:off x="160411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39" name="直線コネクタ 138">
              <a:extLst>
                <a:ext uri="{FF2B5EF4-FFF2-40B4-BE49-F238E27FC236}">
                  <ns2:creationId id="{9D50F12C-1773-E9EF-C7B0-5A06F376371D}"/>
                </a:ext>
              </a:extLst>
            </p:cNvPr>
            <p:cNvCxnSpPr>
              <a:cxnSpLocks/>
              <a:stCxn id="26" idx="2"/>
              <a:endCxn id="137" idx="0"/>
            </p:cNvCxnSpPr>
            <p:nvPr/>
          </p:nvCxnSpPr>
          <p:spPr>
            <a:xfrm>
              <a:off x="198211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コネクタ 139">
              <a:extLst>
                <a:ext uri="{FF2B5EF4-FFF2-40B4-BE49-F238E27FC236}">
                  <ns2:creationId id="{8783EE53-A8B2-86B4-5C82-352386324CB0}"/>
                </a:ext>
              </a:extLst>
            </p:cNvPr>
            <p:cNvCxnSpPr>
              <a:cxnSpLocks/>
              <a:stCxn id="137" idx="2"/>
              <a:endCxn id="138" idx="0"/>
            </p:cNvCxnSpPr>
            <p:nvPr/>
          </p:nvCxnSpPr>
          <p:spPr>
            <a:xfrm>
              <a:off x="198211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四角形: 角を丸くする 140">
              <a:extLst>
                <a:ext uri="{FF2B5EF4-FFF2-40B4-BE49-F238E27FC236}">
                  <ns2:creationId id="{505475E4-4A8F-53A1-6ADC-E44099525607}"/>
                </a:ext>
              </a:extLst>
            </p:cNvPr>
            <p:cNvSpPr/>
            <p:nvPr/>
          </p:nvSpPr>
          <p:spPr>
            <a:xfrm>
              <a:off x="2467241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E07E05C9-E168-F143-B035-7F485BD1A48E}"/>
                </a:ext>
              </a:extLst>
            </p:cNvPr>
            <p:cNvSpPr/>
            <p:nvPr/>
          </p:nvSpPr>
          <p:spPr>
            <a:xfrm>
              <a:off x="2467241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コネクタ 142">
              <a:extLst>
                <a:ext uri="{FF2B5EF4-FFF2-40B4-BE49-F238E27FC236}">
                  <ns2:creationId id="{23A63335-23B3-1679-CAB7-701F93D7D9C8}"/>
                </a:ext>
              </a:extLst>
            </p:cNvPr>
            <p:cNvCxnSpPr>
              <a:cxnSpLocks/>
              <a:stCxn id="27" idx="2"/>
              <a:endCxn id="141" idx="0"/>
            </p:cNvCxnSpPr>
            <p:nvPr/>
          </p:nvCxnSpPr>
          <p:spPr>
            <a:xfrm>
              <a:off x="2845241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CC742C48-693B-5A9F-A923-8C7EADD45221}"/>
                </a:ext>
              </a:extLst>
            </p:cNvPr>
            <p:cNvCxnSpPr>
              <a:cxnSpLocks/>
              <a:stCxn id="141" idx="2"/>
              <a:endCxn id="142" idx="0"/>
            </p:cNvCxnSpPr>
            <p:nvPr/>
          </p:nvCxnSpPr>
          <p:spPr>
            <a:xfrm>
              <a:off x="2845241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5257AC2A-DE06-AE1E-862B-46A93F106253}"/>
                </a:ext>
              </a:extLst>
            </p:cNvPr>
            <p:cNvSpPr/>
            <p:nvPr/>
          </p:nvSpPr>
          <p:spPr>
            <a:xfrm>
              <a:off x="3330372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2EB9B72-410D-A032-5926-00E8E3EC3484}"/>
                </a:ext>
              </a:extLst>
            </p:cNvPr>
            <p:cNvSpPr/>
            <p:nvPr/>
          </p:nvSpPr>
          <p:spPr>
            <a:xfrm>
              <a:off x="3330372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7" name="直線コネクタ 146">
              <a:extLst>
                <a:ext uri="{FF2B5EF4-FFF2-40B4-BE49-F238E27FC236}">
                  <ns2:creationId id="{3994C748-3DBE-A8B4-68A7-4C4062A6A47B}"/>
                </a:ext>
              </a:extLst>
            </p:cNvPr>
            <p:cNvCxnSpPr>
              <a:cxnSpLocks/>
              <a:stCxn id="28" idx="2"/>
              <a:endCxn id="145" idx="0"/>
            </p:cNvCxnSpPr>
            <p:nvPr/>
          </p:nvCxnSpPr>
          <p:spPr>
            <a:xfrm>
              <a:off x="3708372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D75F2EB4-C50C-9AB0-7AA0-3BFAAC9942C8}"/>
                </a:ext>
              </a:extLst>
            </p:cNvPr>
            <p:cNvCxnSpPr>
              <a:cxnSpLocks/>
              <a:stCxn id="145" idx="2"/>
              <a:endCxn id="146" idx="0"/>
            </p:cNvCxnSpPr>
            <p:nvPr/>
          </p:nvCxnSpPr>
          <p:spPr>
            <a:xfrm>
              <a:off x="3708372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四角形: 角を丸くする 148">
              <a:extLst>
                <a:ext uri="{FF2B5EF4-FFF2-40B4-BE49-F238E27FC236}">
                  <ns2:creationId id="{B1DE9A26-64B8-472A-38C6-6A3659C289C0}"/>
                </a:ext>
              </a:extLst>
            </p:cNvPr>
            <p:cNvSpPr/>
            <p:nvPr/>
          </p:nvSpPr>
          <p:spPr>
            <a:xfrm>
              <a:off x="4193503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89753EE-50D0-C860-0A31-13F8A4978C13}"/>
                </a:ext>
              </a:extLst>
            </p:cNvPr>
            <p:cNvSpPr/>
            <p:nvPr/>
          </p:nvSpPr>
          <p:spPr>
            <a:xfrm>
              <a:off x="4193503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1" name="直線コネクタ 150">
              <a:extLst>
                <a:ext uri="{FF2B5EF4-FFF2-40B4-BE49-F238E27FC236}">
                  <ns2:creationId id="{3C5D19C9-E71E-883B-E045-93016EBE7078}"/>
                </a:ext>
              </a:extLst>
            </p:cNvPr>
            <p:cNvCxnSpPr>
              <a:cxnSpLocks/>
              <a:stCxn id="29" idx="2"/>
              <a:endCxn id="149" idx="0"/>
            </p:cNvCxnSpPr>
            <p:nvPr/>
          </p:nvCxnSpPr>
          <p:spPr>
            <a:xfrm>
              <a:off x="4571503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78FB958-0914-5BEA-64F5-2D245CDE25CC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4571503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四角形: 角を丸くする 152">
              <a:extLst>
                <a:ext uri="{FF2B5EF4-FFF2-40B4-BE49-F238E27FC236}">
                  <ns2:creationId id="{2912DFDD-63B7-8516-8300-47F5C4D4B0F4}"/>
                </a:ext>
              </a:extLst>
            </p:cNvPr>
            <p:cNvSpPr/>
            <p:nvPr/>
          </p:nvSpPr>
          <p:spPr>
            <a:xfrm>
              <a:off x="505663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C5424D5D-4FA6-876A-685E-F2DA0D574E55}"/>
                </a:ext>
              </a:extLst>
            </p:cNvPr>
            <p:cNvSpPr/>
            <p:nvPr/>
          </p:nvSpPr>
          <p:spPr>
            <a:xfrm>
              <a:off x="505663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5" name="直線コネクタ 154">
              <a:extLst>
                <a:ext uri="{FF2B5EF4-FFF2-40B4-BE49-F238E27FC236}">
                  <ns2:creationId id="{BC25BEBE-5FF7-7E9C-C037-CE33F3EF4EBF}"/>
                </a:ext>
              </a:extLst>
            </p:cNvPr>
            <p:cNvCxnSpPr>
              <a:cxnSpLocks/>
              <a:stCxn id="30" idx="2"/>
              <a:endCxn id="153" idx="0"/>
            </p:cNvCxnSpPr>
            <p:nvPr/>
          </p:nvCxnSpPr>
          <p:spPr>
            <a:xfrm>
              <a:off x="5434634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E09402FE-C8D4-844A-C3FE-8170DB8A79AB}"/>
                </a:ext>
              </a:extLst>
            </p:cNvPr>
            <p:cNvCxnSpPr>
              <a:cxnSpLocks/>
              <a:stCxn id="153" idx="2"/>
              <a:endCxn id="154" idx="0"/>
            </p:cNvCxnSpPr>
            <p:nvPr/>
          </p:nvCxnSpPr>
          <p:spPr>
            <a:xfrm>
              <a:off x="543463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四角形: 角を丸くする 156">
              <a:extLst>
                <a:ext uri="{FF2B5EF4-FFF2-40B4-BE49-F238E27FC236}">
                  <ns2:creationId id="{0AB73051-DF2B-4CF8-E5C2-4AB599F58016}"/>
                </a:ext>
              </a:extLst>
            </p:cNvPr>
            <p:cNvSpPr/>
            <p:nvPr/>
          </p:nvSpPr>
          <p:spPr>
            <a:xfrm>
              <a:off x="591976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4E7C720-630E-50D7-3FB4-0413A5678ABD}"/>
                </a:ext>
              </a:extLst>
            </p:cNvPr>
            <p:cNvSpPr/>
            <p:nvPr/>
          </p:nvSpPr>
          <p:spPr>
            <a:xfrm>
              <a:off x="591976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9" name="直線コネクタ 158">
              <a:extLst>
                <a:ext uri="{FF2B5EF4-FFF2-40B4-BE49-F238E27FC236}">
                  <ns2:creationId id="{3612414F-CAD4-E5CB-DFF6-CA6C3D68567B}"/>
                </a:ext>
              </a:extLst>
            </p:cNvPr>
            <p:cNvCxnSpPr>
              <a:cxnSpLocks/>
              <a:stCxn id="31" idx="2"/>
              <a:endCxn id="157" idx="0"/>
            </p:cNvCxnSpPr>
            <p:nvPr/>
          </p:nvCxnSpPr>
          <p:spPr>
            <a:xfrm flipH="1">
              <a:off x="6297764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4BCBB405-EDE1-707E-7C85-D6B41D606CFA}"/>
                </a:ext>
              </a:extLst>
            </p:cNvPr>
            <p:cNvCxnSpPr>
              <a:cxnSpLocks/>
              <a:stCxn id="157" idx="2"/>
              <a:endCxn id="158" idx="0"/>
            </p:cNvCxnSpPr>
            <p:nvPr/>
          </p:nvCxnSpPr>
          <p:spPr>
            <a:xfrm>
              <a:off x="629776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四角形: 角を丸くする 160">
              <a:extLst>
                <a:ext uri="{FF2B5EF4-FFF2-40B4-BE49-F238E27FC236}">
                  <ns2:creationId id="{F8AEF2CE-29C3-A92B-9979-31AD35C779A4}"/>
                </a:ext>
              </a:extLst>
            </p:cNvPr>
            <p:cNvSpPr/>
            <p:nvPr/>
          </p:nvSpPr>
          <p:spPr>
            <a:xfrm>
              <a:off x="678289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85107826-D664-95BE-C1EC-D2A47EBD16BE}"/>
                </a:ext>
              </a:extLst>
            </p:cNvPr>
            <p:cNvSpPr/>
            <p:nvPr/>
          </p:nvSpPr>
          <p:spPr>
            <a:xfrm>
              <a:off x="6782896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3" name="直線コネクタ 162">
              <a:extLst>
                <a:ext uri="{FF2B5EF4-FFF2-40B4-BE49-F238E27FC236}">
                  <ns2:creationId id="{C24B29CF-3461-06C8-1CFB-99F018DAE264}"/>
                </a:ext>
              </a:extLst>
            </p:cNvPr>
            <p:cNvCxnSpPr>
              <a:cxnSpLocks/>
              <a:stCxn id="32" idx="2"/>
              <a:endCxn id="161" idx="0"/>
            </p:cNvCxnSpPr>
            <p:nvPr/>
          </p:nvCxnSpPr>
          <p:spPr>
            <a:xfrm>
              <a:off x="7160896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891AC46-247E-D506-9056-C4EFE10EAB4B}"/>
                </a:ext>
              </a:extLst>
            </p:cNvPr>
            <p:cNvCxnSpPr>
              <a:cxnSpLocks/>
              <a:stCxn id="161" idx="2"/>
              <a:endCxn id="162" idx="0"/>
            </p:cNvCxnSpPr>
            <p:nvPr/>
          </p:nvCxnSpPr>
          <p:spPr>
            <a:xfrm>
              <a:off x="7160896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四角形: 角を丸くする 164">
              <a:extLst>
                <a:ext uri="{FF2B5EF4-FFF2-40B4-BE49-F238E27FC236}">
                  <ns2:creationId id="{8C57D2C0-C89D-A611-8959-C435F90CF4A5}"/>
                </a:ext>
              </a:extLst>
            </p:cNvPr>
            <p:cNvSpPr/>
            <p:nvPr/>
          </p:nvSpPr>
          <p:spPr>
            <a:xfrm>
              <a:off x="764602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A9C18A86-A667-5A7F-9B9E-9F001D8C8D0F}"/>
                </a:ext>
              </a:extLst>
            </p:cNvPr>
            <p:cNvCxnSpPr>
              <a:cxnSpLocks/>
              <a:stCxn id="33" idx="2"/>
              <a:endCxn id="165" idx="0"/>
            </p:cNvCxnSpPr>
            <p:nvPr/>
          </p:nvCxnSpPr>
          <p:spPr>
            <a:xfrm flipH="1">
              <a:off x="8024026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四角形: 角を丸くする 166">
              <a:extLst>
                <a:ext uri="{FF2B5EF4-FFF2-40B4-BE49-F238E27FC236}">
                  <ns2:creationId id="{D2F6F6DF-EF82-F3B7-F230-2845E9CB6FFF}"/>
                </a:ext>
              </a:extLst>
            </p:cNvPr>
            <p:cNvSpPr/>
            <p:nvPr/>
          </p:nvSpPr>
          <p:spPr>
            <a:xfrm>
              <a:off x="8509157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四角形: 角を丸くする 167">
              <a:extLst>
                <a:ext uri="{FF2B5EF4-FFF2-40B4-BE49-F238E27FC236}">
                  <ns2:creationId id="{F1F3399D-E9E3-C872-CF41-433F7AA2F57A}"/>
                </a:ext>
              </a:extLst>
            </p:cNvPr>
            <p:cNvSpPr/>
            <p:nvPr/>
          </p:nvSpPr>
          <p:spPr>
            <a:xfrm>
              <a:off x="8509157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34C04EA9-FE1D-D2D3-BC57-402383744EEE}"/>
                </a:ext>
              </a:extLst>
            </p:cNvPr>
            <p:cNvCxnSpPr>
              <a:cxnSpLocks/>
              <a:stCxn id="34" idx="2"/>
              <a:endCxn id="167" idx="0"/>
            </p:cNvCxnSpPr>
            <p:nvPr/>
          </p:nvCxnSpPr>
          <p:spPr>
            <a:xfrm flipH="1">
              <a:off x="8887157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9DF58FA2-3B58-516B-7DF9-6A91BD868B7D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8887157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四角形: 角を丸くする 172">
              <a:extLst>
                <a:ext uri="{FF2B5EF4-FFF2-40B4-BE49-F238E27FC236}">
                  <ns2:creationId id="{879CA4C1-EA23-F67D-5514-FA75DB991C8C}"/>
                </a:ext>
              </a:extLst>
            </p:cNvPr>
            <p:cNvSpPr/>
            <p:nvPr/>
          </p:nvSpPr>
          <p:spPr>
            <a:xfrm>
              <a:off x="937228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D694613D-C988-F8E4-30D2-6D103AE269F5}"/>
                </a:ext>
              </a:extLst>
            </p:cNvPr>
            <p:cNvSpPr/>
            <p:nvPr/>
          </p:nvSpPr>
          <p:spPr>
            <a:xfrm>
              <a:off x="937228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5" name="直線コネクタ 174">
              <a:extLst>
                <a:ext uri="{FF2B5EF4-FFF2-40B4-BE49-F238E27FC236}">
                  <ns2:creationId id="{9E59DBC8-452E-58EE-EBE0-C4FC5991B455}"/>
                </a:ext>
              </a:extLst>
            </p:cNvPr>
            <p:cNvCxnSpPr>
              <a:cxnSpLocks/>
              <a:stCxn id="35" idx="2"/>
              <a:endCxn id="173" idx="0"/>
            </p:cNvCxnSpPr>
            <p:nvPr/>
          </p:nvCxnSpPr>
          <p:spPr>
            <a:xfrm>
              <a:off x="975028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0577AADA-5843-9D9A-E97A-3D851042999E}"/>
                </a:ext>
              </a:extLst>
            </p:cNvPr>
            <p:cNvCxnSpPr>
              <a:cxnSpLocks/>
              <a:stCxn id="173" idx="2"/>
              <a:endCxn id="174" idx="0"/>
            </p:cNvCxnSpPr>
            <p:nvPr/>
          </p:nvCxnSpPr>
          <p:spPr>
            <a:xfrm>
              <a:off x="975028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四角形: 角を丸くする 176">
              <a:extLst>
                <a:ext uri="{FF2B5EF4-FFF2-40B4-BE49-F238E27FC236}">
                  <ns2:creationId id="{6E0236E8-1FDD-9A4E-3CCA-B880B90B06A7}"/>
                </a:ext>
              </a:extLst>
            </p:cNvPr>
            <p:cNvSpPr/>
            <p:nvPr/>
          </p:nvSpPr>
          <p:spPr>
            <a:xfrm>
              <a:off x="1023542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9051809-0ABF-A30C-3A0A-AF4CCDC786F5}"/>
                </a:ext>
              </a:extLst>
            </p:cNvPr>
            <p:cNvSpPr/>
            <p:nvPr/>
          </p:nvSpPr>
          <p:spPr>
            <a:xfrm>
              <a:off x="1023542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9" name="直線コネクタ 178">
              <a:extLst>
                <a:ext uri="{FF2B5EF4-FFF2-40B4-BE49-F238E27FC236}">
                  <ns2:creationId id="{F275DC22-033E-74B9-77B5-649E55EDE52D}"/>
                </a:ext>
              </a:extLst>
            </p:cNvPr>
            <p:cNvCxnSpPr>
              <a:cxnSpLocks/>
              <a:stCxn id="36" idx="2"/>
              <a:endCxn id="177" idx="0"/>
            </p:cNvCxnSpPr>
            <p:nvPr/>
          </p:nvCxnSpPr>
          <p:spPr>
            <a:xfrm>
              <a:off x="1061342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97DBA7E4-DBA2-9F05-776D-64004C170192}"/>
                </a:ext>
              </a:extLst>
            </p:cNvPr>
            <p:cNvCxnSpPr>
              <a:cxnSpLocks/>
              <a:stCxn id="177" idx="2"/>
              <a:endCxn id="178" idx="0"/>
            </p:cNvCxnSpPr>
            <p:nvPr/>
          </p:nvCxnSpPr>
          <p:spPr>
            <a:xfrm>
              <a:off x="1061342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四角形: 角を丸くする 180">
              <a:extLst>
                <a:ext uri="{FF2B5EF4-FFF2-40B4-BE49-F238E27FC236}">
                  <ns2:creationId id="{E1C247DF-E191-1812-A7DE-C0D1D0327F3B}"/>
                </a:ext>
              </a:extLst>
            </p:cNvPr>
            <p:cNvSpPr/>
            <p:nvPr/>
          </p:nvSpPr>
          <p:spPr>
            <a:xfrm>
              <a:off x="1109855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CDFC859D-0FBE-4E16-AB6E-F4B72584649B}"/>
                </a:ext>
              </a:extLst>
            </p:cNvPr>
            <p:cNvSpPr/>
            <p:nvPr/>
          </p:nvSpPr>
          <p:spPr>
            <a:xfrm>
              <a:off x="1109855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3" name="直線コネクタ 182">
              <a:extLst>
                <a:ext uri="{FF2B5EF4-FFF2-40B4-BE49-F238E27FC236}">
                  <ns2:creationId id="{1019F77E-73B9-121A-7ADF-414929CE11CA}"/>
                </a:ext>
              </a:extLst>
            </p:cNvPr>
            <p:cNvCxnSpPr>
              <a:cxnSpLocks/>
              <a:stCxn id="37" idx="2"/>
              <a:endCxn id="181" idx="0"/>
            </p:cNvCxnSpPr>
            <p:nvPr/>
          </p:nvCxnSpPr>
          <p:spPr>
            <a:xfrm flipH="1">
              <a:off x="11476554" y="3589371"/>
              <a:ext cx="2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ns2:creationId id="{C79EFC28-E6DE-D1F2-4972-DA720E1CCE7A}"/>
                </a:ext>
              </a:extLst>
            </p:cNvPr>
            <p:cNvCxnSpPr>
              <a:cxnSpLocks/>
              <a:stCxn id="181" idx="2"/>
              <a:endCxn id="182" idx="0"/>
            </p:cNvCxnSpPr>
            <p:nvPr/>
          </p:nvCxnSpPr>
          <p:spPr>
            <a:xfrm>
              <a:off x="1147655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四角形: 角を丸くする 184">
              <a:extLst>
                <a:ext uri="{FF2B5EF4-FFF2-40B4-BE49-F238E27FC236}">
                  <ns2:creationId id="{039D17DD-8703-6127-FEF9-D03D51DF811B}"/>
                </a:ext>
              </a:extLst>
            </p:cNvPr>
            <p:cNvSpPr/>
            <p:nvPr/>
          </p:nvSpPr>
          <p:spPr>
            <a:xfrm>
              <a:off x="345848" y="3772226"/>
              <a:ext cx="288000" cy="154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5ACED776-FADE-27DE-9CCE-4355DFA3B16B}"/>
                </a:ext>
              </a:extLst>
            </p:cNvPr>
            <p:cNvCxnSpPr/>
            <p:nvPr/>
          </p:nvCxnSpPr>
          <p:spPr>
            <a:xfrm>
              <a:off x="633848" y="3772226"/>
              <a:ext cx="0" cy="154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BEF6BD1-4979-5EED-242E-CDE5B42E941D}"/>
                </a:ext>
              </a:extLst>
            </p:cNvPr>
            <p:cNvCxnSpPr/>
            <p:nvPr/>
          </p:nvCxnSpPr>
          <p:spPr>
            <a:xfrm>
              <a:off x="633848" y="5503082"/>
              <a:ext cx="0" cy="805642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7BAC164D-08C1-39E5-D51B-7A44BEE81957}"/>
                </a:ext>
              </a:extLst>
            </p:cNvPr>
            <p:cNvCxnSpPr/>
            <p:nvPr/>
          </p:nvCxnSpPr>
          <p:spPr>
            <a:xfrm>
              <a:off x="633848" y="2581371"/>
              <a:ext cx="0" cy="100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四角形: 角を丸くする 195">
              <a:extLst>
                <a:ext uri="{FF2B5EF4-FFF2-40B4-BE49-F238E27FC236}">
                  <ns2:creationId id="{7B074E04-7FE3-D790-55F4-84FA286099A4}"/>
                </a:ext>
              </a:extLst>
            </p:cNvPr>
            <p:cNvSpPr/>
            <p:nvPr/>
          </p:nvSpPr>
          <p:spPr>
            <a:xfrm>
              <a:off x="345848" y="2581371"/>
              <a:ext cx="288000" cy="100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0" name="グループ化 319">
              <a:extLst>
                <a:ext uri="{FF2B5EF4-FFF2-40B4-BE49-F238E27FC236}">
                  <ns2:creationId id="{5F657723-2EBA-69C0-B358-649EFE93AEC4}"/>
                </a:ext>
              </a:extLst>
            </p:cNvPr>
            <p:cNvGrpSpPr/>
            <p:nvPr/>
          </p:nvGrpSpPr>
          <p:grpSpPr>
            <a:xfrm>
              <a:off x="9372289" y="2114550"/>
              <a:ext cx="2478924" cy="288000"/>
              <a:chOff x="9372289" y="2114550"/>
              <a:chExt cx="2478924" cy="288000"/>
            </a:xfrm>
          </p:grpSpPr>
          <p:sp>
            <p:nvSpPr>
              <p:cNvPr id="8" name="四角形: 角を丸くする 7">
                <a:extLst>
                  <a:ext uri="{FF2B5EF4-FFF2-40B4-BE49-F238E27FC236}">
                    <ns2:creationId id="{C0388029-B98F-C94D-4DD0-952AA63B7023}"/>
                  </a:ext>
                </a:extLst>
              </p:cNvPr>
              <p:cNvSpPr/>
              <p:nvPr/>
            </p:nvSpPr>
            <p:spPr>
              <a:xfrm>
                <a:off x="9372289" y="2114550"/>
                <a:ext cx="2478924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7" name="グラフィックス 196" descr="矢印付きの円 単色塗りつぶし">
                <a:extLst>
                  <a:ext uri="{FF2B5EF4-FFF2-40B4-BE49-F238E27FC236}">
                    <ns2:creationId id="{05E7749A-5611-217A-0A80-0938FD838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742402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19" name="グループ化 318">
              <a:extLst>
                <a:ext uri="{FF2B5EF4-FFF2-40B4-BE49-F238E27FC236}">
                  <ns2:creationId id="{7196EACF-0A88-4C0D-01F7-F2C219742A37}"/>
                </a:ext>
              </a:extLst>
            </p:cNvPr>
            <p:cNvGrpSpPr/>
            <p:nvPr/>
          </p:nvGrpSpPr>
          <p:grpSpPr>
            <a:xfrm>
              <a:off x="6782897" y="2114550"/>
              <a:ext cx="2482262" cy="288000"/>
              <a:chOff x="6782897" y="2114550"/>
              <a:chExt cx="2482262" cy="288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8ECAC161-2974-609C-DBA3-A4E63B5CA2B0}"/>
                  </a:ext>
                </a:extLst>
              </p:cNvPr>
              <p:cNvSpPr/>
              <p:nvPr/>
            </p:nvSpPr>
            <p:spPr>
              <a:xfrm>
                <a:off x="6782897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2" name="グラフィックス 201" descr="イラストレーター 単色塗りつぶし">
                <a:extLst>
                  <a:ext uri="{FF2B5EF4-FFF2-40B4-BE49-F238E27FC236}">
                    <ns2:creationId id="{3AF50136-5C8C-0EDD-8F13-B970AD1F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250986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04" name="グループ化 203">
              <a:extLst>
                <a:ext uri="{FF2B5EF4-FFF2-40B4-BE49-F238E27FC236}">
                  <ns2:creationId id="{08B10A61-9164-D802-3487-5610DD67D1C3}"/>
                </a:ext>
              </a:extLst>
            </p:cNvPr>
            <p:cNvGrpSpPr/>
            <p:nvPr/>
          </p:nvGrpSpPr>
          <p:grpSpPr>
            <a:xfrm>
              <a:off x="4193503" y="2114550"/>
              <a:ext cx="2482262" cy="288000"/>
              <a:chOff x="4193503" y="2114550"/>
              <a:chExt cx="2482262" cy="288000"/>
            </a:xfrm>
          </p:grpSpPr>
          <p:sp>
            <p:nvSpPr>
              <p:cNvPr id="6" name="四角形: 角を丸くする 5">
                <a:extLst>
                  <a:ext uri="{FF2B5EF4-FFF2-40B4-BE49-F238E27FC236}">
                    <ns2:creationId id="{8D3CA44B-A0BA-230E-E496-FE1E3157D26D}"/>
                  </a:ext>
                </a:extLst>
              </p:cNvPr>
              <p:cNvSpPr/>
              <p:nvPr/>
            </p:nvSpPr>
            <p:spPr>
              <a:xfrm>
                <a:off x="4193503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3" name="グラフィックス 202" descr="クリップボード 単色塗りつぶし">
                <a:extLst>
                  <a:ext uri="{FF2B5EF4-FFF2-40B4-BE49-F238E27FC236}">
                    <ns2:creationId id="{F7F46CD0-5AB6-12FC-D6F8-CC123610D9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58819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22" name="グループ化 321">
              <a:extLst>
                <a:ext uri="{FF2B5EF4-FFF2-40B4-BE49-F238E27FC236}">
                  <ns2:creationId id="{C5AA50A6-C144-A4B2-25E8-A333746A4ADA}"/>
                </a:ext>
              </a:extLst>
            </p:cNvPr>
            <p:cNvGrpSpPr/>
            <p:nvPr/>
          </p:nvGrpSpPr>
          <p:grpSpPr>
            <a:xfrm>
              <a:off x="740979" y="2110516"/>
              <a:ext cx="3345393" cy="288000"/>
              <a:chOff x="740979" y="2110516"/>
              <a:chExt cx="3345393" cy="288000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DB2BEBF-1C69-15BA-8CBE-A8B4C7723B26}"/>
                  </a:ext>
                </a:extLst>
              </p:cNvPr>
              <p:cNvSpPr/>
              <p:nvPr/>
            </p:nvSpPr>
            <p:spPr>
              <a:xfrm>
                <a:off x="740979" y="2110516"/>
                <a:ext cx="3345393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1" name="グラフィックス 320" descr="羅針盤 単色塗りつぶし">
                <a:extLst>
                  <a:ext uri="{FF2B5EF4-FFF2-40B4-BE49-F238E27FC236}">
                    <ns2:creationId id="{0B0269C7-F761-9603-DF49-F7AD1BCE36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492095" y="2110516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324" name="円/楕円 34">
              <a:extLst>
                <a:ext uri="{FF2B5EF4-FFF2-40B4-BE49-F238E27FC236}">
                  <ns2:creationId id="{8760F967-0876-63F3-1859-F5121729B8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3891" y="2066972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35CCEFCD-CD1C-DD5E-71F9-107EED62A5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6415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円/楕円 34">
              <a:extLst>
                <a:ext uri="{FF2B5EF4-FFF2-40B4-BE49-F238E27FC236}">
                  <ns2:creationId id="{7687C35F-B728-D318-842A-96769AF8A1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95808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7" name="円/楕円 34">
              <a:extLst>
                <a:ext uri="{FF2B5EF4-FFF2-40B4-BE49-F238E27FC236}">
                  <ns2:creationId id="{43C5F098-D4FD-26CD-3B94-D21A8A964B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85201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" name="テキスト プレースホルダー 2">
            <a:extLst>
              <a:ext uri="{FF2B5EF4-FFF2-40B4-BE49-F238E27FC236}">
                <ns2:creationId id="{9D863048-34F4-7C8F-5A05-6FD3736E7C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2509823968"/>
      </p:ext>
    </p:extLst>
  </p:cSld>
  <p:clrMapOvr>
    <a:masterClrMapping/>
  </p:clrMapOvr>
</p:sld>
</file>

<file path=ppt/slides/slide3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581331818"/>
      </p:ext>
    </p:extLst>
  </p:cSld>
  <p:clrMapOvr>
    <a:masterClrMapping/>
  </p:clrMapOvr>
</p:sld>
</file>

<file path=ppt/slides/slide3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977257362"/>
      </p:ext>
    </p:extLst>
  </p:cSld>
  <p:clrMapOvr>
    <a:masterClrMapping/>
  </p:clrMapOvr>
</p:sld>
</file>

<file path=ppt/slides/slide3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599673967"/>
      </p:ext>
    </p:extLst>
  </p:cSld>
  <p:clrMapOvr>
    <a:masterClrMapping/>
  </p:clrMapOvr>
</p:sld>
</file>

<file path=ppt/slides/slide3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4162618754"/>
      </p:ext>
    </p:extLst>
  </p:cSld>
  <p:clrMapOvr>
    <a:masterClrMapping/>
  </p:clrMapOvr>
</p:sld>
</file>

<file path=ppt/slides/slide3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1374939991"/>
      </p:ext>
    </p:extLst>
  </p:cSld>
  <p:clrMapOvr>
    <a:masterClrMapping/>
  </p:clrMapOvr>
</p:sld>
</file>

<file path=ppt/slides/slide3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027621831"/>
      </p:ext>
    </p:extLst>
  </p:cSld>
  <p:clrMapOvr>
    <a:masterClrMapping/>
  </p:clrMapOvr>
</p:sld>
</file>

<file path=ppt/slides/slide33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585341711"/>
      </p:ext>
    </p:extLst>
  </p:cSld>
  <p:clrMapOvr>
    <a:masterClrMapping/>
  </p:clrMapOvr>
</p:sld>
</file>

<file path=ppt/slides/slide3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157400569"/>
      </p:ext>
    </p:extLst>
  </p:cSld>
  <p:clrMapOvr>
    <a:masterClrMapping/>
  </p:clrMapOvr>
</p:sld>
</file>

<file path=ppt/slides/slide3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77192922"/>
      </p:ext>
    </p:extLst>
  </p:cSld>
  <p:clrMapOvr>
    <a:masterClrMapping/>
  </p:clrMapOvr>
</p:sld>
</file>

<file path=ppt/slides/slide3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06061719"/>
      </p:ext>
    </p:extLst>
  </p:cSld>
  <p:clrMapOvr>
    <a:masterClrMapping/>
  </p:clrMapOvr>
</p:sld>
</file>

<file path=ppt/slides/slide3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123512959"/>
      </p:ext>
    </p:extLst>
  </p:cSld>
  <p:clrMapOvr>
    <a:masterClrMapping/>
  </p:clrMapOvr>
</p:sld>
</file>

<file path=ppt/slides/slide34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1082368404"/>
      </p:ext>
    </p:extLst>
  </p:cSld>
  <p:clrMapOvr>
    <a:masterClrMapping/>
  </p:clrMapOvr>
</p:sld>
</file>

<file path=ppt/slides/slide34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96490794"/>
      </p:ext>
    </p:extLst>
  </p:cSld>
  <p:clrMapOvr>
    <a:masterClrMapping/>
  </p:clrMapOvr>
</p:sld>
</file>

<file path=ppt/slides/slide34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2839059389"/>
      </p:ext>
    </p:extLst>
  </p:cSld>
  <p:clrMapOvr>
    <a:masterClrMapping/>
  </p:clrMapOvr>
</p:sld>
</file>

<file path=ppt/slides/slide3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875458031"/>
      </p:ext>
    </p:extLst>
  </p:cSld>
  <p:clrMapOvr>
    <a:masterClrMapping/>
  </p:clrMapOvr>
</p:sld>
</file>

<file path=ppt/slides/slide3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2894728"/>
      </p:ext>
    </p:extLst>
  </p:cSld>
  <p:clrMapOvr>
    <a:masterClrMapping/>
  </p:clrMapOvr>
</p:sld>
</file>

<file path=ppt/slides/slide3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88922836"/>
      </p:ext>
    </p:extLst>
  </p:cSld>
  <p:clrMapOvr>
    <a:masterClrMapping/>
  </p:clrMapOvr>
</p:sld>
</file>

<file path=ppt/slides/slide3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22311121"/>
      </p:ext>
    </p:extLst>
  </p:cSld>
  <p:clrMapOvr>
    <a:masterClrMapping/>
  </p:clrMapOvr>
</p:sld>
</file>

<file path=ppt/slides/slide3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178769986"/>
      </p:ext>
    </p:extLst>
  </p:cSld>
  <p:clrMapOvr>
    <a:masterClrMapping/>
  </p:clrMapOvr>
</p:sld>
</file>

<file path=ppt/slides/slide349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9E31F54-209F-E366-1407-0DB4BFC67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45094E13-E555-B100-13F5-9157DD888BE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349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ns2:creationId id="{2FD0B951-B2C6-EB0F-07F3-8F42250424DD}"/>
              </a:ext>
            </a:extLst>
          </p:cNvPr>
          <p:cNvGrpSpPr/>
          <p:nvPr/>
        </p:nvGrpSpPr>
        <p:grpSpPr>
          <a:xfrm>
            <a:off x="-1" y="-2923"/>
            <a:ext cx="12192003" cy="6860923"/>
            <a:chOff x="-1" y="-2923"/>
            <a:chExt cx="12192003" cy="6860923"/>
          </a:xfrm>
        </p:grpSpPr>
        <p:pic>
          <p:nvPicPr>
            <p:cNvPr id="4" name="図 3">
              <a:extLst>
                <a:ext uri="{FF2B5EF4-FFF2-40B4-BE49-F238E27FC236}">
                  <ns2:creationId id="{321A85A8-DEC0-354D-06BD-0ACD194EFE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/>
            <a:stretch/>
          </p:blipFill>
          <p:spPr>
            <a:xfrm>
              <a:off x="1" y="0"/>
              <a:ext cx="12191999" cy="6858000"/>
            </a:xfrm>
            <a:prstGeom prst="rect">
              <a:avLst/>
            </a:prstGeom>
          </p:spPr>
        </p:pic>
        <p:pic>
          <p:nvPicPr>
            <p:cNvPr id="5" name="図 4">
              <a:extLst>
                <a:ext uri="{FF2B5EF4-FFF2-40B4-BE49-F238E27FC236}">
                  <ns2:creationId id="{3852E983-6121-3568-63D6-A433A67BAC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0861592" y="5409338"/>
              <a:ext cx="958933" cy="720000"/>
            </a:xfrm>
            <a:prstGeom prst="rect">
              <a:avLst/>
            </a:prstGeom>
          </p:spPr>
        </p:pic>
        <p:sp>
          <p:nvSpPr>
            <p:cNvPr id="6" name="正方形/長方形 5">
              <a:extLst>
                <a:ext uri="{FF2B5EF4-FFF2-40B4-BE49-F238E27FC236}">
                  <ns2:creationId id="{EEE5E330-FB2F-FE0E-25E8-E447715C641B}"/>
                </a:ext>
              </a:extLst>
            </p:cNvPr>
            <p:cNvSpPr/>
            <p:nvPr/>
          </p:nvSpPr>
          <p:spPr>
            <a:xfrm>
              <a:off x="-1" y="-2923"/>
              <a:ext cx="12192000" cy="6858000"/>
            </a:xfrm>
            <a:prstGeom prst="rect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" name="フリーフォーム: 図形 6">
              <a:extLst>
                <a:ext uri="{FF2B5EF4-FFF2-40B4-BE49-F238E27FC236}">
                  <ns2:creationId id="{1DFC479E-0236-6F8B-3E19-012F45751247}"/>
                </a:ext>
              </a:extLst>
            </p:cNvPr>
            <p:cNvSpPr/>
            <p:nvPr/>
          </p:nvSpPr>
          <p:spPr>
            <a:xfrm>
              <a:off x="9143938" y="3819981"/>
              <a:ext cx="3048064" cy="3038019"/>
            </a:xfrm>
            <a:custGeom>
              <a:avLst/>
              <a:gdLst>
                <a:gd name="connsiteX0" fmla="*/ 3048064 w 3048064"/>
                <a:gd name="connsiteY0" fmla="*/ 0 h 3038019"/>
                <a:gd name="connsiteX1" fmla="*/ 3048064 w 3048064"/>
                <a:gd name="connsiteY1" fmla="*/ 3038019 h 3038019"/>
                <a:gd name="connsiteX2" fmla="*/ 786251 w 3048064"/>
                <a:gd name="connsiteY2" fmla="*/ 3038019 h 3038019"/>
                <a:gd name="connsiteX3" fmla="*/ 0 w 3048064"/>
                <a:gd name="connsiteY3" fmla="*/ 3034516 h 3038019"/>
                <a:gd name="connsiteX4" fmla="*/ 2891698 w 3048064"/>
                <a:gd name="connsiteY4" fmla="*/ 3942 h 303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64" h="3038019">
                  <a:moveTo>
                    <a:pt x="3048064" y="0"/>
                  </a:moveTo>
                  <a:lnTo>
                    <a:pt x="3048064" y="3038019"/>
                  </a:lnTo>
                  <a:lnTo>
                    <a:pt x="786251" y="3038019"/>
                  </a:lnTo>
                  <a:lnTo>
                    <a:pt x="0" y="3034516"/>
                  </a:lnTo>
                  <a:cubicBezTo>
                    <a:pt x="7242" y="1408858"/>
                    <a:pt x="1286118" y="85090"/>
                    <a:pt x="2891698" y="3942"/>
                  </a:cubicBezTo>
                  <a:close/>
                </a:path>
              </a:pathLst>
            </a:custGeom>
            <a:solidFill>
              <a:srgbClr val="FF64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FE249427-A800-4090-9CC6-D5A647E202F7}"/>
              </a:ext>
            </a:extLst>
          </p:cNvPr>
          <p:cNvGrpSpPr/>
          <p:nvPr/>
        </p:nvGrpSpPr>
        <p:grpSpPr>
          <a:xfrm>
            <a:off x="1083868" y="466857"/>
            <a:ext cx="10158710" cy="5636413"/>
            <a:chOff x="1083868" y="466857"/>
            <a:chExt cx="10158710" cy="5636413"/>
          </a:xfrm>
        </p:grpSpPr>
        <p:sp>
          <p:nvSpPr>
            <p:cNvPr id="9" name="TextBox 26">
              <a:extLst>
                <a:ext uri="{FF2B5EF4-FFF2-40B4-BE49-F238E27FC236}">
                  <ns2:creationId id="{5CEFEED8-1CA1-71F9-4564-CE6D7F44AFCE}"/>
                </a:ext>
              </a:extLst>
            </p:cNvPr>
            <p:cNvSpPr txBox="1"/>
            <p:nvPr/>
          </p:nvSpPr>
          <p:spPr>
            <a:xfrm>
              <a:off x="1083868" y="466857"/>
              <a:ext cx="3411523" cy="609603"/>
            </a:xfrm>
            <a:prstGeom prst="rect">
              <a:avLst/>
            </a:prstGeom>
            <a:noFill/>
          </p:spPr>
          <p:txBody>
            <a:bodyPr wrap="square" lIns="0" tIns="108000" rIns="0" bIns="0" rtlCol="0" anchor="ctr">
              <a:noAutofit/>
            </a:bodyPr>
            <a:lstStyle/>
            <a:p>
              <a:pPr algn="l">
                <a:buClr>
                  <a:schemeClr val="accent1"/>
                </a:buClr>
              </a:pPr>
              <a:r>
                <a:rPr kumimoji="1" lang="en-US" altLang="ja-JP" sz="4000" dirty="0">
                  <a:solidFill>
                    <a:srgbClr val="FF6450"/>
                  </a:solidFill>
                  <a:ea typeface="Meiryo" panose="020B0604030504040204" pitchFamily="50" charset="-128"/>
                </a:rPr>
                <a:t>XX</a:t>
              </a:r>
              <a:endParaRPr kumimoji="1" lang="ja-JP" altLang="en-US" sz="2400" dirty="0">
                <a:solidFill>
                  <a:srgbClr val="046294"/>
                </a:solidFill>
                <a:latin typeface="Trebuchet MS" panose="020B0703020202090204" pitchFamily="34" charset="0"/>
                <a:ea typeface="Meiryo" panose="020B0604030504040204" pitchFamily="50" charset="-128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ns2:creationId id="{7AF8BAFA-20B0-259A-846E-4AB774139EB3}"/>
                </a:ext>
              </a:extLst>
            </p:cNvPr>
            <p:cNvGrpSpPr/>
            <p:nvPr/>
          </p:nvGrpSpPr>
          <p:grpSpPr>
            <a:xfrm>
              <a:off x="1442049" y="1385167"/>
              <a:ext cx="9800529" cy="4718103"/>
              <a:chOff x="1442049" y="1385167"/>
              <a:chExt cx="9800529" cy="4718103"/>
            </a:xfrm>
          </p:grpSpPr>
          <p:grpSp>
            <p:nvGrpSpPr>
              <p:cNvPr id="26" name="グループ化 25">
                <a:extLst>
                  <a:ext uri="{FF2B5EF4-FFF2-40B4-BE49-F238E27FC236}">
                    <ns2:creationId id="{61E6F52E-CAC7-ECCC-8FE5-F78CAEC984F4}"/>
                  </a:ext>
                </a:extLst>
              </p:cNvPr>
              <p:cNvGrpSpPr/>
              <p:nvPr/>
            </p:nvGrpSpPr>
            <p:grpSpPr>
              <a:xfrm>
                <a:off x="1493794" y="1385167"/>
                <a:ext cx="9748784" cy="442035"/>
                <a:chOff x="1493794" y="1385167"/>
                <a:chExt cx="9748784" cy="442035"/>
              </a:xfrm>
            </p:grpSpPr>
            <p:sp>
              <p:nvSpPr>
                <p:cNvPr id="10" name="TextBox 27">
                  <a:extLst>
                    <a:ext uri="{FF2B5EF4-FFF2-40B4-BE49-F238E27FC236}">
                      <ns2:creationId id="{E08E4698-E4F7-100E-9A96-5231D6FAC88E}"/>
                    </a:ext>
                  </a:extLst>
                </p:cNvPr>
                <p:cNvSpPr txBox="1"/>
                <p:nvPr/>
              </p:nvSpPr>
              <p:spPr>
                <a:xfrm>
                  <a:off x="2164525" y="13851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" name="background">
                  <a:extLst>
                    <a:ext uri="{FF2B5EF4-FFF2-40B4-BE49-F238E27FC236}">
                      <ns2:creationId id="{2F1104E7-68EF-D19F-89EC-84D9095EDD2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1493794" y="142520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80A4B992-4067-4803-27E5-136A066AE0E6}"/>
                  </a:ext>
                </a:extLst>
              </p:cNvPr>
              <p:cNvGrpSpPr/>
              <p:nvPr/>
            </p:nvGrpSpPr>
            <p:grpSpPr>
              <a:xfrm>
                <a:off x="1493794" y="1943957"/>
                <a:ext cx="9748784" cy="1365365"/>
                <a:chOff x="1493794" y="1943957"/>
                <a:chExt cx="9748784" cy="1365365"/>
              </a:xfrm>
            </p:grpSpPr>
            <p:sp>
              <p:nvSpPr>
                <p:cNvPr id="11" name="TextBox 28">
                  <a:extLst>
                    <a:ext uri="{FF2B5EF4-FFF2-40B4-BE49-F238E27FC236}">
                      <ns2:creationId id="{243081E1-1AA6-20B7-0543-6C8943300C90}"/>
                    </a:ext>
                  </a:extLst>
                </p:cNvPr>
                <p:cNvSpPr txBox="1"/>
                <p:nvPr/>
              </p:nvSpPr>
              <p:spPr>
                <a:xfrm>
                  <a:off x="2164525" y="1943957"/>
                  <a:ext cx="9078053" cy="136536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  <a:spcAft>
                      <a:spcPts val="400"/>
                    </a:spcAft>
                  </a:pPr>
                  <a:r>
                    <a:rPr lang="ja-JP" altLang="en-US" sz="2000" dirty="0">
                      <a:solidFill>
                        <a:srgbClr val="414141">
                          <a:lumMod val="10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rgbClr val="414141">
                        <a:lumMod val="100000"/>
                      </a:srgb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(</a:t>
                  </a: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)</a:t>
                  </a:r>
                  <a:endParaRPr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E2499EE7-95DE-CE12-0F72-680A2735089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1493794" y="1978070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8" name="グループ化 27">
                <a:extLst>
                  <a:ext uri="{FF2B5EF4-FFF2-40B4-BE49-F238E27FC236}">
                    <ns2:creationId id="{8DDC6F81-3D25-208D-CB7B-B45A4A8B873B}"/>
                  </a:ext>
                </a:extLst>
              </p:cNvPr>
              <p:cNvGrpSpPr/>
              <p:nvPr/>
            </p:nvGrpSpPr>
            <p:grpSpPr>
              <a:xfrm>
                <a:off x="1442049" y="3426077"/>
                <a:ext cx="9800529" cy="442035"/>
                <a:chOff x="1442049" y="3426077"/>
                <a:chExt cx="9800529" cy="442035"/>
              </a:xfrm>
            </p:grpSpPr>
            <p:sp>
              <p:nvSpPr>
                <p:cNvPr id="12" name="TextBox 29">
                  <a:extLst>
                    <a:ext uri="{FF2B5EF4-FFF2-40B4-BE49-F238E27FC236}">
                      <ns2:creationId id="{D377F808-27AA-E039-2B53-4EF17730B8E2}"/>
                    </a:ext>
                  </a:extLst>
                </p:cNvPr>
                <p:cNvSpPr txBox="1"/>
                <p:nvPr/>
              </p:nvSpPr>
              <p:spPr>
                <a:xfrm>
                  <a:off x="2164525" y="342607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ROI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1" name="background">
                  <a:extLst>
                    <a:ext uri="{FF2B5EF4-FFF2-40B4-BE49-F238E27FC236}">
                      <ns2:creationId id="{BC746641-DB6D-3285-0264-7CC7D326EA6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1442049" y="346611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A8757BE5-E43C-9B1C-687B-59381D154E4B}"/>
                  </a:ext>
                </a:extLst>
              </p:cNvPr>
              <p:cNvGrpSpPr/>
              <p:nvPr/>
            </p:nvGrpSpPr>
            <p:grpSpPr>
              <a:xfrm>
                <a:off x="1442049" y="3984867"/>
                <a:ext cx="9800529" cy="442035"/>
                <a:chOff x="1442049" y="3984867"/>
                <a:chExt cx="9800529" cy="442035"/>
              </a:xfrm>
            </p:grpSpPr>
            <p:sp>
              <p:nvSpPr>
                <p:cNvPr id="13" name="TextBox 30">
                  <a:extLst>
                    <a:ext uri="{FF2B5EF4-FFF2-40B4-BE49-F238E27FC236}">
                      <ns2:creationId id="{06F7F57B-DE25-668B-F540-8CE68D28A1E6}"/>
                    </a:ext>
                  </a:extLst>
                </p:cNvPr>
                <p:cNvSpPr txBox="1"/>
                <p:nvPr/>
              </p:nvSpPr>
              <p:spPr>
                <a:xfrm>
                  <a:off x="2164525" y="39848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 algn="l">
                    <a:buClr>
                      <a:schemeClr val="accent1"/>
                    </a:buClr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kumimoji="1"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2" name="background">
                  <a:extLst>
                    <a:ext uri="{FF2B5EF4-FFF2-40B4-BE49-F238E27FC236}">
                      <ns2:creationId id="{ADF9259F-5742-1DFC-964A-1C302F97785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1442049" y="4024908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1FE4F1BC-A8CD-D4BB-5F4E-93710EC21972}"/>
                  </a:ext>
                </a:extLst>
              </p:cNvPr>
              <p:cNvGrpSpPr/>
              <p:nvPr/>
            </p:nvGrpSpPr>
            <p:grpSpPr>
              <a:xfrm>
                <a:off x="1442049" y="4543657"/>
                <a:ext cx="9800529" cy="442035"/>
                <a:chOff x="1442049" y="4543657"/>
                <a:chExt cx="9800529" cy="442035"/>
              </a:xfrm>
            </p:grpSpPr>
            <p:sp>
              <p:nvSpPr>
                <p:cNvPr id="14" name="TextBox 31">
                  <a:extLst>
                    <a:ext uri="{FF2B5EF4-FFF2-40B4-BE49-F238E27FC236}">
                      <ns2:creationId id="{CD467AA2-38D2-6077-C8B7-4A12D35AFB05}"/>
                    </a:ext>
                  </a:extLst>
                </p:cNvPr>
                <p:cNvSpPr txBox="1"/>
                <p:nvPr/>
              </p:nvSpPr>
              <p:spPr>
                <a:xfrm>
                  <a:off x="2164525" y="454365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EFA3EA34-B87A-92DB-9AD3-9DC2A4FF370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442049" y="458369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5E1D30B2-9F84-19C5-6915-DCF25D5B8F49}"/>
                  </a:ext>
                </a:extLst>
              </p:cNvPr>
              <p:cNvGrpSpPr/>
              <p:nvPr/>
            </p:nvGrpSpPr>
            <p:grpSpPr>
              <a:xfrm>
                <a:off x="1442049" y="5102447"/>
                <a:ext cx="9800529" cy="442035"/>
                <a:chOff x="1442049" y="5102447"/>
                <a:chExt cx="9800529" cy="442035"/>
              </a:xfrm>
            </p:grpSpPr>
            <p:sp>
              <p:nvSpPr>
                <p:cNvPr id="18" name="TextBox 31">
                  <a:extLst>
                    <a:ext uri="{FF2B5EF4-FFF2-40B4-BE49-F238E27FC236}">
                      <ns2:creationId id="{E1A23DFA-D0FE-FE4F-662D-54E213E5321E}"/>
                    </a:ext>
                  </a:extLst>
                </p:cNvPr>
                <p:cNvSpPr txBox="1"/>
                <p:nvPr/>
              </p:nvSpPr>
              <p:spPr>
                <a:xfrm>
                  <a:off x="2164525" y="510244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CE09673B-DBED-681D-A6B8-6FADDBF702C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1442049" y="5142486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BEE9EE49-7D44-5435-8110-250B2CC411A8}"/>
                  </a:ext>
                </a:extLst>
              </p:cNvPr>
              <p:cNvGrpSpPr/>
              <p:nvPr/>
            </p:nvGrpSpPr>
            <p:grpSpPr>
              <a:xfrm>
                <a:off x="1442049" y="5661235"/>
                <a:ext cx="9800529" cy="442035"/>
                <a:chOff x="1442049" y="5661235"/>
                <a:chExt cx="9800529" cy="442035"/>
              </a:xfrm>
            </p:grpSpPr>
            <p:sp>
              <p:nvSpPr>
                <p:cNvPr id="19" name="TextBox 31">
                  <a:extLst>
                    <a:ext uri="{FF2B5EF4-FFF2-40B4-BE49-F238E27FC236}">
                      <ns2:creationId id="{6A9D9839-309F-FD0A-CF57-6A5F67960639}"/>
                    </a:ext>
                  </a:extLst>
                </p:cNvPr>
                <p:cNvSpPr txBox="1"/>
                <p:nvPr/>
              </p:nvSpPr>
              <p:spPr>
                <a:xfrm>
                  <a:off x="2164525" y="5661235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5" name="background">
                  <a:extLst>
                    <a:ext uri="{FF2B5EF4-FFF2-40B4-BE49-F238E27FC236}">
                      <ns2:creationId id="{22A04D4D-FAA9-E61C-3BAB-4DD143C1E91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1442049" y="570127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4:creationId val="4267992686"/>
      </p:ext>
    </p:extLst>
  </p:cSld>
  <p:clrMapOvr>
    <a:masterClrMapping/>
  </p:clrMapOvr>
</p:sld>
</file>

<file path=ppt/slides/slide35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350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90" name="グループ化 89">
            <a:extLst>
              <a:ext uri="{FF2B5EF4-FFF2-40B4-BE49-F238E27FC236}">
                <ns2:creationId id="{742990E6-251E-850E-0704-4E41E9BFD3DC}"/>
              </a:ext>
            </a:extLst>
          </p:cNvPr>
          <p:cNvGrpSpPr/>
          <p:nvPr/>
        </p:nvGrpSpPr>
        <p:grpSpPr>
          <a:xfrm>
            <a:off x="371475" y="1170854"/>
            <a:ext cx="11449050" cy="414335"/>
            <a:chOff x="371475" y="1170854"/>
            <a:chExt cx="11449050" cy="414335"/>
          </a:xfrm>
        </p:grpSpPr>
        <p:sp>
          <p:nvSpPr>
            <p:cNvPr id="4" name="テキスト ボックス 3">
              <a:extLst>
                <a:ext uri="{FF2B5EF4-FFF2-40B4-BE49-F238E27FC236}">
                  <ns2:creationId id="{2389367F-2800-478D-7C3B-1A06C7D92BFE}"/>
                </a:ext>
              </a:extLst>
            </p:cNvPr>
            <p:cNvSpPr txBox="1"/>
            <p:nvPr/>
          </p:nvSpPr>
          <p:spPr>
            <a:xfrm>
              <a:off x="371475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(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) 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89BC73-45BC-4626-A5E5-CB298DDA8767}"/>
                </a:ext>
              </a:extLst>
            </p:cNvPr>
            <p:cNvSpPr txBox="1"/>
            <p:nvPr/>
          </p:nvSpPr>
          <p:spPr>
            <a:xfrm>
              <a:off x="3903587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8C8830FD-A933-129A-F368-216C1A36040E}"/>
                </a:ext>
              </a:extLst>
            </p:cNvPr>
            <p:cNvSpPr txBox="1"/>
            <p:nvPr/>
          </p:nvSpPr>
          <p:spPr>
            <a:xfrm>
              <a:off x="6899820" y="1170854"/>
              <a:ext cx="4920705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F3A11C57-1B24-6BE0-747D-BFAA9603A01C}"/>
                </a:ext>
              </a:extLst>
            </p:cNvPr>
            <p:cNvSpPr txBox="1"/>
            <p:nvPr/>
          </p:nvSpPr>
          <p:spPr>
            <a:xfrm flipH="1">
              <a:off x="3367707" y="1170854"/>
              <a:ext cx="355352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414141">
                      <a:lumMod val="100000"/>
                    </a:srgbClr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CFD55AB6-DAC8-C579-A90C-479B6031166A}"/>
              </a:ext>
            </a:extLst>
          </p:cNvPr>
          <p:cNvGrpSpPr/>
          <p:nvPr/>
        </p:nvGrpSpPr>
        <p:grpSpPr>
          <a:xfrm>
            <a:off x="3930793" y="1948543"/>
            <a:ext cx="7881001" cy="1777514"/>
            <a:chOff x="3930793" y="1948543"/>
            <a:chExt cx="7881001" cy="1777514"/>
          </a:xfrm>
        </p:grpSpPr>
        <p:sp>
          <p:nvSpPr>
            <p:cNvPr id="32" name="テキスト ボックス 31">
              <a:extLst>
                <a:ext uri="{FF2B5EF4-FFF2-40B4-BE49-F238E27FC236}">
                  <ns2:creationId id="{EF23731B-CD9B-1F58-5811-EC4F5FC9695D}"/>
                </a:ext>
              </a:extLst>
            </p:cNvPr>
            <p:cNvSpPr txBox="1"/>
            <p:nvPr/>
          </p:nvSpPr>
          <p:spPr>
            <a:xfrm>
              <a:off x="4056220" y="1969326"/>
              <a:ext cx="3145880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4F222ACC-E173-DDA2-C3B6-F3CDB1FE30DE}"/>
                </a:ext>
              </a:extLst>
            </p:cNvPr>
            <p:cNvSpPr txBox="1"/>
            <p:nvPr/>
          </p:nvSpPr>
          <p:spPr>
            <a:xfrm>
              <a:off x="10440286" y="1948543"/>
              <a:ext cx="1371508" cy="1508370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F4265F9D-E13A-492A-6643-C3172B64B7C8}"/>
                </a:ext>
              </a:extLst>
            </p:cNvPr>
            <p:cNvSpPr txBox="1"/>
            <p:nvPr/>
          </p:nvSpPr>
          <p:spPr>
            <a:xfrm>
              <a:off x="4059940" y="2401622"/>
              <a:ext cx="4337189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A02C83F7-A7A4-74B1-DF98-601DE0BC498E}"/>
                </a:ext>
              </a:extLst>
            </p:cNvPr>
            <p:cNvGrpSpPr/>
            <p:nvPr/>
          </p:nvGrpSpPr>
          <p:grpSpPr>
            <a:xfrm>
              <a:off x="3930793" y="2767798"/>
              <a:ext cx="4521752" cy="958259"/>
              <a:chOff x="4893221" y="2954043"/>
              <a:chExt cx="4337190" cy="1184886"/>
            </a:xfrm>
          </p:grpSpPr>
          <p:graphicFrame>
            <p:nvGraphicFramePr>
              <p:cNvPr id="44" name="グラフ 43">
                <a:extLst>
                  <a:ext uri="{FF2B5EF4-FFF2-40B4-BE49-F238E27FC236}">
                    <ns2:creationId id="{5344E6AF-FCFE-D915-12C0-A0715AD8A584}"/>
                  </a:ext>
                </a:extLst>
              </p:cNvPr>
              <p:cNvGraphicFramePr/>
              <p:nvPr/>
            </p:nvGraphicFramePr>
            <p:xfrm>
              <a:off x="4893221" y="2954043"/>
              <a:ext cx="4337190" cy="1184886"/>
            </p:xfrm>
            <a:graphic>
              <a:graphicData uri="http://schemas.openxmlformats.org/drawingml/2006/chart">
                <ns3:chart r:id="rId6"/>
              </a:graphicData>
            </a:graphic>
          </p:graphicFrame>
          <p:sp>
            <p:nvSpPr>
              <p:cNvPr id="45" name="テキスト ボックス 44">
                <a:extLst>
                  <a:ext uri="{FF2B5EF4-FFF2-40B4-BE49-F238E27FC236}">
                    <ns2:creationId id="{8FDDD6DD-7AFC-6762-8329-B3A655EB9633}"/>
                  </a:ext>
                </a:extLst>
              </p:cNvPr>
              <p:cNvSpPr txBox="1"/>
              <p:nvPr/>
            </p:nvSpPr>
            <p:spPr>
              <a:xfrm>
                <a:off x="5185055" y="3102415"/>
                <a:ext cx="1456430" cy="573492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</p:grpSp>
        <p:sp>
          <p:nvSpPr>
            <p:cNvPr id="47" name="三角形 60">
              <a:extLst>
                <a:ext uri="{FF2B5EF4-FFF2-40B4-BE49-F238E27FC236}">
                  <ns2:creationId id="{CDF2A8C1-8F1C-9A57-6ABD-D28E5A972935}"/>
                </a:ext>
              </a:extLst>
            </p:cNvPr>
            <p:cNvSpPr/>
            <p:nvPr/>
          </p:nvSpPr>
          <p:spPr>
            <a:xfrm rot="5400000">
              <a:off x="8256369" y="2743900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7157415E-2EB8-6773-346A-53EAC3D906B2}"/>
                </a:ext>
              </a:extLst>
            </p:cNvPr>
            <p:cNvSpPr txBox="1"/>
            <p:nvPr/>
          </p:nvSpPr>
          <p:spPr>
            <a:xfrm>
              <a:off x="8922250" y="1948543"/>
              <a:ext cx="1442526" cy="1508370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108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75F02E7C-E0C6-136F-DD09-90DCCAD6C06B}"/>
              </a:ext>
            </a:extLst>
          </p:cNvPr>
          <p:cNvGrpSpPr/>
          <p:nvPr/>
        </p:nvGrpSpPr>
        <p:grpSpPr>
          <a:xfrm>
            <a:off x="4056220" y="3972006"/>
            <a:ext cx="7755574" cy="2152789"/>
            <a:chOff x="4056220" y="3972006"/>
            <a:chExt cx="7755574" cy="2152789"/>
          </a:xfrm>
        </p:grpSpPr>
        <p:sp>
          <p:nvSpPr>
            <p:cNvPr id="48" name="テキスト ボックス 47">
              <a:extLst>
                <a:ext uri="{FF2B5EF4-FFF2-40B4-BE49-F238E27FC236}">
                  <ns2:creationId id="{0D0922BE-94C3-7ECF-D359-313FC0A67B3C}"/>
                </a:ext>
              </a:extLst>
            </p:cNvPr>
            <p:cNvSpPr txBox="1"/>
            <p:nvPr/>
          </p:nvSpPr>
          <p:spPr>
            <a:xfrm>
              <a:off x="4056220" y="3972006"/>
              <a:ext cx="4534483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4183ECF0-3A14-353D-5308-1BD8B5692C22}"/>
                </a:ext>
              </a:extLst>
            </p:cNvPr>
            <p:cNvSpPr txBox="1"/>
            <p:nvPr/>
          </p:nvSpPr>
          <p:spPr>
            <a:xfrm>
              <a:off x="6122129" y="4706655"/>
              <a:ext cx="266486" cy="266486"/>
            </a:xfrm>
            <a:prstGeom prst="rect">
              <a:avLst/>
            </a:prstGeom>
            <a:noFill/>
          </p:spPr>
          <p:txBody>
            <a:bodyPr wrap="square" lIns="0" tIns="36000" rIns="36000" bIns="0" rtlCol="0" anchor="ctr">
              <a:noAutofit/>
            </a:bodyPr>
            <a:lstStyle/>
            <a:p>
              <a:pPr algn="ctr" defTabSz="914377">
                <a:buClr>
                  <a:srgbClr val="046294"/>
                </a:buClr>
              </a:pPr>
              <a:r>
                <a:rPr lang="ja-JP" altLang="en-US" sz="3600" dirty="0">
                  <a:solidFill>
                    <a:srgbClr val="414141">
                      <a:lumMod val="100000"/>
                    </a:srgbClr>
                  </a:solidFill>
                  <a:latin typeface="Trebuchet MS" panose="020B0703020202090204" pitchFamily="34" charset="0"/>
                  <a:ea typeface="Meiryo" panose="020B0604030504040204" pitchFamily="34" charset="-128"/>
                  <a:cs typeface="Arial"/>
                  <a:sym typeface="Arial"/>
                </a:rPr>
                <a:t>XX</a:t>
              </a:r>
            </a:p>
          </p:txBody>
        </p:sp>
        <p:pic>
          <p:nvPicPr>
            <p:cNvPr id="50" name="図 49" descr="グラフィカル ユーザー インターフェイス, アプリケーション, Web サイト&#10;&#10;自動的に生成された説明">
              <a:extLst>
                <a:ext uri="{FF2B5EF4-FFF2-40B4-BE49-F238E27FC236}">
                  <ns2:creationId id="{E866D9AC-24F1-6367-3961-F8D157ABCB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22639" y="4423514"/>
              <a:ext cx="828433" cy="832770"/>
            </a:xfrm>
            <a:prstGeom prst="rect">
              <a:avLst/>
            </a:prstGeom>
          </p:spPr>
        </p:pic>
        <p:pic>
          <p:nvPicPr>
            <p:cNvPr id="51" name="図 50" descr="グラフィカル ユーザー インターフェイス が含まれている画像&#10;&#10;自動的に生成された説明">
              <a:extLst>
                <a:ext uri="{FF2B5EF4-FFF2-40B4-BE49-F238E27FC236}">
                  <ns2:creationId id="{5B4EBAFF-DB7A-C8D3-12D2-AD969885E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059671" y="4423514"/>
              <a:ext cx="828433" cy="832770"/>
            </a:xfrm>
            <a:prstGeom prst="rect">
              <a:avLst/>
            </a:prstGeom>
          </p:spPr>
        </p:pic>
        <p:sp>
          <p:nvSpPr>
            <p:cNvPr id="54" name="テキスト ボックス 53">
              <a:extLst>
                <a:ext uri="{FF2B5EF4-FFF2-40B4-BE49-F238E27FC236}">
                  <ns2:creationId id="{82400B55-7D86-8145-F90F-43E7167230BE}"/>
                </a:ext>
              </a:extLst>
            </p:cNvPr>
            <p:cNvSpPr txBox="1"/>
            <p:nvPr/>
          </p:nvSpPr>
          <p:spPr>
            <a:xfrm>
              <a:off x="6482498" y="5341618"/>
              <a:ext cx="1982778" cy="414335"/>
            </a:xfrm>
            <a:prstGeom prst="rect">
              <a:avLst/>
            </a:prstGeom>
            <a:noFill/>
          </p:spPr>
          <p:txBody>
            <a:bodyPr wrap="square" lIns="360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 </a:t>
              </a:r>
              <a:b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5" name="吹き出し: 四角形 92">
              <a:extLst>
                <a:ext uri="{FF2B5EF4-FFF2-40B4-BE49-F238E27FC236}">
                  <ns2:creationId id="{145C18C0-861E-70CA-533B-C522E85AE113}"/>
                </a:ext>
              </a:extLst>
            </p:cNvPr>
            <p:cNvSpPr/>
            <p:nvPr/>
          </p:nvSpPr>
          <p:spPr>
            <a:xfrm>
              <a:off x="4056220" y="5816138"/>
              <a:ext cx="4409056" cy="308656"/>
            </a:xfrm>
            <a:prstGeom prst="rect">
              <a:avLst/>
            </a:prstGeom>
            <a:noFill/>
            <a:ln w="9525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36000" rIns="36000" bIns="36000" rtlCol="0" anchor="ctr"/>
            <a:lstStyle/>
            <a:p>
              <a:pPr algn="ctr" defTabSz="914377">
                <a:buClr>
                  <a:srgbClr val="046294"/>
                </a:buClr>
              </a:pPr>
              <a:endParaRPr lang="ja-JP" altLang="en-US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sym typeface="Arial"/>
              </a:endParaRPr>
            </a:p>
          </p:txBody>
        </p:sp>
        <p:sp>
          <p:nvSpPr>
            <p:cNvPr id="56" name="三角形 60">
              <a:extLst>
                <a:ext uri="{FF2B5EF4-FFF2-40B4-BE49-F238E27FC236}">
                  <ns2:creationId id="{50456730-2CD5-B9BC-FA13-A93BCE3B2206}"/>
                </a:ext>
              </a:extLst>
            </p:cNvPr>
            <p:cNvSpPr/>
            <p:nvPr/>
          </p:nvSpPr>
          <p:spPr>
            <a:xfrm rot="5400000">
              <a:off x="8256369" y="4958384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8187A3F-19C4-6106-D18D-7075D96E7C37}"/>
                </a:ext>
              </a:extLst>
            </p:cNvPr>
            <p:cNvSpPr txBox="1"/>
            <p:nvPr/>
          </p:nvSpPr>
          <p:spPr>
            <a:xfrm>
              <a:off x="8922251" y="3972007"/>
              <a:ext cx="1442526" cy="2152788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 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 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AE2F60C0-AF0B-C283-F7C7-B6C6D6BA3FE9}"/>
                </a:ext>
              </a:extLst>
            </p:cNvPr>
            <p:cNvSpPr txBox="1"/>
            <p:nvPr/>
          </p:nvSpPr>
          <p:spPr>
            <a:xfrm>
              <a:off x="10440286" y="3972007"/>
              <a:ext cx="1371508" cy="2152788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9116C897-9FEC-B5EE-94C9-4E22AB74FA91}"/>
                </a:ext>
              </a:extLst>
            </p:cNvPr>
            <p:cNvGrpSpPr/>
            <p:nvPr/>
          </p:nvGrpSpPr>
          <p:grpSpPr>
            <a:xfrm>
              <a:off x="4918488" y="5856166"/>
              <a:ext cx="2719108" cy="228600"/>
              <a:chOff x="4846580" y="6316964"/>
              <a:chExt cx="2719108" cy="228600"/>
            </a:xfrm>
          </p:grpSpPr>
          <p:sp>
            <p:nvSpPr>
              <p:cNvPr id="70" name="テキスト ボックス 69">
                <a:extLst>
                  <a:ext uri="{FF2B5EF4-FFF2-40B4-BE49-F238E27FC236}">
                    <ns2:creationId id="{2AFCB82F-563B-0A02-191F-4FDC025EF3DD}"/>
                  </a:ext>
                </a:extLst>
              </p:cNvPr>
              <p:cNvSpPr txBox="1"/>
              <p:nvPr/>
            </p:nvSpPr>
            <p:spPr>
              <a:xfrm flipH="1">
                <a:off x="5062699" y="6334620"/>
                <a:ext cx="355352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6450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7AF3A29D-E689-348C-E04F-850534C31C48}"/>
                  </a:ext>
                </a:extLst>
              </p:cNvPr>
              <p:cNvSpPr txBox="1"/>
              <p:nvPr/>
            </p:nvSpPr>
            <p:spPr>
              <a:xfrm flipH="1">
                <a:off x="5621688" y="6334620"/>
                <a:ext cx="1944000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defTabSz="914377">
                  <a:buClr>
                    <a:srgbClr val="046294"/>
                  </a:buClr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LTV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it-IT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GB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</a:p>
            </p:txBody>
          </p:sp>
          <p:sp>
            <p:nvSpPr>
              <p:cNvPr id="68" name="background">
                <a:extLst>
                  <a:ext uri="{FF2B5EF4-FFF2-40B4-BE49-F238E27FC236}">
                    <ns2:creationId id="{A25A32B4-00F3-7440-2A2E-995E85B1278C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>
              <a:xfrm>
                <a:off x="4846580" y="6316964"/>
                <a:ext cx="228600" cy="228600"/>
              </a:xfrm>
              <a:prstGeom prst="ellipse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background">
                <a:extLst>
                  <a:ext uri="{FF2B5EF4-FFF2-40B4-BE49-F238E27FC236}">
                    <ns2:creationId id="{2CF4CAFF-1BB4-C47A-709A-F9AB70EB620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>
              <a:xfrm>
                <a:off x="5405570" y="6316964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sp>
          <p:nvSpPr>
            <p:cNvPr id="73" name="background">
              <a:extLst>
                <a:ext uri="{FF2B5EF4-FFF2-40B4-BE49-F238E27FC236}">
                  <ns2:creationId id="{B5246FB2-6C47-04AE-C8E5-EB59EB10BCC3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6526573" y="5434486"/>
              <a:ext cx="228600" cy="228600"/>
            </a:xfrm>
            <a:prstGeom prst="ellipse">
              <a:avLst/>
            </a:prstGeom>
            <a:solidFill>
              <a:srgbClr val="FF645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50628CAF-6808-C6D2-7D54-274E465C0BBC}"/>
                </a:ext>
              </a:extLst>
            </p:cNvPr>
            <p:cNvGrpSpPr/>
            <p:nvPr/>
          </p:nvGrpSpPr>
          <p:grpSpPr>
            <a:xfrm>
              <a:off x="4056220" y="5341618"/>
              <a:ext cx="2065908" cy="414335"/>
              <a:chOff x="3930794" y="5341618"/>
              <a:chExt cx="2065908" cy="414335"/>
            </a:xfrm>
          </p:grpSpPr>
          <p:sp>
            <p:nvSpPr>
              <p:cNvPr id="53" name="テキスト ボックス 52">
                <a:extLst>
                  <a:ext uri="{FF2B5EF4-FFF2-40B4-BE49-F238E27FC236}">
                    <ns2:creationId id="{0C789EE5-75B5-3021-A452-9E5C46BE706B}"/>
                  </a:ext>
                </a:extLst>
              </p:cNvPr>
              <p:cNvSpPr txBox="1"/>
              <p:nvPr/>
            </p:nvSpPr>
            <p:spPr>
              <a:xfrm>
                <a:off x="3930794" y="5341618"/>
                <a:ext cx="2065908" cy="414335"/>
              </a:xfrm>
              <a:prstGeom prst="rect">
                <a:avLst/>
              </a:prstGeom>
              <a:noFill/>
            </p:spPr>
            <p:txBody>
              <a:bodyPr wrap="square" lIns="32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br>
                  <a:rPr lang="en-US" altLang="ja-JP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</a:b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(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)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 </a:t>
                </a: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74" name="background">
                <a:extLst>
                  <a:ext uri="{FF2B5EF4-FFF2-40B4-BE49-F238E27FC236}">
                    <ns2:creationId id="{BC062A3A-C5FB-304F-1089-5AF16425399A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3934067" y="5434486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93" name="グループ化 92">
            <a:extLst>
              <a:ext uri="{FF2B5EF4-FFF2-40B4-BE49-F238E27FC236}">
                <ns2:creationId id="{787AF37B-ACF5-08DC-46C7-F8F53889EFE7}"/>
              </a:ext>
            </a:extLst>
          </p:cNvPr>
          <p:cNvGrpSpPr/>
          <p:nvPr/>
        </p:nvGrpSpPr>
        <p:grpSpPr>
          <a:xfrm>
            <a:off x="-508002" y="2038194"/>
            <a:ext cx="4229111" cy="4086600"/>
            <a:chOff x="-508002" y="2038194"/>
            <a:chExt cx="4229111" cy="4086600"/>
          </a:xfrm>
        </p:grpSpPr>
        <p:cxnSp>
          <p:nvCxnSpPr>
            <p:cNvPr id="10" name="Straight Connector 30">
              <a:extLst>
                <a:ext uri="{FF2B5EF4-FFF2-40B4-BE49-F238E27FC236}">
                  <ns2:creationId id="{663FDB9C-CB87-1C3B-F106-E4E1E41E85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4986" y="2893671"/>
              <a:ext cx="1496599" cy="113175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35">
              <a:extLst>
                <a:ext uri="{FF2B5EF4-FFF2-40B4-BE49-F238E27FC236}">
                  <ns2:creationId id="{9AFCBF88-0643-2E76-72F4-C6D590D654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0103" y="3939240"/>
              <a:ext cx="1491482" cy="110941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1">
              <a:extLst>
                <a:ext uri="{FF2B5EF4-FFF2-40B4-BE49-F238E27FC236}">
                  <ns2:creationId id="{9A4F769B-FEDC-0822-0645-5F22C0F168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2893671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14">
              <a:extLst>
                <a:ext uri="{FF2B5EF4-FFF2-40B4-BE49-F238E27FC236}">
                  <ns2:creationId id="{CC1CBDEA-7C3A-2F4A-8BBF-11DF956A95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5048659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" name="グラフィックス 16" descr="クリップボード: チェックマーク 単色塗りつぶし">
              <a:extLst>
                <a:ext uri="{FF2B5EF4-FFF2-40B4-BE49-F238E27FC236}">
                  <ns2:creationId id="{2BFAB6AC-B58C-D477-DA6D-BD4BE389A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17133" y="3495659"/>
              <a:ext cx="1052441" cy="1052441"/>
            </a:xfrm>
            <a:prstGeom prst="rect">
              <a:avLst/>
            </a:prstGeom>
          </p:spPr>
        </p:pic>
        <p:sp>
          <p:nvSpPr>
            <p:cNvPr id="17" name="楕円 2">
              <a:extLst>
                <a:ext uri="{FF2B5EF4-FFF2-40B4-BE49-F238E27FC236}">
                  <ns2:creationId id="{3964387F-F9AB-E54C-3157-16C22229DA1F}"/>
                </a:ext>
              </a:extLst>
            </p:cNvPr>
            <p:cNvSpPr/>
            <p:nvPr/>
          </p:nvSpPr>
          <p:spPr>
            <a:xfrm>
              <a:off x="-508002" y="2526911"/>
              <a:ext cx="2989936" cy="2989936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8" name="Freeform 44">
              <a:extLst>
                <a:ext uri="{FF2B5EF4-FFF2-40B4-BE49-F238E27FC236}">
                  <ns2:creationId id="{740946E3-F840-427C-BCC6-848D05980D09}"/>
                </a:ext>
              </a:extLst>
            </p:cNvPr>
            <p:cNvSpPr/>
            <p:nvPr/>
          </p:nvSpPr>
          <p:spPr>
            <a:xfrm>
              <a:off x="980802" y="2620522"/>
              <a:ext cx="1401357" cy="2802715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75" name="Group 97">
              <a:extLst>
                <a:ext uri="{FF2B5EF4-FFF2-40B4-BE49-F238E27FC236}">
                  <ns2:creationId id="{18C4B2DE-E711-0BBE-D848-3E348762F689}"/>
                </a:ext>
              </a:extLst>
            </p:cNvPr>
            <p:cNvGrpSpPr/>
            <p:nvPr/>
          </p:nvGrpSpPr>
          <p:grpSpPr>
            <a:xfrm>
              <a:off x="2762561" y="2472838"/>
              <a:ext cx="841666" cy="841666"/>
              <a:chOff x="5071132" y="1462267"/>
              <a:chExt cx="665854" cy="665854"/>
            </a:xfrm>
          </p:grpSpPr>
          <p:sp>
            <p:nvSpPr>
              <p:cNvPr id="76" name="楕円 3">
                <a:extLst>
                  <a:ext uri="{FF2B5EF4-FFF2-40B4-BE49-F238E27FC236}">
                    <ns2:creationId id="{AC48E137-E68F-C792-563E-8EA72F810562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77" name="グラフィックス 76" descr="転送 単色塗りつぶし">
                <a:extLst>
                  <a:ext uri="{FF2B5EF4-FFF2-40B4-BE49-F238E27FC236}">
                    <ns2:creationId id="{E2BF01FB-F62C-9C29-419A-94CC84465F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rcRect/>
              <a:stretch/>
            </p:blipFill>
            <p:spPr>
              <a:xfrm>
                <a:off x="5225924" y="1617058"/>
                <a:ext cx="356271" cy="356271"/>
              </a:xfrm>
              <a:prstGeom prst="rect">
                <a:avLst/>
              </a:prstGeom>
            </p:spPr>
          </p:pic>
        </p:grpSp>
        <p:cxnSp>
          <p:nvCxnSpPr>
            <p:cNvPr id="81" name="直線コネクタ 80">
              <a:extLst>
                <a:ext uri="{FF2B5EF4-FFF2-40B4-BE49-F238E27FC236}">
                  <ns2:creationId id="{D0D4C825-50DF-B4EA-5B1B-272C97FBE854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2038194"/>
              <a:ext cx="0" cy="1581306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06571CE2-A7B3-AAC5-E177-41AA2C3C20D6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3972006"/>
              <a:ext cx="0" cy="2152788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145">
              <a:extLst>
                <a:ext uri="{FF2B5EF4-FFF2-40B4-BE49-F238E27FC236}">
                  <ns2:creationId id="{F7E5C742-0C16-9D7B-08BC-E1583670AC26}"/>
                </a:ext>
              </a:extLst>
            </p:cNvPr>
            <p:cNvGrpSpPr/>
            <p:nvPr/>
          </p:nvGrpSpPr>
          <p:grpSpPr>
            <a:xfrm>
              <a:off x="2762561" y="4627567"/>
              <a:ext cx="841666" cy="841666"/>
              <a:chOff x="5071132" y="1462267"/>
              <a:chExt cx="665854" cy="665854"/>
            </a:xfrm>
          </p:grpSpPr>
          <p:sp>
            <p:nvSpPr>
              <p:cNvPr id="86" name="楕円 3">
                <a:extLst>
                  <a:ext uri="{FF2B5EF4-FFF2-40B4-BE49-F238E27FC236}">
                    <ns2:creationId id="{4098DBB0-19D7-59BF-F97A-B826C414F356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39C8E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87" name="グラフィックス 26" descr="循環フローチャート 単色塗りつぶし">
                <a:extLst>
                  <a:ext uri="{FF2B5EF4-FFF2-40B4-BE49-F238E27FC236}">
                    <ns2:creationId id="{7B59AC39-6495-C322-9603-45416B76BE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rcRect/>
              <a:stretch/>
            </p:blipFill>
            <p:spPr>
              <a:xfrm>
                <a:off x="5225924" y="1617059"/>
                <a:ext cx="356271" cy="356271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5C1D8EEE-C651-6FD4-3A59-4068B4E004CD}"/>
                </a:ext>
              </a:extLst>
            </p:cNvPr>
            <p:cNvGrpSpPr/>
            <p:nvPr/>
          </p:nvGrpSpPr>
          <p:grpSpPr>
            <a:xfrm>
              <a:off x="380206" y="3147741"/>
              <a:ext cx="1748274" cy="1748274"/>
              <a:chOff x="380206" y="3147741"/>
              <a:chExt cx="1748274" cy="1748274"/>
            </a:xfrm>
          </p:grpSpPr>
          <p:sp>
            <p:nvSpPr>
              <p:cNvPr id="19" name="楕円 3">
                <a:extLst>
                  <a:ext uri="{FF2B5EF4-FFF2-40B4-BE49-F238E27FC236}">
                    <ns2:creationId id="{13CBDC05-49A9-C8CA-0336-E1BBB0D724E9}"/>
                  </a:ext>
                </a:extLst>
              </p:cNvPr>
              <p:cNvSpPr/>
              <p:nvPr/>
            </p:nvSpPr>
            <p:spPr>
              <a:xfrm>
                <a:off x="380206" y="3147741"/>
                <a:ext cx="1748274" cy="174827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648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89" name="グラフィックス 88" descr="青写真 単色塗りつぶし">
                <a:extLst>
                  <a:ext uri="{FF2B5EF4-FFF2-40B4-BE49-F238E27FC236}">
                    <ns2:creationId id="{CFEBBB7E-7420-9F53-B7DF-CC6BEC217A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946586" y="3457797"/>
                <a:ext cx="615514" cy="61551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109147371"/>
      </p:ext>
    </p:extLst>
  </p:cSld>
  <p:clrMapOvr>
    <a:masterClrMapping/>
  </p:clrMapOvr>
</p:sld>
</file>

<file path=ppt/slides/slide3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1475" y="372382"/>
            <a:ext cx="11449050" cy="407218"/>
          </a:xfrm>
        </p:spPr>
        <p:txBody>
          <a:bodyPr>
            <a:normAutofit fontScale="90000"/>
          </a:bodyPr>
          <a:lstStyle/>
          <a:p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(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) 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351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11449049" cy="612129"/>
            <a:chOff x="371475" y="1199994"/>
            <a:chExt cx="11449049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099" y="1199994"/>
              <a:ext cx="11274425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600" dirty="0">
                <a:solidFill>
                  <a:srgbClr val="414141">
                    <a:lumMod val="100000"/>
                  </a:srgb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50" name="グループ化 149">
            <a:extLst>
              <a:ext uri="{FF2B5EF4-FFF2-40B4-BE49-F238E27FC236}">
                <ns2:creationId id="{7BD3C298-87BB-7D58-CA56-2792CD25A01A}"/>
              </a:ext>
            </a:extLst>
          </p:cNvPr>
          <p:cNvGrpSpPr/>
          <p:nvPr/>
        </p:nvGrpSpPr>
        <p:grpSpPr>
          <a:xfrm>
            <a:off x="371475" y="1896689"/>
            <a:ext cx="11449050" cy="4228596"/>
            <a:chOff x="371475" y="1896689"/>
            <a:chExt cx="11449050" cy="4228596"/>
          </a:xfrm>
        </p:grpSpPr>
        <p:grpSp>
          <p:nvGrpSpPr>
            <p:cNvPr id="132" name="グループ化 131">
              <a:extLst>
                <a:ext uri="{FF2B5EF4-FFF2-40B4-BE49-F238E27FC236}">
                  <ns2:creationId id="{FC73B98D-DDF1-033D-CA29-00EA0DD400B7}"/>
                </a:ext>
              </a:extLst>
            </p:cNvPr>
            <p:cNvGrpSpPr/>
            <p:nvPr/>
          </p:nvGrpSpPr>
          <p:grpSpPr>
            <a:xfrm>
              <a:off x="371475" y="1896689"/>
              <a:ext cx="3479361" cy="4228596"/>
              <a:chOff x="371475" y="1896689"/>
              <a:chExt cx="3479361" cy="4228596"/>
            </a:xfrm>
          </p:grpSpPr>
          <p:grpSp>
            <p:nvGrpSpPr>
              <p:cNvPr id="125" name="グループ化 124">
                <a:extLst>
                  <a:ext uri="{FF2B5EF4-FFF2-40B4-BE49-F238E27FC236}">
                    <ns2:creationId id="{42B38266-E34B-94C2-B50B-C6637F598A4E}"/>
                  </a:ext>
                </a:extLst>
              </p:cNvPr>
              <p:cNvGrpSpPr/>
              <p:nvPr/>
            </p:nvGrpSpPr>
            <p:grpSpPr>
              <a:xfrm>
                <a:off x="371475" y="4356596"/>
                <a:ext cx="3479360" cy="1768689"/>
                <a:chOff x="371475" y="4356596"/>
                <a:chExt cx="3479360" cy="1768689"/>
              </a:xfrm>
            </p:grpSpPr>
            <p:sp>
              <p:nvSpPr>
                <p:cNvPr id="105" name="四角形: 角を丸くする 104">
                  <a:extLst>
                    <a:ext uri="{FF2B5EF4-FFF2-40B4-BE49-F238E27FC236}">
                      <ns2:creationId id="{97A89544-1FE1-C353-52B8-356321CD03E6}"/>
                    </a:ext>
                  </a:extLst>
                </p:cNvPr>
                <p:cNvSpPr/>
                <p:nvPr/>
              </p:nvSpPr>
              <p:spPr>
                <a:xfrm>
                  <a:off x="371475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2" name="グループ化 111">
                  <a:extLst>
                    <a:ext uri="{FF2B5EF4-FFF2-40B4-BE49-F238E27FC236}">
                      <ns2:creationId id="{F5DE8A11-1CC6-7296-0CFB-07BC558FB63C}"/>
                    </a:ext>
                  </a:extLst>
                </p:cNvPr>
                <p:cNvGrpSpPr/>
                <p:nvPr/>
              </p:nvGrpSpPr>
              <p:grpSpPr>
                <a:xfrm>
                  <a:off x="411235" y="4516746"/>
                  <a:ext cx="3399841" cy="1448389"/>
                  <a:chOff x="450994" y="4516746"/>
                  <a:chExt cx="3399841" cy="1448389"/>
                </a:xfrm>
              </p:grpSpPr>
              <p:sp>
                <p:nvSpPr>
                  <p:cNvPr id="25" name="テキスト ボックス 24">
                    <a:extLst>
                      <a:ext uri="{FF2B5EF4-FFF2-40B4-BE49-F238E27FC236}">
                        <ns2:creationId id="{2B45451C-5D12-E84A-FF8D-B38F16BC1360}"/>
                      </a:ext>
                    </a:extLst>
                  </p:cNvPr>
                  <p:cNvSpPr txBox="1"/>
                  <p:nvPr/>
                </p:nvSpPr>
                <p:spPr>
                  <a:xfrm>
                    <a:off x="1932709" y="4516746"/>
                    <a:ext cx="1918126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110" name="グループ化 109">
                    <a:extLst>
                      <a:ext uri="{FF2B5EF4-FFF2-40B4-BE49-F238E27FC236}">
                        <ns2:creationId id="{F7CC59C7-E2D7-229F-D0DA-0425D710EF8B}"/>
                      </a:ext>
                    </a:extLst>
                  </p:cNvPr>
                  <p:cNvGrpSpPr/>
                  <p:nvPr/>
                </p:nvGrpSpPr>
                <p:grpSpPr>
                  <a:xfrm>
                    <a:off x="450994" y="4615676"/>
                    <a:ext cx="1295978" cy="1250529"/>
                    <a:chOff x="450994" y="4752687"/>
                    <a:chExt cx="1295978" cy="1250529"/>
                  </a:xfrm>
                </p:grpSpPr>
                <p:pic>
                  <p:nvPicPr>
                    <p:cNvPr id="27" name="グラフィックス 26" descr="ユーザー 単色塗りつぶし">
                      <a:extLst>
                        <a:ext uri="{FF2B5EF4-FFF2-40B4-BE49-F238E27FC236}">
                          <ns2:creationId id="{0E5319E5-7CCF-8875-8A37-D40771061A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2241" y="4752687"/>
                      <a:ext cx="513484" cy="513484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8" name="グラフィックス 27" descr="ビデオブログ 単色塗りつぶし">
                      <a:extLst>
                        <a:ext uri="{FF2B5EF4-FFF2-40B4-BE49-F238E27FC236}">
                          <ns2:creationId id="{97501977-FD6B-7B52-391A-93F0F98D46F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450994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9" name="グラフィックス 28" descr="ドキュメント 単色塗りつぶし">
                      <a:extLst>
                        <a:ext uri="{FF2B5EF4-FFF2-40B4-BE49-F238E27FC236}">
                          <ns2:creationId id="{A6C663EC-3633-4366-81D0-DDBE44E49D4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4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926378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0" name="グラフィックス 29" descr="スマート フォン 単色塗りつぶし">
                      <a:extLst>
                        <a:ext uri="{FF2B5EF4-FFF2-40B4-BE49-F238E27FC236}">
                          <ns2:creationId id="{FFE91AA7-110D-C493-236F-B5F20EDDDC5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5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1401762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cxnSp>
                  <p:nvCxnSpPr>
                    <p:cNvPr id="37" name="コネクタ: カギ線 36">
                      <a:extLst>
                        <a:ext uri="{FF2B5EF4-FFF2-40B4-BE49-F238E27FC236}">
                          <ns2:creationId id="{35359A39-78F0-25FE-6CE9-31D23A4D577F}"/>
                        </a:ext>
                      </a:extLst>
                    </p:cNvPr>
                    <p:cNvCxnSpPr>
                      <a:cxnSpLocks/>
                      <a:stCxn id="27" idx="2"/>
                      <a:endCxn id="28" idx="0"/>
                    </p:cNvCxnSpPr>
                    <p:nvPr/>
                  </p:nvCxnSpPr>
                  <p:spPr>
                    <a:xfrm rot="5400000">
                      <a:off x="665374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9" name="コネクタ: カギ線 38">
                      <a:extLst>
                        <a:ext uri="{FF2B5EF4-FFF2-40B4-BE49-F238E27FC236}">
                          <ns2:creationId id="{581C4EC1-7216-D5EA-176C-303C60CB263C}"/>
                        </a:ext>
                      </a:extLst>
                    </p:cNvPr>
                    <p:cNvCxnSpPr>
                      <a:cxnSpLocks/>
                      <a:stCxn id="27" idx="2"/>
                      <a:endCxn id="30" idx="0"/>
                    </p:cNvCxnSpPr>
                    <p:nvPr/>
                  </p:nvCxnSpPr>
                  <p:spPr>
                    <a:xfrm rot="16200000" flipH="1">
                      <a:off x="1140758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3" name="コネクタ: カギ線 42">
                      <a:extLst>
                        <a:ext uri="{FF2B5EF4-FFF2-40B4-BE49-F238E27FC236}">
                          <ns2:creationId id="{ED4EFAF2-1273-3071-939E-8318CA8AD4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99382" y="5254515"/>
                      <a:ext cx="0" cy="403491"/>
                    </a:xfrm>
                    <a:prstGeom prst="straightConnector1">
                      <a:avLst/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1" name="グループ化 130">
                <a:extLst>
                  <a:ext uri="{FF2B5EF4-FFF2-40B4-BE49-F238E27FC236}">
                    <ns2:creationId id="{3DC05A6C-8D6B-BF1A-A54A-8DCAF7A285BD}"/>
                  </a:ext>
                </a:extLst>
              </p:cNvPr>
              <p:cNvGrpSpPr/>
              <p:nvPr/>
            </p:nvGrpSpPr>
            <p:grpSpPr>
              <a:xfrm>
                <a:off x="371476" y="1896689"/>
                <a:ext cx="3479360" cy="2408611"/>
                <a:chOff x="371476" y="1896689"/>
                <a:chExt cx="3479360" cy="2408611"/>
              </a:xfrm>
            </p:grpSpPr>
            <p:sp>
              <p:nvSpPr>
                <p:cNvPr id="21" name="ホームベース 91">
                  <a:extLst>
                    <a:ext uri="{FF2B5EF4-FFF2-40B4-BE49-F238E27FC236}">
                      <ns2:creationId id="{52404C75-025C-1A57-A3BA-C033C03E7481}"/>
                    </a:ext>
                  </a:extLst>
                </p:cNvPr>
                <p:cNvSpPr/>
                <p:nvPr/>
              </p:nvSpPr>
              <p:spPr>
                <a:xfrm rot="5400000">
                  <a:off x="1117093" y="1571558"/>
                  <a:ext cx="1988125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3" name="Group 97">
                  <a:extLst>
                    <a:ext uri="{FF2B5EF4-FFF2-40B4-BE49-F238E27FC236}">
                      <ns2:creationId id="{3EFFD0CD-05A3-705D-16B5-FE87C8DC36A1}"/>
                    </a:ext>
                  </a:extLst>
                </p:cNvPr>
                <p:cNvGrpSpPr/>
                <p:nvPr/>
              </p:nvGrpSpPr>
              <p:grpSpPr>
                <a:xfrm>
                  <a:off x="180296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4" name="楕円 3">
                    <a:extLst>
                      <a:ext uri="{FF2B5EF4-FFF2-40B4-BE49-F238E27FC236}">
                        <ns2:creationId id="{7265EE2A-1FED-BA22-CDA5-4AA325CBE02B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5" name="グラフィックス 114" descr="シャッフル 単色塗りつぶし">
                    <a:extLst>
                      <a:ext uri="{FF2B5EF4-FFF2-40B4-BE49-F238E27FC236}">
                        <ns2:creationId id="{03EC8CAC-6CBA-7636-A2CE-C3D84A7AE3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33" name="グループ化 132">
              <a:extLst>
                <a:ext uri="{FF2B5EF4-FFF2-40B4-BE49-F238E27FC236}">
                  <ns2:creationId id="{A0EF99F4-C8BC-8693-6100-CB38BBF6F8DA}"/>
                </a:ext>
              </a:extLst>
            </p:cNvPr>
            <p:cNvGrpSpPr/>
            <p:nvPr/>
          </p:nvGrpSpPr>
          <p:grpSpPr>
            <a:xfrm>
              <a:off x="4356318" y="1896689"/>
              <a:ext cx="3479363" cy="4228596"/>
              <a:chOff x="4356318" y="1896689"/>
              <a:chExt cx="3479363" cy="4228596"/>
            </a:xfrm>
          </p:grpSpPr>
          <p:grpSp>
            <p:nvGrpSpPr>
              <p:cNvPr id="124" name="グループ化 123">
                <a:extLst>
                  <a:ext uri="{FF2B5EF4-FFF2-40B4-BE49-F238E27FC236}">
                    <ns2:creationId id="{16CDD659-FDA4-F22B-2C15-B8018D9837A6}"/>
                  </a:ext>
                </a:extLst>
              </p:cNvPr>
              <p:cNvGrpSpPr/>
              <p:nvPr/>
            </p:nvGrpSpPr>
            <p:grpSpPr>
              <a:xfrm>
                <a:off x="4356318" y="4356596"/>
                <a:ext cx="3479360" cy="1768689"/>
                <a:chOff x="4356318" y="4356596"/>
                <a:chExt cx="3479360" cy="1768689"/>
              </a:xfrm>
            </p:grpSpPr>
            <p:sp>
              <p:nvSpPr>
                <p:cNvPr id="106" name="四角形: 角を丸くする 105">
                  <a:extLst>
                    <a:ext uri="{FF2B5EF4-FFF2-40B4-BE49-F238E27FC236}">
                      <ns2:creationId id="{25A3AA91-6261-BE70-A59D-A1DD1E1E2B73}"/>
                    </a:ext>
                  </a:extLst>
                </p:cNvPr>
                <p:cNvSpPr/>
                <p:nvPr/>
              </p:nvSpPr>
              <p:spPr>
                <a:xfrm>
                  <a:off x="4356318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E70A7F72-22EE-50B0-7332-376038B6BB84}"/>
                    </a:ext>
                  </a:extLst>
                </p:cNvPr>
                <p:cNvGrpSpPr/>
                <p:nvPr/>
              </p:nvGrpSpPr>
              <p:grpSpPr>
                <a:xfrm>
                  <a:off x="4575485" y="4516746"/>
                  <a:ext cx="3041025" cy="1448389"/>
                  <a:chOff x="4607616" y="4516746"/>
                  <a:chExt cx="3041025" cy="1448389"/>
                </a:xfrm>
              </p:grpSpPr>
              <p:grpSp>
                <p:nvGrpSpPr>
                  <p:cNvPr id="109" name="グループ化 108">
                    <a:extLst>
                      <a:ext uri="{FF2B5EF4-FFF2-40B4-BE49-F238E27FC236}">
                        <ns2:creationId id="{53C97EF4-F87A-C4D1-F539-DF3479A3C429}"/>
                      </a:ext>
                    </a:extLst>
                  </p:cNvPr>
                  <p:cNvGrpSpPr/>
                  <p:nvPr/>
                </p:nvGrpSpPr>
                <p:grpSpPr>
                  <a:xfrm>
                    <a:off x="4607616" y="4575465"/>
                    <a:ext cx="801232" cy="1330951"/>
                    <a:chOff x="4576443" y="4794335"/>
                    <a:chExt cx="801232" cy="1330951"/>
                  </a:xfrm>
                </p:grpSpPr>
                <p:pic>
                  <p:nvPicPr>
                    <p:cNvPr id="62" name="Google Shape;582;p65">
                      <a:extLst>
                        <a:ext uri="{FF2B5EF4-FFF2-40B4-BE49-F238E27FC236}">
                          <ns2:creationId id="{86960274-1885-C07E-2FC8-7D95E1F70E68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7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35678" y="4794335"/>
                      <a:ext cx="682762" cy="21509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3" name="Google Shape;583;p65">
                      <a:extLst>
                        <a:ext uri="{FF2B5EF4-FFF2-40B4-BE49-F238E27FC236}">
                          <ns2:creationId id="{AE31F2E4-C081-F1EC-3A60-94602699CF2A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8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7" y="5172614"/>
                      <a:ext cx="750424" cy="16151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4" name="Google Shape;585;p65">
                      <a:extLst>
                        <a:ext uri="{FF2B5EF4-FFF2-40B4-BE49-F238E27FC236}">
                          <ns2:creationId id="{F1A5C950-85B2-E144-D003-7EA15812B70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9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6" y="5497316"/>
                      <a:ext cx="750426" cy="22064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5" name="Google Shape;586;p65">
                      <a:extLst>
                        <a:ext uri="{FF2B5EF4-FFF2-40B4-BE49-F238E27FC236}">
                          <ns2:creationId id="{47D15913-9221-EA15-6A6F-8DD03CDB694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10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576443" y="5881145"/>
                      <a:ext cx="801232" cy="24414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</p:grpSp>
              <p:sp>
                <p:nvSpPr>
                  <p:cNvPr id="67" name="テキスト ボックス 66">
                    <a:extLst>
                      <a:ext uri="{FF2B5EF4-FFF2-40B4-BE49-F238E27FC236}">
                        <ns2:creationId id="{540BFDDF-D87C-7822-DEBC-CC76DD768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5154" y="4516746"/>
                    <a:ext cx="2013487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rgbClr val="00000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30" name="グループ化 129">
                <a:extLst>
                  <a:ext uri="{FF2B5EF4-FFF2-40B4-BE49-F238E27FC236}">
                    <ns2:creationId id="{12F8018B-6BA3-E8DE-55BA-2DA5E33BE9BA}"/>
                  </a:ext>
                </a:extLst>
              </p:cNvPr>
              <p:cNvGrpSpPr/>
              <p:nvPr/>
            </p:nvGrpSpPr>
            <p:grpSpPr>
              <a:xfrm>
                <a:off x="4356321" y="1896689"/>
                <a:ext cx="3479360" cy="2408611"/>
                <a:chOff x="4356321" y="1896689"/>
                <a:chExt cx="3479360" cy="2408611"/>
              </a:xfrm>
            </p:grpSpPr>
            <p:sp>
              <p:nvSpPr>
                <p:cNvPr id="22" name="ホームベース 91">
                  <a:extLst>
                    <a:ext uri="{FF2B5EF4-FFF2-40B4-BE49-F238E27FC236}">
                      <ns2:creationId id="{A623812E-EAC8-1233-4590-9D6137D3710D}"/>
                    </a:ext>
                  </a:extLst>
                </p:cNvPr>
                <p:cNvSpPr/>
                <p:nvPr/>
              </p:nvSpPr>
              <p:spPr>
                <a:xfrm rot="5400000">
                  <a:off x="5101939" y="1571558"/>
                  <a:ext cx="1988124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7" name="Group 97">
                  <a:extLst>
                    <a:ext uri="{FF2B5EF4-FFF2-40B4-BE49-F238E27FC236}">
                      <ns2:creationId id="{6115F164-D0ED-CE76-ED76-6BB3F6489381}"/>
                    </a:ext>
                  </a:extLst>
                </p:cNvPr>
                <p:cNvGrpSpPr/>
                <p:nvPr/>
              </p:nvGrpSpPr>
              <p:grpSpPr>
                <a:xfrm>
                  <a:off x="5787806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8" name="楕円 3">
                    <a:extLst>
                      <a:ext uri="{FF2B5EF4-FFF2-40B4-BE49-F238E27FC236}">
                        <ns2:creationId id="{C7E909E0-BE84-3729-0E54-C668A894F6F6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9" name="グラフィックス 118" descr="アイデア 単色塗りつぶし">
                    <a:extLst>
                      <a:ext uri="{FF2B5EF4-FFF2-40B4-BE49-F238E27FC236}">
                        <ns2:creationId id="{697AF004-0993-78C2-9D3E-606C44064A3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1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49" name="グループ化 148">
              <a:extLst>
                <a:ext uri="{FF2B5EF4-FFF2-40B4-BE49-F238E27FC236}">
                  <ns2:creationId id="{B2E32105-A5ED-ABE6-4F1E-CB82250BFEEE}"/>
                </a:ext>
              </a:extLst>
            </p:cNvPr>
            <p:cNvGrpSpPr/>
            <p:nvPr/>
          </p:nvGrpSpPr>
          <p:grpSpPr>
            <a:xfrm>
              <a:off x="8341161" y="1896689"/>
              <a:ext cx="3479364" cy="4228596"/>
              <a:chOff x="8341161" y="1896689"/>
              <a:chExt cx="3479364" cy="4228596"/>
            </a:xfrm>
          </p:grpSpPr>
          <p:grpSp>
            <p:nvGrpSpPr>
              <p:cNvPr id="129" name="グループ化 128">
                <a:extLst>
                  <a:ext uri="{FF2B5EF4-FFF2-40B4-BE49-F238E27FC236}">
                    <ns2:creationId id="{EFE5780D-F807-57B6-BD56-5749CEDC3950}"/>
                  </a:ext>
                </a:extLst>
              </p:cNvPr>
              <p:cNvGrpSpPr/>
              <p:nvPr/>
            </p:nvGrpSpPr>
            <p:grpSpPr>
              <a:xfrm>
                <a:off x="8341165" y="1896689"/>
                <a:ext cx="3479360" cy="2408612"/>
                <a:chOff x="8341165" y="1896689"/>
                <a:chExt cx="3479360" cy="2408612"/>
              </a:xfrm>
            </p:grpSpPr>
            <p:sp>
              <p:nvSpPr>
                <p:cNvPr id="23" name="ホームベース 91">
                  <a:extLst>
                    <a:ext uri="{FF2B5EF4-FFF2-40B4-BE49-F238E27FC236}">
                      <ns2:creationId id="{995E386F-77EE-FBED-5BFD-CFFFD2138422}"/>
                    </a:ext>
                  </a:extLst>
                </p:cNvPr>
                <p:cNvSpPr/>
                <p:nvPr/>
              </p:nvSpPr>
              <p:spPr>
                <a:xfrm rot="5400000">
                  <a:off x="9086783" y="1571560"/>
                  <a:ext cx="1988123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GDPR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20" name="Group 97">
                  <a:extLst>
                    <a:ext uri="{FF2B5EF4-FFF2-40B4-BE49-F238E27FC236}">
                      <ns2:creationId id="{8C906519-F49D-1629-FF8D-EF7D426F539C}"/>
                    </a:ext>
                  </a:extLst>
                </p:cNvPr>
                <p:cNvGrpSpPr/>
                <p:nvPr/>
              </p:nvGrpSpPr>
              <p:grpSpPr>
                <a:xfrm>
                  <a:off x="977265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21" name="楕円 3">
                    <a:extLst>
                      <a:ext uri="{FF2B5EF4-FFF2-40B4-BE49-F238E27FC236}">
                        <ns2:creationId id="{4E5B3A36-DCE5-F351-EB34-631BF183DB95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22" name="グラフィックス 121" descr="イラストレーター 単色塗りつぶし">
                    <a:extLst>
                      <a:ext uri="{FF2B5EF4-FFF2-40B4-BE49-F238E27FC236}">
                        <ns2:creationId id="{E0D9A125-62E6-400F-AC48-E2A3B80FBD2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48" name="グループ化 147">
                <a:extLst>
                  <a:ext uri="{FF2B5EF4-FFF2-40B4-BE49-F238E27FC236}">
                    <ns2:creationId id="{12ECF924-0A3B-50A4-F70C-184702DFC1ED}"/>
                  </a:ext>
                </a:extLst>
              </p:cNvPr>
              <p:cNvGrpSpPr/>
              <p:nvPr/>
            </p:nvGrpSpPr>
            <p:grpSpPr>
              <a:xfrm>
                <a:off x="8341161" y="4356596"/>
                <a:ext cx="3479363" cy="1768689"/>
                <a:chOff x="8341161" y="4356596"/>
                <a:chExt cx="3479363" cy="1768689"/>
              </a:xfrm>
            </p:grpSpPr>
            <p:grpSp>
              <p:nvGrpSpPr>
                <p:cNvPr id="123" name="グループ化 122">
                  <a:extLst>
                    <a:ext uri="{FF2B5EF4-FFF2-40B4-BE49-F238E27FC236}">
                      <ns2:creationId id="{423E81CA-FFCE-A39E-00CA-EA1154072FB3}"/>
                    </a:ext>
                  </a:extLst>
                </p:cNvPr>
                <p:cNvGrpSpPr/>
                <p:nvPr/>
              </p:nvGrpSpPr>
              <p:grpSpPr>
                <a:xfrm>
                  <a:off x="8341161" y="4356596"/>
                  <a:ext cx="3479363" cy="1768689"/>
                  <a:chOff x="8341161" y="4356596"/>
                  <a:chExt cx="3479363" cy="1768689"/>
                </a:xfrm>
              </p:grpSpPr>
              <p:sp>
                <p:nvSpPr>
                  <p:cNvPr id="107" name="四角形: 角を丸くする 106">
                    <a:extLst>
                      <a:ext uri="{FF2B5EF4-FFF2-40B4-BE49-F238E27FC236}">
                        <ns2:creationId id="{B23F2314-19F6-D922-D557-DD8031EDEB51}"/>
                      </a:ext>
                    </a:extLst>
                  </p:cNvPr>
                  <p:cNvSpPr/>
                  <p:nvPr/>
                </p:nvSpPr>
                <p:spPr>
                  <a:xfrm>
                    <a:off x="8341161" y="4356596"/>
                    <a:ext cx="3479360" cy="1768689"/>
                  </a:xfrm>
                  <a:prstGeom prst="roundRect">
                    <a:avLst>
                      <a:gd name="adj" fmla="val 5089"/>
                    </a:avLst>
                  </a:prstGeom>
                  <a:solidFill>
                    <a:srgbClr val="FF6450">
                      <a:alpha val="10000"/>
                    </a:srgbClr>
                  </a:solidFill>
                  <a:ln w="9525"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75757">
                          <a:lumMod val="75000"/>
                        </a:srgb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78" name="テキスト ボックス 77">
                    <a:extLst>
                      <a:ext uri="{FF2B5EF4-FFF2-40B4-BE49-F238E27FC236}">
                        <ns2:creationId id="{F688A01B-EF6B-10F0-7B30-DAAC5B588701}"/>
                      </a:ext>
                    </a:extLst>
                  </p:cNvPr>
                  <p:cNvSpPr txBox="1"/>
                  <p:nvPr/>
                </p:nvSpPr>
                <p:spPr>
                  <a:xfrm>
                    <a:off x="10046152" y="4516746"/>
                    <a:ext cx="1774372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" name="グループ化 146">
                  <a:extLst>
                    <a:ext uri="{FF2B5EF4-FFF2-40B4-BE49-F238E27FC236}">
                      <ns2:creationId id="{D46A9BA5-17A2-7B07-43EE-FC2BBAA5ADCB}"/>
                    </a:ext>
                  </a:extLst>
                </p:cNvPr>
                <p:cNvGrpSpPr/>
                <p:nvPr/>
              </p:nvGrpSpPr>
              <p:grpSpPr>
                <a:xfrm>
                  <a:off x="8452668" y="4494493"/>
                  <a:ext cx="1413484" cy="1492895"/>
                  <a:chOff x="8452668" y="4494493"/>
                  <a:chExt cx="1413484" cy="1492895"/>
                </a:xfrm>
              </p:grpSpPr>
              <p:sp>
                <p:nvSpPr>
                  <p:cNvPr id="136" name="円/楕円 36">
                    <a:extLst>
                      <a:ext uri="{FF2B5EF4-FFF2-40B4-BE49-F238E27FC236}">
                        <ns2:creationId id="{1FFF2151-BA18-B839-CF37-D50BB5379F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4494493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7" name="円/楕円 36">
                    <a:extLst>
                      <a:ext uri="{FF2B5EF4-FFF2-40B4-BE49-F238E27FC236}">
                        <ns2:creationId id="{2C224267-82A1-62DD-B699-F8A4441385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5627388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138" name="グラフィックス 137" descr="人工知能 単色塗りつぶし">
                    <a:extLst>
                      <a:ext uri="{FF2B5EF4-FFF2-40B4-BE49-F238E27FC236}">
                        <ns2:creationId id="{D9A689AD-58D5-3CDB-5375-1A44018568D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8902668" y="4984199"/>
                    <a:ext cx="513484" cy="513484"/>
                  </a:xfrm>
                  <a:prstGeom prst="rect">
                    <a:avLst/>
                  </a:prstGeom>
                </p:spPr>
              </p:pic>
              <p:sp>
                <p:nvSpPr>
                  <p:cNvPr id="139" name="円/楕円 36">
                    <a:extLst>
                      <a:ext uri="{FF2B5EF4-FFF2-40B4-BE49-F238E27FC236}">
                        <ns2:creationId id="{43DDD885-C622-EC4B-CAC1-6CE1A940E5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06152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0" name="円/楕円 36">
                    <a:extLst>
                      <a:ext uri="{FF2B5EF4-FFF2-40B4-BE49-F238E27FC236}">
                        <ns2:creationId id="{FED6F1BC-003E-7F01-A625-3DBC05A0A9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452668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141" name="コネクタ: カギ線 140">
                    <a:extLst>
                      <a:ext uri="{FF2B5EF4-FFF2-40B4-BE49-F238E27FC236}">
                        <ns2:creationId id="{C7429DA5-5B13-39EB-25AA-C2283D7D712D}"/>
                      </a:ext>
                    </a:extLst>
                  </p:cNvPr>
                  <p:cNvCxnSpPr>
                    <a:cxnSpLocks/>
                    <a:stCxn id="136" idx="6"/>
                    <a:endCxn id="139" idx="0"/>
                  </p:cNvCxnSpPr>
                  <p:nvPr/>
                </p:nvCxnSpPr>
                <p:spPr>
                  <a:xfrm>
                    <a:off x="9339411" y="4674493"/>
                    <a:ext cx="346741" cy="386448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コネクタ: カギ線 141">
                    <a:extLst>
                      <a:ext uri="{FF2B5EF4-FFF2-40B4-BE49-F238E27FC236}">
                        <ns2:creationId id="{0E4263DF-832D-62E5-AC08-541C05676932}"/>
                      </a:ext>
                    </a:extLst>
                  </p:cNvPr>
                  <p:cNvCxnSpPr>
                    <a:cxnSpLocks/>
                    <a:stCxn id="139" idx="4"/>
                    <a:endCxn id="137" idx="6"/>
                  </p:cNvCxnSpPr>
                  <p:nvPr/>
                </p:nvCxnSpPr>
                <p:spPr>
                  <a:xfrm rot="5400000">
                    <a:off x="9319559" y="5440794"/>
                    <a:ext cx="386447" cy="346741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コネクタ: カギ線 142">
                    <a:extLst>
                      <a:ext uri="{FF2B5EF4-FFF2-40B4-BE49-F238E27FC236}">
                        <ns2:creationId id="{161440AA-860D-ADCA-0265-42FD88373381}"/>
                      </a:ext>
                    </a:extLst>
                  </p:cNvPr>
                  <p:cNvCxnSpPr>
                    <a:cxnSpLocks/>
                    <a:stCxn id="137" idx="2"/>
                    <a:endCxn id="140" idx="4"/>
                  </p:cNvCxnSpPr>
                  <p:nvPr/>
                </p:nvCxnSpPr>
                <p:spPr>
                  <a:xfrm rot="10800000">
                    <a:off x="8632669" y="5420942"/>
                    <a:ext cx="346743" cy="386447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コネクタ: カギ線 143">
                    <a:extLst>
                      <a:ext uri="{FF2B5EF4-FFF2-40B4-BE49-F238E27FC236}">
                        <ns2:creationId id="{FC5D5142-D6DF-CF67-C1C7-27EA77D85631}"/>
                      </a:ext>
                    </a:extLst>
                  </p:cNvPr>
                  <p:cNvCxnSpPr>
                    <a:cxnSpLocks/>
                    <a:stCxn id="140" idx="0"/>
                    <a:endCxn id="136" idx="2"/>
                  </p:cNvCxnSpPr>
                  <p:nvPr/>
                </p:nvCxnSpPr>
                <p:spPr>
                  <a:xfrm rot="5400000" flipH="1" flipV="1">
                    <a:off x="8612815" y="4694346"/>
                    <a:ext cx="386448" cy="346743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5:creationId val="376133733"/>
      </p:ext>
    </p:extLst>
  </p:cSld>
  <p:clrMapOvr>
    <a:masterClrMapping/>
  </p:clrMapOvr>
</p:sld>
</file>

<file path=ppt/slides/slide3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352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48BBA5B7-CE71-4C5B-0A62-F558A9A9EA54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B16A1A2F-0FDF-C440-F6CE-586E38149E25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13" name="矢印: 五方向 69">
              <a:extLst>
                <a:ext uri="{FF2B5EF4-FFF2-40B4-BE49-F238E27FC236}">
                  <ns2:creationId id="{76F7DCE6-99F1-4957-F641-AA81A1B01940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DFB0892B-B55B-6908-4751-4C973F085F60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16" name="矢印: 五方向 8">
                <a:extLst>
                  <a:ext uri="{FF2B5EF4-FFF2-40B4-BE49-F238E27FC236}">
                    <ns2:creationId id="{F3CE6328-14E9-F866-B162-2C17789EAECE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7" name="矢印: 五方向 70">
                <a:extLst>
                  <a:ext uri="{FF2B5EF4-FFF2-40B4-BE49-F238E27FC236}">
                    <ns2:creationId id="{E092D344-CAE7-AB2C-5E9A-879B45E3A86A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8" name="矢印: 五方向 69">
                <a:extLst>
                  <a:ext uri="{FF2B5EF4-FFF2-40B4-BE49-F238E27FC236}">
                    <ns2:creationId id="{7BD0A202-0D51-E9F2-F499-4544E43A05AE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9" name="三角形 60">
                <a:extLst>
                  <a:ext uri="{FF2B5EF4-FFF2-40B4-BE49-F238E27FC236}">
                    <ns2:creationId id="{D83F10A6-8A75-6A48-E995-7CDC1E77CC2B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4" name="三角形 60">
                <a:extLst>
                  <a:ext uri="{FF2B5EF4-FFF2-40B4-BE49-F238E27FC236}">
                    <ns2:creationId id="{259FB310-0D1E-9480-209B-96CFCE585DCA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grpSp>
        <p:nvGrpSpPr>
          <p:cNvPr id="197" name="グループ化 196">
            <a:extLst>
              <a:ext uri="{FF2B5EF4-FFF2-40B4-BE49-F238E27FC236}">
                <ns2:creationId id="{B3DDBE0C-8017-14F0-009A-86E2171A6856}"/>
              </a:ext>
            </a:extLst>
          </p:cNvPr>
          <p:cNvGrpSpPr/>
          <p:nvPr/>
        </p:nvGrpSpPr>
        <p:grpSpPr>
          <a:xfrm>
            <a:off x="7387393" y="2143115"/>
            <a:ext cx="3319299" cy="2015116"/>
            <a:chOff x="7387393" y="2143115"/>
            <a:chExt cx="3319299" cy="2015116"/>
          </a:xfrm>
        </p:grpSpPr>
        <p:grpSp>
          <p:nvGrpSpPr>
            <p:cNvPr id="186" name="グループ化 185">
              <a:extLst>
                <a:ext uri="{FF2B5EF4-FFF2-40B4-BE49-F238E27FC236}">
                  <ns2:creationId id="{190592A4-6235-1352-9F91-E6631828200E}"/>
                </a:ext>
              </a:extLst>
            </p:cNvPr>
            <p:cNvGrpSpPr/>
            <p:nvPr/>
          </p:nvGrpSpPr>
          <p:grpSpPr>
            <a:xfrm>
              <a:off x="8076132" y="3133585"/>
              <a:ext cx="1941823" cy="1024646"/>
              <a:chOff x="8096250" y="3077331"/>
              <a:chExt cx="1941823" cy="1024646"/>
            </a:xfrm>
          </p:grpSpPr>
          <p:grpSp>
            <p:nvGrpSpPr>
              <p:cNvPr id="184" name="グループ化 183">
                <a:extLst>
                  <a:ext uri="{FF2B5EF4-FFF2-40B4-BE49-F238E27FC236}">
                    <ns2:creationId id="{C267B700-1148-033C-7EF5-71A070E54B12}"/>
                  </a:ext>
                </a:extLst>
              </p:cNvPr>
              <p:cNvGrpSpPr/>
              <p:nvPr/>
            </p:nvGrpSpPr>
            <p:grpSpPr>
              <a:xfrm>
                <a:off x="9206788" y="3077331"/>
                <a:ext cx="789734" cy="904382"/>
                <a:chOff x="9371888" y="3077331"/>
                <a:chExt cx="789734" cy="904382"/>
              </a:xfrm>
            </p:grpSpPr>
            <p:sp>
              <p:nvSpPr>
                <p:cNvPr id="36" name="テキスト ボックス 35">
                  <a:extLst>
                    <a:ext uri="{FF2B5EF4-FFF2-40B4-BE49-F238E27FC236}">
                      <ns2:creationId id="{F0F83813-853D-15F8-48EE-909204767833}"/>
                    </a:ext>
                  </a:extLst>
                </p:cNvPr>
                <p:cNvSpPr txBox="1"/>
                <p:nvPr/>
              </p:nvSpPr>
              <p:spPr>
                <a:xfrm>
                  <a:off x="9371888" y="3077331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881D56EC-50E6-A5C4-3E0E-FC139C74817A}"/>
                    </a:ext>
                  </a:extLst>
                </p:cNvPr>
                <p:cNvSpPr txBox="1"/>
                <p:nvPr/>
              </p:nvSpPr>
              <p:spPr>
                <a:xfrm>
                  <a:off x="9371888" y="3407110"/>
                  <a:ext cx="789734" cy="209377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>
                          <a:alpha val="7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5" name="テキスト ボックス 44">
                  <a:extLst>
                    <a:ext uri="{FF2B5EF4-FFF2-40B4-BE49-F238E27FC236}">
                      <ns2:creationId id="{DD11A894-1127-D163-7365-F6BFA1644E80}"/>
                    </a:ext>
                  </a:extLst>
                </p:cNvPr>
                <p:cNvSpPr txBox="1"/>
                <p:nvPr/>
              </p:nvSpPr>
              <p:spPr>
                <a:xfrm>
                  <a:off x="9371888" y="3704124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chemeClr val="bg1">
                          <a:lumMod val="50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</p:grpSp>
          <p:sp>
            <p:nvSpPr>
              <p:cNvPr id="76" name="フリーフォーム: 図形 75">
                <a:extLst>
                  <a:ext uri="{FF2B5EF4-FFF2-40B4-BE49-F238E27FC236}">
                    <ns2:creationId id="{614B4843-9918-F08A-98D6-89211EC2684F}"/>
                  </a:ext>
                </a:extLst>
              </p:cNvPr>
              <p:cNvSpPr/>
              <p:nvPr/>
            </p:nvSpPr>
            <p:spPr>
              <a:xfrm>
                <a:off x="8789202" y="3150673"/>
                <a:ext cx="180217" cy="103545"/>
              </a:xfrm>
              <a:custGeom>
                <a:avLst/>
                <a:gdLst>
                  <a:gd name="connsiteX0" fmla="*/ 24765 w 153381"/>
                  <a:gd name="connsiteY0" fmla="*/ 88126 h 88126"/>
                  <a:gd name="connsiteX1" fmla="*/ 131255 w 153381"/>
                  <a:gd name="connsiteY1" fmla="*/ 88126 h 88126"/>
                  <a:gd name="connsiteX2" fmla="*/ 153381 w 153381"/>
                  <a:gd name="connsiteY2" fmla="*/ 66000 h 88126"/>
                  <a:gd name="connsiteX3" fmla="*/ 131255 w 153381"/>
                  <a:gd name="connsiteY3" fmla="*/ 43873 h 88126"/>
                  <a:gd name="connsiteX4" fmla="*/ 129416 w 153381"/>
                  <a:gd name="connsiteY4" fmla="*/ 43873 h 88126"/>
                  <a:gd name="connsiteX5" fmla="*/ 101975 w 153381"/>
                  <a:gd name="connsiteY5" fmla="*/ 16261 h 88126"/>
                  <a:gd name="connsiteX6" fmla="*/ 92535 w 153381"/>
                  <a:gd name="connsiteY6" fmla="*/ 17899 h 88126"/>
                  <a:gd name="connsiteX7" fmla="*/ 48037 w 153381"/>
                  <a:gd name="connsiteY7" fmla="*/ 3681 h 88126"/>
                  <a:gd name="connsiteX8" fmla="*/ 30147 w 153381"/>
                  <a:gd name="connsiteY8" fmla="*/ 32653 h 88126"/>
                  <a:gd name="connsiteX9" fmla="*/ 94 w 153381"/>
                  <a:gd name="connsiteY9" fmla="*/ 58155 h 88126"/>
                  <a:gd name="connsiteX10" fmla="*/ 24765 w 153381"/>
                  <a:gd name="connsiteY10" fmla="*/ 88126 h 8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381" h="88126">
                    <a:moveTo>
                      <a:pt x="24765" y="88126"/>
                    </a:moveTo>
                    <a:lnTo>
                      <a:pt x="131255" y="88126"/>
                    </a:lnTo>
                    <a:cubicBezTo>
                      <a:pt x="143475" y="88126"/>
                      <a:pt x="153381" y="78220"/>
                      <a:pt x="153381" y="66000"/>
                    </a:cubicBezTo>
                    <a:cubicBezTo>
                      <a:pt x="153381" y="53779"/>
                      <a:pt x="143475" y="43873"/>
                      <a:pt x="131255" y="43873"/>
                    </a:cubicBezTo>
                    <a:lnTo>
                      <a:pt x="129416" y="43873"/>
                    </a:lnTo>
                    <a:cubicBezTo>
                      <a:pt x="129463" y="28670"/>
                      <a:pt x="117178" y="16308"/>
                      <a:pt x="101975" y="16261"/>
                    </a:cubicBezTo>
                    <a:cubicBezTo>
                      <a:pt x="98756" y="16251"/>
                      <a:pt x="95562" y="16805"/>
                      <a:pt x="92535" y="17899"/>
                    </a:cubicBezTo>
                    <a:cubicBezTo>
                      <a:pt x="84173" y="1685"/>
                      <a:pt x="64250" y="-4681"/>
                      <a:pt x="48037" y="3681"/>
                    </a:cubicBezTo>
                    <a:cubicBezTo>
                      <a:pt x="37171" y="9284"/>
                      <a:pt x="30290" y="20429"/>
                      <a:pt x="30147" y="32653"/>
                    </a:cubicBezTo>
                    <a:cubicBezTo>
                      <a:pt x="14806" y="31397"/>
                      <a:pt x="1351" y="42814"/>
                      <a:pt x="94" y="58155"/>
                    </a:cubicBezTo>
                    <a:cubicBezTo>
                      <a:pt x="-1135" y="73172"/>
                      <a:pt x="9792" y="86447"/>
                      <a:pt x="24765" y="88126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7" name="フリーフォーム: 図形 76">
                <a:extLst>
                  <a:ext uri="{FF2B5EF4-FFF2-40B4-BE49-F238E27FC236}">
                    <ns2:creationId id="{C7FBEDD7-CBE9-A9F3-FE9A-194EC9928002}"/>
                  </a:ext>
                </a:extLst>
              </p:cNvPr>
              <p:cNvSpPr/>
              <p:nvPr/>
            </p:nvSpPr>
            <p:spPr>
              <a:xfrm>
                <a:off x="8164547" y="3229024"/>
                <a:ext cx="152805" cy="88962"/>
              </a:xfrm>
              <a:custGeom>
                <a:avLst/>
                <a:gdLst>
                  <a:gd name="connsiteX0" fmla="*/ 20688 w 130051"/>
                  <a:gd name="connsiteY0" fmla="*/ 75715 h 75715"/>
                  <a:gd name="connsiteX1" fmla="*/ 112128 w 130051"/>
                  <a:gd name="connsiteY1" fmla="*/ 75715 h 75715"/>
                  <a:gd name="connsiteX2" fmla="*/ 130018 w 130051"/>
                  <a:gd name="connsiteY2" fmla="*/ 55572 h 75715"/>
                  <a:gd name="connsiteX3" fmla="*/ 112128 w 130051"/>
                  <a:gd name="connsiteY3" fmla="*/ 37682 h 75715"/>
                  <a:gd name="connsiteX4" fmla="*/ 110547 w 130051"/>
                  <a:gd name="connsiteY4" fmla="*/ 37682 h 75715"/>
                  <a:gd name="connsiteX5" fmla="*/ 86981 w 130051"/>
                  <a:gd name="connsiteY5" fmla="*/ 13966 h 75715"/>
                  <a:gd name="connsiteX6" fmla="*/ 78866 w 130051"/>
                  <a:gd name="connsiteY6" fmla="*/ 15374 h 75715"/>
                  <a:gd name="connsiteX7" fmla="*/ 40626 w 130051"/>
                  <a:gd name="connsiteY7" fmla="*/ 3166 h 75715"/>
                  <a:gd name="connsiteX8" fmla="*/ 25260 w 130051"/>
                  <a:gd name="connsiteY8" fmla="*/ 28052 h 75715"/>
                  <a:gd name="connsiteX9" fmla="*/ 37 w 130051"/>
                  <a:gd name="connsiteY9" fmla="*/ 50648 h 75715"/>
                  <a:gd name="connsiteX10" fmla="*/ 20631 w 130051"/>
                  <a:gd name="connsiteY10" fmla="*/ 75677 h 7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0051" h="75715">
                    <a:moveTo>
                      <a:pt x="20688" y="75715"/>
                    </a:moveTo>
                    <a:lnTo>
                      <a:pt x="112128" y="75715"/>
                    </a:lnTo>
                    <a:cubicBezTo>
                      <a:pt x="122630" y="75093"/>
                      <a:pt x="130640" y="66075"/>
                      <a:pt x="130018" y="55572"/>
                    </a:cubicBezTo>
                    <a:cubicBezTo>
                      <a:pt x="129447" y="45938"/>
                      <a:pt x="121762" y="38253"/>
                      <a:pt x="112128" y="37682"/>
                    </a:cubicBezTo>
                    <a:lnTo>
                      <a:pt x="110547" y="37682"/>
                    </a:lnTo>
                    <a:cubicBezTo>
                      <a:pt x="110589" y="24625"/>
                      <a:pt x="100038" y="14008"/>
                      <a:pt x="86981" y="13966"/>
                    </a:cubicBezTo>
                    <a:cubicBezTo>
                      <a:pt x="84215" y="13957"/>
                      <a:pt x="81468" y="14433"/>
                      <a:pt x="78866" y="15374"/>
                    </a:cubicBezTo>
                    <a:cubicBezTo>
                      <a:pt x="71678" y="1443"/>
                      <a:pt x="54557" y="-4022"/>
                      <a:pt x="40626" y="3166"/>
                    </a:cubicBezTo>
                    <a:cubicBezTo>
                      <a:pt x="31296" y="7981"/>
                      <a:pt x="25385" y="17554"/>
                      <a:pt x="25260" y="28052"/>
                    </a:cubicBezTo>
                    <a:cubicBezTo>
                      <a:pt x="12054" y="27326"/>
                      <a:pt x="761" y="37443"/>
                      <a:pt x="37" y="50648"/>
                    </a:cubicBezTo>
                    <a:cubicBezTo>
                      <a:pt x="-646" y="63076"/>
                      <a:pt x="8304" y="73954"/>
                      <a:pt x="20631" y="75677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9" name="フリーフォーム: 図形 78">
                <a:extLst>
                  <a:ext uri="{FF2B5EF4-FFF2-40B4-BE49-F238E27FC236}">
                    <ns2:creationId id="{DB3C40D3-7E97-03A9-22FD-399F9C4E877A}"/>
                  </a:ext>
                </a:extLst>
              </p:cNvPr>
              <p:cNvSpPr/>
              <p:nvPr/>
            </p:nvSpPr>
            <p:spPr>
              <a:xfrm>
                <a:off x="8139645" y="3150726"/>
                <a:ext cx="895322" cy="394505"/>
              </a:xfrm>
              <a:custGeom>
                <a:avLst/>
                <a:gdLst>
                  <a:gd name="connsiteX0" fmla="*/ 723871 w 761999"/>
                  <a:gd name="connsiteY0" fmla="*/ 269609 h 335759"/>
                  <a:gd name="connsiteX1" fmla="*/ 666721 w 761999"/>
                  <a:gd name="connsiteY1" fmla="*/ 257512 h 335759"/>
                  <a:gd name="connsiteX2" fmla="*/ 609571 w 761999"/>
                  <a:gd name="connsiteY2" fmla="*/ 269609 h 335759"/>
                  <a:gd name="connsiteX3" fmla="*/ 593169 w 761999"/>
                  <a:gd name="connsiteY3" fmla="*/ 275000 h 335759"/>
                  <a:gd name="connsiteX4" fmla="*/ 512597 w 761999"/>
                  <a:gd name="connsiteY4" fmla="*/ 96882 h 335759"/>
                  <a:gd name="connsiteX5" fmla="*/ 492881 w 761999"/>
                  <a:gd name="connsiteY5" fmla="*/ 85833 h 335759"/>
                  <a:gd name="connsiteX6" fmla="*/ 427253 w 761999"/>
                  <a:gd name="connsiteY6" fmla="*/ 94034 h 335759"/>
                  <a:gd name="connsiteX7" fmla="*/ 357721 w 761999"/>
                  <a:gd name="connsiteY7" fmla="*/ 7109 h 335759"/>
                  <a:gd name="connsiteX8" fmla="*/ 330937 w 761999"/>
                  <a:gd name="connsiteY8" fmla="*/ 4208 h 335759"/>
                  <a:gd name="connsiteX9" fmla="*/ 329403 w 761999"/>
                  <a:gd name="connsiteY9" fmla="*/ 5585 h 335759"/>
                  <a:gd name="connsiteX10" fmla="*/ 234153 w 761999"/>
                  <a:gd name="connsiteY10" fmla="*/ 100835 h 335759"/>
                  <a:gd name="connsiteX11" fmla="*/ 229391 w 761999"/>
                  <a:gd name="connsiteY11" fmla="*/ 108836 h 335759"/>
                  <a:gd name="connsiteX12" fmla="*/ 201701 w 761999"/>
                  <a:gd name="connsiteY12" fmla="*/ 201143 h 335759"/>
                  <a:gd name="connsiteX13" fmla="*/ 153467 w 761999"/>
                  <a:gd name="connsiteY13" fmla="*/ 270047 h 335759"/>
                  <a:gd name="connsiteX14" fmla="*/ 152400 w 761999"/>
                  <a:gd name="connsiteY14" fmla="*/ 269647 h 335759"/>
                  <a:gd name="connsiteX15" fmla="*/ 95250 w 761999"/>
                  <a:gd name="connsiteY15" fmla="*/ 257550 h 335759"/>
                  <a:gd name="connsiteX16" fmla="*/ 38100 w 761999"/>
                  <a:gd name="connsiteY16" fmla="*/ 269647 h 335759"/>
                  <a:gd name="connsiteX17" fmla="*/ 0 w 761999"/>
                  <a:gd name="connsiteY17" fmla="*/ 278610 h 335759"/>
                  <a:gd name="connsiteX18" fmla="*/ 0 w 761999"/>
                  <a:gd name="connsiteY18" fmla="*/ 335760 h 335759"/>
                  <a:gd name="connsiteX19" fmla="*/ 57150 w 761999"/>
                  <a:gd name="connsiteY19" fmla="*/ 323663 h 335759"/>
                  <a:gd name="connsiteX20" fmla="*/ 95250 w 761999"/>
                  <a:gd name="connsiteY20" fmla="*/ 314138 h 335759"/>
                  <a:gd name="connsiteX21" fmla="*/ 133350 w 761999"/>
                  <a:gd name="connsiteY21" fmla="*/ 323663 h 335759"/>
                  <a:gd name="connsiteX22" fmla="*/ 190500 w 761999"/>
                  <a:gd name="connsiteY22" fmla="*/ 335760 h 335759"/>
                  <a:gd name="connsiteX23" fmla="*/ 247650 w 761999"/>
                  <a:gd name="connsiteY23" fmla="*/ 323663 h 335759"/>
                  <a:gd name="connsiteX24" fmla="*/ 285750 w 761999"/>
                  <a:gd name="connsiteY24" fmla="*/ 314138 h 335759"/>
                  <a:gd name="connsiteX25" fmla="*/ 323850 w 761999"/>
                  <a:gd name="connsiteY25" fmla="*/ 323091 h 335759"/>
                  <a:gd name="connsiteX26" fmla="*/ 381000 w 761999"/>
                  <a:gd name="connsiteY26" fmla="*/ 335760 h 335759"/>
                  <a:gd name="connsiteX27" fmla="*/ 438150 w 761999"/>
                  <a:gd name="connsiteY27" fmla="*/ 323663 h 335759"/>
                  <a:gd name="connsiteX28" fmla="*/ 476250 w 761999"/>
                  <a:gd name="connsiteY28" fmla="*/ 314138 h 335759"/>
                  <a:gd name="connsiteX29" fmla="*/ 514350 w 761999"/>
                  <a:gd name="connsiteY29" fmla="*/ 323663 h 335759"/>
                  <a:gd name="connsiteX30" fmla="*/ 571500 w 761999"/>
                  <a:gd name="connsiteY30" fmla="*/ 335760 h 335759"/>
                  <a:gd name="connsiteX31" fmla="*/ 628650 w 761999"/>
                  <a:gd name="connsiteY31" fmla="*/ 323663 h 335759"/>
                  <a:gd name="connsiteX32" fmla="*/ 666750 w 761999"/>
                  <a:gd name="connsiteY32" fmla="*/ 314138 h 335759"/>
                  <a:gd name="connsiteX33" fmla="*/ 704850 w 761999"/>
                  <a:gd name="connsiteY33" fmla="*/ 323091 h 335759"/>
                  <a:gd name="connsiteX34" fmla="*/ 762000 w 761999"/>
                  <a:gd name="connsiteY34" fmla="*/ 335760 h 335759"/>
                  <a:gd name="connsiteX35" fmla="*/ 762000 w 761999"/>
                  <a:gd name="connsiteY35" fmla="*/ 278610 h 335759"/>
                  <a:gd name="connsiteX36" fmla="*/ 723871 w 761999"/>
                  <a:gd name="connsiteY36" fmla="*/ 269609 h 335759"/>
                  <a:gd name="connsiteX37" fmla="*/ 476221 w 761999"/>
                  <a:gd name="connsiteY37" fmla="*/ 257512 h 335759"/>
                  <a:gd name="connsiteX38" fmla="*/ 419071 w 761999"/>
                  <a:gd name="connsiteY38" fmla="*/ 269609 h 335759"/>
                  <a:gd name="connsiteX39" fmla="*/ 380971 w 761999"/>
                  <a:gd name="connsiteY39" fmla="*/ 278572 h 335759"/>
                  <a:gd name="connsiteX40" fmla="*/ 342871 w 761999"/>
                  <a:gd name="connsiteY40" fmla="*/ 269609 h 335759"/>
                  <a:gd name="connsiteX41" fmla="*/ 285721 w 761999"/>
                  <a:gd name="connsiteY41" fmla="*/ 257512 h 335759"/>
                  <a:gd name="connsiteX42" fmla="*/ 228571 w 761999"/>
                  <a:gd name="connsiteY42" fmla="*/ 269609 h 335759"/>
                  <a:gd name="connsiteX43" fmla="*/ 194281 w 761999"/>
                  <a:gd name="connsiteY43" fmla="*/ 278181 h 335759"/>
                  <a:gd name="connsiteX44" fmla="*/ 234686 w 761999"/>
                  <a:gd name="connsiteY44" fmla="*/ 220479 h 335759"/>
                  <a:gd name="connsiteX45" fmla="*/ 237325 w 761999"/>
                  <a:gd name="connsiteY45" fmla="*/ 215021 h 335759"/>
                  <a:gd name="connsiteX46" fmla="*/ 264519 w 761999"/>
                  <a:gd name="connsiteY46" fmla="*/ 124371 h 335759"/>
                  <a:gd name="connsiteX47" fmla="*/ 339985 w 761999"/>
                  <a:gd name="connsiteY47" fmla="*/ 48905 h 335759"/>
                  <a:gd name="connsiteX48" fmla="*/ 427206 w 761999"/>
                  <a:gd name="connsiteY48" fmla="*/ 193942 h 335759"/>
                  <a:gd name="connsiteX49" fmla="*/ 483746 w 761999"/>
                  <a:gd name="connsiteY49" fmla="*/ 125467 h 335759"/>
                  <a:gd name="connsiteX50" fmla="*/ 551640 w 761999"/>
                  <a:gd name="connsiteY50" fmla="*/ 275533 h 335759"/>
                  <a:gd name="connsiteX51" fmla="*/ 533371 w 761999"/>
                  <a:gd name="connsiteY51" fmla="*/ 269609 h 335759"/>
                  <a:gd name="connsiteX52" fmla="*/ 476221 w 761999"/>
                  <a:gd name="connsiteY52" fmla="*/ 257512 h 33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761999" h="335759">
                    <a:moveTo>
                      <a:pt x="723871" y="269609"/>
                    </a:moveTo>
                    <a:cubicBezTo>
                      <a:pt x="705645" y="262364"/>
                      <a:pt x="686320" y="258273"/>
                      <a:pt x="666721" y="257512"/>
                    </a:cubicBezTo>
                    <a:cubicBezTo>
                      <a:pt x="647123" y="258273"/>
                      <a:pt x="627798" y="262363"/>
                      <a:pt x="609571" y="269609"/>
                    </a:cubicBezTo>
                    <a:cubicBezTo>
                      <a:pt x="604238" y="271791"/>
                      <a:pt x="598758" y="273593"/>
                      <a:pt x="593169" y="275000"/>
                    </a:cubicBezTo>
                    <a:lnTo>
                      <a:pt x="512597" y="96882"/>
                    </a:lnTo>
                    <a:cubicBezTo>
                      <a:pt x="509156" y="89277"/>
                      <a:pt x="501164" y="84799"/>
                      <a:pt x="492881" y="85833"/>
                    </a:cubicBezTo>
                    <a:lnTo>
                      <a:pt x="427253" y="94034"/>
                    </a:lnTo>
                    <a:lnTo>
                      <a:pt x="357721" y="7109"/>
                    </a:lnTo>
                    <a:cubicBezTo>
                      <a:pt x="351126" y="-1088"/>
                      <a:pt x="339134" y="-2387"/>
                      <a:pt x="330937" y="4208"/>
                    </a:cubicBezTo>
                    <a:cubicBezTo>
                      <a:pt x="330401" y="4639"/>
                      <a:pt x="329889" y="5099"/>
                      <a:pt x="329403" y="5585"/>
                    </a:cubicBezTo>
                    <a:lnTo>
                      <a:pt x="234153" y="100835"/>
                    </a:lnTo>
                    <a:cubicBezTo>
                      <a:pt x="231932" y="103070"/>
                      <a:pt x="230296" y="105819"/>
                      <a:pt x="229391" y="108836"/>
                    </a:cubicBezTo>
                    <a:lnTo>
                      <a:pt x="201701" y="201143"/>
                    </a:lnTo>
                    <a:lnTo>
                      <a:pt x="153467" y="270047"/>
                    </a:lnTo>
                    <a:cubicBezTo>
                      <a:pt x="153114" y="269904"/>
                      <a:pt x="152752" y="269799"/>
                      <a:pt x="152400" y="269647"/>
                    </a:cubicBezTo>
                    <a:cubicBezTo>
                      <a:pt x="134174" y="262402"/>
                      <a:pt x="114849" y="258311"/>
                      <a:pt x="95250" y="257550"/>
                    </a:cubicBezTo>
                    <a:cubicBezTo>
                      <a:pt x="75651" y="258311"/>
                      <a:pt x="56326" y="262401"/>
                      <a:pt x="38100" y="269647"/>
                    </a:cubicBezTo>
                    <a:cubicBezTo>
                      <a:pt x="25967" y="274671"/>
                      <a:pt x="13101" y="277698"/>
                      <a:pt x="0" y="278610"/>
                    </a:cubicBezTo>
                    <a:lnTo>
                      <a:pt x="0" y="335760"/>
                    </a:lnTo>
                    <a:cubicBezTo>
                      <a:pt x="19599" y="335001"/>
                      <a:pt x="38925" y="330910"/>
                      <a:pt x="57150" y="323663"/>
                    </a:cubicBezTo>
                    <a:cubicBezTo>
                      <a:pt x="69250" y="318443"/>
                      <a:pt x="82118" y="315227"/>
                      <a:pt x="95250" y="314138"/>
                    </a:cubicBezTo>
                    <a:cubicBezTo>
                      <a:pt x="108382" y="315227"/>
                      <a:pt x="121250" y="318443"/>
                      <a:pt x="133350" y="323663"/>
                    </a:cubicBezTo>
                    <a:cubicBezTo>
                      <a:pt x="151575" y="330910"/>
                      <a:pt x="170901" y="335001"/>
                      <a:pt x="190500" y="335760"/>
                    </a:cubicBezTo>
                    <a:cubicBezTo>
                      <a:pt x="210099" y="335001"/>
                      <a:pt x="229425" y="330910"/>
                      <a:pt x="247650" y="323663"/>
                    </a:cubicBezTo>
                    <a:cubicBezTo>
                      <a:pt x="259750" y="318443"/>
                      <a:pt x="272618" y="315227"/>
                      <a:pt x="285750" y="314138"/>
                    </a:cubicBezTo>
                    <a:cubicBezTo>
                      <a:pt x="298850" y="315046"/>
                      <a:pt x="311717" y="318070"/>
                      <a:pt x="323850" y="323091"/>
                    </a:cubicBezTo>
                    <a:cubicBezTo>
                      <a:pt x="342027" y="330579"/>
                      <a:pt x="361362" y="334864"/>
                      <a:pt x="381000" y="335760"/>
                    </a:cubicBezTo>
                    <a:cubicBezTo>
                      <a:pt x="400599" y="335001"/>
                      <a:pt x="419925" y="330910"/>
                      <a:pt x="438150" y="323663"/>
                    </a:cubicBezTo>
                    <a:cubicBezTo>
                      <a:pt x="450250" y="318443"/>
                      <a:pt x="463118" y="315227"/>
                      <a:pt x="476250" y="314138"/>
                    </a:cubicBezTo>
                    <a:cubicBezTo>
                      <a:pt x="489382" y="315227"/>
                      <a:pt x="502250" y="318443"/>
                      <a:pt x="514350" y="323663"/>
                    </a:cubicBezTo>
                    <a:cubicBezTo>
                      <a:pt x="532575" y="330910"/>
                      <a:pt x="551901" y="335001"/>
                      <a:pt x="571500" y="335760"/>
                    </a:cubicBezTo>
                    <a:cubicBezTo>
                      <a:pt x="591099" y="335001"/>
                      <a:pt x="610425" y="330910"/>
                      <a:pt x="628650" y="323663"/>
                    </a:cubicBezTo>
                    <a:cubicBezTo>
                      <a:pt x="640750" y="318443"/>
                      <a:pt x="653618" y="315227"/>
                      <a:pt x="666750" y="314138"/>
                    </a:cubicBezTo>
                    <a:cubicBezTo>
                      <a:pt x="679850" y="315046"/>
                      <a:pt x="692717" y="318070"/>
                      <a:pt x="704850" y="323091"/>
                    </a:cubicBezTo>
                    <a:cubicBezTo>
                      <a:pt x="723027" y="330579"/>
                      <a:pt x="742362" y="334864"/>
                      <a:pt x="762000" y="335760"/>
                    </a:cubicBezTo>
                    <a:lnTo>
                      <a:pt x="762000" y="278610"/>
                    </a:lnTo>
                    <a:cubicBezTo>
                      <a:pt x="748888" y="277690"/>
                      <a:pt x="736011" y="274649"/>
                      <a:pt x="723871" y="269609"/>
                    </a:cubicBezTo>
                    <a:close/>
                    <a:moveTo>
                      <a:pt x="476221" y="257512"/>
                    </a:moveTo>
                    <a:cubicBezTo>
                      <a:pt x="456623" y="258273"/>
                      <a:pt x="437298" y="262363"/>
                      <a:pt x="419071" y="269609"/>
                    </a:cubicBezTo>
                    <a:cubicBezTo>
                      <a:pt x="406938" y="274633"/>
                      <a:pt x="394072" y="277660"/>
                      <a:pt x="380971" y="278572"/>
                    </a:cubicBezTo>
                    <a:cubicBezTo>
                      <a:pt x="367871" y="277660"/>
                      <a:pt x="355004" y="274633"/>
                      <a:pt x="342871" y="269609"/>
                    </a:cubicBezTo>
                    <a:cubicBezTo>
                      <a:pt x="324645" y="262364"/>
                      <a:pt x="305320" y="258273"/>
                      <a:pt x="285721" y="257512"/>
                    </a:cubicBezTo>
                    <a:cubicBezTo>
                      <a:pt x="266123" y="258273"/>
                      <a:pt x="246798" y="262363"/>
                      <a:pt x="228571" y="269609"/>
                    </a:cubicBezTo>
                    <a:cubicBezTo>
                      <a:pt x="217621" y="274123"/>
                      <a:pt x="206069" y="277011"/>
                      <a:pt x="194281" y="278181"/>
                    </a:cubicBezTo>
                    <a:lnTo>
                      <a:pt x="234686" y="220479"/>
                    </a:lnTo>
                    <a:cubicBezTo>
                      <a:pt x="235847" y="218809"/>
                      <a:pt x="236736" y="216967"/>
                      <a:pt x="237325" y="215021"/>
                    </a:cubicBezTo>
                    <a:lnTo>
                      <a:pt x="264519" y="124371"/>
                    </a:lnTo>
                    <a:lnTo>
                      <a:pt x="339985" y="48905"/>
                    </a:lnTo>
                    <a:lnTo>
                      <a:pt x="427206" y="193942"/>
                    </a:lnTo>
                    <a:lnTo>
                      <a:pt x="483746" y="125467"/>
                    </a:lnTo>
                    <a:lnTo>
                      <a:pt x="551640" y="275533"/>
                    </a:lnTo>
                    <a:cubicBezTo>
                      <a:pt x="545404" y="274043"/>
                      <a:pt x="539295" y="272062"/>
                      <a:pt x="533371" y="269609"/>
                    </a:cubicBezTo>
                    <a:cubicBezTo>
                      <a:pt x="515145" y="262364"/>
                      <a:pt x="495820" y="258273"/>
                      <a:pt x="476221" y="257512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80" name="フリーフォーム: 図形 79">
                <a:extLst>
                  <a:ext uri="{FF2B5EF4-FFF2-40B4-BE49-F238E27FC236}">
                    <ns2:creationId id="{56E0C0E4-5341-87EC-5994-2336A68CFE54}"/>
                  </a:ext>
                </a:extLst>
              </p:cNvPr>
              <p:cNvSpPr/>
              <p:nvPr/>
            </p:nvSpPr>
            <p:spPr>
              <a:xfrm>
                <a:off x="8240332" y="3587055"/>
                <a:ext cx="716261" cy="514922"/>
              </a:xfrm>
              <a:custGeom>
                <a:avLst/>
                <a:gdLst>
                  <a:gd name="connsiteX0" fmla="*/ 552690 w 609602"/>
                  <a:gd name="connsiteY0" fmla="*/ 3524 h 438245"/>
                  <a:gd name="connsiteX1" fmla="*/ 523906 w 609602"/>
                  <a:gd name="connsiteY1" fmla="*/ 12097 h 438245"/>
                  <a:gd name="connsiteX2" fmla="*/ 485806 w 609602"/>
                  <a:gd name="connsiteY2" fmla="*/ 21060 h 438245"/>
                  <a:gd name="connsiteX3" fmla="*/ 447706 w 609602"/>
                  <a:gd name="connsiteY3" fmla="*/ 12097 h 438245"/>
                  <a:gd name="connsiteX4" fmla="*/ 390556 w 609602"/>
                  <a:gd name="connsiteY4" fmla="*/ 0 h 438245"/>
                  <a:gd name="connsiteX5" fmla="*/ 333406 w 609602"/>
                  <a:gd name="connsiteY5" fmla="*/ 12097 h 438245"/>
                  <a:gd name="connsiteX6" fmla="*/ 295306 w 609602"/>
                  <a:gd name="connsiteY6" fmla="*/ 21060 h 438245"/>
                  <a:gd name="connsiteX7" fmla="*/ 257206 w 609602"/>
                  <a:gd name="connsiteY7" fmla="*/ 12097 h 438245"/>
                  <a:gd name="connsiteX8" fmla="*/ 200056 w 609602"/>
                  <a:gd name="connsiteY8" fmla="*/ 0 h 438245"/>
                  <a:gd name="connsiteX9" fmla="*/ 142906 w 609602"/>
                  <a:gd name="connsiteY9" fmla="*/ 12097 h 438245"/>
                  <a:gd name="connsiteX10" fmla="*/ 104806 w 609602"/>
                  <a:gd name="connsiteY10" fmla="*/ 21060 h 438245"/>
                  <a:gd name="connsiteX11" fmla="*/ 66706 w 609602"/>
                  <a:gd name="connsiteY11" fmla="*/ 12097 h 438245"/>
                  <a:gd name="connsiteX12" fmla="*/ 32806 w 609602"/>
                  <a:gd name="connsiteY12" fmla="*/ 2638 h 438245"/>
                  <a:gd name="connsiteX13" fmla="*/ 402 w 609602"/>
                  <a:gd name="connsiteY13" fmla="*/ 158105 h 438245"/>
                  <a:gd name="connsiteX14" fmla="*/ 6117 w 609602"/>
                  <a:gd name="connsiteY14" fmla="*/ 175984 h 438245"/>
                  <a:gd name="connsiteX15" fmla="*/ 126799 w 609602"/>
                  <a:gd name="connsiteY15" fmla="*/ 287388 h 438245"/>
                  <a:gd name="connsiteX16" fmla="*/ 182339 w 609602"/>
                  <a:gd name="connsiteY16" fmla="*/ 426263 h 438245"/>
                  <a:gd name="connsiteX17" fmla="*/ 200027 w 609602"/>
                  <a:gd name="connsiteY17" fmla="*/ 438245 h 438245"/>
                  <a:gd name="connsiteX18" fmla="*/ 202885 w 609602"/>
                  <a:gd name="connsiteY18" fmla="*/ 438017 h 438245"/>
                  <a:gd name="connsiteX19" fmla="*/ 326710 w 609602"/>
                  <a:gd name="connsiteY19" fmla="*/ 418967 h 438245"/>
                  <a:gd name="connsiteX20" fmla="*/ 339092 w 609602"/>
                  <a:gd name="connsiteY20" fmla="*/ 411575 h 438245"/>
                  <a:gd name="connsiteX21" fmla="*/ 393042 w 609602"/>
                  <a:gd name="connsiteY21" fmla="*/ 339642 h 438245"/>
                  <a:gd name="connsiteX22" fmla="*/ 483329 w 609602"/>
                  <a:gd name="connsiteY22" fmla="*/ 303524 h 438245"/>
                  <a:gd name="connsiteX23" fmla="*/ 491492 w 609602"/>
                  <a:gd name="connsiteY23" fmla="*/ 297275 h 438245"/>
                  <a:gd name="connsiteX24" fmla="*/ 605792 w 609602"/>
                  <a:gd name="connsiteY24" fmla="*/ 144875 h 438245"/>
                  <a:gd name="connsiteX25" fmla="*/ 607907 w 609602"/>
                  <a:gd name="connsiteY25" fmla="*/ 125587 h 438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9602" h="438245">
                    <a:moveTo>
                      <a:pt x="552690" y="3524"/>
                    </a:moveTo>
                    <a:cubicBezTo>
                      <a:pt x="542866" y="5547"/>
                      <a:pt x="533235" y="8415"/>
                      <a:pt x="523906" y="12097"/>
                    </a:cubicBezTo>
                    <a:cubicBezTo>
                      <a:pt x="511773" y="17121"/>
                      <a:pt x="498906" y="20148"/>
                      <a:pt x="485806" y="21060"/>
                    </a:cubicBezTo>
                    <a:cubicBezTo>
                      <a:pt x="472705" y="20148"/>
                      <a:pt x="459839" y="17121"/>
                      <a:pt x="447706" y="12097"/>
                    </a:cubicBezTo>
                    <a:cubicBezTo>
                      <a:pt x="429480" y="4852"/>
                      <a:pt x="410154" y="761"/>
                      <a:pt x="390556" y="0"/>
                    </a:cubicBezTo>
                    <a:cubicBezTo>
                      <a:pt x="370957" y="761"/>
                      <a:pt x="351632" y="4851"/>
                      <a:pt x="333406" y="12097"/>
                    </a:cubicBezTo>
                    <a:cubicBezTo>
                      <a:pt x="321273" y="17121"/>
                      <a:pt x="308406" y="20148"/>
                      <a:pt x="295306" y="21060"/>
                    </a:cubicBezTo>
                    <a:cubicBezTo>
                      <a:pt x="282205" y="20148"/>
                      <a:pt x="269339" y="17121"/>
                      <a:pt x="257206" y="12097"/>
                    </a:cubicBezTo>
                    <a:cubicBezTo>
                      <a:pt x="238980" y="4852"/>
                      <a:pt x="219654" y="761"/>
                      <a:pt x="200056" y="0"/>
                    </a:cubicBezTo>
                    <a:cubicBezTo>
                      <a:pt x="180457" y="761"/>
                      <a:pt x="161132" y="4851"/>
                      <a:pt x="142906" y="12097"/>
                    </a:cubicBezTo>
                    <a:cubicBezTo>
                      <a:pt x="130773" y="17121"/>
                      <a:pt x="117906" y="20148"/>
                      <a:pt x="104806" y="21060"/>
                    </a:cubicBezTo>
                    <a:cubicBezTo>
                      <a:pt x="91705" y="20148"/>
                      <a:pt x="78839" y="17121"/>
                      <a:pt x="66706" y="12097"/>
                    </a:cubicBezTo>
                    <a:cubicBezTo>
                      <a:pt x="55758" y="7798"/>
                      <a:pt x="44398" y="4629"/>
                      <a:pt x="32806" y="2638"/>
                    </a:cubicBezTo>
                    <a:lnTo>
                      <a:pt x="402" y="158105"/>
                    </a:lnTo>
                    <a:cubicBezTo>
                      <a:pt x="-965" y="164655"/>
                      <a:pt x="1205" y="171441"/>
                      <a:pt x="6117" y="175984"/>
                    </a:cubicBezTo>
                    <a:lnTo>
                      <a:pt x="126799" y="287388"/>
                    </a:lnTo>
                    <a:lnTo>
                      <a:pt x="182339" y="426263"/>
                    </a:lnTo>
                    <a:cubicBezTo>
                      <a:pt x="185230" y="433498"/>
                      <a:pt x="192236" y="438244"/>
                      <a:pt x="200027" y="438245"/>
                    </a:cubicBezTo>
                    <a:cubicBezTo>
                      <a:pt x="200984" y="438242"/>
                      <a:pt x="201940" y="438165"/>
                      <a:pt x="202885" y="438017"/>
                    </a:cubicBezTo>
                    <a:lnTo>
                      <a:pt x="326710" y="418967"/>
                    </a:lnTo>
                    <a:cubicBezTo>
                      <a:pt x="331646" y="418221"/>
                      <a:pt x="336093" y="415566"/>
                      <a:pt x="339092" y="411575"/>
                    </a:cubicBezTo>
                    <a:lnTo>
                      <a:pt x="393042" y="339642"/>
                    </a:lnTo>
                    <a:lnTo>
                      <a:pt x="483329" y="303524"/>
                    </a:lnTo>
                    <a:cubicBezTo>
                      <a:pt x="486571" y="302228"/>
                      <a:pt x="489395" y="300067"/>
                      <a:pt x="491492" y="297275"/>
                    </a:cubicBezTo>
                    <a:lnTo>
                      <a:pt x="605792" y="144875"/>
                    </a:lnTo>
                    <a:cubicBezTo>
                      <a:pt x="609964" y="139314"/>
                      <a:pt x="610775" y="131920"/>
                      <a:pt x="607907" y="12558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grpSp>
            <p:nvGrpSpPr>
              <p:cNvPr id="185" name="グループ化 184">
                <a:extLst>
                  <a:ext uri="{FF2B5EF4-FFF2-40B4-BE49-F238E27FC236}">
                    <ns2:creationId id="{447E8CF6-CC3C-45E6-8BD9-F258EAEEE306}"/>
                  </a:ext>
                </a:extLst>
              </p:cNvPr>
              <p:cNvGrpSpPr/>
              <p:nvPr/>
            </p:nvGrpSpPr>
            <p:grpSpPr>
              <a:xfrm>
                <a:off x="8096250" y="3378976"/>
                <a:ext cx="1941823" cy="265645"/>
                <a:chOff x="8096250" y="3378976"/>
                <a:chExt cx="2065372" cy="265645"/>
              </a:xfrm>
            </p:grpSpPr>
            <p:cxnSp>
              <p:nvCxnSpPr>
                <p:cNvPr id="81" name="直線コネクタ 80">
                  <a:extLst>
                    <a:ext uri="{FF2B5EF4-FFF2-40B4-BE49-F238E27FC236}">
                      <ns2:creationId id="{2C790636-AB85-FAD8-BD5F-4F73935859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096250" y="3378976"/>
                  <a:ext cx="206537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線コネクタ 85">
                  <a:extLst>
                    <a:ext uri="{FF2B5EF4-FFF2-40B4-BE49-F238E27FC236}">
                      <ns2:creationId id="{B49A0FCB-D066-04C2-C985-88A27C4BD9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01939" y="3644621"/>
                  <a:ext cx="205968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" name="グループ化 160">
              <a:extLst>
                <a:ext uri="{FF2B5EF4-FFF2-40B4-BE49-F238E27FC236}">
                  <ns2:creationId id="{C2900566-FEB3-58BB-051F-3A14EE5E6DA0}"/>
                </a:ext>
              </a:extLst>
            </p:cNvPr>
            <p:cNvGrpSpPr/>
            <p:nvPr/>
          </p:nvGrpSpPr>
          <p:grpSpPr>
            <a:xfrm>
              <a:off x="7387393" y="2143115"/>
              <a:ext cx="3319299" cy="651462"/>
              <a:chOff x="7387393" y="2147305"/>
              <a:chExt cx="3319299" cy="651462"/>
            </a:xfrm>
          </p:grpSpPr>
          <p:sp>
            <p:nvSpPr>
              <p:cNvPr id="35" name="乗算記号 34">
                <a:extLst>
                  <a:ext uri="{FF2B5EF4-FFF2-40B4-BE49-F238E27FC236}">
                    <ns2:creationId id="{DE41EABC-3482-F602-EE8C-95ACABAEA883}"/>
                  </a:ext>
                </a:extLst>
              </p:cNvPr>
              <p:cNvSpPr/>
              <p:nvPr/>
            </p:nvSpPr>
            <p:spPr>
              <a:xfrm>
                <a:off x="8730606" y="2147305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60" name="グループ化 159">
                <a:extLst>
                  <a:ext uri="{FF2B5EF4-FFF2-40B4-BE49-F238E27FC236}">
                    <ns2:creationId id="{E77A6DAB-5E65-20B1-00CE-C7D2F067A929}"/>
                  </a:ext>
                </a:extLst>
              </p:cNvPr>
              <p:cNvGrpSpPr/>
              <p:nvPr/>
            </p:nvGrpSpPr>
            <p:grpSpPr>
              <a:xfrm>
                <a:off x="7387393" y="2165354"/>
                <a:ext cx="1199913" cy="633413"/>
                <a:chOff x="7387393" y="2165354"/>
                <a:chExt cx="1199913" cy="633413"/>
              </a:xfrm>
            </p:grpSpPr>
            <p:sp>
              <p:nvSpPr>
                <p:cNvPr id="33" name="矢印: 五方向 69">
                  <a:extLst>
                    <a:ext uri="{FF2B5EF4-FFF2-40B4-BE49-F238E27FC236}">
                      <ns2:creationId id="{B3F2352B-7B8F-EDD4-C59C-9D11CD6EF66D}"/>
                    </a:ext>
                  </a:extLst>
                </p:cNvPr>
                <p:cNvSpPr/>
                <p:nvPr/>
              </p:nvSpPr>
              <p:spPr>
                <a:xfrm>
                  <a:off x="7387393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89" name="グラフィックス 88" descr="階層状のピラミッド 単色塗りつぶし">
                  <a:extLst>
                    <a:ext uri="{FF2B5EF4-FFF2-40B4-BE49-F238E27FC236}">
                      <ns2:creationId id="{AFD0293A-193A-9B76-0608-55F460BFA2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7818817" y="2204660"/>
                  <a:ext cx="337068" cy="337068"/>
                </a:xfrm>
                <a:prstGeom prst="rect">
                  <a:avLst/>
                </a:prstGeom>
              </p:spPr>
            </p:pic>
          </p:grpSp>
          <p:grpSp>
            <p:nvGrpSpPr>
              <p:cNvPr id="159" name="グループ化 158">
                <a:extLst>
                  <a:ext uri="{FF2B5EF4-FFF2-40B4-BE49-F238E27FC236}">
                    <ns2:creationId id="{013BA906-BE8D-7D0B-F5D4-011385206743}"/>
                  </a:ext>
                </a:extLst>
              </p:cNvPr>
              <p:cNvGrpSpPr/>
              <p:nvPr/>
            </p:nvGrpSpPr>
            <p:grpSpPr>
              <a:xfrm>
                <a:off x="9506779" y="2165354"/>
                <a:ext cx="1199913" cy="633413"/>
                <a:chOff x="9506779" y="2165354"/>
                <a:chExt cx="1199913" cy="633413"/>
              </a:xfrm>
            </p:grpSpPr>
            <p:sp>
              <p:nvSpPr>
                <p:cNvPr id="34" name="矢印: 五方向 69">
                  <a:extLst>
                    <a:ext uri="{FF2B5EF4-FFF2-40B4-BE49-F238E27FC236}">
                      <ns2:creationId id="{37D6D8A9-3FD6-EF97-26EA-ADE155D9CEB7}"/>
                    </a:ext>
                  </a:extLst>
                </p:cNvPr>
                <p:cNvSpPr/>
                <p:nvPr/>
              </p:nvSpPr>
              <p:spPr>
                <a:xfrm>
                  <a:off x="9506779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92" name="グラフィックス 91" descr="沈思 単色塗りつぶし">
                  <a:extLst>
                    <a:ext uri="{FF2B5EF4-FFF2-40B4-BE49-F238E27FC236}">
                      <ns2:creationId id="{712F1380-73BB-64C4-919F-1785E78F4F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9938201" y="2204660"/>
                  <a:ext cx="337068" cy="33706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95" name="グループ化 194">
            <a:extLst>
              <a:ext uri="{FF2B5EF4-FFF2-40B4-BE49-F238E27FC236}">
                <ns2:creationId id="{FB2CCDC9-6094-25EE-4768-DC42063107E6}"/>
              </a:ext>
            </a:extLst>
          </p:cNvPr>
          <p:cNvGrpSpPr/>
          <p:nvPr/>
        </p:nvGrpSpPr>
        <p:grpSpPr>
          <a:xfrm>
            <a:off x="3502609" y="2501807"/>
            <a:ext cx="3883138" cy="3279230"/>
            <a:chOff x="3502609" y="2501807"/>
            <a:chExt cx="3883138" cy="3279230"/>
          </a:xfrm>
        </p:grpSpPr>
        <p:sp>
          <p:nvSpPr>
            <p:cNvPr id="52" name="Isosceles Triangle 3">
              <a:extLst>
                <a:ext uri="{FF2B5EF4-FFF2-40B4-BE49-F238E27FC236}">
                  <ns2:creationId id="{B005ED1A-B996-A302-78E4-FA1A7FA2EAEC}"/>
                </a:ext>
              </a:extLst>
            </p:cNvPr>
            <p:cNvSpPr/>
            <p:nvPr/>
          </p:nvSpPr>
          <p:spPr>
            <a:xfrm>
              <a:off x="4295353" y="3140156"/>
              <a:ext cx="2284952" cy="2285338"/>
            </a:xfrm>
            <a:prstGeom prst="ellipse">
              <a:avLst/>
            </a:prstGeom>
            <a:noFill/>
            <a:ln w="92075">
              <a:solidFill>
                <a:srgbClr val="F39C8E">
                  <a:alpha val="4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メイリオ" panose="020B0604030504040204" pitchFamily="50" charset="-128"/>
              </a:endParaRPr>
            </a:p>
          </p:txBody>
        </p:sp>
        <p:grpSp>
          <p:nvGrpSpPr>
            <p:cNvPr id="168" name="グループ化 167">
              <a:extLst>
                <a:ext uri="{FF2B5EF4-FFF2-40B4-BE49-F238E27FC236}">
                  <ns2:creationId id="{DA68ABD2-7CEE-31E4-DC1F-DE54F776C853}"/>
                </a:ext>
              </a:extLst>
            </p:cNvPr>
            <p:cNvGrpSpPr/>
            <p:nvPr/>
          </p:nvGrpSpPr>
          <p:grpSpPr>
            <a:xfrm>
              <a:off x="3502609" y="4473969"/>
              <a:ext cx="1307068" cy="1307068"/>
              <a:chOff x="3747084" y="4673073"/>
              <a:chExt cx="1307068" cy="1307068"/>
            </a:xfrm>
          </p:grpSpPr>
          <p:sp>
            <p:nvSpPr>
              <p:cNvPr id="54" name="Oval 7">
                <a:extLst>
                  <a:ext uri="{FF2B5EF4-FFF2-40B4-BE49-F238E27FC236}">
                    <ns2:creationId id="{48722EF6-E36B-2209-7150-D4E3AF5B04EB}"/>
                  </a:ext>
                </a:extLst>
              </p:cNvPr>
              <p:cNvSpPr/>
              <p:nvPr/>
            </p:nvSpPr>
            <p:spPr>
              <a:xfrm>
                <a:off x="374708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65" name="グラフィックス 164" descr="的中 単色塗りつぶし">
                <a:extLst>
                  <a:ext uri="{FF2B5EF4-FFF2-40B4-BE49-F238E27FC236}">
                    <ns2:creationId id="{1F4D9D28-DC07-EE01-4FA0-5FFA8708BA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148618" y="4848556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77" name="グループ化 176">
              <a:extLst>
                <a:ext uri="{FF2B5EF4-FFF2-40B4-BE49-F238E27FC236}">
                  <ns2:creationId id="{2FFA715F-97DA-5140-4FDB-C2AA37702FB9}"/>
                </a:ext>
              </a:extLst>
            </p:cNvPr>
            <p:cNvGrpSpPr/>
            <p:nvPr/>
          </p:nvGrpSpPr>
          <p:grpSpPr>
            <a:xfrm>
              <a:off x="4784294" y="2501807"/>
              <a:ext cx="1307068" cy="1307068"/>
              <a:chOff x="5041469" y="2700911"/>
              <a:chExt cx="1307068" cy="1307068"/>
            </a:xfrm>
          </p:grpSpPr>
          <p:sp>
            <p:nvSpPr>
              <p:cNvPr id="178" name="Oval 5">
                <a:extLst>
                  <a:ext uri="{FF2B5EF4-FFF2-40B4-BE49-F238E27FC236}">
                    <ns2:creationId id="{848D3913-FC65-55E9-2D11-548812BCB172}"/>
                  </a:ext>
                </a:extLst>
              </p:cNvPr>
              <p:cNvSpPr/>
              <p:nvPr/>
            </p:nvSpPr>
            <p:spPr>
              <a:xfrm>
                <a:off x="5041469" y="2700911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79" name="グラフィックス 178" descr="対象の人々 単色塗りつぶし">
                <a:extLst>
                  <a:ext uri="{FF2B5EF4-FFF2-40B4-BE49-F238E27FC236}">
                    <ns2:creationId id="{6EF92D28-E8A9-7AA3-4BE5-A66376BC69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443002" y="2878879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81" name="グループ化 180">
              <a:extLst>
                <a:ext uri="{FF2B5EF4-FFF2-40B4-BE49-F238E27FC236}">
                  <ns2:creationId id="{233A17B8-2990-E1ED-C6A3-F8C0D8D5B59A}"/>
                </a:ext>
              </a:extLst>
            </p:cNvPr>
            <p:cNvGrpSpPr/>
            <p:nvPr/>
          </p:nvGrpSpPr>
          <p:grpSpPr>
            <a:xfrm>
              <a:off x="6078679" y="4473969"/>
              <a:ext cx="1307068" cy="1307068"/>
              <a:chOff x="6335854" y="4673073"/>
              <a:chExt cx="1307068" cy="1307068"/>
            </a:xfrm>
          </p:grpSpPr>
          <p:sp>
            <p:nvSpPr>
              <p:cNvPr id="182" name="Oval 8">
                <a:extLst>
                  <a:ext uri="{FF2B5EF4-FFF2-40B4-BE49-F238E27FC236}">
                    <ns2:creationId id="{7A73686F-2494-250F-79ED-B621336B8A3E}"/>
                  </a:ext>
                </a:extLst>
              </p:cNvPr>
              <p:cNvSpPr/>
              <p:nvPr/>
            </p:nvSpPr>
            <p:spPr>
              <a:xfrm>
                <a:off x="633585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4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83" name="グラフィックス 182" descr="原因と結果 単色塗りつぶし">
                <a:extLst>
                  <a:ext uri="{FF2B5EF4-FFF2-40B4-BE49-F238E27FC236}">
                    <ns2:creationId id="{C8F481BB-3FB3-EEB1-C30A-9DF5B1BE2F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737388" y="4848556"/>
                <a:ext cx="504000" cy="504000"/>
              </a:xfrm>
              <a:prstGeom prst="rect">
                <a:avLst/>
              </a:prstGeom>
            </p:spPr>
          </p:pic>
        </p:grpSp>
      </p:grpSp>
      <p:grpSp>
        <p:nvGrpSpPr>
          <p:cNvPr id="204" name="グループ化 203">
            <a:extLst>
              <a:ext uri="{FF2B5EF4-FFF2-40B4-BE49-F238E27FC236}">
                <ns2:creationId id="{455B7100-6445-7198-F119-36F376C913CE}"/>
              </a:ext>
            </a:extLst>
          </p:cNvPr>
          <p:cNvGrpSpPr/>
          <p:nvPr/>
        </p:nvGrpSpPr>
        <p:grpSpPr>
          <a:xfrm>
            <a:off x="510518" y="2132724"/>
            <a:ext cx="2992091" cy="3996614"/>
            <a:chOff x="510518" y="2132724"/>
            <a:chExt cx="2992091" cy="3996614"/>
          </a:xfrm>
        </p:grpSpPr>
        <p:cxnSp>
          <p:nvCxnSpPr>
            <p:cNvPr id="171" name="直線コネクタ 170">
              <a:extLst>
                <a:ext uri="{FF2B5EF4-FFF2-40B4-BE49-F238E27FC236}">
                  <ns2:creationId id="{48154497-954F-369C-0F20-63CED100334A}"/>
                </a:ext>
              </a:extLst>
            </p:cNvPr>
            <p:cNvCxnSpPr>
              <a:cxnSpLocks/>
              <a:endCxn id="54" idx="2"/>
            </p:cNvCxnSpPr>
            <p:nvPr/>
          </p:nvCxnSpPr>
          <p:spPr>
            <a:xfrm>
              <a:off x="3178756" y="5127503"/>
              <a:ext cx="323853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" name="グループ化 195">
              <a:extLst>
                <a:ext uri="{FF2B5EF4-FFF2-40B4-BE49-F238E27FC236}">
                  <ns2:creationId id="{7E18C9CD-D82C-D334-ABE9-14890BD59E6E}"/>
                </a:ext>
              </a:extLst>
            </p:cNvPr>
            <p:cNvGrpSpPr/>
            <p:nvPr/>
          </p:nvGrpSpPr>
          <p:grpSpPr>
            <a:xfrm>
              <a:off x="510518" y="2132724"/>
              <a:ext cx="2668238" cy="3996614"/>
              <a:chOff x="510518" y="2132724"/>
              <a:chExt cx="2668238" cy="3996614"/>
            </a:xfrm>
          </p:grpSpPr>
          <p:grpSp>
            <p:nvGrpSpPr>
              <p:cNvPr id="192" name="グループ化 191">
                <a:extLst>
                  <a:ext uri="{FF2B5EF4-FFF2-40B4-BE49-F238E27FC236}">
                    <ns2:creationId id="{597A9666-A679-364F-3B01-861CAB82712D}"/>
                  </a:ext>
                </a:extLst>
              </p:cNvPr>
              <p:cNvGrpSpPr/>
              <p:nvPr/>
            </p:nvGrpSpPr>
            <p:grpSpPr>
              <a:xfrm>
                <a:off x="510518" y="2143116"/>
                <a:ext cx="2520241" cy="3986222"/>
                <a:chOff x="707947" y="2143116"/>
                <a:chExt cx="2209035" cy="3986222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F38D4C6-FBC4-CB2E-27F0-E848FEA8847C}"/>
                    </a:ext>
                  </a:extLst>
                </p:cNvPr>
                <p:cNvSpPr txBox="1"/>
                <p:nvPr/>
              </p:nvSpPr>
              <p:spPr>
                <a:xfrm>
                  <a:off x="707947" y="2143116"/>
                  <a:ext cx="2209035" cy="261532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en-US" altLang="ja-JP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/ </a:t>
                  </a: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grpSp>
              <p:nvGrpSpPr>
                <p:cNvPr id="162" name="グループ化 161">
                  <a:extLst>
                    <a:ext uri="{FF2B5EF4-FFF2-40B4-BE49-F238E27FC236}">
                      <ns2:creationId id="{DEA76CCF-B83F-D512-BB89-839E46A9CBE7}"/>
                    </a:ext>
                  </a:extLst>
                </p:cNvPr>
                <p:cNvGrpSpPr/>
                <p:nvPr/>
              </p:nvGrpSpPr>
              <p:grpSpPr>
                <a:xfrm>
                  <a:off x="707947" y="2450869"/>
                  <a:ext cx="2209035" cy="3678469"/>
                  <a:chOff x="707947" y="2513880"/>
                  <a:chExt cx="2209035" cy="3625849"/>
                </a:xfrm>
                <a:solidFill>
                  <a:srgbClr val="FF6450">
                    <a:alpha val="10000"/>
                  </a:srgbClr>
                </a:solidFill>
              </p:grpSpPr>
              <p:sp>
                <p:nvSpPr>
                  <p:cNvPr id="125" name="テキスト ボックス 20">
                    <a:extLst>
                      <a:ext uri="{FF2B5EF4-FFF2-40B4-BE49-F238E27FC236}">
                        <ns2:creationId id="{2BF55907-852B-EFD8-3348-0D194D65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51388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6" name="テキスト ボックス 20">
                    <a:extLst>
                      <a:ext uri="{FF2B5EF4-FFF2-40B4-BE49-F238E27FC236}">
                        <ns2:creationId id="{8A55B361-0C75-D3B9-D63D-67227D2A1692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72937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36000" rIns="36000" bIns="36000" rtlCol="0" anchor="ctr">
                    <a:noAutofit/>
                  </a:bodyPr>
                  <a:lstStyle/>
                  <a:p>
                    <a:pPr marL="0" indent="0" algn="ctr" rtl="0" eaLnBrk="1" fontAlgn="b" latinLnBrk="0" hangingPunct="1">
                      <a:lnSpc>
                        <a:spcPct val="115000"/>
                      </a:lnSpc>
                      <a:buNone/>
                    </a:pPr>
                    <a:r>
                      <a:rPr kumimoji="1" lang="ja-JP" altLang="ja-JP" sz="1050" b="0" i="0" u="none" strike="noStrike" kern="1200" dirty="0">
                        <a:solidFill>
                          <a:schemeClr val="tx1">
                            <a:lumMod val="75000"/>
                          </a:schemeClr>
                        </a:solidFill>
                        <a:effectLst/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endParaRPr lang="ja-JP" altLang="ja-JP" sz="1050" b="0" i="0" u="none" strike="noStrike" dirty="0">
                      <a:solidFill>
                        <a:schemeClr val="tx1">
                          <a:lumMod val="75000"/>
                        </a:schemeClr>
                      </a:solidFill>
                      <a:effectLst/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27" name="テキスト ボックス 20">
                    <a:extLst>
                      <a:ext uri="{FF2B5EF4-FFF2-40B4-BE49-F238E27FC236}">
                        <ns2:creationId id="{55B71C57-DDC2-8DB5-D13D-EFA5C4CB1F4A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94487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8" name="テキスト ボックス 20">
                    <a:extLst>
                      <a:ext uri="{FF2B5EF4-FFF2-40B4-BE49-F238E27FC236}">
                        <ns2:creationId id="{C5213280-0765-8ACB-251F-10CD5806EC4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16037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9" name="テキスト ボックス 20">
                    <a:extLst>
                      <a:ext uri="{FF2B5EF4-FFF2-40B4-BE49-F238E27FC236}">
                        <ns2:creationId id="{812D4028-2999-A50B-3B7D-67DA415BD79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37586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(</a:t>
                    </a: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)</a:t>
                    </a:r>
                    <a:endParaRPr lang="ja-JP" altLang="en-US" sz="105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30" name="テキスト ボックス 20">
                    <a:extLst>
                      <a:ext uri="{FF2B5EF4-FFF2-40B4-BE49-F238E27FC236}">
                        <ns2:creationId id="{0E4E13BF-5251-DDCC-6C93-4FADDBDFC366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59136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1" name="テキスト ボックス 20">
                    <a:extLst>
                      <a:ext uri="{FF2B5EF4-FFF2-40B4-BE49-F238E27FC236}">
                        <ns2:creationId id="{8189D2AB-846D-3D95-276D-F0F972DE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806862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2" name="テキスト ボックス 20">
                    <a:extLst>
                      <a:ext uri="{FF2B5EF4-FFF2-40B4-BE49-F238E27FC236}">
                        <ns2:creationId id="{73CF01AC-A00B-3557-4528-1183EA31B09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022359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3" name="テキスト ボックス 20">
                    <a:extLst>
                      <a:ext uri="{FF2B5EF4-FFF2-40B4-BE49-F238E27FC236}">
                        <ns2:creationId id="{1E51DEB2-9F80-8E01-2430-374DF7B152A7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237856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4" name="テキスト ボックス 20">
                    <a:extLst>
                      <a:ext uri="{FF2B5EF4-FFF2-40B4-BE49-F238E27FC236}">
                        <ns2:creationId id="{8313588A-A2E4-3876-1563-DAFFCF746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45335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5" name="テキスト ボックス 20">
                    <a:extLst>
                      <a:ext uri="{FF2B5EF4-FFF2-40B4-BE49-F238E27FC236}">
                        <ns2:creationId id="{82029113-DCE6-0749-2E7A-F619B08E46F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66885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6" name="テキスト ボックス 20">
                    <a:extLst>
                      <a:ext uri="{FF2B5EF4-FFF2-40B4-BE49-F238E27FC236}">
                        <ns2:creationId id="{7C50505B-3E25-D9D4-1688-4E824E1C1D68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31534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7" name="テキスト ボックス 20">
                    <a:extLst>
                      <a:ext uri="{FF2B5EF4-FFF2-40B4-BE49-F238E27FC236}">
                        <ns2:creationId id="{272B255B-69B1-EFF5-4AB7-DA4D72DB4FE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88434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8" name="テキスト ボックス 20">
                    <a:extLst>
                      <a:ext uri="{FF2B5EF4-FFF2-40B4-BE49-F238E27FC236}">
                        <ns2:creationId id="{901F26A7-F9EC-B8F3-C872-45864BE255B5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09984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9" name="テキスト ボックス 20">
                    <a:extLst>
                      <a:ext uri="{FF2B5EF4-FFF2-40B4-BE49-F238E27FC236}">
                        <ns2:creationId id="{5C5D091A-C9ED-1D09-D6DC-D7897B96B0A0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53083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0" name="テキスト ボックス 20">
                    <a:extLst>
                      <a:ext uri="{FF2B5EF4-FFF2-40B4-BE49-F238E27FC236}">
                        <ns2:creationId id="{A55F019E-E504-4CC1-FDB9-46BC7E0893E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74633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1" name="テキスト ボックス 140">
                    <a:extLst>
                      <a:ext uri="{FF2B5EF4-FFF2-40B4-BE49-F238E27FC236}">
                        <ns2:creationId id="{25B72669-2E08-625F-36CC-59F8AB5F5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96183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</p:grpSp>
          </p:grpSp>
          <p:cxnSp>
            <p:nvCxnSpPr>
              <p:cNvPr id="188" name="直線コネクタ 187">
                <a:extLst>
                  <a:ext uri="{FF2B5EF4-FFF2-40B4-BE49-F238E27FC236}">
                    <ns2:creationId id="{F91951F9-AFB9-0060-B455-679E2F2CD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78756" y="2132724"/>
                <a:ext cx="0" cy="3996614"/>
              </a:xfrm>
              <a:prstGeom prst="line">
                <a:avLst/>
              </a:prstGeom>
              <a:ln w="38100">
                <a:solidFill>
                  <a:srgbClr val="F39C8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グループ化 201">
            <a:extLst>
              <a:ext uri="{FF2B5EF4-FFF2-40B4-BE49-F238E27FC236}">
                <ns2:creationId id="{35B40917-6903-6DA8-62EB-8DB6DE76B824}"/>
              </a:ext>
            </a:extLst>
          </p:cNvPr>
          <p:cNvGrpSpPr/>
          <p:nvPr/>
        </p:nvGrpSpPr>
        <p:grpSpPr>
          <a:xfrm>
            <a:off x="6007681" y="2143115"/>
            <a:ext cx="974144" cy="2015116"/>
            <a:chOff x="6007681" y="2143115"/>
            <a:chExt cx="974144" cy="201511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78615289-B632-BAA5-B443-5216C8851EE9}"/>
                </a:ext>
              </a:extLst>
            </p:cNvPr>
            <p:cNvCxnSpPr>
              <a:cxnSpLocks/>
            </p:cNvCxnSpPr>
            <p:nvPr/>
          </p:nvCxnSpPr>
          <p:spPr>
            <a:xfrm>
              <a:off x="6007681" y="2901562"/>
              <a:ext cx="974144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213635ED-B71B-5632-976A-DA516596F121}"/>
                </a:ext>
              </a:extLst>
            </p:cNvPr>
            <p:cNvCxnSpPr>
              <a:cxnSpLocks/>
            </p:cNvCxnSpPr>
            <p:nvPr/>
          </p:nvCxnSpPr>
          <p:spPr>
            <a:xfrm>
              <a:off x="6981825" y="2143115"/>
              <a:ext cx="0" cy="2015116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3" name="グループ化 202">
            <a:extLst>
              <a:ext uri="{FF2B5EF4-FFF2-40B4-BE49-F238E27FC236}">
                <ns2:creationId id="{B80ABD3E-2096-1723-AFA0-213CFDB92106}"/>
              </a:ext>
            </a:extLst>
          </p:cNvPr>
          <p:cNvGrpSpPr/>
          <p:nvPr/>
        </p:nvGrpSpPr>
        <p:grpSpPr>
          <a:xfrm>
            <a:off x="7289800" y="4790209"/>
            <a:ext cx="806450" cy="1339129"/>
            <a:chOff x="7289800" y="4790209"/>
            <a:chExt cx="806450" cy="1339129"/>
          </a:xfrm>
        </p:grpSpPr>
        <p:cxnSp>
          <p:nvCxnSpPr>
            <p:cNvPr id="175" name="直線コネクタ 174">
              <a:extLst>
                <a:ext uri="{FF2B5EF4-FFF2-40B4-BE49-F238E27FC236}">
                  <ns2:creationId id="{A6819E7A-19B2-B383-1452-FEA332CD6B83}"/>
                </a:ext>
              </a:extLst>
            </p:cNvPr>
            <p:cNvCxnSpPr>
              <a:cxnSpLocks/>
            </p:cNvCxnSpPr>
            <p:nvPr/>
          </p:nvCxnSpPr>
          <p:spPr>
            <a:xfrm>
              <a:off x="7289800" y="5383831"/>
              <a:ext cx="80645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3EFE8207-C70E-ADC0-196D-4326635A88C6}"/>
                </a:ext>
              </a:extLst>
            </p:cNvPr>
            <p:cNvCxnSpPr>
              <a:cxnSpLocks/>
            </p:cNvCxnSpPr>
            <p:nvPr/>
          </p:nvCxnSpPr>
          <p:spPr>
            <a:xfrm>
              <a:off x="8096250" y="4790209"/>
              <a:ext cx="0" cy="1339129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1" name="グループ化 200">
            <a:extLst>
              <a:ext uri="{FF2B5EF4-FFF2-40B4-BE49-F238E27FC236}">
                <ns2:creationId id="{F6D32D13-5E15-A8B3-0E7F-0DF46A20C893}"/>
              </a:ext>
            </a:extLst>
          </p:cNvPr>
          <p:cNvGrpSpPr/>
          <p:nvPr/>
        </p:nvGrpSpPr>
        <p:grpSpPr>
          <a:xfrm>
            <a:off x="8326808" y="4705329"/>
            <a:ext cx="3475054" cy="1424009"/>
            <a:chOff x="8326808" y="4705329"/>
            <a:chExt cx="3475054" cy="1424009"/>
          </a:xfrm>
        </p:grpSpPr>
        <p:grpSp>
          <p:nvGrpSpPr>
            <p:cNvPr id="200" name="グループ化 199">
              <a:extLst>
                <a:ext uri="{FF2B5EF4-FFF2-40B4-BE49-F238E27FC236}">
                  <ns2:creationId id="{35F0D324-52A4-6AF4-F825-17478F83BEF2}"/>
                </a:ext>
              </a:extLst>
            </p:cNvPr>
            <p:cNvGrpSpPr/>
            <p:nvPr/>
          </p:nvGrpSpPr>
          <p:grpSpPr>
            <a:xfrm>
              <a:off x="8362570" y="4979417"/>
              <a:ext cx="3439291" cy="1149921"/>
              <a:chOff x="8362570" y="4979417"/>
              <a:chExt cx="3439291" cy="1149921"/>
            </a:xfrm>
          </p:grpSpPr>
          <p:sp>
            <p:nvSpPr>
              <p:cNvPr id="97" name="乗算記号 96">
                <a:extLst>
                  <a:ext uri="{FF2B5EF4-FFF2-40B4-BE49-F238E27FC236}">
                    <ns2:creationId id="{710FE143-34E9-DA19-BF4F-75B57F275D5E}"/>
                  </a:ext>
                </a:extLst>
              </p:cNvPr>
              <p:cNvSpPr/>
              <p:nvPr/>
            </p:nvSpPr>
            <p:spPr>
              <a:xfrm>
                <a:off x="9765778" y="5237669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99" name="グループ化 198">
                <a:extLst>
                  <a:ext uri="{FF2B5EF4-FFF2-40B4-BE49-F238E27FC236}">
                    <ns2:creationId id="{46FEB8E3-A3FE-C447-2CEF-1B3D77F1E142}"/>
                  </a:ext>
                </a:extLst>
              </p:cNvPr>
              <p:cNvGrpSpPr/>
              <p:nvPr/>
            </p:nvGrpSpPr>
            <p:grpSpPr>
              <a:xfrm>
                <a:off x="8362570" y="4979417"/>
                <a:ext cx="1319904" cy="1149921"/>
                <a:chOff x="8362570" y="4979417"/>
                <a:chExt cx="1319904" cy="1149921"/>
              </a:xfrm>
            </p:grpSpPr>
            <p:sp>
              <p:nvSpPr>
                <p:cNvPr id="46" name="矢印: 五方向 69">
                  <a:extLst>
                    <a:ext uri="{FF2B5EF4-FFF2-40B4-BE49-F238E27FC236}">
                      <ns2:creationId id="{A2BC0296-C6BF-FDB5-2336-2853434BEBA9}"/>
                    </a:ext>
                  </a:extLst>
                </p:cNvPr>
                <p:cNvSpPr/>
                <p:nvPr/>
              </p:nvSpPr>
              <p:spPr>
                <a:xfrm>
                  <a:off x="8362570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8" name="グラフィックス 97" descr="ドキュメント 単色塗りつぶし">
                  <a:extLst>
                    <a:ext uri="{FF2B5EF4-FFF2-40B4-BE49-F238E27FC236}">
                      <ns2:creationId id="{03221C5C-69D8-A2E4-4C21-095907A13C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816512" y="5064561"/>
                  <a:ext cx="412020" cy="412020"/>
                </a:xfrm>
                <a:prstGeom prst="rect">
                  <a:avLst/>
                </a:prstGeom>
              </p:spPr>
            </p:pic>
          </p:grpSp>
          <p:grpSp>
            <p:nvGrpSpPr>
              <p:cNvPr id="198" name="グループ化 197">
                <a:extLst>
                  <a:ext uri="{FF2B5EF4-FFF2-40B4-BE49-F238E27FC236}">
                    <ns2:creationId id="{48474D4B-84C8-A2A2-CAB7-E2C4AEA4679A}"/>
                  </a:ext>
                </a:extLst>
              </p:cNvPr>
              <p:cNvGrpSpPr/>
              <p:nvPr/>
            </p:nvGrpSpPr>
            <p:grpSpPr>
              <a:xfrm>
                <a:off x="10481957" y="4979417"/>
                <a:ext cx="1319904" cy="1149921"/>
                <a:chOff x="10481957" y="4979417"/>
                <a:chExt cx="1319904" cy="1149921"/>
              </a:xfrm>
            </p:grpSpPr>
            <p:sp>
              <p:nvSpPr>
                <p:cNvPr id="47" name="矢印: 五方向 69">
                  <a:extLst>
                    <a:ext uri="{FF2B5EF4-FFF2-40B4-BE49-F238E27FC236}">
                      <ns2:creationId id="{81374438-1B51-A017-A911-49CD64D12C70}"/>
                    </a:ext>
                  </a:extLst>
                </p:cNvPr>
                <p:cNvSpPr/>
                <p:nvPr/>
              </p:nvSpPr>
              <p:spPr>
                <a:xfrm>
                  <a:off x="10481957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180000" tIns="540000" rIns="36000" rtlCol="0" anchor="ctr"/>
                <a:lstStyle/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100" name="グラフィックス 99" descr="アイデア 単色塗りつぶし">
                  <a:extLst>
                    <a:ext uri="{FF2B5EF4-FFF2-40B4-BE49-F238E27FC236}">
                      <ns2:creationId id="{8C51BCD0-5581-2964-E031-8053C7410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0951837" y="5064561"/>
                  <a:ext cx="412020" cy="412020"/>
                </a:xfrm>
                <a:prstGeom prst="rect">
                  <a:avLst/>
                </a:prstGeom>
              </p:spPr>
            </p:pic>
          </p:grpSp>
        </p:grpSp>
        <p:sp>
          <p:nvSpPr>
            <p:cNvPr id="193" name="テキスト ボックス 192">
              <a:extLst>
                <a:ext uri="{FF2B5EF4-FFF2-40B4-BE49-F238E27FC236}">
                  <ns2:creationId id="{4F2C1007-F67B-A1FC-D06B-93142A42AFE0}"/>
                </a:ext>
              </a:extLst>
            </p:cNvPr>
            <p:cNvSpPr txBox="1"/>
            <p:nvPr/>
          </p:nvSpPr>
          <p:spPr>
            <a:xfrm>
              <a:off x="8326808" y="4705329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194" name="テキスト ボックス 193">
              <a:extLst>
                <a:ext uri="{FF2B5EF4-FFF2-40B4-BE49-F238E27FC236}">
                  <ns2:creationId id="{E37F4231-E9BE-EE42-0B8E-D608E58FB9EA}"/>
                </a:ext>
              </a:extLst>
            </p:cNvPr>
            <p:cNvSpPr txBox="1"/>
            <p:nvPr/>
          </p:nvSpPr>
          <p:spPr>
            <a:xfrm>
              <a:off x="10410433" y="4716942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</p:spTree>
    <p:extLst>
      <p:ext uri="{BB962C8B-B14F-4D97-AF65-F5344CB8AC3E}">
        <ns5:creationId val="3089098514"/>
      </p:ext>
    </p:extLst>
  </p:cSld>
  <p:clrMapOvr>
    <a:masterClrMapping/>
  </p:clrMapOvr>
</p:sld>
</file>

<file path=ppt/slides/slide3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353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1804F5A4-33F8-7C90-44F7-5CC5EB0AECD9}"/>
              </a:ext>
            </a:extLst>
          </p:cNvPr>
          <p:cNvGrpSpPr/>
          <p:nvPr/>
        </p:nvGrpSpPr>
        <p:grpSpPr>
          <a:xfrm>
            <a:off x="371475" y="2223638"/>
            <a:ext cx="11449050" cy="459903"/>
            <a:chOff x="371475" y="2223638"/>
            <a:chExt cx="11449050" cy="459903"/>
          </a:xfrm>
        </p:grpSpPr>
        <p:sp>
          <p:nvSpPr>
            <p:cNvPr id="4" name="矢印: 五方向 3">
              <a:extLst>
                <a:ext uri="{FF2B5EF4-FFF2-40B4-BE49-F238E27FC236}">
                  <ns2:creationId id="{C1AA2DB1-4FFA-5ADE-3A30-CF9643233814}"/>
                </a:ext>
              </a:extLst>
            </p:cNvPr>
            <p:cNvSpPr/>
            <p:nvPr/>
          </p:nvSpPr>
          <p:spPr>
            <a:xfrm>
              <a:off x="371475" y="2223638"/>
              <a:ext cx="11449050" cy="459903"/>
            </a:xfrm>
            <a:prstGeom prst="homePlate">
              <a:avLst/>
            </a:prstGeom>
            <a:gradFill flip="none" rotWithShape="1">
              <a:gsLst>
                <a:gs pos="2000">
                  <a:srgbClr val="FF6450"/>
                </a:gs>
                <a:gs pos="100000">
                  <a:srgbClr val="F39C8E">
                    <a:alpha val="20000"/>
                  </a:srgb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rtlCol="0" anchor="ctr"/>
            <a:lstStyle/>
            <a:p>
              <a:pPr algn="ctr"/>
              <a:endParaRPr kumimoji="1" lang="ja-JP" altLang="en-US" sz="2400" b="1" dirty="0">
                <a:solidFill>
                  <a:schemeClr val="accent1"/>
                </a:solidFill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79A9776F-7959-5A17-5EC5-4530F0698A69}"/>
                </a:ext>
              </a:extLst>
            </p:cNvPr>
            <p:cNvGrpSpPr/>
            <p:nvPr/>
          </p:nvGrpSpPr>
          <p:grpSpPr>
            <a:xfrm>
              <a:off x="779468" y="2247579"/>
              <a:ext cx="2397125" cy="412020"/>
              <a:chOff x="511175" y="2262589"/>
              <a:chExt cx="2397125" cy="412020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5084F01C-D998-FC58-444E-2E29CC3F9999}"/>
                  </a:ext>
                </a:extLst>
              </p:cNvPr>
              <p:cNvSpPr txBox="1"/>
              <p:nvPr/>
            </p:nvSpPr>
            <p:spPr>
              <a:xfrm>
                <a:off x="1035287" y="2278557"/>
                <a:ext cx="1873013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" name="グラフィックス 5" descr="矢印: 直線 単色塗りつぶし">
                <a:extLst>
                  <a:ext uri="{FF2B5EF4-FFF2-40B4-BE49-F238E27FC236}">
                    <ns2:creationId id="{B58703A2-87EB-81A7-C0E3-C599C9D3F3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 flipH="1">
                <a:off x="511175" y="2262589"/>
                <a:ext cx="412020" cy="41202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E723FD85-3971-365E-3D6D-21D813D10AED}"/>
                </a:ext>
              </a:extLst>
            </p:cNvPr>
            <p:cNvGrpSpPr/>
            <p:nvPr/>
          </p:nvGrpSpPr>
          <p:grpSpPr>
            <a:xfrm>
              <a:off x="9463088" y="2247579"/>
              <a:ext cx="2223627" cy="412020"/>
              <a:chOff x="371475" y="2262589"/>
              <a:chExt cx="2223627" cy="412020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7356360A-A9F5-A464-665A-EFA177DC5A57}"/>
                  </a:ext>
                </a:extLst>
              </p:cNvPr>
              <p:cNvSpPr txBox="1"/>
              <p:nvPr/>
            </p:nvSpPr>
            <p:spPr>
              <a:xfrm>
                <a:off x="895587" y="2278557"/>
                <a:ext cx="1699515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10" name="グラフィックス 9" descr="矢印: 時計回りの曲線 単色塗りつぶし">
                <a:extLst>
                  <a:ext uri="{FF2B5EF4-FFF2-40B4-BE49-F238E27FC236}">
                    <ns2:creationId id="{24ACCA6C-BE5F-E0B3-33C7-C27C21C57E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 flipH="1">
                <a:off x="371475" y="2262589"/>
                <a:ext cx="412020" cy="412020"/>
              </a:xfrm>
              <a:prstGeom prst="rect">
                <a:avLst/>
              </a:prstGeom>
            </p:spPr>
          </p:pic>
        </p:grpSp>
      </p:grpSp>
      <p:grpSp>
        <p:nvGrpSpPr>
          <p:cNvPr id="99" name="グループ化 98">
            <a:extLst>
              <a:ext uri="{FF2B5EF4-FFF2-40B4-BE49-F238E27FC236}">
                <ns2:creationId id="{C1DB48AC-AD6D-6526-1E7A-B640F1CCA20C}"/>
              </a:ext>
            </a:extLst>
          </p:cNvPr>
          <p:cNvGrpSpPr/>
          <p:nvPr/>
        </p:nvGrpSpPr>
        <p:grpSpPr>
          <a:xfrm>
            <a:off x="371475" y="2869290"/>
            <a:ext cx="11449051" cy="3260048"/>
            <a:chOff x="371475" y="2869290"/>
            <a:chExt cx="11449051" cy="3260048"/>
          </a:xfrm>
        </p:grpSpPr>
        <p:sp>
          <p:nvSpPr>
            <p:cNvPr id="29" name="Google Shape;787;p75">
              <a:extLst>
                <a:ext uri="{FF2B5EF4-FFF2-40B4-BE49-F238E27FC236}">
                  <ns2:creationId id="{EA74746F-0952-7821-146B-D81F1AC0189C}"/>
                </a:ext>
              </a:extLst>
            </p:cNvPr>
            <p:cNvSpPr/>
            <p:nvPr/>
          </p:nvSpPr>
          <p:spPr>
            <a:xfrm>
              <a:off x="390762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en-US" altLang="ja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6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 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  <p:sp>
          <p:nvSpPr>
            <p:cNvPr id="40" name="Google Shape;787;p75">
              <a:extLst>
                <a:ext uri="{FF2B5EF4-FFF2-40B4-BE49-F238E27FC236}">
                  <ns2:creationId id="{38496C7B-BE6E-AA30-BEDA-A37E8FABD712}"/>
                </a:ext>
              </a:extLst>
            </p:cNvPr>
            <p:cNvSpPr/>
            <p:nvPr/>
          </p:nvSpPr>
          <p:spPr>
            <a:xfrm>
              <a:off x="2773171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1" name="Google Shape;787;p75">
              <a:extLst>
                <a:ext uri="{FF2B5EF4-FFF2-40B4-BE49-F238E27FC236}">
                  <ns2:creationId id="{AF0A8574-12B2-EDDF-1036-3C764835C075}"/>
                </a:ext>
              </a:extLst>
            </p:cNvPr>
            <p:cNvSpPr/>
            <p:nvPr/>
          </p:nvSpPr>
          <p:spPr>
            <a:xfrm>
              <a:off x="5155580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lang="en-US" altLang="ja-JP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2" name="Google Shape;787;p75">
              <a:extLst>
                <a:ext uri="{FF2B5EF4-FFF2-40B4-BE49-F238E27FC236}">
                  <ns2:creationId id="{9A6BE363-8094-CABC-97EC-D284D744E35D}"/>
                </a:ext>
              </a:extLst>
            </p:cNvPr>
            <p:cNvSpPr/>
            <p:nvPr/>
          </p:nvSpPr>
          <p:spPr>
            <a:xfrm>
              <a:off x="7537989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35333" rIns="0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it-IT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3" name="Google Shape;787;p75">
              <a:extLst>
                <a:ext uri="{FF2B5EF4-FFF2-40B4-BE49-F238E27FC236}">
                  <ns2:creationId id="{0A4DD34E-7D4D-4DBF-0BDF-71491A4AB9B9}"/>
                </a:ext>
              </a:extLst>
            </p:cNvPr>
            <p:cNvSpPr/>
            <p:nvPr/>
          </p:nvSpPr>
          <p:spPr>
            <a:xfrm>
              <a:off x="9903424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8" name="三角形 60">
              <a:extLst>
                <a:ext uri="{FF2B5EF4-FFF2-40B4-BE49-F238E27FC236}">
                  <ns2:creationId id="{F1D03FBD-CCF5-183E-86C7-F4E0251E95C3}"/>
                </a:ext>
              </a:extLst>
            </p:cNvPr>
            <p:cNvSpPr/>
            <p:nvPr/>
          </p:nvSpPr>
          <p:spPr>
            <a:xfrm rot="5400000">
              <a:off x="2302514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三角形 60">
              <a:extLst>
                <a:ext uri="{FF2B5EF4-FFF2-40B4-BE49-F238E27FC236}">
                  <ns2:creationId id="{9D6A7B9D-C033-8440-F9A9-DFE650CA27D9}"/>
                </a:ext>
              </a:extLst>
            </p:cNvPr>
            <p:cNvSpPr/>
            <p:nvPr/>
          </p:nvSpPr>
          <p:spPr>
            <a:xfrm rot="5400000">
              <a:off x="4684923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0" name="三角形 60">
              <a:extLst>
                <a:ext uri="{FF2B5EF4-FFF2-40B4-BE49-F238E27FC236}">
                  <ns2:creationId id="{DBEDEAC1-794B-1203-B9A6-41AF061BF8D8}"/>
                </a:ext>
              </a:extLst>
            </p:cNvPr>
            <p:cNvSpPr/>
            <p:nvPr/>
          </p:nvSpPr>
          <p:spPr>
            <a:xfrm rot="5400000">
              <a:off x="7067332" y="366029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1" name="三角形 60">
              <a:extLst>
                <a:ext uri="{FF2B5EF4-FFF2-40B4-BE49-F238E27FC236}">
                  <ns2:creationId id="{53F92B27-6797-7782-25CC-ADFC92432559}"/>
                </a:ext>
              </a:extLst>
            </p:cNvPr>
            <p:cNvSpPr/>
            <p:nvPr/>
          </p:nvSpPr>
          <p:spPr>
            <a:xfrm rot="5400000">
              <a:off x="9449741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23B199E-79DC-E25F-D0D7-DABC05020915}"/>
                </a:ext>
              </a:extLst>
            </p:cNvPr>
            <p:cNvGrpSpPr/>
            <p:nvPr/>
          </p:nvGrpSpPr>
          <p:grpSpPr>
            <a:xfrm>
              <a:off x="371475" y="2869290"/>
              <a:ext cx="1917102" cy="612129"/>
              <a:chOff x="371475" y="2869290"/>
              <a:chExt cx="1917102" cy="612129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CD04B442-C2AC-8ABE-59D5-A49CB6564295}"/>
                  </a:ext>
                </a:extLst>
              </p:cNvPr>
              <p:cNvSpPr txBox="1"/>
              <p:nvPr/>
            </p:nvSpPr>
            <p:spPr>
              <a:xfrm>
                <a:off x="371475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6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55" name="グラフィックス 54" descr="更新 単色塗りつぶし">
                <a:extLst>
                  <a:ext uri="{FF2B5EF4-FFF2-40B4-BE49-F238E27FC236}">
                    <ns2:creationId id="{FA9AEAF8-1A8E-6A1C-93CE-7FE2288C64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08632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E070D66-0DB9-DD96-7A08-3D4F717B1297}"/>
                </a:ext>
              </a:extLst>
            </p:cNvPr>
            <p:cNvGrpSpPr/>
            <p:nvPr/>
          </p:nvGrpSpPr>
          <p:grpSpPr>
            <a:xfrm>
              <a:off x="2754462" y="2869290"/>
              <a:ext cx="1917102" cy="612129"/>
              <a:chOff x="2754462" y="2869290"/>
              <a:chExt cx="1917102" cy="612129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AE9F817-9166-3B86-8B78-2B07F4BFDCBA}"/>
                  </a:ext>
                </a:extLst>
              </p:cNvPr>
              <p:cNvSpPr txBox="1"/>
              <p:nvPr/>
            </p:nvSpPr>
            <p:spPr>
              <a:xfrm>
                <a:off x="2754462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7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0" name="グラフィックス 59" descr="バッジ: チェックマーク 1 単色塗りつぶし">
                <a:extLst>
                  <a:ext uri="{FF2B5EF4-FFF2-40B4-BE49-F238E27FC236}">
                    <ns2:creationId id="{75FDF539-DEF7-24CB-7D12-2BC05A983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9130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683163A5-CE42-7758-E0B9-B2AF9C2CB462}"/>
                </a:ext>
              </a:extLst>
            </p:cNvPr>
            <p:cNvGrpSpPr/>
            <p:nvPr/>
          </p:nvGrpSpPr>
          <p:grpSpPr>
            <a:xfrm>
              <a:off x="5137449" y="2869290"/>
              <a:ext cx="1917102" cy="612129"/>
              <a:chOff x="5137449" y="2869290"/>
              <a:chExt cx="1917102" cy="612129"/>
            </a:xfrm>
          </p:grpSpPr>
          <p:sp>
            <p:nvSpPr>
              <p:cNvPr id="22" name="テキスト ボックス 21">
                <a:extLst>
                  <a:ext uri="{FF2B5EF4-FFF2-40B4-BE49-F238E27FC236}">
                    <ns2:creationId id="{FFE15130-7ACD-972E-5C4A-629D5DA587CA}"/>
                  </a:ext>
                </a:extLst>
              </p:cNvPr>
              <p:cNvSpPr txBox="1"/>
              <p:nvPr/>
            </p:nvSpPr>
            <p:spPr>
              <a:xfrm>
                <a:off x="5137449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8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1" name="グラフィックス 60" descr="山形の矢印 単色塗りつぶし">
                <a:extLst>
                  <a:ext uri="{FF2B5EF4-FFF2-40B4-BE49-F238E27FC236}">
                    <ns2:creationId id="{8A8DE83D-17D9-63F0-5F55-68754A3AD9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43609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7" name="グループ化 66">
              <a:extLst>
                <a:ext uri="{FF2B5EF4-FFF2-40B4-BE49-F238E27FC236}">
                  <ns2:creationId id="{0DE79069-7FE6-E6FF-8D4B-FC79BA8B1084}"/>
                </a:ext>
              </a:extLst>
            </p:cNvPr>
            <p:cNvGrpSpPr/>
            <p:nvPr/>
          </p:nvGrpSpPr>
          <p:grpSpPr>
            <a:xfrm>
              <a:off x="7520436" y="2869290"/>
              <a:ext cx="1917102" cy="612129"/>
              <a:chOff x="7520436" y="2869290"/>
              <a:chExt cx="1917102" cy="612129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3C6D4D4D-0ECA-91F9-CFE3-DC21BB24FE8A}"/>
                  </a:ext>
                </a:extLst>
              </p:cNvPr>
              <p:cNvSpPr txBox="1"/>
              <p:nvPr/>
            </p:nvSpPr>
            <p:spPr>
              <a:xfrm>
                <a:off x="7520436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9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2" name="グラフィックス 61" descr="絞り 単色塗りつぶし">
                <a:extLst>
                  <a:ext uri="{FF2B5EF4-FFF2-40B4-BE49-F238E27FC236}">
                    <ns2:creationId id="{A118023F-FBAA-3F01-25D6-16A856AADC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77228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8" name="グループ化 67">
              <a:extLst>
                <a:ext uri="{FF2B5EF4-FFF2-40B4-BE49-F238E27FC236}">
                  <ns2:creationId id="{EA6AB0BD-E1BD-CF0F-AE81-A1A374ACD1CF}"/>
                </a:ext>
              </a:extLst>
            </p:cNvPr>
            <p:cNvGrpSpPr/>
            <p:nvPr/>
          </p:nvGrpSpPr>
          <p:grpSpPr>
            <a:xfrm>
              <a:off x="9903423" y="2869290"/>
              <a:ext cx="1917102" cy="612129"/>
              <a:chOff x="9903423" y="2869290"/>
              <a:chExt cx="1917102" cy="61212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2A27471D-9467-B5CF-81F9-0B739D81D947}"/>
                  </a:ext>
                </a:extLst>
              </p:cNvPr>
              <p:cNvSpPr txBox="1"/>
              <p:nvPr/>
            </p:nvSpPr>
            <p:spPr>
              <a:xfrm>
                <a:off x="9903423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/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3" name="グラフィックス 62" descr="最大化 単色塗りつぶし">
                <a:extLst>
                  <a:ext uri="{FF2B5EF4-FFF2-40B4-BE49-F238E27FC236}">
                    <ns2:creationId id="{CD97F751-CA73-619D-BE37-38EE6C4913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0121919" y="3010453"/>
                <a:ext cx="329803" cy="329803"/>
              </a:xfrm>
              <a:prstGeom prst="rect">
                <a:avLst/>
              </a:prstGeom>
            </p:spPr>
          </p:pic>
        </p:grpSp>
      </p:grpSp>
      <p:grpSp>
        <p:nvGrpSpPr>
          <p:cNvPr id="83" name="グループ化 82">
            <a:extLst>
              <a:ext uri="{FF2B5EF4-FFF2-40B4-BE49-F238E27FC236}">
                <ns2:creationId id="{C57F20D0-85CA-99BF-E37A-2F78AC13FDA5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84" name="四角形: 角を丸くする 83">
              <a:extLst>
                <a:ext uri="{FF2B5EF4-FFF2-40B4-BE49-F238E27FC236}">
                  <ns2:creationId id="{994F831E-29A7-1A72-84AE-0CB7B56BD752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85" name="矢印: 五方向 69">
              <a:extLst>
                <a:ext uri="{FF2B5EF4-FFF2-40B4-BE49-F238E27FC236}">
                  <ns2:creationId id="{B353ABE3-6698-86FA-9894-7A11B2F3FB6F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29956305-D71B-0D6C-5041-C2032D90E3EF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88" name="矢印: 五方向 8">
                <a:extLst>
                  <a:ext uri="{FF2B5EF4-FFF2-40B4-BE49-F238E27FC236}">
                    <ns2:creationId id="{56790DEB-0375-20FA-D32D-C61A3D17A416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0" name="矢印: 五方向 70">
                <a:extLst>
                  <a:ext uri="{FF2B5EF4-FFF2-40B4-BE49-F238E27FC236}">
                    <ns2:creationId id="{64B5BD54-40D9-886F-3ADD-B09236065AF7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1" name="矢印: 五方向 69">
                <a:extLst>
                  <a:ext uri="{FF2B5EF4-FFF2-40B4-BE49-F238E27FC236}">
                    <ns2:creationId id="{B22D7914-1E6C-EAFC-AF17-50E6A9441280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3" name="三角形 60">
                <a:extLst>
                  <a:ext uri="{FF2B5EF4-FFF2-40B4-BE49-F238E27FC236}">
                    <ns2:creationId id="{BD79BAF7-3633-6AE1-6C96-E3EB5CB9E310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4" name="三角形 60">
                <a:extLst>
                  <a:ext uri="{FF2B5EF4-FFF2-40B4-BE49-F238E27FC236}">
                    <ns2:creationId id="{942B7447-12C0-1265-D04B-890CA377D372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96" name="テキスト ボックス 95">
            <a:extLst>
              <a:ext uri="{FF2B5EF4-FFF2-40B4-BE49-F238E27FC236}">
                <ns2:creationId id="{B555012B-1002-8D95-B632-9CEBA29FE95D}"/>
              </a:ext>
            </a:extLst>
          </p:cNvPr>
          <p:cNvSpPr txBox="1"/>
          <p:nvPr/>
        </p:nvSpPr>
        <p:spPr>
          <a:xfrm>
            <a:off x="5251517" y="2263547"/>
            <a:ext cx="1699515" cy="380085"/>
          </a:xfrm>
          <a:prstGeom prst="rect">
            <a:avLst/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60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rPr>
              <a:t>XX</a:t>
            </a:r>
          </a:p>
        </p:txBody>
      </p:sp>
    </p:spTree>
    <p:extLst>
      <p:ext uri="{BB962C8B-B14F-4D97-AF65-F5344CB8AC3E}">
        <ns5:creationId val="1013352158"/>
      </p:ext>
    </p:extLst>
  </p:cSld>
  <p:clrMapOvr>
    <a:masterClrMapping/>
  </p:clrMapOvr>
</p:sld>
</file>

<file path=ppt/slides/slide3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ROI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354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46" name="グループ化 45">
            <a:extLst>
              <a:ext uri="{FF2B5EF4-FFF2-40B4-BE49-F238E27FC236}">
                <ns2:creationId id="{5B3DCCF1-2C4B-2CFF-7F10-3D775DD034DD}"/>
              </a:ext>
            </a:extLst>
          </p:cNvPr>
          <p:cNvGrpSpPr/>
          <p:nvPr/>
        </p:nvGrpSpPr>
        <p:grpSpPr>
          <a:xfrm>
            <a:off x="371475" y="1956932"/>
            <a:ext cx="11449050" cy="4172405"/>
            <a:chOff x="371475" y="1956932"/>
            <a:chExt cx="11449050" cy="4172405"/>
          </a:xfrm>
        </p:grpSpPr>
        <p:grpSp>
          <p:nvGrpSpPr>
            <p:cNvPr id="39" name="グループ化 38">
              <a:extLst>
                <a:ext uri="{FF2B5EF4-FFF2-40B4-BE49-F238E27FC236}">
                  <ns2:creationId id="{6FDA4DF4-C74D-F5AD-7129-DEEA8D49668F}"/>
                </a:ext>
              </a:extLst>
            </p:cNvPr>
            <p:cNvGrpSpPr/>
            <p:nvPr/>
          </p:nvGrpSpPr>
          <p:grpSpPr>
            <a:xfrm>
              <a:off x="371475" y="1956932"/>
              <a:ext cx="3451923" cy="4172405"/>
              <a:chOff x="371475" y="1956932"/>
              <a:chExt cx="3451923" cy="4172405"/>
            </a:xfrm>
          </p:grpSpPr>
          <p:sp>
            <p:nvSpPr>
              <p:cNvPr id="29" name="Google Shape;787;p75">
                <a:extLst>
                  <a:ext uri="{FF2B5EF4-FFF2-40B4-BE49-F238E27FC236}">
                    <ns2:creationId id="{EA74746F-0952-7821-146B-D81F1AC0189C}"/>
                  </a:ext>
                </a:extLst>
              </p:cNvPr>
              <p:cNvSpPr/>
              <p:nvPr/>
            </p:nvSpPr>
            <p:spPr>
              <a:xfrm>
                <a:off x="405857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endParaRPr kumimoji="0" sz="15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endParaRP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ns2:creationId id="{379B76E1-A980-FC93-2B42-FBE76103DA5A}"/>
                  </a:ext>
                </a:extLst>
              </p:cNvPr>
              <p:cNvGrpSpPr/>
              <p:nvPr/>
            </p:nvGrpSpPr>
            <p:grpSpPr>
              <a:xfrm>
                <a:off x="371475" y="1956932"/>
                <a:ext cx="3417541" cy="841804"/>
                <a:chOff x="371475" y="1956932"/>
                <a:chExt cx="3417541" cy="841804"/>
              </a:xfrm>
            </p:grpSpPr>
            <p:sp>
              <p:nvSpPr>
                <p:cNvPr id="11" name="テキスト ボックス 10">
                  <a:extLst>
                    <a:ext uri="{FF2B5EF4-FFF2-40B4-BE49-F238E27FC236}">
                      <ns2:creationId id="{CD04B442-C2AC-8ABE-59D5-A49CB6564295}"/>
                    </a:ext>
                  </a:extLst>
                </p:cNvPr>
                <p:cNvSpPr txBox="1"/>
                <p:nvPr/>
              </p:nvSpPr>
              <p:spPr>
                <a:xfrm>
                  <a:off x="371475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8" descr="チェックマークの付いた盾 単色塗りつぶし">
                  <a:extLst>
                    <a:ext uri="{FF2B5EF4-FFF2-40B4-BE49-F238E27FC236}">
                      <ns2:creationId id="{4E0D3B96-C62B-AA62-6BF5-E1BBF7397B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71610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4" name="グループ化 43">
              <a:extLst>
                <a:ext uri="{FF2B5EF4-FFF2-40B4-BE49-F238E27FC236}">
                  <ns2:creationId id="{165EC962-7FFA-485B-A107-C22712F6CF83}"/>
                </a:ext>
              </a:extLst>
            </p:cNvPr>
            <p:cNvGrpSpPr/>
            <p:nvPr/>
          </p:nvGrpSpPr>
          <p:grpSpPr>
            <a:xfrm>
              <a:off x="4354496" y="1956932"/>
              <a:ext cx="3485068" cy="4172405"/>
              <a:chOff x="4354496" y="1956932"/>
              <a:chExt cx="3485068" cy="4172405"/>
            </a:xfrm>
          </p:grpSpPr>
          <p:sp>
            <p:nvSpPr>
              <p:cNvPr id="40" name="Google Shape;787;p75">
                <a:extLst>
                  <a:ext uri="{FF2B5EF4-FFF2-40B4-BE49-F238E27FC236}">
                    <ns2:creationId id="{38496C7B-BE6E-AA30-BEDA-A37E8FABD712}"/>
                  </a:ext>
                </a:extLst>
              </p:cNvPr>
              <p:cNvSpPr/>
              <p:nvPr/>
            </p:nvSpPr>
            <p:spPr>
              <a:xfrm>
                <a:off x="4387847" y="2943545"/>
                <a:ext cx="3451717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7" name="グループ化 36">
                <a:extLst>
                  <a:ext uri="{FF2B5EF4-FFF2-40B4-BE49-F238E27FC236}">
                    <ns2:creationId id="{F48CA084-BB3E-501A-B946-354D5F200196}"/>
                  </a:ext>
                </a:extLst>
              </p:cNvPr>
              <p:cNvGrpSpPr/>
              <p:nvPr/>
            </p:nvGrpSpPr>
            <p:grpSpPr>
              <a:xfrm>
                <a:off x="4354496" y="1956932"/>
                <a:ext cx="3451717" cy="841804"/>
                <a:chOff x="4354496" y="1956932"/>
                <a:chExt cx="3451717" cy="841804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4AE9F817-9166-3B86-8B78-2B07F4BFDCBA}"/>
                    </a:ext>
                  </a:extLst>
                </p:cNvPr>
                <p:cNvSpPr txBox="1"/>
                <p:nvPr/>
              </p:nvSpPr>
              <p:spPr>
                <a:xfrm>
                  <a:off x="4354496" y="1956932"/>
                  <a:ext cx="3451717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4" name="グラフィックス 23" descr="お金 単色塗りつぶし">
                  <a:extLst>
                    <a:ext uri="{FF2B5EF4-FFF2-40B4-BE49-F238E27FC236}">
                      <ns2:creationId id="{C6BFD04E-BB0C-771B-89B9-89EDA3C58D9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2126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5" name="グループ化 44">
              <a:extLst>
                <a:ext uri="{FF2B5EF4-FFF2-40B4-BE49-F238E27FC236}">
                  <ns2:creationId id="{34F65231-D04E-CB44-3EC7-285CA81F6918}"/>
                </a:ext>
              </a:extLst>
            </p:cNvPr>
            <p:cNvGrpSpPr/>
            <p:nvPr/>
          </p:nvGrpSpPr>
          <p:grpSpPr>
            <a:xfrm>
              <a:off x="8370663" y="1956932"/>
              <a:ext cx="3449862" cy="4172405"/>
              <a:chOff x="8370663" y="1956932"/>
              <a:chExt cx="3449862" cy="4172405"/>
            </a:xfrm>
          </p:grpSpPr>
          <p:sp>
            <p:nvSpPr>
              <p:cNvPr id="41" name="Google Shape;787;p75">
                <a:extLst>
                  <a:ext uri="{FF2B5EF4-FFF2-40B4-BE49-F238E27FC236}">
                    <ns2:creationId id="{AF0A8574-12B2-EDDF-1036-3C764835C075}"/>
                  </a:ext>
                </a:extLst>
              </p:cNvPr>
              <p:cNvSpPr/>
              <p:nvPr/>
            </p:nvSpPr>
            <p:spPr>
              <a:xfrm>
                <a:off x="8402984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6" name="グループ化 35">
                <a:extLst>
                  <a:ext uri="{FF2B5EF4-FFF2-40B4-BE49-F238E27FC236}">
                    <ns2:creationId id="{2F638427-6CC6-4B1C-2B0C-C866BDE1C031}"/>
                  </a:ext>
                </a:extLst>
              </p:cNvPr>
              <p:cNvGrpSpPr/>
              <p:nvPr/>
            </p:nvGrpSpPr>
            <p:grpSpPr>
              <a:xfrm>
                <a:off x="8370663" y="1956932"/>
                <a:ext cx="3417541" cy="841804"/>
                <a:chOff x="8370663" y="1956932"/>
                <a:chExt cx="3417541" cy="841804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FFE15130-7ACD-972E-5C4A-629D5DA587CA}"/>
                    </a:ext>
                  </a:extLst>
                </p:cNvPr>
                <p:cNvSpPr txBox="1"/>
                <p:nvPr/>
              </p:nvSpPr>
              <p:spPr>
                <a:xfrm>
                  <a:off x="8370663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8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6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26" name="グラフィックス 25" descr="トラック 単色塗りつぶし">
                  <a:extLst>
                    <a:ext uri="{FF2B5EF4-FFF2-40B4-BE49-F238E27FC236}">
                      <ns2:creationId id="{C6207E5A-BD77-2D02-C7A3-A596DACB6D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11750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027913876"/>
      </p:ext>
    </p:extLst>
  </p:cSld>
  <p:clrMapOvr>
    <a:masterClrMapping/>
  </p:clrMapOvr>
</p:sld>
</file>

<file path=ppt/slides/slide3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355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ns2:creationId id="{B68D187F-8EF3-B6CB-93D0-6EFD8D1B9D92}"/>
              </a:ext>
            </a:extLst>
          </p:cNvPr>
          <p:cNvGrpSpPr/>
          <p:nvPr/>
        </p:nvGrpSpPr>
        <p:grpSpPr>
          <a:xfrm>
            <a:off x="371475" y="1177926"/>
            <a:ext cx="11449051" cy="4947494"/>
            <a:chOff x="371475" y="1177926"/>
            <a:chExt cx="11449051" cy="4947494"/>
          </a:xfrm>
        </p:grpSpPr>
        <p:grpSp>
          <p:nvGrpSpPr>
            <p:cNvPr id="71" name="グループ化 70">
              <a:extLst>
                <a:ext uri="{FF2B5EF4-FFF2-40B4-BE49-F238E27FC236}">
                  <ns2:creationId id="{420E8DA8-9E99-BE7B-BD6A-3FFED2A5B6A7}"/>
                </a:ext>
              </a:extLst>
            </p:cNvPr>
            <p:cNvGrpSpPr/>
            <p:nvPr/>
          </p:nvGrpSpPr>
          <p:grpSpPr>
            <a:xfrm>
              <a:off x="5393346" y="2099916"/>
              <a:ext cx="1437594" cy="4025504"/>
              <a:chOff x="5393346" y="2099916"/>
              <a:chExt cx="1437594" cy="4025504"/>
            </a:xfrm>
          </p:grpSpPr>
          <p:sp>
            <p:nvSpPr>
              <p:cNvPr id="46" name="三角形 60">
                <a:extLst>
                  <a:ext uri="{FF2B5EF4-FFF2-40B4-BE49-F238E27FC236}">
                    <ns2:creationId id="{917C1ADA-3055-F4A0-0FD4-FFF626C16A3A}"/>
                  </a:ext>
                </a:extLst>
              </p:cNvPr>
              <p:cNvSpPr/>
              <p:nvPr/>
            </p:nvSpPr>
            <p:spPr>
              <a:xfrm rot="5400000">
                <a:off x="6474103" y="4149400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三角形 60">
                <a:extLst>
                  <a:ext uri="{FF2B5EF4-FFF2-40B4-BE49-F238E27FC236}">
                    <ns2:creationId id="{48F3AA47-28C0-B057-B5A4-6563C30FD57D}"/>
                  </a:ext>
                </a:extLst>
              </p:cNvPr>
              <p:cNvSpPr/>
              <p:nvPr/>
            </p:nvSpPr>
            <p:spPr>
              <a:xfrm rot="16200000" flipH="1">
                <a:off x="5255618" y="4149399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三角形 60">
                <a:extLst>
                  <a:ext uri="{FF2B5EF4-FFF2-40B4-BE49-F238E27FC236}">
                    <ns2:creationId id="{73F3CAE1-7244-C7C9-632F-441874CA72BE}"/>
                  </a:ext>
                </a:extLst>
              </p:cNvPr>
              <p:cNvSpPr/>
              <p:nvPr/>
            </p:nvSpPr>
            <p:spPr>
              <a:xfrm rot="5400000">
                <a:off x="6477524" y="5423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三角形 60">
                <a:extLst>
                  <a:ext uri="{FF2B5EF4-FFF2-40B4-BE49-F238E27FC236}">
                    <ns2:creationId id="{C7DA0315-5B83-7B82-AB6E-76DE8CDEC39D}"/>
                  </a:ext>
                </a:extLst>
              </p:cNvPr>
              <p:cNvSpPr/>
              <p:nvPr/>
            </p:nvSpPr>
            <p:spPr>
              <a:xfrm rot="16200000" flipH="1">
                <a:off x="5259039" y="5423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4" name="三角形 60">
                <a:extLst>
                  <a:ext uri="{FF2B5EF4-FFF2-40B4-BE49-F238E27FC236}">
                    <ns2:creationId id="{1836CABB-FF1C-AEBA-8DA3-D57E1D015FE8}"/>
                  </a:ext>
                </a:extLst>
              </p:cNvPr>
              <p:cNvSpPr/>
              <p:nvPr/>
            </p:nvSpPr>
            <p:spPr>
              <a:xfrm rot="5400000">
                <a:off x="6474103" y="2730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三角形 60">
                <a:extLst>
                  <a:ext uri="{FF2B5EF4-FFF2-40B4-BE49-F238E27FC236}">
                    <ns2:creationId id="{51168443-FA8C-B183-3D92-05CBE9CF1C8B}"/>
                  </a:ext>
                </a:extLst>
              </p:cNvPr>
              <p:cNvSpPr/>
              <p:nvPr/>
            </p:nvSpPr>
            <p:spPr>
              <a:xfrm rot="16200000" flipH="1">
                <a:off x="5255618" y="2730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4A25E7D-A3C7-F5A1-45CA-1CD97D3C98A4}"/>
                  </a:ext>
                </a:extLst>
              </p:cNvPr>
              <p:cNvGrpSpPr/>
              <p:nvPr/>
            </p:nvGrpSpPr>
            <p:grpSpPr>
              <a:xfrm>
                <a:off x="5751563" y="2099916"/>
                <a:ext cx="717738" cy="1477078"/>
                <a:chOff x="5751563" y="2099916"/>
                <a:chExt cx="717738" cy="1477078"/>
              </a:xfrm>
            </p:grpSpPr>
            <p:sp>
              <p:nvSpPr>
                <p:cNvPr id="13" name="テキスト ボックス 12">
                  <a:extLst>
                    <a:ext uri="{FF2B5EF4-FFF2-40B4-BE49-F238E27FC236}">
                      <ns2:creationId id="{2BF95818-9D64-8D4A-2E88-9B4D54478F47}"/>
                    </a:ext>
                  </a:extLst>
                </p:cNvPr>
                <p:cNvSpPr txBox="1"/>
                <p:nvPr/>
              </p:nvSpPr>
              <p:spPr>
                <a:xfrm>
                  <a:off x="5751563" y="2099916"/>
                  <a:ext cx="717738" cy="1477078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チェックマークの付いた盾 単色塗りつぶし">
                  <a:extLst>
                    <a:ext uri="{FF2B5EF4-FFF2-40B4-BE49-F238E27FC236}">
                      <ns2:creationId id="{5275C18A-1738-97F9-D5E4-49A04B953E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48431" y="2330470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69" name="グループ化 68">
                <a:extLst>
                  <a:ext uri="{FF2B5EF4-FFF2-40B4-BE49-F238E27FC236}">
                    <ns2:creationId id="{926978BA-0C40-7666-AFD0-BDA1366CA587}"/>
                  </a:ext>
                </a:extLst>
              </p:cNvPr>
              <p:cNvGrpSpPr/>
              <p:nvPr/>
            </p:nvGrpSpPr>
            <p:grpSpPr>
              <a:xfrm>
                <a:off x="5747974" y="3663278"/>
                <a:ext cx="724916" cy="1187929"/>
                <a:chOff x="5747974" y="3663278"/>
                <a:chExt cx="724916" cy="1187929"/>
              </a:xfrm>
            </p:grpSpPr>
            <p:sp>
              <p:nvSpPr>
                <p:cNvPr id="17" name="テキスト ボックス 16">
                  <a:extLst>
                    <a:ext uri="{FF2B5EF4-FFF2-40B4-BE49-F238E27FC236}">
                      <ns2:creationId id="{4D74D0E1-2446-66FF-51F9-F3B4A8590118}"/>
                    </a:ext>
                  </a:extLst>
                </p:cNvPr>
                <p:cNvSpPr txBox="1"/>
                <p:nvPr/>
              </p:nvSpPr>
              <p:spPr>
                <a:xfrm>
                  <a:off x="5747974" y="3663278"/>
                  <a:ext cx="724916" cy="1187929"/>
                </a:xfrm>
                <a:prstGeom prst="roundRect">
                  <a:avLst>
                    <a:gd name="adj" fmla="val 496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8" name="グラフィックス 57" descr="お金 単色塗りつぶし">
                  <a:extLst>
                    <a:ext uri="{FF2B5EF4-FFF2-40B4-BE49-F238E27FC236}">
                      <ns2:creationId id="{2E66DEB6-720F-7520-EBAA-081E410224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948432" y="3791322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70" name="グループ化 69">
                <a:extLst>
                  <a:ext uri="{FF2B5EF4-FFF2-40B4-BE49-F238E27FC236}">
                    <ns2:creationId id="{667B59DC-F11C-474D-62B6-BB46657EBD3F}"/>
                  </a:ext>
                </a:extLst>
              </p:cNvPr>
              <p:cNvGrpSpPr/>
              <p:nvPr/>
            </p:nvGrpSpPr>
            <p:grpSpPr>
              <a:xfrm>
                <a:off x="5751563" y="4937491"/>
                <a:ext cx="717738" cy="1187929"/>
                <a:chOff x="5751563" y="4937491"/>
                <a:chExt cx="717738" cy="1187929"/>
              </a:xfrm>
            </p:grpSpPr>
            <p:sp>
              <p:nvSpPr>
                <p:cNvPr id="25" name="テキスト ボックス 24">
                  <a:extLst>
                    <a:ext uri="{FF2B5EF4-FFF2-40B4-BE49-F238E27FC236}">
                      <ns2:creationId id="{D3BC97E7-5A4D-95E6-C88C-D37F362863F3}"/>
                    </a:ext>
                  </a:extLst>
                </p:cNvPr>
                <p:cNvSpPr txBox="1"/>
                <p:nvPr/>
              </p:nvSpPr>
              <p:spPr>
                <a:xfrm>
                  <a:off x="5751563" y="4937491"/>
                  <a:ext cx="717738" cy="1187929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0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2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59" name="グラフィックス 58" descr="トラック 単色塗りつぶし">
                  <a:extLst>
                    <a:ext uri="{FF2B5EF4-FFF2-40B4-BE49-F238E27FC236}">
                      <ns2:creationId id="{A75ABA12-062E-CA46-E363-943C2FAF20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948431" y="502039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6" name="グループ化 65">
              <a:extLst>
                <a:ext uri="{FF2B5EF4-FFF2-40B4-BE49-F238E27FC236}">
                  <ns2:creationId id="{A296CCCB-BC47-8A2E-6D14-A744508A16D2}"/>
                </a:ext>
              </a:extLst>
            </p:cNvPr>
            <p:cNvGrpSpPr/>
            <p:nvPr/>
          </p:nvGrpSpPr>
          <p:grpSpPr>
            <a:xfrm>
              <a:off x="371475" y="1177926"/>
              <a:ext cx="4994767" cy="4947494"/>
              <a:chOff x="371475" y="1177926"/>
              <a:chExt cx="4994767" cy="4947494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7ADBC89-A5A1-526A-ED6C-B956DD075270}"/>
                  </a:ext>
                </a:extLst>
              </p:cNvPr>
              <p:cNvSpPr/>
              <p:nvPr/>
            </p:nvSpPr>
            <p:spPr>
              <a:xfrm>
                <a:off x="371475" y="1592266"/>
                <a:ext cx="4959061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 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21035541-D73D-F55B-40B4-84B9B6F594E8}"/>
                  </a:ext>
                </a:extLst>
              </p:cNvPr>
              <p:cNvSpPr txBox="1"/>
              <p:nvPr/>
            </p:nvSpPr>
            <p:spPr>
              <a:xfrm>
                <a:off x="371475" y="1177926"/>
                <a:ext cx="4959061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37" name="Google Shape;787;p75">
                <a:extLst>
                  <a:ext uri="{FF2B5EF4-FFF2-40B4-BE49-F238E27FC236}">
                    <ns2:creationId id="{8A3A1B45-78B5-B367-269B-6E84285AE416}"/>
                  </a:ext>
                </a:extLst>
              </p:cNvPr>
              <p:cNvSpPr/>
              <p:nvPr/>
            </p:nvSpPr>
            <p:spPr>
              <a:xfrm>
                <a:off x="371475" y="2099916"/>
                <a:ext cx="4959061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3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 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38" name="Google Shape;787;p75">
                <a:extLst>
                  <a:ext uri="{FF2B5EF4-FFF2-40B4-BE49-F238E27FC236}">
                    <ns2:creationId id="{A130889A-BB43-8B8C-4B42-FD0C90ADC5EC}"/>
                  </a:ext>
                </a:extLst>
              </p:cNvPr>
              <p:cNvSpPr/>
              <p:nvPr/>
            </p:nvSpPr>
            <p:spPr>
              <a:xfrm>
                <a:off x="407181" y="3602034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7F7F7F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sp>
            <p:nvSpPr>
              <p:cNvPr id="39" name="Google Shape;787;p75">
                <a:extLst>
                  <a:ext uri="{FF2B5EF4-FFF2-40B4-BE49-F238E27FC236}">
                    <ns2:creationId id="{42ED0416-E2D6-62B5-10AE-4A04BCD9646A}"/>
                  </a:ext>
                </a:extLst>
              </p:cNvPr>
              <p:cNvSpPr/>
              <p:nvPr/>
            </p:nvSpPr>
            <p:spPr>
              <a:xfrm>
                <a:off x="407181" y="4937491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2" name="グループ化 61">
                <a:extLst>
                  <a:ext uri="{FF2B5EF4-FFF2-40B4-BE49-F238E27FC236}">
                    <ns2:creationId id="{9137D4A9-B778-FB53-D5E6-E99C40F6F167}"/>
                  </a:ext>
                </a:extLst>
              </p:cNvPr>
              <p:cNvGrpSpPr/>
              <p:nvPr/>
            </p:nvGrpSpPr>
            <p:grpSpPr>
              <a:xfrm>
                <a:off x="371475" y="3589514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0" name="直線コネクタ 59">
                  <a:extLst>
                    <a:ext uri="{FF2B5EF4-FFF2-40B4-BE49-F238E27FC236}">
                      <ns2:creationId id="{47CB37E7-3C9A-3017-E09A-9A70771A5D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線コネクタ 60">
                  <a:extLst>
                    <a:ext uri="{FF2B5EF4-FFF2-40B4-BE49-F238E27FC236}">
                      <ns2:creationId id="{D06193DC-D51F-779F-B0CB-8D9171A77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" name="グループ化 66">
              <a:extLst>
                <a:ext uri="{FF2B5EF4-FFF2-40B4-BE49-F238E27FC236}">
                  <ns2:creationId id="{553C1A19-2732-2B09-5B25-BA53B2A11AF4}"/>
                </a:ext>
              </a:extLst>
            </p:cNvPr>
            <p:cNvGrpSpPr/>
            <p:nvPr/>
          </p:nvGrpSpPr>
          <p:grpSpPr>
            <a:xfrm>
              <a:off x="6861464" y="1177926"/>
              <a:ext cx="4959062" cy="4947494"/>
              <a:chOff x="6861464" y="1177926"/>
              <a:chExt cx="4959062" cy="494749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BFC6FD2A-E5B9-8CCF-1B2C-8FF61CD113A0}"/>
                  </a:ext>
                </a:extLst>
              </p:cNvPr>
              <p:cNvSpPr/>
              <p:nvPr/>
            </p:nvSpPr>
            <p:spPr>
              <a:xfrm>
                <a:off x="6861466" y="1574802"/>
                <a:ext cx="4959059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/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テキスト ボックス 9">
                <a:extLst>
                  <a:ext uri="{FF2B5EF4-FFF2-40B4-BE49-F238E27FC236}">
                    <ns2:creationId id="{139ED259-A0A7-DADB-35AD-9BB08D2E409D}"/>
                  </a:ext>
                </a:extLst>
              </p:cNvPr>
              <p:cNvSpPr txBox="1"/>
              <p:nvPr/>
            </p:nvSpPr>
            <p:spPr>
              <a:xfrm>
                <a:off x="6861465" y="1177926"/>
                <a:ext cx="4959059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42" name="Google Shape;787;p75">
                <a:extLst>
                  <a:ext uri="{FF2B5EF4-FFF2-40B4-BE49-F238E27FC236}">
                    <ns2:creationId id="{C3489A7F-0319-2C12-9C51-443037E1D8C7}"/>
                  </a:ext>
                </a:extLst>
              </p:cNvPr>
              <p:cNvSpPr/>
              <p:nvPr/>
            </p:nvSpPr>
            <p:spPr>
              <a:xfrm>
                <a:off x="6861464" y="2099916"/>
                <a:ext cx="4959059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3" name="Google Shape;787;p75">
                <a:extLst>
                  <a:ext uri="{FF2B5EF4-FFF2-40B4-BE49-F238E27FC236}">
                    <ns2:creationId id="{37820CCE-D8B8-0C1F-35C8-A755C8DF02AA}"/>
                  </a:ext>
                </a:extLst>
              </p:cNvPr>
              <p:cNvSpPr/>
              <p:nvPr/>
            </p:nvSpPr>
            <p:spPr>
              <a:xfrm>
                <a:off x="6861464" y="3663278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4" name="Google Shape;787;p75">
                <a:extLst>
                  <a:ext uri="{FF2B5EF4-FFF2-40B4-BE49-F238E27FC236}">
                    <ns2:creationId id="{F7E87B66-873B-FA19-92E1-07E0413A7466}"/>
                  </a:ext>
                </a:extLst>
              </p:cNvPr>
              <p:cNvSpPr/>
              <p:nvPr/>
            </p:nvSpPr>
            <p:spPr>
              <a:xfrm>
                <a:off x="6861464" y="4937491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PDCA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3" name="グループ化 62">
                <a:extLst>
                  <a:ext uri="{FF2B5EF4-FFF2-40B4-BE49-F238E27FC236}">
                    <ns2:creationId id="{96233C67-2529-D210-AB49-4989640BFF50}"/>
                  </a:ext>
                </a:extLst>
              </p:cNvPr>
              <p:cNvGrpSpPr/>
              <p:nvPr/>
            </p:nvGrpSpPr>
            <p:grpSpPr>
              <a:xfrm>
                <a:off x="6861465" y="3589513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4" name="直線コネクタ 63">
                  <a:extLst>
                    <a:ext uri="{FF2B5EF4-FFF2-40B4-BE49-F238E27FC236}">
                      <ns2:creationId id="{C0D4B0FF-D961-20FA-0DEA-F6582CF10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直線コネクタ 64">
                  <a:extLst>
                    <a:ext uri="{FF2B5EF4-FFF2-40B4-BE49-F238E27FC236}">
                      <ns2:creationId id="{73EA0381-FA8A-E79B-0817-BFC05D1C48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507703623"/>
      </p:ext>
    </p:extLst>
  </p:cSld>
  <p:clrMapOvr>
    <a:masterClrMapping/>
  </p:clrMapOvr>
</p:sld>
</file>

<file path=ppt/slides/slide35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Webサイト, ウェブデザイン, 発達, コード, プログラミング">
            <a:extLst>
              <a:ext uri="{FF2B5EF4-FFF2-40B4-BE49-F238E27FC236}">
                <ns2:creationId id="{5EE19A1E-865E-888E-50F7-6B2A9E62A4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alphaModFix amt="20000"/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 l="20511" t="337" r="28776" b="5853"/>
          <a:stretch/>
        </p:blipFill>
        <p:spPr bwMode="auto">
          <a:xfrm>
            <a:off x="0" y="0"/>
            <a:ext cx="5556537" cy="6858000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z="800" smtClean="0">
                <a:solidFill>
                  <a:srgbClr val="7F7F7F">
                    <a:lumMod val="100000"/>
                  </a:srgbClr>
                </a:solidFill>
              </a:rPr>
              <a:pPr/>
              <a:t>356</a:t>
            </a:fld>
            <a:endParaRPr lang="ja-JP" altLang="en-US" sz="800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ns2:creationId id="{C3163F31-F1AF-653F-2B6B-CAF3D627E70A}"/>
              </a:ext>
            </a:extLst>
          </p:cNvPr>
          <p:cNvGrpSpPr/>
          <p:nvPr/>
        </p:nvGrpSpPr>
        <p:grpSpPr>
          <a:xfrm>
            <a:off x="323268" y="1772305"/>
            <a:ext cx="4910000" cy="3386127"/>
            <a:chOff x="323268" y="1806169"/>
            <a:chExt cx="4910000" cy="3386127"/>
          </a:xfrm>
        </p:grpSpPr>
        <p:pic>
          <p:nvPicPr>
            <p:cNvPr id="8" name="Google Shape;1905;p158">
              <a:extLst>
                <a:ext uri="{FF2B5EF4-FFF2-40B4-BE49-F238E27FC236}">
                  <ns2:creationId id="{A2507FB9-167E-7F46-682D-DF1AA8DB7806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87202" y="1806169"/>
              <a:ext cx="3782133" cy="8864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" name="Google Shape;1906;p158">
              <a:extLst>
                <a:ext uri="{FF2B5EF4-FFF2-40B4-BE49-F238E27FC236}">
                  <ns2:creationId id="{0A0B8106-192A-6EAB-E1E6-78EA1454D9F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567988" y="3036860"/>
              <a:ext cx="2557342" cy="77574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" name="Google Shape;1908;p158">
              <a:extLst>
                <a:ext uri="{FF2B5EF4-FFF2-40B4-BE49-F238E27FC236}">
                  <ns2:creationId id="{B1C1DC25-65B6-EF2E-A766-0146DDABCBED}"/>
                </a:ext>
              </a:extLst>
            </p:cNvPr>
            <p:cNvSpPr txBox="1"/>
            <p:nvPr/>
          </p:nvSpPr>
          <p:spPr>
            <a:xfrm>
              <a:off x="323268" y="4096652"/>
              <a:ext cx="4910000" cy="10956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spAutoFit/>
            </a:bodyPr>
            <a:lstStyle/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4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0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</p:grpSp>
      <p:grpSp>
        <p:nvGrpSpPr>
          <p:cNvPr id="111" name="グループ化 110">
            <a:extLst>
              <a:ext uri="{FF2B5EF4-FFF2-40B4-BE49-F238E27FC236}">
                <ns2:creationId id="{C108BE73-D511-EF60-8B65-83FB75351E4A}"/>
              </a:ext>
            </a:extLst>
          </p:cNvPr>
          <p:cNvGrpSpPr/>
          <p:nvPr/>
        </p:nvGrpSpPr>
        <p:grpSpPr>
          <a:xfrm>
            <a:off x="6206151" y="1079860"/>
            <a:ext cx="5573676" cy="4698281"/>
            <a:chOff x="6237324" y="1079859"/>
            <a:chExt cx="5573676" cy="4698281"/>
          </a:xfrm>
        </p:grpSpPr>
        <p:grpSp>
          <p:nvGrpSpPr>
            <p:cNvPr id="106" name="グループ化 105">
              <a:extLst>
                <a:ext uri="{FF2B5EF4-FFF2-40B4-BE49-F238E27FC236}">
                  <ns2:creationId id="{CEE86D18-7FC8-250F-C071-8C9ACFB05438}"/>
                </a:ext>
              </a:extLst>
            </p:cNvPr>
            <p:cNvGrpSpPr/>
            <p:nvPr/>
          </p:nvGrpSpPr>
          <p:grpSpPr>
            <a:xfrm>
              <a:off x="6237324" y="1079859"/>
              <a:ext cx="5564150" cy="1482843"/>
              <a:chOff x="6237324" y="1079859"/>
              <a:chExt cx="5564150" cy="1482843"/>
            </a:xfrm>
          </p:grpSpPr>
          <p:grpSp>
            <p:nvGrpSpPr>
              <p:cNvPr id="105" name="グループ化 104">
                <a:extLst>
                  <a:ext uri="{FF2B5EF4-FFF2-40B4-BE49-F238E27FC236}">
                    <ns2:creationId id="{FEF5A333-72CB-B906-77CF-0AD949ECCFD7}"/>
                  </a:ext>
                </a:extLst>
              </p:cNvPr>
              <p:cNvGrpSpPr/>
              <p:nvPr/>
            </p:nvGrpSpPr>
            <p:grpSpPr>
              <a:xfrm>
                <a:off x="6237324" y="1079859"/>
                <a:ext cx="1657558" cy="1482843"/>
                <a:chOff x="6237324" y="1079859"/>
                <a:chExt cx="1657558" cy="1482843"/>
              </a:xfrm>
            </p:grpSpPr>
            <p:sp>
              <p:nvSpPr>
                <p:cNvPr id="78" name="矢印: 五方向 69">
                  <a:extLst>
                    <a:ext uri="{FF2B5EF4-FFF2-40B4-BE49-F238E27FC236}">
                      <ns2:creationId id="{6EBB6F1F-91AC-B2FA-ED38-4217AAB8DDB0}"/>
                    </a:ext>
                  </a:extLst>
                </p:cNvPr>
                <p:cNvSpPr/>
                <p:nvPr/>
              </p:nvSpPr>
              <p:spPr>
                <a:xfrm>
                  <a:off x="6237324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2" name="グラフィックス 91" descr="メガホン 1 単色塗りつぶし">
                  <a:extLst>
                    <a:ext uri="{FF2B5EF4-FFF2-40B4-BE49-F238E27FC236}">
                      <ns2:creationId id="{6A0EF9D4-8449-5A95-BAC7-62237E640A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791192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6B219AF2-CEFF-F70C-A8E8-49F715C069BA}"/>
                  </a:ext>
                </a:extLst>
              </p:cNvPr>
              <p:cNvGrpSpPr/>
              <p:nvPr/>
            </p:nvGrpSpPr>
            <p:grpSpPr>
              <a:xfrm>
                <a:off x="8190620" y="1079859"/>
                <a:ext cx="1657558" cy="1482843"/>
                <a:chOff x="8190620" y="1079859"/>
                <a:chExt cx="1657558" cy="1482843"/>
              </a:xfrm>
            </p:grpSpPr>
            <p:sp>
              <p:nvSpPr>
                <p:cNvPr id="82" name="矢印: 五方向 69">
                  <a:extLst>
                    <a:ext uri="{FF2B5EF4-FFF2-40B4-BE49-F238E27FC236}">
                      <ns2:creationId id="{3FB77413-5BC3-F8A4-B39C-4410B5E6D79E}"/>
                    </a:ext>
                  </a:extLst>
                </p:cNvPr>
                <p:cNvSpPr/>
                <p:nvPr/>
              </p:nvSpPr>
              <p:spPr>
                <a:xfrm>
                  <a:off x="8190620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zh-TW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3" name="グラフィックス 92" descr="棒グラフ (上昇) 単色塗りつぶし">
                  <a:extLst>
                    <a:ext uri="{FF2B5EF4-FFF2-40B4-BE49-F238E27FC236}">
                      <ns2:creationId id="{E419D121-6D77-1DD2-7E94-819578854C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6"/>
                    </a:ext>
                  </a:extLst>
                </a:blip>
                <a:srcRect/>
                <a:stretch/>
              </p:blipFill>
              <p:spPr>
                <a:xfrm>
                  <a:off x="8744488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10F46F28-94E2-99F3-DEBA-3EB1BA26E32E}"/>
                  </a:ext>
                </a:extLst>
              </p:cNvPr>
              <p:cNvGrpSpPr/>
              <p:nvPr/>
            </p:nvGrpSpPr>
            <p:grpSpPr>
              <a:xfrm>
                <a:off x="10143916" y="1079859"/>
                <a:ext cx="1657558" cy="1482843"/>
                <a:chOff x="10143916" y="1079859"/>
                <a:chExt cx="1657558" cy="1482843"/>
              </a:xfrm>
            </p:grpSpPr>
            <p:sp>
              <p:nvSpPr>
                <p:cNvPr id="85" name="矢印: 五方向 69">
                  <a:extLst>
                    <a:ext uri="{FF2B5EF4-FFF2-40B4-BE49-F238E27FC236}">
                      <ns2:creationId id="{142577EC-F85A-EDF9-CD61-5F00E6FADE62}"/>
                    </a:ext>
                  </a:extLst>
                </p:cNvPr>
                <p:cNvSpPr/>
                <p:nvPr/>
              </p:nvSpPr>
              <p:spPr>
                <a:xfrm>
                  <a:off x="10143916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  <a:endParaRPr kumimoji="0" lang="en-US" altLang="zh-TW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endParaRPr>
                </a:p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</a:p>
              </p:txBody>
            </p:sp>
            <p:pic>
              <p:nvPicPr>
                <p:cNvPr id="94" name="グラフィックス 93" descr="ユーザー 単色塗りつぶし">
                  <a:extLst>
                    <a:ext uri="{FF2B5EF4-FFF2-40B4-BE49-F238E27FC236}">
                      <ns2:creationId id="{298931AE-A87A-9A77-75FF-A3D8EA4B060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rcRect/>
                <a:stretch/>
              </p:blipFill>
              <p:spPr>
                <a:xfrm>
                  <a:off x="10697784" y="1193800"/>
                  <a:ext cx="549822" cy="54982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0" name="グループ化 109">
              <a:extLst>
                <a:ext uri="{FF2B5EF4-FFF2-40B4-BE49-F238E27FC236}">
                  <ns2:creationId id="{2ECEF8A7-53FD-F73C-3165-7AB5CD4AD698}"/>
                </a:ext>
              </a:extLst>
            </p:cNvPr>
            <p:cNvGrpSpPr/>
            <p:nvPr/>
          </p:nvGrpSpPr>
          <p:grpSpPr>
            <a:xfrm>
              <a:off x="6285189" y="3152657"/>
              <a:ext cx="5525811" cy="2625483"/>
              <a:chOff x="6285189" y="3152657"/>
              <a:chExt cx="5525811" cy="2625483"/>
            </a:xfrm>
          </p:grpSpPr>
          <p:grpSp>
            <p:nvGrpSpPr>
              <p:cNvPr id="107" name="グループ化 106">
                <a:extLst>
                  <a:ext uri="{FF2B5EF4-FFF2-40B4-BE49-F238E27FC236}">
                    <ns2:creationId id="{0FF0931B-3139-4352-17EE-092237D38382}"/>
                  </a:ext>
                </a:extLst>
              </p:cNvPr>
              <p:cNvGrpSpPr/>
              <p:nvPr/>
            </p:nvGrpSpPr>
            <p:grpSpPr>
              <a:xfrm>
                <a:off x="6285189" y="3152657"/>
                <a:ext cx="5525811" cy="630164"/>
                <a:chOff x="6285189" y="3152657"/>
                <a:chExt cx="5525811" cy="630164"/>
              </a:xfrm>
            </p:grpSpPr>
            <p:grpSp>
              <p:nvGrpSpPr>
                <p:cNvPr id="72" name="グループ化 71">
                  <a:extLst>
                    <a:ext uri="{FF2B5EF4-FFF2-40B4-BE49-F238E27FC236}">
                      <ns2:creationId id="{36B18609-EC63-9862-5264-9A5B5AB7A574}"/>
                    </a:ext>
                  </a:extLst>
                </p:cNvPr>
                <p:cNvGrpSpPr/>
                <p:nvPr/>
              </p:nvGrpSpPr>
              <p:grpSpPr>
                <a:xfrm>
                  <a:off x="6888480" y="3152657"/>
                  <a:ext cx="4922520" cy="630164"/>
                  <a:chOff x="6353175" y="4034306"/>
                  <a:chExt cx="5467349" cy="858853"/>
                </a:xfrm>
              </p:grpSpPr>
              <p:sp>
                <p:nvSpPr>
                  <p:cNvPr id="56" name="Google Shape;787;p75">
                    <a:extLst>
                      <a:ext uri="{FF2B5EF4-FFF2-40B4-BE49-F238E27FC236}">
                        <ns2:creationId id="{E76931A2-BAB4-C239-6404-A2F000152D01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69" name="直線コネクタ 68">
                    <a:extLst>
                      <a:ext uri="{FF2B5EF4-FFF2-40B4-BE49-F238E27FC236}">
                        <ns2:creationId id="{810D8F82-8349-E0A7-F731-9A5B5D900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7" name="グラフィックス 96" descr="ターゲット 単色塗りつぶし">
                  <a:extLst>
                    <a:ext uri="{FF2B5EF4-FFF2-40B4-BE49-F238E27FC236}">
                      <ns2:creationId id="{5CE4AEE0-8514-2101-4935-886E6A0D29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rcRect/>
                <a:stretch/>
              </p:blipFill>
              <p:spPr>
                <a:xfrm>
                  <a:off x="6285189" y="325173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8" name="グループ化 107">
                <a:extLst>
                  <a:ext uri="{FF2B5EF4-FFF2-40B4-BE49-F238E27FC236}">
                    <ns2:creationId id="{AC2AD307-5C5C-AA64-8F01-3A3E66F292D2}"/>
                  </a:ext>
                </a:extLst>
              </p:cNvPr>
              <p:cNvGrpSpPr/>
              <p:nvPr/>
            </p:nvGrpSpPr>
            <p:grpSpPr>
              <a:xfrm>
                <a:off x="6285189" y="3941732"/>
                <a:ext cx="5525811" cy="838748"/>
                <a:chOff x="6285189" y="3941732"/>
                <a:chExt cx="5525811" cy="838748"/>
              </a:xfrm>
            </p:grpSpPr>
            <p:grpSp>
              <p:nvGrpSpPr>
                <p:cNvPr id="73" name="グループ化 72">
                  <a:extLst>
                    <a:ext uri="{FF2B5EF4-FFF2-40B4-BE49-F238E27FC236}">
                      <ns2:creationId id="{AE4E2BBA-AE23-AFF6-2D98-B238059A5287}"/>
                    </a:ext>
                  </a:extLst>
                </p:cNvPr>
                <p:cNvGrpSpPr/>
                <p:nvPr/>
              </p:nvGrpSpPr>
              <p:grpSpPr>
                <a:xfrm>
                  <a:off x="6888480" y="3941732"/>
                  <a:ext cx="4922520" cy="838748"/>
                  <a:chOff x="6353175" y="4034306"/>
                  <a:chExt cx="5467349" cy="858853"/>
                </a:xfrm>
              </p:grpSpPr>
              <p:sp>
                <p:nvSpPr>
                  <p:cNvPr id="74" name="Google Shape;787;p75">
                    <a:extLst>
                      <a:ext uri="{FF2B5EF4-FFF2-40B4-BE49-F238E27FC236}">
                        <ns2:creationId id="{F0E5EDA1-D0FC-7B72-9216-1C9703972C44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b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</a:b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5" name="直線コネクタ 74">
                    <a:extLst>
                      <a:ext uri="{FF2B5EF4-FFF2-40B4-BE49-F238E27FC236}">
                        <ns2:creationId id="{6C2D228B-C3BD-C409-679D-DF282C1C59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8" name="グラフィックス 97" descr="左矢印付きの円 単色塗りつぶし">
                  <a:extLst>
                    <a:ext uri="{FF2B5EF4-FFF2-40B4-BE49-F238E27FC236}">
                      <ns2:creationId id="{2BFD7E47-CBC1-FE78-DE21-257462E530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rcRect/>
                <a:stretch/>
              </p:blipFill>
              <p:spPr>
                <a:xfrm flipH="1">
                  <a:off x="6285189" y="4145106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9" name="グループ化 108">
                <a:extLst>
                  <a:ext uri="{FF2B5EF4-FFF2-40B4-BE49-F238E27FC236}">
                    <ns2:creationId id="{B36CADCE-1465-64EC-E482-5AB30A9B34A3}"/>
                  </a:ext>
                </a:extLst>
              </p:cNvPr>
              <p:cNvGrpSpPr/>
              <p:nvPr/>
            </p:nvGrpSpPr>
            <p:grpSpPr>
              <a:xfrm>
                <a:off x="6285189" y="4939392"/>
                <a:ext cx="5525811" cy="838748"/>
                <a:chOff x="6285189" y="4939392"/>
                <a:chExt cx="5525811" cy="838748"/>
              </a:xfrm>
            </p:grpSpPr>
            <p:grpSp>
              <p:nvGrpSpPr>
                <p:cNvPr id="76" name="グループ化 75">
                  <a:extLst>
                    <a:ext uri="{FF2B5EF4-FFF2-40B4-BE49-F238E27FC236}">
                      <ns2:creationId id="{F0544842-32B0-458A-602F-2790B16E9216}"/>
                    </a:ext>
                  </a:extLst>
                </p:cNvPr>
                <p:cNvGrpSpPr/>
                <p:nvPr/>
              </p:nvGrpSpPr>
              <p:grpSpPr>
                <a:xfrm>
                  <a:off x="6888481" y="4939392"/>
                  <a:ext cx="4922519" cy="838748"/>
                  <a:chOff x="6362869" y="5176448"/>
                  <a:chExt cx="5467348" cy="858853"/>
                </a:xfrm>
              </p:grpSpPr>
              <p:sp>
                <p:nvSpPr>
                  <p:cNvPr id="66" name="Google Shape;787;p75">
                    <a:extLst>
                      <a:ext uri="{FF2B5EF4-FFF2-40B4-BE49-F238E27FC236}">
                        <ns2:creationId id="{1922A6D2-D5CE-4B7B-CC14-C9587478C94A}"/>
                      </a:ext>
                    </a:extLst>
                  </p:cNvPr>
                  <p:cNvSpPr/>
                  <p:nvPr/>
                </p:nvSpPr>
                <p:spPr>
                  <a:xfrm>
                    <a:off x="6498040" y="5266154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1" name="直線コネクタ 70">
                    <a:extLst>
                      <a:ext uri="{FF2B5EF4-FFF2-40B4-BE49-F238E27FC236}">
                        <ns2:creationId id="{E90C0C7F-EE3E-D230-3AB6-73DAED150F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62869" y="5176448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9" name="グラフィックス 98" descr="バッジ: チェックマーク 1 単色塗りつぶし">
                  <a:extLst>
                    <a:ext uri="{FF2B5EF4-FFF2-40B4-BE49-F238E27FC236}">
                      <ns2:creationId id="{AF7C085D-DF00-195A-9C82-12BE2C876A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rcRect/>
                <a:stretch/>
              </p:blipFill>
              <p:spPr>
                <a:xfrm>
                  <a:off x="6285189" y="5142766"/>
                  <a:ext cx="432000" cy="432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6:creationId val="126603407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heme/theme1.xml><?xml version="1.0" encoding="utf-8"?>
<a:theme xmlns:a="http://schemas.openxmlformats.org/drawingml/2006/main" name="Office テーマ">
  <a:themeElements>
    <a:clrScheme name="ユーザー定義 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008D2E"/>
      </a:accent5>
      <a:accent6>
        <a:srgbClr val="70AD47"/>
      </a:accent6>
      <a:hlink>
        <a:srgbClr val="0563C1"/>
      </a:hlink>
      <a:folHlink>
        <a:srgbClr val="954F72"/>
      </a:folHlink>
    </a:clrScheme>
    <a:fontScheme name="Meiryo UI">
      <a:majorFont>
        <a:latin typeface="Meiryo UI"/>
        <a:ea typeface="Meiryo UI"/>
        <a:cs typeface=""/>
      </a:majorFont>
      <a:minorFont>
        <a:latin typeface="Meiryo UI"/>
        <a:ea typeface="Meiryo U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6">
            <a:lumMod val="20000"/>
            <a:lumOff val="80000"/>
          </a:schemeClr>
        </a:solidFill>
        <a:ln w="3175">
          <a:noFill/>
        </a:ln>
        <a:effectLst/>
      </a:spPr>
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400" dirty="0" smtClean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defRPr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med" len="med"/>
          <a:tailEnd type="none" w="med" len="me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プレゼンテーション1" id="{C55E6A12-3EF5-4C74-A9A5-996A9174E5AC}" vid="{AED920B8-8640-468C-970B-65DAA56A6812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ドキュメント" ma:contentTypeID="0x010100667F58365028D544AA740988642801B7" ma:contentTypeVersion="4" ma:contentTypeDescription="新しいドキュメントを作成します。" ma:contentTypeScope="" ma:versionID="bc76c07572b860ace8224c0271b6bb96">
  <xsd:schema xmlns:xsd="http://www.w3.org/2001/XMLSchema" xmlns:xs="http://www.w3.org/2001/XMLSchema" xmlns:p="http://schemas.microsoft.com/office/2006/metadata/properties" xmlns:ns2="8c1c9407-4680-4b4c-ac14-d1d287827f86" targetNamespace="http://schemas.microsoft.com/office/2006/metadata/properties" ma:root="true" ma:fieldsID="47583ab8e31be7e5044b872c9e9c7599" ns2:_="">
    <xsd:import namespace="8c1c9407-4680-4b4c-ac14-d1d287827f8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c1c9407-4680-4b4c-ac14-d1d287827f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コンテンツ タイプ"/>
        <xsd:element ref="dc:title" minOccurs="0" maxOccurs="1" ma:index="4" ma:displayName="タイトル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BCB0E288-7022-488F-A212-4A370D1C7B0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c1c9407-4680-4b4c-ac14-d1d287827f8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0A7C669-CC4B-4827-97C7-09376F99CD1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88FA6147-ADCB-432E-B533-0080162DBFA4}">
  <ds:schemaRefs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074f2a35-8cc4-4ad1-b0b6-60fb064ecec5"/>
    <ds:schemaRef ds:uri="http://purl.org/dc/elements/1.1/"/>
    <ds:schemaRef ds:uri="http://schemas.microsoft.com/office/2006/metadata/properties"/>
    <ds:schemaRef ds:uri="5a302c2d-1787-4a6f-b546-2016f8a66a26"/>
    <ds:schemaRef ds:uri="http://www.w3.org/XML/1998/namespace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20241120_パワポテンプレ</Template>
  <TotalTime>26700</TotalTime>
  <Words>151113</Words>
  <Application>Microsoft Office PowerPoint</Application>
  <PresentationFormat>ワイド画面</PresentationFormat>
  <Paragraphs>23021</Paragraphs>
  <Slides>356</Slides>
  <Notes>124</Notes>
  <HiddenSlides>2</HiddenSlides>
  <MMClips>0</MMClips>
  <ScaleCrop>false</ScaleCrop>
  <HeadingPairs>
    <vt:vector size="6" baseType="variant">
      <vt:variant>
        <vt:lpstr>使用されているフォント</vt:lpstr>
      </vt:variant>
      <vt:variant>
        <vt:i4>19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356</vt:i4>
      </vt:variant>
    </vt:vector>
  </HeadingPairs>
  <TitlesOfParts>
    <vt:vector size="376" baseType="lpstr">
      <vt:lpstr>Arial Unicode MS</vt:lpstr>
      <vt:lpstr>BIZ UDPゴシック</vt:lpstr>
      <vt:lpstr>Google Sans Text</vt:lpstr>
      <vt:lpstr>HGPｺﾞｼｯｸE</vt:lpstr>
      <vt:lpstr>Meiryo UI</vt:lpstr>
      <vt:lpstr>Noto Sans JP</vt:lpstr>
      <vt:lpstr>Yu Gothic UI</vt:lpstr>
      <vt:lpstr>Meiryo</vt:lpstr>
      <vt:lpstr>Meiryo</vt:lpstr>
      <vt:lpstr>Yu Gothic</vt:lpstr>
      <vt:lpstr>Yu Gothic</vt:lpstr>
      <vt:lpstr>Arial</vt:lpstr>
      <vt:lpstr>Calibri</vt:lpstr>
      <vt:lpstr>Cascadia Code ExtraLight</vt:lpstr>
      <vt:lpstr>Segoe UI</vt:lpstr>
      <vt:lpstr>Source Sans Pro</vt:lpstr>
      <vt:lpstr>Symbol</vt:lpstr>
      <vt:lpstr>Trebuchet MS</vt:lpstr>
      <vt:lpstr>Wingdings</vt:lpstr>
      <vt:lpstr>Office テーマ</vt:lpstr>
      <vt:lpstr>PowerPoint プレゼンテーション</vt:lpstr>
      <vt:lpstr>経歴</vt:lpstr>
      <vt:lpstr>XXXX</vt:lpstr>
      <vt:lpstr>PowerPoint プレゼンテーション</vt:lpstr>
      <vt:lpstr>XXXX</vt:lpstr>
      <vt:lpstr>オファーレター</vt:lpstr>
      <vt:lpstr>間接費用効率化 アプローチ骨子</vt:lpstr>
      <vt:lpstr>間接費用の定義 弊社部門の紐づけ</vt:lpstr>
      <vt:lpstr>XXXX</vt:lpstr>
      <vt:lpstr>XXXX</vt:lpstr>
      <vt:lpstr>XXXX</vt:lpstr>
      <vt:lpstr>レガシーシステムの統廃合：取組の目的・イメージ</vt:lpstr>
      <vt:lpstr>XXXX</vt:lpstr>
      <vt:lpstr>XXXX</vt:lpstr>
      <vt:lpstr>解決策の検討</vt:lpstr>
      <vt:lpstr>全社収益管理最適化</vt:lpstr>
      <vt:lpstr>XXXX</vt:lpstr>
      <vt:lpstr>Executive summary</vt:lpstr>
      <vt:lpstr>問題特定  現状業務の課題</vt:lpstr>
      <vt:lpstr>(参考) 業務ボリュームの増加について</vt:lpstr>
      <vt:lpstr>(参考) 業務ボリュームの増加について</vt:lpstr>
      <vt:lpstr>今後のデジタル投資予算管理について</vt:lpstr>
      <vt:lpstr>モノづくりDX</vt:lpstr>
      <vt:lpstr>XXXX</vt:lpstr>
      <vt:lpstr>客観的な成り行き予測による見通しのブレ防止 見通し活用における検証</vt:lpstr>
      <vt:lpstr>XXXX</vt:lpstr>
      <vt:lpstr>ライオンにおける「働き方のトランスフォーメーション」の考え方</vt:lpstr>
      <vt:lpstr>Why なぜライオンはスマートワークに取り組むのか？</vt:lpstr>
      <vt:lpstr>Why なぜライオンはスマートワークに取り組むのか？</vt:lpstr>
      <vt:lpstr>What 問題意識</vt:lpstr>
      <vt:lpstr>How どのように時間創出をするか</vt:lpstr>
      <vt:lpstr>How 事例）デジタル戦略部</vt:lpstr>
      <vt:lpstr>How 事例)生成AIを活用した自動化</vt:lpstr>
      <vt:lpstr>マイクロソフト社におけるスマートワーク</vt:lpstr>
      <vt:lpstr>マイクロソフト社におけるスマートワーク</vt:lpstr>
      <vt:lpstr>マイクロソフト社におけるスマートワーク</vt:lpstr>
      <vt:lpstr>How どのように時間創出をするか</vt:lpstr>
      <vt:lpstr>レガシーシステムの統廃合：取組の目的・イメージ</vt:lpstr>
      <vt:lpstr>組織デザインのプロセス</vt:lpstr>
      <vt:lpstr>全社方針の理解と目標・機能設定 (XX/XX)</vt:lpstr>
      <vt:lpstr>全社方針の理解と目標・機能設定 (XX/XX)</vt:lpstr>
      <vt:lpstr>今後の取組に関するご協力のお願い</vt:lpstr>
      <vt:lpstr>DX銘柄を獲得する意義</vt:lpstr>
      <vt:lpstr>XX.解像度が高いテーマのXのイメージ (経営管理 / グローバル連携)</vt:lpstr>
      <vt:lpstr>会議効率化の観点 部門集約意見から整理</vt:lpstr>
      <vt:lpstr>XXX</vt:lpstr>
      <vt:lpstr>振り返り デジタル戦略部の人材育成概要</vt:lpstr>
      <vt:lpstr>振り返り これまで取り組んできた取り組み内容</vt:lpstr>
      <vt:lpstr>今後取り組みたいアプローチ手順とそのヒアリング</vt:lpstr>
      <vt:lpstr>概要 本取り組みの位置づけ</vt:lpstr>
      <vt:lpstr>取り組みの概要</vt:lpstr>
      <vt:lpstr>需要予測の考え方</vt:lpstr>
      <vt:lpstr>需要予測の考え方</vt:lpstr>
      <vt:lpstr>XXXX</vt:lpstr>
      <vt:lpstr>運用開始時点のBI可視化状況 XXX</vt:lpstr>
      <vt:lpstr>PowerPoint プレゼンテーション</vt:lpstr>
      <vt:lpstr>FYXX支援内容 デジタル戦略部</vt:lpstr>
      <vt:lpstr>FYXX支援内容</vt:lpstr>
      <vt:lpstr>ランサムウェアとは</vt:lpstr>
      <vt:lpstr>ランサムウェアの脅威と影響</vt:lpstr>
      <vt:lpstr>ランサムウェア対策</vt:lpstr>
      <vt:lpstr>事前対策 技術的対策と組織的対策</vt:lpstr>
      <vt:lpstr>事後対応</vt:lpstr>
      <vt:lpstr>ランサムウェア対策</vt:lpstr>
      <vt:lpstr>技術的対策</vt:lpstr>
      <vt:lpstr>サマリ</vt:lpstr>
      <vt:lpstr>PowerPoint プレゼンテーション</vt:lpstr>
      <vt:lpstr>XX.振り返り  XX.XX XXXX年評価実績 (コストダウン・撤退のみ)</vt:lpstr>
      <vt:lpstr>【月次管理】経営管理プロセスに紐づく関連ダッシュボート定義</vt:lpstr>
      <vt:lpstr>【月次管理】XX/XXリリース時の課題と解決の方向性 (案)</vt:lpstr>
      <vt:lpstr>工場生産形態と費用分類</vt:lpstr>
      <vt:lpstr>各社の生産体制 : 定量的比較</vt:lpstr>
      <vt:lpstr>XX. 生産体制・効率の定量比較とインサイト 比較テーブル : XXラインあたりの生産効率 (直接人員)</vt:lpstr>
      <vt:lpstr>XXXX</vt:lpstr>
      <vt:lpstr>総括と示唆</vt:lpstr>
      <vt:lpstr>PowerPoint プレゼンテーション</vt:lpstr>
      <vt:lpstr>PowerPoint プレゼンテーション</vt:lpstr>
      <vt:lpstr>CCセンター向け目標案</vt:lpstr>
      <vt:lpstr>区分別 主要論点 (アジェンダ) とライオンにおける具体的検討事項・問い</vt:lpstr>
      <vt:lpstr>PowerPoint プレゼンテーション</vt:lpstr>
      <vt:lpstr>③投資方針の明確化・浸透 予算作成_投資構成比の目安を策定</vt:lpstr>
      <vt:lpstr>③投資方針の明確化・浸透 予算作成_戦略性・便益性を評価</vt:lpstr>
      <vt:lpstr>③投資方針の明確化・浸透 期中評価時_案件評価(XX/XX)</vt:lpstr>
      <vt:lpstr>①評価プロセス・オペレーションの標準化と効率化 詳細フロー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AIを活用した株主総会QA事前作成</vt:lpstr>
      <vt:lpstr>XXXX</vt:lpstr>
      <vt:lpstr>XXXX</vt:lpstr>
      <vt:lpstr>PowerPoint プレゼンテーション</vt:lpstr>
      <vt:lpstr>PowerPoint プレゼンテーション</vt:lpstr>
      <vt:lpstr>スマートワーク Mission＆ Strategic Split</vt:lpstr>
      <vt:lpstr>KGI / KPI＆アプローチ</vt:lpstr>
      <vt:lpstr>詳細フロー</vt:lpstr>
      <vt:lpstr>背景/目的</vt:lpstr>
      <vt:lpstr>XXXX</vt:lpstr>
      <vt:lpstr>XXXX</vt:lpstr>
      <vt:lpstr>XXXX</vt:lpstr>
      <vt:lpstr>XXXX</vt:lpstr>
      <vt:lpstr>XXXX</vt:lpstr>
      <vt:lpstr>背景/目的</vt:lpstr>
      <vt:lpstr>XXXX</vt:lpstr>
      <vt:lpstr>XXXX</vt:lpstr>
      <vt:lpstr>XXXX</vt:lpstr>
      <vt:lpstr>XXXX</vt:lpstr>
      <vt:lpstr>XXXX</vt:lpstr>
      <vt:lpstr>XX</vt:lpstr>
      <vt:lpstr>XX</vt:lpstr>
      <vt:lpstr>XXXX</vt:lpstr>
      <vt:lpstr>XX</vt:lpstr>
      <vt:lpstr>XX</vt:lpstr>
      <vt:lpstr>セクションMissionとKGI/KPI</vt:lpstr>
      <vt:lpstr>OKRの考え方</vt:lpstr>
      <vt:lpstr>XX/XX: 経営管理</vt:lpstr>
      <vt:lpstr>XXXX</vt:lpstr>
      <vt:lpstr>業績管理課題の構造化ツリー</vt:lpstr>
      <vt:lpstr>対応策とKGI / KPI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ケースシナリオ</vt:lpstr>
      <vt:lpstr>PEST/XXC分析</vt:lpstr>
      <vt:lpstr>D (Digital) における貢献 「営業DX」における“X”とそれを実現する“D”</vt:lpstr>
      <vt:lpstr>取り組みによるPL改善効果</vt:lpstr>
      <vt:lpstr>AIアカウント契約の最適化</vt:lpstr>
      <vt:lpstr>目的と現状認識 (Why Change?)</vt:lpstr>
      <vt:lpstr>Executive Summary</vt:lpstr>
      <vt:lpstr>背景/目的 問題意識</vt:lpstr>
      <vt:lpstr>検討するにあたっての与件（新マネジメントの背景/目的） 経営課題と解決の方向性</vt:lpstr>
      <vt:lpstr>デジ戦課題と解決の方向性 (XXonXX情報より) </vt:lpstr>
      <vt:lpstr>デジ戦課題と解決の方向性 (XXonXX情報より) 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XXXX</vt:lpstr>
      <vt:lpstr>セクションリーダー権限移譲とガバナンスまとめ</vt:lpstr>
      <vt:lpstr>戦略企画・DX推進チームに関わる会議体一覧</vt:lpstr>
      <vt:lpstr>XX. 目標展開ツリー : デジタル戦略部から各層への垂直統合</vt:lpstr>
      <vt:lpstr>XX. 階層別・構造化管理フォーマット</vt:lpstr>
      <vt:lpstr>XX</vt:lpstr>
      <vt:lpstr>PowerPoint プレゼンテーション</vt:lpstr>
      <vt:lpstr>PowerPoint プレゼンテーション</vt:lpstr>
      <vt:lpstr>PowerPoint プレゼンテーション</vt:lpstr>
      <vt:lpstr>社内</vt:lpstr>
      <vt:lpstr>区分別 主要論点 (アジェンダ) とライオンにおける具体的検討事項・問い</vt:lpstr>
      <vt:lpstr>XXonXXのポイント</vt:lpstr>
      <vt:lpstr>Overview of Digital Strategy Department Activities</vt:lpstr>
      <vt:lpstr> Management Process and Required Information</vt:lpstr>
      <vt:lpstr>Strengthening Management Framework / Global Coordination  – Overseas Management Info (Short-Term)</vt:lpstr>
      <vt:lpstr>Executive Summary</vt:lpstr>
      <vt:lpstr>背景/目的 問題意識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デジ戦課題と解決の方向性 (XXonXX情報より) 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目的と現状認識 (Why Change?)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PowerPoint プレゼンテーション</vt:lpstr>
      <vt:lpstr>XXXX</vt:lpstr>
      <vt:lpstr>XXXX</vt:lpstr>
      <vt:lpstr>To-Be検討の進め方を再設計</vt:lpstr>
      <vt:lpstr>XXテーマ別 進捗と効果見込み (XXXX年XX月時点) </vt:lpstr>
      <vt:lpstr>エグゼクティブサマリー</vt:lpstr>
      <vt:lpstr>XX. 振り返り｜前回までに明らかになった課題と打ち手 前回 (XX月) までの振り返り : XXつの課題と、合意した打ち手</vt:lpstr>
      <vt:lpstr>XX. 振り返り｜参考：先進企業の動向 (XXXX年) 先進企業は「全社員の底上げ」と「現場での開発・課題設定」を制度で加速している</vt:lpstr>
      <vt:lpstr>XX. 振り返り｜用語の定義 本資料で使う主な用語 ― XXつの視点で整理</vt:lpstr>
      <vt:lpstr>XX. 振り返り｜前回合意事項の進捗 前回 (XX月) に合意したXX施策の進捗</vt:lpstr>
      <vt:lpstr>XX. 振り返り｜育成戦略の全体像 (再掲) 育成は「PL改善」に接続する投資 ― XX層×施策×KPI</vt:lpstr>
      <vt:lpstr>XX. 上期の成果①｜スキルチェック 重点XXロールの充足状況 ― 「誰を育てるか」が部門ごとに見える状態に</vt:lpstr>
      <vt:lpstr>XX. 上期の成果②｜重点育成プログラム 知識習得×実践のXX本柱 ― 修了ではなく「現場実装」を成果として測る</vt:lpstr>
      <vt:lpstr>XX. 上期の成果③｜全社員の生成AI活用 生成AI活用は「個人の効率化」から「チーム・部門の変革」へ</vt:lpstr>
      <vt:lpstr>XX. 下期の重点とご協力のお願い 下期は「検証 → XX年度の資源配分判断」の半期 ― XX点のご協力をお願いしたい</vt:lpstr>
      <vt:lpstr>XXXX</vt:lpstr>
      <vt:lpstr>XXXX</vt:lpstr>
      <vt:lpstr>XXXX</vt:lpstr>
      <vt:lpstr>XXXX</vt:lpstr>
      <vt:lpstr>XXXX</vt:lpstr>
      <vt:lpstr>XXの重点テーマ進捗サマリ</vt:lpstr>
      <vt:lpstr>経営骨格強化</vt:lpstr>
      <vt:lpstr>Phase1 : 可視化：経営数字がすぐ見える  手集計の資料をやめ画面で確認</vt:lpstr>
      <vt:lpstr>Phase2 : データで意思決定  成行予測で計画との差を早期発見</vt:lpstr>
      <vt:lpstr>人事DX　全体像 ミスの出る人事オペレーションから、人材データで経営する人事へ</vt:lpstr>
      <vt:lpstr>人事DX　短期 : 締め日改定 ･ 給与計算刷新 短期 土台の安定化 ― 規程を変えて、ミスと手作業を根本から減らす</vt:lpstr>
      <vt:lpstr>人事DX　中期 : 人事インフラ統廃合 中期 人事システム統廃合 ― XXつをXXつに集め、人材データを一元化する</vt:lpstr>
      <vt:lpstr>人事DX　長期：人事戦略KPI × DX施策（XXrd STAGE） 長期 人的資本経営 ― 業務ごとのKPIを人材データで測り施策を打つ</vt:lpstr>
      <vt:lpstr>工場DX (OHC : 省人化とXXXX年拠点構想)</vt:lpstr>
      <vt:lpstr>個別テーマ進捗　レガシーシステムの統廃合　全体像 何をしているか ― 止められない古いシステムを計画的に無くす</vt:lpstr>
      <vt:lpstr>個別テーマ進捗　レガシーシステムの統廃合　PhaseXX〜XX : 旧基幹の廃止 ･ 集約 ･ 移行 統廃合の中身 ― 何を、どの順番で、どこへ移すか</vt:lpstr>
      <vt:lpstr>個別テーマ進捗　レガシーシステムの統廃合 第XX層 : ITインフラ基盤 (クラウド移行 ･ IDaaS ･ サイバーレジリエンス) </vt:lpstr>
      <vt:lpstr>個別テーマ進捗　COXX排出量の可視化 ･ 精緻化 (SSBJ対応) 全体像 何をしているか ― 非財務情報を「決算と同じ品質」で出せる会社に</vt:lpstr>
      <vt:lpstr>COXX排出量の可視化 ･ 精緻化 (SSBJ対応) StepXX : 非財務情報管理プラットフォーム 仕組みの変化 ― Excel手集計から、証跡のそろった統合基盤へ</vt:lpstr>
      <vt:lpstr>ライオンDX戦略ディスカッション XXXX年XX月XX日 (比較基準 : XXXX年XX月XX日)</vt:lpstr>
      <vt:lpstr>XX</vt:lpstr>
      <vt:lpstr>XX</vt:lpstr>
      <vt:lpstr>XX</vt:lpstr>
      <vt:lpstr>XX</vt:lpstr>
      <vt:lpstr>長期要件・与件の全体構造 『XXXX年目指す成果』に接続するKGI-KPIロジックツリー</vt:lpstr>
      <vt:lpstr>要員計画・異動・社内公募・評価</vt:lpstr>
      <vt:lpstr>研修・育成/G海外ガバナンス/人的資本KPI</vt:lpstr>
      <vt:lpstr>採用/代謝・離職予兆/エンゲージメント改善</vt:lpstr>
      <vt:lpstr>「現場作業・データ発生」As-Is調査票の構造とデータフロー調査表</vt:lpstr>
      <vt:lpstr>採点表</vt:lpstr>
      <vt:lpstr>NextAction</vt:lpstr>
      <vt:lpstr>背景 / 課題 / 示唆</vt:lpstr>
      <vt:lpstr>示唆に対する選択肢</vt:lpstr>
      <vt:lpstr>参考) 近しい大手消費財・製造メーカーにおけるBPO構造転換事例</vt:lpstr>
      <vt:lpstr>構造転換と役割定義 As-Is / To-Be (XX階層での対比)</vt:lpstr>
      <vt:lpstr>進め方 一括契約ではなく、意思決定ゲートで段階コミット</vt:lpstr>
      <vt:lpstr>進め方 一括契約ではなく、意思決定ゲートで段階コミット</vt:lpstr>
      <vt:lpstr>KPIとROI</vt:lpstr>
      <vt:lpstr>海外業績 (QDL) における意思決定高度化・自動化 XX月→XX月 更新報告</vt:lpstr>
      <vt:lpstr>真因と解決策</vt:lpstr>
      <vt:lpstr>XXつの変革テーマ × XXつの重点施策 (AXX〜DXX) </vt:lpstr>
      <vt:lpstr>Howの全体構造 ― XXつの経営テーマへのMECE接続</vt:lpstr>
      <vt:lpstr>出口 マーケティング・営業DXの姿 (Before → After)</vt:lpstr>
      <vt:lpstr>マイルストーン (FYXX–FYXX)</vt:lpstr>
      <vt:lpstr>KGI / KPI体系 ― 最上位KPIとライオン固有のユニークKPI</vt:lpstr>
      <vt:lpstr>ToBeオペレーション策定 進め方</vt:lpstr>
      <vt:lpstr>戦略企画室紹介</vt:lpstr>
      <vt:lpstr>DX推進チーム紹介</vt:lpstr>
      <vt:lpstr>前提 — なぜ「明石工場 ･ ハブラシ植毛ライン」なのか</vt:lpstr>
      <vt:lpstr>進め方の詳細 すべての作業を「XXつの問い」に順番にかける</vt:lpstr>
      <vt:lpstr>XXXX年構想との整合</vt:lpstr>
      <vt:lpstr>予算管理チャネル 投稿ルール  判定・対応フローチャート</vt:lpstr>
      <vt:lpstr>ステップXX 自社で作り続けるべきものは何か</vt:lpstr>
      <vt:lpstr>ステップXX それをどこで作るか</vt:lpstr>
      <vt:lpstr>ステップXX : XXXX年 “以降“ 、OHCでどう勝つか (例と根拠)</vt:lpstr>
      <vt:lpstr>XXXX</vt:lpstr>
      <vt:lpstr>XXXX</vt:lpstr>
      <vt:lpstr>As-Is業務フロー 全体俯瞰</vt:lpstr>
      <vt:lpstr>As-Is 詳細業務フロー (全タスク × 年間タイムライン)</vt:lpstr>
      <vt:lpstr>提案評価 採点シートSSBJ対応 要求定義支援ファーム選定｜社外秘・評価者限り</vt:lpstr>
      <vt:lpstr>XXX</vt:lpstr>
      <vt:lpstr>製造業を取り巻くマクロ環境変化 (PEST分析) </vt:lpstr>
      <vt:lpstr> 顧客 ･ 取引先 ･ 競合の変化</vt:lpstr>
      <vt:lpstr>自社が対応しなければいけない点</vt:lpstr>
      <vt:lpstr> 自社が対応しなければいけない点</vt:lpstr>
      <vt:lpstr>これから目指す姿</vt:lpstr>
      <vt:lpstr>現状とのギャップと真因</vt:lpstr>
      <vt:lpstr>AI生活者分析の高度化およびデータ活用プロセス統合プロジェクト</vt:lpstr>
      <vt:lpstr>AI生活者分析の高度化およびデータ活用プロセス統合プロジェクト</vt:lpstr>
      <vt:lpstr>データ・AI活用実態ヒアリングシート 全社データ・AI活用プロセス全体像 (AS-IS) 構築のための調査票</vt:lpstr>
      <vt:lpstr>経営管理プロセスの構築 月次会議プロセス (今後 : 案)</vt:lpstr>
      <vt:lpstr>(海外) 海外経営情報自動収集の進捗状況 システムアセスメント/業務GAP (As-Is/To-Be) 実績</vt:lpstr>
      <vt:lpstr>XX. (海外) 海外経営情報自動収集の進捗状況 システムアセスメント / 業務GAP (As-Is / To-Be) 計画 / 見通</vt:lpstr>
      <vt:lpstr>XX. (海外) 海外経営情報自動収集の進捗状況 可視化可能データ項目 (QDL)</vt:lpstr>
      <vt:lpstr>XX. (海外) 海外経営情報自動収集の進捗状況 可視化のダッシュボードイメージ</vt:lpstr>
      <vt:lpstr>XXX</vt:lpstr>
      <vt:lpstr>【提案依頼サマリー】 SSBJ対応に向けた戦略・システム基盤の並行構築プロジェクト</vt:lpstr>
      <vt:lpstr>会議生産性向上 ガイドライン図解 原則 (守るべき基本) と例外 (柔軟な対応) を明確化した、会議の実践手順</vt:lpstr>
      <vt:lpstr>会議生産性の構造図 (時間軸 × 投入労力 / 成果) 生産性 = 成果の向上 (価値) ÷ 投入労力の減少 (時間や手間)</vt:lpstr>
      <vt:lpstr>SSBJに準拠した情報開示に向けたスケジュール</vt:lpstr>
      <vt:lpstr>XXX</vt:lpstr>
      <vt:lpstr>XX.振り返り 選定したシステムアーキテクチャ</vt:lpstr>
      <vt:lpstr>XX.今後の進め方とスケジュール 選定したシステムアーキテクチャ＆実行プロジェクト</vt:lpstr>
      <vt:lpstr>XX.要件定義フェーズ概要 対象業務スコープ/システム分担の決定方針</vt:lpstr>
      <vt:lpstr>XX.推進体制と役割、会議体 推進体制</vt:lpstr>
      <vt:lpstr>SSBJ対応コスト</vt:lpstr>
      <vt:lpstr>DXによる経営課題の早期把握、戦略実現度向上 (XXX執行役員)</vt:lpstr>
      <vt:lpstr>ダッシュボード</vt:lpstr>
      <vt:lpstr>XXXX</vt:lpstr>
      <vt:lpstr>達成率を起点とした時系列予測 (数字はダミー)</vt:lpstr>
      <vt:lpstr>マクロ環境換算ベース (数値はダミー)</vt:lpstr>
      <vt:lpstr>取り組み整理</vt:lpstr>
      <vt:lpstr>解決アプローチ</vt:lpstr>
      <vt:lpstr>必要要員</vt:lpstr>
      <vt:lpstr>「成果」を出すためのDX実践指針</vt:lpstr>
      <vt:lpstr>選定結果フィードバック (XX/XX)</vt:lpstr>
      <vt:lpstr>選定結果フィードバック (XX/XX)</vt:lpstr>
      <vt:lpstr>アプローチ</vt:lpstr>
      <vt:lpstr>よくある失敗例</vt:lpstr>
      <vt:lpstr>XXXX</vt:lpstr>
      <vt:lpstr>業務要件イメージ_summary</vt:lpstr>
      <vt:lpstr>機能要件イメージ_summary</vt:lpstr>
      <vt:lpstr>システム要件イメージ_summary</vt:lpstr>
      <vt:lpstr>要件整理後のRFP例</vt:lpstr>
      <vt:lpstr>人件費・外注費実績モニタリング（XX/XX）</vt:lpstr>
      <vt:lpstr>人件費・外注費実績モニタリング（XX/XX）</vt:lpstr>
      <vt:lpstr>Summary</vt:lpstr>
      <vt:lpstr>XXX</vt:lpstr>
      <vt:lpstr>XXXX</vt:lpstr>
      <vt:lpstr>XXXX</vt:lpstr>
      <vt:lpstr>To-Beを元にした選定基準</vt:lpstr>
      <vt:lpstr>選定基準 To-Be : Quality</vt:lpstr>
      <vt:lpstr>アーキテクチャ構成案</vt:lpstr>
      <vt:lpstr>現状調査・要件定義における協力依頼の詳細</vt:lpstr>
      <vt:lpstr>Executive Summary</vt:lpstr>
      <vt:lpstr>SSBJ対応・ESG経営推進 体制図</vt:lpstr>
      <vt:lpstr>体制 / 役割</vt:lpstr>
      <vt:lpstr>選定プロセス</vt:lpstr>
      <vt:lpstr>スマートワーク 施策ポートフォリオ</vt:lpstr>
      <vt:lpstr>世の中の潮流と日本の動き</vt:lpstr>
      <vt:lpstr>SSBJの求める事項と当社の対応状況</vt:lpstr>
      <vt:lpstr>当社の問題と構造的なボトルネック</vt:lpstr>
      <vt:lpstr>イメージ To-BeとAs-Is</vt:lpstr>
      <vt:lpstr>将来オペレーションイメージ : 攻めのサステナ経営基盤 (完全統合型)</vt:lpstr>
      <vt:lpstr>XXXX</vt:lpstr>
      <vt:lpstr>非財務情報管理プラットフォーム構築における「XXつの難所プロセス」</vt:lpstr>
      <vt:lpstr>PowerPoint プレゼンテーション</vt:lpstr>
      <vt:lpstr>選定summary</vt:lpstr>
      <vt:lpstr>グローバル業績管理自動化 戦略ロードマップと統合アプローチ</vt:lpstr>
      <vt:lpstr>グローバル業績管理自動化 戦略ロードマップと統合アプローチ</vt:lpstr>
      <vt:lpstr>PEST/XXC分析</vt:lpstr>
      <vt:lpstr>D (Digital) における貢献 「営業DX」における“X”とそれを実現する“D”</vt:lpstr>
      <vt:lpstr>取り組みによるPL改善効果</vt:lpstr>
      <vt:lpstr>ケースシナリオ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業績管理課題の構造化ツリー</vt:lpstr>
      <vt:lpstr>対応策とKGI / KPI</vt:lpstr>
      <vt:lpstr>OKRの考え方</vt:lpstr>
      <vt:lpstr>XX/XX: 経営管理</vt:lpstr>
      <vt:lpstr>XX</vt:lpstr>
      <vt:lpstr>XX</vt:lpstr>
      <vt:lpstr>XXXX</vt:lpstr>
      <vt:lpstr>To-Be検討の進め方を再設計</vt:lpstr>
      <vt:lpstr>XX</vt:lpstr>
      <vt:lpstr>XX</vt:lpstr>
      <vt:lpstr>XX</vt:lpstr>
      <vt:lpstr>XX</vt:lpstr>
      <vt:lpstr>XXXX</vt:lpstr>
      <vt:lpstr>デジタル広告に最も重要な要素</vt:lpstr>
      <vt:lpstr>クリエイティブ運用はコンテンツの作り分け、配信面の最適化、検証 (量産) が重要</vt:lpstr>
      <vt:lpstr>コンテンツは「誰に、何を、どのように伝えるか」を作り分けること</vt:lpstr>
      <vt:lpstr>検証 (PDCA) はCR更新～革新までXXステップを踏む</vt:lpstr>
      <vt:lpstr>クリエイティブROIはQuality・Cost・Delivery のバランスが重要</vt:lpstr>
      <vt:lpstr>選択肢としての外注と内製のメリットとデメリット</vt:lpstr>
      <vt:lpstr>PowerPoint プレゼンテーション</vt:lpstr>
    </vt:vector>
  </TitlesOfParts>
  <Company>lion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本日の目的</dc:title>
  <dc:creator>菊池;智裕</dc:creator>
  <cp:lastModifiedBy>菊池　智裕</cp:lastModifiedBy>
  <cp:revision>58</cp:revision>
  <dcterms:created xsi:type="dcterms:W3CDTF">2024-12-27T03:42:11Z</dcterms:created>
  <dcterms:modified xsi:type="dcterms:W3CDTF">2026-09-28T12:28:18Z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ediaServiceImageTags">
    <vt:lpwstr/>
  </property>
  <property fmtid="{D5CDD505-2E9C-101B-9397-08002B2CF9AE}" pid="3" name="ContentTypeId">
    <vt:lpwstr>0x010100667F58365028D544AA740988642801B7</vt:lpwstr>
  </property>
</Properties>
</file>